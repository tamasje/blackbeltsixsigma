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9.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28.xml" ContentType="application/vnd.openxmlformats-officedocument.presentationml.notesSlide+xml"/>
  <Override PartName="/ppt/tags/tag18.xml" ContentType="application/vnd.openxmlformats-officedocument.presentationml.tags+xml"/>
  <Override PartName="/ppt/notesSlides/notesSlide29.xml" ContentType="application/vnd.openxmlformats-officedocument.presentationml.notesSlide+xml"/>
  <Override PartName="/ppt/tags/tag19.xml" ContentType="application/vnd.openxmlformats-officedocument.presentationml.tags+xml"/>
  <Override PartName="/ppt/tags/tag20.xml" ContentType="application/vnd.openxmlformats-officedocument.presentationml.tags+xml"/>
  <Override PartName="/ppt/notesSlides/notesSlide30.xml" ContentType="application/vnd.openxmlformats-officedocument.presentationml.notesSlide+xml"/>
  <Override PartName="/ppt/tags/tag21.xml" ContentType="application/vnd.openxmlformats-officedocument.presentationml.tags+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tags/tag22.xml" ContentType="application/vnd.openxmlformats-officedocument.presentationml.tags+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tags/tag23.xml" ContentType="application/vnd.openxmlformats-officedocument.presentationml.tags+xml"/>
  <Override PartName="/ppt/notesSlides/notesSlide36.xml" ContentType="application/vnd.openxmlformats-officedocument.presentationml.notesSlide+xml"/>
  <Override PartName="/ppt/tags/tag24.xml" ContentType="application/vnd.openxmlformats-officedocument.presentationml.tags+xml"/>
  <Override PartName="/ppt/notesSlides/notesSlide37.xml" ContentType="application/vnd.openxmlformats-officedocument.presentationml.notesSlide+xml"/>
  <Override PartName="/ppt/tags/tag25.xml" ContentType="application/vnd.openxmlformats-officedocument.presentationml.tags+xml"/>
  <Override PartName="/ppt/notesSlides/notesSlide38.xml" ContentType="application/vnd.openxmlformats-officedocument.presentationml.notesSlide+xml"/>
  <Override PartName="/ppt/tags/tag26.xml" ContentType="application/vnd.openxmlformats-officedocument.presentationml.tags+xml"/>
  <Override PartName="/ppt/tags/tag27.xml" ContentType="application/vnd.openxmlformats-officedocument.presentationml.tags+xml"/>
  <Override PartName="/ppt/notesSlides/notesSlide39.xml" ContentType="application/vnd.openxmlformats-officedocument.presentationml.notesSlide+xml"/>
  <Override PartName="/ppt/tags/tag28.xml" ContentType="application/vnd.openxmlformats-officedocument.presentationml.tags+xml"/>
  <Override PartName="/ppt/notesSlides/notesSlide40.xml" ContentType="application/vnd.openxmlformats-officedocument.presentationml.notesSlide+xml"/>
  <Override PartName="/ppt/tags/tag29.xml" ContentType="application/vnd.openxmlformats-officedocument.presentationml.tags+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tags/tag30.xml" ContentType="application/vnd.openxmlformats-officedocument.presentationml.tags+xml"/>
  <Override PartName="/ppt/tags/tag31.xml" ContentType="application/vnd.openxmlformats-officedocument.presentationml.tags+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tags/tag32.xml" ContentType="application/vnd.openxmlformats-officedocument.presentationml.tags+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tags/tag33.xml" ContentType="application/vnd.openxmlformats-officedocument.presentationml.tags+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tags/tag34.xml" ContentType="application/vnd.openxmlformats-officedocument.presentationml.tags+xml"/>
  <Override PartName="/ppt/notesSlides/notesSlide63.xml" ContentType="application/vnd.openxmlformats-officedocument.presentationml.notesSlide+xml"/>
  <Override PartName="/ppt/tags/tag35.xml" ContentType="application/vnd.openxmlformats-officedocument.presentationml.tags+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tags/tag36.xml" ContentType="application/vnd.openxmlformats-officedocument.presentationml.tags+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trictFirstAndLastChars="0" saveSubsetFonts="1" autoCompressPictures="0">
  <p:sldMasterIdLst>
    <p:sldMasterId id="2147483648" r:id="rId2"/>
  </p:sldMasterIdLst>
  <p:notesMasterIdLst>
    <p:notesMasterId r:id="rId92"/>
  </p:notesMasterIdLst>
  <p:handoutMasterIdLst>
    <p:handoutMasterId r:id="rId93"/>
  </p:handoutMasterIdLst>
  <p:sldIdLst>
    <p:sldId id="260" r:id="rId3"/>
    <p:sldId id="261" r:id="rId4"/>
    <p:sldId id="832" r:id="rId5"/>
    <p:sldId id="807" r:id="rId6"/>
    <p:sldId id="262" r:id="rId7"/>
    <p:sldId id="793" r:id="rId8"/>
    <p:sldId id="841" r:id="rId9"/>
    <p:sldId id="809" r:id="rId10"/>
    <p:sldId id="810" r:id="rId11"/>
    <p:sldId id="299" r:id="rId12"/>
    <p:sldId id="302" r:id="rId13"/>
    <p:sldId id="833" r:id="rId14"/>
    <p:sldId id="834" r:id="rId15"/>
    <p:sldId id="335" r:id="rId16"/>
    <p:sldId id="397" r:id="rId17"/>
    <p:sldId id="808" r:id="rId18"/>
    <p:sldId id="770" r:id="rId19"/>
    <p:sldId id="777" r:id="rId20"/>
    <p:sldId id="772" r:id="rId21"/>
    <p:sldId id="719" r:id="rId22"/>
    <p:sldId id="355" r:id="rId23"/>
    <p:sldId id="356" r:id="rId24"/>
    <p:sldId id="357" r:id="rId25"/>
    <p:sldId id="794" r:id="rId26"/>
    <p:sldId id="399" r:id="rId27"/>
    <p:sldId id="400" r:id="rId28"/>
    <p:sldId id="404" r:id="rId29"/>
    <p:sldId id="405" r:id="rId30"/>
    <p:sldId id="842" r:id="rId31"/>
    <p:sldId id="802" r:id="rId32"/>
    <p:sldId id="803" r:id="rId33"/>
    <p:sldId id="804" r:id="rId34"/>
    <p:sldId id="500" r:id="rId35"/>
    <p:sldId id="505" r:id="rId36"/>
    <p:sldId id="506" r:id="rId37"/>
    <p:sldId id="501" r:id="rId38"/>
    <p:sldId id="502" r:id="rId39"/>
    <p:sldId id="503" r:id="rId40"/>
    <p:sldId id="504" r:id="rId41"/>
    <p:sldId id="507" r:id="rId42"/>
    <p:sldId id="508" r:id="rId43"/>
    <p:sldId id="509" r:id="rId44"/>
    <p:sldId id="510" r:id="rId45"/>
    <p:sldId id="511" r:id="rId46"/>
    <p:sldId id="512" r:id="rId47"/>
    <p:sldId id="519" r:id="rId48"/>
    <p:sldId id="801" r:id="rId49"/>
    <p:sldId id="746" r:id="rId50"/>
    <p:sldId id="747" r:id="rId51"/>
    <p:sldId id="748" r:id="rId52"/>
    <p:sldId id="749" r:id="rId53"/>
    <p:sldId id="750" r:id="rId54"/>
    <p:sldId id="843" r:id="rId55"/>
    <p:sldId id="543" r:id="rId56"/>
    <p:sldId id="544" r:id="rId57"/>
    <p:sldId id="547" r:id="rId58"/>
    <p:sldId id="548" r:id="rId59"/>
    <p:sldId id="567" r:id="rId60"/>
    <p:sldId id="549" r:id="rId61"/>
    <p:sldId id="806" r:id="rId62"/>
    <p:sldId id="551" r:id="rId63"/>
    <p:sldId id="552" r:id="rId64"/>
    <p:sldId id="559" r:id="rId65"/>
    <p:sldId id="560" r:id="rId66"/>
    <p:sldId id="581" r:id="rId67"/>
    <p:sldId id="582" r:id="rId68"/>
    <p:sldId id="583" r:id="rId69"/>
    <p:sldId id="584" r:id="rId70"/>
    <p:sldId id="845" r:id="rId71"/>
    <p:sldId id="586" r:id="rId72"/>
    <p:sldId id="844" r:id="rId73"/>
    <p:sldId id="588" r:id="rId74"/>
    <p:sldId id="561" r:id="rId75"/>
    <p:sldId id="568" r:id="rId76"/>
    <p:sldId id="589" r:id="rId77"/>
    <p:sldId id="729" r:id="rId78"/>
    <p:sldId id="730" r:id="rId79"/>
    <p:sldId id="731" r:id="rId80"/>
    <p:sldId id="732" r:id="rId81"/>
    <p:sldId id="733" r:id="rId82"/>
    <p:sldId id="734" r:id="rId83"/>
    <p:sldId id="735" r:id="rId84"/>
    <p:sldId id="736" r:id="rId85"/>
    <p:sldId id="590" r:id="rId86"/>
    <p:sldId id="591" r:id="rId87"/>
    <p:sldId id="592" r:id="rId88"/>
    <p:sldId id="593" r:id="rId89"/>
    <p:sldId id="596" r:id="rId90"/>
    <p:sldId id="597" r:id="rId91"/>
  </p:sldIdLst>
  <p:sldSz cx="9144000" cy="6858000" type="screen4x3"/>
  <p:notesSz cx="7099300" cy="10234613"/>
  <p:custDataLst>
    <p:tags r:id="rId94"/>
  </p:custDataLst>
  <p:defaultTextStyle>
    <a:defPPr>
      <a:defRPr lang="en-US"/>
    </a:defPPr>
    <a:lvl1pPr algn="ctr" rtl="0" eaLnBrk="0" fontAlgn="base" hangingPunct="0">
      <a:spcBef>
        <a:spcPct val="0"/>
      </a:spcBef>
      <a:spcAft>
        <a:spcPct val="0"/>
      </a:spcAft>
      <a:defRPr sz="2400" kern="1200">
        <a:solidFill>
          <a:schemeClr val="tx1"/>
        </a:solidFill>
        <a:latin typeface="Arial" charset="0"/>
        <a:ea typeface="MS PGothic" pitchFamily="34" charset="-128"/>
        <a:cs typeface="+mn-cs"/>
      </a:defRPr>
    </a:lvl1pPr>
    <a:lvl2pPr marL="457200" algn="ctr" rtl="0" eaLnBrk="0" fontAlgn="base" hangingPunct="0">
      <a:spcBef>
        <a:spcPct val="0"/>
      </a:spcBef>
      <a:spcAft>
        <a:spcPct val="0"/>
      </a:spcAft>
      <a:defRPr sz="2400" kern="1200">
        <a:solidFill>
          <a:schemeClr val="tx1"/>
        </a:solidFill>
        <a:latin typeface="Arial" charset="0"/>
        <a:ea typeface="MS PGothic" pitchFamily="34" charset="-128"/>
        <a:cs typeface="+mn-cs"/>
      </a:defRPr>
    </a:lvl2pPr>
    <a:lvl3pPr marL="914400" algn="ctr" rtl="0" eaLnBrk="0" fontAlgn="base" hangingPunct="0">
      <a:spcBef>
        <a:spcPct val="0"/>
      </a:spcBef>
      <a:spcAft>
        <a:spcPct val="0"/>
      </a:spcAft>
      <a:defRPr sz="2400" kern="1200">
        <a:solidFill>
          <a:schemeClr val="tx1"/>
        </a:solidFill>
        <a:latin typeface="Arial" charset="0"/>
        <a:ea typeface="MS PGothic" pitchFamily="34" charset="-128"/>
        <a:cs typeface="+mn-cs"/>
      </a:defRPr>
    </a:lvl3pPr>
    <a:lvl4pPr marL="1371600" algn="ctr" rtl="0" eaLnBrk="0" fontAlgn="base" hangingPunct="0">
      <a:spcBef>
        <a:spcPct val="0"/>
      </a:spcBef>
      <a:spcAft>
        <a:spcPct val="0"/>
      </a:spcAft>
      <a:defRPr sz="2400" kern="1200">
        <a:solidFill>
          <a:schemeClr val="tx1"/>
        </a:solidFill>
        <a:latin typeface="Arial" charset="0"/>
        <a:ea typeface="MS PGothic" pitchFamily="34" charset="-128"/>
        <a:cs typeface="+mn-cs"/>
      </a:defRPr>
    </a:lvl4pPr>
    <a:lvl5pPr marL="1828800" algn="ctr" rtl="0" eaLnBrk="0" fontAlgn="base" hangingPunct="0">
      <a:spcBef>
        <a:spcPct val="0"/>
      </a:spcBef>
      <a:spcAft>
        <a:spcPct val="0"/>
      </a:spcAft>
      <a:defRPr sz="2400" kern="1200">
        <a:solidFill>
          <a:schemeClr val="tx1"/>
        </a:solidFill>
        <a:latin typeface="Arial" charset="0"/>
        <a:ea typeface="MS PGothic" pitchFamily="34" charset="-128"/>
        <a:cs typeface="+mn-cs"/>
      </a:defRPr>
    </a:lvl5pPr>
    <a:lvl6pPr marL="2286000" algn="l" defTabSz="914400" rtl="0" eaLnBrk="1" latinLnBrk="0" hangingPunct="1">
      <a:defRPr sz="2400" kern="1200">
        <a:solidFill>
          <a:schemeClr val="tx1"/>
        </a:solidFill>
        <a:latin typeface="Arial" charset="0"/>
        <a:ea typeface="MS PGothic" pitchFamily="34" charset="-128"/>
        <a:cs typeface="+mn-cs"/>
      </a:defRPr>
    </a:lvl6pPr>
    <a:lvl7pPr marL="2743200" algn="l" defTabSz="914400" rtl="0" eaLnBrk="1" latinLnBrk="0" hangingPunct="1">
      <a:defRPr sz="2400" kern="1200">
        <a:solidFill>
          <a:schemeClr val="tx1"/>
        </a:solidFill>
        <a:latin typeface="Arial" charset="0"/>
        <a:ea typeface="MS PGothic" pitchFamily="34" charset="-128"/>
        <a:cs typeface="+mn-cs"/>
      </a:defRPr>
    </a:lvl7pPr>
    <a:lvl8pPr marL="3200400" algn="l" defTabSz="914400" rtl="0" eaLnBrk="1" latinLnBrk="0" hangingPunct="1">
      <a:defRPr sz="2400" kern="1200">
        <a:solidFill>
          <a:schemeClr val="tx1"/>
        </a:solidFill>
        <a:latin typeface="Arial" charset="0"/>
        <a:ea typeface="MS PGothic" pitchFamily="34" charset="-128"/>
        <a:cs typeface="+mn-cs"/>
      </a:defRPr>
    </a:lvl8pPr>
    <a:lvl9pPr marL="3657600" algn="l" defTabSz="914400" rtl="0" eaLnBrk="1" latinLnBrk="0" hangingPunct="1">
      <a:defRPr sz="2400" kern="1200">
        <a:solidFill>
          <a:schemeClr val="tx1"/>
        </a:solidFill>
        <a:latin typeface="Arial" charset="0"/>
        <a:ea typeface="MS PGothic"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224" userDrawn="1">
          <p15:clr>
            <a:srgbClr val="A4A3A4"/>
          </p15:clr>
        </p15:guide>
        <p15:guide id="2" pos="2236"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CC"/>
    <a:srgbClr val="FEFFFF"/>
    <a:srgbClr val="FFFFFF"/>
    <a:srgbClr val="F8FFFF"/>
    <a:srgbClr val="F9FFFF"/>
    <a:srgbClr val="FAFFFF"/>
    <a:srgbClr val="FBFFFF"/>
    <a:srgbClr val="FCFFFF"/>
    <a:srgbClr val="FD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505C540-8247-4C85-BF77-08FF95DD1DAE}" v="7" dt="2026-05-20T13:09:16.90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61" autoAdjust="0"/>
    <p:restoredTop sz="95089" autoAdjust="0"/>
  </p:normalViewPr>
  <p:slideViewPr>
    <p:cSldViewPr snapToGrid="0">
      <p:cViewPr varScale="1">
        <p:scale>
          <a:sx n="112" d="100"/>
          <a:sy n="112" d="100"/>
        </p:scale>
        <p:origin x="1616" y="68"/>
      </p:cViewPr>
      <p:guideLst>
        <p:guide orient="horz" pos="2160"/>
        <p:guide pos="2880"/>
      </p:guideLst>
    </p:cSldViewPr>
  </p:slideViewPr>
  <p:notesTextViewPr>
    <p:cViewPr>
      <p:scale>
        <a:sx n="3" d="2"/>
        <a:sy n="3" d="2"/>
      </p:scale>
      <p:origin x="0" y="0"/>
    </p:cViewPr>
  </p:notesTextViewPr>
  <p:sorterViewPr>
    <p:cViewPr varScale="1">
      <p:scale>
        <a:sx n="1" d="1"/>
        <a:sy n="1" d="1"/>
      </p:scale>
      <p:origin x="0" y="0"/>
    </p:cViewPr>
  </p:sorterViewPr>
  <p:notesViewPr>
    <p:cSldViewPr snapToGrid="0">
      <p:cViewPr varScale="1">
        <p:scale>
          <a:sx n="79" d="100"/>
          <a:sy n="79" d="100"/>
        </p:scale>
        <p:origin x="-2046" y="-96"/>
      </p:cViewPr>
      <p:guideLst>
        <p:guide orient="horz" pos="3224"/>
        <p:guide pos="2236"/>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customXml" Target="../customXml/item3.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presProps" Target="presProps.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103" Type="http://schemas.openxmlformats.org/officeDocument/2006/relationships/customXml" Target="../customXml/item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tags" Target="tags/tag1.xml"/><Relationship Id="rId99" Type="http://schemas.microsoft.com/office/2016/11/relationships/changesInfo" Target="changesInfos/changesInfo1.xml"/><Relationship Id="rId101" Type="http://schemas.openxmlformats.org/officeDocument/2006/relationships/customXml" Target="../customXml/item2.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theme" Target="theme/theme1.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notesMaster" Target="notesMasters/notesMaster1.xml"/><Relationship Id="rId2" Type="http://schemas.openxmlformats.org/officeDocument/2006/relationships/slideMaster" Target="slideMasters/slideMaster1.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microsoft.com/office/2015/10/relationships/revisionInfo" Target="revisionInfo.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handoutMaster" Target="handoutMasters/handoutMaster1.xml"/><Relationship Id="rId98" Type="http://schemas.openxmlformats.org/officeDocument/2006/relationships/tableStyles" Target="tableStyles.xml"/><Relationship Id="rId3"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rymonprez, Dries" userId="9ff74f8c-3ba3-46d3-aae9-51452790540f" providerId="ADAL" clId="{6B81F05E-42D0-4DB8-8241-B77203A5E7EE}"/>
    <pc:docChg chg="custSel addSld modSld sldOrd">
      <pc:chgData name="Grymonprez, Dries" userId="9ff74f8c-3ba3-46d3-aae9-51452790540f" providerId="ADAL" clId="{6B81F05E-42D0-4DB8-8241-B77203A5E7EE}" dt="2020-02-05T16:26:41.628" v="14"/>
      <pc:docMkLst>
        <pc:docMk/>
      </pc:docMkLst>
      <pc:sldChg chg="addSp delSp modSp add ord">
        <pc:chgData name="Grymonprez, Dries" userId="9ff74f8c-3ba3-46d3-aae9-51452790540f" providerId="ADAL" clId="{6B81F05E-42D0-4DB8-8241-B77203A5E7EE}" dt="2020-02-05T16:26:41.628" v="14"/>
        <pc:sldMkLst>
          <pc:docMk/>
          <pc:sldMk cId="1939368819" sldId="809"/>
        </pc:sldMkLst>
      </pc:sldChg>
    </pc:docChg>
  </pc:docChgLst>
  <pc:docChgLst>
    <pc:chgData name="Grymonprez, Dries" userId="9ff74f8c-3ba3-46d3-aae9-51452790540f" providerId="ADAL" clId="{7780EF1E-1205-4900-B511-E8B4916B9DC1}"/>
    <pc:docChg chg="modSld">
      <pc:chgData name="Grymonprez, Dries" userId="9ff74f8c-3ba3-46d3-aae9-51452790540f" providerId="ADAL" clId="{7780EF1E-1205-4900-B511-E8B4916B9DC1}" dt="2020-12-11T14:44:34.804" v="58" actId="20577"/>
      <pc:docMkLst>
        <pc:docMk/>
      </pc:docMkLst>
      <pc:sldChg chg="modSp">
        <pc:chgData name="Grymonprez, Dries" userId="9ff74f8c-3ba3-46d3-aae9-51452790540f" providerId="ADAL" clId="{7780EF1E-1205-4900-B511-E8B4916B9DC1}" dt="2020-12-11T14:44:34.804" v="58" actId="20577"/>
        <pc:sldMkLst>
          <pc:docMk/>
          <pc:sldMk cId="0" sldId="260"/>
        </pc:sldMkLst>
      </pc:sldChg>
    </pc:docChg>
  </pc:docChgLst>
  <pc:docChgLst>
    <pc:chgData name="Grymonprez, Dries" userId="9ff74f8c-3ba3-46d3-aae9-51452790540f" providerId="ADAL" clId="{3AB48762-0866-4D8B-B1B6-59967A7693EC}"/>
    <pc:docChg chg="custSel modSld modNotesMaster modHandout">
      <pc:chgData name="Grymonprez, Dries" userId="9ff74f8c-3ba3-46d3-aae9-51452790540f" providerId="ADAL" clId="{3AB48762-0866-4D8B-B1B6-59967A7693EC}" dt="2021-01-15T13:52:41.080" v="14" actId="27636"/>
      <pc:docMkLst>
        <pc:docMk/>
      </pc:docMkLst>
      <pc:sldChg chg="modNotes">
        <pc:chgData name="Grymonprez, Dries" userId="9ff74f8c-3ba3-46d3-aae9-51452790540f" providerId="ADAL" clId="{3AB48762-0866-4D8B-B1B6-59967A7693EC}" dt="2021-01-15T13:52:39.779" v="1" actId="27636"/>
        <pc:sldMkLst>
          <pc:docMk/>
          <pc:sldMk cId="0" sldId="262"/>
        </pc:sldMkLst>
      </pc:sldChg>
      <pc:sldChg chg="modNotes">
        <pc:chgData name="Grymonprez, Dries" userId="9ff74f8c-3ba3-46d3-aae9-51452790540f" providerId="ADAL" clId="{3AB48762-0866-4D8B-B1B6-59967A7693EC}" dt="2021-01-15T13:52:39.307" v="0"/>
        <pc:sldMkLst>
          <pc:docMk/>
          <pc:sldMk cId="0" sldId="273"/>
        </pc:sldMkLst>
      </pc:sldChg>
      <pc:sldChg chg="modNotes">
        <pc:chgData name="Grymonprez, Dries" userId="9ff74f8c-3ba3-46d3-aae9-51452790540f" providerId="ADAL" clId="{3AB48762-0866-4D8B-B1B6-59967A7693EC}" dt="2021-01-15T13:52:39.307" v="0"/>
        <pc:sldMkLst>
          <pc:docMk/>
          <pc:sldMk cId="0" sldId="274"/>
        </pc:sldMkLst>
      </pc:sldChg>
      <pc:sldChg chg="modNotes">
        <pc:chgData name="Grymonprez, Dries" userId="9ff74f8c-3ba3-46d3-aae9-51452790540f" providerId="ADAL" clId="{3AB48762-0866-4D8B-B1B6-59967A7693EC}" dt="2021-01-15T13:52:40.059" v="4" actId="27636"/>
        <pc:sldMkLst>
          <pc:docMk/>
          <pc:sldMk cId="3373420958" sldId="361"/>
        </pc:sldMkLst>
      </pc:sldChg>
      <pc:sldChg chg="modNotes">
        <pc:chgData name="Grymonprez, Dries" userId="9ff74f8c-3ba3-46d3-aae9-51452790540f" providerId="ADAL" clId="{3AB48762-0866-4D8B-B1B6-59967A7693EC}" dt="2021-01-15T13:52:39.307" v="0"/>
        <pc:sldMkLst>
          <pc:docMk/>
          <pc:sldMk cId="0" sldId="372"/>
        </pc:sldMkLst>
      </pc:sldChg>
      <pc:sldChg chg="modNotes">
        <pc:chgData name="Grymonprez, Dries" userId="9ff74f8c-3ba3-46d3-aae9-51452790540f" providerId="ADAL" clId="{3AB48762-0866-4D8B-B1B6-59967A7693EC}" dt="2021-01-15T13:52:39.307" v="0"/>
        <pc:sldMkLst>
          <pc:docMk/>
          <pc:sldMk cId="0" sldId="470"/>
        </pc:sldMkLst>
      </pc:sldChg>
      <pc:sldChg chg="modNotes">
        <pc:chgData name="Grymonprez, Dries" userId="9ff74f8c-3ba3-46d3-aae9-51452790540f" providerId="ADAL" clId="{3AB48762-0866-4D8B-B1B6-59967A7693EC}" dt="2021-01-15T13:52:39.307" v="0"/>
        <pc:sldMkLst>
          <pc:docMk/>
          <pc:sldMk cId="0" sldId="471"/>
        </pc:sldMkLst>
      </pc:sldChg>
      <pc:sldChg chg="modNotes">
        <pc:chgData name="Grymonprez, Dries" userId="9ff74f8c-3ba3-46d3-aae9-51452790540f" providerId="ADAL" clId="{3AB48762-0866-4D8B-B1B6-59967A7693EC}" dt="2021-01-15T13:52:39.307" v="0"/>
        <pc:sldMkLst>
          <pc:docMk/>
          <pc:sldMk cId="0" sldId="481"/>
        </pc:sldMkLst>
      </pc:sldChg>
      <pc:sldChg chg="modNotes">
        <pc:chgData name="Grymonprez, Dries" userId="9ff74f8c-3ba3-46d3-aae9-51452790540f" providerId="ADAL" clId="{3AB48762-0866-4D8B-B1B6-59967A7693EC}" dt="2021-01-15T13:52:39.307" v="0"/>
        <pc:sldMkLst>
          <pc:docMk/>
          <pc:sldMk cId="0" sldId="496"/>
        </pc:sldMkLst>
      </pc:sldChg>
      <pc:sldChg chg="modNotes">
        <pc:chgData name="Grymonprez, Dries" userId="9ff74f8c-3ba3-46d3-aae9-51452790540f" providerId="ADAL" clId="{3AB48762-0866-4D8B-B1B6-59967A7693EC}" dt="2021-01-15T13:52:39.307" v="0"/>
        <pc:sldMkLst>
          <pc:docMk/>
          <pc:sldMk cId="0" sldId="497"/>
        </pc:sldMkLst>
      </pc:sldChg>
      <pc:sldChg chg="modNotes">
        <pc:chgData name="Grymonprez, Dries" userId="9ff74f8c-3ba3-46d3-aae9-51452790540f" providerId="ADAL" clId="{3AB48762-0866-4D8B-B1B6-59967A7693EC}" dt="2021-01-15T13:52:39.307" v="0"/>
        <pc:sldMkLst>
          <pc:docMk/>
          <pc:sldMk cId="0" sldId="502"/>
        </pc:sldMkLst>
      </pc:sldChg>
      <pc:sldChg chg="modNotes">
        <pc:chgData name="Grymonprez, Dries" userId="9ff74f8c-3ba3-46d3-aae9-51452790540f" providerId="ADAL" clId="{3AB48762-0866-4D8B-B1B6-59967A7693EC}" dt="2021-01-15T13:52:39.307" v="0"/>
        <pc:sldMkLst>
          <pc:docMk/>
          <pc:sldMk cId="3249172379" sldId="804"/>
        </pc:sldMkLst>
      </pc:sldChg>
      <pc:sldChg chg="modNotes">
        <pc:chgData name="Grymonprez, Dries" userId="9ff74f8c-3ba3-46d3-aae9-51452790540f" providerId="ADAL" clId="{3AB48762-0866-4D8B-B1B6-59967A7693EC}" dt="2021-01-15T13:52:39.854" v="2" actId="27636"/>
        <pc:sldMkLst>
          <pc:docMk/>
          <pc:sldMk cId="2391588385" sldId="820"/>
        </pc:sldMkLst>
      </pc:sldChg>
      <pc:sldChg chg="modNotes">
        <pc:chgData name="Grymonprez, Dries" userId="9ff74f8c-3ba3-46d3-aae9-51452790540f" providerId="ADAL" clId="{3AB48762-0866-4D8B-B1B6-59967A7693EC}" dt="2021-01-15T13:52:40.007" v="3" actId="27636"/>
        <pc:sldMkLst>
          <pc:docMk/>
          <pc:sldMk cId="4029087489" sldId="821"/>
        </pc:sldMkLst>
      </pc:sldChg>
      <pc:sldChg chg="modNotes">
        <pc:chgData name="Grymonprez, Dries" userId="9ff74f8c-3ba3-46d3-aae9-51452790540f" providerId="ADAL" clId="{3AB48762-0866-4D8B-B1B6-59967A7693EC}" dt="2021-01-15T13:52:40.206" v="5" actId="27636"/>
        <pc:sldMkLst>
          <pc:docMk/>
          <pc:sldMk cId="225230203" sldId="822"/>
        </pc:sldMkLst>
      </pc:sldChg>
      <pc:sldChg chg="modNotes">
        <pc:chgData name="Grymonprez, Dries" userId="9ff74f8c-3ba3-46d3-aae9-51452790540f" providerId="ADAL" clId="{3AB48762-0866-4D8B-B1B6-59967A7693EC}" dt="2021-01-15T13:52:40.320" v="6" actId="27636"/>
        <pc:sldMkLst>
          <pc:docMk/>
          <pc:sldMk cId="2073499368" sldId="823"/>
        </pc:sldMkLst>
      </pc:sldChg>
      <pc:sldChg chg="modNotes">
        <pc:chgData name="Grymonprez, Dries" userId="9ff74f8c-3ba3-46d3-aae9-51452790540f" providerId="ADAL" clId="{3AB48762-0866-4D8B-B1B6-59967A7693EC}" dt="2021-01-15T13:52:40.403" v="7" actId="27636"/>
        <pc:sldMkLst>
          <pc:docMk/>
          <pc:sldMk cId="2358076416" sldId="824"/>
        </pc:sldMkLst>
      </pc:sldChg>
      <pc:sldChg chg="modNotes">
        <pc:chgData name="Grymonprez, Dries" userId="9ff74f8c-3ba3-46d3-aae9-51452790540f" providerId="ADAL" clId="{3AB48762-0866-4D8B-B1B6-59967A7693EC}" dt="2021-01-15T13:52:40.494" v="8" actId="27636"/>
        <pc:sldMkLst>
          <pc:docMk/>
          <pc:sldMk cId="225188729" sldId="825"/>
        </pc:sldMkLst>
      </pc:sldChg>
      <pc:sldChg chg="modNotes">
        <pc:chgData name="Grymonprez, Dries" userId="9ff74f8c-3ba3-46d3-aae9-51452790540f" providerId="ADAL" clId="{3AB48762-0866-4D8B-B1B6-59967A7693EC}" dt="2021-01-15T13:52:40.695" v="10" actId="27636"/>
        <pc:sldMkLst>
          <pc:docMk/>
          <pc:sldMk cId="1658598950" sldId="826"/>
        </pc:sldMkLst>
      </pc:sldChg>
      <pc:sldChg chg="modNotes">
        <pc:chgData name="Grymonprez, Dries" userId="9ff74f8c-3ba3-46d3-aae9-51452790540f" providerId="ADAL" clId="{3AB48762-0866-4D8B-B1B6-59967A7693EC}" dt="2021-01-15T13:52:41.080" v="14" actId="27636"/>
        <pc:sldMkLst>
          <pc:docMk/>
          <pc:sldMk cId="2971993784" sldId="827"/>
        </pc:sldMkLst>
      </pc:sldChg>
      <pc:sldChg chg="modNotes">
        <pc:chgData name="Grymonprez, Dries" userId="9ff74f8c-3ba3-46d3-aae9-51452790540f" providerId="ADAL" clId="{3AB48762-0866-4D8B-B1B6-59967A7693EC}" dt="2021-01-15T13:52:41.020" v="13" actId="27636"/>
        <pc:sldMkLst>
          <pc:docMk/>
          <pc:sldMk cId="2865137543" sldId="828"/>
        </pc:sldMkLst>
      </pc:sldChg>
      <pc:sldChg chg="modNotes">
        <pc:chgData name="Grymonprez, Dries" userId="9ff74f8c-3ba3-46d3-aae9-51452790540f" providerId="ADAL" clId="{3AB48762-0866-4D8B-B1B6-59967A7693EC}" dt="2021-01-15T13:52:40.952" v="12" actId="27636"/>
        <pc:sldMkLst>
          <pc:docMk/>
          <pc:sldMk cId="2745345471" sldId="829"/>
        </pc:sldMkLst>
      </pc:sldChg>
      <pc:sldChg chg="modNotes">
        <pc:chgData name="Grymonprez, Dries" userId="9ff74f8c-3ba3-46d3-aae9-51452790540f" providerId="ADAL" clId="{3AB48762-0866-4D8B-B1B6-59967A7693EC}" dt="2021-01-15T13:52:40.790" v="11" actId="27636"/>
        <pc:sldMkLst>
          <pc:docMk/>
          <pc:sldMk cId="1553141506" sldId="830"/>
        </pc:sldMkLst>
      </pc:sldChg>
      <pc:sldChg chg="modNotes">
        <pc:chgData name="Grymonprez, Dries" userId="9ff74f8c-3ba3-46d3-aae9-51452790540f" providerId="ADAL" clId="{3AB48762-0866-4D8B-B1B6-59967A7693EC}" dt="2021-01-15T13:52:40.627" v="9" actId="27636"/>
        <pc:sldMkLst>
          <pc:docMk/>
          <pc:sldMk cId="2079954841" sldId="831"/>
        </pc:sldMkLst>
      </pc:sldChg>
    </pc:docChg>
  </pc:docChgLst>
  <pc:docChgLst>
    <pc:chgData name="Grymonprez, Dries" userId="9ff74f8c-3ba3-46d3-aae9-51452790540f" providerId="ADAL" clId="{91594F90-BD1B-4B86-9B1F-0C44C2F7B1C0}"/>
    <pc:docChg chg="custSel modSld">
      <pc:chgData name="Grymonprez, Dries" userId="9ff74f8c-3ba3-46d3-aae9-51452790540f" providerId="ADAL" clId="{91594F90-BD1B-4B86-9B1F-0C44C2F7B1C0}" dt="2020-01-10T13:41:48.258" v="192" actId="113"/>
      <pc:docMkLst>
        <pc:docMk/>
      </pc:docMkLst>
      <pc:sldChg chg="modSp modNotesTx">
        <pc:chgData name="Grymonprez, Dries" userId="9ff74f8c-3ba3-46d3-aae9-51452790540f" providerId="ADAL" clId="{91594F90-BD1B-4B86-9B1F-0C44C2F7B1C0}" dt="2020-01-10T10:40:37.029" v="23" actId="20577"/>
        <pc:sldMkLst>
          <pc:docMk/>
          <pc:sldMk cId="0" sldId="261"/>
        </pc:sldMkLst>
      </pc:sldChg>
      <pc:sldChg chg="modSp">
        <pc:chgData name="Grymonprez, Dries" userId="9ff74f8c-3ba3-46d3-aae9-51452790540f" providerId="ADAL" clId="{91594F90-BD1B-4B86-9B1F-0C44C2F7B1C0}" dt="2020-01-10T13:25:33.372" v="171" actId="20577"/>
        <pc:sldMkLst>
          <pc:docMk/>
          <pc:sldMk cId="0" sldId="452"/>
        </pc:sldMkLst>
      </pc:sldChg>
      <pc:sldChg chg="modSp">
        <pc:chgData name="Grymonprez, Dries" userId="9ff74f8c-3ba3-46d3-aae9-51452790540f" providerId="ADAL" clId="{91594F90-BD1B-4B86-9B1F-0C44C2F7B1C0}" dt="2020-01-10T13:29:34.233" v="174" actId="20577"/>
        <pc:sldMkLst>
          <pc:docMk/>
          <pc:sldMk cId="0" sldId="500"/>
        </pc:sldMkLst>
      </pc:sldChg>
      <pc:sldChg chg="modSp">
        <pc:chgData name="Grymonprez, Dries" userId="9ff74f8c-3ba3-46d3-aae9-51452790540f" providerId="ADAL" clId="{91594F90-BD1B-4B86-9B1F-0C44C2F7B1C0}" dt="2020-01-10T13:36:43.707" v="191" actId="20577"/>
        <pc:sldMkLst>
          <pc:docMk/>
          <pc:sldMk cId="0" sldId="552"/>
        </pc:sldMkLst>
      </pc:sldChg>
      <pc:sldChg chg="modSp">
        <pc:chgData name="Grymonprez, Dries" userId="9ff74f8c-3ba3-46d3-aae9-51452790540f" providerId="ADAL" clId="{91594F90-BD1B-4B86-9B1F-0C44C2F7B1C0}" dt="2020-01-10T13:41:48.258" v="192" actId="113"/>
        <pc:sldMkLst>
          <pc:docMk/>
          <pc:sldMk cId="935351112" sldId="593"/>
        </pc:sldMkLst>
      </pc:sldChg>
      <pc:sldChg chg="modSp">
        <pc:chgData name="Grymonprez, Dries" userId="9ff74f8c-3ba3-46d3-aae9-51452790540f" providerId="ADAL" clId="{91594F90-BD1B-4B86-9B1F-0C44C2F7B1C0}" dt="2020-01-10T13:17:40.651" v="129" actId="5793"/>
        <pc:sldMkLst>
          <pc:docMk/>
          <pc:sldMk cId="3991991973" sldId="794"/>
        </pc:sldMkLst>
      </pc:sldChg>
      <pc:sldChg chg="modSp">
        <pc:chgData name="Grymonprez, Dries" userId="9ff74f8c-3ba3-46d3-aae9-51452790540f" providerId="ADAL" clId="{91594F90-BD1B-4B86-9B1F-0C44C2F7B1C0}" dt="2020-01-10T10:43:42.633" v="51" actId="20577"/>
        <pc:sldMkLst>
          <pc:docMk/>
          <pc:sldMk cId="3604438979" sldId="795"/>
        </pc:sldMkLst>
      </pc:sldChg>
    </pc:docChg>
  </pc:docChgLst>
  <pc:docChgLst>
    <pc:chgData name="Grymonprez, Dries" userId="9ff74f8c-3ba3-46d3-aae9-51452790540f" providerId="ADAL" clId="{A61BAE62-90DC-47A8-AFC2-F79D95C435F0}"/>
    <pc:docChg chg="undo custSel modSld">
      <pc:chgData name="Grymonprez, Dries" userId="9ff74f8c-3ba3-46d3-aae9-51452790540f" providerId="ADAL" clId="{A61BAE62-90DC-47A8-AFC2-F79D95C435F0}" dt="2026-05-20T13:15:53.350" v="46" actId="6549"/>
      <pc:docMkLst>
        <pc:docMk/>
      </pc:docMkLst>
      <pc:sldChg chg="modSp mod">
        <pc:chgData name="Grymonprez, Dries" userId="9ff74f8c-3ba3-46d3-aae9-51452790540f" providerId="ADAL" clId="{A61BAE62-90DC-47A8-AFC2-F79D95C435F0}" dt="2026-05-20T13:08:23.089" v="22"/>
        <pc:sldMkLst>
          <pc:docMk/>
          <pc:sldMk cId="0" sldId="260"/>
        </pc:sldMkLst>
        <pc:graphicFrameChg chg="mod">
          <ac:chgData name="Grymonprez, Dries" userId="9ff74f8c-3ba3-46d3-aae9-51452790540f" providerId="ADAL" clId="{A61BAE62-90DC-47A8-AFC2-F79D95C435F0}" dt="2026-05-20T13:08:23.089" v="22"/>
          <ac:graphicFrameMkLst>
            <pc:docMk/>
            <pc:sldMk cId="0" sldId="260"/>
            <ac:graphicFrameMk id="3" creationId="{7D67DE97-E5BD-CD19-A8A1-D816823B977B}"/>
          </ac:graphicFrameMkLst>
        </pc:graphicFrameChg>
      </pc:sldChg>
      <pc:sldChg chg="addSp modSp mod">
        <pc:chgData name="Grymonprez, Dries" userId="9ff74f8c-3ba3-46d3-aae9-51452790540f" providerId="ADAL" clId="{A61BAE62-90DC-47A8-AFC2-F79D95C435F0}" dt="2026-03-27T13:10:21.111" v="12" actId="1038"/>
        <pc:sldMkLst>
          <pc:docMk/>
          <pc:sldMk cId="0" sldId="299"/>
        </pc:sldMkLst>
      </pc:sldChg>
      <pc:sldChg chg="modSp mod">
        <pc:chgData name="Grymonprez, Dries" userId="9ff74f8c-3ba3-46d3-aae9-51452790540f" providerId="ADAL" clId="{A61BAE62-90DC-47A8-AFC2-F79D95C435F0}" dt="2026-05-20T13:08:22.924" v="18"/>
        <pc:sldMkLst>
          <pc:docMk/>
          <pc:sldMk cId="0" sldId="500"/>
        </pc:sldMkLst>
        <pc:graphicFrameChg chg="mod">
          <ac:chgData name="Grymonprez, Dries" userId="9ff74f8c-3ba3-46d3-aae9-51452790540f" providerId="ADAL" clId="{A61BAE62-90DC-47A8-AFC2-F79D95C435F0}" dt="2026-05-20T13:08:22.924" v="18"/>
          <ac:graphicFrameMkLst>
            <pc:docMk/>
            <pc:sldMk cId="0" sldId="500"/>
            <ac:graphicFrameMk id="6" creationId="{5F40CCEC-49A9-BD44-A99C-8908B119FEF2}"/>
          </ac:graphicFrameMkLst>
        </pc:graphicFrameChg>
      </pc:sldChg>
      <pc:sldChg chg="modNotes">
        <pc:chgData name="Grymonprez, Dries" userId="9ff74f8c-3ba3-46d3-aae9-51452790540f" providerId="ADAL" clId="{A61BAE62-90DC-47A8-AFC2-F79D95C435F0}" dt="2026-05-20T13:09:16.521" v="29"/>
        <pc:sldMkLst>
          <pc:docMk/>
          <pc:sldMk cId="0" sldId="502"/>
        </pc:sldMkLst>
      </pc:sldChg>
      <pc:sldChg chg="delSp modSp mod">
        <pc:chgData name="Grymonprez, Dries" userId="9ff74f8c-3ba3-46d3-aae9-51452790540f" providerId="ADAL" clId="{A61BAE62-90DC-47A8-AFC2-F79D95C435F0}" dt="2026-05-20T13:08:30.199" v="28" actId="478"/>
        <pc:sldMkLst>
          <pc:docMk/>
          <pc:sldMk cId="0" sldId="503"/>
        </pc:sldMkLst>
        <pc:spChg chg="del">
          <ac:chgData name="Grymonprez, Dries" userId="9ff74f8c-3ba3-46d3-aae9-51452790540f" providerId="ADAL" clId="{A61BAE62-90DC-47A8-AFC2-F79D95C435F0}" dt="2026-05-20T13:08:27.983" v="26" actId="478"/>
          <ac:spMkLst>
            <pc:docMk/>
            <pc:sldMk cId="0" sldId="503"/>
            <ac:spMk id="120" creationId="{00000000-0000-0000-0000-000000000000}"/>
          </ac:spMkLst>
        </pc:spChg>
        <pc:spChg chg="del">
          <ac:chgData name="Grymonprez, Dries" userId="9ff74f8c-3ba3-46d3-aae9-51452790540f" providerId="ADAL" clId="{A61BAE62-90DC-47A8-AFC2-F79D95C435F0}" dt="2026-05-20T13:08:27.983" v="26" actId="478"/>
          <ac:spMkLst>
            <pc:docMk/>
            <pc:sldMk cId="0" sldId="503"/>
            <ac:spMk id="121" creationId="{00000000-0000-0000-0000-000000000000}"/>
          </ac:spMkLst>
        </pc:spChg>
        <pc:spChg chg="del">
          <ac:chgData name="Grymonprez, Dries" userId="9ff74f8c-3ba3-46d3-aae9-51452790540f" providerId="ADAL" clId="{A61BAE62-90DC-47A8-AFC2-F79D95C435F0}" dt="2026-05-20T13:08:27.983" v="26" actId="478"/>
          <ac:spMkLst>
            <pc:docMk/>
            <pc:sldMk cId="0" sldId="503"/>
            <ac:spMk id="122" creationId="{00000000-0000-0000-0000-000000000000}"/>
          </ac:spMkLst>
        </pc:spChg>
        <pc:spChg chg="del">
          <ac:chgData name="Grymonprez, Dries" userId="9ff74f8c-3ba3-46d3-aae9-51452790540f" providerId="ADAL" clId="{A61BAE62-90DC-47A8-AFC2-F79D95C435F0}" dt="2026-05-20T13:08:27.983" v="26" actId="478"/>
          <ac:spMkLst>
            <pc:docMk/>
            <pc:sldMk cId="0" sldId="503"/>
            <ac:spMk id="127" creationId="{00000000-0000-0000-0000-000000000000}"/>
          </ac:spMkLst>
        </pc:spChg>
        <pc:spChg chg="del">
          <ac:chgData name="Grymonprez, Dries" userId="9ff74f8c-3ba3-46d3-aae9-51452790540f" providerId="ADAL" clId="{A61BAE62-90DC-47A8-AFC2-F79D95C435F0}" dt="2026-05-20T13:08:27.983" v="26" actId="478"/>
          <ac:spMkLst>
            <pc:docMk/>
            <pc:sldMk cId="0" sldId="503"/>
            <ac:spMk id="9222" creationId="{00000000-0000-0000-0000-000000000000}"/>
          </ac:spMkLst>
        </pc:spChg>
        <pc:spChg chg="del">
          <ac:chgData name="Grymonprez, Dries" userId="9ff74f8c-3ba3-46d3-aae9-51452790540f" providerId="ADAL" clId="{A61BAE62-90DC-47A8-AFC2-F79D95C435F0}" dt="2026-05-20T13:08:27.983" v="26" actId="478"/>
          <ac:spMkLst>
            <pc:docMk/>
            <pc:sldMk cId="0" sldId="503"/>
            <ac:spMk id="9229" creationId="{00000000-0000-0000-0000-000000000000}"/>
          </ac:spMkLst>
        </pc:spChg>
        <pc:spChg chg="del">
          <ac:chgData name="Grymonprez, Dries" userId="9ff74f8c-3ba3-46d3-aae9-51452790540f" providerId="ADAL" clId="{A61BAE62-90DC-47A8-AFC2-F79D95C435F0}" dt="2026-05-20T13:08:27.983" v="26" actId="478"/>
          <ac:spMkLst>
            <pc:docMk/>
            <pc:sldMk cId="0" sldId="503"/>
            <ac:spMk id="9230" creationId="{00000000-0000-0000-0000-000000000000}"/>
          </ac:spMkLst>
        </pc:spChg>
        <pc:spChg chg="del">
          <ac:chgData name="Grymonprez, Dries" userId="9ff74f8c-3ba3-46d3-aae9-51452790540f" providerId="ADAL" clId="{A61BAE62-90DC-47A8-AFC2-F79D95C435F0}" dt="2026-05-20T13:08:27.983" v="26" actId="478"/>
          <ac:spMkLst>
            <pc:docMk/>
            <pc:sldMk cId="0" sldId="503"/>
            <ac:spMk id="9231" creationId="{00000000-0000-0000-0000-000000000000}"/>
          </ac:spMkLst>
        </pc:spChg>
        <pc:spChg chg="del">
          <ac:chgData name="Grymonprez, Dries" userId="9ff74f8c-3ba3-46d3-aae9-51452790540f" providerId="ADAL" clId="{A61BAE62-90DC-47A8-AFC2-F79D95C435F0}" dt="2026-05-20T13:08:27.983" v="26" actId="478"/>
          <ac:spMkLst>
            <pc:docMk/>
            <pc:sldMk cId="0" sldId="503"/>
            <ac:spMk id="9232" creationId="{00000000-0000-0000-0000-000000000000}"/>
          </ac:spMkLst>
        </pc:spChg>
        <pc:graphicFrameChg chg="del mod">
          <ac:chgData name="Grymonprez, Dries" userId="9ff74f8c-3ba3-46d3-aae9-51452790540f" providerId="ADAL" clId="{A61BAE62-90DC-47A8-AFC2-F79D95C435F0}" dt="2026-05-20T13:08:27.983" v="26" actId="478"/>
          <ac:graphicFrameMkLst>
            <pc:docMk/>
            <pc:sldMk cId="0" sldId="503"/>
            <ac:graphicFrameMk id="9219" creationId="{00000000-0000-0000-0000-000000000000}"/>
          </ac:graphicFrameMkLst>
        </pc:graphicFrameChg>
        <pc:graphicFrameChg chg="del mod">
          <ac:chgData name="Grymonprez, Dries" userId="9ff74f8c-3ba3-46d3-aae9-51452790540f" providerId="ADAL" clId="{A61BAE62-90DC-47A8-AFC2-F79D95C435F0}" dt="2026-05-20T13:08:30.199" v="28" actId="478"/>
          <ac:graphicFrameMkLst>
            <pc:docMk/>
            <pc:sldMk cId="0" sldId="503"/>
            <ac:graphicFrameMk id="9220" creationId="{00000000-0000-0000-0000-000000000000}"/>
          </ac:graphicFrameMkLst>
        </pc:graphicFrameChg>
      </pc:sldChg>
      <pc:sldChg chg="modSp mod">
        <pc:chgData name="Grymonprez, Dries" userId="9ff74f8c-3ba3-46d3-aae9-51452790540f" providerId="ADAL" clId="{A61BAE62-90DC-47A8-AFC2-F79D95C435F0}" dt="2026-05-20T13:08:22.952" v="20"/>
        <pc:sldMkLst>
          <pc:docMk/>
          <pc:sldMk cId="0" sldId="510"/>
        </pc:sldMkLst>
        <pc:graphicFrameChg chg="mod">
          <ac:chgData name="Grymonprez, Dries" userId="9ff74f8c-3ba3-46d3-aae9-51452790540f" providerId="ADAL" clId="{A61BAE62-90DC-47A8-AFC2-F79D95C435F0}" dt="2026-05-20T13:08:22.952" v="20"/>
          <ac:graphicFrameMkLst>
            <pc:docMk/>
            <pc:sldMk cId="0" sldId="510"/>
            <ac:graphicFrameMk id="12290" creationId="{00000000-0000-0000-0000-000000000000}"/>
          </ac:graphicFrameMkLst>
        </pc:graphicFrameChg>
      </pc:sldChg>
      <pc:sldChg chg="modSp mod">
        <pc:chgData name="Grymonprez, Dries" userId="9ff74f8c-3ba3-46d3-aae9-51452790540f" providerId="ADAL" clId="{A61BAE62-90DC-47A8-AFC2-F79D95C435F0}" dt="2026-03-27T13:09:35.972" v="5" actId="14100"/>
        <pc:sldMkLst>
          <pc:docMk/>
          <pc:sldMk cId="3690652388" sldId="584"/>
        </pc:sldMkLst>
      </pc:sldChg>
      <pc:sldChg chg="modSp mod">
        <pc:chgData name="Grymonprez, Dries" userId="9ff74f8c-3ba3-46d3-aae9-51452790540f" providerId="ADAL" clId="{A61BAE62-90DC-47A8-AFC2-F79D95C435F0}" dt="2026-05-20T13:15:53.350" v="46" actId="6549"/>
        <pc:sldMkLst>
          <pc:docMk/>
          <pc:sldMk cId="935351112" sldId="593"/>
        </pc:sldMkLst>
        <pc:spChg chg="mod">
          <ac:chgData name="Grymonprez, Dries" userId="9ff74f8c-3ba3-46d3-aae9-51452790540f" providerId="ADAL" clId="{A61BAE62-90DC-47A8-AFC2-F79D95C435F0}" dt="2026-05-20T13:15:53.350" v="46" actId="6549"/>
          <ac:spMkLst>
            <pc:docMk/>
            <pc:sldMk cId="935351112" sldId="593"/>
            <ac:spMk id="31747" creationId="{00000000-0000-0000-0000-000000000000}"/>
          </ac:spMkLst>
        </pc:spChg>
      </pc:sldChg>
      <pc:sldChg chg="modSp mod">
        <pc:chgData name="Grymonprez, Dries" userId="9ff74f8c-3ba3-46d3-aae9-51452790540f" providerId="ADAL" clId="{A61BAE62-90DC-47A8-AFC2-F79D95C435F0}" dt="2026-05-20T13:08:23.145" v="24"/>
        <pc:sldMkLst>
          <pc:docMk/>
          <pc:sldMk cId="3898903726" sldId="806"/>
        </pc:sldMkLst>
        <pc:graphicFrameChg chg="mod">
          <ac:chgData name="Grymonprez, Dries" userId="9ff74f8c-3ba3-46d3-aae9-51452790540f" providerId="ADAL" clId="{A61BAE62-90DC-47A8-AFC2-F79D95C435F0}" dt="2026-05-20T13:08:23.145" v="24"/>
          <ac:graphicFrameMkLst>
            <pc:docMk/>
            <pc:sldMk cId="3898903726" sldId="806"/>
            <ac:graphicFrameMk id="2" creationId="{00000000-0000-0000-0000-000000000000}"/>
          </ac:graphicFrameMkLst>
        </pc:graphicFrameChg>
      </pc:sldChg>
      <pc:sldChg chg="modSp mod">
        <pc:chgData name="Grymonprez, Dries" userId="9ff74f8c-3ba3-46d3-aae9-51452790540f" providerId="ADAL" clId="{A61BAE62-90DC-47A8-AFC2-F79D95C435F0}" dt="2026-05-20T13:08:22.573" v="16"/>
        <pc:sldMkLst>
          <pc:docMk/>
          <pc:sldMk cId="4047526596" sldId="845"/>
        </pc:sldMkLst>
        <pc:graphicFrameChg chg="mod">
          <ac:chgData name="Grymonprez, Dries" userId="9ff74f8c-3ba3-46d3-aae9-51452790540f" providerId="ADAL" clId="{A61BAE62-90DC-47A8-AFC2-F79D95C435F0}" dt="2026-05-20T13:08:22.573" v="16"/>
          <ac:graphicFrameMkLst>
            <pc:docMk/>
            <pc:sldMk cId="4047526596" sldId="845"/>
            <ac:graphicFrameMk id="6" creationId="{C6E34853-0BC5-518E-85EC-45DA5B6BFCD0}"/>
          </ac:graphicFrameMkLst>
        </pc:graphicFrameChg>
      </pc:sldChg>
    </pc:docChg>
  </pc:docChgLst>
  <pc:docChgLst>
    <pc:chgData name="Grymonprez, Dries" userId="9ff74f8c-3ba3-46d3-aae9-51452790540f" providerId="ADAL" clId="{054EC8BC-0EA5-4670-8095-3C14250BDC29}"/>
    <pc:docChg chg="undo custSel addSld delSld modSld">
      <pc:chgData name="Grymonprez, Dries" userId="9ff74f8c-3ba3-46d3-aae9-51452790540f" providerId="ADAL" clId="{054EC8BC-0EA5-4670-8095-3C14250BDC29}" dt="2023-01-24T10:30:20.168" v="1640" actId="20577"/>
      <pc:docMkLst>
        <pc:docMk/>
      </pc:docMkLst>
      <pc:sldChg chg="modSp mod modNotesTx">
        <pc:chgData name="Grymonprez, Dries" userId="9ff74f8c-3ba3-46d3-aae9-51452790540f" providerId="ADAL" clId="{054EC8BC-0EA5-4670-8095-3C14250BDC29}" dt="2023-01-24T07:55:41.638" v="878" actId="20577"/>
        <pc:sldMkLst>
          <pc:docMk/>
          <pc:sldMk cId="0" sldId="260"/>
        </pc:sldMkLst>
      </pc:sldChg>
      <pc:sldChg chg="modSp mod modNotesTx">
        <pc:chgData name="Grymonprez, Dries" userId="9ff74f8c-3ba3-46d3-aae9-51452790540f" providerId="ADAL" clId="{054EC8BC-0EA5-4670-8095-3C14250BDC29}" dt="2023-01-24T07:54:52.242" v="764" actId="20577"/>
        <pc:sldMkLst>
          <pc:docMk/>
          <pc:sldMk cId="0" sldId="261"/>
        </pc:sldMkLst>
      </pc:sldChg>
      <pc:sldChg chg="addSp delSp modSp mod">
        <pc:chgData name="Grymonprez, Dries" userId="9ff74f8c-3ba3-46d3-aae9-51452790540f" providerId="ADAL" clId="{054EC8BC-0EA5-4670-8095-3C14250BDC29}" dt="2023-01-07T06:31:29.865" v="123" actId="478"/>
        <pc:sldMkLst>
          <pc:docMk/>
          <pc:sldMk cId="0" sldId="262"/>
        </pc:sldMkLst>
      </pc:sldChg>
      <pc:sldChg chg="modNotesTx">
        <pc:chgData name="Grymonprez, Dries" userId="9ff74f8c-3ba3-46d3-aae9-51452790540f" providerId="ADAL" clId="{054EC8BC-0EA5-4670-8095-3C14250BDC29}" dt="2023-01-24T07:59:27.338" v="1020" actId="20577"/>
        <pc:sldMkLst>
          <pc:docMk/>
          <pc:sldMk cId="0" sldId="265"/>
        </pc:sldMkLst>
      </pc:sldChg>
      <pc:sldChg chg="modSp mod">
        <pc:chgData name="Grymonprez, Dries" userId="9ff74f8c-3ba3-46d3-aae9-51452790540f" providerId="ADAL" clId="{054EC8BC-0EA5-4670-8095-3C14250BDC29}" dt="2023-01-24T07:59:47.453" v="1026" actId="20577"/>
        <pc:sldMkLst>
          <pc:docMk/>
          <pc:sldMk cId="0" sldId="266"/>
        </pc:sldMkLst>
      </pc:sldChg>
      <pc:sldChg chg="modNotesTx">
        <pc:chgData name="Grymonprez, Dries" userId="9ff74f8c-3ba3-46d3-aae9-51452790540f" providerId="ADAL" clId="{054EC8BC-0EA5-4670-8095-3C14250BDC29}" dt="2023-01-11T15:37:09.840" v="616" actId="20577"/>
        <pc:sldMkLst>
          <pc:docMk/>
          <pc:sldMk cId="2760067020" sldId="346"/>
        </pc:sldMkLst>
      </pc:sldChg>
      <pc:sldChg chg="modNotesTx">
        <pc:chgData name="Grymonprez, Dries" userId="9ff74f8c-3ba3-46d3-aae9-51452790540f" providerId="ADAL" clId="{054EC8BC-0EA5-4670-8095-3C14250BDC29}" dt="2023-01-24T08:12:41.628" v="1269" actId="20577"/>
        <pc:sldMkLst>
          <pc:docMk/>
          <pc:sldMk cId="0" sldId="397"/>
        </pc:sldMkLst>
      </pc:sldChg>
      <pc:sldChg chg="modSp mod">
        <pc:chgData name="Grymonprez, Dries" userId="9ff74f8c-3ba3-46d3-aae9-51452790540f" providerId="ADAL" clId="{054EC8BC-0EA5-4670-8095-3C14250BDC29}" dt="2023-01-11T15:53:23.355" v="623" actId="20577"/>
        <pc:sldMkLst>
          <pc:docMk/>
          <pc:sldMk cId="0" sldId="398"/>
        </pc:sldMkLst>
      </pc:sldChg>
      <pc:sldChg chg="modSp mod">
        <pc:chgData name="Grymonprez, Dries" userId="9ff74f8c-3ba3-46d3-aae9-51452790540f" providerId="ADAL" clId="{054EC8BC-0EA5-4670-8095-3C14250BDC29}" dt="2023-01-24T09:50:52.883" v="1303" actId="20577"/>
        <pc:sldMkLst>
          <pc:docMk/>
          <pc:sldMk cId="422667507" sldId="459"/>
        </pc:sldMkLst>
      </pc:sldChg>
      <pc:sldChg chg="modNotesTx">
        <pc:chgData name="Grymonprez, Dries" userId="9ff74f8c-3ba3-46d3-aae9-51452790540f" providerId="ADAL" clId="{054EC8BC-0EA5-4670-8095-3C14250BDC29}" dt="2023-01-24T07:53:06.621" v="725" actId="20577"/>
        <pc:sldMkLst>
          <pc:docMk/>
          <pc:sldMk cId="0" sldId="505"/>
        </pc:sldMkLst>
      </pc:sldChg>
      <pc:sldChg chg="modSp mod">
        <pc:chgData name="Grymonprez, Dries" userId="9ff74f8c-3ba3-46d3-aae9-51452790540f" providerId="ADAL" clId="{054EC8BC-0EA5-4670-8095-3C14250BDC29}" dt="2023-01-24T09:56:59.709" v="1311" actId="20577"/>
        <pc:sldMkLst>
          <pc:docMk/>
          <pc:sldMk cId="4216789065" sldId="519"/>
        </pc:sldMkLst>
      </pc:sldChg>
      <pc:sldChg chg="modSp mod">
        <pc:chgData name="Grymonprez, Dries" userId="9ff74f8c-3ba3-46d3-aae9-51452790540f" providerId="ADAL" clId="{054EC8BC-0EA5-4670-8095-3C14250BDC29}" dt="2023-01-24T10:01:23.985" v="1456" actId="20577"/>
        <pc:sldMkLst>
          <pc:docMk/>
          <pc:sldMk cId="1871435867" sldId="544"/>
        </pc:sldMkLst>
      </pc:sldChg>
      <pc:sldChg chg="modSp mod">
        <pc:chgData name="Grymonprez, Dries" userId="9ff74f8c-3ba3-46d3-aae9-51452790540f" providerId="ADAL" clId="{054EC8BC-0EA5-4670-8095-3C14250BDC29}" dt="2023-01-24T10:03:24.498" v="1557" actId="20577"/>
        <pc:sldMkLst>
          <pc:docMk/>
          <pc:sldMk cId="0" sldId="552"/>
        </pc:sldMkLst>
      </pc:sldChg>
      <pc:sldChg chg="modSp mod">
        <pc:chgData name="Grymonprez, Dries" userId="9ff74f8c-3ba3-46d3-aae9-51452790540f" providerId="ADAL" clId="{054EC8BC-0EA5-4670-8095-3C14250BDC29}" dt="2023-01-24T10:29:20.202" v="1624" actId="20577"/>
        <pc:sldMkLst>
          <pc:docMk/>
          <pc:sldMk cId="306358986" sldId="674"/>
        </pc:sldMkLst>
      </pc:sldChg>
      <pc:sldChg chg="modSp mod">
        <pc:chgData name="Grymonprez, Dries" userId="9ff74f8c-3ba3-46d3-aae9-51452790540f" providerId="ADAL" clId="{054EC8BC-0EA5-4670-8095-3C14250BDC29}" dt="2023-01-24T10:30:20.168" v="1640" actId="20577"/>
        <pc:sldMkLst>
          <pc:docMk/>
          <pc:sldMk cId="3394410949" sldId="681"/>
        </pc:sldMkLst>
      </pc:sldChg>
      <pc:sldChg chg="modSp mod">
        <pc:chgData name="Grymonprez, Dries" userId="9ff74f8c-3ba3-46d3-aae9-51452790540f" providerId="ADAL" clId="{054EC8BC-0EA5-4670-8095-3C14250BDC29}" dt="2023-01-24T08:20:14.120" v="1301" actId="20577"/>
        <pc:sldMkLst>
          <pc:docMk/>
          <pc:sldMk cId="0" sldId="719"/>
        </pc:sldMkLst>
      </pc:sldChg>
      <pc:sldChg chg="modSp mod">
        <pc:chgData name="Grymonprez, Dries" userId="9ff74f8c-3ba3-46d3-aae9-51452790540f" providerId="ADAL" clId="{054EC8BC-0EA5-4670-8095-3C14250BDC29}" dt="2023-01-24T10:27:41.439" v="1608" actId="20577"/>
        <pc:sldMkLst>
          <pc:docMk/>
          <pc:sldMk cId="0" sldId="755"/>
        </pc:sldMkLst>
      </pc:sldChg>
      <pc:sldChg chg="addSp modSp mod">
        <pc:chgData name="Grymonprez, Dries" userId="9ff74f8c-3ba3-46d3-aae9-51452790540f" providerId="ADAL" clId="{054EC8BC-0EA5-4670-8095-3C14250BDC29}" dt="2023-01-24T10:27:07.621" v="1578" actId="20577"/>
        <pc:sldMkLst>
          <pc:docMk/>
          <pc:sldMk cId="2511798706" sldId="761"/>
        </pc:sldMkLst>
      </pc:sldChg>
      <pc:sldChg chg="modSp mod">
        <pc:chgData name="Grymonprez, Dries" userId="9ff74f8c-3ba3-46d3-aae9-51452790540f" providerId="ADAL" clId="{054EC8BC-0EA5-4670-8095-3C14250BDC29}" dt="2023-01-24T10:28:10.277" v="1622" actId="20577"/>
        <pc:sldMkLst>
          <pc:docMk/>
          <pc:sldMk cId="669022111" sldId="768"/>
        </pc:sldMkLst>
      </pc:sldChg>
      <pc:sldChg chg="modNotesTx">
        <pc:chgData name="Grymonprez, Dries" userId="9ff74f8c-3ba3-46d3-aae9-51452790540f" providerId="ADAL" clId="{054EC8BC-0EA5-4670-8095-3C14250BDC29}" dt="2023-01-11T15:33:03.025" v="615" actId="20577"/>
        <pc:sldMkLst>
          <pc:docMk/>
          <pc:sldMk cId="0" sldId="777"/>
        </pc:sldMkLst>
      </pc:sldChg>
      <pc:sldChg chg="modSp mod">
        <pc:chgData name="Grymonprez, Dries" userId="9ff74f8c-3ba3-46d3-aae9-51452790540f" providerId="ADAL" clId="{054EC8BC-0EA5-4670-8095-3C14250BDC29}" dt="2023-01-24T07:57:31.342" v="975" actId="20577"/>
        <pc:sldMkLst>
          <pc:docMk/>
          <pc:sldMk cId="3209177810" sldId="793"/>
        </pc:sldMkLst>
      </pc:sldChg>
      <pc:sldChg chg="modSp mod">
        <pc:chgData name="Grymonprez, Dries" userId="9ff74f8c-3ba3-46d3-aae9-51452790540f" providerId="ADAL" clId="{054EC8BC-0EA5-4670-8095-3C14250BDC29}" dt="2023-01-24T07:58:06.171" v="981" actId="20577"/>
        <pc:sldMkLst>
          <pc:docMk/>
          <pc:sldMk cId="3604438979" sldId="795"/>
        </pc:sldMkLst>
      </pc:sldChg>
      <pc:sldChg chg="modNotesTx">
        <pc:chgData name="Grymonprez, Dries" userId="9ff74f8c-3ba3-46d3-aae9-51452790540f" providerId="ADAL" clId="{054EC8BC-0EA5-4670-8095-3C14250BDC29}" dt="2023-01-24T08:18:05.633" v="1270" actId="6549"/>
        <pc:sldMkLst>
          <pc:docMk/>
          <pc:sldMk cId="2124599713" sldId="796"/>
        </pc:sldMkLst>
      </pc:sldChg>
      <pc:sldChg chg="addSp delSp modSp mod">
        <pc:chgData name="Grymonprez, Dries" userId="9ff74f8c-3ba3-46d3-aae9-51452790540f" providerId="ADAL" clId="{054EC8BC-0EA5-4670-8095-3C14250BDC29}" dt="2023-01-11T15:44:21.628" v="621" actId="20577"/>
        <pc:sldMkLst>
          <pc:docMk/>
          <pc:sldMk cId="1213530810" sldId="797"/>
        </pc:sldMkLst>
      </pc:sldChg>
      <pc:sldChg chg="del">
        <pc:chgData name="Grymonprez, Dries" userId="9ff74f8c-3ba3-46d3-aae9-51452790540f" providerId="ADAL" clId="{054EC8BC-0EA5-4670-8095-3C14250BDC29}" dt="2023-01-07T06:32:04.863" v="126" actId="47"/>
        <pc:sldMkLst>
          <pc:docMk/>
          <pc:sldMk cId="2391588385" sldId="820"/>
        </pc:sldMkLst>
      </pc:sldChg>
      <pc:sldChg chg="del">
        <pc:chgData name="Grymonprez, Dries" userId="9ff74f8c-3ba3-46d3-aae9-51452790540f" providerId="ADAL" clId="{054EC8BC-0EA5-4670-8095-3C14250BDC29}" dt="2023-01-07T06:32:18.962" v="129" actId="47"/>
        <pc:sldMkLst>
          <pc:docMk/>
          <pc:sldMk cId="4029087489" sldId="821"/>
        </pc:sldMkLst>
      </pc:sldChg>
      <pc:sldChg chg="del">
        <pc:chgData name="Grymonprez, Dries" userId="9ff74f8c-3ba3-46d3-aae9-51452790540f" providerId="ADAL" clId="{054EC8BC-0EA5-4670-8095-3C14250BDC29}" dt="2023-01-07T06:32:26.191" v="131" actId="47"/>
        <pc:sldMkLst>
          <pc:docMk/>
          <pc:sldMk cId="225230203" sldId="822"/>
        </pc:sldMkLst>
      </pc:sldChg>
      <pc:sldChg chg="del">
        <pc:chgData name="Grymonprez, Dries" userId="9ff74f8c-3ba3-46d3-aae9-51452790540f" providerId="ADAL" clId="{054EC8BC-0EA5-4670-8095-3C14250BDC29}" dt="2023-01-07T06:32:40.735" v="135" actId="47"/>
        <pc:sldMkLst>
          <pc:docMk/>
          <pc:sldMk cId="2073499368" sldId="823"/>
        </pc:sldMkLst>
      </pc:sldChg>
      <pc:sldChg chg="del">
        <pc:chgData name="Grymonprez, Dries" userId="9ff74f8c-3ba3-46d3-aae9-51452790540f" providerId="ADAL" clId="{054EC8BC-0EA5-4670-8095-3C14250BDC29}" dt="2023-01-07T06:32:50.449" v="138" actId="47"/>
        <pc:sldMkLst>
          <pc:docMk/>
          <pc:sldMk cId="2358076416" sldId="824"/>
        </pc:sldMkLst>
      </pc:sldChg>
      <pc:sldChg chg="del">
        <pc:chgData name="Grymonprez, Dries" userId="9ff74f8c-3ba3-46d3-aae9-51452790540f" providerId="ADAL" clId="{054EC8BC-0EA5-4670-8095-3C14250BDC29}" dt="2023-01-07T06:33:01.312" v="141" actId="47"/>
        <pc:sldMkLst>
          <pc:docMk/>
          <pc:sldMk cId="225188729" sldId="825"/>
        </pc:sldMkLst>
      </pc:sldChg>
      <pc:sldChg chg="del">
        <pc:chgData name="Grymonprez, Dries" userId="9ff74f8c-3ba3-46d3-aae9-51452790540f" providerId="ADAL" clId="{054EC8BC-0EA5-4670-8095-3C14250BDC29}" dt="2023-01-07T06:33:25.057" v="147" actId="47"/>
        <pc:sldMkLst>
          <pc:docMk/>
          <pc:sldMk cId="1658598950" sldId="826"/>
        </pc:sldMkLst>
      </pc:sldChg>
      <pc:sldChg chg="del">
        <pc:chgData name="Grymonprez, Dries" userId="9ff74f8c-3ba3-46d3-aae9-51452790540f" providerId="ADAL" clId="{054EC8BC-0EA5-4670-8095-3C14250BDC29}" dt="2023-01-07T06:34:02.866" v="159" actId="47"/>
        <pc:sldMkLst>
          <pc:docMk/>
          <pc:sldMk cId="2971993784" sldId="827"/>
        </pc:sldMkLst>
      </pc:sldChg>
      <pc:sldChg chg="del">
        <pc:chgData name="Grymonprez, Dries" userId="9ff74f8c-3ba3-46d3-aae9-51452790540f" providerId="ADAL" clId="{054EC8BC-0EA5-4670-8095-3C14250BDC29}" dt="2023-01-07T06:33:53.996" v="156" actId="47"/>
        <pc:sldMkLst>
          <pc:docMk/>
          <pc:sldMk cId="2865137543" sldId="828"/>
        </pc:sldMkLst>
      </pc:sldChg>
      <pc:sldChg chg="del">
        <pc:chgData name="Grymonprez, Dries" userId="9ff74f8c-3ba3-46d3-aae9-51452790540f" providerId="ADAL" clId="{054EC8BC-0EA5-4670-8095-3C14250BDC29}" dt="2023-01-07T06:33:44.005" v="153" actId="47"/>
        <pc:sldMkLst>
          <pc:docMk/>
          <pc:sldMk cId="2745345471" sldId="829"/>
        </pc:sldMkLst>
      </pc:sldChg>
      <pc:sldChg chg="del">
        <pc:chgData name="Grymonprez, Dries" userId="9ff74f8c-3ba3-46d3-aae9-51452790540f" providerId="ADAL" clId="{054EC8BC-0EA5-4670-8095-3C14250BDC29}" dt="2023-01-07T06:33:31.442" v="149" actId="47"/>
        <pc:sldMkLst>
          <pc:docMk/>
          <pc:sldMk cId="1553141506" sldId="830"/>
        </pc:sldMkLst>
      </pc:sldChg>
      <pc:sldChg chg="del">
        <pc:chgData name="Grymonprez, Dries" userId="9ff74f8c-3ba3-46d3-aae9-51452790540f" providerId="ADAL" clId="{054EC8BC-0EA5-4670-8095-3C14250BDC29}" dt="2023-01-07T06:33:14.410" v="144" actId="47"/>
        <pc:sldMkLst>
          <pc:docMk/>
          <pc:sldMk cId="2079954841" sldId="831"/>
        </pc:sldMkLst>
      </pc:sldChg>
      <pc:sldChg chg="modSp mod">
        <pc:chgData name="Grymonprez, Dries" userId="9ff74f8c-3ba3-46d3-aae9-51452790540f" providerId="ADAL" clId="{054EC8BC-0EA5-4670-8095-3C14250BDC29}" dt="2023-01-11T15:26:12.573" v="563" actId="20577"/>
        <pc:sldMkLst>
          <pc:docMk/>
          <pc:sldMk cId="1945702904" sldId="833"/>
        </pc:sldMkLst>
      </pc:sldChg>
      <pc:sldChg chg="modSp mod">
        <pc:chgData name="Grymonprez, Dries" userId="9ff74f8c-3ba3-46d3-aae9-51452790540f" providerId="ADAL" clId="{054EC8BC-0EA5-4670-8095-3C14250BDC29}" dt="2023-01-11T15:26:55.054" v="586" actId="20577"/>
        <pc:sldMkLst>
          <pc:docMk/>
          <pc:sldMk cId="1851150584" sldId="834"/>
        </pc:sldMkLst>
      </pc:sldChg>
      <pc:sldChg chg="modSp add mod">
        <pc:chgData name="Grymonprez, Dries" userId="9ff74f8c-3ba3-46d3-aae9-51452790540f" providerId="ADAL" clId="{054EC8BC-0EA5-4670-8095-3C14250BDC29}" dt="2023-01-07T06:31:59.616" v="125" actId="207"/>
        <pc:sldMkLst>
          <pc:docMk/>
          <pc:sldMk cId="1439811171" sldId="835"/>
        </pc:sldMkLst>
      </pc:sldChg>
      <pc:sldChg chg="modSp add mod">
        <pc:chgData name="Grymonprez, Dries" userId="9ff74f8c-3ba3-46d3-aae9-51452790540f" providerId="ADAL" clId="{054EC8BC-0EA5-4670-8095-3C14250BDC29}" dt="2023-01-07T06:32:15.020" v="128" actId="207"/>
        <pc:sldMkLst>
          <pc:docMk/>
          <pc:sldMk cId="3586311192" sldId="836"/>
        </pc:sldMkLst>
      </pc:sldChg>
      <pc:sldChg chg="modSp add mod">
        <pc:chgData name="Grymonprez, Dries" userId="9ff74f8c-3ba3-46d3-aae9-51452790540f" providerId="ADAL" clId="{054EC8BC-0EA5-4670-8095-3C14250BDC29}" dt="2023-01-07T06:32:30.589" v="132" actId="207"/>
        <pc:sldMkLst>
          <pc:docMk/>
          <pc:sldMk cId="689749823" sldId="837"/>
        </pc:sldMkLst>
      </pc:sldChg>
      <pc:sldChg chg="modSp add mod">
        <pc:chgData name="Grymonprez, Dries" userId="9ff74f8c-3ba3-46d3-aae9-51452790540f" providerId="ADAL" clId="{054EC8BC-0EA5-4670-8095-3C14250BDC29}" dt="2023-01-07T06:32:38.379" v="134" actId="207"/>
        <pc:sldMkLst>
          <pc:docMk/>
          <pc:sldMk cId="3957740650" sldId="838"/>
        </pc:sldMkLst>
      </pc:sldChg>
      <pc:sldChg chg="modSp add mod">
        <pc:chgData name="Grymonprez, Dries" userId="9ff74f8c-3ba3-46d3-aae9-51452790540f" providerId="ADAL" clId="{054EC8BC-0EA5-4670-8095-3C14250BDC29}" dt="2023-01-07T06:32:48.098" v="137" actId="207"/>
        <pc:sldMkLst>
          <pc:docMk/>
          <pc:sldMk cId="547264977" sldId="839"/>
        </pc:sldMkLst>
      </pc:sldChg>
      <pc:sldChg chg="modSp add mod">
        <pc:chgData name="Grymonprez, Dries" userId="9ff74f8c-3ba3-46d3-aae9-51452790540f" providerId="ADAL" clId="{054EC8BC-0EA5-4670-8095-3C14250BDC29}" dt="2023-01-07T06:32:58.772" v="140" actId="207"/>
        <pc:sldMkLst>
          <pc:docMk/>
          <pc:sldMk cId="196851966" sldId="840"/>
        </pc:sldMkLst>
      </pc:sldChg>
      <pc:sldChg chg="modSp add mod">
        <pc:chgData name="Grymonprez, Dries" userId="9ff74f8c-3ba3-46d3-aae9-51452790540f" providerId="ADAL" clId="{054EC8BC-0EA5-4670-8095-3C14250BDC29}" dt="2023-01-07T06:33:12.743" v="143" actId="207"/>
        <pc:sldMkLst>
          <pc:docMk/>
          <pc:sldMk cId="2450900743" sldId="841"/>
        </pc:sldMkLst>
      </pc:sldChg>
      <pc:sldChg chg="modSp add mod">
        <pc:chgData name="Grymonprez, Dries" userId="9ff74f8c-3ba3-46d3-aae9-51452790540f" providerId="ADAL" clId="{054EC8BC-0EA5-4670-8095-3C14250BDC29}" dt="2023-01-07T06:33:23.479" v="146" actId="207"/>
        <pc:sldMkLst>
          <pc:docMk/>
          <pc:sldMk cId="11064704" sldId="842"/>
        </pc:sldMkLst>
      </pc:sldChg>
      <pc:sldChg chg="modSp add mod">
        <pc:chgData name="Grymonprez, Dries" userId="9ff74f8c-3ba3-46d3-aae9-51452790540f" providerId="ADAL" clId="{054EC8BC-0EA5-4670-8095-3C14250BDC29}" dt="2023-01-07T06:33:35.995" v="150" actId="207"/>
        <pc:sldMkLst>
          <pc:docMk/>
          <pc:sldMk cId="2645374317" sldId="843"/>
        </pc:sldMkLst>
      </pc:sldChg>
      <pc:sldChg chg="modSp add mod">
        <pc:chgData name="Grymonprez, Dries" userId="9ff74f8c-3ba3-46d3-aae9-51452790540f" providerId="ADAL" clId="{054EC8BC-0EA5-4670-8095-3C14250BDC29}" dt="2023-01-07T06:33:42.304" v="152" actId="207"/>
        <pc:sldMkLst>
          <pc:docMk/>
          <pc:sldMk cId="2330383154" sldId="844"/>
        </pc:sldMkLst>
      </pc:sldChg>
      <pc:sldChg chg="modSp add mod">
        <pc:chgData name="Grymonprez, Dries" userId="9ff74f8c-3ba3-46d3-aae9-51452790540f" providerId="ADAL" clId="{054EC8BC-0EA5-4670-8095-3C14250BDC29}" dt="2023-01-07T06:33:52.227" v="155" actId="207"/>
        <pc:sldMkLst>
          <pc:docMk/>
          <pc:sldMk cId="3132336642" sldId="845"/>
        </pc:sldMkLst>
      </pc:sldChg>
      <pc:sldChg chg="modSp add mod">
        <pc:chgData name="Grymonprez, Dries" userId="9ff74f8c-3ba3-46d3-aae9-51452790540f" providerId="ADAL" clId="{054EC8BC-0EA5-4670-8095-3C14250BDC29}" dt="2023-01-07T06:34:00.927" v="158" actId="207"/>
        <pc:sldMkLst>
          <pc:docMk/>
          <pc:sldMk cId="476840539" sldId="846"/>
        </pc:sldMkLst>
      </pc:sldChg>
    </pc:docChg>
  </pc:docChgLst>
  <pc:docChgLst>
    <pc:chgData name="Grymonprez, Dries" userId="9ff74f8c-3ba3-46d3-aae9-51452790540f" providerId="ADAL" clId="{FEBEC1E5-BD98-41BC-8507-9CC9BD6D0ACC}"/>
    <pc:docChg chg="custSel modSld">
      <pc:chgData name="Grymonprez, Dries" userId="9ff74f8c-3ba3-46d3-aae9-51452790540f" providerId="ADAL" clId="{FEBEC1E5-BD98-41BC-8507-9CC9BD6D0ACC}" dt="2024-01-10T14:55:50.976" v="239" actId="207"/>
      <pc:docMkLst>
        <pc:docMk/>
      </pc:docMkLst>
      <pc:sldChg chg="modNotesTx">
        <pc:chgData name="Grymonprez, Dries" userId="9ff74f8c-3ba3-46d3-aae9-51452790540f" providerId="ADAL" clId="{FEBEC1E5-BD98-41BC-8507-9CC9BD6D0ACC}" dt="2024-01-02T15:31:26.399" v="2" actId="20577"/>
        <pc:sldMkLst>
          <pc:docMk/>
          <pc:sldMk cId="0" sldId="261"/>
        </pc:sldMkLst>
      </pc:sldChg>
      <pc:sldChg chg="modSp mod modNotesTx">
        <pc:chgData name="Grymonprez, Dries" userId="9ff74f8c-3ba3-46d3-aae9-51452790540f" providerId="ADAL" clId="{FEBEC1E5-BD98-41BC-8507-9CC9BD6D0ACC}" dt="2024-01-02T15:47:05.253" v="60" actId="20577"/>
        <pc:sldMkLst>
          <pc:docMk/>
          <pc:sldMk cId="1888644859" sldId="342"/>
        </pc:sldMkLst>
      </pc:sldChg>
      <pc:sldChg chg="modNotesTx">
        <pc:chgData name="Grymonprez, Dries" userId="9ff74f8c-3ba3-46d3-aae9-51452790540f" providerId="ADAL" clId="{FEBEC1E5-BD98-41BC-8507-9CC9BD6D0ACC}" dt="2024-01-02T15:48:15.874" v="112" actId="20577"/>
        <pc:sldMkLst>
          <pc:docMk/>
          <pc:sldMk cId="0" sldId="349"/>
        </pc:sldMkLst>
      </pc:sldChg>
      <pc:sldChg chg="modSp mod">
        <pc:chgData name="Grymonprez, Dries" userId="9ff74f8c-3ba3-46d3-aae9-51452790540f" providerId="ADAL" clId="{FEBEC1E5-BD98-41BC-8507-9CC9BD6D0ACC}" dt="2024-01-10T14:44:45.501" v="146" actId="20577"/>
        <pc:sldMkLst>
          <pc:docMk/>
          <pc:sldMk cId="478462798" sldId="454"/>
        </pc:sldMkLst>
      </pc:sldChg>
      <pc:sldChg chg="modSp mod">
        <pc:chgData name="Grymonprez, Dries" userId="9ff74f8c-3ba3-46d3-aae9-51452790540f" providerId="ADAL" clId="{FEBEC1E5-BD98-41BC-8507-9CC9BD6D0ACC}" dt="2024-01-10T14:45:11.496" v="187" actId="313"/>
        <pc:sldMkLst>
          <pc:docMk/>
          <pc:sldMk cId="0" sldId="455"/>
        </pc:sldMkLst>
      </pc:sldChg>
      <pc:sldChg chg="modSp mod">
        <pc:chgData name="Grymonprez, Dries" userId="9ff74f8c-3ba3-46d3-aae9-51452790540f" providerId="ADAL" clId="{FEBEC1E5-BD98-41BC-8507-9CC9BD6D0ACC}" dt="2024-01-10T14:48:33.139" v="188" actId="115"/>
        <pc:sldMkLst>
          <pc:docMk/>
          <pc:sldMk cId="0" sldId="468"/>
        </pc:sldMkLst>
      </pc:sldChg>
      <pc:sldChg chg="modSp mod">
        <pc:chgData name="Grymonprez, Dries" userId="9ff74f8c-3ba3-46d3-aae9-51452790540f" providerId="ADAL" clId="{FEBEC1E5-BD98-41BC-8507-9CC9BD6D0ACC}" dt="2024-01-10T14:55:50.976" v="239" actId="207"/>
        <pc:sldMkLst>
          <pc:docMk/>
          <pc:sldMk cId="0" sldId="504"/>
        </pc:sldMkLst>
      </pc:sldChg>
    </pc:docChg>
  </pc:docChgLst>
  <pc:docChgLst>
    <pc:chgData name="Grymonprez, Dries" userId="9ff74f8c-3ba3-46d3-aae9-51452790540f" providerId="ADAL" clId="{7FC21CCA-EFC2-402A-A2E4-9437BB18EF97}"/>
    <pc:docChg chg="undo custSel addSld modSld">
      <pc:chgData name="Grymonprez, Dries" userId="9ff74f8c-3ba3-46d3-aae9-51452790540f" providerId="ADAL" clId="{7FC21CCA-EFC2-402A-A2E4-9437BB18EF97}" dt="2022-12-20T16:46:23.179" v="200" actId="1076"/>
      <pc:docMkLst>
        <pc:docMk/>
      </pc:docMkLst>
      <pc:sldChg chg="modSp mod">
        <pc:chgData name="Grymonprez, Dries" userId="9ff74f8c-3ba3-46d3-aae9-51452790540f" providerId="ADAL" clId="{7FC21CCA-EFC2-402A-A2E4-9437BB18EF97}" dt="2022-12-20T16:46:23.179" v="200" actId="1076"/>
        <pc:sldMkLst>
          <pc:docMk/>
          <pc:sldMk cId="0" sldId="260"/>
        </pc:sldMkLst>
      </pc:sldChg>
      <pc:sldChg chg="modSp mod">
        <pc:chgData name="Grymonprez, Dries" userId="9ff74f8c-3ba3-46d3-aae9-51452790540f" providerId="ADAL" clId="{7FC21CCA-EFC2-402A-A2E4-9437BB18EF97}" dt="2022-12-20T16:40:59.912" v="0" actId="20577"/>
        <pc:sldMkLst>
          <pc:docMk/>
          <pc:sldMk cId="3969098095" sldId="832"/>
        </pc:sldMkLst>
      </pc:sldChg>
      <pc:sldChg chg="modSp new mod">
        <pc:chgData name="Grymonprez, Dries" userId="9ff74f8c-3ba3-46d3-aae9-51452790540f" providerId="ADAL" clId="{7FC21CCA-EFC2-402A-A2E4-9437BB18EF97}" dt="2022-12-20T16:44:27.242" v="164" actId="20577"/>
        <pc:sldMkLst>
          <pc:docMk/>
          <pc:sldMk cId="1945702904" sldId="833"/>
        </pc:sldMkLst>
      </pc:sldChg>
      <pc:sldChg chg="modSp new mod">
        <pc:chgData name="Grymonprez, Dries" userId="9ff74f8c-3ba3-46d3-aae9-51452790540f" providerId="ADAL" clId="{7FC21CCA-EFC2-402A-A2E4-9437BB18EF97}" dt="2022-12-20T16:45:50.930" v="196" actId="255"/>
        <pc:sldMkLst>
          <pc:docMk/>
          <pc:sldMk cId="1851150584" sldId="834"/>
        </pc:sldMkLst>
      </pc:sldChg>
    </pc:docChg>
  </pc:docChgLst>
  <pc:docChgLst>
    <pc:chgData name="Grymonprez, Dries" userId="9ff74f8c-3ba3-46d3-aae9-51452790540f" providerId="ADAL" clId="{198F7483-9B44-4000-BB06-242BDFBB7DAA}"/>
    <pc:docChg chg="modSld">
      <pc:chgData name="Grymonprez, Dries" userId="9ff74f8c-3ba3-46d3-aae9-51452790540f" providerId="ADAL" clId="{198F7483-9B44-4000-BB06-242BDFBB7DAA}" dt="2022-01-27T08:54:12.399" v="10" actId="20577"/>
      <pc:docMkLst>
        <pc:docMk/>
      </pc:docMkLst>
      <pc:sldChg chg="modSp mod">
        <pc:chgData name="Grymonprez, Dries" userId="9ff74f8c-3ba3-46d3-aae9-51452790540f" providerId="ADAL" clId="{198F7483-9B44-4000-BB06-242BDFBB7DAA}" dt="2022-01-27T08:53:29.854" v="1" actId="13926"/>
        <pc:sldMkLst>
          <pc:docMk/>
          <pc:sldMk cId="0" sldId="404"/>
        </pc:sldMkLst>
      </pc:sldChg>
      <pc:sldChg chg="modSp mod">
        <pc:chgData name="Grymonprez, Dries" userId="9ff74f8c-3ba3-46d3-aae9-51452790540f" providerId="ADAL" clId="{198F7483-9B44-4000-BB06-242BDFBB7DAA}" dt="2022-01-27T08:54:12.399" v="10" actId="20577"/>
        <pc:sldMkLst>
          <pc:docMk/>
          <pc:sldMk cId="0" sldId="405"/>
        </pc:sldMkLst>
      </pc:sldChg>
    </pc:docChg>
  </pc:docChgLst>
  <pc:docChgLst>
    <pc:chgData name="Grymonprez, Dries" userId="9ff74f8c-3ba3-46d3-aae9-51452790540f" providerId="ADAL" clId="{5B3B9DB0-950F-430F-A2F3-3247BF097108}"/>
    <pc:docChg chg="custSel addSld modSld">
      <pc:chgData name="Grymonprez, Dries" userId="9ff74f8c-3ba3-46d3-aae9-51452790540f" providerId="ADAL" clId="{5B3B9DB0-950F-430F-A2F3-3247BF097108}" dt="2025-05-12T14:33:16.393" v="513"/>
      <pc:docMkLst>
        <pc:docMk/>
      </pc:docMkLst>
      <pc:sldChg chg="addSp delSp modSp mod">
        <pc:chgData name="Grymonprez, Dries" userId="9ff74f8c-3ba3-46d3-aae9-51452790540f" providerId="ADAL" clId="{5B3B9DB0-950F-430F-A2F3-3247BF097108}" dt="2025-05-12T14:33:16.393" v="513"/>
        <pc:sldMkLst>
          <pc:docMk/>
          <pc:sldMk cId="0" sldId="500"/>
        </pc:sldMkLst>
      </pc:sldChg>
      <pc:sldChg chg="mod modShow">
        <pc:chgData name="Grymonprez, Dries" userId="9ff74f8c-3ba3-46d3-aae9-51452790540f" providerId="ADAL" clId="{5B3B9DB0-950F-430F-A2F3-3247BF097108}" dt="2025-05-12T14:19:32.909" v="70" actId="729"/>
        <pc:sldMkLst>
          <pc:docMk/>
          <pc:sldMk cId="0" sldId="502"/>
        </pc:sldMkLst>
      </pc:sldChg>
      <pc:sldChg chg="addSp modSp mod">
        <pc:chgData name="Grymonprez, Dries" userId="9ff74f8c-3ba3-46d3-aae9-51452790540f" providerId="ADAL" clId="{5B3B9DB0-950F-430F-A2F3-3247BF097108}" dt="2025-05-12T14:17:48.817" v="2" actId="1076"/>
        <pc:sldMkLst>
          <pc:docMk/>
          <pc:sldMk cId="3690652388" sldId="584"/>
        </pc:sldMkLst>
      </pc:sldChg>
      <pc:sldChg chg="addSp delSp modSp new mod modClrScheme chgLayout">
        <pc:chgData name="Grymonprez, Dries" userId="9ff74f8c-3ba3-46d3-aae9-51452790540f" providerId="ADAL" clId="{5B3B9DB0-950F-430F-A2F3-3247BF097108}" dt="2025-05-12T14:18:24.530" v="69"/>
        <pc:sldMkLst>
          <pc:docMk/>
          <pc:sldMk cId="4047526596" sldId="845"/>
        </pc:sldMkLst>
      </pc:sldChg>
    </pc:docChg>
  </pc:docChgLst>
  <pc:docChgLst>
    <pc:chgData name="Grymonprez, Dries" userId="9ff74f8c-3ba3-46d3-aae9-51452790540f" providerId="ADAL" clId="{02F2E2FD-46E4-49AD-9C2E-50ED3F47B9F6}"/>
    <pc:docChg chg="undo redo custSel addSld modSld sldOrd">
      <pc:chgData name="Grymonprez, Dries" userId="9ff74f8c-3ba3-46d3-aae9-51452790540f" providerId="ADAL" clId="{02F2E2FD-46E4-49AD-9C2E-50ED3F47B9F6}" dt="2022-02-25T16:01:44.551" v="722" actId="20577"/>
      <pc:docMkLst>
        <pc:docMk/>
      </pc:docMkLst>
      <pc:sldChg chg="modSp mod ord">
        <pc:chgData name="Grymonprez, Dries" userId="9ff74f8c-3ba3-46d3-aae9-51452790540f" providerId="ADAL" clId="{02F2E2FD-46E4-49AD-9C2E-50ED3F47B9F6}" dt="2022-02-25T14:18:52.391" v="49" actId="1076"/>
        <pc:sldMkLst>
          <pc:docMk/>
          <pc:sldMk cId="0" sldId="261"/>
        </pc:sldMkLst>
      </pc:sldChg>
      <pc:sldChg chg="addSp modSp mod">
        <pc:chgData name="Grymonprez, Dries" userId="9ff74f8c-3ba3-46d3-aae9-51452790540f" providerId="ADAL" clId="{02F2E2FD-46E4-49AD-9C2E-50ED3F47B9F6}" dt="2022-02-25T14:47:52.738" v="432" actId="2085"/>
        <pc:sldMkLst>
          <pc:docMk/>
          <pc:sldMk cId="2856093048" sldId="358"/>
        </pc:sldMkLst>
      </pc:sldChg>
      <pc:sldChg chg="modSp mod">
        <pc:chgData name="Grymonprez, Dries" userId="9ff74f8c-3ba3-46d3-aae9-51452790540f" providerId="ADAL" clId="{02F2E2FD-46E4-49AD-9C2E-50ED3F47B9F6}" dt="2022-02-25T14:48:19.350" v="442" actId="20577"/>
        <pc:sldMkLst>
          <pc:docMk/>
          <pc:sldMk cId="0" sldId="415"/>
        </pc:sldMkLst>
      </pc:sldChg>
      <pc:sldChg chg="modSp mod">
        <pc:chgData name="Grymonprez, Dries" userId="9ff74f8c-3ba3-46d3-aae9-51452790540f" providerId="ADAL" clId="{02F2E2FD-46E4-49AD-9C2E-50ED3F47B9F6}" dt="2022-02-25T14:49:57.355" v="567" actId="20577"/>
        <pc:sldMkLst>
          <pc:docMk/>
          <pc:sldMk cId="0" sldId="500"/>
        </pc:sldMkLst>
      </pc:sldChg>
      <pc:sldChg chg="modSp mod">
        <pc:chgData name="Grymonprez, Dries" userId="9ff74f8c-3ba3-46d3-aae9-51452790540f" providerId="ADAL" clId="{02F2E2FD-46E4-49AD-9C2E-50ED3F47B9F6}" dt="2022-02-25T14:53:25.913" v="573" actId="404"/>
        <pc:sldMkLst>
          <pc:docMk/>
          <pc:sldMk cId="0" sldId="612"/>
        </pc:sldMkLst>
      </pc:sldChg>
      <pc:sldChg chg="addSp delSp modSp mod">
        <pc:chgData name="Grymonprez, Dries" userId="9ff74f8c-3ba3-46d3-aae9-51452790540f" providerId="ADAL" clId="{02F2E2FD-46E4-49AD-9C2E-50ED3F47B9F6}" dt="2022-02-25T16:01:44.551" v="722" actId="20577"/>
        <pc:sldMkLst>
          <pc:docMk/>
          <pc:sldMk cId="0" sldId="620"/>
        </pc:sldMkLst>
      </pc:sldChg>
      <pc:sldChg chg="mod modShow">
        <pc:chgData name="Grymonprez, Dries" userId="9ff74f8c-3ba3-46d3-aae9-51452790540f" providerId="ADAL" clId="{02F2E2FD-46E4-49AD-9C2E-50ED3F47B9F6}" dt="2022-02-25T14:22:05.437" v="430" actId="729"/>
        <pc:sldMkLst>
          <pc:docMk/>
          <pc:sldMk cId="57971850" sldId="807"/>
        </pc:sldMkLst>
      </pc:sldChg>
      <pc:sldChg chg="modSp new mod">
        <pc:chgData name="Grymonprez, Dries" userId="9ff74f8c-3ba3-46d3-aae9-51452790540f" providerId="ADAL" clId="{02F2E2FD-46E4-49AD-9C2E-50ED3F47B9F6}" dt="2022-02-25T14:21:34.558" v="429" actId="20577"/>
        <pc:sldMkLst>
          <pc:docMk/>
          <pc:sldMk cId="3969098095" sldId="832"/>
        </pc:sldMkLst>
      </pc:sldChg>
    </pc:docChg>
  </pc:docChgLst>
  <pc:docChgLst>
    <pc:chgData name="Dries" userId="9ff74f8c-3ba3-46d3-aae9-51452790540f" providerId="ADAL" clId="{198F7483-9B44-4000-BB06-242BDFBB7DAA}"/>
    <pc:docChg chg="undo custSel modSld">
      <pc:chgData name="Dries" userId="9ff74f8c-3ba3-46d3-aae9-51452790540f" providerId="ADAL" clId="{198F7483-9B44-4000-BB06-242BDFBB7DAA}" dt="2022-01-20T12:30:53.295" v="35"/>
      <pc:docMkLst>
        <pc:docMk/>
      </pc:docMkLst>
      <pc:sldChg chg="modNotesTx">
        <pc:chgData name="Dries" userId="9ff74f8c-3ba3-46d3-aae9-51452790540f" providerId="ADAL" clId="{198F7483-9B44-4000-BB06-242BDFBB7DAA}" dt="2022-01-20T11:49:05.740" v="3" actId="20577"/>
        <pc:sldMkLst>
          <pc:docMk/>
          <pc:sldMk cId="0" sldId="261"/>
        </pc:sldMkLst>
      </pc:sldChg>
      <pc:sldChg chg="modTransition">
        <pc:chgData name="Dries" userId="9ff74f8c-3ba3-46d3-aae9-51452790540f" providerId="ADAL" clId="{198F7483-9B44-4000-BB06-242BDFBB7DAA}" dt="2022-01-20T12:19:19.768" v="12"/>
        <pc:sldMkLst>
          <pc:docMk/>
          <pc:sldMk cId="3373420958" sldId="361"/>
        </pc:sldMkLst>
      </pc:sldChg>
      <pc:sldChg chg="modSp mod">
        <pc:chgData name="Dries" userId="9ff74f8c-3ba3-46d3-aae9-51452790540f" providerId="ADAL" clId="{198F7483-9B44-4000-BB06-242BDFBB7DAA}" dt="2022-01-20T12:20:35.231" v="13" actId="13926"/>
        <pc:sldMkLst>
          <pc:docMk/>
          <pc:sldMk cId="0" sldId="405"/>
        </pc:sldMkLst>
      </pc:sldChg>
      <pc:sldChg chg="modTransition">
        <pc:chgData name="Dries" userId="9ff74f8c-3ba3-46d3-aae9-51452790540f" providerId="ADAL" clId="{198F7483-9B44-4000-BB06-242BDFBB7DAA}" dt="2022-01-20T12:17:11.424" v="9"/>
        <pc:sldMkLst>
          <pc:docMk/>
          <pc:sldMk cId="4119225132" sldId="432"/>
        </pc:sldMkLst>
      </pc:sldChg>
      <pc:sldChg chg="modTransition">
        <pc:chgData name="Dries" userId="9ff74f8c-3ba3-46d3-aae9-51452790540f" providerId="ADAL" clId="{198F7483-9B44-4000-BB06-242BDFBB7DAA}" dt="2022-01-20T12:17:14.403" v="10"/>
        <pc:sldMkLst>
          <pc:docMk/>
          <pc:sldMk cId="0" sldId="433"/>
        </pc:sldMkLst>
      </pc:sldChg>
      <pc:sldChg chg="modTransition">
        <pc:chgData name="Dries" userId="9ff74f8c-3ba3-46d3-aae9-51452790540f" providerId="ADAL" clId="{198F7483-9B44-4000-BB06-242BDFBB7DAA}" dt="2022-01-20T12:17:20.258" v="11"/>
        <pc:sldMkLst>
          <pc:docMk/>
          <pc:sldMk cId="0" sldId="439"/>
        </pc:sldMkLst>
      </pc:sldChg>
      <pc:sldChg chg="modTransition">
        <pc:chgData name="Dries" userId="9ff74f8c-3ba3-46d3-aae9-51452790540f" providerId="ADAL" clId="{198F7483-9B44-4000-BB06-242BDFBB7DAA}" dt="2022-01-20T12:21:20.099" v="14"/>
        <pc:sldMkLst>
          <pc:docMk/>
          <pc:sldMk cId="0" sldId="455"/>
        </pc:sldMkLst>
      </pc:sldChg>
      <pc:sldChg chg="modTransition">
        <pc:chgData name="Dries" userId="9ff74f8c-3ba3-46d3-aae9-51452790540f" providerId="ADAL" clId="{198F7483-9B44-4000-BB06-242BDFBB7DAA}" dt="2022-01-20T12:21:43.163" v="15"/>
        <pc:sldMkLst>
          <pc:docMk/>
          <pc:sldMk cId="553129431" sldId="457"/>
        </pc:sldMkLst>
      </pc:sldChg>
      <pc:sldChg chg="modTransition">
        <pc:chgData name="Dries" userId="9ff74f8c-3ba3-46d3-aae9-51452790540f" providerId="ADAL" clId="{198F7483-9B44-4000-BB06-242BDFBB7DAA}" dt="2022-01-20T12:22:52.583" v="16"/>
        <pc:sldMkLst>
          <pc:docMk/>
          <pc:sldMk cId="0" sldId="479"/>
        </pc:sldMkLst>
      </pc:sldChg>
      <pc:sldChg chg="modTransition">
        <pc:chgData name="Dries" userId="9ff74f8c-3ba3-46d3-aae9-51452790540f" providerId="ADAL" clId="{198F7483-9B44-4000-BB06-242BDFBB7DAA}" dt="2022-01-20T12:22:54.582" v="17"/>
        <pc:sldMkLst>
          <pc:docMk/>
          <pc:sldMk cId="0" sldId="480"/>
        </pc:sldMkLst>
      </pc:sldChg>
      <pc:sldChg chg="modTransition">
        <pc:chgData name="Dries" userId="9ff74f8c-3ba3-46d3-aae9-51452790540f" providerId="ADAL" clId="{198F7483-9B44-4000-BB06-242BDFBB7DAA}" dt="2022-01-20T12:22:57.090" v="18"/>
        <pc:sldMkLst>
          <pc:docMk/>
          <pc:sldMk cId="0" sldId="481"/>
        </pc:sldMkLst>
      </pc:sldChg>
      <pc:sldChg chg="modTransition">
        <pc:chgData name="Dries" userId="9ff74f8c-3ba3-46d3-aae9-51452790540f" providerId="ADAL" clId="{198F7483-9B44-4000-BB06-242BDFBB7DAA}" dt="2022-01-20T12:23:02.073" v="20"/>
        <pc:sldMkLst>
          <pc:docMk/>
          <pc:sldMk cId="0" sldId="496"/>
        </pc:sldMkLst>
      </pc:sldChg>
      <pc:sldChg chg="modTransition">
        <pc:chgData name="Dries" userId="9ff74f8c-3ba3-46d3-aae9-51452790540f" providerId="ADAL" clId="{198F7483-9B44-4000-BB06-242BDFBB7DAA}" dt="2022-01-20T12:23:04.845" v="21"/>
        <pc:sldMkLst>
          <pc:docMk/>
          <pc:sldMk cId="0" sldId="497"/>
        </pc:sldMkLst>
      </pc:sldChg>
      <pc:sldChg chg="modTransition">
        <pc:chgData name="Dries" userId="9ff74f8c-3ba3-46d3-aae9-51452790540f" providerId="ADAL" clId="{198F7483-9B44-4000-BB06-242BDFBB7DAA}" dt="2022-01-20T12:24:49.516" v="22"/>
        <pc:sldMkLst>
          <pc:docMk/>
          <pc:sldMk cId="0" sldId="502"/>
        </pc:sldMkLst>
      </pc:sldChg>
      <pc:sldChg chg="modTransition">
        <pc:chgData name="Dries" userId="9ff74f8c-3ba3-46d3-aae9-51452790540f" providerId="ADAL" clId="{198F7483-9B44-4000-BB06-242BDFBB7DAA}" dt="2022-01-20T12:17:00.184" v="4"/>
        <pc:sldMkLst>
          <pc:docMk/>
          <pc:sldMk cId="915209024" sldId="724"/>
        </pc:sldMkLst>
      </pc:sldChg>
      <pc:sldChg chg="modTransition">
        <pc:chgData name="Dries" userId="9ff74f8c-3ba3-46d3-aae9-51452790540f" providerId="ADAL" clId="{198F7483-9B44-4000-BB06-242BDFBB7DAA}" dt="2022-01-20T12:17:02.763" v="5"/>
        <pc:sldMkLst>
          <pc:docMk/>
          <pc:sldMk cId="3637138227" sldId="725"/>
        </pc:sldMkLst>
      </pc:sldChg>
      <pc:sldChg chg="modTransition">
        <pc:chgData name="Dries" userId="9ff74f8c-3ba3-46d3-aae9-51452790540f" providerId="ADAL" clId="{198F7483-9B44-4000-BB06-242BDFBB7DAA}" dt="2022-01-20T12:17:06.741" v="7"/>
        <pc:sldMkLst>
          <pc:docMk/>
          <pc:sldMk cId="4196919581" sldId="726"/>
        </pc:sldMkLst>
      </pc:sldChg>
      <pc:sldChg chg="modTransition">
        <pc:chgData name="Dries" userId="9ff74f8c-3ba3-46d3-aae9-51452790540f" providerId="ADAL" clId="{198F7483-9B44-4000-BB06-242BDFBB7DAA}" dt="2022-01-20T12:17:04.896" v="6"/>
        <pc:sldMkLst>
          <pc:docMk/>
          <pc:sldMk cId="0" sldId="727"/>
        </pc:sldMkLst>
      </pc:sldChg>
      <pc:sldChg chg="modTransition">
        <pc:chgData name="Dries" userId="9ff74f8c-3ba3-46d3-aae9-51452790540f" providerId="ADAL" clId="{198F7483-9B44-4000-BB06-242BDFBB7DAA}" dt="2022-01-20T12:30:34.198" v="28"/>
        <pc:sldMkLst>
          <pc:docMk/>
          <pc:sldMk cId="3954578376" sldId="729"/>
        </pc:sldMkLst>
      </pc:sldChg>
      <pc:sldChg chg="modTransition">
        <pc:chgData name="Dries" userId="9ff74f8c-3ba3-46d3-aae9-51452790540f" providerId="ADAL" clId="{198F7483-9B44-4000-BB06-242BDFBB7DAA}" dt="2022-01-20T12:30:36.759" v="29"/>
        <pc:sldMkLst>
          <pc:docMk/>
          <pc:sldMk cId="1226455680" sldId="730"/>
        </pc:sldMkLst>
      </pc:sldChg>
      <pc:sldChg chg="modTransition">
        <pc:chgData name="Dries" userId="9ff74f8c-3ba3-46d3-aae9-51452790540f" providerId="ADAL" clId="{198F7483-9B44-4000-BB06-242BDFBB7DAA}" dt="2022-01-20T12:30:39.979" v="30"/>
        <pc:sldMkLst>
          <pc:docMk/>
          <pc:sldMk cId="2708339077" sldId="731"/>
        </pc:sldMkLst>
      </pc:sldChg>
      <pc:sldChg chg="modTransition">
        <pc:chgData name="Dries" userId="9ff74f8c-3ba3-46d3-aae9-51452790540f" providerId="ADAL" clId="{198F7483-9B44-4000-BB06-242BDFBB7DAA}" dt="2022-01-20T12:30:43.520" v="31"/>
        <pc:sldMkLst>
          <pc:docMk/>
          <pc:sldMk cId="3457967889" sldId="732"/>
        </pc:sldMkLst>
      </pc:sldChg>
      <pc:sldChg chg="modTransition">
        <pc:chgData name="Dries" userId="9ff74f8c-3ba3-46d3-aae9-51452790540f" providerId="ADAL" clId="{198F7483-9B44-4000-BB06-242BDFBB7DAA}" dt="2022-01-20T12:30:45.729" v="32"/>
        <pc:sldMkLst>
          <pc:docMk/>
          <pc:sldMk cId="1287937533" sldId="733"/>
        </pc:sldMkLst>
      </pc:sldChg>
      <pc:sldChg chg="modTransition">
        <pc:chgData name="Dries" userId="9ff74f8c-3ba3-46d3-aae9-51452790540f" providerId="ADAL" clId="{198F7483-9B44-4000-BB06-242BDFBB7DAA}" dt="2022-01-20T12:30:48.190" v="33"/>
        <pc:sldMkLst>
          <pc:docMk/>
          <pc:sldMk cId="3974228342" sldId="734"/>
        </pc:sldMkLst>
      </pc:sldChg>
      <pc:sldChg chg="modTransition">
        <pc:chgData name="Dries" userId="9ff74f8c-3ba3-46d3-aae9-51452790540f" providerId="ADAL" clId="{198F7483-9B44-4000-BB06-242BDFBB7DAA}" dt="2022-01-20T12:30:50.489" v="34"/>
        <pc:sldMkLst>
          <pc:docMk/>
          <pc:sldMk cId="822508142" sldId="735"/>
        </pc:sldMkLst>
      </pc:sldChg>
      <pc:sldChg chg="modTransition">
        <pc:chgData name="Dries" userId="9ff74f8c-3ba3-46d3-aae9-51452790540f" providerId="ADAL" clId="{198F7483-9B44-4000-BB06-242BDFBB7DAA}" dt="2022-01-20T12:30:53.295" v="35"/>
        <pc:sldMkLst>
          <pc:docMk/>
          <pc:sldMk cId="646394974" sldId="736"/>
        </pc:sldMkLst>
      </pc:sldChg>
      <pc:sldChg chg="modTransition">
        <pc:chgData name="Dries" userId="9ff74f8c-3ba3-46d3-aae9-51452790540f" providerId="ADAL" clId="{198F7483-9B44-4000-BB06-242BDFBB7DAA}" dt="2022-01-20T12:17:09.233" v="8"/>
        <pc:sldMkLst>
          <pc:docMk/>
          <pc:sldMk cId="1061322398" sldId="738"/>
        </pc:sldMkLst>
      </pc:sldChg>
      <pc:sldChg chg="modTransition">
        <pc:chgData name="Dries" userId="9ff74f8c-3ba3-46d3-aae9-51452790540f" providerId="ADAL" clId="{198F7483-9B44-4000-BB06-242BDFBB7DAA}" dt="2022-01-20T12:27:03.186" v="23"/>
        <pc:sldMkLst>
          <pc:docMk/>
          <pc:sldMk cId="4196569725" sldId="746"/>
        </pc:sldMkLst>
      </pc:sldChg>
      <pc:sldChg chg="modTransition">
        <pc:chgData name="Dries" userId="9ff74f8c-3ba3-46d3-aae9-51452790540f" providerId="ADAL" clId="{198F7483-9B44-4000-BB06-242BDFBB7DAA}" dt="2022-01-20T12:27:04.764" v="24"/>
        <pc:sldMkLst>
          <pc:docMk/>
          <pc:sldMk cId="987395292" sldId="747"/>
        </pc:sldMkLst>
      </pc:sldChg>
      <pc:sldChg chg="modTransition">
        <pc:chgData name="Dries" userId="9ff74f8c-3ba3-46d3-aae9-51452790540f" providerId="ADAL" clId="{198F7483-9B44-4000-BB06-242BDFBB7DAA}" dt="2022-01-20T12:27:08.166" v="25"/>
        <pc:sldMkLst>
          <pc:docMk/>
          <pc:sldMk cId="1776165562" sldId="748"/>
        </pc:sldMkLst>
      </pc:sldChg>
      <pc:sldChg chg="modTransition">
        <pc:chgData name="Dries" userId="9ff74f8c-3ba3-46d3-aae9-51452790540f" providerId="ADAL" clId="{198F7483-9B44-4000-BB06-242BDFBB7DAA}" dt="2022-01-20T12:27:11.235" v="26"/>
        <pc:sldMkLst>
          <pc:docMk/>
          <pc:sldMk cId="3151770467" sldId="749"/>
        </pc:sldMkLst>
      </pc:sldChg>
      <pc:sldChg chg="modTransition">
        <pc:chgData name="Dries" userId="9ff74f8c-3ba3-46d3-aae9-51452790540f" providerId="ADAL" clId="{198F7483-9B44-4000-BB06-242BDFBB7DAA}" dt="2022-01-20T12:27:13.382" v="27"/>
        <pc:sldMkLst>
          <pc:docMk/>
          <pc:sldMk cId="2952446249" sldId="750"/>
        </pc:sldMkLst>
      </pc:sldChg>
      <pc:sldChg chg="modTransition">
        <pc:chgData name="Dries" userId="9ff74f8c-3ba3-46d3-aae9-51452790540f" providerId="ADAL" clId="{198F7483-9B44-4000-BB06-242BDFBB7DAA}" dt="2022-01-20T12:22:59.806" v="19"/>
        <pc:sldMkLst>
          <pc:docMk/>
          <pc:sldMk cId="354997351" sldId="800"/>
        </pc:sldMkLst>
      </pc:sldChg>
    </pc:docChg>
  </pc:docChgLst>
  <pc:docChgLst>
    <pc:chgData name="Grymonprez, Dries" userId="9ff74f8c-3ba3-46d3-aae9-51452790540f" providerId="ADAL" clId="{9B4FD3E1-733A-4B9B-A1E5-B9FC0CD5C7FA}"/>
    <pc:docChg chg="undo custSel addSld delSld modSld modMainMaster replTag">
      <pc:chgData name="Grymonprez, Dries" userId="9ff74f8c-3ba3-46d3-aae9-51452790540f" providerId="ADAL" clId="{9B4FD3E1-733A-4B9B-A1E5-B9FC0CD5C7FA}" dt="2025-04-28T08:47:07.305" v="508" actId="14100"/>
      <pc:docMkLst>
        <pc:docMk/>
      </pc:docMkLst>
      <pc:sldChg chg="addSp delSp modSp mod">
        <pc:chgData name="Grymonprez, Dries" userId="9ff74f8c-3ba3-46d3-aae9-51452790540f" providerId="ADAL" clId="{9B4FD3E1-733A-4B9B-A1E5-B9FC0CD5C7FA}" dt="2024-10-04T11:17:26.502" v="341"/>
        <pc:sldMkLst>
          <pc:docMk/>
          <pc:sldMk cId="0" sldId="260"/>
        </pc:sldMkLst>
      </pc:sldChg>
      <pc:sldChg chg="modSp mod">
        <pc:chgData name="Grymonprez, Dries" userId="9ff74f8c-3ba3-46d3-aae9-51452790540f" providerId="ADAL" clId="{9B4FD3E1-733A-4B9B-A1E5-B9FC0CD5C7FA}" dt="2024-10-04T11:21:44.135" v="378" actId="20577"/>
        <pc:sldMkLst>
          <pc:docMk/>
          <pc:sldMk cId="0" sldId="262"/>
        </pc:sldMkLst>
      </pc:sldChg>
      <pc:sldChg chg="del">
        <pc:chgData name="Grymonprez, Dries" userId="9ff74f8c-3ba3-46d3-aae9-51452790540f" providerId="ADAL" clId="{9B4FD3E1-733A-4B9B-A1E5-B9FC0CD5C7FA}" dt="2024-10-04T11:22:20.812" v="390" actId="47"/>
        <pc:sldMkLst>
          <pc:docMk/>
          <pc:sldMk cId="0" sldId="265"/>
        </pc:sldMkLst>
      </pc:sldChg>
      <pc:sldChg chg="del">
        <pc:chgData name="Grymonprez, Dries" userId="9ff74f8c-3ba3-46d3-aae9-51452790540f" providerId="ADAL" clId="{9B4FD3E1-733A-4B9B-A1E5-B9FC0CD5C7FA}" dt="2024-10-04T11:22:22.774" v="391" actId="47"/>
        <pc:sldMkLst>
          <pc:docMk/>
          <pc:sldMk cId="0" sldId="266"/>
        </pc:sldMkLst>
      </pc:sldChg>
      <pc:sldChg chg="del">
        <pc:chgData name="Grymonprez, Dries" userId="9ff74f8c-3ba3-46d3-aae9-51452790540f" providerId="ADAL" clId="{9B4FD3E1-733A-4B9B-A1E5-B9FC0CD5C7FA}" dt="2024-10-04T11:22:39.550" v="394" actId="47"/>
        <pc:sldMkLst>
          <pc:docMk/>
          <pc:sldMk cId="0" sldId="269"/>
        </pc:sldMkLst>
      </pc:sldChg>
      <pc:sldChg chg="del">
        <pc:chgData name="Grymonprez, Dries" userId="9ff74f8c-3ba3-46d3-aae9-51452790540f" providerId="ADAL" clId="{9B4FD3E1-733A-4B9B-A1E5-B9FC0CD5C7FA}" dt="2024-10-04T11:22:40.677" v="395" actId="47"/>
        <pc:sldMkLst>
          <pc:docMk/>
          <pc:sldMk cId="0" sldId="272"/>
        </pc:sldMkLst>
      </pc:sldChg>
      <pc:sldChg chg="del">
        <pc:chgData name="Grymonprez, Dries" userId="9ff74f8c-3ba3-46d3-aae9-51452790540f" providerId="ADAL" clId="{9B4FD3E1-733A-4B9B-A1E5-B9FC0CD5C7FA}" dt="2024-10-04T11:22:41.977" v="396" actId="47"/>
        <pc:sldMkLst>
          <pc:docMk/>
          <pc:sldMk cId="0" sldId="273"/>
        </pc:sldMkLst>
      </pc:sldChg>
      <pc:sldChg chg="del">
        <pc:chgData name="Grymonprez, Dries" userId="9ff74f8c-3ba3-46d3-aae9-51452790540f" providerId="ADAL" clId="{9B4FD3E1-733A-4B9B-A1E5-B9FC0CD5C7FA}" dt="2024-10-04T11:22:42.697" v="397" actId="47"/>
        <pc:sldMkLst>
          <pc:docMk/>
          <pc:sldMk cId="0" sldId="274"/>
        </pc:sldMkLst>
      </pc:sldChg>
      <pc:sldChg chg="addSp modSp mod">
        <pc:chgData name="Grymonprez, Dries" userId="9ff74f8c-3ba3-46d3-aae9-51452790540f" providerId="ADAL" clId="{9B4FD3E1-733A-4B9B-A1E5-B9FC0CD5C7FA}" dt="2025-04-28T08:47:07.305" v="508" actId="14100"/>
        <pc:sldMkLst>
          <pc:docMk/>
          <pc:sldMk cId="0" sldId="299"/>
        </pc:sldMkLst>
      </pc:sldChg>
      <pc:sldChg chg="del">
        <pc:chgData name="Grymonprez, Dries" userId="9ff74f8c-3ba3-46d3-aae9-51452790540f" providerId="ADAL" clId="{9B4FD3E1-733A-4B9B-A1E5-B9FC0CD5C7FA}" dt="2024-10-04T11:25:17.539" v="423" actId="47"/>
        <pc:sldMkLst>
          <pc:docMk/>
          <pc:sldMk cId="0" sldId="300"/>
        </pc:sldMkLst>
      </pc:sldChg>
      <pc:sldChg chg="del">
        <pc:chgData name="Grymonprez, Dries" userId="9ff74f8c-3ba3-46d3-aae9-51452790540f" providerId="ADAL" clId="{9B4FD3E1-733A-4B9B-A1E5-B9FC0CD5C7FA}" dt="2024-10-04T11:25:23.248" v="424" actId="47"/>
        <pc:sldMkLst>
          <pc:docMk/>
          <pc:sldMk cId="0" sldId="301"/>
        </pc:sldMkLst>
      </pc:sldChg>
      <pc:sldChg chg="del">
        <pc:chgData name="Grymonprez, Dries" userId="9ff74f8c-3ba3-46d3-aae9-51452790540f" providerId="ADAL" clId="{9B4FD3E1-733A-4B9B-A1E5-B9FC0CD5C7FA}" dt="2024-10-04T11:25:24.504" v="425" actId="47"/>
        <pc:sldMkLst>
          <pc:docMk/>
          <pc:sldMk cId="0" sldId="311"/>
        </pc:sldMkLst>
      </pc:sldChg>
      <pc:sldChg chg="del">
        <pc:chgData name="Grymonprez, Dries" userId="9ff74f8c-3ba3-46d3-aae9-51452790540f" providerId="ADAL" clId="{9B4FD3E1-733A-4B9B-A1E5-B9FC0CD5C7FA}" dt="2024-10-04T11:25:25.416" v="426" actId="47"/>
        <pc:sldMkLst>
          <pc:docMk/>
          <pc:sldMk cId="0" sldId="314"/>
        </pc:sldMkLst>
      </pc:sldChg>
      <pc:sldChg chg="del">
        <pc:chgData name="Grymonprez, Dries" userId="9ff74f8c-3ba3-46d3-aae9-51452790540f" providerId="ADAL" clId="{9B4FD3E1-733A-4B9B-A1E5-B9FC0CD5C7FA}" dt="2024-10-04T11:25:26.442" v="427" actId="47"/>
        <pc:sldMkLst>
          <pc:docMk/>
          <pc:sldMk cId="0" sldId="318"/>
        </pc:sldMkLst>
      </pc:sldChg>
      <pc:sldChg chg="del">
        <pc:chgData name="Grymonprez, Dries" userId="9ff74f8c-3ba3-46d3-aae9-51452790540f" providerId="ADAL" clId="{9B4FD3E1-733A-4B9B-A1E5-B9FC0CD5C7FA}" dt="2024-10-04T11:25:28.926" v="429" actId="47"/>
        <pc:sldMkLst>
          <pc:docMk/>
          <pc:sldMk cId="0" sldId="320"/>
        </pc:sldMkLst>
      </pc:sldChg>
      <pc:sldChg chg="del">
        <pc:chgData name="Grymonprez, Dries" userId="9ff74f8c-3ba3-46d3-aae9-51452790540f" providerId="ADAL" clId="{9B4FD3E1-733A-4B9B-A1E5-B9FC0CD5C7FA}" dt="2024-10-04T11:25:29.810" v="430" actId="47"/>
        <pc:sldMkLst>
          <pc:docMk/>
          <pc:sldMk cId="0" sldId="321"/>
        </pc:sldMkLst>
      </pc:sldChg>
      <pc:sldChg chg="del">
        <pc:chgData name="Grymonprez, Dries" userId="9ff74f8c-3ba3-46d3-aae9-51452790540f" providerId="ADAL" clId="{9B4FD3E1-733A-4B9B-A1E5-B9FC0CD5C7FA}" dt="2024-10-04T11:25:30.664" v="431" actId="47"/>
        <pc:sldMkLst>
          <pc:docMk/>
          <pc:sldMk cId="1890383968" sldId="322"/>
        </pc:sldMkLst>
      </pc:sldChg>
      <pc:sldChg chg="del">
        <pc:chgData name="Grymonprez, Dries" userId="9ff74f8c-3ba3-46d3-aae9-51452790540f" providerId="ADAL" clId="{9B4FD3E1-733A-4B9B-A1E5-B9FC0CD5C7FA}" dt="2024-10-04T11:26:40.554" v="436" actId="47"/>
        <pc:sldMkLst>
          <pc:docMk/>
          <pc:sldMk cId="3515751869" sldId="336"/>
        </pc:sldMkLst>
      </pc:sldChg>
      <pc:sldChg chg="del">
        <pc:chgData name="Grymonprez, Dries" userId="9ff74f8c-3ba3-46d3-aae9-51452790540f" providerId="ADAL" clId="{9B4FD3E1-733A-4B9B-A1E5-B9FC0CD5C7FA}" dt="2024-10-04T11:27:09.588" v="437" actId="47"/>
        <pc:sldMkLst>
          <pc:docMk/>
          <pc:sldMk cId="76444358" sldId="338"/>
        </pc:sldMkLst>
      </pc:sldChg>
      <pc:sldChg chg="del">
        <pc:chgData name="Grymonprez, Dries" userId="9ff74f8c-3ba3-46d3-aae9-51452790540f" providerId="ADAL" clId="{9B4FD3E1-733A-4B9B-A1E5-B9FC0CD5C7FA}" dt="2024-10-04T11:27:11.611" v="438" actId="47"/>
        <pc:sldMkLst>
          <pc:docMk/>
          <pc:sldMk cId="0" sldId="339"/>
        </pc:sldMkLst>
      </pc:sldChg>
      <pc:sldChg chg="del">
        <pc:chgData name="Grymonprez, Dries" userId="9ff74f8c-3ba3-46d3-aae9-51452790540f" providerId="ADAL" clId="{9B4FD3E1-733A-4B9B-A1E5-B9FC0CD5C7FA}" dt="2024-10-04T11:27:12.559" v="439" actId="47"/>
        <pc:sldMkLst>
          <pc:docMk/>
          <pc:sldMk cId="2001324040" sldId="341"/>
        </pc:sldMkLst>
      </pc:sldChg>
      <pc:sldChg chg="del">
        <pc:chgData name="Grymonprez, Dries" userId="9ff74f8c-3ba3-46d3-aae9-51452790540f" providerId="ADAL" clId="{9B4FD3E1-733A-4B9B-A1E5-B9FC0CD5C7FA}" dt="2024-10-04T11:27:13.569" v="440" actId="47"/>
        <pc:sldMkLst>
          <pc:docMk/>
          <pc:sldMk cId="1888644859" sldId="342"/>
        </pc:sldMkLst>
      </pc:sldChg>
      <pc:sldChg chg="del">
        <pc:chgData name="Grymonprez, Dries" userId="9ff74f8c-3ba3-46d3-aae9-51452790540f" providerId="ADAL" clId="{9B4FD3E1-733A-4B9B-A1E5-B9FC0CD5C7FA}" dt="2024-10-04T11:27:14.209" v="441" actId="47"/>
        <pc:sldMkLst>
          <pc:docMk/>
          <pc:sldMk cId="1566757277" sldId="343"/>
        </pc:sldMkLst>
      </pc:sldChg>
      <pc:sldChg chg="del">
        <pc:chgData name="Grymonprez, Dries" userId="9ff74f8c-3ba3-46d3-aae9-51452790540f" providerId="ADAL" clId="{9B4FD3E1-733A-4B9B-A1E5-B9FC0CD5C7FA}" dt="2024-10-04T11:27:14.991" v="442" actId="47"/>
        <pc:sldMkLst>
          <pc:docMk/>
          <pc:sldMk cId="0" sldId="345"/>
        </pc:sldMkLst>
      </pc:sldChg>
      <pc:sldChg chg="del">
        <pc:chgData name="Grymonprez, Dries" userId="9ff74f8c-3ba3-46d3-aae9-51452790540f" providerId="ADAL" clId="{9B4FD3E1-733A-4B9B-A1E5-B9FC0CD5C7FA}" dt="2024-10-04T11:27:16.894" v="443" actId="47"/>
        <pc:sldMkLst>
          <pc:docMk/>
          <pc:sldMk cId="2760067020" sldId="346"/>
        </pc:sldMkLst>
      </pc:sldChg>
      <pc:sldChg chg="del">
        <pc:chgData name="Grymonprez, Dries" userId="9ff74f8c-3ba3-46d3-aae9-51452790540f" providerId="ADAL" clId="{9B4FD3E1-733A-4B9B-A1E5-B9FC0CD5C7FA}" dt="2024-10-04T11:27:19.123" v="445" actId="47"/>
        <pc:sldMkLst>
          <pc:docMk/>
          <pc:sldMk cId="1536075708" sldId="347"/>
        </pc:sldMkLst>
      </pc:sldChg>
      <pc:sldChg chg="del">
        <pc:chgData name="Grymonprez, Dries" userId="9ff74f8c-3ba3-46d3-aae9-51452790540f" providerId="ADAL" clId="{9B4FD3E1-733A-4B9B-A1E5-B9FC0CD5C7FA}" dt="2024-10-04T11:27:24.090" v="448" actId="47"/>
        <pc:sldMkLst>
          <pc:docMk/>
          <pc:sldMk cId="0" sldId="348"/>
        </pc:sldMkLst>
      </pc:sldChg>
      <pc:sldChg chg="del">
        <pc:chgData name="Grymonprez, Dries" userId="9ff74f8c-3ba3-46d3-aae9-51452790540f" providerId="ADAL" clId="{9B4FD3E1-733A-4B9B-A1E5-B9FC0CD5C7FA}" dt="2024-10-04T11:27:21.810" v="446" actId="47"/>
        <pc:sldMkLst>
          <pc:docMk/>
          <pc:sldMk cId="0" sldId="349"/>
        </pc:sldMkLst>
      </pc:sldChg>
      <pc:sldChg chg="del">
        <pc:chgData name="Grymonprez, Dries" userId="9ff74f8c-3ba3-46d3-aae9-51452790540f" providerId="ADAL" clId="{9B4FD3E1-733A-4B9B-A1E5-B9FC0CD5C7FA}" dt="2024-10-04T11:27:24.977" v="449" actId="47"/>
        <pc:sldMkLst>
          <pc:docMk/>
          <pc:sldMk cId="0" sldId="351"/>
        </pc:sldMkLst>
      </pc:sldChg>
      <pc:sldChg chg="del">
        <pc:chgData name="Grymonprez, Dries" userId="9ff74f8c-3ba3-46d3-aae9-51452790540f" providerId="ADAL" clId="{9B4FD3E1-733A-4B9B-A1E5-B9FC0CD5C7FA}" dt="2024-10-04T11:27:25.925" v="450" actId="47"/>
        <pc:sldMkLst>
          <pc:docMk/>
          <pc:sldMk cId="0" sldId="353"/>
        </pc:sldMkLst>
      </pc:sldChg>
      <pc:sldChg chg="add del">
        <pc:chgData name="Grymonprez, Dries" userId="9ff74f8c-3ba3-46d3-aae9-51452790540f" providerId="ADAL" clId="{9B4FD3E1-733A-4B9B-A1E5-B9FC0CD5C7FA}" dt="2024-10-04T11:27:28.685" v="452" actId="47"/>
        <pc:sldMkLst>
          <pc:docMk/>
          <pc:sldMk cId="0" sldId="355"/>
        </pc:sldMkLst>
      </pc:sldChg>
      <pc:sldChg chg="del">
        <pc:chgData name="Grymonprez, Dries" userId="9ff74f8c-3ba3-46d3-aae9-51452790540f" providerId="ADAL" clId="{9B4FD3E1-733A-4B9B-A1E5-B9FC0CD5C7FA}" dt="2024-10-04T11:27:34.206" v="453" actId="47"/>
        <pc:sldMkLst>
          <pc:docMk/>
          <pc:sldMk cId="2856093048" sldId="358"/>
        </pc:sldMkLst>
      </pc:sldChg>
      <pc:sldChg chg="del">
        <pc:chgData name="Grymonprez, Dries" userId="9ff74f8c-3ba3-46d3-aae9-51452790540f" providerId="ADAL" clId="{9B4FD3E1-733A-4B9B-A1E5-B9FC0CD5C7FA}" dt="2024-10-04T11:27:35.480" v="454" actId="47"/>
        <pc:sldMkLst>
          <pc:docMk/>
          <pc:sldMk cId="0" sldId="360"/>
        </pc:sldMkLst>
      </pc:sldChg>
      <pc:sldChg chg="del">
        <pc:chgData name="Grymonprez, Dries" userId="9ff74f8c-3ba3-46d3-aae9-51452790540f" providerId="ADAL" clId="{9B4FD3E1-733A-4B9B-A1E5-B9FC0CD5C7FA}" dt="2024-10-04T11:27:36.106" v="455" actId="47"/>
        <pc:sldMkLst>
          <pc:docMk/>
          <pc:sldMk cId="3373420958" sldId="361"/>
        </pc:sldMkLst>
      </pc:sldChg>
      <pc:sldChg chg="del">
        <pc:chgData name="Grymonprez, Dries" userId="9ff74f8c-3ba3-46d3-aae9-51452790540f" providerId="ADAL" clId="{9B4FD3E1-733A-4B9B-A1E5-B9FC0CD5C7FA}" dt="2024-10-04T11:27:37.562" v="456" actId="47"/>
        <pc:sldMkLst>
          <pc:docMk/>
          <pc:sldMk cId="0" sldId="365"/>
        </pc:sldMkLst>
      </pc:sldChg>
      <pc:sldChg chg="del">
        <pc:chgData name="Grymonprez, Dries" userId="9ff74f8c-3ba3-46d3-aae9-51452790540f" providerId="ADAL" clId="{9B4FD3E1-733A-4B9B-A1E5-B9FC0CD5C7FA}" dt="2024-10-04T11:27:38.247" v="457" actId="47"/>
        <pc:sldMkLst>
          <pc:docMk/>
          <pc:sldMk cId="0" sldId="366"/>
        </pc:sldMkLst>
      </pc:sldChg>
      <pc:sldChg chg="del">
        <pc:chgData name="Grymonprez, Dries" userId="9ff74f8c-3ba3-46d3-aae9-51452790540f" providerId="ADAL" clId="{9B4FD3E1-733A-4B9B-A1E5-B9FC0CD5C7FA}" dt="2024-10-04T11:27:39.045" v="458" actId="47"/>
        <pc:sldMkLst>
          <pc:docMk/>
          <pc:sldMk cId="0" sldId="367"/>
        </pc:sldMkLst>
      </pc:sldChg>
      <pc:sldChg chg="del">
        <pc:chgData name="Grymonprez, Dries" userId="9ff74f8c-3ba3-46d3-aae9-51452790540f" providerId="ADAL" clId="{9B4FD3E1-733A-4B9B-A1E5-B9FC0CD5C7FA}" dt="2024-10-04T11:25:27.563" v="428" actId="47"/>
        <pc:sldMkLst>
          <pc:docMk/>
          <pc:sldMk cId="0" sldId="372"/>
        </pc:sldMkLst>
      </pc:sldChg>
      <pc:sldChg chg="del">
        <pc:chgData name="Grymonprez, Dries" userId="9ff74f8c-3ba3-46d3-aae9-51452790540f" providerId="ADAL" clId="{9B4FD3E1-733A-4B9B-A1E5-B9FC0CD5C7FA}" dt="2024-10-04T11:27:39.719" v="459" actId="47"/>
        <pc:sldMkLst>
          <pc:docMk/>
          <pc:sldMk cId="0" sldId="378"/>
        </pc:sldMkLst>
      </pc:sldChg>
      <pc:sldChg chg="del">
        <pc:chgData name="Grymonprez, Dries" userId="9ff74f8c-3ba3-46d3-aae9-51452790540f" providerId="ADAL" clId="{9B4FD3E1-733A-4B9B-A1E5-B9FC0CD5C7FA}" dt="2024-10-04T11:27:40.375" v="460" actId="47"/>
        <pc:sldMkLst>
          <pc:docMk/>
          <pc:sldMk cId="0" sldId="383"/>
        </pc:sldMkLst>
      </pc:sldChg>
      <pc:sldChg chg="del">
        <pc:chgData name="Grymonprez, Dries" userId="9ff74f8c-3ba3-46d3-aae9-51452790540f" providerId="ADAL" clId="{9B4FD3E1-733A-4B9B-A1E5-B9FC0CD5C7FA}" dt="2024-10-04T11:27:50.482" v="461" actId="47"/>
        <pc:sldMkLst>
          <pc:docMk/>
          <pc:sldMk cId="0" sldId="398"/>
        </pc:sldMkLst>
      </pc:sldChg>
      <pc:sldChg chg="del">
        <pc:chgData name="Grymonprez, Dries" userId="9ff74f8c-3ba3-46d3-aae9-51452790540f" providerId="ADAL" clId="{9B4FD3E1-733A-4B9B-A1E5-B9FC0CD5C7FA}" dt="2024-10-04T11:27:58.835" v="462" actId="47"/>
        <pc:sldMkLst>
          <pc:docMk/>
          <pc:sldMk cId="0" sldId="403"/>
        </pc:sldMkLst>
      </pc:sldChg>
      <pc:sldChg chg="del">
        <pc:chgData name="Grymonprez, Dries" userId="9ff74f8c-3ba3-46d3-aae9-51452790540f" providerId="ADAL" clId="{9B4FD3E1-733A-4B9B-A1E5-B9FC0CD5C7FA}" dt="2024-10-04T11:28:07.722" v="464" actId="47"/>
        <pc:sldMkLst>
          <pc:docMk/>
          <pc:sldMk cId="0" sldId="406"/>
        </pc:sldMkLst>
      </pc:sldChg>
      <pc:sldChg chg="del">
        <pc:chgData name="Grymonprez, Dries" userId="9ff74f8c-3ba3-46d3-aae9-51452790540f" providerId="ADAL" clId="{9B4FD3E1-733A-4B9B-A1E5-B9FC0CD5C7FA}" dt="2024-10-04T11:28:09.192" v="465" actId="47"/>
        <pc:sldMkLst>
          <pc:docMk/>
          <pc:sldMk cId="0" sldId="407"/>
        </pc:sldMkLst>
      </pc:sldChg>
      <pc:sldChg chg="del">
        <pc:chgData name="Grymonprez, Dries" userId="9ff74f8c-3ba3-46d3-aae9-51452790540f" providerId="ADAL" clId="{9B4FD3E1-733A-4B9B-A1E5-B9FC0CD5C7FA}" dt="2024-10-04T11:28:13.817" v="466" actId="47"/>
        <pc:sldMkLst>
          <pc:docMk/>
          <pc:sldMk cId="0" sldId="410"/>
        </pc:sldMkLst>
      </pc:sldChg>
      <pc:sldChg chg="del">
        <pc:chgData name="Grymonprez, Dries" userId="9ff74f8c-3ba3-46d3-aae9-51452790540f" providerId="ADAL" clId="{9B4FD3E1-733A-4B9B-A1E5-B9FC0CD5C7FA}" dt="2024-10-04T11:28:14.976" v="467" actId="47"/>
        <pc:sldMkLst>
          <pc:docMk/>
          <pc:sldMk cId="0" sldId="411"/>
        </pc:sldMkLst>
      </pc:sldChg>
      <pc:sldChg chg="del">
        <pc:chgData name="Grymonprez, Dries" userId="9ff74f8c-3ba3-46d3-aae9-51452790540f" providerId="ADAL" clId="{9B4FD3E1-733A-4B9B-A1E5-B9FC0CD5C7FA}" dt="2024-10-04T11:28:16.192" v="468" actId="47"/>
        <pc:sldMkLst>
          <pc:docMk/>
          <pc:sldMk cId="0" sldId="413"/>
        </pc:sldMkLst>
      </pc:sldChg>
      <pc:sldChg chg="del">
        <pc:chgData name="Grymonprez, Dries" userId="9ff74f8c-3ba3-46d3-aae9-51452790540f" providerId="ADAL" clId="{9B4FD3E1-733A-4B9B-A1E5-B9FC0CD5C7FA}" dt="2024-10-04T11:28:22.026" v="471" actId="47"/>
        <pc:sldMkLst>
          <pc:docMk/>
          <pc:sldMk cId="0" sldId="415"/>
        </pc:sldMkLst>
      </pc:sldChg>
      <pc:sldChg chg="del">
        <pc:chgData name="Grymonprez, Dries" userId="9ff74f8c-3ba3-46d3-aae9-51452790540f" providerId="ADAL" clId="{9B4FD3E1-733A-4B9B-A1E5-B9FC0CD5C7FA}" dt="2024-10-04T11:28:22.966" v="472" actId="47"/>
        <pc:sldMkLst>
          <pc:docMk/>
          <pc:sldMk cId="0" sldId="416"/>
        </pc:sldMkLst>
      </pc:sldChg>
      <pc:sldChg chg="del">
        <pc:chgData name="Grymonprez, Dries" userId="9ff74f8c-3ba3-46d3-aae9-51452790540f" providerId="ADAL" clId="{9B4FD3E1-733A-4B9B-A1E5-B9FC0CD5C7FA}" dt="2024-10-04T11:28:29.329" v="479" actId="47"/>
        <pc:sldMkLst>
          <pc:docMk/>
          <pc:sldMk cId="4119225132" sldId="432"/>
        </pc:sldMkLst>
      </pc:sldChg>
      <pc:sldChg chg="del">
        <pc:chgData name="Grymonprez, Dries" userId="9ff74f8c-3ba3-46d3-aae9-51452790540f" providerId="ADAL" clId="{9B4FD3E1-733A-4B9B-A1E5-B9FC0CD5C7FA}" dt="2024-10-04T11:28:30.267" v="480" actId="47"/>
        <pc:sldMkLst>
          <pc:docMk/>
          <pc:sldMk cId="0" sldId="433"/>
        </pc:sldMkLst>
      </pc:sldChg>
      <pc:sldChg chg="del">
        <pc:chgData name="Grymonprez, Dries" userId="9ff74f8c-3ba3-46d3-aae9-51452790540f" providerId="ADAL" clId="{9B4FD3E1-733A-4B9B-A1E5-B9FC0CD5C7FA}" dt="2024-10-04T11:28:31.003" v="481" actId="47"/>
        <pc:sldMkLst>
          <pc:docMk/>
          <pc:sldMk cId="0" sldId="439"/>
        </pc:sldMkLst>
      </pc:sldChg>
      <pc:sldChg chg="del">
        <pc:chgData name="Grymonprez, Dries" userId="9ff74f8c-3ba3-46d3-aae9-51452790540f" providerId="ADAL" clId="{9B4FD3E1-733A-4B9B-A1E5-B9FC0CD5C7FA}" dt="2024-10-04T11:29:26.607" v="496" actId="47"/>
        <pc:sldMkLst>
          <pc:docMk/>
          <pc:sldMk cId="0" sldId="442"/>
        </pc:sldMkLst>
      </pc:sldChg>
      <pc:sldChg chg="del">
        <pc:chgData name="Grymonprez, Dries" userId="9ff74f8c-3ba3-46d3-aae9-51452790540f" providerId="ADAL" clId="{9B4FD3E1-733A-4B9B-A1E5-B9FC0CD5C7FA}" dt="2024-10-04T11:29:33.320" v="497" actId="47"/>
        <pc:sldMkLst>
          <pc:docMk/>
          <pc:sldMk cId="0" sldId="448"/>
        </pc:sldMkLst>
      </pc:sldChg>
      <pc:sldChg chg="del">
        <pc:chgData name="Grymonprez, Dries" userId="9ff74f8c-3ba3-46d3-aae9-51452790540f" providerId="ADAL" clId="{9B4FD3E1-733A-4B9B-A1E5-B9FC0CD5C7FA}" dt="2024-10-04T11:29:33.320" v="497" actId="47"/>
        <pc:sldMkLst>
          <pc:docMk/>
          <pc:sldMk cId="0" sldId="449"/>
        </pc:sldMkLst>
      </pc:sldChg>
      <pc:sldChg chg="del">
        <pc:chgData name="Grymonprez, Dries" userId="9ff74f8c-3ba3-46d3-aae9-51452790540f" providerId="ADAL" clId="{9B4FD3E1-733A-4B9B-A1E5-B9FC0CD5C7FA}" dt="2024-10-04T11:29:33.320" v="497" actId="47"/>
        <pc:sldMkLst>
          <pc:docMk/>
          <pc:sldMk cId="0" sldId="450"/>
        </pc:sldMkLst>
      </pc:sldChg>
      <pc:sldChg chg="del">
        <pc:chgData name="Grymonprez, Dries" userId="9ff74f8c-3ba3-46d3-aae9-51452790540f" providerId="ADAL" clId="{9B4FD3E1-733A-4B9B-A1E5-B9FC0CD5C7FA}" dt="2024-10-04T11:29:33.320" v="497" actId="47"/>
        <pc:sldMkLst>
          <pc:docMk/>
          <pc:sldMk cId="0" sldId="451"/>
        </pc:sldMkLst>
      </pc:sldChg>
      <pc:sldChg chg="del">
        <pc:chgData name="Grymonprez, Dries" userId="9ff74f8c-3ba3-46d3-aae9-51452790540f" providerId="ADAL" clId="{9B4FD3E1-733A-4B9B-A1E5-B9FC0CD5C7FA}" dt="2024-10-04T11:29:33.320" v="497" actId="47"/>
        <pc:sldMkLst>
          <pc:docMk/>
          <pc:sldMk cId="0" sldId="452"/>
        </pc:sldMkLst>
      </pc:sldChg>
      <pc:sldChg chg="del">
        <pc:chgData name="Grymonprez, Dries" userId="9ff74f8c-3ba3-46d3-aae9-51452790540f" providerId="ADAL" clId="{9B4FD3E1-733A-4B9B-A1E5-B9FC0CD5C7FA}" dt="2024-10-04T11:29:26.607" v="496" actId="47"/>
        <pc:sldMkLst>
          <pc:docMk/>
          <pc:sldMk cId="478462798" sldId="454"/>
        </pc:sldMkLst>
      </pc:sldChg>
      <pc:sldChg chg="del">
        <pc:chgData name="Grymonprez, Dries" userId="9ff74f8c-3ba3-46d3-aae9-51452790540f" providerId="ADAL" clId="{9B4FD3E1-733A-4B9B-A1E5-B9FC0CD5C7FA}" dt="2024-10-04T11:29:26.607" v="496" actId="47"/>
        <pc:sldMkLst>
          <pc:docMk/>
          <pc:sldMk cId="0" sldId="455"/>
        </pc:sldMkLst>
      </pc:sldChg>
      <pc:sldChg chg="del">
        <pc:chgData name="Grymonprez, Dries" userId="9ff74f8c-3ba3-46d3-aae9-51452790540f" providerId="ADAL" clId="{9B4FD3E1-733A-4B9B-A1E5-B9FC0CD5C7FA}" dt="2024-10-04T11:29:26.607" v="496" actId="47"/>
        <pc:sldMkLst>
          <pc:docMk/>
          <pc:sldMk cId="3118545645" sldId="456"/>
        </pc:sldMkLst>
      </pc:sldChg>
      <pc:sldChg chg="del">
        <pc:chgData name="Grymonprez, Dries" userId="9ff74f8c-3ba3-46d3-aae9-51452790540f" providerId="ADAL" clId="{9B4FD3E1-733A-4B9B-A1E5-B9FC0CD5C7FA}" dt="2024-10-04T11:29:26.607" v="496" actId="47"/>
        <pc:sldMkLst>
          <pc:docMk/>
          <pc:sldMk cId="553129431" sldId="457"/>
        </pc:sldMkLst>
      </pc:sldChg>
      <pc:sldChg chg="del">
        <pc:chgData name="Grymonprez, Dries" userId="9ff74f8c-3ba3-46d3-aae9-51452790540f" providerId="ADAL" clId="{9B4FD3E1-733A-4B9B-A1E5-B9FC0CD5C7FA}" dt="2024-10-04T11:29:33.320" v="497" actId="47"/>
        <pc:sldMkLst>
          <pc:docMk/>
          <pc:sldMk cId="422667507" sldId="459"/>
        </pc:sldMkLst>
      </pc:sldChg>
      <pc:sldChg chg="del">
        <pc:chgData name="Grymonprez, Dries" userId="9ff74f8c-3ba3-46d3-aae9-51452790540f" providerId="ADAL" clId="{9B4FD3E1-733A-4B9B-A1E5-B9FC0CD5C7FA}" dt="2024-10-04T11:29:33.320" v="497" actId="47"/>
        <pc:sldMkLst>
          <pc:docMk/>
          <pc:sldMk cId="833737181" sldId="460"/>
        </pc:sldMkLst>
      </pc:sldChg>
      <pc:sldChg chg="del">
        <pc:chgData name="Grymonprez, Dries" userId="9ff74f8c-3ba3-46d3-aae9-51452790540f" providerId="ADAL" clId="{9B4FD3E1-733A-4B9B-A1E5-B9FC0CD5C7FA}" dt="2024-10-04T11:29:33.320" v="497" actId="47"/>
        <pc:sldMkLst>
          <pc:docMk/>
          <pc:sldMk cId="0" sldId="461"/>
        </pc:sldMkLst>
      </pc:sldChg>
      <pc:sldChg chg="del">
        <pc:chgData name="Grymonprez, Dries" userId="9ff74f8c-3ba3-46d3-aae9-51452790540f" providerId="ADAL" clId="{9B4FD3E1-733A-4B9B-A1E5-B9FC0CD5C7FA}" dt="2024-10-04T11:29:33.320" v="497" actId="47"/>
        <pc:sldMkLst>
          <pc:docMk/>
          <pc:sldMk cId="0" sldId="462"/>
        </pc:sldMkLst>
      </pc:sldChg>
      <pc:sldChg chg="del">
        <pc:chgData name="Grymonprez, Dries" userId="9ff74f8c-3ba3-46d3-aae9-51452790540f" providerId="ADAL" clId="{9B4FD3E1-733A-4B9B-A1E5-B9FC0CD5C7FA}" dt="2024-10-04T11:29:33.320" v="497" actId="47"/>
        <pc:sldMkLst>
          <pc:docMk/>
          <pc:sldMk cId="0" sldId="466"/>
        </pc:sldMkLst>
      </pc:sldChg>
      <pc:sldChg chg="del">
        <pc:chgData name="Grymonprez, Dries" userId="9ff74f8c-3ba3-46d3-aae9-51452790540f" providerId="ADAL" clId="{9B4FD3E1-733A-4B9B-A1E5-B9FC0CD5C7FA}" dt="2024-10-04T11:29:33.320" v="497" actId="47"/>
        <pc:sldMkLst>
          <pc:docMk/>
          <pc:sldMk cId="0" sldId="468"/>
        </pc:sldMkLst>
      </pc:sldChg>
      <pc:sldChg chg="del">
        <pc:chgData name="Grymonprez, Dries" userId="9ff74f8c-3ba3-46d3-aae9-51452790540f" providerId="ADAL" clId="{9B4FD3E1-733A-4B9B-A1E5-B9FC0CD5C7FA}" dt="2024-10-04T11:29:33.320" v="497" actId="47"/>
        <pc:sldMkLst>
          <pc:docMk/>
          <pc:sldMk cId="0" sldId="470"/>
        </pc:sldMkLst>
      </pc:sldChg>
      <pc:sldChg chg="del">
        <pc:chgData name="Grymonprez, Dries" userId="9ff74f8c-3ba3-46d3-aae9-51452790540f" providerId="ADAL" clId="{9B4FD3E1-733A-4B9B-A1E5-B9FC0CD5C7FA}" dt="2024-10-04T11:29:33.320" v="497" actId="47"/>
        <pc:sldMkLst>
          <pc:docMk/>
          <pc:sldMk cId="0" sldId="471"/>
        </pc:sldMkLst>
      </pc:sldChg>
      <pc:sldChg chg="del">
        <pc:chgData name="Grymonprez, Dries" userId="9ff74f8c-3ba3-46d3-aae9-51452790540f" providerId="ADAL" clId="{9B4FD3E1-733A-4B9B-A1E5-B9FC0CD5C7FA}" dt="2024-10-04T11:29:36.277" v="498" actId="47"/>
        <pc:sldMkLst>
          <pc:docMk/>
          <pc:sldMk cId="0" sldId="473"/>
        </pc:sldMkLst>
      </pc:sldChg>
      <pc:sldChg chg="del">
        <pc:chgData name="Grymonprez, Dries" userId="9ff74f8c-3ba3-46d3-aae9-51452790540f" providerId="ADAL" clId="{9B4FD3E1-733A-4B9B-A1E5-B9FC0CD5C7FA}" dt="2024-10-04T11:29:36.277" v="498" actId="47"/>
        <pc:sldMkLst>
          <pc:docMk/>
          <pc:sldMk cId="1313774554" sldId="475"/>
        </pc:sldMkLst>
      </pc:sldChg>
      <pc:sldChg chg="del">
        <pc:chgData name="Grymonprez, Dries" userId="9ff74f8c-3ba3-46d3-aae9-51452790540f" providerId="ADAL" clId="{9B4FD3E1-733A-4B9B-A1E5-B9FC0CD5C7FA}" dt="2024-10-04T11:29:36.277" v="498" actId="47"/>
        <pc:sldMkLst>
          <pc:docMk/>
          <pc:sldMk cId="0" sldId="478"/>
        </pc:sldMkLst>
      </pc:sldChg>
      <pc:sldChg chg="del">
        <pc:chgData name="Grymonprez, Dries" userId="9ff74f8c-3ba3-46d3-aae9-51452790540f" providerId="ADAL" clId="{9B4FD3E1-733A-4B9B-A1E5-B9FC0CD5C7FA}" dt="2024-10-04T11:19:43.688" v="344" actId="47"/>
        <pc:sldMkLst>
          <pc:docMk/>
          <pc:sldMk cId="0" sldId="479"/>
        </pc:sldMkLst>
      </pc:sldChg>
      <pc:sldChg chg="del">
        <pc:chgData name="Grymonprez, Dries" userId="9ff74f8c-3ba3-46d3-aae9-51452790540f" providerId="ADAL" clId="{9B4FD3E1-733A-4B9B-A1E5-B9FC0CD5C7FA}" dt="2024-10-04T11:19:43.688" v="344" actId="47"/>
        <pc:sldMkLst>
          <pc:docMk/>
          <pc:sldMk cId="0" sldId="480"/>
        </pc:sldMkLst>
      </pc:sldChg>
      <pc:sldChg chg="del">
        <pc:chgData name="Grymonprez, Dries" userId="9ff74f8c-3ba3-46d3-aae9-51452790540f" providerId="ADAL" clId="{9B4FD3E1-733A-4B9B-A1E5-B9FC0CD5C7FA}" dt="2024-10-04T11:19:43.688" v="344" actId="47"/>
        <pc:sldMkLst>
          <pc:docMk/>
          <pc:sldMk cId="0" sldId="481"/>
        </pc:sldMkLst>
      </pc:sldChg>
      <pc:sldChg chg="del">
        <pc:chgData name="Grymonprez, Dries" userId="9ff74f8c-3ba3-46d3-aae9-51452790540f" providerId="ADAL" clId="{9B4FD3E1-733A-4B9B-A1E5-B9FC0CD5C7FA}" dt="2024-10-04T11:19:43.688" v="344" actId="47"/>
        <pc:sldMkLst>
          <pc:docMk/>
          <pc:sldMk cId="0" sldId="496"/>
        </pc:sldMkLst>
      </pc:sldChg>
      <pc:sldChg chg="del">
        <pc:chgData name="Grymonprez, Dries" userId="9ff74f8c-3ba3-46d3-aae9-51452790540f" providerId="ADAL" clId="{9B4FD3E1-733A-4B9B-A1E5-B9FC0CD5C7FA}" dt="2024-10-04T11:19:43.688" v="344" actId="47"/>
        <pc:sldMkLst>
          <pc:docMk/>
          <pc:sldMk cId="0" sldId="497"/>
        </pc:sldMkLst>
      </pc:sldChg>
      <pc:sldChg chg="del">
        <pc:chgData name="Grymonprez, Dries" userId="9ff74f8c-3ba3-46d3-aae9-51452790540f" providerId="ADAL" clId="{9B4FD3E1-733A-4B9B-A1E5-B9FC0CD5C7FA}" dt="2024-10-04T11:18:50.650" v="342" actId="47"/>
        <pc:sldMkLst>
          <pc:docMk/>
          <pc:sldMk cId="0" sldId="610"/>
        </pc:sldMkLst>
      </pc:sldChg>
      <pc:sldChg chg="del">
        <pc:chgData name="Grymonprez, Dries" userId="9ff74f8c-3ba3-46d3-aae9-51452790540f" providerId="ADAL" clId="{9B4FD3E1-733A-4B9B-A1E5-B9FC0CD5C7FA}" dt="2024-10-04T11:18:50.650" v="342" actId="47"/>
        <pc:sldMkLst>
          <pc:docMk/>
          <pc:sldMk cId="0" sldId="611"/>
        </pc:sldMkLst>
      </pc:sldChg>
      <pc:sldChg chg="del">
        <pc:chgData name="Grymonprez, Dries" userId="9ff74f8c-3ba3-46d3-aae9-51452790540f" providerId="ADAL" clId="{9B4FD3E1-733A-4B9B-A1E5-B9FC0CD5C7FA}" dt="2024-10-04T11:18:50.650" v="342" actId="47"/>
        <pc:sldMkLst>
          <pc:docMk/>
          <pc:sldMk cId="0" sldId="612"/>
        </pc:sldMkLst>
      </pc:sldChg>
      <pc:sldChg chg="del">
        <pc:chgData name="Grymonprez, Dries" userId="9ff74f8c-3ba3-46d3-aae9-51452790540f" providerId="ADAL" clId="{9B4FD3E1-733A-4B9B-A1E5-B9FC0CD5C7FA}" dt="2024-10-04T11:18:50.650" v="342" actId="47"/>
        <pc:sldMkLst>
          <pc:docMk/>
          <pc:sldMk cId="0" sldId="613"/>
        </pc:sldMkLst>
      </pc:sldChg>
      <pc:sldChg chg="del">
        <pc:chgData name="Grymonprez, Dries" userId="9ff74f8c-3ba3-46d3-aae9-51452790540f" providerId="ADAL" clId="{9B4FD3E1-733A-4B9B-A1E5-B9FC0CD5C7FA}" dt="2024-10-04T11:18:50.650" v="342" actId="47"/>
        <pc:sldMkLst>
          <pc:docMk/>
          <pc:sldMk cId="0" sldId="614"/>
        </pc:sldMkLst>
      </pc:sldChg>
      <pc:sldChg chg="del">
        <pc:chgData name="Grymonprez, Dries" userId="9ff74f8c-3ba3-46d3-aae9-51452790540f" providerId="ADAL" clId="{9B4FD3E1-733A-4B9B-A1E5-B9FC0CD5C7FA}" dt="2024-10-04T11:18:50.650" v="342" actId="47"/>
        <pc:sldMkLst>
          <pc:docMk/>
          <pc:sldMk cId="0" sldId="615"/>
        </pc:sldMkLst>
      </pc:sldChg>
      <pc:sldChg chg="del">
        <pc:chgData name="Grymonprez, Dries" userId="9ff74f8c-3ba3-46d3-aae9-51452790540f" providerId="ADAL" clId="{9B4FD3E1-733A-4B9B-A1E5-B9FC0CD5C7FA}" dt="2024-10-04T11:18:50.650" v="342" actId="47"/>
        <pc:sldMkLst>
          <pc:docMk/>
          <pc:sldMk cId="0" sldId="616"/>
        </pc:sldMkLst>
      </pc:sldChg>
      <pc:sldChg chg="del">
        <pc:chgData name="Grymonprez, Dries" userId="9ff74f8c-3ba3-46d3-aae9-51452790540f" providerId="ADAL" clId="{9B4FD3E1-733A-4B9B-A1E5-B9FC0CD5C7FA}" dt="2024-10-04T11:18:50.650" v="342" actId="47"/>
        <pc:sldMkLst>
          <pc:docMk/>
          <pc:sldMk cId="0" sldId="617"/>
        </pc:sldMkLst>
      </pc:sldChg>
      <pc:sldChg chg="del">
        <pc:chgData name="Grymonprez, Dries" userId="9ff74f8c-3ba3-46d3-aae9-51452790540f" providerId="ADAL" clId="{9B4FD3E1-733A-4B9B-A1E5-B9FC0CD5C7FA}" dt="2024-10-04T11:18:50.650" v="342" actId="47"/>
        <pc:sldMkLst>
          <pc:docMk/>
          <pc:sldMk cId="0" sldId="620"/>
        </pc:sldMkLst>
      </pc:sldChg>
      <pc:sldChg chg="del">
        <pc:chgData name="Grymonprez, Dries" userId="9ff74f8c-3ba3-46d3-aae9-51452790540f" providerId="ADAL" clId="{9B4FD3E1-733A-4B9B-A1E5-B9FC0CD5C7FA}" dt="2024-10-04T11:18:50.650" v="342" actId="47"/>
        <pc:sldMkLst>
          <pc:docMk/>
          <pc:sldMk cId="0" sldId="624"/>
        </pc:sldMkLst>
      </pc:sldChg>
      <pc:sldChg chg="del">
        <pc:chgData name="Grymonprez, Dries" userId="9ff74f8c-3ba3-46d3-aae9-51452790540f" providerId="ADAL" clId="{9B4FD3E1-733A-4B9B-A1E5-B9FC0CD5C7FA}" dt="2024-10-04T11:18:50.650" v="342" actId="47"/>
        <pc:sldMkLst>
          <pc:docMk/>
          <pc:sldMk cId="0" sldId="631"/>
        </pc:sldMkLst>
      </pc:sldChg>
      <pc:sldChg chg="del">
        <pc:chgData name="Grymonprez, Dries" userId="9ff74f8c-3ba3-46d3-aae9-51452790540f" providerId="ADAL" clId="{9B4FD3E1-733A-4B9B-A1E5-B9FC0CD5C7FA}" dt="2024-10-04T11:18:50.650" v="342" actId="47"/>
        <pc:sldMkLst>
          <pc:docMk/>
          <pc:sldMk cId="0" sldId="633"/>
        </pc:sldMkLst>
      </pc:sldChg>
      <pc:sldChg chg="del">
        <pc:chgData name="Grymonprez, Dries" userId="9ff74f8c-3ba3-46d3-aae9-51452790540f" providerId="ADAL" clId="{9B4FD3E1-733A-4B9B-A1E5-B9FC0CD5C7FA}" dt="2024-10-04T11:18:50.650" v="342" actId="47"/>
        <pc:sldMkLst>
          <pc:docMk/>
          <pc:sldMk cId="0" sldId="634"/>
        </pc:sldMkLst>
      </pc:sldChg>
      <pc:sldChg chg="del">
        <pc:chgData name="Grymonprez, Dries" userId="9ff74f8c-3ba3-46d3-aae9-51452790540f" providerId="ADAL" clId="{9B4FD3E1-733A-4B9B-A1E5-B9FC0CD5C7FA}" dt="2024-10-04T11:18:50.650" v="342" actId="47"/>
        <pc:sldMkLst>
          <pc:docMk/>
          <pc:sldMk cId="0" sldId="635"/>
        </pc:sldMkLst>
      </pc:sldChg>
      <pc:sldChg chg="del">
        <pc:chgData name="Grymonprez, Dries" userId="9ff74f8c-3ba3-46d3-aae9-51452790540f" providerId="ADAL" clId="{9B4FD3E1-733A-4B9B-A1E5-B9FC0CD5C7FA}" dt="2024-10-04T11:18:50.650" v="342" actId="47"/>
        <pc:sldMkLst>
          <pc:docMk/>
          <pc:sldMk cId="0" sldId="648"/>
        </pc:sldMkLst>
      </pc:sldChg>
      <pc:sldChg chg="del">
        <pc:chgData name="Grymonprez, Dries" userId="9ff74f8c-3ba3-46d3-aae9-51452790540f" providerId="ADAL" clId="{9B4FD3E1-733A-4B9B-A1E5-B9FC0CD5C7FA}" dt="2024-10-04T11:18:50.650" v="342" actId="47"/>
        <pc:sldMkLst>
          <pc:docMk/>
          <pc:sldMk cId="0" sldId="649"/>
        </pc:sldMkLst>
      </pc:sldChg>
      <pc:sldChg chg="del">
        <pc:chgData name="Grymonprez, Dries" userId="9ff74f8c-3ba3-46d3-aae9-51452790540f" providerId="ADAL" clId="{9B4FD3E1-733A-4B9B-A1E5-B9FC0CD5C7FA}" dt="2024-10-04T11:18:50.650" v="342" actId="47"/>
        <pc:sldMkLst>
          <pc:docMk/>
          <pc:sldMk cId="0" sldId="650"/>
        </pc:sldMkLst>
      </pc:sldChg>
      <pc:sldChg chg="del">
        <pc:chgData name="Grymonprez, Dries" userId="9ff74f8c-3ba3-46d3-aae9-51452790540f" providerId="ADAL" clId="{9B4FD3E1-733A-4B9B-A1E5-B9FC0CD5C7FA}" dt="2024-10-04T11:18:50.650" v="342" actId="47"/>
        <pc:sldMkLst>
          <pc:docMk/>
          <pc:sldMk cId="0" sldId="651"/>
        </pc:sldMkLst>
      </pc:sldChg>
      <pc:sldChg chg="del">
        <pc:chgData name="Grymonprez, Dries" userId="9ff74f8c-3ba3-46d3-aae9-51452790540f" providerId="ADAL" clId="{9B4FD3E1-733A-4B9B-A1E5-B9FC0CD5C7FA}" dt="2024-10-04T11:18:50.650" v="342" actId="47"/>
        <pc:sldMkLst>
          <pc:docMk/>
          <pc:sldMk cId="306358986" sldId="674"/>
        </pc:sldMkLst>
      </pc:sldChg>
      <pc:sldChg chg="del">
        <pc:chgData name="Grymonprez, Dries" userId="9ff74f8c-3ba3-46d3-aae9-51452790540f" providerId="ADAL" clId="{9B4FD3E1-733A-4B9B-A1E5-B9FC0CD5C7FA}" dt="2024-10-04T11:18:50.650" v="342" actId="47"/>
        <pc:sldMkLst>
          <pc:docMk/>
          <pc:sldMk cId="17472133" sldId="675"/>
        </pc:sldMkLst>
      </pc:sldChg>
      <pc:sldChg chg="del">
        <pc:chgData name="Grymonprez, Dries" userId="9ff74f8c-3ba3-46d3-aae9-51452790540f" providerId="ADAL" clId="{9B4FD3E1-733A-4B9B-A1E5-B9FC0CD5C7FA}" dt="2024-10-04T11:18:50.650" v="342" actId="47"/>
        <pc:sldMkLst>
          <pc:docMk/>
          <pc:sldMk cId="3521607059" sldId="676"/>
        </pc:sldMkLst>
      </pc:sldChg>
      <pc:sldChg chg="del">
        <pc:chgData name="Grymonprez, Dries" userId="9ff74f8c-3ba3-46d3-aae9-51452790540f" providerId="ADAL" clId="{9B4FD3E1-733A-4B9B-A1E5-B9FC0CD5C7FA}" dt="2024-10-04T11:18:50.650" v="342" actId="47"/>
        <pc:sldMkLst>
          <pc:docMk/>
          <pc:sldMk cId="3394410949" sldId="681"/>
        </pc:sldMkLst>
      </pc:sldChg>
      <pc:sldChg chg="del">
        <pc:chgData name="Grymonprez, Dries" userId="9ff74f8c-3ba3-46d3-aae9-51452790540f" providerId="ADAL" clId="{9B4FD3E1-733A-4B9B-A1E5-B9FC0CD5C7FA}" dt="2024-10-04T11:18:50.650" v="342" actId="47"/>
        <pc:sldMkLst>
          <pc:docMk/>
          <pc:sldMk cId="0" sldId="720"/>
        </pc:sldMkLst>
      </pc:sldChg>
      <pc:sldChg chg="del">
        <pc:chgData name="Grymonprez, Dries" userId="9ff74f8c-3ba3-46d3-aae9-51452790540f" providerId="ADAL" clId="{9B4FD3E1-733A-4B9B-A1E5-B9FC0CD5C7FA}" dt="2024-10-04T11:28:07.373" v="463" actId="47"/>
        <pc:sldMkLst>
          <pc:docMk/>
          <pc:sldMk cId="0" sldId="721"/>
        </pc:sldMkLst>
      </pc:sldChg>
      <pc:sldChg chg="del">
        <pc:chgData name="Grymonprez, Dries" userId="9ff74f8c-3ba3-46d3-aae9-51452790540f" providerId="ADAL" clId="{9B4FD3E1-733A-4B9B-A1E5-B9FC0CD5C7FA}" dt="2024-10-04T11:28:23.873" v="473" actId="47"/>
        <pc:sldMkLst>
          <pc:docMk/>
          <pc:sldMk cId="3463439622" sldId="723"/>
        </pc:sldMkLst>
      </pc:sldChg>
      <pc:sldChg chg="del">
        <pc:chgData name="Grymonprez, Dries" userId="9ff74f8c-3ba3-46d3-aae9-51452790540f" providerId="ADAL" clId="{9B4FD3E1-733A-4B9B-A1E5-B9FC0CD5C7FA}" dt="2024-10-04T11:28:24.565" v="474" actId="47"/>
        <pc:sldMkLst>
          <pc:docMk/>
          <pc:sldMk cId="915209024" sldId="724"/>
        </pc:sldMkLst>
      </pc:sldChg>
      <pc:sldChg chg="del">
        <pc:chgData name="Grymonprez, Dries" userId="9ff74f8c-3ba3-46d3-aae9-51452790540f" providerId="ADAL" clId="{9B4FD3E1-733A-4B9B-A1E5-B9FC0CD5C7FA}" dt="2024-10-04T11:28:25.227" v="475" actId="47"/>
        <pc:sldMkLst>
          <pc:docMk/>
          <pc:sldMk cId="3637138227" sldId="725"/>
        </pc:sldMkLst>
      </pc:sldChg>
      <pc:sldChg chg="del">
        <pc:chgData name="Grymonprez, Dries" userId="9ff74f8c-3ba3-46d3-aae9-51452790540f" providerId="ADAL" clId="{9B4FD3E1-733A-4B9B-A1E5-B9FC0CD5C7FA}" dt="2024-10-04T11:28:27.110" v="477" actId="47"/>
        <pc:sldMkLst>
          <pc:docMk/>
          <pc:sldMk cId="4196919581" sldId="726"/>
        </pc:sldMkLst>
      </pc:sldChg>
      <pc:sldChg chg="del">
        <pc:chgData name="Grymonprez, Dries" userId="9ff74f8c-3ba3-46d3-aae9-51452790540f" providerId="ADAL" clId="{9B4FD3E1-733A-4B9B-A1E5-B9FC0CD5C7FA}" dt="2024-10-04T11:28:26.223" v="476" actId="47"/>
        <pc:sldMkLst>
          <pc:docMk/>
          <pc:sldMk cId="0" sldId="727"/>
        </pc:sldMkLst>
      </pc:sldChg>
      <pc:sldChg chg="del">
        <pc:chgData name="Grymonprez, Dries" userId="9ff74f8c-3ba3-46d3-aae9-51452790540f" providerId="ADAL" clId="{9B4FD3E1-733A-4B9B-A1E5-B9FC0CD5C7FA}" dt="2024-10-04T11:28:27.646" v="478" actId="47"/>
        <pc:sldMkLst>
          <pc:docMk/>
          <pc:sldMk cId="1061322398" sldId="738"/>
        </pc:sldMkLst>
      </pc:sldChg>
      <pc:sldChg chg="del">
        <pc:chgData name="Grymonprez, Dries" userId="9ff74f8c-3ba3-46d3-aae9-51452790540f" providerId="ADAL" clId="{9B4FD3E1-733A-4B9B-A1E5-B9FC0CD5C7FA}" dt="2024-10-04T11:18:50.650" v="342" actId="47"/>
        <pc:sldMkLst>
          <pc:docMk/>
          <pc:sldMk cId="830994353" sldId="751"/>
        </pc:sldMkLst>
      </pc:sldChg>
      <pc:sldChg chg="del">
        <pc:chgData name="Grymonprez, Dries" userId="9ff74f8c-3ba3-46d3-aae9-51452790540f" providerId="ADAL" clId="{9B4FD3E1-733A-4B9B-A1E5-B9FC0CD5C7FA}" dt="2024-10-04T11:18:50.650" v="342" actId="47"/>
        <pc:sldMkLst>
          <pc:docMk/>
          <pc:sldMk cId="1001677513" sldId="752"/>
        </pc:sldMkLst>
      </pc:sldChg>
      <pc:sldChg chg="del">
        <pc:chgData name="Grymonprez, Dries" userId="9ff74f8c-3ba3-46d3-aae9-51452790540f" providerId="ADAL" clId="{9B4FD3E1-733A-4B9B-A1E5-B9FC0CD5C7FA}" dt="2024-10-04T11:18:50.650" v="342" actId="47"/>
        <pc:sldMkLst>
          <pc:docMk/>
          <pc:sldMk cId="0" sldId="753"/>
        </pc:sldMkLst>
      </pc:sldChg>
      <pc:sldChg chg="del">
        <pc:chgData name="Grymonprez, Dries" userId="9ff74f8c-3ba3-46d3-aae9-51452790540f" providerId="ADAL" clId="{9B4FD3E1-733A-4B9B-A1E5-B9FC0CD5C7FA}" dt="2024-10-04T11:18:50.650" v="342" actId="47"/>
        <pc:sldMkLst>
          <pc:docMk/>
          <pc:sldMk cId="0" sldId="754"/>
        </pc:sldMkLst>
      </pc:sldChg>
      <pc:sldChg chg="del">
        <pc:chgData name="Grymonprez, Dries" userId="9ff74f8c-3ba3-46d3-aae9-51452790540f" providerId="ADAL" clId="{9B4FD3E1-733A-4B9B-A1E5-B9FC0CD5C7FA}" dt="2024-10-04T11:18:50.650" v="342" actId="47"/>
        <pc:sldMkLst>
          <pc:docMk/>
          <pc:sldMk cId="0" sldId="755"/>
        </pc:sldMkLst>
      </pc:sldChg>
      <pc:sldChg chg="del">
        <pc:chgData name="Grymonprez, Dries" userId="9ff74f8c-3ba3-46d3-aae9-51452790540f" providerId="ADAL" clId="{9B4FD3E1-733A-4B9B-A1E5-B9FC0CD5C7FA}" dt="2024-10-04T11:18:50.650" v="342" actId="47"/>
        <pc:sldMkLst>
          <pc:docMk/>
          <pc:sldMk cId="0" sldId="757"/>
        </pc:sldMkLst>
      </pc:sldChg>
      <pc:sldChg chg="del">
        <pc:chgData name="Grymonprez, Dries" userId="9ff74f8c-3ba3-46d3-aae9-51452790540f" providerId="ADAL" clId="{9B4FD3E1-733A-4B9B-A1E5-B9FC0CD5C7FA}" dt="2024-10-04T11:18:50.650" v="342" actId="47"/>
        <pc:sldMkLst>
          <pc:docMk/>
          <pc:sldMk cId="0" sldId="758"/>
        </pc:sldMkLst>
      </pc:sldChg>
      <pc:sldChg chg="del">
        <pc:chgData name="Grymonprez, Dries" userId="9ff74f8c-3ba3-46d3-aae9-51452790540f" providerId="ADAL" clId="{9B4FD3E1-733A-4B9B-A1E5-B9FC0CD5C7FA}" dt="2024-10-04T11:18:50.650" v="342" actId="47"/>
        <pc:sldMkLst>
          <pc:docMk/>
          <pc:sldMk cId="0" sldId="759"/>
        </pc:sldMkLst>
      </pc:sldChg>
      <pc:sldChg chg="del">
        <pc:chgData name="Grymonprez, Dries" userId="9ff74f8c-3ba3-46d3-aae9-51452790540f" providerId="ADAL" clId="{9B4FD3E1-733A-4B9B-A1E5-B9FC0CD5C7FA}" dt="2024-10-04T11:18:50.650" v="342" actId="47"/>
        <pc:sldMkLst>
          <pc:docMk/>
          <pc:sldMk cId="2511798706" sldId="761"/>
        </pc:sldMkLst>
      </pc:sldChg>
      <pc:sldChg chg="del">
        <pc:chgData name="Grymonprez, Dries" userId="9ff74f8c-3ba3-46d3-aae9-51452790540f" providerId="ADAL" clId="{9B4FD3E1-733A-4B9B-A1E5-B9FC0CD5C7FA}" dt="2024-10-04T11:18:50.650" v="342" actId="47"/>
        <pc:sldMkLst>
          <pc:docMk/>
          <pc:sldMk cId="995274421" sldId="762"/>
        </pc:sldMkLst>
      </pc:sldChg>
      <pc:sldChg chg="del">
        <pc:chgData name="Grymonprez, Dries" userId="9ff74f8c-3ba3-46d3-aae9-51452790540f" providerId="ADAL" clId="{9B4FD3E1-733A-4B9B-A1E5-B9FC0CD5C7FA}" dt="2024-10-04T11:18:50.650" v="342" actId="47"/>
        <pc:sldMkLst>
          <pc:docMk/>
          <pc:sldMk cId="2175682832" sldId="763"/>
        </pc:sldMkLst>
      </pc:sldChg>
      <pc:sldChg chg="del">
        <pc:chgData name="Grymonprez, Dries" userId="9ff74f8c-3ba3-46d3-aae9-51452790540f" providerId="ADAL" clId="{9B4FD3E1-733A-4B9B-A1E5-B9FC0CD5C7FA}" dt="2024-10-04T11:18:50.650" v="342" actId="47"/>
        <pc:sldMkLst>
          <pc:docMk/>
          <pc:sldMk cId="1294354675" sldId="764"/>
        </pc:sldMkLst>
      </pc:sldChg>
      <pc:sldChg chg="del">
        <pc:chgData name="Grymonprez, Dries" userId="9ff74f8c-3ba3-46d3-aae9-51452790540f" providerId="ADAL" clId="{9B4FD3E1-733A-4B9B-A1E5-B9FC0CD5C7FA}" dt="2024-10-04T11:18:50.650" v="342" actId="47"/>
        <pc:sldMkLst>
          <pc:docMk/>
          <pc:sldMk cId="123877472" sldId="765"/>
        </pc:sldMkLst>
      </pc:sldChg>
      <pc:sldChg chg="del">
        <pc:chgData name="Grymonprez, Dries" userId="9ff74f8c-3ba3-46d3-aae9-51452790540f" providerId="ADAL" clId="{9B4FD3E1-733A-4B9B-A1E5-B9FC0CD5C7FA}" dt="2024-10-04T11:18:50.650" v="342" actId="47"/>
        <pc:sldMkLst>
          <pc:docMk/>
          <pc:sldMk cId="1749159648" sldId="766"/>
        </pc:sldMkLst>
      </pc:sldChg>
      <pc:sldChg chg="del">
        <pc:chgData name="Grymonprez, Dries" userId="9ff74f8c-3ba3-46d3-aae9-51452790540f" providerId="ADAL" clId="{9B4FD3E1-733A-4B9B-A1E5-B9FC0CD5C7FA}" dt="2024-10-04T11:18:50.650" v="342" actId="47"/>
        <pc:sldMkLst>
          <pc:docMk/>
          <pc:sldMk cId="689623982" sldId="767"/>
        </pc:sldMkLst>
      </pc:sldChg>
      <pc:sldChg chg="del">
        <pc:chgData name="Grymonprez, Dries" userId="9ff74f8c-3ba3-46d3-aae9-51452790540f" providerId="ADAL" clId="{9B4FD3E1-733A-4B9B-A1E5-B9FC0CD5C7FA}" dt="2024-10-04T11:18:50.650" v="342" actId="47"/>
        <pc:sldMkLst>
          <pc:docMk/>
          <pc:sldMk cId="669022111" sldId="768"/>
        </pc:sldMkLst>
      </pc:sldChg>
      <pc:sldChg chg="del">
        <pc:chgData name="Grymonprez, Dries" userId="9ff74f8c-3ba3-46d3-aae9-51452790540f" providerId="ADAL" clId="{9B4FD3E1-733A-4B9B-A1E5-B9FC0CD5C7FA}" dt="2024-10-04T11:28:17.642" v="469" actId="47"/>
        <pc:sldMkLst>
          <pc:docMk/>
          <pc:sldMk cId="0" sldId="769"/>
        </pc:sldMkLst>
      </pc:sldChg>
      <pc:sldChg chg="del">
        <pc:chgData name="Grymonprez, Dries" userId="9ff74f8c-3ba3-46d3-aae9-51452790540f" providerId="ADAL" clId="{9B4FD3E1-733A-4B9B-A1E5-B9FC0CD5C7FA}" dt="2024-10-04T11:26:38.369" v="435" actId="47"/>
        <pc:sldMkLst>
          <pc:docMk/>
          <pc:sldMk cId="0" sldId="773"/>
        </pc:sldMkLst>
      </pc:sldChg>
      <pc:sldChg chg="del">
        <pc:chgData name="Grymonprez, Dries" userId="9ff74f8c-3ba3-46d3-aae9-51452790540f" providerId="ADAL" clId="{9B4FD3E1-733A-4B9B-A1E5-B9FC0CD5C7FA}" dt="2024-10-04T11:26:23.458" v="434" actId="47"/>
        <pc:sldMkLst>
          <pc:docMk/>
          <pc:sldMk cId="2605453556" sldId="774"/>
        </pc:sldMkLst>
      </pc:sldChg>
      <pc:sldChg chg="del">
        <pc:chgData name="Grymonprez, Dries" userId="9ff74f8c-3ba3-46d3-aae9-51452790540f" providerId="ADAL" clId="{9B4FD3E1-733A-4B9B-A1E5-B9FC0CD5C7FA}" dt="2024-10-04T11:28:19.818" v="470" actId="47"/>
        <pc:sldMkLst>
          <pc:docMk/>
          <pc:sldMk cId="0" sldId="779"/>
        </pc:sldMkLst>
      </pc:sldChg>
      <pc:sldChg chg="del">
        <pc:chgData name="Grymonprez, Dries" userId="9ff74f8c-3ba3-46d3-aae9-51452790540f" providerId="ADAL" clId="{9B4FD3E1-733A-4B9B-A1E5-B9FC0CD5C7FA}" dt="2024-10-04T11:27:22.748" v="447" actId="47"/>
        <pc:sldMkLst>
          <pc:docMk/>
          <pc:sldMk cId="0" sldId="781"/>
        </pc:sldMkLst>
      </pc:sldChg>
      <pc:sldChg chg="del">
        <pc:chgData name="Grymonprez, Dries" userId="9ff74f8c-3ba3-46d3-aae9-51452790540f" providerId="ADAL" clId="{9B4FD3E1-733A-4B9B-A1E5-B9FC0CD5C7FA}" dt="2024-10-04T11:18:50.650" v="342" actId="47"/>
        <pc:sldMkLst>
          <pc:docMk/>
          <pc:sldMk cId="0" sldId="784"/>
        </pc:sldMkLst>
      </pc:sldChg>
      <pc:sldChg chg="del">
        <pc:chgData name="Grymonprez, Dries" userId="9ff74f8c-3ba3-46d3-aae9-51452790540f" providerId="ADAL" clId="{9B4FD3E1-733A-4B9B-A1E5-B9FC0CD5C7FA}" dt="2024-10-04T11:18:50.650" v="342" actId="47"/>
        <pc:sldMkLst>
          <pc:docMk/>
          <pc:sldMk cId="0" sldId="785"/>
        </pc:sldMkLst>
      </pc:sldChg>
      <pc:sldChg chg="del">
        <pc:chgData name="Grymonprez, Dries" userId="9ff74f8c-3ba3-46d3-aae9-51452790540f" providerId="ADAL" clId="{9B4FD3E1-733A-4B9B-A1E5-B9FC0CD5C7FA}" dt="2024-10-04T11:19:09.840" v="343" actId="47"/>
        <pc:sldMkLst>
          <pc:docMk/>
          <pc:sldMk cId="0" sldId="786"/>
        </pc:sldMkLst>
      </pc:sldChg>
      <pc:sldChg chg="del">
        <pc:chgData name="Grymonprez, Dries" userId="9ff74f8c-3ba3-46d3-aae9-51452790540f" providerId="ADAL" clId="{9B4FD3E1-733A-4B9B-A1E5-B9FC0CD5C7FA}" dt="2024-10-04T11:19:09.840" v="343" actId="47"/>
        <pc:sldMkLst>
          <pc:docMk/>
          <pc:sldMk cId="0" sldId="787"/>
        </pc:sldMkLst>
      </pc:sldChg>
      <pc:sldChg chg="del">
        <pc:chgData name="Grymonprez, Dries" userId="9ff74f8c-3ba3-46d3-aae9-51452790540f" providerId="ADAL" clId="{9B4FD3E1-733A-4B9B-A1E5-B9FC0CD5C7FA}" dt="2024-10-04T11:19:09.840" v="343" actId="47"/>
        <pc:sldMkLst>
          <pc:docMk/>
          <pc:sldMk cId="0" sldId="788"/>
        </pc:sldMkLst>
      </pc:sldChg>
      <pc:sldChg chg="del">
        <pc:chgData name="Grymonprez, Dries" userId="9ff74f8c-3ba3-46d3-aae9-51452790540f" providerId="ADAL" clId="{9B4FD3E1-733A-4B9B-A1E5-B9FC0CD5C7FA}" dt="2024-10-04T11:18:50.650" v="342" actId="47"/>
        <pc:sldMkLst>
          <pc:docMk/>
          <pc:sldMk cId="0" sldId="790"/>
        </pc:sldMkLst>
      </pc:sldChg>
      <pc:sldChg chg="del">
        <pc:chgData name="Grymonprez, Dries" userId="9ff74f8c-3ba3-46d3-aae9-51452790540f" providerId="ADAL" clId="{9B4FD3E1-733A-4B9B-A1E5-B9FC0CD5C7FA}" dt="2024-10-04T11:18:50.650" v="342" actId="47"/>
        <pc:sldMkLst>
          <pc:docMk/>
          <pc:sldMk cId="0" sldId="791"/>
        </pc:sldMkLst>
      </pc:sldChg>
      <pc:sldChg chg="del">
        <pc:chgData name="Grymonprez, Dries" userId="9ff74f8c-3ba3-46d3-aae9-51452790540f" providerId="ADAL" clId="{9B4FD3E1-733A-4B9B-A1E5-B9FC0CD5C7FA}" dt="2024-10-04T11:18:50.650" v="342" actId="47"/>
        <pc:sldMkLst>
          <pc:docMk/>
          <pc:sldMk cId="0" sldId="792"/>
        </pc:sldMkLst>
      </pc:sldChg>
      <pc:sldChg chg="modSp mod">
        <pc:chgData name="Grymonprez, Dries" userId="9ff74f8c-3ba3-46d3-aae9-51452790540f" providerId="ADAL" clId="{9B4FD3E1-733A-4B9B-A1E5-B9FC0CD5C7FA}" dt="2024-10-04T11:33:24.657" v="507" actId="20577"/>
        <pc:sldMkLst>
          <pc:docMk/>
          <pc:sldMk cId="3209177810" sldId="793"/>
        </pc:sldMkLst>
      </pc:sldChg>
      <pc:sldChg chg="del">
        <pc:chgData name="Grymonprez, Dries" userId="9ff74f8c-3ba3-46d3-aae9-51452790540f" providerId="ADAL" clId="{9B4FD3E1-733A-4B9B-A1E5-B9FC0CD5C7FA}" dt="2024-10-04T11:22:17.883" v="386" actId="47"/>
        <pc:sldMkLst>
          <pc:docMk/>
          <pc:sldMk cId="3604438979" sldId="795"/>
        </pc:sldMkLst>
      </pc:sldChg>
      <pc:sldChg chg="del">
        <pc:chgData name="Grymonprez, Dries" userId="9ff74f8c-3ba3-46d3-aae9-51452790540f" providerId="ADAL" clId="{9B4FD3E1-733A-4B9B-A1E5-B9FC0CD5C7FA}" dt="2024-10-04T11:26:21.910" v="433" actId="47"/>
        <pc:sldMkLst>
          <pc:docMk/>
          <pc:sldMk cId="2124599713" sldId="796"/>
        </pc:sldMkLst>
      </pc:sldChg>
      <pc:sldChg chg="del">
        <pc:chgData name="Grymonprez, Dries" userId="9ff74f8c-3ba3-46d3-aae9-51452790540f" providerId="ADAL" clId="{9B4FD3E1-733A-4B9B-A1E5-B9FC0CD5C7FA}" dt="2024-10-04T11:27:18.129" v="444" actId="47"/>
        <pc:sldMkLst>
          <pc:docMk/>
          <pc:sldMk cId="1213530810" sldId="797"/>
        </pc:sldMkLst>
      </pc:sldChg>
      <pc:sldChg chg="del">
        <pc:chgData name="Grymonprez, Dries" userId="9ff74f8c-3ba3-46d3-aae9-51452790540f" providerId="ADAL" clId="{9B4FD3E1-733A-4B9B-A1E5-B9FC0CD5C7FA}" dt="2024-10-04T11:19:43.688" v="344" actId="47"/>
        <pc:sldMkLst>
          <pc:docMk/>
          <pc:sldMk cId="354997351" sldId="800"/>
        </pc:sldMkLst>
      </pc:sldChg>
      <pc:sldChg chg="add del">
        <pc:chgData name="Grymonprez, Dries" userId="9ff74f8c-3ba3-46d3-aae9-51452790540f" providerId="ADAL" clId="{9B4FD3E1-733A-4B9B-A1E5-B9FC0CD5C7FA}" dt="2024-10-04T11:22:20.337" v="389" actId="47"/>
        <pc:sldMkLst>
          <pc:docMk/>
          <pc:sldMk cId="1089809405" sldId="805"/>
        </pc:sldMkLst>
      </pc:sldChg>
      <pc:sldChg chg="modSp mod">
        <pc:chgData name="Grymonprez, Dries" userId="9ff74f8c-3ba3-46d3-aae9-51452790540f" providerId="ADAL" clId="{9B4FD3E1-733A-4B9B-A1E5-B9FC0CD5C7FA}" dt="2024-10-04T11:20:52.812" v="348" actId="20577"/>
        <pc:sldMkLst>
          <pc:docMk/>
          <pc:sldMk cId="57971850" sldId="807"/>
        </pc:sldMkLst>
      </pc:sldChg>
      <pc:sldChg chg="add del">
        <pc:chgData name="Grymonprez, Dries" userId="9ff74f8c-3ba3-46d3-aae9-51452790540f" providerId="ADAL" clId="{9B4FD3E1-733A-4B9B-A1E5-B9FC0CD5C7FA}" dt="2024-10-04T11:22:25.323" v="393" actId="47"/>
        <pc:sldMkLst>
          <pc:docMk/>
          <pc:sldMk cId="1939368819" sldId="809"/>
        </pc:sldMkLst>
      </pc:sldChg>
      <pc:sldChg chg="modSp mod">
        <pc:chgData name="Grymonprez, Dries" userId="9ff74f8c-3ba3-46d3-aae9-51452790540f" providerId="ADAL" clId="{9B4FD3E1-733A-4B9B-A1E5-B9FC0CD5C7FA}" dt="2024-10-04T11:20:01.374" v="347" actId="5793"/>
        <pc:sldMkLst>
          <pc:docMk/>
          <pc:sldMk cId="3969098095" sldId="832"/>
        </pc:sldMkLst>
      </pc:sldChg>
      <pc:sldChg chg="del">
        <pc:chgData name="Grymonprez, Dries" userId="9ff74f8c-3ba3-46d3-aae9-51452790540f" providerId="ADAL" clId="{9B4FD3E1-733A-4B9B-A1E5-B9FC0CD5C7FA}" dt="2024-10-04T11:22:14.289" v="385" actId="47"/>
        <pc:sldMkLst>
          <pc:docMk/>
          <pc:sldMk cId="1439811171" sldId="835"/>
        </pc:sldMkLst>
      </pc:sldChg>
      <pc:sldChg chg="del">
        <pc:chgData name="Grymonprez, Dries" userId="9ff74f8c-3ba3-46d3-aae9-51452790540f" providerId="ADAL" clId="{9B4FD3E1-733A-4B9B-A1E5-B9FC0CD5C7FA}" dt="2024-10-04T11:25:33.363" v="432" actId="47"/>
        <pc:sldMkLst>
          <pc:docMk/>
          <pc:sldMk cId="3586311192" sldId="836"/>
        </pc:sldMkLst>
      </pc:sldChg>
      <pc:sldChg chg="del">
        <pc:chgData name="Grymonprez, Dries" userId="9ff74f8c-3ba3-46d3-aae9-51452790540f" providerId="ADAL" clId="{9B4FD3E1-733A-4B9B-A1E5-B9FC0CD5C7FA}" dt="2024-10-04T11:28:33.140" v="482" actId="47"/>
        <pc:sldMkLst>
          <pc:docMk/>
          <pc:sldMk cId="689749823" sldId="837"/>
        </pc:sldMkLst>
      </pc:sldChg>
      <pc:sldChg chg="del">
        <pc:chgData name="Grymonprez, Dries" userId="9ff74f8c-3ba3-46d3-aae9-51452790540f" providerId="ADAL" clId="{9B4FD3E1-733A-4B9B-A1E5-B9FC0CD5C7FA}" dt="2024-10-04T11:29:22.751" v="495" actId="47"/>
        <pc:sldMkLst>
          <pc:docMk/>
          <pc:sldMk cId="3957740650" sldId="838"/>
        </pc:sldMkLst>
      </pc:sldChg>
      <pc:sldChg chg="del">
        <pc:chgData name="Grymonprez, Dries" userId="9ff74f8c-3ba3-46d3-aae9-51452790540f" providerId="ADAL" clId="{9B4FD3E1-733A-4B9B-A1E5-B9FC0CD5C7FA}" dt="2024-10-04T11:29:37.593" v="499" actId="47"/>
        <pc:sldMkLst>
          <pc:docMk/>
          <pc:sldMk cId="547264977" sldId="839"/>
        </pc:sldMkLst>
      </pc:sldChg>
      <pc:sldChg chg="del">
        <pc:chgData name="Grymonprez, Dries" userId="9ff74f8c-3ba3-46d3-aae9-51452790540f" providerId="ADAL" clId="{9B4FD3E1-733A-4B9B-A1E5-B9FC0CD5C7FA}" dt="2024-10-04T11:31:22.425" v="501" actId="47"/>
        <pc:sldMkLst>
          <pc:docMk/>
          <pc:sldMk cId="196851966" sldId="840"/>
        </pc:sldMkLst>
      </pc:sldChg>
      <pc:sldChg chg="modSp add mod">
        <pc:chgData name="Grymonprez, Dries" userId="9ff74f8c-3ba3-46d3-aae9-51452790540f" providerId="ADAL" clId="{9B4FD3E1-733A-4B9B-A1E5-B9FC0CD5C7FA}" dt="2024-10-04T11:29:01.545" v="491" actId="207"/>
        <pc:sldMkLst>
          <pc:docMk/>
          <pc:sldMk cId="1429406979" sldId="841"/>
        </pc:sldMkLst>
      </pc:sldChg>
      <pc:sldChg chg="del">
        <pc:chgData name="Grymonprez, Dries" userId="9ff74f8c-3ba3-46d3-aae9-51452790540f" providerId="ADAL" clId="{9B4FD3E1-733A-4B9B-A1E5-B9FC0CD5C7FA}" dt="2024-10-04T11:19:09.840" v="343" actId="47"/>
        <pc:sldMkLst>
          <pc:docMk/>
          <pc:sldMk cId="2450900743" sldId="841"/>
        </pc:sldMkLst>
      </pc:sldChg>
      <pc:sldChg chg="del">
        <pc:chgData name="Grymonprez, Dries" userId="9ff74f8c-3ba3-46d3-aae9-51452790540f" providerId="ADAL" clId="{9B4FD3E1-733A-4B9B-A1E5-B9FC0CD5C7FA}" dt="2024-10-04T11:19:09.840" v="343" actId="47"/>
        <pc:sldMkLst>
          <pc:docMk/>
          <pc:sldMk cId="11064704" sldId="842"/>
        </pc:sldMkLst>
      </pc:sldChg>
      <pc:sldChg chg="modSp add mod">
        <pc:chgData name="Grymonprez, Dries" userId="9ff74f8c-3ba3-46d3-aae9-51452790540f" providerId="ADAL" clId="{9B4FD3E1-733A-4B9B-A1E5-B9FC0CD5C7FA}" dt="2024-10-04T11:29:20.665" v="494" actId="207"/>
        <pc:sldMkLst>
          <pc:docMk/>
          <pc:sldMk cId="2780390211" sldId="842"/>
        </pc:sldMkLst>
      </pc:sldChg>
      <pc:sldChg chg="modSp add mod">
        <pc:chgData name="Grymonprez, Dries" userId="9ff74f8c-3ba3-46d3-aae9-51452790540f" providerId="ADAL" clId="{9B4FD3E1-733A-4B9B-A1E5-B9FC0CD5C7FA}" dt="2024-10-04T11:31:42.455" v="503" actId="207"/>
        <pc:sldMkLst>
          <pc:docMk/>
          <pc:sldMk cId="1310922756" sldId="843"/>
        </pc:sldMkLst>
      </pc:sldChg>
      <pc:sldChg chg="del">
        <pc:chgData name="Grymonprez, Dries" userId="9ff74f8c-3ba3-46d3-aae9-51452790540f" providerId="ADAL" clId="{9B4FD3E1-733A-4B9B-A1E5-B9FC0CD5C7FA}" dt="2024-10-04T11:18:50.650" v="342" actId="47"/>
        <pc:sldMkLst>
          <pc:docMk/>
          <pc:sldMk cId="2645374317" sldId="843"/>
        </pc:sldMkLst>
      </pc:sldChg>
      <pc:sldChg chg="modSp add mod">
        <pc:chgData name="Grymonprez, Dries" userId="9ff74f8c-3ba3-46d3-aae9-51452790540f" providerId="ADAL" clId="{9B4FD3E1-733A-4B9B-A1E5-B9FC0CD5C7FA}" dt="2024-10-04T11:32:37.282" v="506" actId="207"/>
        <pc:sldMkLst>
          <pc:docMk/>
          <pc:sldMk cId="2044527313" sldId="844"/>
        </pc:sldMkLst>
      </pc:sldChg>
      <pc:sldChg chg="del">
        <pc:chgData name="Grymonprez, Dries" userId="9ff74f8c-3ba3-46d3-aae9-51452790540f" providerId="ADAL" clId="{9B4FD3E1-733A-4B9B-A1E5-B9FC0CD5C7FA}" dt="2024-10-04T11:18:50.650" v="342" actId="47"/>
        <pc:sldMkLst>
          <pc:docMk/>
          <pc:sldMk cId="2330383154" sldId="844"/>
        </pc:sldMkLst>
      </pc:sldChg>
      <pc:sldChg chg="del">
        <pc:chgData name="Grymonprez, Dries" userId="9ff74f8c-3ba3-46d3-aae9-51452790540f" providerId="ADAL" clId="{9B4FD3E1-733A-4B9B-A1E5-B9FC0CD5C7FA}" dt="2024-10-04T11:18:50.650" v="342" actId="47"/>
        <pc:sldMkLst>
          <pc:docMk/>
          <pc:sldMk cId="3132336642" sldId="845"/>
        </pc:sldMkLst>
      </pc:sldChg>
      <pc:sldChg chg="del">
        <pc:chgData name="Grymonprez, Dries" userId="9ff74f8c-3ba3-46d3-aae9-51452790540f" providerId="ADAL" clId="{9B4FD3E1-733A-4B9B-A1E5-B9FC0CD5C7FA}" dt="2024-10-04T11:18:50.650" v="342" actId="47"/>
        <pc:sldMkLst>
          <pc:docMk/>
          <pc:sldMk cId="476840539" sldId="846"/>
        </pc:sldMkLst>
      </pc:sldChg>
      <pc:sldMasterChg chg="addSp delSp modSp mod addSldLayout delSldLayout">
        <pc:chgData name="Grymonprez, Dries" userId="9ff74f8c-3ba3-46d3-aae9-51452790540f" providerId="ADAL" clId="{9B4FD3E1-733A-4B9B-A1E5-B9FC0CD5C7FA}" dt="2024-10-04T11:28:31.003" v="481" actId="47"/>
        <pc:sldMasterMkLst>
          <pc:docMk/>
          <pc:sldMasterMk cId="0" sldId="2147483648"/>
        </pc:sldMasterMkLst>
        <pc:sldLayoutChg chg="del">
          <pc:chgData name="Grymonprez, Dries" userId="9ff74f8c-3ba3-46d3-aae9-51452790540f" providerId="ADAL" clId="{9B4FD3E1-733A-4B9B-A1E5-B9FC0CD5C7FA}" dt="2024-10-04T11:22:41.977" v="396" actId="47"/>
          <pc:sldLayoutMkLst>
            <pc:docMk/>
            <pc:sldMasterMk cId="0" sldId="2147483648"/>
            <pc:sldLayoutMk cId="0" sldId="2147483682"/>
          </pc:sldLayoutMkLst>
        </pc:sldLayoutChg>
        <pc:sldLayoutChg chg="del">
          <pc:chgData name="Grymonprez, Dries" userId="9ff74f8c-3ba3-46d3-aae9-51452790540f" providerId="ADAL" clId="{9B4FD3E1-733A-4B9B-A1E5-B9FC0CD5C7FA}" dt="2024-10-04T11:22:42.697" v="397" actId="47"/>
          <pc:sldLayoutMkLst>
            <pc:docMk/>
            <pc:sldMasterMk cId="0" sldId="2147483648"/>
            <pc:sldLayoutMk cId="0" sldId="2147483683"/>
          </pc:sldLayoutMkLst>
        </pc:sldLayoutChg>
        <pc:sldLayoutChg chg="del">
          <pc:chgData name="Grymonprez, Dries" userId="9ff74f8c-3ba3-46d3-aae9-51452790540f" providerId="ADAL" clId="{9B4FD3E1-733A-4B9B-A1E5-B9FC0CD5C7FA}" dt="2024-10-04T11:28:31.003" v="481" actId="47"/>
          <pc:sldLayoutMkLst>
            <pc:docMk/>
            <pc:sldMasterMk cId="0" sldId="2147483648"/>
            <pc:sldLayoutMk cId="0" sldId="2147483685"/>
          </pc:sldLayoutMkLst>
        </pc:sldLayoutChg>
        <pc:sldLayoutChg chg="add del">
          <pc:chgData name="Grymonprez, Dries" userId="9ff74f8c-3ba3-46d3-aae9-51452790540f" providerId="ADAL" clId="{9B4FD3E1-733A-4B9B-A1E5-B9FC0CD5C7FA}" dt="2024-10-04T11:27:28.685" v="452" actId="47"/>
          <pc:sldLayoutMkLst>
            <pc:docMk/>
            <pc:sldMasterMk cId="0" sldId="2147483648"/>
            <pc:sldLayoutMk cId="0" sldId="2147483687"/>
          </pc:sldLayoutMkLst>
        </pc:sldLayoutChg>
        <pc:sldLayoutChg chg="del">
          <pc:chgData name="Grymonprez, Dries" userId="9ff74f8c-3ba3-46d3-aae9-51452790540f" providerId="ADAL" clId="{9B4FD3E1-733A-4B9B-A1E5-B9FC0CD5C7FA}" dt="2024-10-04T11:27:35.480" v="454" actId="47"/>
          <pc:sldLayoutMkLst>
            <pc:docMk/>
            <pc:sldMasterMk cId="0" sldId="2147483648"/>
            <pc:sldLayoutMk cId="0" sldId="2147483689"/>
          </pc:sldLayoutMkLst>
        </pc:sldLayoutChg>
        <pc:sldLayoutChg chg="del">
          <pc:chgData name="Grymonprez, Dries" userId="9ff74f8c-3ba3-46d3-aae9-51452790540f" providerId="ADAL" clId="{9B4FD3E1-733A-4B9B-A1E5-B9FC0CD5C7FA}" dt="2024-10-04T11:25:27.563" v="428" actId="47"/>
          <pc:sldLayoutMkLst>
            <pc:docMk/>
            <pc:sldMasterMk cId="0" sldId="2147483648"/>
            <pc:sldLayoutMk cId="0" sldId="2147483693"/>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Rectangle 2"/>
          <p:cNvSpPr>
            <a:spLocks noGrp="1" noChangeArrowheads="1"/>
          </p:cNvSpPr>
          <p:nvPr>
            <p:ph type="hdr" sz="quarter"/>
          </p:nvPr>
        </p:nvSpPr>
        <p:spPr bwMode="auto">
          <a:xfrm>
            <a:off x="2" y="0"/>
            <a:ext cx="3076363" cy="511731"/>
          </a:xfrm>
          <a:prstGeom prst="rect">
            <a:avLst/>
          </a:prstGeom>
          <a:noFill/>
          <a:ln w="9525">
            <a:noFill/>
            <a:miter lim="800000"/>
            <a:headEnd/>
            <a:tailEnd/>
          </a:ln>
          <a:effectLst/>
        </p:spPr>
        <p:txBody>
          <a:bodyPr vert="horz" wrap="square" lIns="94768" tIns="47384" rIns="94768" bIns="47384" numCol="1" anchor="t" anchorCtr="0" compatLnSpc="1">
            <a:prstTxWarp prst="textNoShape">
              <a:avLst/>
            </a:prstTxWarp>
          </a:bodyPr>
          <a:lstStyle>
            <a:lvl1pPr algn="l">
              <a:defRPr sz="1200" smtClean="0"/>
            </a:lvl1pPr>
          </a:lstStyle>
          <a:p>
            <a:pPr>
              <a:defRPr/>
            </a:pPr>
            <a:endParaRPr lang="en-US"/>
          </a:p>
        </p:txBody>
      </p:sp>
      <p:sp>
        <p:nvSpPr>
          <p:cNvPr id="14339" name="Rectangle 3"/>
          <p:cNvSpPr>
            <a:spLocks noGrp="1" noChangeArrowheads="1"/>
          </p:cNvSpPr>
          <p:nvPr>
            <p:ph type="dt" sz="quarter" idx="1"/>
          </p:nvPr>
        </p:nvSpPr>
        <p:spPr bwMode="auto">
          <a:xfrm>
            <a:off x="4021296" y="0"/>
            <a:ext cx="3076363" cy="511731"/>
          </a:xfrm>
          <a:prstGeom prst="rect">
            <a:avLst/>
          </a:prstGeom>
          <a:noFill/>
          <a:ln w="9525">
            <a:noFill/>
            <a:miter lim="800000"/>
            <a:headEnd/>
            <a:tailEnd/>
          </a:ln>
          <a:effectLst/>
        </p:spPr>
        <p:txBody>
          <a:bodyPr vert="horz" wrap="square" lIns="94768" tIns="47384" rIns="94768" bIns="47384" numCol="1" anchor="t" anchorCtr="0" compatLnSpc="1">
            <a:prstTxWarp prst="textNoShape">
              <a:avLst/>
            </a:prstTxWarp>
          </a:bodyPr>
          <a:lstStyle>
            <a:lvl1pPr algn="r">
              <a:defRPr sz="1200" smtClean="0"/>
            </a:lvl1pPr>
          </a:lstStyle>
          <a:p>
            <a:pPr>
              <a:defRPr/>
            </a:pPr>
            <a:endParaRPr lang="en-US"/>
          </a:p>
        </p:txBody>
      </p:sp>
      <p:sp>
        <p:nvSpPr>
          <p:cNvPr id="14340" name="Rectangle 4"/>
          <p:cNvSpPr>
            <a:spLocks noGrp="1" noChangeArrowheads="1"/>
          </p:cNvSpPr>
          <p:nvPr>
            <p:ph type="ftr" sz="quarter" idx="2"/>
          </p:nvPr>
        </p:nvSpPr>
        <p:spPr bwMode="auto">
          <a:xfrm>
            <a:off x="2" y="9721106"/>
            <a:ext cx="3076363" cy="511731"/>
          </a:xfrm>
          <a:prstGeom prst="rect">
            <a:avLst/>
          </a:prstGeom>
          <a:noFill/>
          <a:ln w="9525">
            <a:noFill/>
            <a:miter lim="800000"/>
            <a:headEnd/>
            <a:tailEnd/>
          </a:ln>
          <a:effectLst/>
        </p:spPr>
        <p:txBody>
          <a:bodyPr vert="horz" wrap="square" lIns="94768" tIns="47384" rIns="94768" bIns="47384" numCol="1" anchor="b" anchorCtr="0" compatLnSpc="1">
            <a:prstTxWarp prst="textNoShape">
              <a:avLst/>
            </a:prstTxWarp>
          </a:bodyPr>
          <a:lstStyle>
            <a:lvl1pPr algn="l">
              <a:defRPr sz="1200" smtClean="0"/>
            </a:lvl1pPr>
          </a:lstStyle>
          <a:p>
            <a:pPr>
              <a:defRPr/>
            </a:pPr>
            <a:endParaRPr lang="en-US"/>
          </a:p>
        </p:txBody>
      </p:sp>
      <p:sp>
        <p:nvSpPr>
          <p:cNvPr id="14341" name="Rectangle 5"/>
          <p:cNvSpPr>
            <a:spLocks noGrp="1" noChangeArrowheads="1"/>
          </p:cNvSpPr>
          <p:nvPr>
            <p:ph type="sldNum" sz="quarter" idx="3"/>
          </p:nvPr>
        </p:nvSpPr>
        <p:spPr bwMode="auto">
          <a:xfrm>
            <a:off x="4021296" y="9721106"/>
            <a:ext cx="3076363" cy="511731"/>
          </a:xfrm>
          <a:prstGeom prst="rect">
            <a:avLst/>
          </a:prstGeom>
          <a:noFill/>
          <a:ln w="9525">
            <a:noFill/>
            <a:miter lim="800000"/>
            <a:headEnd/>
            <a:tailEnd/>
          </a:ln>
          <a:effectLst/>
        </p:spPr>
        <p:txBody>
          <a:bodyPr vert="horz" wrap="square" lIns="94768" tIns="47384" rIns="94768" bIns="47384" numCol="1" anchor="b" anchorCtr="0" compatLnSpc="1">
            <a:prstTxWarp prst="textNoShape">
              <a:avLst/>
            </a:prstTxWarp>
          </a:bodyPr>
          <a:lstStyle>
            <a:lvl1pPr algn="r">
              <a:defRPr sz="1200" smtClean="0"/>
            </a:lvl1pPr>
          </a:lstStyle>
          <a:p>
            <a:pPr>
              <a:defRPr/>
            </a:pPr>
            <a:fld id="{7D784DAB-4386-4D36-BE45-7D32F9BDCB2C}" type="slidenum">
              <a:rPr lang="en-US"/>
              <a:pPr>
                <a:defRPr/>
              </a:pPr>
              <a:t>‹nr.›</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2" y="0"/>
            <a:ext cx="3076363" cy="511731"/>
          </a:xfrm>
          <a:prstGeom prst="rect">
            <a:avLst/>
          </a:prstGeom>
          <a:noFill/>
          <a:ln w="9525">
            <a:noFill/>
            <a:miter lim="800000"/>
            <a:headEnd/>
            <a:tailEnd/>
          </a:ln>
        </p:spPr>
        <p:txBody>
          <a:bodyPr vert="horz" wrap="square" lIns="94768" tIns="47384" rIns="94768" bIns="47384" numCol="1" anchor="t" anchorCtr="0" compatLnSpc="1">
            <a:prstTxWarp prst="textNoShape">
              <a:avLst/>
            </a:prstTxWarp>
          </a:bodyPr>
          <a:lstStyle>
            <a:lvl1pPr algn="l">
              <a:defRPr sz="1200" smtClean="0"/>
            </a:lvl1pPr>
          </a:lstStyle>
          <a:p>
            <a:pPr>
              <a:defRPr/>
            </a:pPr>
            <a:endParaRPr lang="en-US"/>
          </a:p>
        </p:txBody>
      </p:sp>
      <p:sp>
        <p:nvSpPr>
          <p:cNvPr id="3075" name="Rectangle 3"/>
          <p:cNvSpPr>
            <a:spLocks noGrp="1" noChangeArrowheads="1"/>
          </p:cNvSpPr>
          <p:nvPr>
            <p:ph type="dt" idx="1"/>
          </p:nvPr>
        </p:nvSpPr>
        <p:spPr bwMode="auto">
          <a:xfrm>
            <a:off x="4022938" y="0"/>
            <a:ext cx="3076363" cy="511731"/>
          </a:xfrm>
          <a:prstGeom prst="rect">
            <a:avLst/>
          </a:prstGeom>
          <a:noFill/>
          <a:ln w="9525">
            <a:noFill/>
            <a:miter lim="800000"/>
            <a:headEnd/>
            <a:tailEnd/>
          </a:ln>
        </p:spPr>
        <p:txBody>
          <a:bodyPr vert="horz" wrap="square" lIns="94768" tIns="47384" rIns="94768" bIns="47384" numCol="1" anchor="t" anchorCtr="0" compatLnSpc="1">
            <a:prstTxWarp prst="textNoShape">
              <a:avLst/>
            </a:prstTxWarp>
          </a:bodyPr>
          <a:lstStyle>
            <a:lvl1pPr algn="r">
              <a:defRPr sz="1200" smtClean="0"/>
            </a:lvl1pPr>
          </a:lstStyle>
          <a:p>
            <a:pPr>
              <a:defRPr/>
            </a:pPr>
            <a:endParaRPr lang="en-US"/>
          </a:p>
        </p:txBody>
      </p:sp>
      <p:sp>
        <p:nvSpPr>
          <p:cNvPr id="21508" name="Rectangle 4"/>
          <p:cNvSpPr>
            <a:spLocks noGrp="1" noRot="1" noChangeAspect="1" noChangeArrowheads="1" noTextEdit="1"/>
          </p:cNvSpPr>
          <p:nvPr>
            <p:ph type="sldImg" idx="2"/>
          </p:nvPr>
        </p:nvSpPr>
        <p:spPr bwMode="auto">
          <a:xfrm>
            <a:off x="992188" y="768350"/>
            <a:ext cx="5114925" cy="3836988"/>
          </a:xfrm>
          <a:prstGeom prst="rect">
            <a:avLst/>
          </a:prstGeom>
          <a:noFill/>
          <a:ln w="9525">
            <a:solidFill>
              <a:srgbClr val="000000"/>
            </a:solidFill>
            <a:miter lim="800000"/>
            <a:headEnd/>
            <a:tailEnd/>
          </a:ln>
        </p:spPr>
      </p:sp>
      <p:sp>
        <p:nvSpPr>
          <p:cNvPr id="3077" name="Rectangle 5"/>
          <p:cNvSpPr>
            <a:spLocks noGrp="1" noChangeArrowheads="1"/>
          </p:cNvSpPr>
          <p:nvPr>
            <p:ph type="body" sz="quarter" idx="3"/>
          </p:nvPr>
        </p:nvSpPr>
        <p:spPr bwMode="auto">
          <a:xfrm>
            <a:off x="946574" y="4861443"/>
            <a:ext cx="5206154" cy="4605576"/>
          </a:xfrm>
          <a:prstGeom prst="rect">
            <a:avLst/>
          </a:prstGeom>
          <a:noFill/>
          <a:ln w="9525">
            <a:noFill/>
            <a:miter lim="800000"/>
            <a:headEnd/>
            <a:tailEnd/>
          </a:ln>
        </p:spPr>
        <p:txBody>
          <a:bodyPr vert="horz" wrap="square" lIns="94768" tIns="47384" rIns="94768" bIns="47384"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8" name="Rectangle 6"/>
          <p:cNvSpPr>
            <a:spLocks noGrp="1" noChangeArrowheads="1"/>
          </p:cNvSpPr>
          <p:nvPr>
            <p:ph type="ftr" sz="quarter" idx="4"/>
          </p:nvPr>
        </p:nvSpPr>
        <p:spPr bwMode="auto">
          <a:xfrm>
            <a:off x="2" y="9722882"/>
            <a:ext cx="3076363" cy="511731"/>
          </a:xfrm>
          <a:prstGeom prst="rect">
            <a:avLst/>
          </a:prstGeom>
          <a:noFill/>
          <a:ln w="9525">
            <a:noFill/>
            <a:miter lim="800000"/>
            <a:headEnd/>
            <a:tailEnd/>
          </a:ln>
        </p:spPr>
        <p:txBody>
          <a:bodyPr vert="horz" wrap="square" lIns="94768" tIns="47384" rIns="94768" bIns="47384" numCol="1" anchor="b" anchorCtr="0" compatLnSpc="1">
            <a:prstTxWarp prst="textNoShape">
              <a:avLst/>
            </a:prstTxWarp>
          </a:bodyPr>
          <a:lstStyle>
            <a:lvl1pPr algn="l">
              <a:defRPr sz="1200" smtClean="0"/>
            </a:lvl1pPr>
          </a:lstStyle>
          <a:p>
            <a:pPr>
              <a:defRPr/>
            </a:pPr>
            <a:endParaRPr lang="en-US"/>
          </a:p>
        </p:txBody>
      </p:sp>
      <p:sp>
        <p:nvSpPr>
          <p:cNvPr id="3079" name="Rectangle 7"/>
          <p:cNvSpPr>
            <a:spLocks noGrp="1" noChangeArrowheads="1"/>
          </p:cNvSpPr>
          <p:nvPr>
            <p:ph type="sldNum" sz="quarter" idx="5"/>
          </p:nvPr>
        </p:nvSpPr>
        <p:spPr bwMode="auto">
          <a:xfrm>
            <a:off x="4022938" y="9722882"/>
            <a:ext cx="3076363" cy="511731"/>
          </a:xfrm>
          <a:prstGeom prst="rect">
            <a:avLst/>
          </a:prstGeom>
          <a:noFill/>
          <a:ln w="9525">
            <a:noFill/>
            <a:miter lim="800000"/>
            <a:headEnd/>
            <a:tailEnd/>
          </a:ln>
        </p:spPr>
        <p:txBody>
          <a:bodyPr vert="horz" wrap="square" lIns="94768" tIns="47384" rIns="94768" bIns="47384" numCol="1" anchor="b" anchorCtr="0" compatLnSpc="1">
            <a:prstTxWarp prst="textNoShape">
              <a:avLst/>
            </a:prstTxWarp>
          </a:bodyPr>
          <a:lstStyle>
            <a:lvl1pPr algn="r">
              <a:defRPr sz="1200" smtClean="0"/>
            </a:lvl1pPr>
          </a:lstStyle>
          <a:p>
            <a:pPr>
              <a:defRPr/>
            </a:pPr>
            <a:fld id="{7DA5BC4C-46C4-4E2C-88E3-45E0A4476A80}" type="slidenum">
              <a:rPr lang="en-US"/>
              <a:pPr>
                <a:defRPr/>
              </a:pPr>
              <a:t>‹nr.›</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S PGothic" pitchFamily="34" charset="-128"/>
        <a:cs typeface="+mn-cs"/>
      </a:defRPr>
    </a:lvl1pPr>
    <a:lvl2pPr marL="457200" algn="l" rtl="0" eaLnBrk="0" fontAlgn="base" hangingPunct="0">
      <a:spcBef>
        <a:spcPct val="30000"/>
      </a:spcBef>
      <a:spcAft>
        <a:spcPct val="0"/>
      </a:spcAft>
      <a:defRPr sz="1200" kern="1200">
        <a:solidFill>
          <a:schemeClr val="tx1"/>
        </a:solidFill>
        <a:latin typeface="Arial"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MS PGothic"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p:spPr>
        <p:txBody>
          <a:bodyPr/>
          <a:lstStyle/>
          <a:p>
            <a:fld id="{AA5FF78B-0FA1-4E2D-BEDD-26F274F514C8}" type="slidenum">
              <a:rPr lang="en-US"/>
              <a:pPr/>
              <a:t>0</a:t>
            </a:fld>
            <a:endParaRPr lang="en-US"/>
          </a:p>
        </p:txBody>
      </p:sp>
      <p:sp>
        <p:nvSpPr>
          <p:cNvPr id="22531" name="Rectangle 2"/>
          <p:cNvSpPr>
            <a:spLocks noGrp="1" noRot="1" noChangeAspect="1" noChangeArrowheads="1" noTextEdit="1"/>
          </p:cNvSpPr>
          <p:nvPr>
            <p:ph type="sldImg"/>
          </p:nvPr>
        </p:nvSpPr>
        <p:spPr>
          <a:ln/>
        </p:spPr>
      </p:sp>
      <p:sp>
        <p:nvSpPr>
          <p:cNvPr id="22532" name="Rectangle 3"/>
          <p:cNvSpPr>
            <a:spLocks noGrp="1" noChangeArrowheads="1"/>
          </p:cNvSpPr>
          <p:nvPr>
            <p:ph type="body" idx="1"/>
          </p:nvPr>
        </p:nvSpPr>
        <p:spPr>
          <a:noFill/>
          <a:ln/>
        </p:spPr>
        <p:txBody>
          <a:bodyPr/>
          <a:lstStyle/>
          <a:p>
            <a:pPr eaLnBrk="1" hangingPunct="1"/>
            <a:r>
              <a:rPr lang="nl-BE" dirty="0" err="1"/>
              <a:t>You</a:t>
            </a:r>
            <a:r>
              <a:rPr lang="nl-BE" dirty="0"/>
              <a:t> </a:t>
            </a:r>
            <a:r>
              <a:rPr lang="nl-BE" dirty="0" err="1"/>
              <a:t>know</a:t>
            </a:r>
            <a:r>
              <a:rPr lang="nl-BE" dirty="0"/>
              <a:t> </a:t>
            </a:r>
            <a:r>
              <a:rPr lang="nl-BE" dirty="0" err="1"/>
              <a:t>already</a:t>
            </a:r>
            <a:r>
              <a:rPr lang="nl-BE" dirty="0"/>
              <a:t> </a:t>
            </a:r>
            <a:r>
              <a:rPr lang="nl-BE" dirty="0" err="1"/>
              <a:t>Lean</a:t>
            </a:r>
            <a:r>
              <a:rPr lang="nl-BE" dirty="0"/>
              <a:t> (</a:t>
            </a:r>
            <a:r>
              <a:rPr lang="nl-BE" dirty="0" err="1"/>
              <a:t>methodologies</a:t>
            </a:r>
            <a:r>
              <a:rPr lang="nl-BE" dirty="0"/>
              <a:t>/</a:t>
            </a:r>
            <a:r>
              <a:rPr lang="nl-BE" dirty="0" err="1"/>
              <a:t>techniques</a:t>
            </a:r>
            <a:r>
              <a:rPr lang="nl-BE" dirty="0"/>
              <a:t>), </a:t>
            </a:r>
            <a:r>
              <a:rPr lang="nl-BE" dirty="0" err="1"/>
              <a:t>what</a:t>
            </a:r>
            <a:r>
              <a:rPr lang="nl-BE" dirty="0"/>
              <a:t> do </a:t>
            </a:r>
            <a:r>
              <a:rPr lang="nl-BE" dirty="0" err="1"/>
              <a:t>you</a:t>
            </a:r>
            <a:r>
              <a:rPr lang="nl-BE" dirty="0"/>
              <a:t> </a:t>
            </a:r>
            <a:r>
              <a:rPr lang="nl-BE" dirty="0" err="1"/>
              <a:t>think</a:t>
            </a:r>
            <a:r>
              <a:rPr lang="nl-BE" dirty="0"/>
              <a:t> of </a:t>
            </a:r>
            <a:r>
              <a:rPr lang="nl-BE" dirty="0" err="1"/>
              <a:t>concerning</a:t>
            </a:r>
            <a:r>
              <a:rPr lang="nl-BE" dirty="0"/>
              <a:t> Six Sigma?</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normAutofit fontScale="92500" lnSpcReduction="10000"/>
          </a:bodyPr>
          <a:lstStyle/>
          <a:p>
            <a:r>
              <a:rPr lang="nl-BE" dirty="0"/>
              <a:t>Dries Grymonprez,</a:t>
            </a:r>
            <a:r>
              <a:rPr lang="nl-BE" baseline="0" dirty="0"/>
              <a:t> </a:t>
            </a:r>
            <a:r>
              <a:rPr lang="nl-BE" baseline="0" dirty="0" err="1"/>
              <a:t>progress</a:t>
            </a:r>
            <a:r>
              <a:rPr lang="nl-BE" baseline="0" dirty="0"/>
              <a:t> team, PMO, </a:t>
            </a:r>
            <a:r>
              <a:rPr lang="nl-BE" baseline="0" dirty="0" err="1"/>
              <a:t>carreer</a:t>
            </a:r>
            <a:r>
              <a:rPr lang="nl-BE" baseline="0" dirty="0"/>
              <a:t> in R&amp;D (</a:t>
            </a:r>
            <a:r>
              <a:rPr lang="nl-BE" baseline="0" dirty="0" err="1"/>
              <a:t>during</a:t>
            </a:r>
            <a:r>
              <a:rPr lang="nl-BE" baseline="0" dirty="0"/>
              <a:t> studies) – 3y, </a:t>
            </a:r>
            <a:r>
              <a:rPr lang="nl-BE" baseline="0" dirty="0" err="1"/>
              <a:t>process</a:t>
            </a:r>
            <a:r>
              <a:rPr lang="nl-BE" baseline="0" dirty="0"/>
              <a:t> </a:t>
            </a:r>
            <a:r>
              <a:rPr lang="nl-BE" baseline="0" dirty="0" err="1"/>
              <a:t>modelling</a:t>
            </a:r>
            <a:r>
              <a:rPr lang="nl-BE" baseline="0" dirty="0"/>
              <a:t> – operations research 9y, </a:t>
            </a:r>
            <a:r>
              <a:rPr lang="nl-BE" baseline="0" dirty="0" err="1"/>
              <a:t>production</a:t>
            </a:r>
            <a:r>
              <a:rPr lang="nl-BE" baseline="0" dirty="0"/>
              <a:t> (blast </a:t>
            </a:r>
            <a:r>
              <a:rPr lang="nl-BE" baseline="0" dirty="0" err="1"/>
              <a:t>furnaces</a:t>
            </a:r>
            <a:r>
              <a:rPr lang="nl-BE" baseline="0" dirty="0"/>
              <a:t>) 7y, </a:t>
            </a:r>
            <a:r>
              <a:rPr lang="nl-BE" baseline="0" dirty="0" err="1"/>
              <a:t>progress</a:t>
            </a:r>
            <a:r>
              <a:rPr lang="nl-BE" baseline="0" dirty="0"/>
              <a:t> 8y, </a:t>
            </a:r>
            <a:r>
              <a:rPr lang="nl-BE" baseline="0" dirty="0" err="1"/>
              <a:t>now</a:t>
            </a:r>
            <a:r>
              <a:rPr lang="nl-BE" baseline="0" dirty="0"/>
              <a:t> 2y CAPEX </a:t>
            </a:r>
            <a:r>
              <a:rPr lang="nl-BE" baseline="0" dirty="0" err="1"/>
              <a:t>mgr</a:t>
            </a:r>
            <a:r>
              <a:rPr lang="nl-BE" baseline="0" dirty="0"/>
              <a:t> </a:t>
            </a:r>
            <a:r>
              <a:rPr lang="nl-BE" baseline="0" dirty="0" err="1"/>
              <a:t>AMBe</a:t>
            </a:r>
            <a:r>
              <a:rPr lang="nl-BE" baseline="0" dirty="0"/>
              <a:t> + budget &amp; </a:t>
            </a:r>
            <a:r>
              <a:rPr lang="nl-BE" baseline="0" dirty="0" err="1"/>
              <a:t>cost</a:t>
            </a:r>
            <a:r>
              <a:rPr lang="nl-BE" baseline="0" dirty="0"/>
              <a:t> </a:t>
            </a:r>
            <a:r>
              <a:rPr lang="nl-BE" baseline="0" dirty="0" err="1"/>
              <a:t>decarbonization</a:t>
            </a:r>
            <a:r>
              <a:rPr lang="nl-BE" baseline="0" dirty="0"/>
              <a:t> project 0 % CO2 2050 horizon, eerste installaties opstarten 2026 (elektrische smeltovens, gasprocessen </a:t>
            </a:r>
            <a:r>
              <a:rPr lang="nl-BE" baseline="0" dirty="0" err="1"/>
              <a:t>ipv</a:t>
            </a:r>
            <a:r>
              <a:rPr lang="nl-BE" baseline="0" dirty="0"/>
              <a:t> kolen gebaseerde processen, etc.)</a:t>
            </a:r>
          </a:p>
          <a:p>
            <a:endParaRPr lang="nl-BE" baseline="0" dirty="0"/>
          </a:p>
          <a:p>
            <a:r>
              <a:rPr lang="nl-BE" baseline="0" dirty="0"/>
              <a:t>3 week intensive international </a:t>
            </a:r>
            <a:r>
              <a:rPr lang="nl-BE" baseline="0" dirty="0" err="1"/>
              <a:t>course</a:t>
            </a:r>
            <a:r>
              <a:rPr lang="nl-BE" baseline="0" dirty="0"/>
              <a:t> black belt 2005 AM, </a:t>
            </a:r>
            <a:r>
              <a:rPr lang="nl-BE" baseline="0" dirty="0" err="1"/>
              <a:t>Instituto</a:t>
            </a:r>
            <a:r>
              <a:rPr lang="nl-BE" baseline="0" dirty="0"/>
              <a:t> De </a:t>
            </a:r>
            <a:r>
              <a:rPr lang="nl-BE" baseline="0" dirty="0" err="1"/>
              <a:t>Desenvolvimento</a:t>
            </a:r>
            <a:r>
              <a:rPr lang="nl-BE" baseline="0" dirty="0"/>
              <a:t> </a:t>
            </a:r>
            <a:r>
              <a:rPr lang="nl-BE" baseline="0" dirty="0" err="1"/>
              <a:t>Gerancial</a:t>
            </a:r>
            <a:r>
              <a:rPr lang="nl-BE" baseline="0" dirty="0"/>
              <a:t>, </a:t>
            </a:r>
            <a:r>
              <a:rPr lang="nl-BE" baseline="0" dirty="0" err="1"/>
              <a:t>Brazil</a:t>
            </a:r>
            <a:endParaRPr lang="nl-BE" baseline="0" dirty="0"/>
          </a:p>
          <a:p>
            <a:r>
              <a:rPr lang="nl-BE" baseline="0" dirty="0" err="1"/>
              <a:t>Cfr</a:t>
            </a:r>
            <a:r>
              <a:rPr lang="nl-BE" baseline="0" dirty="0"/>
              <a:t>. </a:t>
            </a:r>
            <a:r>
              <a:rPr lang="nl-BE" baseline="0" dirty="0" err="1"/>
              <a:t>book</a:t>
            </a:r>
            <a:r>
              <a:rPr lang="nl-BE" baseline="0" dirty="0"/>
              <a:t> of </a:t>
            </a:r>
            <a:r>
              <a:rPr lang="nl-BE" baseline="0" dirty="0" err="1"/>
              <a:t>Falconi</a:t>
            </a:r>
            <a:r>
              <a:rPr lang="nl-BE" baseline="0" dirty="0"/>
              <a:t> – </a:t>
            </a:r>
            <a:r>
              <a:rPr lang="nl-BE" baseline="0" dirty="0" err="1"/>
              <a:t>Daily</a:t>
            </a:r>
            <a:r>
              <a:rPr lang="nl-BE" baseline="0" dirty="0"/>
              <a:t> </a:t>
            </a:r>
            <a:r>
              <a:rPr lang="nl-BE" baseline="0" dirty="0" err="1"/>
              <a:t>work</a:t>
            </a:r>
            <a:r>
              <a:rPr lang="nl-BE" baseline="0" dirty="0"/>
              <a:t> routine management</a:t>
            </a:r>
            <a:endParaRPr lang="nl-BE" dirty="0"/>
          </a:p>
          <a:p>
            <a:endParaRPr lang="nl-BE" dirty="0"/>
          </a:p>
          <a:p>
            <a:r>
              <a:rPr lang="nl-BE" dirty="0"/>
              <a:t>Dat</a:t>
            </a:r>
            <a:r>
              <a:rPr lang="nl-BE" baseline="0" dirty="0"/>
              <a:t>a basis of </a:t>
            </a:r>
            <a:r>
              <a:rPr lang="nl-BE" baseline="0" dirty="0" err="1"/>
              <a:t>everything</a:t>
            </a:r>
            <a:r>
              <a:rPr lang="nl-BE" baseline="0" dirty="0"/>
              <a:t>: start point </a:t>
            </a:r>
            <a:r>
              <a:rPr lang="nl-BE" baseline="0" dirty="0" err="1"/>
              <a:t>for</a:t>
            </a:r>
            <a:r>
              <a:rPr lang="nl-BE" baseline="0" dirty="0"/>
              <a:t> </a:t>
            </a:r>
            <a:r>
              <a:rPr lang="nl-BE" baseline="0" dirty="0" err="1"/>
              <a:t>analysis</a:t>
            </a:r>
            <a:r>
              <a:rPr lang="nl-BE" baseline="0" dirty="0"/>
              <a:t> - </a:t>
            </a:r>
            <a:r>
              <a:rPr lang="nl-BE" baseline="0" dirty="0" err="1"/>
              <a:t>actions</a:t>
            </a:r>
            <a:r>
              <a:rPr lang="nl-BE" baseline="0" dirty="0"/>
              <a:t> – </a:t>
            </a:r>
            <a:r>
              <a:rPr lang="nl-BE" baseline="0" dirty="0" err="1"/>
              <a:t>continuous</a:t>
            </a:r>
            <a:r>
              <a:rPr lang="nl-BE" baseline="0" dirty="0"/>
              <a:t> </a:t>
            </a:r>
            <a:r>
              <a:rPr lang="nl-BE" baseline="0" dirty="0" err="1"/>
              <a:t>improvement</a:t>
            </a:r>
            <a:endParaRPr lang="nl-BE" baseline="0" dirty="0"/>
          </a:p>
          <a:p>
            <a:r>
              <a:rPr lang="nl-BE" baseline="0" dirty="0" err="1"/>
              <a:t>AMGent</a:t>
            </a:r>
            <a:r>
              <a:rPr lang="nl-BE" baseline="0" dirty="0"/>
              <a:t> </a:t>
            </a:r>
            <a:r>
              <a:rPr lang="nl-BE" baseline="0" dirty="0" err="1"/>
              <a:t>automation</a:t>
            </a:r>
            <a:r>
              <a:rPr lang="nl-BE" baseline="0" dirty="0"/>
              <a:t>, </a:t>
            </a:r>
            <a:r>
              <a:rPr lang="nl-BE" baseline="0" dirty="0" err="1"/>
              <a:t>pioneer</a:t>
            </a:r>
            <a:r>
              <a:rPr lang="nl-BE" baseline="0" dirty="0"/>
              <a:t> in </a:t>
            </a:r>
            <a:r>
              <a:rPr lang="nl-BE" baseline="0" dirty="0" err="1"/>
              <a:t>automation</a:t>
            </a:r>
            <a:r>
              <a:rPr lang="nl-BE" baseline="0" dirty="0"/>
              <a:t> &amp; </a:t>
            </a:r>
            <a:r>
              <a:rPr lang="nl-BE" baseline="0" dirty="0" err="1"/>
              <a:t>modelling</a:t>
            </a:r>
            <a:r>
              <a:rPr lang="nl-BE" baseline="0" dirty="0"/>
              <a:t> – </a:t>
            </a:r>
            <a:r>
              <a:rPr lang="nl-BE" baseline="0" dirty="0" err="1"/>
              <a:t>highly</a:t>
            </a:r>
            <a:r>
              <a:rPr lang="nl-BE" baseline="0" dirty="0"/>
              <a:t> </a:t>
            </a:r>
            <a:r>
              <a:rPr lang="nl-BE" baseline="0" dirty="0" err="1"/>
              <a:t>automated</a:t>
            </a:r>
            <a:r>
              <a:rPr lang="nl-BE" baseline="0" dirty="0"/>
              <a:t> plant, automate </a:t>
            </a:r>
            <a:r>
              <a:rPr lang="nl-BE" baseline="0" dirty="0" err="1"/>
              <a:t>everything</a:t>
            </a:r>
            <a:r>
              <a:rPr lang="nl-BE" baseline="0" dirty="0"/>
              <a:t>, e.g., overhead </a:t>
            </a:r>
            <a:r>
              <a:rPr lang="nl-BE" baseline="0" dirty="0" err="1"/>
              <a:t>cranes</a:t>
            </a:r>
            <a:r>
              <a:rPr lang="nl-BE" baseline="0" dirty="0"/>
              <a:t>, </a:t>
            </a:r>
            <a:r>
              <a:rPr lang="nl-BE" baseline="0" dirty="0" err="1"/>
              <a:t>coil</a:t>
            </a:r>
            <a:r>
              <a:rPr lang="nl-BE" baseline="0" dirty="0"/>
              <a:t> transport, </a:t>
            </a:r>
            <a:r>
              <a:rPr lang="nl-BE" baseline="0" dirty="0" err="1"/>
              <a:t>decision</a:t>
            </a:r>
            <a:r>
              <a:rPr lang="nl-BE" baseline="0" dirty="0"/>
              <a:t> and </a:t>
            </a:r>
            <a:r>
              <a:rPr lang="nl-BE" baseline="0" dirty="0" err="1"/>
              <a:t>optimisation</a:t>
            </a:r>
            <a:r>
              <a:rPr lang="nl-BE" baseline="0" dirty="0"/>
              <a:t> models, …</a:t>
            </a:r>
            <a:br>
              <a:rPr lang="nl-BE" baseline="0" dirty="0"/>
            </a:br>
            <a:r>
              <a:rPr lang="nl-BE" baseline="0" dirty="0" err="1"/>
              <a:t>Now</a:t>
            </a:r>
            <a:r>
              <a:rPr lang="nl-BE" baseline="0" dirty="0"/>
              <a:t> trends as big data, </a:t>
            </a:r>
            <a:r>
              <a:rPr lang="nl-BE" baseline="0" dirty="0" err="1"/>
              <a:t>quick</a:t>
            </a:r>
            <a:r>
              <a:rPr lang="nl-BE" baseline="0" dirty="0"/>
              <a:t>/uniform access </a:t>
            </a:r>
            <a:r>
              <a:rPr lang="nl-BE" baseline="0" dirty="0" err="1"/>
              <a:t>to</a:t>
            </a:r>
            <a:r>
              <a:rPr lang="nl-BE" baseline="0" dirty="0"/>
              <a:t> data </a:t>
            </a:r>
            <a:r>
              <a:rPr lang="nl-BE" baseline="0" dirty="0" err="1"/>
              <a:t>projects</a:t>
            </a:r>
            <a:r>
              <a:rPr lang="nl-BE" baseline="0" dirty="0"/>
              <a:t>, </a:t>
            </a:r>
            <a:r>
              <a:rPr lang="nl-BE" baseline="0" dirty="0" err="1"/>
              <a:t>digitalization</a:t>
            </a:r>
            <a:r>
              <a:rPr lang="nl-BE" baseline="0" dirty="0"/>
              <a:t>, </a:t>
            </a:r>
            <a:r>
              <a:rPr lang="nl-BE" baseline="0" dirty="0" err="1"/>
              <a:t>statistical</a:t>
            </a:r>
            <a:r>
              <a:rPr lang="nl-BE" baseline="0" dirty="0"/>
              <a:t> manager </a:t>
            </a:r>
            <a:r>
              <a:rPr lang="nl-BE" baseline="0" dirty="0" err="1"/>
              <a:t>appointed</a:t>
            </a:r>
            <a:r>
              <a:rPr lang="nl-BE" baseline="0" dirty="0"/>
              <a:t>, </a:t>
            </a:r>
            <a:r>
              <a:rPr lang="nl-BE" baseline="0" dirty="0" err="1"/>
              <a:t>statistical</a:t>
            </a:r>
            <a:r>
              <a:rPr lang="nl-BE" baseline="0" dirty="0"/>
              <a:t> tools as R/Statistica/SAS/</a:t>
            </a:r>
            <a:r>
              <a:rPr lang="nl-BE" baseline="0" dirty="0" err="1"/>
              <a:t>Matlab</a:t>
            </a:r>
            <a:r>
              <a:rPr lang="nl-BE" baseline="0" dirty="0"/>
              <a:t>/Python</a:t>
            </a:r>
          </a:p>
          <a:p>
            <a:endParaRPr lang="nl-BE" baseline="0" dirty="0"/>
          </a:p>
          <a:p>
            <a:r>
              <a:rPr lang="nl-BE" baseline="0" dirty="0"/>
              <a:t>WCM</a:t>
            </a:r>
          </a:p>
          <a:p>
            <a:endParaRPr lang="nl-BE" baseline="0" dirty="0"/>
          </a:p>
          <a:p>
            <a:r>
              <a:rPr lang="nl-BE" baseline="0" dirty="0"/>
              <a:t>Top </a:t>
            </a:r>
            <a:r>
              <a:rPr lang="nl-BE" baseline="0" dirty="0" err="1"/>
              <a:t>performing</a:t>
            </a:r>
            <a:r>
              <a:rPr lang="nl-BE" baseline="0" dirty="0"/>
              <a:t> </a:t>
            </a:r>
            <a:r>
              <a:rPr lang="nl-BE" baseline="0" dirty="0" err="1"/>
              <a:t>people</a:t>
            </a:r>
            <a:r>
              <a:rPr lang="nl-BE" baseline="0" dirty="0"/>
              <a:t>: </a:t>
            </a:r>
            <a:r>
              <a:rPr lang="nl-BE" baseline="0" dirty="0" err="1"/>
              <a:t>investing</a:t>
            </a:r>
            <a:r>
              <a:rPr lang="nl-BE" baseline="0" dirty="0"/>
              <a:t> in </a:t>
            </a:r>
            <a:r>
              <a:rPr lang="nl-BE" baseline="0" dirty="0" err="1"/>
              <a:t>people</a:t>
            </a:r>
            <a:r>
              <a:rPr lang="nl-BE" baseline="0" dirty="0"/>
              <a:t>: </a:t>
            </a:r>
            <a:r>
              <a:rPr lang="nl-BE" baseline="0" dirty="0" err="1"/>
              <a:t>hiring</a:t>
            </a:r>
            <a:r>
              <a:rPr lang="nl-BE" baseline="0" dirty="0"/>
              <a:t> the </a:t>
            </a:r>
            <a:r>
              <a:rPr lang="nl-BE" baseline="0" dirty="0" err="1"/>
              <a:t>better</a:t>
            </a:r>
            <a:r>
              <a:rPr lang="nl-BE" baseline="0" dirty="0"/>
              <a:t> profiles (</a:t>
            </a:r>
            <a:r>
              <a:rPr lang="nl-BE" baseline="0" dirty="0" err="1"/>
              <a:t>get</a:t>
            </a:r>
            <a:r>
              <a:rPr lang="nl-BE" baseline="0" dirty="0"/>
              <a:t> the right </a:t>
            </a:r>
            <a:r>
              <a:rPr lang="nl-BE" baseline="0" dirty="0" err="1"/>
              <a:t>people</a:t>
            </a:r>
            <a:r>
              <a:rPr lang="nl-BE" baseline="0" dirty="0"/>
              <a:t> </a:t>
            </a:r>
            <a:r>
              <a:rPr lang="nl-BE" baseline="0" dirty="0" err="1"/>
              <a:t>on</a:t>
            </a:r>
            <a:r>
              <a:rPr lang="nl-BE" baseline="0" dirty="0"/>
              <a:t> the bus, </a:t>
            </a:r>
            <a:r>
              <a:rPr lang="nl-BE" baseline="0" dirty="0" err="1"/>
              <a:t>hire</a:t>
            </a:r>
            <a:r>
              <a:rPr lang="nl-BE" baseline="0" dirty="0"/>
              <a:t> </a:t>
            </a:r>
            <a:r>
              <a:rPr lang="nl-BE" baseline="0" dirty="0" err="1"/>
              <a:t>for</a:t>
            </a:r>
            <a:r>
              <a:rPr lang="nl-BE" baseline="0" dirty="0"/>
              <a:t> attitude train </a:t>
            </a:r>
            <a:r>
              <a:rPr lang="nl-BE" baseline="0" dirty="0" err="1"/>
              <a:t>for</a:t>
            </a:r>
            <a:r>
              <a:rPr lang="nl-BE" baseline="0" dirty="0"/>
              <a:t> </a:t>
            </a:r>
            <a:r>
              <a:rPr lang="nl-BE" baseline="0" dirty="0" err="1"/>
              <a:t>skills</a:t>
            </a:r>
            <a:r>
              <a:rPr lang="nl-BE" baseline="0" dirty="0"/>
              <a:t>), </a:t>
            </a:r>
            <a:r>
              <a:rPr lang="nl-BE" baseline="0" dirty="0" err="1"/>
              <a:t>starting</a:t>
            </a:r>
            <a:r>
              <a:rPr lang="nl-BE" baseline="0" dirty="0"/>
              <a:t> jobs in </a:t>
            </a:r>
            <a:r>
              <a:rPr lang="nl-BE" baseline="0" dirty="0" err="1"/>
              <a:t>modelling</a:t>
            </a:r>
            <a:r>
              <a:rPr lang="nl-BE" baseline="0" dirty="0"/>
              <a:t>, </a:t>
            </a:r>
            <a:r>
              <a:rPr lang="nl-BE" baseline="0" dirty="0" err="1"/>
              <a:t>automation</a:t>
            </a:r>
            <a:r>
              <a:rPr lang="nl-BE" baseline="0" dirty="0"/>
              <a:t>, </a:t>
            </a:r>
            <a:r>
              <a:rPr lang="nl-BE" baseline="0" dirty="0" err="1"/>
              <a:t>informatics</a:t>
            </a:r>
            <a:r>
              <a:rPr lang="nl-BE" baseline="0" dirty="0"/>
              <a:t>, </a:t>
            </a:r>
            <a:r>
              <a:rPr lang="nl-BE" baseline="0" dirty="0" err="1"/>
              <a:t>production</a:t>
            </a:r>
            <a:r>
              <a:rPr lang="nl-BE" baseline="0" dirty="0"/>
              <a:t>. In </a:t>
            </a:r>
            <a:r>
              <a:rPr lang="nl-BE" baseline="0" dirty="0" err="1"/>
              <a:t>general</a:t>
            </a:r>
            <a:r>
              <a:rPr lang="nl-BE" baseline="0" dirty="0"/>
              <a:t> </a:t>
            </a:r>
            <a:r>
              <a:rPr lang="nl-BE" baseline="0" dirty="0" err="1"/>
              <a:t>for</a:t>
            </a:r>
            <a:r>
              <a:rPr lang="nl-BE" baseline="0" dirty="0"/>
              <a:t> all jobs &gt; 5 % of time is </a:t>
            </a:r>
            <a:r>
              <a:rPr lang="nl-BE" baseline="0" dirty="0" err="1"/>
              <a:t>invested</a:t>
            </a:r>
            <a:r>
              <a:rPr lang="nl-BE" baseline="0" dirty="0"/>
              <a:t> in training (</a:t>
            </a:r>
            <a:r>
              <a:rPr lang="nl-BE" baseline="0" dirty="0" err="1"/>
              <a:t>Jocely</a:t>
            </a:r>
            <a:r>
              <a:rPr lang="nl-BE" baseline="0" dirty="0"/>
              <a:t> </a:t>
            </a:r>
            <a:r>
              <a:rPr lang="nl-BE" baseline="0" dirty="0" err="1"/>
              <a:t>Alves</a:t>
            </a:r>
            <a:r>
              <a:rPr lang="nl-BE" baseline="0" dirty="0"/>
              <a:t>, black belt course: </a:t>
            </a:r>
            <a:r>
              <a:rPr lang="nl-BE" baseline="0" dirty="0" err="1"/>
              <a:t>study</a:t>
            </a:r>
            <a:r>
              <a:rPr lang="nl-BE" baseline="0" dirty="0"/>
              <a:t> ½ per week </a:t>
            </a:r>
            <a:r>
              <a:rPr lang="nl-BE" baseline="0" dirty="0" err="1"/>
              <a:t>for</a:t>
            </a:r>
            <a:r>
              <a:rPr lang="nl-BE" baseline="0" dirty="0"/>
              <a:t> </a:t>
            </a:r>
            <a:r>
              <a:rPr lang="nl-BE" baseline="0" dirty="0" err="1"/>
              <a:t>your</a:t>
            </a:r>
            <a:r>
              <a:rPr lang="nl-BE" baseline="0" dirty="0"/>
              <a:t> </a:t>
            </a:r>
            <a:r>
              <a:rPr lang="nl-BE" baseline="0" dirty="0" err="1"/>
              <a:t>own</a:t>
            </a:r>
            <a:r>
              <a:rPr lang="nl-BE" baseline="0" dirty="0"/>
              <a:t> development – </a:t>
            </a:r>
            <a:r>
              <a:rPr lang="nl-BE" baseline="0" dirty="0" err="1"/>
              <a:t>intrinsic</a:t>
            </a:r>
            <a:r>
              <a:rPr lang="nl-BE" baseline="0" dirty="0"/>
              <a:t> </a:t>
            </a:r>
            <a:r>
              <a:rPr lang="nl-BE" baseline="0" dirty="0" err="1"/>
              <a:t>motivation</a:t>
            </a:r>
            <a:r>
              <a:rPr lang="nl-BE" baseline="0" dirty="0"/>
              <a:t>). Respect and team </a:t>
            </a:r>
            <a:r>
              <a:rPr lang="nl-BE" baseline="0" dirty="0" err="1"/>
              <a:t>work</a:t>
            </a:r>
            <a:r>
              <a:rPr lang="nl-BE" baseline="0" dirty="0"/>
              <a:t> are </a:t>
            </a:r>
            <a:r>
              <a:rPr lang="nl-BE" baseline="0" dirty="0" err="1"/>
              <a:t>values</a:t>
            </a:r>
            <a:r>
              <a:rPr lang="nl-BE" baseline="0" dirty="0"/>
              <a:t> of the </a:t>
            </a:r>
            <a:r>
              <a:rPr lang="nl-BE" baseline="0" dirty="0" err="1"/>
              <a:t>company</a:t>
            </a:r>
            <a:r>
              <a:rPr lang="nl-BE" baseline="0" dirty="0"/>
              <a:t>, </a:t>
            </a:r>
            <a:r>
              <a:rPr lang="nl-BE" baseline="0" dirty="0" err="1"/>
              <a:t>besides</a:t>
            </a:r>
            <a:r>
              <a:rPr lang="nl-BE" baseline="0" dirty="0"/>
              <a:t> </a:t>
            </a:r>
            <a:r>
              <a:rPr lang="nl-BE" baseline="0" dirty="0" err="1"/>
              <a:t>openness</a:t>
            </a:r>
            <a:r>
              <a:rPr lang="nl-BE" baseline="0" dirty="0"/>
              <a:t> and </a:t>
            </a:r>
            <a:r>
              <a:rPr lang="nl-BE" baseline="0" dirty="0" err="1"/>
              <a:t>subsidiarity</a:t>
            </a:r>
            <a:r>
              <a:rPr lang="nl-BE" baseline="0" dirty="0"/>
              <a:t>.</a:t>
            </a:r>
            <a:endParaRPr lang="nl-BE" dirty="0"/>
          </a:p>
        </p:txBody>
      </p:sp>
      <p:sp>
        <p:nvSpPr>
          <p:cNvPr id="4" name="Tijdelijke aanduiding voor dianummer 3"/>
          <p:cNvSpPr>
            <a:spLocks noGrp="1"/>
          </p:cNvSpPr>
          <p:nvPr>
            <p:ph type="sldNum" sz="quarter" idx="10"/>
          </p:nvPr>
        </p:nvSpPr>
        <p:spPr/>
        <p:txBody>
          <a:bodyPr/>
          <a:lstStyle/>
          <a:p>
            <a:pPr>
              <a:defRPr/>
            </a:pPr>
            <a:fld id="{7DA5BC4C-46C4-4E2C-88E3-45E0A4476A80}" type="slidenum">
              <a:rPr lang="en-US" smtClean="0"/>
              <a:pPr>
                <a:defRPr/>
              </a:pPr>
              <a:t>1</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lvl="0"/>
            <a:r>
              <a:rPr lang="nl-BE" dirty="0"/>
              <a:t>Data als basis voor verbeteren van alle processen / </a:t>
            </a:r>
            <a:r>
              <a:rPr lang="nl-BE" dirty="0" err="1"/>
              <a:t>businesses</a:t>
            </a:r>
            <a:r>
              <a:rPr lang="nl-BE" dirty="0"/>
              <a:t> / …</a:t>
            </a:r>
          </a:p>
          <a:p>
            <a:pPr lvl="0"/>
            <a:r>
              <a:rPr lang="nl-BE" dirty="0"/>
              <a:t>Statistiek, niet om de statistiek maar als middel om verbeteringen te gaan doen </a:t>
            </a:r>
            <a:r>
              <a:rPr lang="nl-BE" dirty="0">
                <a:sym typeface="Wingdings" panose="05000000000000000000" pitchFamily="2" charset="2"/>
              </a:rPr>
              <a:t></a:t>
            </a:r>
            <a:r>
              <a:rPr lang="nl-BE" dirty="0"/>
              <a:t> deel van DMAIC</a:t>
            </a:r>
          </a:p>
          <a:p>
            <a:endParaRPr lang="nl-BE" dirty="0"/>
          </a:p>
        </p:txBody>
      </p:sp>
      <p:sp>
        <p:nvSpPr>
          <p:cNvPr id="4" name="Tijdelijke aanduiding voor dianummer 3"/>
          <p:cNvSpPr>
            <a:spLocks noGrp="1"/>
          </p:cNvSpPr>
          <p:nvPr>
            <p:ph type="sldNum" sz="quarter" idx="5"/>
          </p:nvPr>
        </p:nvSpPr>
        <p:spPr/>
        <p:txBody>
          <a:bodyPr/>
          <a:lstStyle/>
          <a:p>
            <a:pPr>
              <a:defRPr/>
            </a:pPr>
            <a:fld id="{7DA5BC4C-46C4-4E2C-88E3-45E0A4476A80}" type="slidenum">
              <a:rPr lang="en-US" smtClean="0"/>
              <a:pPr>
                <a:defRPr/>
              </a:pPr>
              <a:t>3</a:t>
            </a:fld>
            <a:endParaRPr lang="en-US"/>
          </a:p>
        </p:txBody>
      </p:sp>
    </p:spTree>
    <p:extLst>
      <p:ext uri="{BB962C8B-B14F-4D97-AF65-F5344CB8AC3E}">
        <p14:creationId xmlns:p14="http://schemas.microsoft.com/office/powerpoint/2010/main" val="2536246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normAutofit fontScale="92500" lnSpcReduction="10000"/>
          </a:bodyPr>
          <a:lstStyle/>
          <a:p>
            <a:r>
              <a:rPr lang="nl-BE" dirty="0"/>
              <a:t>Links</a:t>
            </a:r>
            <a:r>
              <a:rPr lang="nl-BE" baseline="0" dirty="0"/>
              <a:t> </a:t>
            </a:r>
            <a:r>
              <a:rPr lang="nl-BE" baseline="0" dirty="0" err="1"/>
              <a:t>between</a:t>
            </a:r>
            <a:r>
              <a:rPr lang="nl-BE" baseline="0" dirty="0"/>
              <a:t> topics:</a:t>
            </a:r>
          </a:p>
          <a:p>
            <a:endParaRPr lang="nl-BE" baseline="0" dirty="0"/>
          </a:p>
          <a:p>
            <a:r>
              <a:rPr lang="nl-BE" baseline="0" dirty="0" err="1"/>
              <a:t>Lean</a:t>
            </a:r>
            <a:r>
              <a:rPr lang="nl-BE" baseline="0" dirty="0"/>
              <a:t> &amp; </a:t>
            </a:r>
            <a:r>
              <a:rPr lang="nl-BE" baseline="0" dirty="0" err="1"/>
              <a:t>Six</a:t>
            </a:r>
            <a:r>
              <a:rPr lang="nl-BE" baseline="0" dirty="0"/>
              <a:t> Sigma: </a:t>
            </a:r>
            <a:r>
              <a:rPr lang="nl-BE" baseline="0" dirty="0" err="1"/>
              <a:t>introduction</a:t>
            </a:r>
            <a:r>
              <a:rPr lang="nl-BE" baseline="0" dirty="0"/>
              <a:t> – </a:t>
            </a:r>
            <a:r>
              <a:rPr lang="nl-BE" baseline="0" dirty="0" err="1"/>
              <a:t>what</a:t>
            </a:r>
            <a:r>
              <a:rPr lang="nl-BE" baseline="0" dirty="0"/>
              <a:t> is </a:t>
            </a:r>
            <a:r>
              <a:rPr lang="nl-BE" baseline="0" dirty="0" err="1"/>
              <a:t>Lean</a:t>
            </a:r>
            <a:r>
              <a:rPr lang="nl-BE" baseline="0" dirty="0"/>
              <a:t> / </a:t>
            </a:r>
            <a:r>
              <a:rPr lang="nl-BE" baseline="0" dirty="0" err="1"/>
              <a:t>what</a:t>
            </a:r>
            <a:r>
              <a:rPr lang="nl-BE" baseline="0" dirty="0"/>
              <a:t> is </a:t>
            </a:r>
            <a:r>
              <a:rPr lang="nl-BE" baseline="0" dirty="0" err="1"/>
              <a:t>Six</a:t>
            </a:r>
            <a:r>
              <a:rPr lang="nl-BE" baseline="0" dirty="0"/>
              <a:t> Sigma and </a:t>
            </a:r>
            <a:r>
              <a:rPr lang="nl-BE" baseline="0" dirty="0" err="1"/>
              <a:t>what</a:t>
            </a:r>
            <a:r>
              <a:rPr lang="nl-BE" baseline="0" dirty="0"/>
              <a:t> is link in </a:t>
            </a:r>
            <a:r>
              <a:rPr lang="nl-BE" baseline="0" dirty="0" err="1"/>
              <a:t>between</a:t>
            </a:r>
            <a:r>
              <a:rPr lang="nl-BE" baseline="0" dirty="0"/>
              <a:t>.</a:t>
            </a:r>
            <a:br>
              <a:rPr lang="nl-BE" baseline="0" dirty="0"/>
            </a:br>
            <a:r>
              <a:rPr lang="nl-BE" baseline="0" dirty="0" err="1"/>
              <a:t>After</a:t>
            </a:r>
            <a:r>
              <a:rPr lang="nl-BE" baseline="0" dirty="0"/>
              <a:t> </a:t>
            </a:r>
            <a:r>
              <a:rPr lang="nl-BE" baseline="0" dirty="0" err="1"/>
              <a:t>that</a:t>
            </a:r>
            <a:r>
              <a:rPr lang="nl-BE" baseline="0" dirty="0"/>
              <a:t>: </a:t>
            </a:r>
            <a:r>
              <a:rPr lang="nl-BE" baseline="0" dirty="0" err="1"/>
              <a:t>introduction</a:t>
            </a:r>
            <a:r>
              <a:rPr lang="nl-BE" baseline="0" dirty="0"/>
              <a:t> to </a:t>
            </a:r>
            <a:r>
              <a:rPr lang="nl-BE" baseline="0" dirty="0" err="1"/>
              <a:t>statistics</a:t>
            </a:r>
            <a:r>
              <a:rPr lang="nl-BE" baseline="0" dirty="0"/>
              <a:t> (</a:t>
            </a:r>
            <a:r>
              <a:rPr lang="nl-BE" baseline="0" dirty="0" err="1"/>
              <a:t>Six</a:t>
            </a:r>
            <a:r>
              <a:rPr lang="nl-BE" baseline="0" dirty="0"/>
              <a:t> Sigma </a:t>
            </a:r>
            <a:r>
              <a:rPr lang="nl-BE" baseline="0" dirty="0" err="1"/>
              <a:t>strongly</a:t>
            </a:r>
            <a:r>
              <a:rPr lang="nl-BE" baseline="0" dirty="0"/>
              <a:t> </a:t>
            </a:r>
            <a:r>
              <a:rPr lang="nl-BE" baseline="0" dirty="0" err="1"/>
              <a:t>statistically</a:t>
            </a:r>
            <a:r>
              <a:rPr lang="nl-BE" baseline="0" dirty="0"/>
              <a:t> </a:t>
            </a:r>
            <a:r>
              <a:rPr lang="nl-BE" baseline="0" dirty="0" err="1"/>
              <a:t>oriented</a:t>
            </a:r>
            <a:r>
              <a:rPr lang="nl-BE" baseline="0" dirty="0"/>
              <a:t> – </a:t>
            </a:r>
            <a:r>
              <a:rPr lang="nl-BE" baseline="0" dirty="0" err="1"/>
              <a:t>see</a:t>
            </a:r>
            <a:r>
              <a:rPr lang="nl-BE" baseline="0" dirty="0"/>
              <a:t> the </a:t>
            </a:r>
            <a:r>
              <a:rPr lang="nl-BE" baseline="0" dirty="0" err="1"/>
              <a:t>world</a:t>
            </a:r>
            <a:r>
              <a:rPr lang="nl-BE" baseline="0" dirty="0"/>
              <a:t> in </a:t>
            </a:r>
            <a:r>
              <a:rPr lang="nl-BE" baseline="0" dirty="0" err="1"/>
              <a:t>figures</a:t>
            </a:r>
            <a:r>
              <a:rPr lang="nl-BE" baseline="0" dirty="0"/>
              <a:t>, in </a:t>
            </a:r>
            <a:r>
              <a:rPr lang="nl-BE" baseline="0" dirty="0" err="1"/>
              <a:t>dispersion</a:t>
            </a:r>
            <a:r>
              <a:rPr lang="nl-BE" baseline="0" dirty="0"/>
              <a:t>, and </a:t>
            </a:r>
            <a:r>
              <a:rPr lang="nl-BE" baseline="0" dirty="0" err="1"/>
              <a:t>how</a:t>
            </a:r>
            <a:r>
              <a:rPr lang="nl-BE" baseline="0" dirty="0"/>
              <a:t> to </a:t>
            </a:r>
            <a:r>
              <a:rPr lang="nl-BE" baseline="0" dirty="0" err="1"/>
              <a:t>reduce</a:t>
            </a:r>
            <a:r>
              <a:rPr lang="nl-BE" baseline="0" dirty="0"/>
              <a:t> </a:t>
            </a:r>
            <a:r>
              <a:rPr lang="nl-BE" baseline="0" dirty="0" err="1"/>
              <a:t>dispersion</a:t>
            </a:r>
            <a:r>
              <a:rPr lang="nl-BE" baseline="0" dirty="0"/>
              <a:t>)</a:t>
            </a:r>
          </a:p>
          <a:p>
            <a:endParaRPr lang="nl-BE" baseline="0" dirty="0"/>
          </a:p>
          <a:p>
            <a:r>
              <a:rPr lang="nl-BE" baseline="0" dirty="0"/>
              <a:t>DMAIC: break </a:t>
            </a:r>
            <a:r>
              <a:rPr lang="nl-BE" baseline="0" dirty="0" err="1"/>
              <a:t>trough</a:t>
            </a:r>
            <a:r>
              <a:rPr lang="nl-BE" baseline="0" dirty="0"/>
              <a:t> </a:t>
            </a:r>
            <a:r>
              <a:rPr lang="nl-BE" baseline="0" dirty="0" err="1"/>
              <a:t>strategy</a:t>
            </a:r>
            <a:r>
              <a:rPr lang="nl-BE" baseline="0" dirty="0"/>
              <a:t>, </a:t>
            </a:r>
            <a:r>
              <a:rPr lang="nl-BE" baseline="0" dirty="0" err="1"/>
              <a:t>method</a:t>
            </a:r>
            <a:r>
              <a:rPr lang="nl-BE" baseline="0" dirty="0"/>
              <a:t> to </a:t>
            </a:r>
            <a:r>
              <a:rPr lang="nl-BE" baseline="0" dirty="0" err="1"/>
              <a:t>install</a:t>
            </a:r>
            <a:r>
              <a:rPr lang="nl-BE" baseline="0" dirty="0"/>
              <a:t> </a:t>
            </a:r>
            <a:r>
              <a:rPr lang="nl-BE" baseline="0" dirty="0" err="1"/>
              <a:t>Six</a:t>
            </a:r>
            <a:r>
              <a:rPr lang="nl-BE" baseline="0" dirty="0"/>
              <a:t> Sigma </a:t>
            </a:r>
            <a:r>
              <a:rPr lang="nl-BE" baseline="0" dirty="0" err="1"/>
              <a:t>projects</a:t>
            </a:r>
            <a:r>
              <a:rPr lang="nl-BE" baseline="0" dirty="0"/>
              <a:t>, </a:t>
            </a:r>
            <a:r>
              <a:rPr lang="nl-BE" baseline="0" dirty="0" err="1"/>
              <a:t>here</a:t>
            </a:r>
            <a:r>
              <a:rPr lang="nl-BE" baseline="0" dirty="0"/>
              <a:t> we </a:t>
            </a:r>
            <a:r>
              <a:rPr lang="nl-BE" baseline="0" dirty="0" err="1"/>
              <a:t>define</a:t>
            </a:r>
            <a:r>
              <a:rPr lang="nl-BE" baseline="0" dirty="0"/>
              <a:t> </a:t>
            </a:r>
            <a:r>
              <a:rPr lang="nl-BE" baseline="0" dirty="0" err="1"/>
              <a:t>our</a:t>
            </a:r>
            <a:r>
              <a:rPr lang="nl-BE" baseline="0" dirty="0"/>
              <a:t> </a:t>
            </a:r>
            <a:r>
              <a:rPr lang="nl-BE" baseline="0" dirty="0" err="1"/>
              <a:t>problem</a:t>
            </a:r>
            <a:r>
              <a:rPr lang="nl-BE" baseline="0" dirty="0"/>
              <a:t> </a:t>
            </a:r>
            <a:r>
              <a:rPr lang="nl-BE" baseline="0" dirty="0" err="1"/>
              <a:t>very</a:t>
            </a:r>
            <a:r>
              <a:rPr lang="nl-BE" baseline="0" dirty="0"/>
              <a:t> </a:t>
            </a:r>
            <a:r>
              <a:rPr lang="nl-BE" baseline="0" dirty="0" err="1"/>
              <a:t>detailed</a:t>
            </a:r>
            <a:r>
              <a:rPr lang="nl-BE" baseline="0" dirty="0"/>
              <a:t>, set up a plan, </a:t>
            </a:r>
            <a:r>
              <a:rPr lang="nl-BE" baseline="0" dirty="0" err="1"/>
              <a:t>deep</a:t>
            </a:r>
            <a:r>
              <a:rPr lang="nl-BE" baseline="0" dirty="0"/>
              <a:t> </a:t>
            </a:r>
            <a:r>
              <a:rPr lang="nl-BE" baseline="0" dirty="0" err="1"/>
              <a:t>dive</a:t>
            </a:r>
            <a:r>
              <a:rPr lang="nl-BE" baseline="0" dirty="0"/>
              <a:t> </a:t>
            </a:r>
            <a:r>
              <a:rPr lang="nl-BE" baseline="0" dirty="0" err="1"/>
              <a:t>into</a:t>
            </a:r>
            <a:r>
              <a:rPr lang="nl-BE" baseline="0" dirty="0"/>
              <a:t> </a:t>
            </a:r>
            <a:r>
              <a:rPr lang="nl-BE" baseline="0" dirty="0" err="1"/>
              <a:t>metrics</a:t>
            </a:r>
            <a:r>
              <a:rPr lang="nl-BE" baseline="0" dirty="0"/>
              <a:t> / </a:t>
            </a:r>
            <a:r>
              <a:rPr lang="nl-BE" baseline="0" dirty="0" err="1"/>
              <a:t>statistics</a:t>
            </a:r>
            <a:r>
              <a:rPr lang="nl-BE" baseline="0" dirty="0"/>
              <a:t> to analyse the </a:t>
            </a:r>
            <a:r>
              <a:rPr lang="nl-BE" baseline="0" dirty="0" err="1"/>
              <a:t>problem</a:t>
            </a:r>
            <a:r>
              <a:rPr lang="nl-BE" baseline="0" dirty="0"/>
              <a:t>(s), </a:t>
            </a:r>
            <a:r>
              <a:rPr lang="nl-BE" baseline="0" dirty="0" err="1"/>
              <a:t>perform</a:t>
            </a:r>
            <a:r>
              <a:rPr lang="nl-BE" baseline="0" dirty="0"/>
              <a:t> </a:t>
            </a:r>
            <a:r>
              <a:rPr lang="nl-BE" baseline="0" dirty="0" err="1"/>
              <a:t>an</a:t>
            </a:r>
            <a:r>
              <a:rPr lang="nl-BE" baseline="0" dirty="0"/>
              <a:t> </a:t>
            </a:r>
            <a:r>
              <a:rPr lang="nl-BE" baseline="0" dirty="0" err="1"/>
              <a:t>action</a:t>
            </a:r>
            <a:r>
              <a:rPr lang="nl-BE" baseline="0" dirty="0"/>
              <a:t> plan and </a:t>
            </a:r>
            <a:r>
              <a:rPr lang="nl-BE" baseline="0" dirty="0" err="1"/>
              <a:t>sustain</a:t>
            </a:r>
            <a:r>
              <a:rPr lang="nl-BE" baseline="0" dirty="0"/>
              <a:t> (</a:t>
            </a:r>
            <a:r>
              <a:rPr lang="nl-BE" baseline="0" dirty="0" err="1"/>
              <a:t>control</a:t>
            </a:r>
            <a:r>
              <a:rPr lang="nl-BE" baseline="0" dirty="0"/>
              <a:t> </a:t>
            </a:r>
            <a:r>
              <a:rPr lang="nl-BE" baseline="0" dirty="0" err="1"/>
              <a:t>charts</a:t>
            </a:r>
            <a:r>
              <a:rPr lang="nl-BE" baseline="0" dirty="0"/>
              <a:t>, check up </a:t>
            </a:r>
            <a:r>
              <a:rPr lang="nl-BE" baseline="0" dirty="0" err="1"/>
              <a:t>by</a:t>
            </a:r>
            <a:r>
              <a:rPr lang="nl-BE" baseline="0" dirty="0"/>
              <a:t> </a:t>
            </a:r>
            <a:r>
              <a:rPr lang="nl-BE" baseline="0" dirty="0" err="1"/>
              <a:t>KPIs</a:t>
            </a:r>
            <a:r>
              <a:rPr lang="nl-BE" baseline="0" dirty="0"/>
              <a:t>, …), </a:t>
            </a:r>
            <a:r>
              <a:rPr lang="nl-BE" baseline="0" dirty="0" err="1"/>
              <a:t>so</a:t>
            </a:r>
            <a:r>
              <a:rPr lang="nl-BE" baseline="0" dirty="0"/>
              <a:t> </a:t>
            </a:r>
            <a:r>
              <a:rPr lang="nl-BE" baseline="0" dirty="0" err="1"/>
              <a:t>that</a:t>
            </a:r>
            <a:r>
              <a:rPr lang="nl-BE" baseline="0" dirty="0"/>
              <a:t> </a:t>
            </a:r>
            <a:r>
              <a:rPr lang="nl-BE" baseline="0" dirty="0" err="1"/>
              <a:t>efforts</a:t>
            </a:r>
            <a:r>
              <a:rPr lang="nl-BE" baseline="0" dirty="0"/>
              <a:t> are </a:t>
            </a:r>
            <a:r>
              <a:rPr lang="nl-BE" baseline="0" dirty="0" err="1"/>
              <a:t>not</a:t>
            </a:r>
            <a:r>
              <a:rPr lang="nl-BE" baseline="0" dirty="0"/>
              <a:t> lost.</a:t>
            </a:r>
          </a:p>
          <a:p>
            <a:endParaRPr lang="nl-BE" baseline="0" dirty="0"/>
          </a:p>
          <a:p>
            <a:r>
              <a:rPr lang="nl-BE" baseline="0" dirty="0" err="1"/>
              <a:t>Process</a:t>
            </a:r>
            <a:r>
              <a:rPr lang="nl-BE" baseline="0" dirty="0"/>
              <a:t> </a:t>
            </a:r>
            <a:r>
              <a:rPr lang="nl-BE" baseline="0" dirty="0" err="1"/>
              <a:t>capability</a:t>
            </a:r>
            <a:r>
              <a:rPr lang="nl-BE" baseline="0" dirty="0"/>
              <a:t> is </a:t>
            </a:r>
            <a:r>
              <a:rPr lang="nl-BE" baseline="0" dirty="0" err="1"/>
              <a:t>about</a:t>
            </a:r>
            <a:r>
              <a:rPr lang="nl-BE" baseline="0" dirty="0"/>
              <a:t> </a:t>
            </a:r>
            <a:r>
              <a:rPr lang="nl-BE" baseline="0" dirty="0" err="1"/>
              <a:t>how</a:t>
            </a:r>
            <a:r>
              <a:rPr lang="nl-BE" baseline="0" dirty="0"/>
              <a:t> </a:t>
            </a:r>
            <a:r>
              <a:rPr lang="nl-BE" baseline="0" dirty="0" err="1"/>
              <a:t>our</a:t>
            </a:r>
            <a:r>
              <a:rPr lang="nl-BE" baseline="0" dirty="0"/>
              <a:t> </a:t>
            </a:r>
            <a:r>
              <a:rPr lang="nl-BE" baseline="0" dirty="0" err="1"/>
              <a:t>processes</a:t>
            </a:r>
            <a:r>
              <a:rPr lang="nl-BE" baseline="0" dirty="0"/>
              <a:t> </a:t>
            </a:r>
            <a:r>
              <a:rPr lang="nl-BE" baseline="0" dirty="0" err="1"/>
              <a:t>perform</a:t>
            </a:r>
            <a:r>
              <a:rPr lang="nl-BE" baseline="0" dirty="0"/>
              <a:t> and we monitor </a:t>
            </a:r>
            <a:r>
              <a:rPr lang="nl-BE" baseline="0" dirty="0" err="1"/>
              <a:t>when</a:t>
            </a:r>
            <a:r>
              <a:rPr lang="nl-BE" baseline="0" dirty="0"/>
              <a:t> we </a:t>
            </a:r>
            <a:r>
              <a:rPr lang="nl-BE" baseline="0" dirty="0" err="1"/>
              <a:t>improve</a:t>
            </a:r>
            <a:r>
              <a:rPr lang="nl-BE" baseline="0" dirty="0"/>
              <a:t> </a:t>
            </a:r>
            <a:r>
              <a:rPr lang="nl-BE" baseline="0" dirty="0" err="1"/>
              <a:t>our</a:t>
            </a:r>
            <a:r>
              <a:rPr lang="nl-BE" baseline="0" dirty="0"/>
              <a:t> </a:t>
            </a:r>
            <a:r>
              <a:rPr lang="nl-BE" baseline="0" dirty="0" err="1"/>
              <a:t>processes</a:t>
            </a:r>
            <a:r>
              <a:rPr lang="nl-BE" baseline="0" dirty="0"/>
              <a:t>. </a:t>
            </a:r>
            <a:r>
              <a:rPr lang="nl-BE" baseline="0" dirty="0" err="1"/>
              <a:t>Also</a:t>
            </a:r>
            <a:r>
              <a:rPr lang="nl-BE" baseline="0" dirty="0"/>
              <a:t> </a:t>
            </a:r>
            <a:r>
              <a:rPr lang="nl-BE" baseline="0" dirty="0" err="1"/>
              <a:t>applicable</a:t>
            </a:r>
            <a:r>
              <a:rPr lang="nl-BE" baseline="0" dirty="0"/>
              <a:t> </a:t>
            </a:r>
            <a:r>
              <a:rPr lang="nl-BE" baseline="0" dirty="0" err="1"/>
              <a:t>on</a:t>
            </a:r>
            <a:r>
              <a:rPr lang="nl-BE" baseline="0" dirty="0"/>
              <a:t> </a:t>
            </a:r>
            <a:r>
              <a:rPr lang="nl-BE" baseline="0" dirty="0" err="1"/>
              <a:t>measurment</a:t>
            </a:r>
            <a:r>
              <a:rPr lang="nl-BE" baseline="0" dirty="0"/>
              <a:t> </a:t>
            </a:r>
            <a:r>
              <a:rPr lang="nl-BE" baseline="0" dirty="0" err="1"/>
              <a:t>gauges</a:t>
            </a:r>
            <a:r>
              <a:rPr lang="nl-BE" baseline="0" dirty="0"/>
              <a:t>.</a:t>
            </a:r>
          </a:p>
          <a:p>
            <a:endParaRPr lang="nl-BE" baseline="0" dirty="0"/>
          </a:p>
          <a:p>
            <a:r>
              <a:rPr lang="nl-BE" baseline="0" dirty="0" err="1"/>
              <a:t>Statistical</a:t>
            </a:r>
            <a:r>
              <a:rPr lang="nl-BE" baseline="0" dirty="0"/>
              <a:t> </a:t>
            </a:r>
            <a:r>
              <a:rPr lang="nl-BE" baseline="0" dirty="0" err="1"/>
              <a:t>process</a:t>
            </a:r>
            <a:r>
              <a:rPr lang="nl-BE" baseline="0" dirty="0"/>
              <a:t> </a:t>
            </a:r>
            <a:r>
              <a:rPr lang="nl-BE" baseline="0" dirty="0" err="1"/>
              <a:t>control</a:t>
            </a:r>
            <a:r>
              <a:rPr lang="nl-BE" baseline="0" dirty="0"/>
              <a:t> </a:t>
            </a:r>
            <a:r>
              <a:rPr lang="nl-BE" baseline="0" dirty="0">
                <a:sym typeface="Wingdings" pitchFamily="2" charset="2"/>
              </a:rPr>
              <a:t> to </a:t>
            </a:r>
            <a:r>
              <a:rPr lang="nl-BE" baseline="0" dirty="0" err="1">
                <a:sym typeface="Wingdings" pitchFamily="2" charset="2"/>
              </a:rPr>
              <a:t>sustain</a:t>
            </a:r>
            <a:endParaRPr lang="nl-BE" baseline="0" dirty="0">
              <a:sym typeface="Wingdings" pitchFamily="2" charset="2"/>
            </a:endParaRPr>
          </a:p>
          <a:p>
            <a:endParaRPr lang="nl-BE" baseline="0" dirty="0">
              <a:sym typeface="Wingdings" pitchFamily="2" charset="2"/>
            </a:endParaRPr>
          </a:p>
          <a:p>
            <a:r>
              <a:rPr lang="nl-BE" baseline="0" dirty="0">
                <a:sym typeface="Wingdings" pitchFamily="2" charset="2"/>
              </a:rPr>
              <a:t>Hypothesis </a:t>
            </a:r>
            <a:r>
              <a:rPr lang="nl-BE" baseline="0" dirty="0" err="1">
                <a:sym typeface="Wingdings" pitchFamily="2" charset="2"/>
              </a:rPr>
              <a:t>testing</a:t>
            </a:r>
            <a:r>
              <a:rPr lang="nl-BE" baseline="0" dirty="0">
                <a:sym typeface="Wingdings" pitchFamily="2" charset="2"/>
              </a:rPr>
              <a:t>, </a:t>
            </a:r>
            <a:r>
              <a:rPr lang="nl-BE" baseline="0" dirty="0" err="1">
                <a:sym typeface="Wingdings" pitchFamily="2" charset="2"/>
              </a:rPr>
              <a:t>two</a:t>
            </a:r>
            <a:r>
              <a:rPr lang="nl-BE" baseline="0" dirty="0">
                <a:sym typeface="Wingdings" pitchFamily="2" charset="2"/>
              </a:rPr>
              <a:t> samples, ANOVA  </a:t>
            </a:r>
            <a:r>
              <a:rPr lang="nl-BE" baseline="0" dirty="0" err="1">
                <a:sym typeface="Wingdings" pitchFamily="2" charset="2"/>
              </a:rPr>
              <a:t>statistical</a:t>
            </a:r>
            <a:r>
              <a:rPr lang="nl-BE" baseline="0" dirty="0">
                <a:sym typeface="Wingdings" pitchFamily="2" charset="2"/>
              </a:rPr>
              <a:t> </a:t>
            </a:r>
            <a:r>
              <a:rPr lang="nl-BE" baseline="0" dirty="0" err="1">
                <a:sym typeface="Wingdings" pitchFamily="2" charset="2"/>
              </a:rPr>
              <a:t>techniques</a:t>
            </a:r>
            <a:r>
              <a:rPr lang="nl-BE" baseline="0" dirty="0">
                <a:sym typeface="Wingdings" pitchFamily="2" charset="2"/>
              </a:rPr>
              <a:t> to </a:t>
            </a:r>
            <a:r>
              <a:rPr lang="nl-BE" baseline="0" dirty="0" err="1">
                <a:sym typeface="Wingdings" pitchFamily="2" charset="2"/>
              </a:rPr>
              <a:t>make</a:t>
            </a:r>
            <a:r>
              <a:rPr lang="nl-BE" baseline="0" dirty="0">
                <a:sym typeface="Wingdings" pitchFamily="2" charset="2"/>
              </a:rPr>
              <a:t> a statement </a:t>
            </a:r>
            <a:r>
              <a:rPr lang="nl-BE" baseline="0" dirty="0" err="1">
                <a:sym typeface="Wingdings" pitchFamily="2" charset="2"/>
              </a:rPr>
              <a:t>about</a:t>
            </a:r>
            <a:r>
              <a:rPr lang="nl-BE" baseline="0" dirty="0">
                <a:sym typeface="Wingdings" pitchFamily="2" charset="2"/>
              </a:rPr>
              <a:t> a </a:t>
            </a:r>
            <a:r>
              <a:rPr lang="nl-BE" baseline="0" dirty="0" err="1">
                <a:sym typeface="Wingdings" pitchFamily="2" charset="2"/>
              </a:rPr>
              <a:t>certain</a:t>
            </a:r>
            <a:r>
              <a:rPr lang="nl-BE" baseline="0" dirty="0">
                <a:sym typeface="Wingdings" pitchFamily="2" charset="2"/>
              </a:rPr>
              <a:t> hypothesis</a:t>
            </a:r>
          </a:p>
          <a:p>
            <a:endParaRPr lang="nl-BE" baseline="0" dirty="0">
              <a:sym typeface="Wingdings" pitchFamily="2" charset="2"/>
            </a:endParaRPr>
          </a:p>
          <a:p>
            <a:r>
              <a:rPr lang="nl-BE" baseline="0" dirty="0">
                <a:sym typeface="Wingdings" pitchFamily="2" charset="2"/>
              </a:rPr>
              <a:t>Design of </a:t>
            </a:r>
            <a:r>
              <a:rPr lang="nl-BE" baseline="0" dirty="0" err="1">
                <a:sym typeface="Wingdings" pitchFamily="2" charset="2"/>
              </a:rPr>
              <a:t>experiments</a:t>
            </a:r>
            <a:r>
              <a:rPr lang="nl-BE" baseline="0" dirty="0">
                <a:sym typeface="Wingdings" pitchFamily="2" charset="2"/>
              </a:rPr>
              <a:t>: </a:t>
            </a:r>
            <a:r>
              <a:rPr lang="nl-BE" baseline="0" dirty="0" err="1">
                <a:sym typeface="Wingdings" pitchFamily="2" charset="2"/>
              </a:rPr>
              <a:t>often</a:t>
            </a:r>
            <a:r>
              <a:rPr lang="nl-BE" baseline="0" dirty="0">
                <a:sym typeface="Wingdings" pitchFamily="2" charset="2"/>
              </a:rPr>
              <a:t> </a:t>
            </a:r>
            <a:r>
              <a:rPr lang="nl-BE" baseline="0" dirty="0" err="1">
                <a:sym typeface="Wingdings" pitchFamily="2" charset="2"/>
              </a:rPr>
              <a:t>you</a:t>
            </a:r>
            <a:r>
              <a:rPr lang="nl-BE" baseline="0" dirty="0">
                <a:sym typeface="Wingdings" pitchFamily="2" charset="2"/>
              </a:rPr>
              <a:t> have </a:t>
            </a:r>
            <a:r>
              <a:rPr lang="nl-BE" baseline="0" dirty="0" err="1">
                <a:sym typeface="Wingdings" pitchFamily="2" charset="2"/>
              </a:rPr>
              <a:t>already</a:t>
            </a:r>
            <a:r>
              <a:rPr lang="nl-BE" baseline="0" dirty="0">
                <a:sym typeface="Wingdings" pitchFamily="2" charset="2"/>
              </a:rPr>
              <a:t> data </a:t>
            </a:r>
            <a:r>
              <a:rPr lang="nl-BE" baseline="0" dirty="0" err="1">
                <a:sym typeface="Wingdings" pitchFamily="2" charset="2"/>
              </a:rPr>
              <a:t>about</a:t>
            </a:r>
            <a:r>
              <a:rPr lang="nl-BE" baseline="0" dirty="0">
                <a:sym typeface="Wingdings" pitchFamily="2" charset="2"/>
              </a:rPr>
              <a:t> a </a:t>
            </a:r>
            <a:r>
              <a:rPr lang="nl-BE" baseline="0" dirty="0" err="1">
                <a:sym typeface="Wingdings" pitchFamily="2" charset="2"/>
              </a:rPr>
              <a:t>certain</a:t>
            </a:r>
            <a:r>
              <a:rPr lang="nl-BE" baseline="0" dirty="0">
                <a:sym typeface="Wingdings" pitchFamily="2" charset="2"/>
              </a:rPr>
              <a:t> </a:t>
            </a:r>
            <a:r>
              <a:rPr lang="nl-BE" baseline="0" dirty="0" err="1">
                <a:sym typeface="Wingdings" pitchFamily="2" charset="2"/>
              </a:rPr>
              <a:t>problem</a:t>
            </a:r>
            <a:r>
              <a:rPr lang="nl-BE" baseline="0" dirty="0">
                <a:sym typeface="Wingdings" pitchFamily="2" charset="2"/>
              </a:rPr>
              <a:t>, </a:t>
            </a:r>
            <a:r>
              <a:rPr lang="nl-BE" baseline="0" dirty="0" err="1">
                <a:sym typeface="Wingdings" pitchFamily="2" charset="2"/>
              </a:rPr>
              <a:t>if</a:t>
            </a:r>
            <a:r>
              <a:rPr lang="nl-BE" baseline="0" dirty="0">
                <a:sym typeface="Wingdings" pitchFamily="2" charset="2"/>
              </a:rPr>
              <a:t> </a:t>
            </a:r>
            <a:r>
              <a:rPr lang="nl-BE" baseline="0" dirty="0" err="1">
                <a:sym typeface="Wingdings" pitchFamily="2" charset="2"/>
              </a:rPr>
              <a:t>not</a:t>
            </a:r>
            <a:r>
              <a:rPr lang="nl-BE" baseline="0" dirty="0">
                <a:sym typeface="Wingdings" pitchFamily="2" charset="2"/>
              </a:rPr>
              <a:t>, or </a:t>
            </a:r>
            <a:r>
              <a:rPr lang="nl-BE" baseline="0" dirty="0" err="1">
                <a:sym typeface="Wingdings" pitchFamily="2" charset="2"/>
              </a:rPr>
              <a:t>if</a:t>
            </a:r>
            <a:r>
              <a:rPr lang="nl-BE" baseline="0" dirty="0">
                <a:sym typeface="Wingdings" pitchFamily="2" charset="2"/>
              </a:rPr>
              <a:t> </a:t>
            </a:r>
            <a:r>
              <a:rPr lang="nl-BE" baseline="0" dirty="0" err="1">
                <a:sym typeface="Wingdings" pitchFamily="2" charset="2"/>
              </a:rPr>
              <a:t>you</a:t>
            </a:r>
            <a:r>
              <a:rPr lang="nl-BE" baseline="0" dirty="0">
                <a:sym typeface="Wingdings" pitchFamily="2" charset="2"/>
              </a:rPr>
              <a:t> want to do </a:t>
            </a:r>
            <a:r>
              <a:rPr lang="nl-BE" baseline="0" dirty="0" err="1">
                <a:sym typeface="Wingdings" pitchFamily="2" charset="2"/>
              </a:rPr>
              <a:t>experiments</a:t>
            </a:r>
            <a:r>
              <a:rPr lang="nl-BE" baseline="0" dirty="0">
                <a:sym typeface="Wingdings" pitchFamily="2" charset="2"/>
              </a:rPr>
              <a:t> in </a:t>
            </a:r>
            <a:r>
              <a:rPr lang="nl-BE" baseline="0" dirty="0" err="1">
                <a:sym typeface="Wingdings" pitchFamily="2" charset="2"/>
              </a:rPr>
              <a:t>another</a:t>
            </a:r>
            <a:r>
              <a:rPr lang="nl-BE" baseline="0" dirty="0">
                <a:sym typeface="Wingdings" pitchFamily="2" charset="2"/>
              </a:rPr>
              <a:t> </a:t>
            </a:r>
            <a:r>
              <a:rPr lang="nl-BE" baseline="0" dirty="0" err="1">
                <a:sym typeface="Wingdings" pitchFamily="2" charset="2"/>
              </a:rPr>
              <a:t>region</a:t>
            </a:r>
            <a:r>
              <a:rPr lang="nl-BE" baseline="0" dirty="0">
                <a:sym typeface="Wingdings" pitchFamily="2" charset="2"/>
              </a:rPr>
              <a:t> </a:t>
            </a:r>
            <a:r>
              <a:rPr lang="nl-BE" baseline="0" dirty="0" err="1">
                <a:sym typeface="Wingdings" pitchFamily="2" charset="2"/>
              </a:rPr>
              <a:t>outside</a:t>
            </a:r>
            <a:r>
              <a:rPr lang="nl-BE" baseline="0" dirty="0">
                <a:sym typeface="Wingdings" pitchFamily="2" charset="2"/>
              </a:rPr>
              <a:t> the </a:t>
            </a:r>
            <a:r>
              <a:rPr lang="nl-BE" baseline="0" dirty="0" err="1">
                <a:sym typeface="Wingdings" pitchFamily="2" charset="2"/>
              </a:rPr>
              <a:t>knowledge</a:t>
            </a:r>
            <a:r>
              <a:rPr lang="nl-BE" baseline="0" dirty="0">
                <a:sym typeface="Wingdings" pitchFamily="2" charset="2"/>
              </a:rPr>
              <a:t>, </a:t>
            </a:r>
            <a:r>
              <a:rPr lang="nl-BE" baseline="0" dirty="0" err="1">
                <a:sym typeface="Wingdings" pitchFamily="2" charset="2"/>
              </a:rPr>
              <a:t>you</a:t>
            </a:r>
            <a:r>
              <a:rPr lang="nl-BE" baseline="0" dirty="0">
                <a:sym typeface="Wingdings" pitchFamily="2" charset="2"/>
              </a:rPr>
              <a:t> </a:t>
            </a:r>
            <a:r>
              <a:rPr lang="nl-BE" baseline="0" dirty="0" err="1">
                <a:sym typeface="Wingdings" pitchFamily="2" charset="2"/>
              </a:rPr>
              <a:t>can</a:t>
            </a:r>
            <a:r>
              <a:rPr lang="nl-BE" baseline="0" dirty="0">
                <a:sym typeface="Wingdings" pitchFamily="2" charset="2"/>
              </a:rPr>
              <a:t> do </a:t>
            </a:r>
            <a:r>
              <a:rPr lang="nl-BE" baseline="0" dirty="0" err="1">
                <a:sym typeface="Wingdings" pitchFamily="2" charset="2"/>
              </a:rPr>
              <a:t>experiments</a:t>
            </a:r>
            <a:r>
              <a:rPr lang="nl-BE" baseline="0" dirty="0">
                <a:sym typeface="Wingdings" pitchFamily="2" charset="2"/>
              </a:rPr>
              <a:t>.</a:t>
            </a:r>
          </a:p>
          <a:p>
            <a:r>
              <a:rPr lang="nl-BE" baseline="0" dirty="0">
                <a:sym typeface="Wingdings" pitchFamily="2" charset="2"/>
              </a:rPr>
              <a:t>The </a:t>
            </a:r>
            <a:r>
              <a:rPr lang="nl-BE" baseline="0" dirty="0" err="1">
                <a:sym typeface="Wingdings" pitchFamily="2" charset="2"/>
              </a:rPr>
              <a:t>method</a:t>
            </a:r>
            <a:r>
              <a:rPr lang="nl-BE" baseline="0" dirty="0">
                <a:sym typeface="Wingdings" pitchFamily="2" charset="2"/>
              </a:rPr>
              <a:t> </a:t>
            </a:r>
            <a:r>
              <a:rPr lang="nl-BE" baseline="0" dirty="0" err="1">
                <a:sym typeface="Wingdings" pitchFamily="2" charset="2"/>
              </a:rPr>
              <a:t>how</a:t>
            </a:r>
            <a:r>
              <a:rPr lang="nl-BE" baseline="0" dirty="0">
                <a:sym typeface="Wingdings" pitchFamily="2" charset="2"/>
              </a:rPr>
              <a:t> to do these </a:t>
            </a:r>
            <a:r>
              <a:rPr lang="nl-BE" baseline="0" dirty="0" err="1">
                <a:sym typeface="Wingdings" pitchFamily="2" charset="2"/>
              </a:rPr>
              <a:t>experiments</a:t>
            </a:r>
            <a:r>
              <a:rPr lang="nl-BE" baseline="0" dirty="0">
                <a:sym typeface="Wingdings" pitchFamily="2" charset="2"/>
              </a:rPr>
              <a:t>, </a:t>
            </a:r>
            <a:r>
              <a:rPr lang="nl-BE" baseline="0" dirty="0" err="1">
                <a:sym typeface="Wingdings" pitchFamily="2" charset="2"/>
              </a:rPr>
              <a:t>so</a:t>
            </a:r>
            <a:r>
              <a:rPr lang="nl-BE" baseline="0" dirty="0">
                <a:sym typeface="Wingdings" pitchFamily="2" charset="2"/>
              </a:rPr>
              <a:t> </a:t>
            </a:r>
            <a:r>
              <a:rPr lang="nl-BE" baseline="0" dirty="0" err="1">
                <a:sym typeface="Wingdings" pitchFamily="2" charset="2"/>
              </a:rPr>
              <a:t>that</a:t>
            </a:r>
            <a:r>
              <a:rPr lang="nl-BE" baseline="0" dirty="0">
                <a:sym typeface="Wingdings" pitchFamily="2" charset="2"/>
              </a:rPr>
              <a:t> these </a:t>
            </a:r>
            <a:r>
              <a:rPr lang="nl-BE" baseline="0" dirty="0" err="1">
                <a:sym typeface="Wingdings" pitchFamily="2" charset="2"/>
              </a:rPr>
              <a:t>experiments</a:t>
            </a:r>
            <a:r>
              <a:rPr lang="nl-BE" baseline="0" dirty="0">
                <a:sym typeface="Wingdings" pitchFamily="2" charset="2"/>
              </a:rPr>
              <a:t> are </a:t>
            </a:r>
            <a:r>
              <a:rPr lang="nl-BE" baseline="0" dirty="0" err="1">
                <a:sym typeface="Wingdings" pitchFamily="2" charset="2"/>
              </a:rPr>
              <a:t>reliable</a:t>
            </a:r>
            <a:r>
              <a:rPr lang="nl-BE" baseline="0" dirty="0">
                <a:sym typeface="Wingdings" pitchFamily="2" charset="2"/>
              </a:rPr>
              <a:t>, </a:t>
            </a:r>
            <a:r>
              <a:rPr lang="nl-BE" baseline="0" dirty="0" err="1">
                <a:sym typeface="Wingdings" pitchFamily="2" charset="2"/>
              </a:rPr>
              <a:t>cost</a:t>
            </a:r>
            <a:r>
              <a:rPr lang="nl-BE" baseline="0" dirty="0">
                <a:sym typeface="Wingdings" pitchFamily="2" charset="2"/>
              </a:rPr>
              <a:t> </a:t>
            </a:r>
            <a:r>
              <a:rPr lang="nl-BE" baseline="0" dirty="0" err="1">
                <a:sym typeface="Wingdings" pitchFamily="2" charset="2"/>
              </a:rPr>
              <a:t>effective</a:t>
            </a:r>
            <a:r>
              <a:rPr lang="nl-BE" baseline="0" dirty="0">
                <a:sym typeface="Wingdings" pitchFamily="2" charset="2"/>
              </a:rPr>
              <a:t> is </a:t>
            </a:r>
            <a:r>
              <a:rPr lang="nl-BE" baseline="0" dirty="0" err="1">
                <a:sym typeface="Wingdings" pitchFamily="2" charset="2"/>
              </a:rPr>
              <a:t>called</a:t>
            </a:r>
            <a:r>
              <a:rPr lang="nl-BE" baseline="0" dirty="0">
                <a:sym typeface="Wingdings" pitchFamily="2" charset="2"/>
              </a:rPr>
              <a:t> DOE.</a:t>
            </a:r>
            <a:endParaRPr lang="nl-BE" baseline="0" dirty="0"/>
          </a:p>
          <a:p>
            <a:endParaRPr lang="nl-BE" baseline="0" dirty="0"/>
          </a:p>
          <a:p>
            <a:endParaRPr lang="nl-BE" baseline="0" dirty="0"/>
          </a:p>
          <a:p>
            <a:endParaRPr lang="nl-BE" baseline="0" dirty="0"/>
          </a:p>
          <a:p>
            <a:endParaRPr lang="nl-BE" baseline="0" dirty="0"/>
          </a:p>
        </p:txBody>
      </p:sp>
      <p:sp>
        <p:nvSpPr>
          <p:cNvPr id="4" name="Tijdelijke aanduiding voor dianummer 3"/>
          <p:cNvSpPr>
            <a:spLocks noGrp="1"/>
          </p:cNvSpPr>
          <p:nvPr>
            <p:ph type="sldNum" sz="quarter" idx="10"/>
          </p:nvPr>
        </p:nvSpPr>
        <p:spPr/>
        <p:txBody>
          <a:bodyPr/>
          <a:lstStyle/>
          <a:p>
            <a:pPr>
              <a:defRPr/>
            </a:pPr>
            <a:fld id="{7DA5BC4C-46C4-4E2C-88E3-45E0A4476A80}" type="slidenum">
              <a:rPr lang="en-US" smtClean="0"/>
              <a:pPr>
                <a:defRPr/>
              </a:pPr>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10"/>
          </p:nvPr>
        </p:nvSpPr>
        <p:spPr/>
        <p:txBody>
          <a:bodyPr/>
          <a:lstStyle/>
          <a:p>
            <a:pPr>
              <a:defRPr/>
            </a:pPr>
            <a:fld id="{7DA5BC4C-46C4-4E2C-88E3-45E0A4476A80}" type="slidenum">
              <a:rPr lang="en-US" smtClean="0"/>
              <a:pPr>
                <a:defRPr/>
              </a:pPr>
              <a:t>5</a:t>
            </a:fld>
            <a:endParaRPr lang="en-US"/>
          </a:p>
        </p:txBody>
      </p:sp>
    </p:spTree>
    <p:extLst>
      <p:ext uri="{BB962C8B-B14F-4D97-AF65-F5344CB8AC3E}">
        <p14:creationId xmlns:p14="http://schemas.microsoft.com/office/powerpoint/2010/main" val="33985914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normAutofit fontScale="92500" lnSpcReduction="10000"/>
          </a:bodyPr>
          <a:lstStyle/>
          <a:p>
            <a:r>
              <a:rPr lang="nl-BE" dirty="0"/>
              <a:t>Links</a:t>
            </a:r>
            <a:r>
              <a:rPr lang="nl-BE" baseline="0" dirty="0"/>
              <a:t> </a:t>
            </a:r>
            <a:r>
              <a:rPr lang="nl-BE" baseline="0" dirty="0" err="1"/>
              <a:t>between</a:t>
            </a:r>
            <a:r>
              <a:rPr lang="nl-BE" baseline="0" dirty="0"/>
              <a:t> topics:</a:t>
            </a:r>
          </a:p>
          <a:p>
            <a:endParaRPr lang="nl-BE" baseline="0" dirty="0"/>
          </a:p>
          <a:p>
            <a:r>
              <a:rPr lang="nl-BE" baseline="0" dirty="0" err="1"/>
              <a:t>Lean</a:t>
            </a:r>
            <a:r>
              <a:rPr lang="nl-BE" baseline="0" dirty="0"/>
              <a:t> &amp; </a:t>
            </a:r>
            <a:r>
              <a:rPr lang="nl-BE" baseline="0" dirty="0" err="1"/>
              <a:t>Six</a:t>
            </a:r>
            <a:r>
              <a:rPr lang="nl-BE" baseline="0" dirty="0"/>
              <a:t> Sigma: </a:t>
            </a:r>
            <a:r>
              <a:rPr lang="nl-BE" baseline="0" dirty="0" err="1"/>
              <a:t>introduction</a:t>
            </a:r>
            <a:r>
              <a:rPr lang="nl-BE" baseline="0" dirty="0"/>
              <a:t> – </a:t>
            </a:r>
            <a:r>
              <a:rPr lang="nl-BE" baseline="0" dirty="0" err="1"/>
              <a:t>what</a:t>
            </a:r>
            <a:r>
              <a:rPr lang="nl-BE" baseline="0" dirty="0"/>
              <a:t> is </a:t>
            </a:r>
            <a:r>
              <a:rPr lang="nl-BE" baseline="0" dirty="0" err="1"/>
              <a:t>Lean</a:t>
            </a:r>
            <a:r>
              <a:rPr lang="nl-BE" baseline="0" dirty="0"/>
              <a:t> / </a:t>
            </a:r>
            <a:r>
              <a:rPr lang="nl-BE" baseline="0" dirty="0" err="1"/>
              <a:t>what</a:t>
            </a:r>
            <a:r>
              <a:rPr lang="nl-BE" baseline="0" dirty="0"/>
              <a:t> is </a:t>
            </a:r>
            <a:r>
              <a:rPr lang="nl-BE" baseline="0" dirty="0" err="1"/>
              <a:t>Six</a:t>
            </a:r>
            <a:r>
              <a:rPr lang="nl-BE" baseline="0" dirty="0"/>
              <a:t> Sigma and </a:t>
            </a:r>
            <a:r>
              <a:rPr lang="nl-BE" baseline="0" dirty="0" err="1"/>
              <a:t>what</a:t>
            </a:r>
            <a:r>
              <a:rPr lang="nl-BE" baseline="0" dirty="0"/>
              <a:t> is link in </a:t>
            </a:r>
            <a:r>
              <a:rPr lang="nl-BE" baseline="0" dirty="0" err="1"/>
              <a:t>between</a:t>
            </a:r>
            <a:r>
              <a:rPr lang="nl-BE" baseline="0" dirty="0"/>
              <a:t>.</a:t>
            </a:r>
            <a:br>
              <a:rPr lang="nl-BE" baseline="0" dirty="0"/>
            </a:br>
            <a:r>
              <a:rPr lang="nl-BE" baseline="0" dirty="0" err="1"/>
              <a:t>After</a:t>
            </a:r>
            <a:r>
              <a:rPr lang="nl-BE" baseline="0" dirty="0"/>
              <a:t> </a:t>
            </a:r>
            <a:r>
              <a:rPr lang="nl-BE" baseline="0" dirty="0" err="1"/>
              <a:t>that</a:t>
            </a:r>
            <a:r>
              <a:rPr lang="nl-BE" baseline="0" dirty="0"/>
              <a:t>: </a:t>
            </a:r>
            <a:r>
              <a:rPr lang="nl-BE" baseline="0" dirty="0" err="1"/>
              <a:t>introduction</a:t>
            </a:r>
            <a:r>
              <a:rPr lang="nl-BE" baseline="0" dirty="0"/>
              <a:t> to </a:t>
            </a:r>
            <a:r>
              <a:rPr lang="nl-BE" baseline="0" dirty="0" err="1"/>
              <a:t>statistics</a:t>
            </a:r>
            <a:r>
              <a:rPr lang="nl-BE" baseline="0" dirty="0"/>
              <a:t> (</a:t>
            </a:r>
            <a:r>
              <a:rPr lang="nl-BE" baseline="0" dirty="0" err="1"/>
              <a:t>Six</a:t>
            </a:r>
            <a:r>
              <a:rPr lang="nl-BE" baseline="0" dirty="0"/>
              <a:t> Sigma </a:t>
            </a:r>
            <a:r>
              <a:rPr lang="nl-BE" baseline="0" dirty="0" err="1"/>
              <a:t>strongly</a:t>
            </a:r>
            <a:r>
              <a:rPr lang="nl-BE" baseline="0" dirty="0"/>
              <a:t> </a:t>
            </a:r>
            <a:r>
              <a:rPr lang="nl-BE" baseline="0" dirty="0" err="1"/>
              <a:t>statistically</a:t>
            </a:r>
            <a:r>
              <a:rPr lang="nl-BE" baseline="0" dirty="0"/>
              <a:t> </a:t>
            </a:r>
            <a:r>
              <a:rPr lang="nl-BE" baseline="0" dirty="0" err="1"/>
              <a:t>oriented</a:t>
            </a:r>
            <a:r>
              <a:rPr lang="nl-BE" baseline="0" dirty="0"/>
              <a:t> – </a:t>
            </a:r>
            <a:r>
              <a:rPr lang="nl-BE" baseline="0" dirty="0" err="1"/>
              <a:t>see</a:t>
            </a:r>
            <a:r>
              <a:rPr lang="nl-BE" baseline="0" dirty="0"/>
              <a:t> the </a:t>
            </a:r>
            <a:r>
              <a:rPr lang="nl-BE" baseline="0" dirty="0" err="1"/>
              <a:t>world</a:t>
            </a:r>
            <a:r>
              <a:rPr lang="nl-BE" baseline="0" dirty="0"/>
              <a:t> in </a:t>
            </a:r>
            <a:r>
              <a:rPr lang="nl-BE" baseline="0" dirty="0" err="1"/>
              <a:t>figures</a:t>
            </a:r>
            <a:r>
              <a:rPr lang="nl-BE" baseline="0" dirty="0"/>
              <a:t>, in </a:t>
            </a:r>
            <a:r>
              <a:rPr lang="nl-BE" baseline="0" dirty="0" err="1"/>
              <a:t>dispersion</a:t>
            </a:r>
            <a:r>
              <a:rPr lang="nl-BE" baseline="0" dirty="0"/>
              <a:t>, and </a:t>
            </a:r>
            <a:r>
              <a:rPr lang="nl-BE" baseline="0" dirty="0" err="1"/>
              <a:t>how</a:t>
            </a:r>
            <a:r>
              <a:rPr lang="nl-BE" baseline="0" dirty="0"/>
              <a:t> to </a:t>
            </a:r>
            <a:r>
              <a:rPr lang="nl-BE" baseline="0" dirty="0" err="1"/>
              <a:t>reduce</a:t>
            </a:r>
            <a:r>
              <a:rPr lang="nl-BE" baseline="0" dirty="0"/>
              <a:t> </a:t>
            </a:r>
            <a:r>
              <a:rPr lang="nl-BE" baseline="0" dirty="0" err="1"/>
              <a:t>dispersion</a:t>
            </a:r>
            <a:r>
              <a:rPr lang="nl-BE" baseline="0" dirty="0"/>
              <a:t>)</a:t>
            </a:r>
          </a:p>
          <a:p>
            <a:endParaRPr lang="nl-BE" baseline="0" dirty="0"/>
          </a:p>
          <a:p>
            <a:r>
              <a:rPr lang="nl-BE" baseline="0" dirty="0"/>
              <a:t>DMAIC: break </a:t>
            </a:r>
            <a:r>
              <a:rPr lang="nl-BE" baseline="0" dirty="0" err="1"/>
              <a:t>trough</a:t>
            </a:r>
            <a:r>
              <a:rPr lang="nl-BE" baseline="0" dirty="0"/>
              <a:t> </a:t>
            </a:r>
            <a:r>
              <a:rPr lang="nl-BE" baseline="0" dirty="0" err="1"/>
              <a:t>strategy</a:t>
            </a:r>
            <a:r>
              <a:rPr lang="nl-BE" baseline="0" dirty="0"/>
              <a:t>, </a:t>
            </a:r>
            <a:r>
              <a:rPr lang="nl-BE" baseline="0" dirty="0" err="1"/>
              <a:t>method</a:t>
            </a:r>
            <a:r>
              <a:rPr lang="nl-BE" baseline="0" dirty="0"/>
              <a:t> to </a:t>
            </a:r>
            <a:r>
              <a:rPr lang="nl-BE" baseline="0" dirty="0" err="1"/>
              <a:t>install</a:t>
            </a:r>
            <a:r>
              <a:rPr lang="nl-BE" baseline="0" dirty="0"/>
              <a:t> </a:t>
            </a:r>
            <a:r>
              <a:rPr lang="nl-BE" baseline="0" dirty="0" err="1"/>
              <a:t>Six</a:t>
            </a:r>
            <a:r>
              <a:rPr lang="nl-BE" baseline="0" dirty="0"/>
              <a:t> Sigma </a:t>
            </a:r>
            <a:r>
              <a:rPr lang="nl-BE" baseline="0" dirty="0" err="1"/>
              <a:t>projects</a:t>
            </a:r>
            <a:r>
              <a:rPr lang="nl-BE" baseline="0" dirty="0"/>
              <a:t>, </a:t>
            </a:r>
            <a:r>
              <a:rPr lang="nl-BE" baseline="0" dirty="0" err="1"/>
              <a:t>here</a:t>
            </a:r>
            <a:r>
              <a:rPr lang="nl-BE" baseline="0" dirty="0"/>
              <a:t> we </a:t>
            </a:r>
            <a:r>
              <a:rPr lang="nl-BE" baseline="0" dirty="0" err="1"/>
              <a:t>define</a:t>
            </a:r>
            <a:r>
              <a:rPr lang="nl-BE" baseline="0" dirty="0"/>
              <a:t> </a:t>
            </a:r>
            <a:r>
              <a:rPr lang="nl-BE" baseline="0" dirty="0" err="1"/>
              <a:t>our</a:t>
            </a:r>
            <a:r>
              <a:rPr lang="nl-BE" baseline="0" dirty="0"/>
              <a:t> </a:t>
            </a:r>
            <a:r>
              <a:rPr lang="nl-BE" baseline="0" dirty="0" err="1"/>
              <a:t>problem</a:t>
            </a:r>
            <a:r>
              <a:rPr lang="nl-BE" baseline="0" dirty="0"/>
              <a:t> </a:t>
            </a:r>
            <a:r>
              <a:rPr lang="nl-BE" baseline="0" dirty="0" err="1"/>
              <a:t>very</a:t>
            </a:r>
            <a:r>
              <a:rPr lang="nl-BE" baseline="0" dirty="0"/>
              <a:t> </a:t>
            </a:r>
            <a:r>
              <a:rPr lang="nl-BE" baseline="0" dirty="0" err="1"/>
              <a:t>detailed</a:t>
            </a:r>
            <a:r>
              <a:rPr lang="nl-BE" baseline="0" dirty="0"/>
              <a:t>, set up a plan, </a:t>
            </a:r>
            <a:r>
              <a:rPr lang="nl-BE" baseline="0" dirty="0" err="1"/>
              <a:t>deep</a:t>
            </a:r>
            <a:r>
              <a:rPr lang="nl-BE" baseline="0" dirty="0"/>
              <a:t> </a:t>
            </a:r>
            <a:r>
              <a:rPr lang="nl-BE" baseline="0" dirty="0" err="1"/>
              <a:t>dive</a:t>
            </a:r>
            <a:r>
              <a:rPr lang="nl-BE" baseline="0" dirty="0"/>
              <a:t> </a:t>
            </a:r>
            <a:r>
              <a:rPr lang="nl-BE" baseline="0" dirty="0" err="1"/>
              <a:t>into</a:t>
            </a:r>
            <a:r>
              <a:rPr lang="nl-BE" baseline="0" dirty="0"/>
              <a:t> </a:t>
            </a:r>
            <a:r>
              <a:rPr lang="nl-BE" baseline="0" dirty="0" err="1"/>
              <a:t>metrics</a:t>
            </a:r>
            <a:r>
              <a:rPr lang="nl-BE" baseline="0" dirty="0"/>
              <a:t> / </a:t>
            </a:r>
            <a:r>
              <a:rPr lang="nl-BE" baseline="0" dirty="0" err="1"/>
              <a:t>statistics</a:t>
            </a:r>
            <a:r>
              <a:rPr lang="nl-BE" baseline="0" dirty="0"/>
              <a:t> to analyse the </a:t>
            </a:r>
            <a:r>
              <a:rPr lang="nl-BE" baseline="0" dirty="0" err="1"/>
              <a:t>problem</a:t>
            </a:r>
            <a:r>
              <a:rPr lang="nl-BE" baseline="0" dirty="0"/>
              <a:t>(s), </a:t>
            </a:r>
            <a:r>
              <a:rPr lang="nl-BE" baseline="0" dirty="0" err="1"/>
              <a:t>perform</a:t>
            </a:r>
            <a:r>
              <a:rPr lang="nl-BE" baseline="0" dirty="0"/>
              <a:t> </a:t>
            </a:r>
            <a:r>
              <a:rPr lang="nl-BE" baseline="0" dirty="0" err="1"/>
              <a:t>an</a:t>
            </a:r>
            <a:r>
              <a:rPr lang="nl-BE" baseline="0" dirty="0"/>
              <a:t> </a:t>
            </a:r>
            <a:r>
              <a:rPr lang="nl-BE" baseline="0" dirty="0" err="1"/>
              <a:t>action</a:t>
            </a:r>
            <a:r>
              <a:rPr lang="nl-BE" baseline="0" dirty="0"/>
              <a:t> plan and </a:t>
            </a:r>
            <a:r>
              <a:rPr lang="nl-BE" baseline="0" dirty="0" err="1"/>
              <a:t>sustain</a:t>
            </a:r>
            <a:r>
              <a:rPr lang="nl-BE" baseline="0" dirty="0"/>
              <a:t> (</a:t>
            </a:r>
            <a:r>
              <a:rPr lang="nl-BE" baseline="0" dirty="0" err="1"/>
              <a:t>control</a:t>
            </a:r>
            <a:r>
              <a:rPr lang="nl-BE" baseline="0" dirty="0"/>
              <a:t> </a:t>
            </a:r>
            <a:r>
              <a:rPr lang="nl-BE" baseline="0" dirty="0" err="1"/>
              <a:t>charts</a:t>
            </a:r>
            <a:r>
              <a:rPr lang="nl-BE" baseline="0" dirty="0"/>
              <a:t>, check up </a:t>
            </a:r>
            <a:r>
              <a:rPr lang="nl-BE" baseline="0" dirty="0" err="1"/>
              <a:t>by</a:t>
            </a:r>
            <a:r>
              <a:rPr lang="nl-BE" baseline="0" dirty="0"/>
              <a:t> </a:t>
            </a:r>
            <a:r>
              <a:rPr lang="nl-BE" baseline="0" dirty="0" err="1"/>
              <a:t>KPIs</a:t>
            </a:r>
            <a:r>
              <a:rPr lang="nl-BE" baseline="0" dirty="0"/>
              <a:t>, …), </a:t>
            </a:r>
            <a:r>
              <a:rPr lang="nl-BE" baseline="0" dirty="0" err="1"/>
              <a:t>so</a:t>
            </a:r>
            <a:r>
              <a:rPr lang="nl-BE" baseline="0" dirty="0"/>
              <a:t> </a:t>
            </a:r>
            <a:r>
              <a:rPr lang="nl-BE" baseline="0" dirty="0" err="1"/>
              <a:t>that</a:t>
            </a:r>
            <a:r>
              <a:rPr lang="nl-BE" baseline="0" dirty="0"/>
              <a:t> </a:t>
            </a:r>
            <a:r>
              <a:rPr lang="nl-BE" baseline="0" dirty="0" err="1"/>
              <a:t>efforts</a:t>
            </a:r>
            <a:r>
              <a:rPr lang="nl-BE" baseline="0" dirty="0"/>
              <a:t> are </a:t>
            </a:r>
            <a:r>
              <a:rPr lang="nl-BE" baseline="0" dirty="0" err="1"/>
              <a:t>not</a:t>
            </a:r>
            <a:r>
              <a:rPr lang="nl-BE" baseline="0" dirty="0"/>
              <a:t> lost.</a:t>
            </a:r>
          </a:p>
          <a:p>
            <a:endParaRPr lang="nl-BE" baseline="0" dirty="0"/>
          </a:p>
          <a:p>
            <a:r>
              <a:rPr lang="nl-BE" baseline="0" dirty="0" err="1"/>
              <a:t>Process</a:t>
            </a:r>
            <a:r>
              <a:rPr lang="nl-BE" baseline="0" dirty="0"/>
              <a:t> </a:t>
            </a:r>
            <a:r>
              <a:rPr lang="nl-BE" baseline="0" dirty="0" err="1"/>
              <a:t>capability</a:t>
            </a:r>
            <a:r>
              <a:rPr lang="nl-BE" baseline="0" dirty="0"/>
              <a:t> is </a:t>
            </a:r>
            <a:r>
              <a:rPr lang="nl-BE" baseline="0" dirty="0" err="1"/>
              <a:t>about</a:t>
            </a:r>
            <a:r>
              <a:rPr lang="nl-BE" baseline="0" dirty="0"/>
              <a:t> </a:t>
            </a:r>
            <a:r>
              <a:rPr lang="nl-BE" baseline="0" dirty="0" err="1"/>
              <a:t>how</a:t>
            </a:r>
            <a:r>
              <a:rPr lang="nl-BE" baseline="0" dirty="0"/>
              <a:t> </a:t>
            </a:r>
            <a:r>
              <a:rPr lang="nl-BE" baseline="0" dirty="0" err="1"/>
              <a:t>our</a:t>
            </a:r>
            <a:r>
              <a:rPr lang="nl-BE" baseline="0" dirty="0"/>
              <a:t> </a:t>
            </a:r>
            <a:r>
              <a:rPr lang="nl-BE" baseline="0" dirty="0" err="1"/>
              <a:t>processes</a:t>
            </a:r>
            <a:r>
              <a:rPr lang="nl-BE" baseline="0" dirty="0"/>
              <a:t> </a:t>
            </a:r>
            <a:r>
              <a:rPr lang="nl-BE" baseline="0" dirty="0" err="1"/>
              <a:t>perform</a:t>
            </a:r>
            <a:r>
              <a:rPr lang="nl-BE" baseline="0" dirty="0"/>
              <a:t> and we monitor </a:t>
            </a:r>
            <a:r>
              <a:rPr lang="nl-BE" baseline="0" dirty="0" err="1"/>
              <a:t>when</a:t>
            </a:r>
            <a:r>
              <a:rPr lang="nl-BE" baseline="0" dirty="0"/>
              <a:t> we </a:t>
            </a:r>
            <a:r>
              <a:rPr lang="nl-BE" baseline="0" dirty="0" err="1"/>
              <a:t>improve</a:t>
            </a:r>
            <a:r>
              <a:rPr lang="nl-BE" baseline="0" dirty="0"/>
              <a:t> </a:t>
            </a:r>
            <a:r>
              <a:rPr lang="nl-BE" baseline="0" dirty="0" err="1"/>
              <a:t>our</a:t>
            </a:r>
            <a:r>
              <a:rPr lang="nl-BE" baseline="0" dirty="0"/>
              <a:t> </a:t>
            </a:r>
            <a:r>
              <a:rPr lang="nl-BE" baseline="0" dirty="0" err="1"/>
              <a:t>processes</a:t>
            </a:r>
            <a:r>
              <a:rPr lang="nl-BE" baseline="0" dirty="0"/>
              <a:t>. </a:t>
            </a:r>
            <a:r>
              <a:rPr lang="nl-BE" baseline="0" dirty="0" err="1"/>
              <a:t>Also</a:t>
            </a:r>
            <a:r>
              <a:rPr lang="nl-BE" baseline="0" dirty="0"/>
              <a:t> </a:t>
            </a:r>
            <a:r>
              <a:rPr lang="nl-BE" baseline="0" dirty="0" err="1"/>
              <a:t>applicable</a:t>
            </a:r>
            <a:r>
              <a:rPr lang="nl-BE" baseline="0" dirty="0"/>
              <a:t> </a:t>
            </a:r>
            <a:r>
              <a:rPr lang="nl-BE" baseline="0" dirty="0" err="1"/>
              <a:t>on</a:t>
            </a:r>
            <a:r>
              <a:rPr lang="nl-BE" baseline="0" dirty="0"/>
              <a:t> </a:t>
            </a:r>
            <a:r>
              <a:rPr lang="nl-BE" baseline="0" dirty="0" err="1"/>
              <a:t>measurment</a:t>
            </a:r>
            <a:r>
              <a:rPr lang="nl-BE" baseline="0" dirty="0"/>
              <a:t> </a:t>
            </a:r>
            <a:r>
              <a:rPr lang="nl-BE" baseline="0" dirty="0" err="1"/>
              <a:t>gauges</a:t>
            </a:r>
            <a:r>
              <a:rPr lang="nl-BE" baseline="0" dirty="0"/>
              <a:t>.</a:t>
            </a:r>
          </a:p>
          <a:p>
            <a:endParaRPr lang="nl-BE" baseline="0" dirty="0"/>
          </a:p>
          <a:p>
            <a:r>
              <a:rPr lang="nl-BE" baseline="0" dirty="0" err="1"/>
              <a:t>Statistical</a:t>
            </a:r>
            <a:r>
              <a:rPr lang="nl-BE" baseline="0" dirty="0"/>
              <a:t> </a:t>
            </a:r>
            <a:r>
              <a:rPr lang="nl-BE" baseline="0" dirty="0" err="1"/>
              <a:t>process</a:t>
            </a:r>
            <a:r>
              <a:rPr lang="nl-BE" baseline="0" dirty="0"/>
              <a:t> </a:t>
            </a:r>
            <a:r>
              <a:rPr lang="nl-BE" baseline="0" dirty="0" err="1"/>
              <a:t>control</a:t>
            </a:r>
            <a:r>
              <a:rPr lang="nl-BE" baseline="0" dirty="0"/>
              <a:t> </a:t>
            </a:r>
            <a:r>
              <a:rPr lang="nl-BE" baseline="0" dirty="0">
                <a:sym typeface="Wingdings" pitchFamily="2" charset="2"/>
              </a:rPr>
              <a:t> to </a:t>
            </a:r>
            <a:r>
              <a:rPr lang="nl-BE" baseline="0" dirty="0" err="1">
                <a:sym typeface="Wingdings" pitchFamily="2" charset="2"/>
              </a:rPr>
              <a:t>sustain</a:t>
            </a:r>
            <a:endParaRPr lang="nl-BE" baseline="0" dirty="0">
              <a:sym typeface="Wingdings" pitchFamily="2" charset="2"/>
            </a:endParaRPr>
          </a:p>
          <a:p>
            <a:endParaRPr lang="nl-BE" baseline="0" dirty="0">
              <a:sym typeface="Wingdings" pitchFamily="2" charset="2"/>
            </a:endParaRPr>
          </a:p>
          <a:p>
            <a:r>
              <a:rPr lang="nl-BE" baseline="0" dirty="0">
                <a:sym typeface="Wingdings" pitchFamily="2" charset="2"/>
              </a:rPr>
              <a:t>Hypothesis </a:t>
            </a:r>
            <a:r>
              <a:rPr lang="nl-BE" baseline="0" dirty="0" err="1">
                <a:sym typeface="Wingdings" pitchFamily="2" charset="2"/>
              </a:rPr>
              <a:t>testing</a:t>
            </a:r>
            <a:r>
              <a:rPr lang="nl-BE" baseline="0" dirty="0">
                <a:sym typeface="Wingdings" pitchFamily="2" charset="2"/>
              </a:rPr>
              <a:t>, </a:t>
            </a:r>
            <a:r>
              <a:rPr lang="nl-BE" baseline="0" dirty="0" err="1">
                <a:sym typeface="Wingdings" pitchFamily="2" charset="2"/>
              </a:rPr>
              <a:t>two</a:t>
            </a:r>
            <a:r>
              <a:rPr lang="nl-BE" baseline="0" dirty="0">
                <a:sym typeface="Wingdings" pitchFamily="2" charset="2"/>
              </a:rPr>
              <a:t> samples, ANOVA  </a:t>
            </a:r>
            <a:r>
              <a:rPr lang="nl-BE" baseline="0" dirty="0" err="1">
                <a:sym typeface="Wingdings" pitchFamily="2" charset="2"/>
              </a:rPr>
              <a:t>statistical</a:t>
            </a:r>
            <a:r>
              <a:rPr lang="nl-BE" baseline="0" dirty="0">
                <a:sym typeface="Wingdings" pitchFamily="2" charset="2"/>
              </a:rPr>
              <a:t> </a:t>
            </a:r>
            <a:r>
              <a:rPr lang="nl-BE" baseline="0" dirty="0" err="1">
                <a:sym typeface="Wingdings" pitchFamily="2" charset="2"/>
              </a:rPr>
              <a:t>techniques</a:t>
            </a:r>
            <a:r>
              <a:rPr lang="nl-BE" baseline="0" dirty="0">
                <a:sym typeface="Wingdings" pitchFamily="2" charset="2"/>
              </a:rPr>
              <a:t> to </a:t>
            </a:r>
            <a:r>
              <a:rPr lang="nl-BE" baseline="0" dirty="0" err="1">
                <a:sym typeface="Wingdings" pitchFamily="2" charset="2"/>
              </a:rPr>
              <a:t>make</a:t>
            </a:r>
            <a:r>
              <a:rPr lang="nl-BE" baseline="0" dirty="0">
                <a:sym typeface="Wingdings" pitchFamily="2" charset="2"/>
              </a:rPr>
              <a:t> a statement </a:t>
            </a:r>
            <a:r>
              <a:rPr lang="nl-BE" baseline="0" dirty="0" err="1">
                <a:sym typeface="Wingdings" pitchFamily="2" charset="2"/>
              </a:rPr>
              <a:t>about</a:t>
            </a:r>
            <a:r>
              <a:rPr lang="nl-BE" baseline="0" dirty="0">
                <a:sym typeface="Wingdings" pitchFamily="2" charset="2"/>
              </a:rPr>
              <a:t> a </a:t>
            </a:r>
            <a:r>
              <a:rPr lang="nl-BE" baseline="0" dirty="0" err="1">
                <a:sym typeface="Wingdings" pitchFamily="2" charset="2"/>
              </a:rPr>
              <a:t>certain</a:t>
            </a:r>
            <a:r>
              <a:rPr lang="nl-BE" baseline="0" dirty="0">
                <a:sym typeface="Wingdings" pitchFamily="2" charset="2"/>
              </a:rPr>
              <a:t> hypothesis</a:t>
            </a:r>
          </a:p>
          <a:p>
            <a:endParaRPr lang="nl-BE" baseline="0" dirty="0">
              <a:sym typeface="Wingdings" pitchFamily="2" charset="2"/>
            </a:endParaRPr>
          </a:p>
          <a:p>
            <a:r>
              <a:rPr lang="nl-BE" baseline="0" dirty="0">
                <a:sym typeface="Wingdings" pitchFamily="2" charset="2"/>
              </a:rPr>
              <a:t>Design of </a:t>
            </a:r>
            <a:r>
              <a:rPr lang="nl-BE" baseline="0" dirty="0" err="1">
                <a:sym typeface="Wingdings" pitchFamily="2" charset="2"/>
              </a:rPr>
              <a:t>experiments</a:t>
            </a:r>
            <a:r>
              <a:rPr lang="nl-BE" baseline="0" dirty="0">
                <a:sym typeface="Wingdings" pitchFamily="2" charset="2"/>
              </a:rPr>
              <a:t>: </a:t>
            </a:r>
            <a:r>
              <a:rPr lang="nl-BE" baseline="0" dirty="0" err="1">
                <a:sym typeface="Wingdings" pitchFamily="2" charset="2"/>
              </a:rPr>
              <a:t>often</a:t>
            </a:r>
            <a:r>
              <a:rPr lang="nl-BE" baseline="0" dirty="0">
                <a:sym typeface="Wingdings" pitchFamily="2" charset="2"/>
              </a:rPr>
              <a:t> </a:t>
            </a:r>
            <a:r>
              <a:rPr lang="nl-BE" baseline="0" dirty="0" err="1">
                <a:sym typeface="Wingdings" pitchFamily="2" charset="2"/>
              </a:rPr>
              <a:t>you</a:t>
            </a:r>
            <a:r>
              <a:rPr lang="nl-BE" baseline="0" dirty="0">
                <a:sym typeface="Wingdings" pitchFamily="2" charset="2"/>
              </a:rPr>
              <a:t> have </a:t>
            </a:r>
            <a:r>
              <a:rPr lang="nl-BE" baseline="0" dirty="0" err="1">
                <a:sym typeface="Wingdings" pitchFamily="2" charset="2"/>
              </a:rPr>
              <a:t>already</a:t>
            </a:r>
            <a:r>
              <a:rPr lang="nl-BE" baseline="0" dirty="0">
                <a:sym typeface="Wingdings" pitchFamily="2" charset="2"/>
              </a:rPr>
              <a:t> data </a:t>
            </a:r>
            <a:r>
              <a:rPr lang="nl-BE" baseline="0" dirty="0" err="1">
                <a:sym typeface="Wingdings" pitchFamily="2" charset="2"/>
              </a:rPr>
              <a:t>about</a:t>
            </a:r>
            <a:r>
              <a:rPr lang="nl-BE" baseline="0" dirty="0">
                <a:sym typeface="Wingdings" pitchFamily="2" charset="2"/>
              </a:rPr>
              <a:t> a </a:t>
            </a:r>
            <a:r>
              <a:rPr lang="nl-BE" baseline="0" dirty="0" err="1">
                <a:sym typeface="Wingdings" pitchFamily="2" charset="2"/>
              </a:rPr>
              <a:t>certain</a:t>
            </a:r>
            <a:r>
              <a:rPr lang="nl-BE" baseline="0" dirty="0">
                <a:sym typeface="Wingdings" pitchFamily="2" charset="2"/>
              </a:rPr>
              <a:t> </a:t>
            </a:r>
            <a:r>
              <a:rPr lang="nl-BE" baseline="0" dirty="0" err="1">
                <a:sym typeface="Wingdings" pitchFamily="2" charset="2"/>
              </a:rPr>
              <a:t>problem</a:t>
            </a:r>
            <a:r>
              <a:rPr lang="nl-BE" baseline="0" dirty="0">
                <a:sym typeface="Wingdings" pitchFamily="2" charset="2"/>
              </a:rPr>
              <a:t>, </a:t>
            </a:r>
            <a:r>
              <a:rPr lang="nl-BE" baseline="0" dirty="0" err="1">
                <a:sym typeface="Wingdings" pitchFamily="2" charset="2"/>
              </a:rPr>
              <a:t>if</a:t>
            </a:r>
            <a:r>
              <a:rPr lang="nl-BE" baseline="0" dirty="0">
                <a:sym typeface="Wingdings" pitchFamily="2" charset="2"/>
              </a:rPr>
              <a:t> </a:t>
            </a:r>
            <a:r>
              <a:rPr lang="nl-BE" baseline="0" dirty="0" err="1">
                <a:sym typeface="Wingdings" pitchFamily="2" charset="2"/>
              </a:rPr>
              <a:t>not</a:t>
            </a:r>
            <a:r>
              <a:rPr lang="nl-BE" baseline="0" dirty="0">
                <a:sym typeface="Wingdings" pitchFamily="2" charset="2"/>
              </a:rPr>
              <a:t>, or </a:t>
            </a:r>
            <a:r>
              <a:rPr lang="nl-BE" baseline="0" dirty="0" err="1">
                <a:sym typeface="Wingdings" pitchFamily="2" charset="2"/>
              </a:rPr>
              <a:t>if</a:t>
            </a:r>
            <a:r>
              <a:rPr lang="nl-BE" baseline="0" dirty="0">
                <a:sym typeface="Wingdings" pitchFamily="2" charset="2"/>
              </a:rPr>
              <a:t> </a:t>
            </a:r>
            <a:r>
              <a:rPr lang="nl-BE" baseline="0" dirty="0" err="1">
                <a:sym typeface="Wingdings" pitchFamily="2" charset="2"/>
              </a:rPr>
              <a:t>you</a:t>
            </a:r>
            <a:r>
              <a:rPr lang="nl-BE" baseline="0" dirty="0">
                <a:sym typeface="Wingdings" pitchFamily="2" charset="2"/>
              </a:rPr>
              <a:t> want to do </a:t>
            </a:r>
            <a:r>
              <a:rPr lang="nl-BE" baseline="0" dirty="0" err="1">
                <a:sym typeface="Wingdings" pitchFamily="2" charset="2"/>
              </a:rPr>
              <a:t>experiments</a:t>
            </a:r>
            <a:r>
              <a:rPr lang="nl-BE" baseline="0" dirty="0">
                <a:sym typeface="Wingdings" pitchFamily="2" charset="2"/>
              </a:rPr>
              <a:t> in </a:t>
            </a:r>
            <a:r>
              <a:rPr lang="nl-BE" baseline="0" dirty="0" err="1">
                <a:sym typeface="Wingdings" pitchFamily="2" charset="2"/>
              </a:rPr>
              <a:t>another</a:t>
            </a:r>
            <a:r>
              <a:rPr lang="nl-BE" baseline="0" dirty="0">
                <a:sym typeface="Wingdings" pitchFamily="2" charset="2"/>
              </a:rPr>
              <a:t> </a:t>
            </a:r>
            <a:r>
              <a:rPr lang="nl-BE" baseline="0" dirty="0" err="1">
                <a:sym typeface="Wingdings" pitchFamily="2" charset="2"/>
              </a:rPr>
              <a:t>region</a:t>
            </a:r>
            <a:r>
              <a:rPr lang="nl-BE" baseline="0" dirty="0">
                <a:sym typeface="Wingdings" pitchFamily="2" charset="2"/>
              </a:rPr>
              <a:t> </a:t>
            </a:r>
            <a:r>
              <a:rPr lang="nl-BE" baseline="0" dirty="0" err="1">
                <a:sym typeface="Wingdings" pitchFamily="2" charset="2"/>
              </a:rPr>
              <a:t>outside</a:t>
            </a:r>
            <a:r>
              <a:rPr lang="nl-BE" baseline="0" dirty="0">
                <a:sym typeface="Wingdings" pitchFamily="2" charset="2"/>
              </a:rPr>
              <a:t> the </a:t>
            </a:r>
            <a:r>
              <a:rPr lang="nl-BE" baseline="0" dirty="0" err="1">
                <a:sym typeface="Wingdings" pitchFamily="2" charset="2"/>
              </a:rPr>
              <a:t>knowledge</a:t>
            </a:r>
            <a:r>
              <a:rPr lang="nl-BE" baseline="0" dirty="0">
                <a:sym typeface="Wingdings" pitchFamily="2" charset="2"/>
              </a:rPr>
              <a:t>, </a:t>
            </a:r>
            <a:r>
              <a:rPr lang="nl-BE" baseline="0" dirty="0" err="1">
                <a:sym typeface="Wingdings" pitchFamily="2" charset="2"/>
              </a:rPr>
              <a:t>you</a:t>
            </a:r>
            <a:r>
              <a:rPr lang="nl-BE" baseline="0" dirty="0">
                <a:sym typeface="Wingdings" pitchFamily="2" charset="2"/>
              </a:rPr>
              <a:t> </a:t>
            </a:r>
            <a:r>
              <a:rPr lang="nl-BE" baseline="0" dirty="0" err="1">
                <a:sym typeface="Wingdings" pitchFamily="2" charset="2"/>
              </a:rPr>
              <a:t>can</a:t>
            </a:r>
            <a:r>
              <a:rPr lang="nl-BE" baseline="0" dirty="0">
                <a:sym typeface="Wingdings" pitchFamily="2" charset="2"/>
              </a:rPr>
              <a:t> do </a:t>
            </a:r>
            <a:r>
              <a:rPr lang="nl-BE" baseline="0" dirty="0" err="1">
                <a:sym typeface="Wingdings" pitchFamily="2" charset="2"/>
              </a:rPr>
              <a:t>experiments</a:t>
            </a:r>
            <a:r>
              <a:rPr lang="nl-BE" baseline="0" dirty="0">
                <a:sym typeface="Wingdings" pitchFamily="2" charset="2"/>
              </a:rPr>
              <a:t>.</a:t>
            </a:r>
          </a:p>
          <a:p>
            <a:r>
              <a:rPr lang="nl-BE" baseline="0" dirty="0">
                <a:sym typeface="Wingdings" pitchFamily="2" charset="2"/>
              </a:rPr>
              <a:t>The </a:t>
            </a:r>
            <a:r>
              <a:rPr lang="nl-BE" baseline="0" dirty="0" err="1">
                <a:sym typeface="Wingdings" pitchFamily="2" charset="2"/>
              </a:rPr>
              <a:t>method</a:t>
            </a:r>
            <a:r>
              <a:rPr lang="nl-BE" baseline="0" dirty="0">
                <a:sym typeface="Wingdings" pitchFamily="2" charset="2"/>
              </a:rPr>
              <a:t> </a:t>
            </a:r>
            <a:r>
              <a:rPr lang="nl-BE" baseline="0" dirty="0" err="1">
                <a:sym typeface="Wingdings" pitchFamily="2" charset="2"/>
              </a:rPr>
              <a:t>how</a:t>
            </a:r>
            <a:r>
              <a:rPr lang="nl-BE" baseline="0" dirty="0">
                <a:sym typeface="Wingdings" pitchFamily="2" charset="2"/>
              </a:rPr>
              <a:t> to do these </a:t>
            </a:r>
            <a:r>
              <a:rPr lang="nl-BE" baseline="0" dirty="0" err="1">
                <a:sym typeface="Wingdings" pitchFamily="2" charset="2"/>
              </a:rPr>
              <a:t>experiments</a:t>
            </a:r>
            <a:r>
              <a:rPr lang="nl-BE" baseline="0" dirty="0">
                <a:sym typeface="Wingdings" pitchFamily="2" charset="2"/>
              </a:rPr>
              <a:t>, </a:t>
            </a:r>
            <a:r>
              <a:rPr lang="nl-BE" baseline="0" dirty="0" err="1">
                <a:sym typeface="Wingdings" pitchFamily="2" charset="2"/>
              </a:rPr>
              <a:t>so</a:t>
            </a:r>
            <a:r>
              <a:rPr lang="nl-BE" baseline="0" dirty="0">
                <a:sym typeface="Wingdings" pitchFamily="2" charset="2"/>
              </a:rPr>
              <a:t> </a:t>
            </a:r>
            <a:r>
              <a:rPr lang="nl-BE" baseline="0" dirty="0" err="1">
                <a:sym typeface="Wingdings" pitchFamily="2" charset="2"/>
              </a:rPr>
              <a:t>that</a:t>
            </a:r>
            <a:r>
              <a:rPr lang="nl-BE" baseline="0" dirty="0">
                <a:sym typeface="Wingdings" pitchFamily="2" charset="2"/>
              </a:rPr>
              <a:t> these </a:t>
            </a:r>
            <a:r>
              <a:rPr lang="nl-BE" baseline="0" dirty="0" err="1">
                <a:sym typeface="Wingdings" pitchFamily="2" charset="2"/>
              </a:rPr>
              <a:t>experiments</a:t>
            </a:r>
            <a:r>
              <a:rPr lang="nl-BE" baseline="0" dirty="0">
                <a:sym typeface="Wingdings" pitchFamily="2" charset="2"/>
              </a:rPr>
              <a:t> are </a:t>
            </a:r>
            <a:r>
              <a:rPr lang="nl-BE" baseline="0" dirty="0" err="1">
                <a:sym typeface="Wingdings" pitchFamily="2" charset="2"/>
              </a:rPr>
              <a:t>reliable</a:t>
            </a:r>
            <a:r>
              <a:rPr lang="nl-BE" baseline="0" dirty="0">
                <a:sym typeface="Wingdings" pitchFamily="2" charset="2"/>
              </a:rPr>
              <a:t>, </a:t>
            </a:r>
            <a:r>
              <a:rPr lang="nl-BE" baseline="0" dirty="0" err="1">
                <a:sym typeface="Wingdings" pitchFamily="2" charset="2"/>
              </a:rPr>
              <a:t>cost</a:t>
            </a:r>
            <a:r>
              <a:rPr lang="nl-BE" baseline="0" dirty="0">
                <a:sym typeface="Wingdings" pitchFamily="2" charset="2"/>
              </a:rPr>
              <a:t> </a:t>
            </a:r>
            <a:r>
              <a:rPr lang="nl-BE" baseline="0" dirty="0" err="1">
                <a:sym typeface="Wingdings" pitchFamily="2" charset="2"/>
              </a:rPr>
              <a:t>effective</a:t>
            </a:r>
            <a:r>
              <a:rPr lang="nl-BE" baseline="0" dirty="0">
                <a:sym typeface="Wingdings" pitchFamily="2" charset="2"/>
              </a:rPr>
              <a:t> is </a:t>
            </a:r>
            <a:r>
              <a:rPr lang="nl-BE" baseline="0" dirty="0" err="1">
                <a:sym typeface="Wingdings" pitchFamily="2" charset="2"/>
              </a:rPr>
              <a:t>called</a:t>
            </a:r>
            <a:r>
              <a:rPr lang="nl-BE" baseline="0" dirty="0">
                <a:sym typeface="Wingdings" pitchFamily="2" charset="2"/>
              </a:rPr>
              <a:t> DOE.</a:t>
            </a:r>
            <a:endParaRPr lang="nl-BE" baseline="0" dirty="0"/>
          </a:p>
          <a:p>
            <a:endParaRPr lang="nl-BE" baseline="0" dirty="0"/>
          </a:p>
          <a:p>
            <a:endParaRPr lang="nl-BE" baseline="0" dirty="0"/>
          </a:p>
          <a:p>
            <a:endParaRPr lang="nl-BE" baseline="0" dirty="0"/>
          </a:p>
          <a:p>
            <a:endParaRPr lang="nl-BE" baseline="0" dirty="0"/>
          </a:p>
        </p:txBody>
      </p:sp>
      <p:sp>
        <p:nvSpPr>
          <p:cNvPr id="4" name="Tijdelijke aanduiding voor dianummer 3"/>
          <p:cNvSpPr>
            <a:spLocks noGrp="1"/>
          </p:cNvSpPr>
          <p:nvPr>
            <p:ph type="sldNum" sz="quarter" idx="10"/>
          </p:nvPr>
        </p:nvSpPr>
        <p:spPr/>
        <p:txBody>
          <a:bodyPr/>
          <a:lstStyle/>
          <a:p>
            <a:pPr>
              <a:defRPr/>
            </a:pPr>
            <a:fld id="{7DA5BC4C-46C4-4E2C-88E3-45E0A4476A80}" type="slidenum">
              <a:rPr lang="en-US" smtClean="0"/>
              <a:pPr>
                <a:defRPr/>
              </a:pPr>
              <a:t>6</a:t>
            </a:fld>
            <a:endParaRPr lang="en-US"/>
          </a:p>
        </p:txBody>
      </p:sp>
    </p:spTree>
    <p:extLst>
      <p:ext uri="{BB962C8B-B14F-4D97-AF65-F5344CB8AC3E}">
        <p14:creationId xmlns:p14="http://schemas.microsoft.com/office/powerpoint/2010/main" val="5836183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5"/>
          </p:nvPr>
        </p:nvSpPr>
        <p:spPr/>
        <p:txBody>
          <a:bodyPr/>
          <a:lstStyle/>
          <a:p>
            <a:pPr>
              <a:defRPr/>
            </a:pPr>
            <a:fld id="{7DA5BC4C-46C4-4E2C-88E3-45E0A4476A80}" type="slidenum">
              <a:rPr lang="en-US" smtClean="0"/>
              <a:pPr>
                <a:defRPr/>
              </a:pPr>
              <a:t>7</a:t>
            </a:fld>
            <a:endParaRPr lang="en-US"/>
          </a:p>
        </p:txBody>
      </p:sp>
    </p:spTree>
    <p:extLst>
      <p:ext uri="{BB962C8B-B14F-4D97-AF65-F5344CB8AC3E}">
        <p14:creationId xmlns:p14="http://schemas.microsoft.com/office/powerpoint/2010/main" val="15984476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BE" dirty="0" err="1"/>
              <a:t>Result</a:t>
            </a:r>
            <a:r>
              <a:rPr lang="nl-BE" baseline="0" dirty="0"/>
              <a:t> </a:t>
            </a:r>
            <a:r>
              <a:rPr lang="nl-BE" baseline="0" dirty="0" err="1"/>
              <a:t>oriented</a:t>
            </a:r>
            <a:endParaRPr lang="nl-BE" dirty="0"/>
          </a:p>
        </p:txBody>
      </p:sp>
      <p:sp>
        <p:nvSpPr>
          <p:cNvPr id="4" name="Tijdelijke aanduiding voor dianummer 3"/>
          <p:cNvSpPr>
            <a:spLocks noGrp="1"/>
          </p:cNvSpPr>
          <p:nvPr>
            <p:ph type="sldNum" sz="quarter" idx="10"/>
          </p:nvPr>
        </p:nvSpPr>
        <p:spPr/>
        <p:txBody>
          <a:bodyPr/>
          <a:lstStyle/>
          <a:p>
            <a:pPr>
              <a:defRPr/>
            </a:pPr>
            <a:fld id="{7DA5BC4C-46C4-4E2C-88E3-45E0A4476A80}" type="slidenum">
              <a:rPr lang="en-US" smtClean="0"/>
              <a:pPr>
                <a:defRPr/>
              </a:pPr>
              <a:t>9</a:t>
            </a:fld>
            <a:endParaRPr lang="en-US"/>
          </a:p>
        </p:txBody>
      </p:sp>
    </p:spTree>
    <p:extLst>
      <p:ext uri="{BB962C8B-B14F-4D97-AF65-F5344CB8AC3E}">
        <p14:creationId xmlns:p14="http://schemas.microsoft.com/office/powerpoint/2010/main" val="28201165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a:p>
        </p:txBody>
      </p:sp>
      <p:sp>
        <p:nvSpPr>
          <p:cNvPr id="4" name="Tijdelijke aanduiding voor dianummer 3"/>
          <p:cNvSpPr>
            <a:spLocks noGrp="1"/>
          </p:cNvSpPr>
          <p:nvPr>
            <p:ph type="sldNum" sz="quarter" idx="10"/>
          </p:nvPr>
        </p:nvSpPr>
        <p:spPr/>
        <p:txBody>
          <a:bodyPr/>
          <a:lstStyle/>
          <a:p>
            <a:pPr>
              <a:defRPr/>
            </a:pPr>
            <a:fld id="{7DA5BC4C-46C4-4E2C-88E3-45E0A4476A80}" type="slidenum">
              <a:rPr lang="en-US" smtClean="0"/>
              <a:pPr>
                <a:defRPr/>
              </a:pPr>
              <a:t>10</a:t>
            </a:fld>
            <a:endParaRPr lang="en-US"/>
          </a:p>
        </p:txBody>
      </p:sp>
    </p:spTree>
    <p:extLst>
      <p:ext uri="{BB962C8B-B14F-4D97-AF65-F5344CB8AC3E}">
        <p14:creationId xmlns:p14="http://schemas.microsoft.com/office/powerpoint/2010/main" val="20809156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BE" dirty="0"/>
              <a:t>X </a:t>
            </a:r>
            <a:r>
              <a:rPr lang="nl-BE" dirty="0" err="1"/>
              <a:t>value</a:t>
            </a:r>
            <a:r>
              <a:rPr lang="nl-BE" dirty="0"/>
              <a:t>, no </a:t>
            </a:r>
            <a:r>
              <a:rPr lang="nl-BE" dirty="0" err="1"/>
              <a:t>average</a:t>
            </a:r>
            <a:r>
              <a:rPr lang="nl-BE" dirty="0"/>
              <a:t> </a:t>
            </a:r>
            <a:r>
              <a:rPr lang="nl-BE" dirty="0" err="1"/>
              <a:t>value</a:t>
            </a:r>
            <a:r>
              <a:rPr lang="nl-BE" dirty="0"/>
              <a:t> </a:t>
            </a:r>
            <a:r>
              <a:rPr lang="nl-BE" dirty="0">
                <a:sym typeface="Wingdings" panose="05000000000000000000" pitchFamily="2" charset="2"/>
              </a:rPr>
              <a:t> </a:t>
            </a:r>
            <a:r>
              <a:rPr lang="nl-BE" dirty="0" err="1">
                <a:sym typeface="Wingdings" panose="05000000000000000000" pitchFamily="2" charset="2"/>
              </a:rPr>
              <a:t>specs</a:t>
            </a:r>
            <a:r>
              <a:rPr lang="nl-BE" dirty="0">
                <a:sym typeface="Wingdings" panose="05000000000000000000" pitchFamily="2" charset="2"/>
              </a:rPr>
              <a:t> of customer are </a:t>
            </a:r>
            <a:r>
              <a:rPr lang="nl-BE" dirty="0" err="1">
                <a:sym typeface="Wingdings" panose="05000000000000000000" pitchFamily="2" charset="2"/>
              </a:rPr>
              <a:t>always</a:t>
            </a:r>
            <a:r>
              <a:rPr lang="nl-BE" dirty="0">
                <a:sym typeface="Wingdings" panose="05000000000000000000" pitchFamily="2" charset="2"/>
              </a:rPr>
              <a:t> on X </a:t>
            </a:r>
            <a:r>
              <a:rPr lang="nl-BE" dirty="0" err="1">
                <a:sym typeface="Wingdings" panose="05000000000000000000" pitchFamily="2" charset="2"/>
              </a:rPr>
              <a:t>values</a:t>
            </a:r>
            <a:r>
              <a:rPr lang="nl-BE" dirty="0">
                <a:sym typeface="Wingdings" panose="05000000000000000000" pitchFamily="2" charset="2"/>
              </a:rPr>
              <a:t>, </a:t>
            </a:r>
            <a:r>
              <a:rPr lang="nl-BE" dirty="0" err="1">
                <a:sym typeface="Wingdings" panose="05000000000000000000" pitchFamily="2" charset="2"/>
              </a:rPr>
              <a:t>not</a:t>
            </a:r>
            <a:r>
              <a:rPr lang="nl-BE" dirty="0">
                <a:sym typeface="Wingdings" panose="05000000000000000000" pitchFamily="2" charset="2"/>
              </a:rPr>
              <a:t> on means, </a:t>
            </a:r>
            <a:r>
              <a:rPr lang="nl-BE" dirty="0" err="1">
                <a:sym typeface="Wingdings" panose="05000000000000000000" pitchFamily="2" charset="2"/>
              </a:rPr>
              <a:t>otherwise</a:t>
            </a:r>
            <a:r>
              <a:rPr lang="nl-BE" dirty="0">
                <a:sym typeface="Wingdings" panose="05000000000000000000" pitchFamily="2" charset="2"/>
              </a:rPr>
              <a:t> </a:t>
            </a:r>
            <a:r>
              <a:rPr lang="nl-BE" dirty="0" err="1">
                <a:sym typeface="Wingdings" panose="05000000000000000000" pitchFamily="2" charset="2"/>
              </a:rPr>
              <a:t>you</a:t>
            </a:r>
            <a:r>
              <a:rPr lang="nl-BE" dirty="0">
                <a:sym typeface="Wingdings" panose="05000000000000000000" pitchFamily="2" charset="2"/>
              </a:rPr>
              <a:t> </a:t>
            </a:r>
            <a:r>
              <a:rPr lang="nl-BE" dirty="0" err="1">
                <a:sym typeface="Wingdings" panose="05000000000000000000" pitchFamily="2" charset="2"/>
              </a:rPr>
              <a:t>should</a:t>
            </a:r>
            <a:r>
              <a:rPr lang="nl-BE" dirty="0">
                <a:sym typeface="Wingdings" panose="05000000000000000000" pitchFamily="2" charset="2"/>
              </a:rPr>
              <a:t> </a:t>
            </a:r>
            <a:r>
              <a:rPr lang="nl-BE" dirty="0" err="1">
                <a:sym typeface="Wingdings" panose="05000000000000000000" pitchFamily="2" charset="2"/>
              </a:rPr>
              <a:t>recalculate</a:t>
            </a:r>
            <a:r>
              <a:rPr lang="nl-BE" baseline="0" dirty="0">
                <a:sym typeface="Wingdings" panose="05000000000000000000" pitchFamily="2" charset="2"/>
              </a:rPr>
              <a:t> </a:t>
            </a:r>
            <a:r>
              <a:rPr lang="nl-BE" baseline="0" dirty="0" err="1">
                <a:sym typeface="Wingdings" panose="05000000000000000000" pitchFamily="2" charset="2"/>
              </a:rPr>
              <a:t>the</a:t>
            </a:r>
            <a:r>
              <a:rPr lang="nl-BE" baseline="0" dirty="0">
                <a:sym typeface="Wingdings" panose="05000000000000000000" pitchFamily="2" charset="2"/>
              </a:rPr>
              <a:t> customer </a:t>
            </a:r>
            <a:r>
              <a:rPr lang="nl-BE" baseline="0" dirty="0" err="1">
                <a:sym typeface="Wingdings" panose="05000000000000000000" pitchFamily="2" charset="2"/>
              </a:rPr>
              <a:t>specs</a:t>
            </a:r>
            <a:r>
              <a:rPr lang="nl-BE" baseline="0" dirty="0">
                <a:sym typeface="Wingdings" panose="05000000000000000000" pitchFamily="2" charset="2"/>
              </a:rPr>
              <a:t> </a:t>
            </a:r>
            <a:r>
              <a:rPr lang="nl-BE" baseline="0" dirty="0" err="1">
                <a:sym typeface="Wingdings" panose="05000000000000000000" pitchFamily="2" charset="2"/>
              </a:rPr>
              <a:t>to</a:t>
            </a:r>
            <a:r>
              <a:rPr lang="nl-BE" baseline="0" dirty="0">
                <a:sym typeface="Wingdings" panose="05000000000000000000" pitchFamily="2" charset="2"/>
              </a:rPr>
              <a:t> </a:t>
            </a:r>
            <a:r>
              <a:rPr lang="nl-BE" baseline="0" dirty="0" err="1">
                <a:sym typeface="Wingdings" panose="05000000000000000000" pitchFamily="2" charset="2"/>
              </a:rPr>
              <a:t>average</a:t>
            </a:r>
            <a:r>
              <a:rPr lang="nl-BE" baseline="0" dirty="0">
                <a:sym typeface="Wingdings" panose="05000000000000000000" pitchFamily="2" charset="2"/>
              </a:rPr>
              <a:t> </a:t>
            </a:r>
            <a:r>
              <a:rPr lang="nl-BE" baseline="0" dirty="0" err="1">
                <a:sym typeface="Wingdings" panose="05000000000000000000" pitchFamily="2" charset="2"/>
              </a:rPr>
              <a:t>values</a:t>
            </a:r>
            <a:r>
              <a:rPr lang="nl-BE" baseline="0" dirty="0">
                <a:sym typeface="Wingdings" panose="05000000000000000000" pitchFamily="2" charset="2"/>
              </a:rPr>
              <a:t> of </a:t>
            </a:r>
            <a:r>
              <a:rPr lang="nl-BE" baseline="0" dirty="0" err="1">
                <a:sym typeface="Wingdings" panose="05000000000000000000" pitchFamily="2" charset="2"/>
              </a:rPr>
              <a:t>your</a:t>
            </a:r>
            <a:r>
              <a:rPr lang="nl-BE" baseline="0" dirty="0">
                <a:sym typeface="Wingdings" panose="05000000000000000000" pitchFamily="2" charset="2"/>
              </a:rPr>
              <a:t> samples.</a:t>
            </a:r>
          </a:p>
          <a:p>
            <a:endParaRPr lang="nl-BE" baseline="0" dirty="0">
              <a:sym typeface="Wingdings" panose="05000000000000000000" pitchFamily="2" charset="2"/>
            </a:endParaRPr>
          </a:p>
          <a:p>
            <a:r>
              <a:rPr lang="nl-BE" baseline="0" dirty="0">
                <a:sym typeface="Wingdings" panose="05000000000000000000" pitchFamily="2" charset="2"/>
              </a:rPr>
              <a:t>St. </a:t>
            </a:r>
            <a:r>
              <a:rPr lang="nl-BE" baseline="0" dirty="0" err="1">
                <a:sym typeface="Wingdings" panose="05000000000000000000" pitchFamily="2" charset="2"/>
              </a:rPr>
              <a:t>dev</a:t>
            </a:r>
            <a:r>
              <a:rPr lang="nl-BE" baseline="0" dirty="0">
                <a:sym typeface="Wingdings" panose="05000000000000000000" pitchFamily="2" charset="2"/>
              </a:rPr>
              <a:t> of samples = st. </a:t>
            </a:r>
            <a:r>
              <a:rPr lang="nl-BE" baseline="0" dirty="0" err="1">
                <a:sym typeface="Wingdings" panose="05000000000000000000" pitchFamily="2" charset="2"/>
              </a:rPr>
              <a:t>dev</a:t>
            </a:r>
            <a:r>
              <a:rPr lang="nl-BE" baseline="0" dirty="0">
                <a:sym typeface="Wingdings" panose="05000000000000000000" pitchFamily="2" charset="2"/>
              </a:rPr>
              <a:t> </a:t>
            </a:r>
            <a:r>
              <a:rPr lang="nl-BE" baseline="0" dirty="0" err="1">
                <a:sym typeface="Wingdings" panose="05000000000000000000" pitchFamily="2" charset="2"/>
              </a:rPr>
              <a:t>individual</a:t>
            </a:r>
            <a:r>
              <a:rPr lang="nl-BE" baseline="0" dirty="0">
                <a:sym typeface="Wingdings" panose="05000000000000000000" pitchFamily="2" charset="2"/>
              </a:rPr>
              <a:t> points / </a:t>
            </a:r>
            <a:r>
              <a:rPr lang="nl-BE" baseline="0" dirty="0" err="1">
                <a:sym typeface="Wingdings" panose="05000000000000000000" pitchFamily="2" charset="2"/>
              </a:rPr>
              <a:t>sqrt</a:t>
            </a:r>
            <a:r>
              <a:rPr lang="nl-BE" baseline="0" dirty="0">
                <a:sym typeface="Wingdings" panose="05000000000000000000" pitchFamily="2" charset="2"/>
              </a:rPr>
              <a:t> (n) </a:t>
            </a:r>
            <a:r>
              <a:rPr lang="nl-BE" baseline="0" dirty="0" err="1">
                <a:sym typeface="Wingdings" panose="05000000000000000000" pitchFamily="2" charset="2"/>
              </a:rPr>
              <a:t>with</a:t>
            </a:r>
            <a:r>
              <a:rPr lang="nl-BE" baseline="0" dirty="0">
                <a:sym typeface="Wingdings" panose="05000000000000000000" pitchFamily="2" charset="2"/>
              </a:rPr>
              <a:t> n = </a:t>
            </a:r>
            <a:r>
              <a:rPr lang="nl-BE" baseline="0" dirty="0" err="1">
                <a:sym typeface="Wingdings" panose="05000000000000000000" pitchFamily="2" charset="2"/>
              </a:rPr>
              <a:t>number</a:t>
            </a:r>
            <a:r>
              <a:rPr lang="nl-BE" baseline="0" dirty="0">
                <a:sym typeface="Wingdings" panose="05000000000000000000" pitchFamily="2" charset="2"/>
              </a:rPr>
              <a:t> of </a:t>
            </a:r>
            <a:r>
              <a:rPr lang="nl-BE" baseline="0" dirty="0" err="1">
                <a:sym typeface="Wingdings" panose="05000000000000000000" pitchFamily="2" charset="2"/>
              </a:rPr>
              <a:t>measurements</a:t>
            </a:r>
            <a:r>
              <a:rPr lang="nl-BE" baseline="0" dirty="0">
                <a:sym typeface="Wingdings" panose="05000000000000000000" pitchFamily="2" charset="2"/>
              </a:rPr>
              <a:t> in </a:t>
            </a:r>
            <a:r>
              <a:rPr lang="nl-BE" baseline="0" dirty="0" err="1">
                <a:sym typeface="Wingdings" panose="05000000000000000000" pitchFamily="2" charset="2"/>
              </a:rPr>
              <a:t>the</a:t>
            </a:r>
            <a:r>
              <a:rPr lang="nl-BE" baseline="0" dirty="0">
                <a:sym typeface="Wingdings" panose="05000000000000000000" pitchFamily="2" charset="2"/>
              </a:rPr>
              <a:t> sample.</a:t>
            </a:r>
            <a:endParaRPr lang="nl-BE" dirty="0"/>
          </a:p>
        </p:txBody>
      </p:sp>
      <p:sp>
        <p:nvSpPr>
          <p:cNvPr id="4" name="Tijdelijke aanduiding voor dianummer 3"/>
          <p:cNvSpPr>
            <a:spLocks noGrp="1"/>
          </p:cNvSpPr>
          <p:nvPr>
            <p:ph type="sldNum" sz="quarter" idx="10"/>
          </p:nvPr>
        </p:nvSpPr>
        <p:spPr/>
        <p:txBody>
          <a:bodyPr/>
          <a:lstStyle/>
          <a:p>
            <a:pPr>
              <a:defRPr/>
            </a:pPr>
            <a:fld id="{7DA5BC4C-46C4-4E2C-88E3-45E0A4476A80}" type="slidenum">
              <a:rPr lang="en-US" smtClean="0"/>
              <a:pPr>
                <a:defRPr/>
              </a:pPr>
              <a:t>13</a:t>
            </a:fld>
            <a:endParaRPr lang="en-US"/>
          </a:p>
        </p:txBody>
      </p:sp>
    </p:spTree>
    <p:extLst>
      <p:ext uri="{BB962C8B-B14F-4D97-AF65-F5344CB8AC3E}">
        <p14:creationId xmlns:p14="http://schemas.microsoft.com/office/powerpoint/2010/main" val="28122890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normAutofit/>
          </a:bodyPr>
          <a:lstStyle/>
          <a:p>
            <a:r>
              <a:rPr lang="nl-BE" baseline="0" dirty="0"/>
              <a:t>Klanten ervaren geen gemiddelden, maar variatie (Jack </a:t>
            </a:r>
            <a:r>
              <a:rPr lang="nl-BE" baseline="0" dirty="0" err="1"/>
              <a:t>Welsh</a:t>
            </a:r>
            <a:r>
              <a:rPr lang="nl-BE" baseline="0" dirty="0"/>
              <a:t> oud CEO van GE). Variatie beschrijven en analyseren doet u met statistische methoden en technieken.</a:t>
            </a:r>
          </a:p>
          <a:p>
            <a:pPr defTabSz="947684">
              <a:defRPr/>
            </a:pPr>
            <a:r>
              <a:rPr lang="nl-BE" dirty="0"/>
              <a:t>Geen</a:t>
            </a:r>
            <a:r>
              <a:rPr lang="nl-BE" baseline="0" dirty="0"/>
              <a:t> statistiek om de statistiek, maar statistiek gebruikt om problemen mee op te lossen.</a:t>
            </a:r>
          </a:p>
          <a:p>
            <a:pPr defTabSz="947684">
              <a:defRPr/>
            </a:pPr>
            <a:endParaRPr lang="nl-BE" baseline="0" dirty="0"/>
          </a:p>
          <a:p>
            <a:pPr defTabSz="947684">
              <a:defRPr/>
            </a:pPr>
            <a:r>
              <a:rPr lang="nl-BE" baseline="0" dirty="0"/>
              <a:t>Galton board</a:t>
            </a:r>
          </a:p>
          <a:p>
            <a:pPr defTabSz="947684">
              <a:buFontTx/>
              <a:buChar char="-"/>
              <a:defRPr/>
            </a:pPr>
            <a:r>
              <a:rPr lang="nl-BE" baseline="0" dirty="0"/>
              <a:t> Toeval </a:t>
            </a:r>
            <a:r>
              <a:rPr lang="nl-BE" baseline="0" dirty="0">
                <a:sym typeface="Wingdings" pitchFamily="2" charset="2"/>
              </a:rPr>
              <a:t> </a:t>
            </a:r>
            <a:r>
              <a:rPr lang="nl-BE" baseline="0" dirty="0" err="1">
                <a:sym typeface="Wingdings" pitchFamily="2" charset="2"/>
              </a:rPr>
              <a:t>normal</a:t>
            </a:r>
            <a:r>
              <a:rPr lang="nl-BE" baseline="0" dirty="0">
                <a:sym typeface="Wingdings" pitchFamily="2" charset="2"/>
              </a:rPr>
              <a:t> distribution</a:t>
            </a:r>
          </a:p>
          <a:p>
            <a:pPr defTabSz="947684">
              <a:buFontTx/>
              <a:buChar char="-"/>
              <a:defRPr/>
            </a:pPr>
            <a:r>
              <a:rPr lang="nl-BE" baseline="0" dirty="0">
                <a:sym typeface="Wingdings" pitchFamily="2" charset="2"/>
              </a:rPr>
              <a:t> More </a:t>
            </a:r>
            <a:r>
              <a:rPr lang="nl-BE" baseline="0" dirty="0" err="1">
                <a:sym typeface="Wingdings" pitchFamily="2" charset="2"/>
              </a:rPr>
              <a:t>measurements</a:t>
            </a:r>
            <a:r>
              <a:rPr lang="nl-BE" baseline="0" dirty="0">
                <a:sym typeface="Wingdings" pitchFamily="2" charset="2"/>
              </a:rPr>
              <a:t> to </a:t>
            </a:r>
            <a:r>
              <a:rPr lang="nl-BE" baseline="0" dirty="0" err="1">
                <a:sym typeface="Wingdings" pitchFamily="2" charset="2"/>
              </a:rPr>
              <a:t>the</a:t>
            </a:r>
            <a:r>
              <a:rPr lang="nl-BE" baseline="0" dirty="0">
                <a:sym typeface="Wingdings" pitchFamily="2" charset="2"/>
              </a:rPr>
              <a:t> center (gemiddelde), </a:t>
            </a:r>
            <a:r>
              <a:rPr lang="nl-BE" baseline="0" dirty="0" err="1">
                <a:sym typeface="Wingdings" pitchFamily="2" charset="2"/>
              </a:rPr>
              <a:t>less</a:t>
            </a:r>
            <a:r>
              <a:rPr lang="nl-BE" baseline="0" dirty="0">
                <a:sym typeface="Wingdings" pitchFamily="2" charset="2"/>
              </a:rPr>
              <a:t> to </a:t>
            </a:r>
            <a:r>
              <a:rPr lang="nl-BE" baseline="0" dirty="0" err="1">
                <a:sym typeface="Wingdings" pitchFamily="2" charset="2"/>
              </a:rPr>
              <a:t>the</a:t>
            </a:r>
            <a:r>
              <a:rPr lang="nl-BE" baseline="0" dirty="0">
                <a:sym typeface="Wingdings" pitchFamily="2" charset="2"/>
              </a:rPr>
              <a:t> </a:t>
            </a:r>
            <a:r>
              <a:rPr lang="nl-BE" baseline="0" dirty="0" err="1">
                <a:sym typeface="Wingdings" pitchFamily="2" charset="2"/>
              </a:rPr>
              <a:t>outlines</a:t>
            </a:r>
            <a:r>
              <a:rPr lang="nl-BE" baseline="0" dirty="0">
                <a:sym typeface="Wingdings" pitchFamily="2" charset="2"/>
              </a:rPr>
              <a:t> (maar het is de mate van spreiding &amp; de </a:t>
            </a:r>
            <a:r>
              <a:rPr lang="nl-BE" baseline="0" dirty="0" err="1">
                <a:sym typeface="Wingdings" pitchFamily="2" charset="2"/>
              </a:rPr>
              <a:t>outliers</a:t>
            </a:r>
            <a:r>
              <a:rPr lang="nl-BE" baseline="0" dirty="0">
                <a:sym typeface="Wingdings" pitchFamily="2" charset="2"/>
              </a:rPr>
              <a:t> die problemen opleveren)</a:t>
            </a:r>
          </a:p>
          <a:p>
            <a:pPr defTabSz="947684">
              <a:buFontTx/>
              <a:buChar char="-"/>
              <a:defRPr/>
            </a:pPr>
            <a:r>
              <a:rPr lang="nl-BE" baseline="0" dirty="0">
                <a:sym typeface="Wingdings" pitchFamily="2" charset="2"/>
              </a:rPr>
              <a:t> 1 </a:t>
            </a:r>
            <a:r>
              <a:rPr lang="nl-BE" baseline="0" dirty="0" err="1">
                <a:sym typeface="Wingdings" pitchFamily="2" charset="2"/>
              </a:rPr>
              <a:t>measurement</a:t>
            </a:r>
            <a:r>
              <a:rPr lang="nl-BE" baseline="0" dirty="0">
                <a:sym typeface="Wingdings" pitchFamily="2" charset="2"/>
              </a:rPr>
              <a:t> / samples of steekproef (verkiezingsvoorspellingen) / populatie !</a:t>
            </a:r>
          </a:p>
          <a:p>
            <a:pPr defTabSz="947684">
              <a:buFontTx/>
              <a:buChar char="-"/>
              <a:defRPr/>
            </a:pPr>
            <a:r>
              <a:rPr lang="nl-BE" baseline="0" dirty="0">
                <a:sym typeface="Wingdings" pitchFamily="2" charset="2"/>
              </a:rPr>
              <a:t> Een symmetrische verdeling</a:t>
            </a:r>
          </a:p>
          <a:p>
            <a:pPr defTabSz="947684">
              <a:buFontTx/>
              <a:buChar char="-"/>
              <a:defRPr/>
            </a:pPr>
            <a:r>
              <a:rPr lang="nl-BE" baseline="0" dirty="0">
                <a:sym typeface="Wingdings" pitchFamily="2" charset="2"/>
              </a:rPr>
              <a:t> Heel wat verdelingen in de natuur zijn normaal verdeeld</a:t>
            </a:r>
          </a:p>
          <a:p>
            <a:pPr defTabSz="947684">
              <a:defRPr/>
            </a:pPr>
            <a:endParaRPr lang="nl-BE" baseline="0" dirty="0">
              <a:sym typeface="Wingdings" pitchFamily="2" charset="2"/>
            </a:endParaRPr>
          </a:p>
          <a:p>
            <a:pPr defTabSz="947684">
              <a:defRPr/>
            </a:pPr>
            <a:r>
              <a:rPr lang="nl-BE" baseline="0" dirty="0" err="1">
                <a:sym typeface="Wingdings" pitchFamily="2" charset="2"/>
              </a:rPr>
              <a:t>Galton</a:t>
            </a:r>
            <a:r>
              <a:rPr lang="nl-BE" baseline="0" dirty="0">
                <a:sym typeface="Wingdings" pitchFamily="2" charset="2"/>
              </a:rPr>
              <a:t>: </a:t>
            </a:r>
            <a:r>
              <a:rPr lang="nl-BE" baseline="0" dirty="0" err="1">
                <a:sym typeface="Wingdings" pitchFamily="2" charset="2"/>
              </a:rPr>
              <a:t>sociologist</a:t>
            </a:r>
            <a:r>
              <a:rPr lang="nl-BE" baseline="0" dirty="0">
                <a:sym typeface="Wingdings" pitchFamily="2" charset="2"/>
              </a:rPr>
              <a:t>: </a:t>
            </a:r>
            <a:r>
              <a:rPr lang="nl-BE" baseline="0" dirty="0" err="1">
                <a:sym typeface="Wingdings" pitchFamily="2" charset="2"/>
              </a:rPr>
              <a:t>regression</a:t>
            </a:r>
            <a:r>
              <a:rPr lang="nl-BE" baseline="0" dirty="0">
                <a:sym typeface="Wingdings" pitchFamily="2" charset="2"/>
              </a:rPr>
              <a:t> (</a:t>
            </a:r>
            <a:r>
              <a:rPr lang="nl-BE" baseline="0" dirty="0" err="1">
                <a:sym typeface="Wingdings" pitchFamily="2" charset="2"/>
              </a:rPr>
              <a:t>least</a:t>
            </a:r>
            <a:r>
              <a:rPr lang="nl-BE" baseline="0" dirty="0">
                <a:sym typeface="Wingdings" pitchFamily="2" charset="2"/>
              </a:rPr>
              <a:t> squares)  </a:t>
            </a:r>
            <a:r>
              <a:rPr lang="nl-BE" baseline="0" dirty="0" err="1">
                <a:sym typeface="Wingdings" pitchFamily="2" charset="2"/>
              </a:rPr>
              <a:t>regression</a:t>
            </a:r>
            <a:r>
              <a:rPr lang="nl-BE" baseline="0" dirty="0">
                <a:sym typeface="Wingdings" pitchFamily="2" charset="2"/>
              </a:rPr>
              <a:t> </a:t>
            </a:r>
            <a:r>
              <a:rPr lang="nl-BE" baseline="0" dirty="0" err="1">
                <a:sym typeface="Wingdings" pitchFamily="2" charset="2"/>
              </a:rPr>
              <a:t>to</a:t>
            </a:r>
            <a:r>
              <a:rPr lang="nl-BE" baseline="0" dirty="0">
                <a:sym typeface="Wingdings" pitchFamily="2" charset="2"/>
              </a:rPr>
              <a:t> </a:t>
            </a:r>
            <a:r>
              <a:rPr lang="nl-BE" baseline="0" dirty="0" err="1">
                <a:sym typeface="Wingdings" pitchFamily="2" charset="2"/>
              </a:rPr>
              <a:t>the</a:t>
            </a:r>
            <a:r>
              <a:rPr lang="nl-BE" baseline="0" dirty="0">
                <a:sym typeface="Wingdings" pitchFamily="2" charset="2"/>
              </a:rPr>
              <a:t> </a:t>
            </a:r>
            <a:r>
              <a:rPr lang="nl-BE" baseline="0" dirty="0" err="1">
                <a:sym typeface="Wingdings" pitchFamily="2" charset="2"/>
              </a:rPr>
              <a:t>mean</a:t>
            </a:r>
            <a:r>
              <a:rPr lang="nl-BE" baseline="0" dirty="0">
                <a:sym typeface="Wingdings" pitchFamily="2" charset="2"/>
              </a:rPr>
              <a:t> (e.g. </a:t>
            </a:r>
            <a:r>
              <a:rPr lang="nl-BE" baseline="0" dirty="0" err="1">
                <a:sym typeface="Wingdings" pitchFamily="2" charset="2"/>
              </a:rPr>
              <a:t>tall</a:t>
            </a:r>
            <a:r>
              <a:rPr lang="nl-BE" baseline="0" dirty="0">
                <a:sym typeface="Wingdings" pitchFamily="2" charset="2"/>
              </a:rPr>
              <a:t> </a:t>
            </a:r>
            <a:r>
              <a:rPr lang="nl-BE" baseline="0" dirty="0" err="1">
                <a:sym typeface="Wingdings" pitchFamily="2" charset="2"/>
              </a:rPr>
              <a:t>father</a:t>
            </a:r>
            <a:r>
              <a:rPr lang="nl-BE" baseline="0" dirty="0">
                <a:sym typeface="Wingdings" pitchFamily="2" charset="2"/>
              </a:rPr>
              <a:t>  </a:t>
            </a:r>
            <a:r>
              <a:rPr lang="nl-BE" baseline="0" dirty="0" err="1">
                <a:sym typeface="Wingdings" pitchFamily="2" charset="2"/>
              </a:rPr>
              <a:t>also</a:t>
            </a:r>
            <a:r>
              <a:rPr lang="nl-BE" baseline="0" dirty="0">
                <a:sym typeface="Wingdings" pitchFamily="2" charset="2"/>
              </a:rPr>
              <a:t> </a:t>
            </a:r>
            <a:r>
              <a:rPr lang="nl-BE" baseline="0" dirty="0" err="1">
                <a:sym typeface="Wingdings" pitchFamily="2" charset="2"/>
              </a:rPr>
              <a:t>tall</a:t>
            </a:r>
            <a:r>
              <a:rPr lang="nl-BE" baseline="0" dirty="0">
                <a:sym typeface="Wingdings" pitchFamily="2" charset="2"/>
              </a:rPr>
              <a:t> </a:t>
            </a:r>
            <a:r>
              <a:rPr lang="nl-BE" baseline="0" dirty="0" err="1">
                <a:sym typeface="Wingdings" pitchFamily="2" charset="2"/>
              </a:rPr>
              <a:t>son</a:t>
            </a:r>
            <a:r>
              <a:rPr lang="nl-BE" baseline="0" dirty="0">
                <a:sym typeface="Wingdings" pitchFamily="2" charset="2"/>
              </a:rPr>
              <a:t>, but </a:t>
            </a:r>
            <a:r>
              <a:rPr lang="nl-BE" baseline="0" dirty="0" err="1">
                <a:sym typeface="Wingdings" pitchFamily="2" charset="2"/>
              </a:rPr>
              <a:t>slightly</a:t>
            </a:r>
            <a:r>
              <a:rPr lang="nl-BE" baseline="0" dirty="0">
                <a:sym typeface="Wingdings" pitchFamily="2" charset="2"/>
              </a:rPr>
              <a:t> smaller).</a:t>
            </a:r>
            <a:endParaRPr lang="nl-BE" baseline="0" dirty="0"/>
          </a:p>
          <a:p>
            <a:endParaRPr lang="nl-BE" dirty="0"/>
          </a:p>
          <a:p>
            <a:endParaRPr lang="nl-BE" dirty="0"/>
          </a:p>
        </p:txBody>
      </p:sp>
      <p:sp>
        <p:nvSpPr>
          <p:cNvPr id="4" name="Tijdelijke aanduiding voor dianummer 3"/>
          <p:cNvSpPr>
            <a:spLocks noGrp="1"/>
          </p:cNvSpPr>
          <p:nvPr>
            <p:ph type="sldNum" sz="quarter" idx="10"/>
          </p:nvPr>
        </p:nvSpPr>
        <p:spPr/>
        <p:txBody>
          <a:bodyPr/>
          <a:lstStyle/>
          <a:p>
            <a:pPr>
              <a:defRPr/>
            </a:pPr>
            <a:fld id="{7DA5BC4C-46C4-4E2C-88E3-45E0A4476A80}" type="slidenum">
              <a:rPr lang="en-US" smtClean="0"/>
              <a:pPr>
                <a:defRPr/>
              </a:pPr>
              <a:t>14</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normAutofit/>
          </a:bodyPr>
          <a:lstStyle/>
          <a:p>
            <a:r>
              <a:rPr lang="nl-BE" dirty="0"/>
              <a:t>Sample</a:t>
            </a:r>
            <a:r>
              <a:rPr lang="nl-BE" baseline="0" dirty="0"/>
              <a:t> </a:t>
            </a:r>
            <a:r>
              <a:rPr lang="nl-BE" baseline="0" dirty="0" err="1"/>
              <a:t>theory</a:t>
            </a:r>
            <a:endParaRPr lang="nl-BE" baseline="0" dirty="0"/>
          </a:p>
          <a:p>
            <a:endParaRPr lang="nl-BE" baseline="0" dirty="0"/>
          </a:p>
          <a:p>
            <a:r>
              <a:rPr lang="nl-BE" baseline="0" dirty="0"/>
              <a:t>Check the </a:t>
            </a:r>
            <a:r>
              <a:rPr lang="nl-BE" baseline="0" dirty="0" err="1"/>
              <a:t>reality</a:t>
            </a:r>
            <a:endParaRPr lang="nl-BE" dirty="0"/>
          </a:p>
        </p:txBody>
      </p:sp>
      <p:sp>
        <p:nvSpPr>
          <p:cNvPr id="4" name="Tijdelijke aanduiding voor dianummer 3"/>
          <p:cNvSpPr>
            <a:spLocks noGrp="1"/>
          </p:cNvSpPr>
          <p:nvPr>
            <p:ph type="sldNum" sz="quarter" idx="10"/>
          </p:nvPr>
        </p:nvSpPr>
        <p:spPr/>
        <p:txBody>
          <a:bodyPr/>
          <a:lstStyle/>
          <a:p>
            <a:pPr>
              <a:defRPr/>
            </a:pPr>
            <a:fld id="{7DA5BC4C-46C4-4E2C-88E3-45E0A4476A80}" type="slidenum">
              <a:rPr lang="en-US" smtClean="0"/>
              <a:pPr>
                <a:defRPr/>
              </a:pPr>
              <a:t>15</a:t>
            </a:fld>
            <a:endParaRPr lang="en-US"/>
          </a:p>
        </p:txBody>
      </p:sp>
    </p:spTree>
    <p:extLst>
      <p:ext uri="{BB962C8B-B14F-4D97-AF65-F5344CB8AC3E}">
        <p14:creationId xmlns:p14="http://schemas.microsoft.com/office/powerpoint/2010/main" val="33277709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BE" dirty="0"/>
              <a:t>Waarschijnlijkheid</a:t>
            </a:r>
          </a:p>
          <a:p>
            <a:endParaRPr lang="nl-BE" dirty="0"/>
          </a:p>
          <a:p>
            <a:r>
              <a:rPr lang="nl-BE" dirty="0"/>
              <a:t>Het gaat over populaties</a:t>
            </a:r>
            <a:r>
              <a:rPr lang="nl-BE" baseline="0" dirty="0"/>
              <a:t>: groepen van getallen </a:t>
            </a:r>
            <a:r>
              <a:rPr lang="nl-BE" baseline="0" dirty="0">
                <a:sym typeface="Wingdings" panose="05000000000000000000" pitchFamily="2" charset="2"/>
              </a:rPr>
              <a:t>--&gt; bv. lengtes personen, schoenmaten personen, diktes/breedtes van staalplaten, kwaliteitsparameters zoals treksterkte, vetgehalte in melk, …</a:t>
            </a:r>
            <a:endParaRPr lang="nl-BE" dirty="0"/>
          </a:p>
        </p:txBody>
      </p:sp>
      <p:sp>
        <p:nvSpPr>
          <p:cNvPr id="4" name="Tijdelijke aanduiding voor dianummer 3"/>
          <p:cNvSpPr>
            <a:spLocks noGrp="1"/>
          </p:cNvSpPr>
          <p:nvPr>
            <p:ph type="sldNum" sz="quarter" idx="10"/>
          </p:nvPr>
        </p:nvSpPr>
        <p:spPr/>
        <p:txBody>
          <a:bodyPr/>
          <a:lstStyle/>
          <a:p>
            <a:pPr>
              <a:defRPr/>
            </a:pPr>
            <a:fld id="{7DA5BC4C-46C4-4E2C-88E3-45E0A4476A80}" type="slidenum">
              <a:rPr lang="en-US" smtClean="0"/>
              <a:pPr>
                <a:defRPr/>
              </a:pPr>
              <a:t>16</a:t>
            </a:fld>
            <a:endParaRPr lang="en-US"/>
          </a:p>
        </p:txBody>
      </p:sp>
    </p:spTree>
    <p:extLst>
      <p:ext uri="{BB962C8B-B14F-4D97-AF65-F5344CB8AC3E}">
        <p14:creationId xmlns:p14="http://schemas.microsoft.com/office/powerpoint/2010/main" val="16262730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BE" dirty="0"/>
              <a:t>Slordige</a:t>
            </a:r>
            <a:r>
              <a:rPr lang="nl-BE" baseline="0" dirty="0"/>
              <a:t> figuur.</a:t>
            </a:r>
          </a:p>
          <a:p>
            <a:endParaRPr lang="nl-BE" baseline="0" dirty="0"/>
          </a:p>
          <a:p>
            <a:r>
              <a:rPr lang="nl-BE" baseline="0" dirty="0"/>
              <a:t>Eenzijdig en 2 </a:t>
            </a:r>
            <a:r>
              <a:rPr lang="nl-BE" baseline="0" dirty="0" err="1"/>
              <a:t>zijdig</a:t>
            </a:r>
            <a:r>
              <a:rPr lang="nl-BE" baseline="0" dirty="0"/>
              <a:t> uitleggen</a:t>
            </a:r>
          </a:p>
          <a:p>
            <a:endParaRPr lang="nl-BE" baseline="0" dirty="0"/>
          </a:p>
          <a:p>
            <a:r>
              <a:rPr lang="nl-BE" baseline="0" dirty="0" err="1"/>
              <a:t>Probabiliteit</a:t>
            </a:r>
            <a:r>
              <a:rPr lang="nl-BE" baseline="0" dirty="0"/>
              <a:t> / waarschijnlijkheid </a:t>
            </a:r>
          </a:p>
          <a:p>
            <a:endParaRPr lang="nl-BE" baseline="0" dirty="0"/>
          </a:p>
          <a:p>
            <a:r>
              <a:rPr lang="nl-BE" baseline="0" dirty="0">
                <a:highlight>
                  <a:srgbClr val="FFFF00"/>
                </a:highlight>
              </a:rPr>
              <a:t>Denken in eenzijdige sigma, niet in 2 </a:t>
            </a:r>
            <a:r>
              <a:rPr lang="nl-BE" baseline="0" dirty="0" err="1">
                <a:highlight>
                  <a:srgbClr val="FFFF00"/>
                </a:highlight>
              </a:rPr>
              <a:t>zijdig</a:t>
            </a:r>
            <a:r>
              <a:rPr lang="nl-BE" baseline="0" dirty="0">
                <a:highlight>
                  <a:srgbClr val="FFFF00"/>
                </a:highlight>
              </a:rPr>
              <a:t>, eenzijdig maakt de zaken eenvoudiger</a:t>
            </a:r>
            <a:r>
              <a:rPr lang="nl-BE" baseline="0" dirty="0"/>
              <a:t>.</a:t>
            </a:r>
          </a:p>
          <a:p>
            <a:endParaRPr lang="nl-BE" baseline="0" dirty="0"/>
          </a:p>
          <a:p>
            <a:r>
              <a:rPr lang="nl-BE" baseline="0" dirty="0"/>
              <a:t>Symmetrische verdeling !!</a:t>
            </a:r>
          </a:p>
        </p:txBody>
      </p:sp>
      <p:sp>
        <p:nvSpPr>
          <p:cNvPr id="4" name="Tijdelijke aanduiding voor dianummer 3"/>
          <p:cNvSpPr>
            <a:spLocks noGrp="1"/>
          </p:cNvSpPr>
          <p:nvPr>
            <p:ph type="sldNum" sz="quarter" idx="10"/>
          </p:nvPr>
        </p:nvSpPr>
        <p:spPr/>
        <p:txBody>
          <a:bodyPr/>
          <a:lstStyle/>
          <a:p>
            <a:pPr>
              <a:defRPr/>
            </a:pPr>
            <a:fld id="{7DA5BC4C-46C4-4E2C-88E3-45E0A4476A80}" type="slidenum">
              <a:rPr lang="en-US" smtClean="0"/>
              <a:pPr>
                <a:defRPr/>
              </a:pPr>
              <a:t>17</a:t>
            </a:fld>
            <a:endParaRPr lang="en-US"/>
          </a:p>
        </p:txBody>
      </p:sp>
    </p:spTree>
    <p:extLst>
      <p:ext uri="{BB962C8B-B14F-4D97-AF65-F5344CB8AC3E}">
        <p14:creationId xmlns:p14="http://schemas.microsoft.com/office/powerpoint/2010/main" val="7797753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BE" dirty="0"/>
              <a:t>Wie bv. wil weten hoeveel % van de bevolking meer of minder weegt dan hem, kan dat eenvoudig</a:t>
            </a:r>
            <a:r>
              <a:rPr lang="nl-BE" baseline="0" dirty="0"/>
              <a:t> berekenen op basis van gemiddelde en spreiding.</a:t>
            </a:r>
          </a:p>
          <a:p>
            <a:endParaRPr lang="nl-BE" baseline="0" dirty="0"/>
          </a:p>
          <a:p>
            <a:r>
              <a:rPr lang="nl-BE" baseline="0" dirty="0"/>
              <a:t>Schoenmaten mannen: gemiddelde: 42,5 + spreiding = 2,5 </a:t>
            </a:r>
            <a:r>
              <a:rPr lang="nl-BE" baseline="0" dirty="0">
                <a:sym typeface="Wingdings" panose="05000000000000000000" pitchFamily="2" charset="2"/>
              </a:rPr>
              <a:t> grof gerekend: 3 sigma naar beneden: 35, 3 sigma naar boven: 50, maar er zal wel steeds iemand zijn die &lt; 35 of &gt; 50 heeft </a:t>
            </a:r>
          </a:p>
          <a:p>
            <a:r>
              <a:rPr lang="nl-BE" baseline="0" dirty="0">
                <a:sym typeface="Wingdings" panose="05000000000000000000" pitchFamily="2" charset="2"/>
              </a:rPr>
              <a:t>Hier rekenen we altijd met effectieve waarden, maar je kunt dit ook relatief bereken, normaliseren: gemiddelde wordt 0 en spreiding wordt: 1. Dan kunnen alle normale </a:t>
            </a:r>
            <a:r>
              <a:rPr lang="nl-BE" baseline="0" dirty="0" err="1">
                <a:sym typeface="Wingdings" panose="05000000000000000000" pitchFamily="2" charset="2"/>
              </a:rPr>
              <a:t>distruties</a:t>
            </a:r>
            <a:r>
              <a:rPr lang="nl-BE" baseline="0" dirty="0">
                <a:sym typeface="Wingdings" panose="05000000000000000000" pitchFamily="2" charset="2"/>
              </a:rPr>
              <a:t> met elkaar vergeleken worden.</a:t>
            </a:r>
          </a:p>
          <a:p>
            <a:endParaRPr lang="nl-BE" baseline="0" dirty="0">
              <a:sym typeface="Wingdings" panose="05000000000000000000" pitchFamily="2" charset="2"/>
            </a:endParaRPr>
          </a:p>
          <a:p>
            <a:r>
              <a:rPr lang="nl-BE" baseline="0" dirty="0">
                <a:sym typeface="Wingdings" panose="05000000000000000000" pitchFamily="2" charset="2"/>
              </a:rPr>
              <a:t>Iedere individuele waarde wordt omgezet naar Z-waarde (relatieve waarde): ( absolute waarde – gemiddelde ) / spreiding</a:t>
            </a:r>
          </a:p>
        </p:txBody>
      </p:sp>
    </p:spTree>
    <p:extLst>
      <p:ext uri="{BB962C8B-B14F-4D97-AF65-F5344CB8AC3E}">
        <p14:creationId xmlns:p14="http://schemas.microsoft.com/office/powerpoint/2010/main" val="959845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BE" dirty="0"/>
              <a:t>Per</a:t>
            </a:r>
            <a:r>
              <a:rPr lang="nl-BE" baseline="0" dirty="0"/>
              <a:t> product: OK or NOK, but </a:t>
            </a:r>
            <a:r>
              <a:rPr lang="nl-BE" baseline="0" dirty="0" err="1"/>
              <a:t>you</a:t>
            </a:r>
            <a:r>
              <a:rPr lang="nl-BE" baseline="0" dirty="0"/>
              <a:t> </a:t>
            </a:r>
            <a:r>
              <a:rPr lang="nl-BE" baseline="0" dirty="0" err="1"/>
              <a:t>can</a:t>
            </a:r>
            <a:r>
              <a:rPr lang="nl-BE" baseline="0" dirty="0"/>
              <a:t> have differente </a:t>
            </a:r>
            <a:r>
              <a:rPr lang="nl-BE" baseline="0" dirty="0" err="1"/>
              <a:t>quality</a:t>
            </a:r>
            <a:r>
              <a:rPr lang="nl-BE" baseline="0" dirty="0"/>
              <a:t> parameters: steel strip: </a:t>
            </a:r>
            <a:r>
              <a:rPr lang="nl-BE" baseline="0" dirty="0" err="1"/>
              <a:t>length</a:t>
            </a:r>
            <a:r>
              <a:rPr lang="nl-BE" baseline="0" dirty="0"/>
              <a:t>, </a:t>
            </a:r>
            <a:r>
              <a:rPr lang="nl-BE" baseline="0" dirty="0" err="1"/>
              <a:t>with</a:t>
            </a:r>
            <a:r>
              <a:rPr lang="nl-BE" baseline="0" dirty="0"/>
              <a:t>, </a:t>
            </a:r>
            <a:r>
              <a:rPr lang="nl-BE" baseline="0" dirty="0" err="1"/>
              <a:t>thickness</a:t>
            </a:r>
            <a:r>
              <a:rPr lang="nl-BE" baseline="0" dirty="0"/>
              <a:t>, </a:t>
            </a:r>
            <a:r>
              <a:rPr lang="nl-BE" baseline="0" dirty="0" err="1"/>
              <a:t>mechanical</a:t>
            </a:r>
            <a:r>
              <a:rPr lang="nl-BE" baseline="0" dirty="0"/>
              <a:t> </a:t>
            </a:r>
            <a:r>
              <a:rPr lang="nl-BE" baseline="0" dirty="0" err="1"/>
              <a:t>properties</a:t>
            </a:r>
            <a:r>
              <a:rPr lang="nl-BE" baseline="0" dirty="0"/>
              <a:t>, </a:t>
            </a:r>
            <a:r>
              <a:rPr lang="nl-BE" baseline="0" dirty="0" err="1"/>
              <a:t>color</a:t>
            </a:r>
            <a:r>
              <a:rPr lang="nl-BE" baseline="0" dirty="0"/>
              <a:t>, </a:t>
            </a:r>
            <a:r>
              <a:rPr lang="nl-BE" baseline="0" dirty="0" err="1"/>
              <a:t>oil</a:t>
            </a:r>
            <a:r>
              <a:rPr lang="nl-BE" baseline="0" dirty="0"/>
              <a:t> </a:t>
            </a:r>
            <a:r>
              <a:rPr lang="nl-BE" baseline="0" dirty="0" err="1"/>
              <a:t>thickness</a:t>
            </a:r>
            <a:r>
              <a:rPr lang="nl-BE" baseline="0" dirty="0"/>
              <a:t>, …</a:t>
            </a:r>
            <a:endParaRPr lang="nl-BE" dirty="0"/>
          </a:p>
          <a:p>
            <a:endParaRPr lang="nl-BE" dirty="0"/>
          </a:p>
          <a:p>
            <a:r>
              <a:rPr lang="nl-BE" dirty="0" err="1"/>
              <a:t>Defective</a:t>
            </a:r>
            <a:r>
              <a:rPr lang="nl-BE" dirty="0"/>
              <a:t>: </a:t>
            </a:r>
            <a:r>
              <a:rPr lang="nl-BE" dirty="0" err="1"/>
              <a:t>something</a:t>
            </a:r>
            <a:r>
              <a:rPr lang="nl-BE" dirty="0"/>
              <a:t> is </a:t>
            </a:r>
            <a:r>
              <a:rPr lang="nl-BE" dirty="0" err="1"/>
              <a:t>defective</a:t>
            </a:r>
            <a:r>
              <a:rPr lang="nl-BE" baseline="0" dirty="0"/>
              <a:t> 1/0 (</a:t>
            </a:r>
            <a:r>
              <a:rPr lang="nl-BE" baseline="0" dirty="0" err="1"/>
              <a:t>binary</a:t>
            </a:r>
            <a:r>
              <a:rPr lang="nl-BE" baseline="0" dirty="0"/>
              <a:t>) </a:t>
            </a:r>
            <a:r>
              <a:rPr lang="nl-BE" baseline="0" dirty="0">
                <a:sym typeface="Wingdings" panose="05000000000000000000" pitchFamily="2" charset="2"/>
              </a:rPr>
              <a:t> </a:t>
            </a:r>
            <a:r>
              <a:rPr lang="nl-BE" baseline="0" dirty="0" err="1">
                <a:sym typeface="Wingdings" panose="05000000000000000000" pitchFamily="2" charset="2"/>
              </a:rPr>
              <a:t>this</a:t>
            </a:r>
            <a:r>
              <a:rPr lang="nl-BE" baseline="0" dirty="0">
                <a:sym typeface="Wingdings" panose="05000000000000000000" pitchFamily="2" charset="2"/>
              </a:rPr>
              <a:t> is </a:t>
            </a:r>
            <a:r>
              <a:rPr lang="nl-BE" baseline="0" dirty="0" err="1">
                <a:sym typeface="Wingdings" panose="05000000000000000000" pitchFamily="2" charset="2"/>
              </a:rPr>
              <a:t>what</a:t>
            </a:r>
            <a:r>
              <a:rPr lang="nl-BE" baseline="0" dirty="0">
                <a:sym typeface="Wingdings" panose="05000000000000000000" pitchFamily="2" charset="2"/>
              </a:rPr>
              <a:t> </a:t>
            </a:r>
            <a:r>
              <a:rPr lang="nl-BE" baseline="0" dirty="0" err="1">
                <a:sym typeface="Wingdings" panose="05000000000000000000" pitchFamily="2" charset="2"/>
              </a:rPr>
              <a:t>the</a:t>
            </a:r>
            <a:r>
              <a:rPr lang="nl-BE" baseline="0" dirty="0">
                <a:sym typeface="Wingdings" panose="05000000000000000000" pitchFamily="2" charset="2"/>
              </a:rPr>
              <a:t> customer </a:t>
            </a:r>
            <a:r>
              <a:rPr lang="nl-BE" baseline="0" dirty="0" err="1">
                <a:sym typeface="Wingdings" panose="05000000000000000000" pitchFamily="2" charset="2"/>
              </a:rPr>
              <a:t>sees</a:t>
            </a:r>
            <a:r>
              <a:rPr lang="nl-BE" baseline="0" dirty="0">
                <a:sym typeface="Wingdings" panose="05000000000000000000" pitchFamily="2" charset="2"/>
              </a:rPr>
              <a:t> – </a:t>
            </a:r>
            <a:r>
              <a:rPr lang="nl-BE" baseline="0" dirty="0" err="1">
                <a:sym typeface="Wingdings" panose="05000000000000000000" pitchFamily="2" charset="2"/>
              </a:rPr>
              <a:t>this</a:t>
            </a:r>
            <a:r>
              <a:rPr lang="nl-BE" baseline="0" dirty="0">
                <a:sym typeface="Wingdings" panose="05000000000000000000" pitchFamily="2" charset="2"/>
              </a:rPr>
              <a:t> </a:t>
            </a:r>
            <a:r>
              <a:rPr lang="nl-BE" baseline="0" dirty="0" err="1">
                <a:sym typeface="Wingdings" panose="05000000000000000000" pitchFamily="2" charset="2"/>
              </a:rPr>
              <a:t>can</a:t>
            </a:r>
            <a:r>
              <a:rPr lang="nl-BE" baseline="0" dirty="0">
                <a:sym typeface="Wingdings" panose="05000000000000000000" pitchFamily="2" charset="2"/>
              </a:rPr>
              <a:t> </a:t>
            </a:r>
            <a:r>
              <a:rPr lang="nl-BE" baseline="0" dirty="0" err="1">
                <a:sym typeface="Wingdings" panose="05000000000000000000" pitchFamily="2" charset="2"/>
              </a:rPr>
              <a:t>be</a:t>
            </a:r>
            <a:r>
              <a:rPr lang="nl-BE" baseline="0" dirty="0">
                <a:sym typeface="Wingdings" panose="05000000000000000000" pitchFamily="2" charset="2"/>
              </a:rPr>
              <a:t> </a:t>
            </a:r>
            <a:r>
              <a:rPr lang="nl-BE" baseline="0" dirty="0" err="1">
                <a:sym typeface="Wingdings" panose="05000000000000000000" pitchFamily="2" charset="2"/>
              </a:rPr>
              <a:t>due</a:t>
            </a:r>
            <a:r>
              <a:rPr lang="nl-BE" baseline="0" dirty="0">
                <a:sym typeface="Wingdings" panose="05000000000000000000" pitchFamily="2" charset="2"/>
              </a:rPr>
              <a:t> </a:t>
            </a:r>
            <a:r>
              <a:rPr lang="nl-BE" baseline="0" dirty="0" err="1">
                <a:sym typeface="Wingdings" panose="05000000000000000000" pitchFamily="2" charset="2"/>
              </a:rPr>
              <a:t>to</a:t>
            </a:r>
            <a:r>
              <a:rPr lang="nl-BE" baseline="0" dirty="0">
                <a:sym typeface="Wingdings" panose="05000000000000000000" pitchFamily="2" charset="2"/>
              </a:rPr>
              <a:t> 1 or more defects in </a:t>
            </a:r>
            <a:r>
              <a:rPr lang="nl-BE" baseline="0" dirty="0" err="1">
                <a:sym typeface="Wingdings" panose="05000000000000000000" pitchFamily="2" charset="2"/>
              </a:rPr>
              <a:t>your</a:t>
            </a:r>
            <a:r>
              <a:rPr lang="nl-BE" baseline="0" dirty="0">
                <a:sym typeface="Wingdings" panose="05000000000000000000" pitchFamily="2" charset="2"/>
              </a:rPr>
              <a:t> product</a:t>
            </a:r>
            <a:endParaRPr lang="nl-BE" dirty="0"/>
          </a:p>
          <a:p>
            <a:r>
              <a:rPr lang="nl-BE" dirty="0"/>
              <a:t>Defects</a:t>
            </a:r>
          </a:p>
        </p:txBody>
      </p:sp>
      <p:sp>
        <p:nvSpPr>
          <p:cNvPr id="4" name="Tijdelijke aanduiding voor dianummer 3"/>
          <p:cNvSpPr>
            <a:spLocks noGrp="1"/>
          </p:cNvSpPr>
          <p:nvPr>
            <p:ph type="sldNum" sz="quarter" idx="10"/>
          </p:nvPr>
        </p:nvSpPr>
        <p:spPr/>
        <p:txBody>
          <a:bodyPr/>
          <a:lstStyle/>
          <a:p>
            <a:pPr>
              <a:defRPr/>
            </a:pPr>
            <a:fld id="{7DA5BC4C-46C4-4E2C-88E3-45E0A4476A80}" type="slidenum">
              <a:rPr lang="en-US" smtClean="0"/>
              <a:pPr>
                <a:defRPr/>
              </a:pPr>
              <a:t>19</a:t>
            </a:fld>
            <a:endParaRPr lang="en-US"/>
          </a:p>
        </p:txBody>
      </p:sp>
    </p:spTree>
    <p:extLst>
      <p:ext uri="{BB962C8B-B14F-4D97-AF65-F5344CB8AC3E}">
        <p14:creationId xmlns:p14="http://schemas.microsoft.com/office/powerpoint/2010/main" val="28639524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normAutofit/>
          </a:bodyPr>
          <a:lstStyle/>
          <a:p>
            <a:r>
              <a:rPr lang="nl-BE" dirty="0"/>
              <a:t>Voice of the </a:t>
            </a:r>
            <a:r>
              <a:rPr lang="nl-BE" dirty="0" err="1"/>
              <a:t>customer</a:t>
            </a:r>
            <a:r>
              <a:rPr lang="nl-BE" dirty="0"/>
              <a:t> – voice of the </a:t>
            </a:r>
            <a:r>
              <a:rPr lang="nl-BE" dirty="0" err="1"/>
              <a:t>process</a:t>
            </a:r>
            <a:endParaRPr lang="nl-BE" dirty="0"/>
          </a:p>
        </p:txBody>
      </p:sp>
      <p:sp>
        <p:nvSpPr>
          <p:cNvPr id="4" name="Tijdelijke aanduiding voor dianummer 3"/>
          <p:cNvSpPr>
            <a:spLocks noGrp="1"/>
          </p:cNvSpPr>
          <p:nvPr>
            <p:ph type="sldNum" sz="quarter" idx="10"/>
          </p:nvPr>
        </p:nvSpPr>
        <p:spPr/>
        <p:txBody>
          <a:bodyPr/>
          <a:lstStyle/>
          <a:p>
            <a:pPr>
              <a:defRPr/>
            </a:pPr>
            <a:fld id="{7DA5BC4C-46C4-4E2C-88E3-45E0A4476A80}" type="slidenum">
              <a:rPr lang="en-US" smtClean="0"/>
              <a:pPr>
                <a:defRPr/>
              </a:pPr>
              <a:t>20</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BE" dirty="0" err="1"/>
              <a:t>Exception</a:t>
            </a:r>
            <a:r>
              <a:rPr lang="nl-BE" baseline="0" dirty="0"/>
              <a:t> </a:t>
            </a:r>
            <a:r>
              <a:rPr lang="nl-BE" baseline="0" dirty="0" err="1"/>
              <a:t>for</a:t>
            </a:r>
            <a:r>
              <a:rPr lang="nl-BE" baseline="0" dirty="0"/>
              <a:t> </a:t>
            </a:r>
            <a:r>
              <a:rPr lang="nl-BE" baseline="0" dirty="0" err="1"/>
              <a:t>trying</a:t>
            </a:r>
            <a:r>
              <a:rPr lang="nl-BE" baseline="0" dirty="0"/>
              <a:t> </a:t>
            </a:r>
            <a:r>
              <a:rPr lang="nl-BE" baseline="0" dirty="0" err="1"/>
              <a:t>to</a:t>
            </a:r>
            <a:r>
              <a:rPr lang="nl-BE" baseline="0" dirty="0"/>
              <a:t> </a:t>
            </a:r>
            <a:r>
              <a:rPr lang="nl-BE" baseline="0" dirty="0" err="1"/>
              <a:t>reach</a:t>
            </a:r>
            <a:r>
              <a:rPr lang="nl-BE" baseline="0" dirty="0"/>
              <a:t> </a:t>
            </a:r>
            <a:r>
              <a:rPr lang="nl-BE" baseline="0" dirty="0" err="1"/>
              <a:t>the</a:t>
            </a:r>
            <a:r>
              <a:rPr lang="nl-BE" baseline="0" dirty="0"/>
              <a:t> </a:t>
            </a:r>
            <a:r>
              <a:rPr lang="nl-BE" baseline="0" dirty="0" err="1"/>
              <a:t>middle</a:t>
            </a:r>
            <a:r>
              <a:rPr lang="nl-BE" baseline="0" dirty="0"/>
              <a:t>: </a:t>
            </a:r>
            <a:r>
              <a:rPr lang="nl-BE" baseline="0" dirty="0" err="1"/>
              <a:t>for</a:t>
            </a:r>
            <a:r>
              <a:rPr lang="nl-BE" baseline="0" dirty="0"/>
              <a:t> </a:t>
            </a:r>
            <a:r>
              <a:rPr lang="nl-BE" baseline="0" dirty="0" err="1"/>
              <a:t>example</a:t>
            </a:r>
            <a:r>
              <a:rPr lang="nl-BE" baseline="0" dirty="0"/>
              <a:t> is </a:t>
            </a:r>
            <a:r>
              <a:rPr lang="nl-BE" baseline="0" dirty="0" err="1"/>
              <a:t>you</a:t>
            </a:r>
            <a:r>
              <a:rPr lang="nl-BE" baseline="0" dirty="0"/>
              <a:t> have a low spread, </a:t>
            </a:r>
            <a:r>
              <a:rPr lang="nl-BE" baseline="0" dirty="0" err="1"/>
              <a:t>you</a:t>
            </a:r>
            <a:r>
              <a:rPr lang="nl-BE" baseline="0" dirty="0"/>
              <a:t> </a:t>
            </a:r>
            <a:r>
              <a:rPr lang="nl-BE" baseline="0" dirty="0" err="1"/>
              <a:t>can</a:t>
            </a:r>
            <a:r>
              <a:rPr lang="nl-BE" baseline="0" dirty="0"/>
              <a:t> </a:t>
            </a:r>
            <a:r>
              <a:rPr lang="nl-BE" baseline="0" dirty="0" err="1"/>
              <a:t>choose</a:t>
            </a:r>
            <a:r>
              <a:rPr lang="nl-BE" baseline="0" dirty="0"/>
              <a:t> </a:t>
            </a:r>
            <a:r>
              <a:rPr lang="nl-BE" baseline="0" dirty="0" err="1"/>
              <a:t>to</a:t>
            </a:r>
            <a:r>
              <a:rPr lang="nl-BE" baseline="0" dirty="0"/>
              <a:t> get as close </a:t>
            </a:r>
            <a:r>
              <a:rPr lang="nl-BE" baseline="0" dirty="0" err="1"/>
              <a:t>to</a:t>
            </a:r>
            <a:r>
              <a:rPr lang="nl-BE" baseline="0" dirty="0"/>
              <a:t> a </a:t>
            </a:r>
            <a:r>
              <a:rPr lang="nl-BE" baseline="0" dirty="0" err="1"/>
              <a:t>specific</a:t>
            </a:r>
            <a:r>
              <a:rPr lang="nl-BE" baseline="0" dirty="0"/>
              <a:t> customer </a:t>
            </a:r>
            <a:r>
              <a:rPr lang="nl-BE" baseline="0" dirty="0" err="1"/>
              <a:t>requirements</a:t>
            </a:r>
            <a:r>
              <a:rPr lang="nl-BE" baseline="0" dirty="0"/>
              <a:t>, </a:t>
            </a:r>
            <a:r>
              <a:rPr lang="nl-BE" baseline="0" dirty="0" err="1"/>
              <a:t>because</a:t>
            </a:r>
            <a:r>
              <a:rPr lang="nl-BE" baseline="0" dirty="0"/>
              <a:t> </a:t>
            </a:r>
            <a:r>
              <a:rPr lang="nl-BE" baseline="0" dirty="0" err="1"/>
              <a:t>for</a:t>
            </a:r>
            <a:r>
              <a:rPr lang="nl-BE" baseline="0" dirty="0"/>
              <a:t> </a:t>
            </a:r>
            <a:r>
              <a:rPr lang="nl-BE" baseline="0" dirty="0" err="1"/>
              <a:t>example</a:t>
            </a:r>
            <a:r>
              <a:rPr lang="nl-BE" baseline="0" dirty="0"/>
              <a:t> </a:t>
            </a:r>
            <a:r>
              <a:rPr lang="nl-BE" baseline="0" dirty="0" err="1"/>
              <a:t>you</a:t>
            </a:r>
            <a:r>
              <a:rPr lang="nl-BE" baseline="0" dirty="0"/>
              <a:t> have </a:t>
            </a:r>
            <a:r>
              <a:rPr lang="nl-BE" baseline="0" dirty="0" err="1"/>
              <a:t>consumption</a:t>
            </a:r>
            <a:r>
              <a:rPr lang="nl-BE" baseline="0" dirty="0"/>
              <a:t> </a:t>
            </a:r>
            <a:r>
              <a:rPr lang="nl-BE" baseline="0" dirty="0" err="1"/>
              <a:t>that</a:t>
            </a:r>
            <a:r>
              <a:rPr lang="nl-BE" baseline="0" dirty="0"/>
              <a:t> </a:t>
            </a:r>
            <a:r>
              <a:rPr lang="nl-BE" baseline="0" dirty="0" err="1"/>
              <a:t>you</a:t>
            </a:r>
            <a:r>
              <a:rPr lang="nl-BE" baseline="0" dirty="0"/>
              <a:t> want </a:t>
            </a:r>
            <a:r>
              <a:rPr lang="nl-BE" baseline="0" dirty="0" err="1"/>
              <a:t>to</a:t>
            </a:r>
            <a:r>
              <a:rPr lang="nl-BE" baseline="0" dirty="0"/>
              <a:t> </a:t>
            </a:r>
            <a:r>
              <a:rPr lang="nl-BE" baseline="0" dirty="0" err="1"/>
              <a:t>lower</a:t>
            </a:r>
            <a:r>
              <a:rPr lang="nl-BE" baseline="0" dirty="0"/>
              <a:t> </a:t>
            </a:r>
            <a:r>
              <a:rPr lang="nl-BE" baseline="0" dirty="0">
                <a:sym typeface="Wingdings" panose="05000000000000000000" pitchFamily="2" charset="2"/>
              </a:rPr>
              <a:t>--&gt; Zn on </a:t>
            </a:r>
            <a:r>
              <a:rPr lang="nl-BE" baseline="0" dirty="0" err="1">
                <a:sym typeface="Wingdings" panose="05000000000000000000" pitchFamily="2" charset="2"/>
              </a:rPr>
              <a:t>plate</a:t>
            </a:r>
            <a:r>
              <a:rPr lang="nl-BE" baseline="0" dirty="0">
                <a:sym typeface="Wingdings" panose="05000000000000000000" pitchFamily="2" charset="2"/>
              </a:rPr>
              <a:t>, </a:t>
            </a:r>
            <a:r>
              <a:rPr lang="nl-BE" baseline="0" dirty="0" err="1">
                <a:sym typeface="Wingdings" panose="05000000000000000000" pitchFamily="2" charset="2"/>
              </a:rPr>
              <a:t>you</a:t>
            </a:r>
            <a:r>
              <a:rPr lang="nl-BE" baseline="0" dirty="0">
                <a:sym typeface="Wingdings" panose="05000000000000000000" pitchFamily="2" charset="2"/>
              </a:rPr>
              <a:t> set </a:t>
            </a:r>
            <a:r>
              <a:rPr lang="nl-BE" baseline="0" dirty="0" err="1">
                <a:sym typeface="Wingdings" panose="05000000000000000000" pitchFamily="2" charset="2"/>
              </a:rPr>
              <a:t>you</a:t>
            </a:r>
            <a:r>
              <a:rPr lang="nl-BE" baseline="0" dirty="0">
                <a:sym typeface="Wingdings" panose="05000000000000000000" pitchFamily="2" charset="2"/>
              </a:rPr>
              <a:t> as close as </a:t>
            </a:r>
            <a:r>
              <a:rPr lang="nl-BE" baseline="0" dirty="0" err="1">
                <a:sym typeface="Wingdings" panose="05000000000000000000" pitchFamily="2" charset="2"/>
              </a:rPr>
              <a:t>possible</a:t>
            </a:r>
            <a:r>
              <a:rPr lang="nl-BE" baseline="0" dirty="0">
                <a:sym typeface="Wingdings" panose="05000000000000000000" pitchFamily="2" charset="2"/>
              </a:rPr>
              <a:t> </a:t>
            </a:r>
            <a:r>
              <a:rPr lang="nl-BE" baseline="0" dirty="0" err="1">
                <a:sym typeface="Wingdings" panose="05000000000000000000" pitchFamily="2" charset="2"/>
              </a:rPr>
              <a:t>to</a:t>
            </a:r>
            <a:r>
              <a:rPr lang="nl-BE" baseline="0" dirty="0">
                <a:sym typeface="Wingdings" panose="05000000000000000000" pitchFamily="2" charset="2"/>
              </a:rPr>
              <a:t> </a:t>
            </a:r>
            <a:r>
              <a:rPr lang="nl-BE" baseline="0" dirty="0" err="1">
                <a:sym typeface="Wingdings" panose="05000000000000000000" pitchFamily="2" charset="2"/>
              </a:rPr>
              <a:t>the</a:t>
            </a:r>
            <a:r>
              <a:rPr lang="nl-BE" baseline="0" dirty="0">
                <a:sym typeface="Wingdings" panose="05000000000000000000" pitchFamily="2" charset="2"/>
              </a:rPr>
              <a:t> </a:t>
            </a:r>
            <a:r>
              <a:rPr lang="nl-BE" baseline="0" dirty="0" err="1">
                <a:sym typeface="Wingdings" panose="05000000000000000000" pitchFamily="2" charset="2"/>
              </a:rPr>
              <a:t>minimal</a:t>
            </a:r>
            <a:r>
              <a:rPr lang="nl-BE" baseline="0" dirty="0">
                <a:sym typeface="Wingdings" panose="05000000000000000000" pitchFamily="2" charset="2"/>
              </a:rPr>
              <a:t> Zn </a:t>
            </a:r>
            <a:r>
              <a:rPr lang="nl-BE" baseline="0" dirty="0" err="1">
                <a:sym typeface="Wingdings" panose="05000000000000000000" pitchFamily="2" charset="2"/>
              </a:rPr>
              <a:t>layer</a:t>
            </a:r>
            <a:r>
              <a:rPr lang="nl-BE" baseline="0" dirty="0">
                <a:sym typeface="Wingdings" panose="05000000000000000000" pitchFamily="2" charset="2"/>
              </a:rPr>
              <a:t> </a:t>
            </a:r>
            <a:r>
              <a:rPr lang="nl-BE" baseline="0" dirty="0" err="1">
                <a:sym typeface="Wingdings" panose="05000000000000000000" pitchFamily="2" charset="2"/>
              </a:rPr>
              <a:t>thickness</a:t>
            </a:r>
            <a:r>
              <a:rPr lang="nl-BE" baseline="0" dirty="0">
                <a:sym typeface="Wingdings" panose="05000000000000000000" pitchFamily="2" charset="2"/>
              </a:rPr>
              <a:t>.</a:t>
            </a:r>
            <a:endParaRPr lang="nl-BE" dirty="0"/>
          </a:p>
        </p:txBody>
      </p:sp>
      <p:sp>
        <p:nvSpPr>
          <p:cNvPr id="4" name="Tijdelijke aanduiding voor dianummer 3"/>
          <p:cNvSpPr>
            <a:spLocks noGrp="1"/>
          </p:cNvSpPr>
          <p:nvPr>
            <p:ph type="sldNum" sz="quarter" idx="10"/>
          </p:nvPr>
        </p:nvSpPr>
        <p:spPr/>
        <p:txBody>
          <a:bodyPr/>
          <a:lstStyle/>
          <a:p>
            <a:pPr>
              <a:defRPr/>
            </a:pPr>
            <a:fld id="{7DA5BC4C-46C4-4E2C-88E3-45E0A4476A80}" type="slidenum">
              <a:rPr lang="en-US" smtClean="0"/>
              <a:pPr>
                <a:defRPr/>
              </a:pPr>
              <a:t>21</a:t>
            </a:fld>
            <a:endParaRPr lang="en-US"/>
          </a:p>
        </p:txBody>
      </p:sp>
    </p:spTree>
    <p:extLst>
      <p:ext uri="{BB962C8B-B14F-4D97-AF65-F5344CB8AC3E}">
        <p14:creationId xmlns:p14="http://schemas.microsoft.com/office/powerpoint/2010/main" val="8016803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BE" dirty="0"/>
              <a:t>Distributie</a:t>
            </a:r>
            <a:r>
              <a:rPr lang="nl-BE" baseline="0" dirty="0"/>
              <a:t> zo nauw mogelijk maken (spreiding verminderen), gemiddelde zoveel mogelijk in midden krijgen (meest kans om binnen specificatie </a:t>
            </a:r>
            <a:r>
              <a:rPr lang="nl-BE" baseline="0" dirty="0" err="1"/>
              <a:t>limits</a:t>
            </a:r>
            <a:r>
              <a:rPr lang="nl-BE" baseline="0" dirty="0"/>
              <a:t> te blijven)</a:t>
            </a:r>
          </a:p>
          <a:p>
            <a:endParaRPr lang="nl-BE" baseline="0" dirty="0"/>
          </a:p>
          <a:p>
            <a:r>
              <a:rPr lang="nl-BE" baseline="0" dirty="0" err="1"/>
              <a:t>Cfr</a:t>
            </a:r>
            <a:r>
              <a:rPr lang="nl-BE" baseline="0" dirty="0"/>
              <a:t>. ook capabiliteit hoofdstuk</a:t>
            </a:r>
            <a:endParaRPr lang="nl-BE" dirty="0"/>
          </a:p>
        </p:txBody>
      </p:sp>
      <p:sp>
        <p:nvSpPr>
          <p:cNvPr id="4" name="Tijdelijke aanduiding voor dianummer 3"/>
          <p:cNvSpPr>
            <a:spLocks noGrp="1"/>
          </p:cNvSpPr>
          <p:nvPr>
            <p:ph type="sldNum" sz="quarter" idx="10"/>
          </p:nvPr>
        </p:nvSpPr>
        <p:spPr/>
        <p:txBody>
          <a:bodyPr/>
          <a:lstStyle/>
          <a:p>
            <a:pPr>
              <a:defRPr/>
            </a:pPr>
            <a:fld id="{7DA5BC4C-46C4-4E2C-88E3-45E0A4476A80}" type="slidenum">
              <a:rPr lang="en-US" smtClean="0"/>
              <a:pPr>
                <a:defRPr/>
              </a:pPr>
              <a:t>22</a:t>
            </a:fld>
            <a:endParaRPr lang="en-US"/>
          </a:p>
        </p:txBody>
      </p:sp>
    </p:spTree>
    <p:extLst>
      <p:ext uri="{BB962C8B-B14F-4D97-AF65-F5344CB8AC3E}">
        <p14:creationId xmlns:p14="http://schemas.microsoft.com/office/powerpoint/2010/main" val="12230344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BE" dirty="0"/>
              <a:t>Make </a:t>
            </a:r>
            <a:r>
              <a:rPr lang="nl-BE" dirty="0" err="1"/>
              <a:t>sure</a:t>
            </a:r>
            <a:r>
              <a:rPr lang="nl-BE" dirty="0"/>
              <a:t> </a:t>
            </a:r>
            <a:r>
              <a:rPr lang="nl-BE" dirty="0" err="1"/>
              <a:t>you</a:t>
            </a:r>
            <a:r>
              <a:rPr lang="nl-BE" dirty="0"/>
              <a:t> have data</a:t>
            </a:r>
          </a:p>
          <a:p>
            <a:endParaRPr lang="nl-BE" dirty="0"/>
          </a:p>
          <a:p>
            <a:r>
              <a:rPr lang="nl-BE" dirty="0" err="1"/>
              <a:t>Vizualize</a:t>
            </a:r>
            <a:r>
              <a:rPr lang="nl-BE" dirty="0"/>
              <a:t> </a:t>
            </a:r>
            <a:r>
              <a:rPr lang="nl-BE" dirty="0" err="1"/>
              <a:t>your</a:t>
            </a:r>
            <a:r>
              <a:rPr lang="nl-BE" dirty="0"/>
              <a:t> data</a:t>
            </a:r>
          </a:p>
          <a:p>
            <a:endParaRPr lang="nl-BE" dirty="0"/>
          </a:p>
          <a:p>
            <a:r>
              <a:rPr lang="nl-BE" dirty="0" err="1"/>
              <a:t>Use</a:t>
            </a:r>
            <a:r>
              <a:rPr lang="nl-BE" dirty="0"/>
              <a:t> </a:t>
            </a:r>
            <a:r>
              <a:rPr lang="nl-BE" dirty="0" err="1"/>
              <a:t>gradually</a:t>
            </a:r>
            <a:r>
              <a:rPr lang="nl-BE" baseline="0" dirty="0"/>
              <a:t> more </a:t>
            </a:r>
            <a:r>
              <a:rPr lang="nl-BE" baseline="0" dirty="0" err="1"/>
              <a:t>statistics</a:t>
            </a:r>
            <a:r>
              <a:rPr lang="nl-BE" baseline="0" dirty="0"/>
              <a:t> in </a:t>
            </a:r>
            <a:r>
              <a:rPr lang="nl-BE" baseline="0" dirty="0" err="1"/>
              <a:t>your</a:t>
            </a:r>
            <a:r>
              <a:rPr lang="nl-BE" baseline="0" dirty="0"/>
              <a:t> company</a:t>
            </a:r>
            <a:endParaRPr lang="nl-BE" dirty="0"/>
          </a:p>
        </p:txBody>
      </p:sp>
      <p:sp>
        <p:nvSpPr>
          <p:cNvPr id="4" name="Tijdelijke aanduiding voor dianummer 3"/>
          <p:cNvSpPr>
            <a:spLocks noGrp="1"/>
          </p:cNvSpPr>
          <p:nvPr>
            <p:ph type="sldNum" sz="quarter" idx="10"/>
          </p:nvPr>
        </p:nvSpPr>
        <p:spPr/>
        <p:txBody>
          <a:bodyPr/>
          <a:lstStyle/>
          <a:p>
            <a:pPr>
              <a:defRPr/>
            </a:pPr>
            <a:fld id="{7DA5BC4C-46C4-4E2C-88E3-45E0A4476A80}" type="slidenum">
              <a:rPr lang="en-US" smtClean="0"/>
              <a:pPr>
                <a:defRPr/>
              </a:pPr>
              <a:t>23</a:t>
            </a:fld>
            <a:endParaRPr lang="en-US"/>
          </a:p>
        </p:txBody>
      </p:sp>
    </p:spTree>
    <p:extLst>
      <p:ext uri="{BB962C8B-B14F-4D97-AF65-F5344CB8AC3E}">
        <p14:creationId xmlns:p14="http://schemas.microsoft.com/office/powerpoint/2010/main" val="29773344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normAutofit/>
          </a:bodyPr>
          <a:lstStyle/>
          <a:p>
            <a:r>
              <a:rPr lang="nl-BE" dirty="0" err="1"/>
              <a:t>Lower</a:t>
            </a:r>
            <a:r>
              <a:rPr lang="nl-BE" dirty="0"/>
              <a:t> – upper </a:t>
            </a:r>
            <a:r>
              <a:rPr lang="nl-BE" dirty="0" err="1"/>
              <a:t>specification</a:t>
            </a:r>
            <a:r>
              <a:rPr lang="nl-BE" dirty="0"/>
              <a:t> limit</a:t>
            </a:r>
          </a:p>
        </p:txBody>
      </p:sp>
      <p:sp>
        <p:nvSpPr>
          <p:cNvPr id="4" name="Tijdelijke aanduiding voor dianummer 3"/>
          <p:cNvSpPr>
            <a:spLocks noGrp="1"/>
          </p:cNvSpPr>
          <p:nvPr>
            <p:ph type="sldNum" sz="quarter" idx="10"/>
          </p:nvPr>
        </p:nvSpPr>
        <p:spPr/>
        <p:txBody>
          <a:bodyPr/>
          <a:lstStyle/>
          <a:p>
            <a:pPr>
              <a:defRPr/>
            </a:pPr>
            <a:fld id="{7DA5BC4C-46C4-4E2C-88E3-45E0A4476A80}" type="slidenum">
              <a:rPr lang="en-US" smtClean="0"/>
              <a:pPr>
                <a:defRPr/>
              </a:pPr>
              <a:t>24</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a:p>
        </p:txBody>
      </p:sp>
      <p:sp>
        <p:nvSpPr>
          <p:cNvPr id="4" name="Tijdelijke aanduiding voor dianummer 3"/>
          <p:cNvSpPr>
            <a:spLocks noGrp="1"/>
          </p:cNvSpPr>
          <p:nvPr>
            <p:ph type="sldNum" sz="quarter" idx="10"/>
          </p:nvPr>
        </p:nvSpPr>
        <p:spPr/>
        <p:txBody>
          <a:bodyPr/>
          <a:lstStyle/>
          <a:p>
            <a:pPr>
              <a:defRPr/>
            </a:pPr>
            <a:fld id="{7DA5BC4C-46C4-4E2C-88E3-45E0A4476A80}" type="slidenum">
              <a:rPr lang="en-US" smtClean="0"/>
              <a:pPr>
                <a:defRPr/>
              </a:pPr>
              <a:t>25</a:t>
            </a:fld>
            <a:endParaRPr lang="en-US"/>
          </a:p>
        </p:txBody>
      </p:sp>
    </p:spTree>
    <p:extLst>
      <p:ext uri="{BB962C8B-B14F-4D97-AF65-F5344CB8AC3E}">
        <p14:creationId xmlns:p14="http://schemas.microsoft.com/office/powerpoint/2010/main" val="224235640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a:p>
        </p:txBody>
      </p:sp>
      <p:sp>
        <p:nvSpPr>
          <p:cNvPr id="4" name="Tijdelijke aanduiding voor dianummer 3"/>
          <p:cNvSpPr>
            <a:spLocks noGrp="1"/>
          </p:cNvSpPr>
          <p:nvPr>
            <p:ph type="sldNum" sz="quarter" idx="10"/>
          </p:nvPr>
        </p:nvSpPr>
        <p:spPr/>
        <p:txBody>
          <a:bodyPr/>
          <a:lstStyle/>
          <a:p>
            <a:pPr>
              <a:defRPr/>
            </a:pPr>
            <a:fld id="{7DA5BC4C-46C4-4E2C-88E3-45E0A4476A80}" type="slidenum">
              <a:rPr lang="en-US" smtClean="0"/>
              <a:pPr>
                <a:defRPr/>
              </a:pPr>
              <a:t>26</a:t>
            </a:fld>
            <a:endParaRPr lang="en-US"/>
          </a:p>
        </p:txBody>
      </p:sp>
    </p:spTree>
    <p:extLst>
      <p:ext uri="{BB962C8B-B14F-4D97-AF65-F5344CB8AC3E}">
        <p14:creationId xmlns:p14="http://schemas.microsoft.com/office/powerpoint/2010/main" val="108558113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normAutofit/>
          </a:bodyPr>
          <a:lstStyle/>
          <a:p>
            <a:r>
              <a:rPr lang="nl-BE" dirty="0" err="1"/>
              <a:t>Vizualize</a:t>
            </a:r>
            <a:r>
              <a:rPr lang="nl-BE" baseline="0" dirty="0"/>
              <a:t> data !</a:t>
            </a:r>
          </a:p>
          <a:p>
            <a:endParaRPr lang="nl-BE" baseline="0" dirty="0"/>
          </a:p>
          <a:p>
            <a:r>
              <a:rPr lang="nl-BE" baseline="0" dirty="0"/>
              <a:t>In all </a:t>
            </a:r>
            <a:r>
              <a:rPr lang="nl-BE" baseline="0" dirty="0" err="1"/>
              <a:t>what</a:t>
            </a:r>
            <a:r>
              <a:rPr lang="nl-BE" baseline="0" dirty="0"/>
              <a:t> </a:t>
            </a:r>
            <a:r>
              <a:rPr lang="nl-BE" baseline="0" dirty="0" err="1"/>
              <a:t>you</a:t>
            </a:r>
            <a:r>
              <a:rPr lang="nl-BE" baseline="0" dirty="0"/>
              <a:t> do: check </a:t>
            </a:r>
            <a:r>
              <a:rPr lang="nl-BE" baseline="0" dirty="0" err="1"/>
              <a:t>reality</a:t>
            </a:r>
            <a:r>
              <a:rPr lang="nl-BE" baseline="0" dirty="0"/>
              <a:t> (</a:t>
            </a:r>
            <a:r>
              <a:rPr lang="nl-BE" baseline="0" dirty="0" err="1"/>
              <a:t>checkup</a:t>
            </a:r>
            <a:r>
              <a:rPr lang="nl-BE" baseline="0" dirty="0"/>
              <a:t> </a:t>
            </a:r>
            <a:r>
              <a:rPr lang="nl-BE" baseline="0" dirty="0" err="1"/>
              <a:t>with</a:t>
            </a:r>
            <a:r>
              <a:rPr lang="nl-BE" baseline="0" dirty="0"/>
              <a:t> </a:t>
            </a:r>
            <a:r>
              <a:rPr lang="nl-BE" baseline="0" dirty="0" err="1"/>
              <a:t>reality</a:t>
            </a:r>
            <a:r>
              <a:rPr lang="nl-BE" baseline="0" dirty="0"/>
              <a:t>)</a:t>
            </a:r>
            <a:endParaRPr lang="nl-BE" dirty="0"/>
          </a:p>
        </p:txBody>
      </p:sp>
      <p:sp>
        <p:nvSpPr>
          <p:cNvPr id="4" name="Tijdelijke aanduiding voor dianummer 3"/>
          <p:cNvSpPr>
            <a:spLocks noGrp="1"/>
          </p:cNvSpPr>
          <p:nvPr>
            <p:ph type="sldNum" sz="quarter" idx="10"/>
          </p:nvPr>
        </p:nvSpPr>
        <p:spPr/>
        <p:txBody>
          <a:bodyPr/>
          <a:lstStyle/>
          <a:p>
            <a:pPr>
              <a:defRPr/>
            </a:pPr>
            <a:fld id="{7DA5BC4C-46C4-4E2C-88E3-45E0A4476A80}" type="slidenum">
              <a:rPr lang="en-US" smtClean="0"/>
              <a:pPr>
                <a:defRPr/>
              </a:pPr>
              <a:t>27</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normAutofit fontScale="92500" lnSpcReduction="10000"/>
          </a:bodyPr>
          <a:lstStyle/>
          <a:p>
            <a:r>
              <a:rPr lang="nl-BE" dirty="0"/>
              <a:t>Links</a:t>
            </a:r>
            <a:r>
              <a:rPr lang="nl-BE" baseline="0" dirty="0"/>
              <a:t> </a:t>
            </a:r>
            <a:r>
              <a:rPr lang="nl-BE" baseline="0" dirty="0" err="1"/>
              <a:t>between</a:t>
            </a:r>
            <a:r>
              <a:rPr lang="nl-BE" baseline="0" dirty="0"/>
              <a:t> topics:</a:t>
            </a:r>
          </a:p>
          <a:p>
            <a:endParaRPr lang="nl-BE" baseline="0" dirty="0"/>
          </a:p>
          <a:p>
            <a:r>
              <a:rPr lang="nl-BE" baseline="0" dirty="0" err="1"/>
              <a:t>Lean</a:t>
            </a:r>
            <a:r>
              <a:rPr lang="nl-BE" baseline="0" dirty="0"/>
              <a:t> &amp; </a:t>
            </a:r>
            <a:r>
              <a:rPr lang="nl-BE" baseline="0" dirty="0" err="1"/>
              <a:t>Six</a:t>
            </a:r>
            <a:r>
              <a:rPr lang="nl-BE" baseline="0" dirty="0"/>
              <a:t> Sigma: </a:t>
            </a:r>
            <a:r>
              <a:rPr lang="nl-BE" baseline="0" dirty="0" err="1"/>
              <a:t>introduction</a:t>
            </a:r>
            <a:r>
              <a:rPr lang="nl-BE" baseline="0" dirty="0"/>
              <a:t> – </a:t>
            </a:r>
            <a:r>
              <a:rPr lang="nl-BE" baseline="0" dirty="0" err="1"/>
              <a:t>what</a:t>
            </a:r>
            <a:r>
              <a:rPr lang="nl-BE" baseline="0" dirty="0"/>
              <a:t> is </a:t>
            </a:r>
            <a:r>
              <a:rPr lang="nl-BE" baseline="0" dirty="0" err="1"/>
              <a:t>Lean</a:t>
            </a:r>
            <a:r>
              <a:rPr lang="nl-BE" baseline="0" dirty="0"/>
              <a:t> / </a:t>
            </a:r>
            <a:r>
              <a:rPr lang="nl-BE" baseline="0" dirty="0" err="1"/>
              <a:t>what</a:t>
            </a:r>
            <a:r>
              <a:rPr lang="nl-BE" baseline="0" dirty="0"/>
              <a:t> is </a:t>
            </a:r>
            <a:r>
              <a:rPr lang="nl-BE" baseline="0" dirty="0" err="1"/>
              <a:t>Six</a:t>
            </a:r>
            <a:r>
              <a:rPr lang="nl-BE" baseline="0" dirty="0"/>
              <a:t> Sigma and </a:t>
            </a:r>
            <a:r>
              <a:rPr lang="nl-BE" baseline="0" dirty="0" err="1"/>
              <a:t>what</a:t>
            </a:r>
            <a:r>
              <a:rPr lang="nl-BE" baseline="0" dirty="0"/>
              <a:t> is link in </a:t>
            </a:r>
            <a:r>
              <a:rPr lang="nl-BE" baseline="0" dirty="0" err="1"/>
              <a:t>between</a:t>
            </a:r>
            <a:r>
              <a:rPr lang="nl-BE" baseline="0" dirty="0"/>
              <a:t>.</a:t>
            </a:r>
            <a:br>
              <a:rPr lang="nl-BE" baseline="0" dirty="0"/>
            </a:br>
            <a:r>
              <a:rPr lang="nl-BE" baseline="0" dirty="0" err="1"/>
              <a:t>After</a:t>
            </a:r>
            <a:r>
              <a:rPr lang="nl-BE" baseline="0" dirty="0"/>
              <a:t> </a:t>
            </a:r>
            <a:r>
              <a:rPr lang="nl-BE" baseline="0" dirty="0" err="1"/>
              <a:t>that</a:t>
            </a:r>
            <a:r>
              <a:rPr lang="nl-BE" baseline="0" dirty="0"/>
              <a:t>: </a:t>
            </a:r>
            <a:r>
              <a:rPr lang="nl-BE" baseline="0" dirty="0" err="1"/>
              <a:t>introduction</a:t>
            </a:r>
            <a:r>
              <a:rPr lang="nl-BE" baseline="0" dirty="0"/>
              <a:t> to </a:t>
            </a:r>
            <a:r>
              <a:rPr lang="nl-BE" baseline="0" dirty="0" err="1"/>
              <a:t>statistics</a:t>
            </a:r>
            <a:r>
              <a:rPr lang="nl-BE" baseline="0" dirty="0"/>
              <a:t> (</a:t>
            </a:r>
            <a:r>
              <a:rPr lang="nl-BE" baseline="0" dirty="0" err="1"/>
              <a:t>Six</a:t>
            </a:r>
            <a:r>
              <a:rPr lang="nl-BE" baseline="0" dirty="0"/>
              <a:t> Sigma </a:t>
            </a:r>
            <a:r>
              <a:rPr lang="nl-BE" baseline="0" dirty="0" err="1"/>
              <a:t>strongly</a:t>
            </a:r>
            <a:r>
              <a:rPr lang="nl-BE" baseline="0" dirty="0"/>
              <a:t> </a:t>
            </a:r>
            <a:r>
              <a:rPr lang="nl-BE" baseline="0" dirty="0" err="1"/>
              <a:t>statistically</a:t>
            </a:r>
            <a:r>
              <a:rPr lang="nl-BE" baseline="0" dirty="0"/>
              <a:t> </a:t>
            </a:r>
            <a:r>
              <a:rPr lang="nl-BE" baseline="0" dirty="0" err="1"/>
              <a:t>oriented</a:t>
            </a:r>
            <a:r>
              <a:rPr lang="nl-BE" baseline="0" dirty="0"/>
              <a:t> – </a:t>
            </a:r>
            <a:r>
              <a:rPr lang="nl-BE" baseline="0" dirty="0" err="1"/>
              <a:t>see</a:t>
            </a:r>
            <a:r>
              <a:rPr lang="nl-BE" baseline="0" dirty="0"/>
              <a:t> the </a:t>
            </a:r>
            <a:r>
              <a:rPr lang="nl-BE" baseline="0" dirty="0" err="1"/>
              <a:t>world</a:t>
            </a:r>
            <a:r>
              <a:rPr lang="nl-BE" baseline="0" dirty="0"/>
              <a:t> in </a:t>
            </a:r>
            <a:r>
              <a:rPr lang="nl-BE" baseline="0" dirty="0" err="1"/>
              <a:t>figures</a:t>
            </a:r>
            <a:r>
              <a:rPr lang="nl-BE" baseline="0" dirty="0"/>
              <a:t>, in </a:t>
            </a:r>
            <a:r>
              <a:rPr lang="nl-BE" baseline="0" dirty="0" err="1"/>
              <a:t>dispersion</a:t>
            </a:r>
            <a:r>
              <a:rPr lang="nl-BE" baseline="0" dirty="0"/>
              <a:t>, and </a:t>
            </a:r>
            <a:r>
              <a:rPr lang="nl-BE" baseline="0" dirty="0" err="1"/>
              <a:t>how</a:t>
            </a:r>
            <a:r>
              <a:rPr lang="nl-BE" baseline="0" dirty="0"/>
              <a:t> to </a:t>
            </a:r>
            <a:r>
              <a:rPr lang="nl-BE" baseline="0" dirty="0" err="1"/>
              <a:t>reduce</a:t>
            </a:r>
            <a:r>
              <a:rPr lang="nl-BE" baseline="0" dirty="0"/>
              <a:t> </a:t>
            </a:r>
            <a:r>
              <a:rPr lang="nl-BE" baseline="0" dirty="0" err="1"/>
              <a:t>dispersion</a:t>
            </a:r>
            <a:r>
              <a:rPr lang="nl-BE" baseline="0" dirty="0"/>
              <a:t>)</a:t>
            </a:r>
          </a:p>
          <a:p>
            <a:endParaRPr lang="nl-BE" baseline="0" dirty="0"/>
          </a:p>
          <a:p>
            <a:r>
              <a:rPr lang="nl-BE" baseline="0" dirty="0"/>
              <a:t>DMAIC: break </a:t>
            </a:r>
            <a:r>
              <a:rPr lang="nl-BE" baseline="0" dirty="0" err="1"/>
              <a:t>trough</a:t>
            </a:r>
            <a:r>
              <a:rPr lang="nl-BE" baseline="0" dirty="0"/>
              <a:t> </a:t>
            </a:r>
            <a:r>
              <a:rPr lang="nl-BE" baseline="0" dirty="0" err="1"/>
              <a:t>strategy</a:t>
            </a:r>
            <a:r>
              <a:rPr lang="nl-BE" baseline="0" dirty="0"/>
              <a:t>, </a:t>
            </a:r>
            <a:r>
              <a:rPr lang="nl-BE" baseline="0" dirty="0" err="1"/>
              <a:t>method</a:t>
            </a:r>
            <a:r>
              <a:rPr lang="nl-BE" baseline="0" dirty="0"/>
              <a:t> to </a:t>
            </a:r>
            <a:r>
              <a:rPr lang="nl-BE" baseline="0" dirty="0" err="1"/>
              <a:t>install</a:t>
            </a:r>
            <a:r>
              <a:rPr lang="nl-BE" baseline="0" dirty="0"/>
              <a:t> </a:t>
            </a:r>
            <a:r>
              <a:rPr lang="nl-BE" baseline="0" dirty="0" err="1"/>
              <a:t>Six</a:t>
            </a:r>
            <a:r>
              <a:rPr lang="nl-BE" baseline="0" dirty="0"/>
              <a:t> Sigma </a:t>
            </a:r>
            <a:r>
              <a:rPr lang="nl-BE" baseline="0" dirty="0" err="1"/>
              <a:t>projects</a:t>
            </a:r>
            <a:r>
              <a:rPr lang="nl-BE" baseline="0" dirty="0"/>
              <a:t>, </a:t>
            </a:r>
            <a:r>
              <a:rPr lang="nl-BE" baseline="0" dirty="0" err="1"/>
              <a:t>here</a:t>
            </a:r>
            <a:r>
              <a:rPr lang="nl-BE" baseline="0" dirty="0"/>
              <a:t> we </a:t>
            </a:r>
            <a:r>
              <a:rPr lang="nl-BE" baseline="0" dirty="0" err="1"/>
              <a:t>define</a:t>
            </a:r>
            <a:r>
              <a:rPr lang="nl-BE" baseline="0" dirty="0"/>
              <a:t> </a:t>
            </a:r>
            <a:r>
              <a:rPr lang="nl-BE" baseline="0" dirty="0" err="1"/>
              <a:t>our</a:t>
            </a:r>
            <a:r>
              <a:rPr lang="nl-BE" baseline="0" dirty="0"/>
              <a:t> </a:t>
            </a:r>
            <a:r>
              <a:rPr lang="nl-BE" baseline="0" dirty="0" err="1"/>
              <a:t>problem</a:t>
            </a:r>
            <a:r>
              <a:rPr lang="nl-BE" baseline="0" dirty="0"/>
              <a:t> </a:t>
            </a:r>
            <a:r>
              <a:rPr lang="nl-BE" baseline="0" dirty="0" err="1"/>
              <a:t>very</a:t>
            </a:r>
            <a:r>
              <a:rPr lang="nl-BE" baseline="0" dirty="0"/>
              <a:t> </a:t>
            </a:r>
            <a:r>
              <a:rPr lang="nl-BE" baseline="0" dirty="0" err="1"/>
              <a:t>detailed</a:t>
            </a:r>
            <a:r>
              <a:rPr lang="nl-BE" baseline="0" dirty="0"/>
              <a:t>, set up a plan, </a:t>
            </a:r>
            <a:r>
              <a:rPr lang="nl-BE" baseline="0" dirty="0" err="1"/>
              <a:t>deep</a:t>
            </a:r>
            <a:r>
              <a:rPr lang="nl-BE" baseline="0" dirty="0"/>
              <a:t> </a:t>
            </a:r>
            <a:r>
              <a:rPr lang="nl-BE" baseline="0" dirty="0" err="1"/>
              <a:t>dive</a:t>
            </a:r>
            <a:r>
              <a:rPr lang="nl-BE" baseline="0" dirty="0"/>
              <a:t> </a:t>
            </a:r>
            <a:r>
              <a:rPr lang="nl-BE" baseline="0" dirty="0" err="1"/>
              <a:t>into</a:t>
            </a:r>
            <a:r>
              <a:rPr lang="nl-BE" baseline="0" dirty="0"/>
              <a:t> </a:t>
            </a:r>
            <a:r>
              <a:rPr lang="nl-BE" baseline="0" dirty="0" err="1"/>
              <a:t>metrics</a:t>
            </a:r>
            <a:r>
              <a:rPr lang="nl-BE" baseline="0" dirty="0"/>
              <a:t> / </a:t>
            </a:r>
            <a:r>
              <a:rPr lang="nl-BE" baseline="0" dirty="0" err="1"/>
              <a:t>statistics</a:t>
            </a:r>
            <a:r>
              <a:rPr lang="nl-BE" baseline="0" dirty="0"/>
              <a:t> to analyse the </a:t>
            </a:r>
            <a:r>
              <a:rPr lang="nl-BE" baseline="0" dirty="0" err="1"/>
              <a:t>problem</a:t>
            </a:r>
            <a:r>
              <a:rPr lang="nl-BE" baseline="0" dirty="0"/>
              <a:t>(s), </a:t>
            </a:r>
            <a:r>
              <a:rPr lang="nl-BE" baseline="0" dirty="0" err="1"/>
              <a:t>perform</a:t>
            </a:r>
            <a:r>
              <a:rPr lang="nl-BE" baseline="0" dirty="0"/>
              <a:t> </a:t>
            </a:r>
            <a:r>
              <a:rPr lang="nl-BE" baseline="0" dirty="0" err="1"/>
              <a:t>an</a:t>
            </a:r>
            <a:r>
              <a:rPr lang="nl-BE" baseline="0" dirty="0"/>
              <a:t> </a:t>
            </a:r>
            <a:r>
              <a:rPr lang="nl-BE" baseline="0" dirty="0" err="1"/>
              <a:t>action</a:t>
            </a:r>
            <a:r>
              <a:rPr lang="nl-BE" baseline="0" dirty="0"/>
              <a:t> plan and </a:t>
            </a:r>
            <a:r>
              <a:rPr lang="nl-BE" baseline="0" dirty="0" err="1"/>
              <a:t>sustain</a:t>
            </a:r>
            <a:r>
              <a:rPr lang="nl-BE" baseline="0" dirty="0"/>
              <a:t> (</a:t>
            </a:r>
            <a:r>
              <a:rPr lang="nl-BE" baseline="0" dirty="0" err="1"/>
              <a:t>control</a:t>
            </a:r>
            <a:r>
              <a:rPr lang="nl-BE" baseline="0" dirty="0"/>
              <a:t> </a:t>
            </a:r>
            <a:r>
              <a:rPr lang="nl-BE" baseline="0" dirty="0" err="1"/>
              <a:t>charts</a:t>
            </a:r>
            <a:r>
              <a:rPr lang="nl-BE" baseline="0" dirty="0"/>
              <a:t>, check up </a:t>
            </a:r>
            <a:r>
              <a:rPr lang="nl-BE" baseline="0" dirty="0" err="1"/>
              <a:t>by</a:t>
            </a:r>
            <a:r>
              <a:rPr lang="nl-BE" baseline="0" dirty="0"/>
              <a:t> </a:t>
            </a:r>
            <a:r>
              <a:rPr lang="nl-BE" baseline="0" dirty="0" err="1"/>
              <a:t>KPIs</a:t>
            </a:r>
            <a:r>
              <a:rPr lang="nl-BE" baseline="0" dirty="0"/>
              <a:t>, …), </a:t>
            </a:r>
            <a:r>
              <a:rPr lang="nl-BE" baseline="0" dirty="0" err="1"/>
              <a:t>so</a:t>
            </a:r>
            <a:r>
              <a:rPr lang="nl-BE" baseline="0" dirty="0"/>
              <a:t> </a:t>
            </a:r>
            <a:r>
              <a:rPr lang="nl-BE" baseline="0" dirty="0" err="1"/>
              <a:t>that</a:t>
            </a:r>
            <a:r>
              <a:rPr lang="nl-BE" baseline="0" dirty="0"/>
              <a:t> </a:t>
            </a:r>
            <a:r>
              <a:rPr lang="nl-BE" baseline="0" dirty="0" err="1"/>
              <a:t>efforts</a:t>
            </a:r>
            <a:r>
              <a:rPr lang="nl-BE" baseline="0" dirty="0"/>
              <a:t> are </a:t>
            </a:r>
            <a:r>
              <a:rPr lang="nl-BE" baseline="0" dirty="0" err="1"/>
              <a:t>not</a:t>
            </a:r>
            <a:r>
              <a:rPr lang="nl-BE" baseline="0" dirty="0"/>
              <a:t> lost.</a:t>
            </a:r>
          </a:p>
          <a:p>
            <a:endParaRPr lang="nl-BE" baseline="0" dirty="0"/>
          </a:p>
          <a:p>
            <a:r>
              <a:rPr lang="nl-BE" baseline="0" dirty="0" err="1"/>
              <a:t>Process</a:t>
            </a:r>
            <a:r>
              <a:rPr lang="nl-BE" baseline="0" dirty="0"/>
              <a:t> </a:t>
            </a:r>
            <a:r>
              <a:rPr lang="nl-BE" baseline="0" dirty="0" err="1"/>
              <a:t>capability</a:t>
            </a:r>
            <a:r>
              <a:rPr lang="nl-BE" baseline="0" dirty="0"/>
              <a:t> is </a:t>
            </a:r>
            <a:r>
              <a:rPr lang="nl-BE" baseline="0" dirty="0" err="1"/>
              <a:t>about</a:t>
            </a:r>
            <a:r>
              <a:rPr lang="nl-BE" baseline="0" dirty="0"/>
              <a:t> </a:t>
            </a:r>
            <a:r>
              <a:rPr lang="nl-BE" baseline="0" dirty="0" err="1"/>
              <a:t>how</a:t>
            </a:r>
            <a:r>
              <a:rPr lang="nl-BE" baseline="0" dirty="0"/>
              <a:t> </a:t>
            </a:r>
            <a:r>
              <a:rPr lang="nl-BE" baseline="0" dirty="0" err="1"/>
              <a:t>our</a:t>
            </a:r>
            <a:r>
              <a:rPr lang="nl-BE" baseline="0" dirty="0"/>
              <a:t> </a:t>
            </a:r>
            <a:r>
              <a:rPr lang="nl-BE" baseline="0" dirty="0" err="1"/>
              <a:t>processes</a:t>
            </a:r>
            <a:r>
              <a:rPr lang="nl-BE" baseline="0" dirty="0"/>
              <a:t> </a:t>
            </a:r>
            <a:r>
              <a:rPr lang="nl-BE" baseline="0" dirty="0" err="1"/>
              <a:t>perform</a:t>
            </a:r>
            <a:r>
              <a:rPr lang="nl-BE" baseline="0" dirty="0"/>
              <a:t> and we monitor </a:t>
            </a:r>
            <a:r>
              <a:rPr lang="nl-BE" baseline="0" dirty="0" err="1"/>
              <a:t>when</a:t>
            </a:r>
            <a:r>
              <a:rPr lang="nl-BE" baseline="0" dirty="0"/>
              <a:t> we </a:t>
            </a:r>
            <a:r>
              <a:rPr lang="nl-BE" baseline="0" dirty="0" err="1"/>
              <a:t>improve</a:t>
            </a:r>
            <a:r>
              <a:rPr lang="nl-BE" baseline="0" dirty="0"/>
              <a:t> </a:t>
            </a:r>
            <a:r>
              <a:rPr lang="nl-BE" baseline="0" dirty="0" err="1"/>
              <a:t>our</a:t>
            </a:r>
            <a:r>
              <a:rPr lang="nl-BE" baseline="0" dirty="0"/>
              <a:t> </a:t>
            </a:r>
            <a:r>
              <a:rPr lang="nl-BE" baseline="0" dirty="0" err="1"/>
              <a:t>processes</a:t>
            </a:r>
            <a:r>
              <a:rPr lang="nl-BE" baseline="0" dirty="0"/>
              <a:t>. </a:t>
            </a:r>
            <a:r>
              <a:rPr lang="nl-BE" baseline="0" dirty="0" err="1"/>
              <a:t>Also</a:t>
            </a:r>
            <a:r>
              <a:rPr lang="nl-BE" baseline="0" dirty="0"/>
              <a:t> </a:t>
            </a:r>
            <a:r>
              <a:rPr lang="nl-BE" baseline="0" dirty="0" err="1"/>
              <a:t>applicable</a:t>
            </a:r>
            <a:r>
              <a:rPr lang="nl-BE" baseline="0" dirty="0"/>
              <a:t> </a:t>
            </a:r>
            <a:r>
              <a:rPr lang="nl-BE" baseline="0" dirty="0" err="1"/>
              <a:t>on</a:t>
            </a:r>
            <a:r>
              <a:rPr lang="nl-BE" baseline="0" dirty="0"/>
              <a:t> </a:t>
            </a:r>
            <a:r>
              <a:rPr lang="nl-BE" baseline="0" dirty="0" err="1"/>
              <a:t>measurment</a:t>
            </a:r>
            <a:r>
              <a:rPr lang="nl-BE" baseline="0" dirty="0"/>
              <a:t> </a:t>
            </a:r>
            <a:r>
              <a:rPr lang="nl-BE" baseline="0" dirty="0" err="1"/>
              <a:t>gauges</a:t>
            </a:r>
            <a:r>
              <a:rPr lang="nl-BE" baseline="0" dirty="0"/>
              <a:t>.</a:t>
            </a:r>
          </a:p>
          <a:p>
            <a:endParaRPr lang="nl-BE" baseline="0" dirty="0"/>
          </a:p>
          <a:p>
            <a:r>
              <a:rPr lang="nl-BE" baseline="0" dirty="0" err="1"/>
              <a:t>Statistical</a:t>
            </a:r>
            <a:r>
              <a:rPr lang="nl-BE" baseline="0" dirty="0"/>
              <a:t> </a:t>
            </a:r>
            <a:r>
              <a:rPr lang="nl-BE" baseline="0" dirty="0" err="1"/>
              <a:t>process</a:t>
            </a:r>
            <a:r>
              <a:rPr lang="nl-BE" baseline="0" dirty="0"/>
              <a:t> </a:t>
            </a:r>
            <a:r>
              <a:rPr lang="nl-BE" baseline="0" dirty="0" err="1"/>
              <a:t>control</a:t>
            </a:r>
            <a:r>
              <a:rPr lang="nl-BE" baseline="0" dirty="0"/>
              <a:t> </a:t>
            </a:r>
            <a:r>
              <a:rPr lang="nl-BE" baseline="0" dirty="0">
                <a:sym typeface="Wingdings" pitchFamily="2" charset="2"/>
              </a:rPr>
              <a:t> to </a:t>
            </a:r>
            <a:r>
              <a:rPr lang="nl-BE" baseline="0" dirty="0" err="1">
                <a:sym typeface="Wingdings" pitchFamily="2" charset="2"/>
              </a:rPr>
              <a:t>sustain</a:t>
            </a:r>
            <a:endParaRPr lang="nl-BE" baseline="0" dirty="0">
              <a:sym typeface="Wingdings" pitchFamily="2" charset="2"/>
            </a:endParaRPr>
          </a:p>
          <a:p>
            <a:endParaRPr lang="nl-BE" baseline="0" dirty="0">
              <a:sym typeface="Wingdings" pitchFamily="2" charset="2"/>
            </a:endParaRPr>
          </a:p>
          <a:p>
            <a:r>
              <a:rPr lang="nl-BE" baseline="0" dirty="0">
                <a:sym typeface="Wingdings" pitchFamily="2" charset="2"/>
              </a:rPr>
              <a:t>Hypothesis </a:t>
            </a:r>
            <a:r>
              <a:rPr lang="nl-BE" baseline="0" dirty="0" err="1">
                <a:sym typeface="Wingdings" pitchFamily="2" charset="2"/>
              </a:rPr>
              <a:t>testing</a:t>
            </a:r>
            <a:r>
              <a:rPr lang="nl-BE" baseline="0" dirty="0">
                <a:sym typeface="Wingdings" pitchFamily="2" charset="2"/>
              </a:rPr>
              <a:t>, </a:t>
            </a:r>
            <a:r>
              <a:rPr lang="nl-BE" baseline="0" dirty="0" err="1">
                <a:sym typeface="Wingdings" pitchFamily="2" charset="2"/>
              </a:rPr>
              <a:t>two</a:t>
            </a:r>
            <a:r>
              <a:rPr lang="nl-BE" baseline="0" dirty="0">
                <a:sym typeface="Wingdings" pitchFamily="2" charset="2"/>
              </a:rPr>
              <a:t> samples, ANOVA  </a:t>
            </a:r>
            <a:r>
              <a:rPr lang="nl-BE" baseline="0" dirty="0" err="1">
                <a:sym typeface="Wingdings" pitchFamily="2" charset="2"/>
              </a:rPr>
              <a:t>statistical</a:t>
            </a:r>
            <a:r>
              <a:rPr lang="nl-BE" baseline="0" dirty="0">
                <a:sym typeface="Wingdings" pitchFamily="2" charset="2"/>
              </a:rPr>
              <a:t> </a:t>
            </a:r>
            <a:r>
              <a:rPr lang="nl-BE" baseline="0" dirty="0" err="1">
                <a:sym typeface="Wingdings" pitchFamily="2" charset="2"/>
              </a:rPr>
              <a:t>techniques</a:t>
            </a:r>
            <a:r>
              <a:rPr lang="nl-BE" baseline="0" dirty="0">
                <a:sym typeface="Wingdings" pitchFamily="2" charset="2"/>
              </a:rPr>
              <a:t> to </a:t>
            </a:r>
            <a:r>
              <a:rPr lang="nl-BE" baseline="0" dirty="0" err="1">
                <a:sym typeface="Wingdings" pitchFamily="2" charset="2"/>
              </a:rPr>
              <a:t>make</a:t>
            </a:r>
            <a:r>
              <a:rPr lang="nl-BE" baseline="0" dirty="0">
                <a:sym typeface="Wingdings" pitchFamily="2" charset="2"/>
              </a:rPr>
              <a:t> a statement </a:t>
            </a:r>
            <a:r>
              <a:rPr lang="nl-BE" baseline="0" dirty="0" err="1">
                <a:sym typeface="Wingdings" pitchFamily="2" charset="2"/>
              </a:rPr>
              <a:t>about</a:t>
            </a:r>
            <a:r>
              <a:rPr lang="nl-BE" baseline="0" dirty="0">
                <a:sym typeface="Wingdings" pitchFamily="2" charset="2"/>
              </a:rPr>
              <a:t> a </a:t>
            </a:r>
            <a:r>
              <a:rPr lang="nl-BE" baseline="0" dirty="0" err="1">
                <a:sym typeface="Wingdings" pitchFamily="2" charset="2"/>
              </a:rPr>
              <a:t>certain</a:t>
            </a:r>
            <a:r>
              <a:rPr lang="nl-BE" baseline="0" dirty="0">
                <a:sym typeface="Wingdings" pitchFamily="2" charset="2"/>
              </a:rPr>
              <a:t> hypothesis</a:t>
            </a:r>
          </a:p>
          <a:p>
            <a:endParaRPr lang="nl-BE" baseline="0" dirty="0">
              <a:sym typeface="Wingdings" pitchFamily="2" charset="2"/>
            </a:endParaRPr>
          </a:p>
          <a:p>
            <a:r>
              <a:rPr lang="nl-BE" baseline="0" dirty="0">
                <a:sym typeface="Wingdings" pitchFamily="2" charset="2"/>
              </a:rPr>
              <a:t>Design of </a:t>
            </a:r>
            <a:r>
              <a:rPr lang="nl-BE" baseline="0" dirty="0" err="1">
                <a:sym typeface="Wingdings" pitchFamily="2" charset="2"/>
              </a:rPr>
              <a:t>experiments</a:t>
            </a:r>
            <a:r>
              <a:rPr lang="nl-BE" baseline="0" dirty="0">
                <a:sym typeface="Wingdings" pitchFamily="2" charset="2"/>
              </a:rPr>
              <a:t>: </a:t>
            </a:r>
            <a:r>
              <a:rPr lang="nl-BE" baseline="0" dirty="0" err="1">
                <a:sym typeface="Wingdings" pitchFamily="2" charset="2"/>
              </a:rPr>
              <a:t>often</a:t>
            </a:r>
            <a:r>
              <a:rPr lang="nl-BE" baseline="0" dirty="0">
                <a:sym typeface="Wingdings" pitchFamily="2" charset="2"/>
              </a:rPr>
              <a:t> </a:t>
            </a:r>
            <a:r>
              <a:rPr lang="nl-BE" baseline="0" dirty="0" err="1">
                <a:sym typeface="Wingdings" pitchFamily="2" charset="2"/>
              </a:rPr>
              <a:t>you</a:t>
            </a:r>
            <a:r>
              <a:rPr lang="nl-BE" baseline="0" dirty="0">
                <a:sym typeface="Wingdings" pitchFamily="2" charset="2"/>
              </a:rPr>
              <a:t> have </a:t>
            </a:r>
            <a:r>
              <a:rPr lang="nl-BE" baseline="0" dirty="0" err="1">
                <a:sym typeface="Wingdings" pitchFamily="2" charset="2"/>
              </a:rPr>
              <a:t>already</a:t>
            </a:r>
            <a:r>
              <a:rPr lang="nl-BE" baseline="0" dirty="0">
                <a:sym typeface="Wingdings" pitchFamily="2" charset="2"/>
              </a:rPr>
              <a:t> data </a:t>
            </a:r>
            <a:r>
              <a:rPr lang="nl-BE" baseline="0" dirty="0" err="1">
                <a:sym typeface="Wingdings" pitchFamily="2" charset="2"/>
              </a:rPr>
              <a:t>about</a:t>
            </a:r>
            <a:r>
              <a:rPr lang="nl-BE" baseline="0" dirty="0">
                <a:sym typeface="Wingdings" pitchFamily="2" charset="2"/>
              </a:rPr>
              <a:t> a </a:t>
            </a:r>
            <a:r>
              <a:rPr lang="nl-BE" baseline="0" dirty="0" err="1">
                <a:sym typeface="Wingdings" pitchFamily="2" charset="2"/>
              </a:rPr>
              <a:t>certain</a:t>
            </a:r>
            <a:r>
              <a:rPr lang="nl-BE" baseline="0" dirty="0">
                <a:sym typeface="Wingdings" pitchFamily="2" charset="2"/>
              </a:rPr>
              <a:t> </a:t>
            </a:r>
            <a:r>
              <a:rPr lang="nl-BE" baseline="0" dirty="0" err="1">
                <a:sym typeface="Wingdings" pitchFamily="2" charset="2"/>
              </a:rPr>
              <a:t>problem</a:t>
            </a:r>
            <a:r>
              <a:rPr lang="nl-BE" baseline="0" dirty="0">
                <a:sym typeface="Wingdings" pitchFamily="2" charset="2"/>
              </a:rPr>
              <a:t>, </a:t>
            </a:r>
            <a:r>
              <a:rPr lang="nl-BE" baseline="0" dirty="0" err="1">
                <a:sym typeface="Wingdings" pitchFamily="2" charset="2"/>
              </a:rPr>
              <a:t>if</a:t>
            </a:r>
            <a:r>
              <a:rPr lang="nl-BE" baseline="0" dirty="0">
                <a:sym typeface="Wingdings" pitchFamily="2" charset="2"/>
              </a:rPr>
              <a:t> </a:t>
            </a:r>
            <a:r>
              <a:rPr lang="nl-BE" baseline="0" dirty="0" err="1">
                <a:sym typeface="Wingdings" pitchFamily="2" charset="2"/>
              </a:rPr>
              <a:t>not</a:t>
            </a:r>
            <a:r>
              <a:rPr lang="nl-BE" baseline="0" dirty="0">
                <a:sym typeface="Wingdings" pitchFamily="2" charset="2"/>
              </a:rPr>
              <a:t>, or </a:t>
            </a:r>
            <a:r>
              <a:rPr lang="nl-BE" baseline="0" dirty="0" err="1">
                <a:sym typeface="Wingdings" pitchFamily="2" charset="2"/>
              </a:rPr>
              <a:t>if</a:t>
            </a:r>
            <a:r>
              <a:rPr lang="nl-BE" baseline="0" dirty="0">
                <a:sym typeface="Wingdings" pitchFamily="2" charset="2"/>
              </a:rPr>
              <a:t> </a:t>
            </a:r>
            <a:r>
              <a:rPr lang="nl-BE" baseline="0" dirty="0" err="1">
                <a:sym typeface="Wingdings" pitchFamily="2" charset="2"/>
              </a:rPr>
              <a:t>you</a:t>
            </a:r>
            <a:r>
              <a:rPr lang="nl-BE" baseline="0" dirty="0">
                <a:sym typeface="Wingdings" pitchFamily="2" charset="2"/>
              </a:rPr>
              <a:t> want to do </a:t>
            </a:r>
            <a:r>
              <a:rPr lang="nl-BE" baseline="0" dirty="0" err="1">
                <a:sym typeface="Wingdings" pitchFamily="2" charset="2"/>
              </a:rPr>
              <a:t>experiments</a:t>
            </a:r>
            <a:r>
              <a:rPr lang="nl-BE" baseline="0" dirty="0">
                <a:sym typeface="Wingdings" pitchFamily="2" charset="2"/>
              </a:rPr>
              <a:t> in </a:t>
            </a:r>
            <a:r>
              <a:rPr lang="nl-BE" baseline="0" dirty="0" err="1">
                <a:sym typeface="Wingdings" pitchFamily="2" charset="2"/>
              </a:rPr>
              <a:t>another</a:t>
            </a:r>
            <a:r>
              <a:rPr lang="nl-BE" baseline="0" dirty="0">
                <a:sym typeface="Wingdings" pitchFamily="2" charset="2"/>
              </a:rPr>
              <a:t> </a:t>
            </a:r>
            <a:r>
              <a:rPr lang="nl-BE" baseline="0" dirty="0" err="1">
                <a:sym typeface="Wingdings" pitchFamily="2" charset="2"/>
              </a:rPr>
              <a:t>region</a:t>
            </a:r>
            <a:r>
              <a:rPr lang="nl-BE" baseline="0" dirty="0">
                <a:sym typeface="Wingdings" pitchFamily="2" charset="2"/>
              </a:rPr>
              <a:t> </a:t>
            </a:r>
            <a:r>
              <a:rPr lang="nl-BE" baseline="0" dirty="0" err="1">
                <a:sym typeface="Wingdings" pitchFamily="2" charset="2"/>
              </a:rPr>
              <a:t>outside</a:t>
            </a:r>
            <a:r>
              <a:rPr lang="nl-BE" baseline="0" dirty="0">
                <a:sym typeface="Wingdings" pitchFamily="2" charset="2"/>
              </a:rPr>
              <a:t> the </a:t>
            </a:r>
            <a:r>
              <a:rPr lang="nl-BE" baseline="0" dirty="0" err="1">
                <a:sym typeface="Wingdings" pitchFamily="2" charset="2"/>
              </a:rPr>
              <a:t>knowledge</a:t>
            </a:r>
            <a:r>
              <a:rPr lang="nl-BE" baseline="0" dirty="0">
                <a:sym typeface="Wingdings" pitchFamily="2" charset="2"/>
              </a:rPr>
              <a:t>, </a:t>
            </a:r>
            <a:r>
              <a:rPr lang="nl-BE" baseline="0" dirty="0" err="1">
                <a:sym typeface="Wingdings" pitchFamily="2" charset="2"/>
              </a:rPr>
              <a:t>you</a:t>
            </a:r>
            <a:r>
              <a:rPr lang="nl-BE" baseline="0" dirty="0">
                <a:sym typeface="Wingdings" pitchFamily="2" charset="2"/>
              </a:rPr>
              <a:t> </a:t>
            </a:r>
            <a:r>
              <a:rPr lang="nl-BE" baseline="0" dirty="0" err="1">
                <a:sym typeface="Wingdings" pitchFamily="2" charset="2"/>
              </a:rPr>
              <a:t>can</a:t>
            </a:r>
            <a:r>
              <a:rPr lang="nl-BE" baseline="0" dirty="0">
                <a:sym typeface="Wingdings" pitchFamily="2" charset="2"/>
              </a:rPr>
              <a:t> do </a:t>
            </a:r>
            <a:r>
              <a:rPr lang="nl-BE" baseline="0" dirty="0" err="1">
                <a:sym typeface="Wingdings" pitchFamily="2" charset="2"/>
              </a:rPr>
              <a:t>experiments</a:t>
            </a:r>
            <a:r>
              <a:rPr lang="nl-BE" baseline="0" dirty="0">
                <a:sym typeface="Wingdings" pitchFamily="2" charset="2"/>
              </a:rPr>
              <a:t>.</a:t>
            </a:r>
          </a:p>
          <a:p>
            <a:r>
              <a:rPr lang="nl-BE" baseline="0" dirty="0">
                <a:sym typeface="Wingdings" pitchFamily="2" charset="2"/>
              </a:rPr>
              <a:t>The </a:t>
            </a:r>
            <a:r>
              <a:rPr lang="nl-BE" baseline="0" dirty="0" err="1">
                <a:sym typeface="Wingdings" pitchFamily="2" charset="2"/>
              </a:rPr>
              <a:t>method</a:t>
            </a:r>
            <a:r>
              <a:rPr lang="nl-BE" baseline="0" dirty="0">
                <a:sym typeface="Wingdings" pitchFamily="2" charset="2"/>
              </a:rPr>
              <a:t> </a:t>
            </a:r>
            <a:r>
              <a:rPr lang="nl-BE" baseline="0" dirty="0" err="1">
                <a:sym typeface="Wingdings" pitchFamily="2" charset="2"/>
              </a:rPr>
              <a:t>how</a:t>
            </a:r>
            <a:r>
              <a:rPr lang="nl-BE" baseline="0" dirty="0">
                <a:sym typeface="Wingdings" pitchFamily="2" charset="2"/>
              </a:rPr>
              <a:t> to do these </a:t>
            </a:r>
            <a:r>
              <a:rPr lang="nl-BE" baseline="0" dirty="0" err="1">
                <a:sym typeface="Wingdings" pitchFamily="2" charset="2"/>
              </a:rPr>
              <a:t>experiments</a:t>
            </a:r>
            <a:r>
              <a:rPr lang="nl-BE" baseline="0" dirty="0">
                <a:sym typeface="Wingdings" pitchFamily="2" charset="2"/>
              </a:rPr>
              <a:t>, </a:t>
            </a:r>
            <a:r>
              <a:rPr lang="nl-BE" baseline="0" dirty="0" err="1">
                <a:sym typeface="Wingdings" pitchFamily="2" charset="2"/>
              </a:rPr>
              <a:t>so</a:t>
            </a:r>
            <a:r>
              <a:rPr lang="nl-BE" baseline="0" dirty="0">
                <a:sym typeface="Wingdings" pitchFamily="2" charset="2"/>
              </a:rPr>
              <a:t> </a:t>
            </a:r>
            <a:r>
              <a:rPr lang="nl-BE" baseline="0" dirty="0" err="1">
                <a:sym typeface="Wingdings" pitchFamily="2" charset="2"/>
              </a:rPr>
              <a:t>that</a:t>
            </a:r>
            <a:r>
              <a:rPr lang="nl-BE" baseline="0" dirty="0">
                <a:sym typeface="Wingdings" pitchFamily="2" charset="2"/>
              </a:rPr>
              <a:t> these </a:t>
            </a:r>
            <a:r>
              <a:rPr lang="nl-BE" baseline="0" dirty="0" err="1">
                <a:sym typeface="Wingdings" pitchFamily="2" charset="2"/>
              </a:rPr>
              <a:t>experiments</a:t>
            </a:r>
            <a:r>
              <a:rPr lang="nl-BE" baseline="0" dirty="0">
                <a:sym typeface="Wingdings" pitchFamily="2" charset="2"/>
              </a:rPr>
              <a:t> are </a:t>
            </a:r>
            <a:r>
              <a:rPr lang="nl-BE" baseline="0" dirty="0" err="1">
                <a:sym typeface="Wingdings" pitchFamily="2" charset="2"/>
              </a:rPr>
              <a:t>reliable</a:t>
            </a:r>
            <a:r>
              <a:rPr lang="nl-BE" baseline="0" dirty="0">
                <a:sym typeface="Wingdings" pitchFamily="2" charset="2"/>
              </a:rPr>
              <a:t>, </a:t>
            </a:r>
            <a:r>
              <a:rPr lang="nl-BE" baseline="0" dirty="0" err="1">
                <a:sym typeface="Wingdings" pitchFamily="2" charset="2"/>
              </a:rPr>
              <a:t>cost</a:t>
            </a:r>
            <a:r>
              <a:rPr lang="nl-BE" baseline="0" dirty="0">
                <a:sym typeface="Wingdings" pitchFamily="2" charset="2"/>
              </a:rPr>
              <a:t> </a:t>
            </a:r>
            <a:r>
              <a:rPr lang="nl-BE" baseline="0" dirty="0" err="1">
                <a:sym typeface="Wingdings" pitchFamily="2" charset="2"/>
              </a:rPr>
              <a:t>effective</a:t>
            </a:r>
            <a:r>
              <a:rPr lang="nl-BE" baseline="0" dirty="0">
                <a:sym typeface="Wingdings" pitchFamily="2" charset="2"/>
              </a:rPr>
              <a:t> is </a:t>
            </a:r>
            <a:r>
              <a:rPr lang="nl-BE" baseline="0" dirty="0" err="1">
                <a:sym typeface="Wingdings" pitchFamily="2" charset="2"/>
              </a:rPr>
              <a:t>called</a:t>
            </a:r>
            <a:r>
              <a:rPr lang="nl-BE" baseline="0" dirty="0">
                <a:sym typeface="Wingdings" pitchFamily="2" charset="2"/>
              </a:rPr>
              <a:t> DOE.</a:t>
            </a:r>
            <a:endParaRPr lang="nl-BE" baseline="0" dirty="0"/>
          </a:p>
          <a:p>
            <a:endParaRPr lang="nl-BE" baseline="0" dirty="0"/>
          </a:p>
          <a:p>
            <a:endParaRPr lang="nl-BE" baseline="0" dirty="0"/>
          </a:p>
          <a:p>
            <a:endParaRPr lang="nl-BE" baseline="0" dirty="0"/>
          </a:p>
          <a:p>
            <a:endParaRPr lang="nl-BE" baseline="0" dirty="0"/>
          </a:p>
        </p:txBody>
      </p:sp>
      <p:sp>
        <p:nvSpPr>
          <p:cNvPr id="4" name="Tijdelijke aanduiding voor dianummer 3"/>
          <p:cNvSpPr>
            <a:spLocks noGrp="1"/>
          </p:cNvSpPr>
          <p:nvPr>
            <p:ph type="sldNum" sz="quarter" idx="10"/>
          </p:nvPr>
        </p:nvSpPr>
        <p:spPr/>
        <p:txBody>
          <a:bodyPr/>
          <a:lstStyle/>
          <a:p>
            <a:pPr>
              <a:defRPr/>
            </a:pPr>
            <a:fld id="{7DA5BC4C-46C4-4E2C-88E3-45E0A4476A80}" type="slidenum">
              <a:rPr lang="en-US" smtClean="0"/>
              <a:pPr>
                <a:defRPr/>
              </a:pPr>
              <a:t>28</a:t>
            </a:fld>
            <a:endParaRPr lang="en-US"/>
          </a:p>
        </p:txBody>
      </p:sp>
    </p:spTree>
    <p:extLst>
      <p:ext uri="{BB962C8B-B14F-4D97-AF65-F5344CB8AC3E}">
        <p14:creationId xmlns:p14="http://schemas.microsoft.com/office/powerpoint/2010/main" val="352679858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BE" dirty="0"/>
              <a:t>Een productieproces heeft vele</a:t>
            </a:r>
            <a:r>
              <a:rPr lang="nl-BE" baseline="0" dirty="0"/>
              <a:t> bronnen van variatie: de complexe interactie tussen materialen, gereedschappen, machines, werkmethodes, operatoren en omgeving zorgen voor variabiliteit.</a:t>
            </a:r>
          </a:p>
          <a:p>
            <a:endParaRPr lang="nl-BE" baseline="0" dirty="0"/>
          </a:p>
          <a:p>
            <a:r>
              <a:rPr lang="nl-BE" baseline="0" dirty="0"/>
              <a:t>2 vormen van “special </a:t>
            </a:r>
            <a:r>
              <a:rPr lang="nl-BE" baseline="0" dirty="0" err="1"/>
              <a:t>causes</a:t>
            </a:r>
            <a:r>
              <a:rPr lang="nl-BE" baseline="0" dirty="0"/>
              <a:t>”:</a:t>
            </a:r>
          </a:p>
          <a:p>
            <a:r>
              <a:rPr lang="nl-BE" baseline="0" dirty="0"/>
              <a:t>Vb. van systematische oorzaak: slijtage</a:t>
            </a:r>
          </a:p>
          <a:p>
            <a:r>
              <a:rPr lang="nl-BE" baseline="0" dirty="0"/>
              <a:t>Vb. van aanwijsbare oorzaak: procedurewijziging, nieuwe machine, ander materiaal (kan ook onregelmatig zijn, zoals stroompieken)</a:t>
            </a:r>
          </a:p>
          <a:p>
            <a:endParaRPr lang="nl-BE" baseline="0" dirty="0"/>
          </a:p>
          <a:p>
            <a:r>
              <a:rPr lang="nl-BE" baseline="0" dirty="0"/>
              <a:t>Het ontdekken van special </a:t>
            </a:r>
            <a:r>
              <a:rPr lang="nl-BE" baseline="0" dirty="0" err="1"/>
              <a:t>causes</a:t>
            </a:r>
            <a:r>
              <a:rPr lang="nl-BE" baseline="0" dirty="0"/>
              <a:t> en actie nemen is meestal de verantwoordelijkheid voor iemand direct verbonden met de bewerking, terwijl de correctie van common </a:t>
            </a:r>
            <a:r>
              <a:rPr lang="nl-BE" baseline="0" dirty="0" err="1"/>
              <a:t>causus</a:t>
            </a:r>
            <a:r>
              <a:rPr lang="nl-BE" baseline="0" dirty="0"/>
              <a:t> meestal tot de verantwoordelijkheid van het management behoort.</a:t>
            </a:r>
            <a:endParaRPr lang="nl-BE" dirty="0"/>
          </a:p>
        </p:txBody>
      </p:sp>
    </p:spTree>
    <p:extLst>
      <p:ext uri="{BB962C8B-B14F-4D97-AF65-F5344CB8AC3E}">
        <p14:creationId xmlns:p14="http://schemas.microsoft.com/office/powerpoint/2010/main" val="348111230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a:p>
        </p:txBody>
      </p:sp>
      <p:sp>
        <p:nvSpPr>
          <p:cNvPr id="4" name="Tijdelijke aanduiding voor dianummer 3"/>
          <p:cNvSpPr>
            <a:spLocks noGrp="1"/>
          </p:cNvSpPr>
          <p:nvPr>
            <p:ph type="sldNum" sz="quarter" idx="10"/>
          </p:nvPr>
        </p:nvSpPr>
        <p:spPr/>
        <p:txBody>
          <a:bodyPr/>
          <a:lstStyle/>
          <a:p>
            <a:pPr>
              <a:defRPr/>
            </a:pPr>
            <a:fld id="{7DA5BC4C-46C4-4E2C-88E3-45E0A4476A80}" type="slidenum">
              <a:rPr lang="en-US" smtClean="0"/>
              <a:pPr>
                <a:defRPr/>
              </a:pPr>
              <a:t>30</a:t>
            </a:fld>
            <a:endParaRPr lang="en-US"/>
          </a:p>
        </p:txBody>
      </p:sp>
    </p:spTree>
    <p:extLst>
      <p:ext uri="{BB962C8B-B14F-4D97-AF65-F5344CB8AC3E}">
        <p14:creationId xmlns:p14="http://schemas.microsoft.com/office/powerpoint/2010/main" val="122698148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pg num"/>
          <p:cNvSpPr>
            <a:spLocks noGrp="1" noChangeArrowheads="1"/>
          </p:cNvSpPr>
          <p:nvPr>
            <p:ph type="sldNum" sz="quarter" idx="5"/>
          </p:nvPr>
        </p:nvSpPr>
        <p:spPr>
          <a:noFill/>
        </p:spPr>
        <p:txBody>
          <a:bodyPr/>
          <a:lstStyle/>
          <a:p>
            <a:fld id="{DFEF3884-7E19-4F28-85ED-49EC15E025D1}" type="slidenum">
              <a:rPr lang="en-US">
                <a:latin typeface="Arial" pitchFamily="34" charset="0"/>
              </a:rPr>
              <a:pPr/>
              <a:t>31</a:t>
            </a:fld>
            <a:endParaRPr lang="en-US">
              <a:latin typeface="Arial" pitchFamily="34" charset="0"/>
            </a:endParaRPr>
          </a:p>
        </p:txBody>
      </p:sp>
      <p:sp>
        <p:nvSpPr>
          <p:cNvPr id="163843" name="Rectangle 10"/>
          <p:cNvSpPr>
            <a:spLocks noGrp="1" noRot="1" noChangeAspect="1" noChangeArrowheads="1" noTextEdit="1"/>
          </p:cNvSpPr>
          <p:nvPr>
            <p:ph type="sldImg"/>
          </p:nvPr>
        </p:nvSpPr>
        <p:spPr>
          <a:xfrm>
            <a:off x="406400" y="203200"/>
            <a:ext cx="6270625" cy="4702175"/>
          </a:xfrm>
          <a:ln/>
        </p:spPr>
      </p:sp>
      <p:sp>
        <p:nvSpPr>
          <p:cNvPr id="163844" name="Rectangle 11"/>
          <p:cNvSpPr>
            <a:spLocks noGrp="1" noChangeArrowheads="1"/>
          </p:cNvSpPr>
          <p:nvPr>
            <p:ph type="body" idx="1"/>
          </p:nvPr>
        </p:nvSpPr>
        <p:spPr>
          <a:noFill/>
          <a:ln/>
        </p:spPr>
        <p:txBody>
          <a:bodyPr/>
          <a:lstStyle/>
          <a:p>
            <a:pPr eaLnBrk="1" hangingPunct="1"/>
            <a:r>
              <a:rPr lang="fr-FR" dirty="0" err="1">
                <a:latin typeface="Arial" pitchFamily="34" charset="0"/>
              </a:rPr>
              <a:t>Stability</a:t>
            </a:r>
            <a:r>
              <a:rPr lang="fr-FR" dirty="0">
                <a:latin typeface="Arial" pitchFamily="34" charset="0"/>
              </a:rPr>
              <a:t> to </a:t>
            </a:r>
            <a:r>
              <a:rPr lang="fr-FR" dirty="0" err="1">
                <a:latin typeface="Arial" pitchFamily="34" charset="0"/>
              </a:rPr>
              <a:t>be</a:t>
            </a:r>
            <a:r>
              <a:rPr lang="fr-FR" dirty="0">
                <a:latin typeface="Arial" pitchFamily="34" charset="0"/>
              </a:rPr>
              <a:t> </a:t>
            </a:r>
            <a:r>
              <a:rPr lang="fr-FR" dirty="0" err="1">
                <a:latin typeface="Arial" pitchFamily="34" charset="0"/>
              </a:rPr>
              <a:t>looked</a:t>
            </a:r>
            <a:r>
              <a:rPr lang="fr-FR" dirty="0">
                <a:latin typeface="Arial" pitchFamily="34" charset="0"/>
              </a:rPr>
              <a:t> on </a:t>
            </a:r>
            <a:r>
              <a:rPr lang="fr-FR" dirty="0" err="1">
                <a:latin typeface="Arial" pitchFamily="34" charset="0"/>
              </a:rPr>
              <a:t>on</a:t>
            </a:r>
            <a:r>
              <a:rPr lang="fr-FR" dirty="0">
                <a:latin typeface="Arial" pitchFamily="34" charset="0"/>
              </a:rPr>
              <a:t> short/</a:t>
            </a:r>
            <a:r>
              <a:rPr lang="fr-FR" dirty="0" err="1">
                <a:latin typeface="Arial" pitchFamily="34" charset="0"/>
              </a:rPr>
              <a:t>mid</a:t>
            </a:r>
            <a:r>
              <a:rPr lang="fr-FR" dirty="0">
                <a:latin typeface="Arial" pitchFamily="34" charset="0"/>
              </a:rPr>
              <a:t>/(long) </a:t>
            </a:r>
            <a:r>
              <a:rPr lang="fr-FR" dirty="0" err="1">
                <a:latin typeface="Arial" pitchFamily="34" charset="0"/>
              </a:rPr>
              <a:t>term</a:t>
            </a:r>
            <a:endParaRPr lang="fr-FR" dirty="0">
              <a:latin typeface="Arial" pitchFamily="34" charset="0"/>
            </a:endParaRPr>
          </a:p>
        </p:txBody>
      </p:sp>
    </p:spTree>
    <p:extLst>
      <p:ext uri="{BB962C8B-B14F-4D97-AF65-F5344CB8AC3E}">
        <p14:creationId xmlns:p14="http://schemas.microsoft.com/office/powerpoint/2010/main" val="24235147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normAutofit/>
          </a:bodyPr>
          <a:lstStyle/>
          <a:p>
            <a:r>
              <a:rPr lang="nl-BE" dirty="0" err="1"/>
              <a:t>Cp</a:t>
            </a:r>
            <a:r>
              <a:rPr lang="nl-BE" dirty="0"/>
              <a:t> / </a:t>
            </a:r>
            <a:r>
              <a:rPr lang="nl-BE" dirty="0" err="1"/>
              <a:t>Cpk</a:t>
            </a:r>
            <a:r>
              <a:rPr lang="nl-BE" dirty="0"/>
              <a:t> </a:t>
            </a:r>
            <a:r>
              <a:rPr lang="nl-BE" dirty="0">
                <a:sym typeface="Wingdings" pitchFamily="2" charset="2"/>
              </a:rPr>
              <a:t> met korte termijn sigma gerekend – </a:t>
            </a:r>
            <a:r>
              <a:rPr lang="nl-BE" dirty="0" err="1">
                <a:sym typeface="Wingdings" pitchFamily="2" charset="2"/>
              </a:rPr>
              <a:t>white</a:t>
            </a:r>
            <a:r>
              <a:rPr lang="nl-BE" dirty="0">
                <a:sym typeface="Wingdings" pitchFamily="2" charset="2"/>
              </a:rPr>
              <a:t> </a:t>
            </a:r>
            <a:r>
              <a:rPr lang="nl-BE" dirty="0" err="1">
                <a:sym typeface="Wingdings" pitchFamily="2" charset="2"/>
              </a:rPr>
              <a:t>noise</a:t>
            </a:r>
            <a:r>
              <a:rPr lang="nl-BE" dirty="0">
                <a:sym typeface="Wingdings" pitchFamily="2" charset="2"/>
              </a:rPr>
              <a:t> (</a:t>
            </a:r>
            <a:r>
              <a:rPr lang="nl-BE" dirty="0" err="1">
                <a:sym typeface="Wingdings" pitchFamily="2" charset="2"/>
              </a:rPr>
              <a:t>within</a:t>
            </a:r>
            <a:r>
              <a:rPr lang="nl-BE" dirty="0">
                <a:sym typeface="Wingdings" pitchFamily="2" charset="2"/>
              </a:rPr>
              <a:t> </a:t>
            </a:r>
            <a:r>
              <a:rPr lang="nl-BE" dirty="0" err="1">
                <a:sym typeface="Wingdings" pitchFamily="2" charset="2"/>
              </a:rPr>
              <a:t>variation</a:t>
            </a:r>
            <a:r>
              <a:rPr lang="nl-BE" dirty="0">
                <a:sym typeface="Wingdings" pitchFamily="2" charset="2"/>
              </a:rPr>
              <a:t>)</a:t>
            </a:r>
          </a:p>
          <a:p>
            <a:r>
              <a:rPr lang="nl-BE" dirty="0">
                <a:sym typeface="Wingdings" pitchFamily="2" charset="2"/>
              </a:rPr>
              <a:t>Pp</a:t>
            </a:r>
            <a:r>
              <a:rPr lang="nl-BE" baseline="0" dirty="0">
                <a:sym typeface="Wingdings" pitchFamily="2" charset="2"/>
              </a:rPr>
              <a:t> / </a:t>
            </a:r>
            <a:r>
              <a:rPr lang="nl-BE" baseline="0" dirty="0" err="1">
                <a:sym typeface="Wingdings" pitchFamily="2" charset="2"/>
              </a:rPr>
              <a:t>Ppk</a:t>
            </a:r>
            <a:r>
              <a:rPr lang="nl-BE" baseline="0" dirty="0">
                <a:sym typeface="Wingdings" pitchFamily="2" charset="2"/>
              </a:rPr>
              <a:t>  met lange termijn sigma gerekend - black </a:t>
            </a:r>
            <a:r>
              <a:rPr lang="nl-BE" baseline="0" dirty="0" err="1">
                <a:sym typeface="Wingdings" pitchFamily="2" charset="2"/>
              </a:rPr>
              <a:t>noise</a:t>
            </a:r>
            <a:r>
              <a:rPr lang="nl-BE" baseline="0" dirty="0">
                <a:sym typeface="Wingdings" pitchFamily="2" charset="2"/>
              </a:rPr>
              <a:t>  over time – important </a:t>
            </a:r>
            <a:r>
              <a:rPr lang="nl-BE" baseline="0" dirty="0" err="1">
                <a:sym typeface="Wingdings" pitchFamily="2" charset="2"/>
              </a:rPr>
              <a:t>for</a:t>
            </a:r>
            <a:r>
              <a:rPr lang="nl-BE" baseline="0" dirty="0">
                <a:sym typeface="Wingdings" pitchFamily="2" charset="2"/>
              </a:rPr>
              <a:t> customer – </a:t>
            </a:r>
            <a:r>
              <a:rPr lang="nl-BE" baseline="0" dirty="0" err="1">
                <a:sym typeface="Wingdings" pitchFamily="2" charset="2"/>
              </a:rPr>
              <a:t>the</a:t>
            </a:r>
            <a:r>
              <a:rPr lang="nl-BE" baseline="0" dirty="0">
                <a:sym typeface="Wingdings" pitchFamily="2" charset="2"/>
              </a:rPr>
              <a:t> real parameter</a:t>
            </a:r>
            <a:endParaRPr lang="nl-BE" dirty="0"/>
          </a:p>
        </p:txBody>
      </p:sp>
      <p:sp>
        <p:nvSpPr>
          <p:cNvPr id="4" name="Tijdelijke aanduiding voor dianummer 3"/>
          <p:cNvSpPr>
            <a:spLocks noGrp="1"/>
          </p:cNvSpPr>
          <p:nvPr>
            <p:ph type="sldNum" sz="quarter" idx="10"/>
          </p:nvPr>
        </p:nvSpPr>
        <p:spPr/>
        <p:txBody>
          <a:bodyPr/>
          <a:lstStyle/>
          <a:p>
            <a:pPr>
              <a:defRPr/>
            </a:pPr>
            <a:fld id="{7DA5BC4C-46C4-4E2C-88E3-45E0A4476A80}" type="slidenum">
              <a:rPr lang="en-US" smtClean="0"/>
              <a:pPr>
                <a:defRPr/>
              </a:pPr>
              <a:t>32</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BE" dirty="0" err="1"/>
              <a:t>Cp</a:t>
            </a:r>
            <a:r>
              <a:rPr lang="nl-BE" dirty="0"/>
              <a:t> / </a:t>
            </a:r>
            <a:r>
              <a:rPr lang="nl-BE" dirty="0" err="1"/>
              <a:t>Cpk</a:t>
            </a:r>
            <a:r>
              <a:rPr lang="nl-BE" dirty="0"/>
              <a:t>: </a:t>
            </a:r>
            <a:r>
              <a:rPr lang="nl-BE" dirty="0" err="1"/>
              <a:t>Cpk</a:t>
            </a:r>
            <a:r>
              <a:rPr lang="nl-BE" dirty="0"/>
              <a:t> = Japans woord voor off-center</a:t>
            </a:r>
          </a:p>
          <a:p>
            <a:r>
              <a:rPr lang="nl-BE" dirty="0"/>
              <a:t>Pp / </a:t>
            </a:r>
            <a:r>
              <a:rPr lang="nl-BE" dirty="0" err="1"/>
              <a:t>Ppk</a:t>
            </a:r>
            <a:r>
              <a:rPr lang="nl-BE" dirty="0"/>
              <a:t>: P </a:t>
            </a:r>
            <a:r>
              <a:rPr lang="nl-BE" dirty="0" err="1"/>
              <a:t>from</a:t>
            </a:r>
            <a:r>
              <a:rPr lang="nl-BE" dirty="0"/>
              <a:t> performance</a:t>
            </a:r>
          </a:p>
        </p:txBody>
      </p:sp>
      <p:sp>
        <p:nvSpPr>
          <p:cNvPr id="4" name="Tijdelijke aanduiding voor dianummer 3"/>
          <p:cNvSpPr>
            <a:spLocks noGrp="1"/>
          </p:cNvSpPr>
          <p:nvPr>
            <p:ph type="sldNum" sz="quarter" idx="10"/>
          </p:nvPr>
        </p:nvSpPr>
        <p:spPr/>
        <p:txBody>
          <a:bodyPr/>
          <a:lstStyle/>
          <a:p>
            <a:pPr>
              <a:defRPr/>
            </a:pPr>
            <a:fld id="{7DA5BC4C-46C4-4E2C-88E3-45E0A4476A80}" type="slidenum">
              <a:rPr lang="en-US" smtClean="0"/>
              <a:pPr>
                <a:defRPr/>
              </a:pPr>
              <a:t>33</a:t>
            </a:fld>
            <a:endParaRPr lang="en-US"/>
          </a:p>
        </p:txBody>
      </p:sp>
    </p:spTree>
    <p:extLst>
      <p:ext uri="{BB962C8B-B14F-4D97-AF65-F5344CB8AC3E}">
        <p14:creationId xmlns:p14="http://schemas.microsoft.com/office/powerpoint/2010/main" val="393884103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a:p>
        </p:txBody>
      </p:sp>
      <p:sp>
        <p:nvSpPr>
          <p:cNvPr id="4" name="Tijdelijke aanduiding voor dianummer 3"/>
          <p:cNvSpPr>
            <a:spLocks noGrp="1"/>
          </p:cNvSpPr>
          <p:nvPr>
            <p:ph type="sldNum" sz="quarter" idx="10"/>
          </p:nvPr>
        </p:nvSpPr>
        <p:spPr/>
        <p:txBody>
          <a:bodyPr/>
          <a:lstStyle/>
          <a:p>
            <a:pPr>
              <a:defRPr/>
            </a:pPr>
            <a:fld id="{7DA5BC4C-46C4-4E2C-88E3-45E0A4476A80}" type="slidenum">
              <a:rPr lang="en-US" smtClean="0"/>
              <a:pPr>
                <a:defRPr/>
              </a:pPr>
              <a:t>34</a:t>
            </a:fld>
            <a:endParaRPr lang="en-US"/>
          </a:p>
        </p:txBody>
      </p:sp>
    </p:spTree>
    <p:extLst>
      <p:ext uri="{BB962C8B-B14F-4D97-AF65-F5344CB8AC3E}">
        <p14:creationId xmlns:p14="http://schemas.microsoft.com/office/powerpoint/2010/main" val="215897648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BE" b="0" dirty="0" err="1"/>
              <a:t>Improve</a:t>
            </a:r>
            <a:r>
              <a:rPr lang="nl-BE" b="0" baseline="0" dirty="0"/>
              <a:t> </a:t>
            </a:r>
            <a:r>
              <a:rPr lang="nl-BE" b="0" baseline="0" dirty="0" err="1"/>
              <a:t>Cpk</a:t>
            </a:r>
            <a:r>
              <a:rPr lang="nl-BE" b="0" baseline="0" dirty="0"/>
              <a:t> is </a:t>
            </a:r>
            <a:r>
              <a:rPr lang="nl-BE" b="0" baseline="0" dirty="0" err="1"/>
              <a:t>easier</a:t>
            </a:r>
            <a:r>
              <a:rPr lang="nl-BE" b="0" baseline="0" dirty="0"/>
              <a:t> </a:t>
            </a:r>
            <a:r>
              <a:rPr lang="nl-BE" b="0" baseline="0" dirty="0">
                <a:sym typeface="Wingdings" panose="05000000000000000000" pitchFamily="2" charset="2"/>
              </a:rPr>
              <a:t> </a:t>
            </a:r>
            <a:r>
              <a:rPr lang="nl-BE" b="0" baseline="0" dirty="0" err="1">
                <a:sym typeface="Wingdings" panose="05000000000000000000" pitchFamily="2" charset="2"/>
              </a:rPr>
              <a:t>calibrate</a:t>
            </a:r>
            <a:r>
              <a:rPr lang="nl-BE" b="0" baseline="0" dirty="0">
                <a:sym typeface="Wingdings" panose="05000000000000000000" pitchFamily="2" charset="2"/>
              </a:rPr>
              <a:t>, operator </a:t>
            </a:r>
            <a:r>
              <a:rPr lang="nl-BE" b="0" baseline="0" dirty="0" err="1">
                <a:sym typeface="Wingdings" panose="05000000000000000000" pitchFamily="2" charset="2"/>
              </a:rPr>
              <a:t>can</a:t>
            </a:r>
            <a:r>
              <a:rPr lang="nl-BE" b="0" baseline="0" dirty="0">
                <a:sym typeface="Wingdings" panose="05000000000000000000" pitchFamily="2" charset="2"/>
              </a:rPr>
              <a:t> correct </a:t>
            </a:r>
            <a:r>
              <a:rPr lang="nl-BE" b="0" baseline="0" dirty="0" err="1">
                <a:sym typeface="Wingdings" panose="05000000000000000000" pitchFamily="2" charset="2"/>
              </a:rPr>
              <a:t>this</a:t>
            </a:r>
            <a:r>
              <a:rPr lang="nl-BE" b="0" baseline="0" dirty="0">
                <a:sym typeface="Wingdings" panose="05000000000000000000" pitchFamily="2" charset="2"/>
              </a:rPr>
              <a:t>, </a:t>
            </a:r>
            <a:r>
              <a:rPr lang="nl-BE" b="0" baseline="0" dirty="0" err="1">
                <a:sym typeface="Wingdings" panose="05000000000000000000" pitchFamily="2" charset="2"/>
              </a:rPr>
              <a:t>normally</a:t>
            </a:r>
            <a:r>
              <a:rPr lang="nl-BE" b="0" baseline="0" dirty="0">
                <a:sym typeface="Wingdings" panose="05000000000000000000" pitchFamily="2" charset="2"/>
              </a:rPr>
              <a:t> 1 or 2 factors.</a:t>
            </a:r>
          </a:p>
          <a:p>
            <a:r>
              <a:rPr lang="nl-BE" b="0" baseline="0" dirty="0" err="1">
                <a:sym typeface="Wingdings" panose="05000000000000000000" pitchFamily="2" charset="2"/>
              </a:rPr>
              <a:t>Improve</a:t>
            </a:r>
            <a:r>
              <a:rPr lang="nl-BE" b="0" baseline="0" dirty="0">
                <a:sym typeface="Wingdings" panose="05000000000000000000" pitchFamily="2" charset="2"/>
              </a:rPr>
              <a:t> </a:t>
            </a:r>
            <a:r>
              <a:rPr lang="nl-BE" b="0" baseline="0" dirty="0" err="1">
                <a:sym typeface="Wingdings" panose="05000000000000000000" pitchFamily="2" charset="2"/>
              </a:rPr>
              <a:t>Cp</a:t>
            </a:r>
            <a:r>
              <a:rPr lang="nl-BE" b="0" baseline="0" dirty="0">
                <a:sym typeface="Wingdings" panose="05000000000000000000" pitchFamily="2" charset="2"/>
              </a:rPr>
              <a:t> is </a:t>
            </a:r>
            <a:r>
              <a:rPr lang="nl-BE" b="0" baseline="0" dirty="0" err="1">
                <a:sym typeface="Wingdings" panose="05000000000000000000" pitchFamily="2" charset="2"/>
              </a:rPr>
              <a:t>much</a:t>
            </a:r>
            <a:r>
              <a:rPr lang="nl-BE" b="0" baseline="0" dirty="0">
                <a:sym typeface="Wingdings" panose="05000000000000000000" pitchFamily="2" charset="2"/>
              </a:rPr>
              <a:t> more </a:t>
            </a:r>
            <a:r>
              <a:rPr lang="nl-BE" b="0" baseline="0" dirty="0" err="1">
                <a:sym typeface="Wingdings" panose="05000000000000000000" pitchFamily="2" charset="2"/>
              </a:rPr>
              <a:t>difficult</a:t>
            </a:r>
            <a:r>
              <a:rPr lang="nl-BE" b="0" baseline="0" dirty="0">
                <a:sym typeface="Wingdings" panose="05000000000000000000" pitchFamily="2" charset="2"/>
              </a:rPr>
              <a:t>: </a:t>
            </a:r>
            <a:r>
              <a:rPr lang="nl-BE" b="0" baseline="0" dirty="0" err="1">
                <a:sym typeface="Wingdings" panose="05000000000000000000" pitchFamily="2" charset="2"/>
              </a:rPr>
              <a:t>multitude</a:t>
            </a:r>
            <a:r>
              <a:rPr lang="nl-BE" b="0" baseline="0" dirty="0">
                <a:sym typeface="Wingdings" panose="05000000000000000000" pitchFamily="2" charset="2"/>
              </a:rPr>
              <a:t> of factors, </a:t>
            </a:r>
            <a:r>
              <a:rPr lang="nl-BE" b="0" baseline="0" dirty="0" err="1">
                <a:sym typeface="Wingdings" panose="05000000000000000000" pitchFamily="2" charset="2"/>
              </a:rPr>
              <a:t>mostly</a:t>
            </a:r>
            <a:r>
              <a:rPr lang="nl-BE" b="0" baseline="0" dirty="0">
                <a:sym typeface="Wingdings" panose="05000000000000000000" pitchFamily="2" charset="2"/>
              </a:rPr>
              <a:t> </a:t>
            </a:r>
            <a:r>
              <a:rPr lang="nl-BE" b="0" baseline="0" dirty="0" err="1">
                <a:sym typeface="Wingdings" panose="05000000000000000000" pitchFamily="2" charset="2"/>
              </a:rPr>
              <a:t>for</a:t>
            </a:r>
            <a:r>
              <a:rPr lang="nl-BE" b="0" baseline="0" dirty="0">
                <a:sym typeface="Wingdings" panose="05000000000000000000" pitchFamily="2" charset="2"/>
              </a:rPr>
              <a:t> </a:t>
            </a:r>
            <a:r>
              <a:rPr lang="nl-BE" b="0" baseline="0" dirty="0" err="1">
                <a:sym typeface="Wingdings" panose="05000000000000000000" pitchFamily="2" charset="2"/>
              </a:rPr>
              <a:t>process</a:t>
            </a:r>
            <a:r>
              <a:rPr lang="nl-BE" b="0" baseline="0" dirty="0">
                <a:sym typeface="Wingdings" panose="05000000000000000000" pitchFamily="2" charset="2"/>
              </a:rPr>
              <a:t> engineer</a:t>
            </a:r>
          </a:p>
          <a:p>
            <a:endParaRPr lang="nl-BE" b="0" baseline="0" dirty="0">
              <a:sym typeface="Wingdings" panose="05000000000000000000" pitchFamily="2" charset="2"/>
            </a:endParaRPr>
          </a:p>
          <a:p>
            <a:r>
              <a:rPr lang="nl-BE" b="0" baseline="0" dirty="0" err="1">
                <a:sym typeface="Wingdings" panose="05000000000000000000" pitchFamily="2" charset="2"/>
              </a:rPr>
              <a:t>If</a:t>
            </a:r>
            <a:r>
              <a:rPr lang="nl-BE" b="0" baseline="0" dirty="0">
                <a:sym typeface="Wingdings" panose="05000000000000000000" pitchFamily="2" charset="2"/>
              </a:rPr>
              <a:t> </a:t>
            </a:r>
            <a:r>
              <a:rPr lang="nl-BE" b="0" baseline="0" dirty="0" err="1">
                <a:sym typeface="Wingdings" panose="05000000000000000000" pitchFamily="2" charset="2"/>
              </a:rPr>
              <a:t>Cp</a:t>
            </a:r>
            <a:r>
              <a:rPr lang="nl-BE" b="0" baseline="0" dirty="0">
                <a:sym typeface="Wingdings" panose="05000000000000000000" pitchFamily="2" charset="2"/>
              </a:rPr>
              <a:t> </a:t>
            </a:r>
            <a:r>
              <a:rPr lang="nl-BE" b="0" baseline="0" dirty="0" err="1">
                <a:sym typeface="Wingdings" panose="05000000000000000000" pitchFamily="2" charset="2"/>
              </a:rPr>
              <a:t>sucks</a:t>
            </a:r>
            <a:r>
              <a:rPr lang="nl-BE" b="0" baseline="0" dirty="0">
                <a:sym typeface="Wingdings" panose="05000000000000000000" pitchFamily="2" charset="2"/>
              </a:rPr>
              <a:t>, </a:t>
            </a:r>
            <a:r>
              <a:rPr lang="nl-BE" b="0" baseline="0" dirty="0" err="1">
                <a:sym typeface="Wingdings" panose="05000000000000000000" pitchFamily="2" charset="2"/>
              </a:rPr>
              <a:t>don’t</a:t>
            </a:r>
            <a:r>
              <a:rPr lang="nl-BE" b="0" baseline="0" dirty="0">
                <a:sym typeface="Wingdings" panose="05000000000000000000" pitchFamily="2" charset="2"/>
              </a:rPr>
              <a:t> </a:t>
            </a:r>
            <a:r>
              <a:rPr lang="nl-BE" b="0" baseline="0" dirty="0" err="1">
                <a:sym typeface="Wingdings" panose="05000000000000000000" pitchFamily="2" charset="2"/>
              </a:rPr>
              <a:t>calculate</a:t>
            </a:r>
            <a:r>
              <a:rPr lang="nl-BE" b="0" baseline="0" dirty="0">
                <a:sym typeface="Wingdings" panose="05000000000000000000" pitchFamily="2" charset="2"/>
              </a:rPr>
              <a:t> </a:t>
            </a:r>
            <a:r>
              <a:rPr lang="nl-BE" b="0" baseline="0" dirty="0" err="1">
                <a:sym typeface="Wingdings" panose="05000000000000000000" pitchFamily="2" charset="2"/>
              </a:rPr>
              <a:t>Cpk</a:t>
            </a:r>
            <a:endParaRPr lang="nl-BE" b="0" baseline="0" dirty="0">
              <a:sym typeface="Wingdings" panose="05000000000000000000" pitchFamily="2" charset="2"/>
            </a:endParaRPr>
          </a:p>
          <a:p>
            <a:endParaRPr lang="nl-BE" b="0" baseline="0" dirty="0">
              <a:sym typeface="Wingdings" panose="05000000000000000000" pitchFamily="2" charset="2"/>
            </a:endParaRPr>
          </a:p>
          <a:p>
            <a:r>
              <a:rPr lang="nl-BE" b="0" baseline="0" dirty="0" err="1">
                <a:sym typeface="Wingdings" panose="05000000000000000000" pitchFamily="2" charset="2"/>
              </a:rPr>
              <a:t>Sheward</a:t>
            </a:r>
            <a:r>
              <a:rPr lang="nl-BE" b="0" baseline="0" dirty="0">
                <a:sym typeface="Wingdings" panose="05000000000000000000" pitchFamily="2" charset="2"/>
              </a:rPr>
              <a:t>: common </a:t>
            </a:r>
            <a:r>
              <a:rPr lang="nl-BE" b="0" baseline="0" dirty="0" err="1">
                <a:sym typeface="Wingdings" panose="05000000000000000000" pitchFamily="2" charset="2"/>
              </a:rPr>
              <a:t>cause</a:t>
            </a:r>
            <a:r>
              <a:rPr lang="nl-BE" b="0" baseline="0" dirty="0">
                <a:sym typeface="Wingdings" panose="05000000000000000000" pitchFamily="2" charset="2"/>
              </a:rPr>
              <a:t>: </a:t>
            </a:r>
            <a:r>
              <a:rPr lang="nl-BE" b="0" baseline="0" dirty="0" err="1">
                <a:sym typeface="Wingdings" panose="05000000000000000000" pitchFamily="2" charset="2"/>
              </a:rPr>
              <a:t>characteristic</a:t>
            </a:r>
            <a:r>
              <a:rPr lang="nl-BE" b="0" baseline="0" dirty="0">
                <a:sym typeface="Wingdings" panose="05000000000000000000" pitchFamily="2" charset="2"/>
              </a:rPr>
              <a:t> </a:t>
            </a:r>
            <a:r>
              <a:rPr lang="nl-BE" b="0" baseline="0" dirty="0" err="1">
                <a:sym typeface="Wingdings" panose="05000000000000000000" pitchFamily="2" charset="2"/>
              </a:rPr>
              <a:t>by</a:t>
            </a:r>
            <a:r>
              <a:rPr lang="nl-BE" b="0" baseline="0" dirty="0">
                <a:sym typeface="Wingdings" panose="05000000000000000000" pitchFamily="2" charset="2"/>
              </a:rPr>
              <a:t> </a:t>
            </a:r>
            <a:r>
              <a:rPr lang="nl-BE" b="0" baseline="0" dirty="0" err="1">
                <a:sym typeface="Wingdings" panose="05000000000000000000" pitchFamily="2" charset="2"/>
              </a:rPr>
              <a:t>simple</a:t>
            </a:r>
            <a:r>
              <a:rPr lang="nl-BE" b="0" baseline="0" dirty="0">
                <a:sym typeface="Wingdings" panose="05000000000000000000" pitchFamily="2" charset="2"/>
              </a:rPr>
              <a:t> </a:t>
            </a:r>
            <a:r>
              <a:rPr lang="nl-BE" b="0" baseline="0" dirty="0" err="1">
                <a:sym typeface="Wingdings" panose="05000000000000000000" pitchFamily="2" charset="2"/>
              </a:rPr>
              <a:t>distribution</a:t>
            </a:r>
            <a:r>
              <a:rPr lang="nl-BE" b="0" baseline="0" dirty="0">
                <a:sym typeface="Wingdings" panose="05000000000000000000" pitchFamily="2" charset="2"/>
              </a:rPr>
              <a:t>, special </a:t>
            </a:r>
            <a:r>
              <a:rPr lang="nl-BE" b="0" baseline="0" dirty="0" err="1">
                <a:sym typeface="Wingdings" panose="05000000000000000000" pitchFamily="2" charset="2"/>
              </a:rPr>
              <a:t>cause</a:t>
            </a:r>
            <a:r>
              <a:rPr lang="nl-BE" b="0" baseline="0" dirty="0">
                <a:sym typeface="Wingdings" panose="05000000000000000000" pitchFamily="2" charset="2"/>
              </a:rPr>
              <a:t>: shift in </a:t>
            </a:r>
            <a:r>
              <a:rPr lang="nl-BE" b="0" baseline="0" dirty="0" err="1">
                <a:sym typeface="Wingdings" panose="05000000000000000000" pitchFamily="2" charset="2"/>
              </a:rPr>
              <a:t>your</a:t>
            </a:r>
            <a:r>
              <a:rPr lang="nl-BE" b="0" baseline="0" dirty="0">
                <a:sym typeface="Wingdings" panose="05000000000000000000" pitchFamily="2" charset="2"/>
              </a:rPr>
              <a:t> </a:t>
            </a:r>
            <a:r>
              <a:rPr lang="nl-BE" b="0" baseline="0" dirty="0" err="1">
                <a:sym typeface="Wingdings" panose="05000000000000000000" pitchFamily="2" charset="2"/>
              </a:rPr>
              <a:t>distribution</a:t>
            </a:r>
            <a:r>
              <a:rPr lang="nl-BE" b="0" baseline="0" dirty="0">
                <a:sym typeface="Wingdings" panose="05000000000000000000" pitchFamily="2" charset="2"/>
              </a:rPr>
              <a:t>.</a:t>
            </a:r>
            <a:endParaRPr lang="nl-BE" b="0" dirty="0"/>
          </a:p>
        </p:txBody>
      </p:sp>
      <p:sp>
        <p:nvSpPr>
          <p:cNvPr id="4" name="Tijdelijke aanduiding voor dianummer 3"/>
          <p:cNvSpPr>
            <a:spLocks noGrp="1"/>
          </p:cNvSpPr>
          <p:nvPr>
            <p:ph type="sldNum" sz="quarter" idx="10"/>
          </p:nvPr>
        </p:nvSpPr>
        <p:spPr/>
        <p:txBody>
          <a:bodyPr/>
          <a:lstStyle/>
          <a:p>
            <a:pPr>
              <a:defRPr/>
            </a:pPr>
            <a:fld id="{7DA5BC4C-46C4-4E2C-88E3-45E0A4476A80}" type="slidenum">
              <a:rPr lang="en-US" smtClean="0"/>
              <a:pPr>
                <a:defRPr/>
              </a:pPr>
              <a:t>35</a:t>
            </a:fld>
            <a:endParaRPr lang="en-US"/>
          </a:p>
        </p:txBody>
      </p:sp>
    </p:spTree>
    <p:extLst>
      <p:ext uri="{BB962C8B-B14F-4D97-AF65-F5344CB8AC3E}">
        <p14:creationId xmlns:p14="http://schemas.microsoft.com/office/powerpoint/2010/main" val="12173150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Rot="1" noChangeAspect="1" noChangeArrowheads="1" noTextEdit="1"/>
          </p:cNvSpPr>
          <p:nvPr>
            <p:ph type="sldImg"/>
          </p:nvPr>
        </p:nvSpPr>
        <p:spPr>
          <a:xfrm>
            <a:off x="1001713" y="649288"/>
            <a:ext cx="5106987" cy="3830637"/>
          </a:xfrm>
          <a:ln cap="flat">
            <a:solidFill>
              <a:schemeClr val="tx1"/>
            </a:solidFill>
          </a:ln>
        </p:spPr>
      </p:sp>
      <p:sp>
        <p:nvSpPr>
          <p:cNvPr id="2" name="Tijdelijke aanduiding voor notities 1">
            <a:extLst>
              <a:ext uri="{FF2B5EF4-FFF2-40B4-BE49-F238E27FC236}">
                <a16:creationId xmlns:a16="http://schemas.microsoft.com/office/drawing/2014/main" id="{F43615FB-1BFD-DA15-5D2F-6C4522F39C9A}"/>
              </a:ext>
            </a:extLst>
          </p:cNvPr>
          <p:cNvSpPr>
            <a:spLocks noGrp="1"/>
          </p:cNvSpPr>
          <p:nvPr>
            <p:ph type="body" idx="1"/>
          </p:nvPr>
        </p:nvSpPr>
        <p:spPr/>
        <p:txBody>
          <a:bodyPr/>
          <a:lstStyle/>
          <a:p>
            <a:r>
              <a:rPr lang="en-US" dirty="0"/>
              <a:t>Why introduce a 1.5σ shift?</a:t>
            </a:r>
          </a:p>
          <a:p>
            <a:r>
              <a:rPr lang="en-US" dirty="0"/>
              <a:t>Real-world processes are not perfectly stable. Over time, they drift due to:</a:t>
            </a:r>
          </a:p>
          <a:p>
            <a:endParaRPr lang="en-US" dirty="0"/>
          </a:p>
          <a:p>
            <a:r>
              <a:rPr lang="en-US" dirty="0"/>
              <a:t>tool wear</a:t>
            </a:r>
          </a:p>
          <a:p>
            <a:r>
              <a:rPr lang="en-US" dirty="0"/>
              <a:t>temperature changes</a:t>
            </a:r>
          </a:p>
          <a:p>
            <a:r>
              <a:rPr lang="en-US" dirty="0"/>
              <a:t>operator differences</a:t>
            </a:r>
          </a:p>
          <a:p>
            <a:r>
              <a:rPr lang="en-US" dirty="0"/>
              <a:t>material variation</a:t>
            </a:r>
          </a:p>
          <a:p>
            <a:r>
              <a:rPr lang="en-US" dirty="0"/>
              <a:t>calibration drift</a:t>
            </a:r>
          </a:p>
          <a:p>
            <a:endParaRPr lang="en-US" dirty="0"/>
          </a:p>
          <a:p>
            <a:r>
              <a:rPr lang="en-US" dirty="0"/>
              <a:t>Motorola (where Six Sigma originated) observed empirically that a process mean can shift by about ±1.5 standard deviations over the long term.</a:t>
            </a:r>
          </a:p>
          <a:p>
            <a:endParaRPr lang="en-US" dirty="0"/>
          </a:p>
          <a:p>
            <a:endParaRPr lang="en-US" dirty="0"/>
          </a:p>
          <a:p>
            <a:r>
              <a:rPr lang="en-US" dirty="0"/>
              <a:t>Why specifically 1.5σ?</a:t>
            </a:r>
          </a:p>
          <a:p>
            <a:endParaRPr lang="en-US" dirty="0"/>
          </a:p>
          <a:p>
            <a:r>
              <a:rPr lang="en-US" dirty="0"/>
              <a:t>It’s not a universal law—it's:</a:t>
            </a:r>
          </a:p>
          <a:p>
            <a:endParaRPr lang="en-US" dirty="0"/>
          </a:p>
          <a:p>
            <a:r>
              <a:rPr lang="en-US" dirty="0"/>
              <a:t>an empirical observation from early industrial processes</a:t>
            </a:r>
          </a:p>
          <a:p>
            <a:r>
              <a:rPr lang="en-US" dirty="0"/>
              <a:t>a conservative assumption to account for real-world variation</a:t>
            </a:r>
          </a:p>
          <a:p>
            <a:endParaRPr lang="en-US" dirty="0"/>
          </a:p>
          <a:p>
            <a:r>
              <a:rPr lang="en-US" dirty="0"/>
              <a:t>Think of it as:</a:t>
            </a:r>
          </a:p>
          <a:p>
            <a:endParaRPr lang="en-US" dirty="0"/>
          </a:p>
          <a:p>
            <a:r>
              <a:rPr lang="en-US" dirty="0"/>
              <a:t>“Even if your process looks perfect today, expect it to degrade over time.”</a:t>
            </a:r>
            <a:endParaRPr lang="nl-BE"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a:p>
        </p:txBody>
      </p:sp>
      <p:sp>
        <p:nvSpPr>
          <p:cNvPr id="4" name="Tijdelijke aanduiding voor dianummer 3"/>
          <p:cNvSpPr>
            <a:spLocks noGrp="1"/>
          </p:cNvSpPr>
          <p:nvPr>
            <p:ph type="sldNum" sz="quarter" idx="10"/>
          </p:nvPr>
        </p:nvSpPr>
        <p:spPr/>
        <p:txBody>
          <a:bodyPr/>
          <a:lstStyle/>
          <a:p>
            <a:pPr>
              <a:defRPr/>
            </a:pPr>
            <a:fld id="{7DA5BC4C-46C4-4E2C-88E3-45E0A4476A80}" type="slidenum">
              <a:rPr lang="en-US" smtClean="0"/>
              <a:pPr>
                <a:defRPr/>
              </a:pPr>
              <a:t>37</a:t>
            </a:fld>
            <a:endParaRPr lang="en-US"/>
          </a:p>
        </p:txBody>
      </p:sp>
    </p:spTree>
    <p:extLst>
      <p:ext uri="{BB962C8B-B14F-4D97-AF65-F5344CB8AC3E}">
        <p14:creationId xmlns:p14="http://schemas.microsoft.com/office/powerpoint/2010/main" val="285648850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a:p>
        </p:txBody>
      </p:sp>
      <p:sp>
        <p:nvSpPr>
          <p:cNvPr id="4" name="Tijdelijke aanduiding voor dianummer 3"/>
          <p:cNvSpPr>
            <a:spLocks noGrp="1"/>
          </p:cNvSpPr>
          <p:nvPr>
            <p:ph type="sldNum" sz="quarter" idx="10"/>
          </p:nvPr>
        </p:nvSpPr>
        <p:spPr/>
        <p:txBody>
          <a:bodyPr/>
          <a:lstStyle/>
          <a:p>
            <a:pPr>
              <a:defRPr/>
            </a:pPr>
            <a:fld id="{7DA5BC4C-46C4-4E2C-88E3-45E0A4476A80}" type="slidenum">
              <a:rPr lang="en-US" smtClean="0"/>
              <a:pPr>
                <a:defRPr/>
              </a:pPr>
              <a:t>38</a:t>
            </a:fld>
            <a:endParaRPr lang="en-US"/>
          </a:p>
        </p:txBody>
      </p:sp>
    </p:spTree>
    <p:extLst>
      <p:ext uri="{BB962C8B-B14F-4D97-AF65-F5344CB8AC3E}">
        <p14:creationId xmlns:p14="http://schemas.microsoft.com/office/powerpoint/2010/main" val="343150955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a:p>
        </p:txBody>
      </p:sp>
      <p:sp>
        <p:nvSpPr>
          <p:cNvPr id="4" name="Tijdelijke aanduiding voor dianummer 3"/>
          <p:cNvSpPr>
            <a:spLocks noGrp="1"/>
          </p:cNvSpPr>
          <p:nvPr>
            <p:ph type="sldNum" sz="quarter" idx="10"/>
          </p:nvPr>
        </p:nvSpPr>
        <p:spPr/>
        <p:txBody>
          <a:bodyPr/>
          <a:lstStyle/>
          <a:p>
            <a:pPr>
              <a:defRPr/>
            </a:pPr>
            <a:fld id="{7DA5BC4C-46C4-4E2C-88E3-45E0A4476A80}" type="slidenum">
              <a:rPr lang="en-US" smtClean="0"/>
              <a:pPr>
                <a:defRPr/>
              </a:pPr>
              <a:t>39</a:t>
            </a:fld>
            <a:endParaRPr lang="en-US"/>
          </a:p>
        </p:txBody>
      </p:sp>
    </p:spTree>
    <p:extLst>
      <p:ext uri="{BB962C8B-B14F-4D97-AF65-F5344CB8AC3E}">
        <p14:creationId xmlns:p14="http://schemas.microsoft.com/office/powerpoint/2010/main" val="304444278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a:p>
        </p:txBody>
      </p:sp>
      <p:sp>
        <p:nvSpPr>
          <p:cNvPr id="4" name="Tijdelijke aanduiding voor dianummer 3"/>
          <p:cNvSpPr>
            <a:spLocks noGrp="1"/>
          </p:cNvSpPr>
          <p:nvPr>
            <p:ph type="sldNum" sz="quarter" idx="10"/>
          </p:nvPr>
        </p:nvSpPr>
        <p:spPr/>
        <p:txBody>
          <a:bodyPr/>
          <a:lstStyle/>
          <a:p>
            <a:pPr>
              <a:defRPr/>
            </a:pPr>
            <a:fld id="{7DA5BC4C-46C4-4E2C-88E3-45E0A4476A80}" type="slidenum">
              <a:rPr lang="en-US" smtClean="0"/>
              <a:pPr>
                <a:defRPr/>
              </a:pPr>
              <a:t>40</a:t>
            </a:fld>
            <a:endParaRPr lang="en-US"/>
          </a:p>
        </p:txBody>
      </p:sp>
    </p:spTree>
    <p:extLst>
      <p:ext uri="{BB962C8B-B14F-4D97-AF65-F5344CB8AC3E}">
        <p14:creationId xmlns:p14="http://schemas.microsoft.com/office/powerpoint/2010/main" val="121441638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a:p>
        </p:txBody>
      </p:sp>
      <p:sp>
        <p:nvSpPr>
          <p:cNvPr id="4" name="Tijdelijke aanduiding voor dianummer 3"/>
          <p:cNvSpPr>
            <a:spLocks noGrp="1"/>
          </p:cNvSpPr>
          <p:nvPr>
            <p:ph type="sldNum" sz="quarter" idx="10"/>
          </p:nvPr>
        </p:nvSpPr>
        <p:spPr/>
        <p:txBody>
          <a:bodyPr/>
          <a:lstStyle/>
          <a:p>
            <a:pPr>
              <a:defRPr/>
            </a:pPr>
            <a:fld id="{7DA5BC4C-46C4-4E2C-88E3-45E0A4476A80}" type="slidenum">
              <a:rPr lang="en-US" smtClean="0"/>
              <a:pPr>
                <a:defRPr/>
              </a:pPr>
              <a:t>41</a:t>
            </a:fld>
            <a:endParaRPr lang="en-US"/>
          </a:p>
        </p:txBody>
      </p:sp>
    </p:spTree>
    <p:extLst>
      <p:ext uri="{BB962C8B-B14F-4D97-AF65-F5344CB8AC3E}">
        <p14:creationId xmlns:p14="http://schemas.microsoft.com/office/powerpoint/2010/main" val="60652028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a:p>
        </p:txBody>
      </p:sp>
      <p:sp>
        <p:nvSpPr>
          <p:cNvPr id="4" name="Tijdelijke aanduiding voor dianummer 3"/>
          <p:cNvSpPr>
            <a:spLocks noGrp="1"/>
          </p:cNvSpPr>
          <p:nvPr>
            <p:ph type="sldNum" sz="quarter" idx="10"/>
          </p:nvPr>
        </p:nvSpPr>
        <p:spPr/>
        <p:txBody>
          <a:bodyPr/>
          <a:lstStyle/>
          <a:p>
            <a:pPr>
              <a:defRPr/>
            </a:pPr>
            <a:fld id="{7DA5BC4C-46C4-4E2C-88E3-45E0A4476A80}" type="slidenum">
              <a:rPr lang="en-US" smtClean="0"/>
              <a:pPr>
                <a:defRPr/>
              </a:pPr>
              <a:t>42</a:t>
            </a:fld>
            <a:endParaRPr lang="en-US"/>
          </a:p>
        </p:txBody>
      </p:sp>
    </p:spTree>
    <p:extLst>
      <p:ext uri="{BB962C8B-B14F-4D97-AF65-F5344CB8AC3E}">
        <p14:creationId xmlns:p14="http://schemas.microsoft.com/office/powerpoint/2010/main" val="186337612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a:p>
        </p:txBody>
      </p:sp>
      <p:sp>
        <p:nvSpPr>
          <p:cNvPr id="4" name="Tijdelijke aanduiding voor dianummer 3"/>
          <p:cNvSpPr>
            <a:spLocks noGrp="1"/>
          </p:cNvSpPr>
          <p:nvPr>
            <p:ph type="sldNum" sz="quarter" idx="10"/>
          </p:nvPr>
        </p:nvSpPr>
        <p:spPr/>
        <p:txBody>
          <a:bodyPr/>
          <a:lstStyle/>
          <a:p>
            <a:pPr>
              <a:defRPr/>
            </a:pPr>
            <a:fld id="{7DA5BC4C-46C4-4E2C-88E3-45E0A4476A80}" type="slidenum">
              <a:rPr lang="en-US" smtClean="0"/>
              <a:pPr>
                <a:defRPr/>
              </a:pPr>
              <a:t>43</a:t>
            </a:fld>
            <a:endParaRPr lang="en-US"/>
          </a:p>
        </p:txBody>
      </p:sp>
    </p:spTree>
    <p:extLst>
      <p:ext uri="{BB962C8B-B14F-4D97-AF65-F5344CB8AC3E}">
        <p14:creationId xmlns:p14="http://schemas.microsoft.com/office/powerpoint/2010/main" val="196579038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a:p>
        </p:txBody>
      </p:sp>
      <p:sp>
        <p:nvSpPr>
          <p:cNvPr id="4" name="Tijdelijke aanduiding voor dianummer 3"/>
          <p:cNvSpPr>
            <a:spLocks noGrp="1"/>
          </p:cNvSpPr>
          <p:nvPr>
            <p:ph type="sldNum" sz="quarter" idx="10"/>
          </p:nvPr>
        </p:nvSpPr>
        <p:spPr/>
        <p:txBody>
          <a:bodyPr/>
          <a:lstStyle/>
          <a:p>
            <a:pPr>
              <a:defRPr/>
            </a:pPr>
            <a:fld id="{7DA5BC4C-46C4-4E2C-88E3-45E0A4476A80}" type="slidenum">
              <a:rPr lang="en-US" smtClean="0"/>
              <a:pPr>
                <a:defRPr/>
              </a:pPr>
              <a:t>44</a:t>
            </a:fld>
            <a:endParaRPr lang="en-US"/>
          </a:p>
        </p:txBody>
      </p:sp>
    </p:spTree>
    <p:extLst>
      <p:ext uri="{BB962C8B-B14F-4D97-AF65-F5344CB8AC3E}">
        <p14:creationId xmlns:p14="http://schemas.microsoft.com/office/powerpoint/2010/main" val="259728178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normAutofit/>
          </a:bodyPr>
          <a:lstStyle/>
          <a:p>
            <a:r>
              <a:rPr lang="nl-BE" dirty="0"/>
              <a:t>71,4 </a:t>
            </a:r>
            <a:r>
              <a:rPr lang="nl-BE" dirty="0">
                <a:sym typeface="Wingdings" pitchFamily="2" charset="2"/>
              </a:rPr>
              <a:t> 72,8 mm</a:t>
            </a:r>
          </a:p>
          <a:p>
            <a:r>
              <a:rPr lang="nl-BE" dirty="0" err="1">
                <a:sym typeface="Wingdings" pitchFamily="2" charset="2"/>
              </a:rPr>
              <a:t>Cp</a:t>
            </a:r>
            <a:r>
              <a:rPr lang="nl-BE" baseline="0" dirty="0">
                <a:sym typeface="Wingdings" pitchFamily="2" charset="2"/>
              </a:rPr>
              <a:t> = (72,8 – 71,4) / 6.0,2 = 1,4/1,2 = 1,166</a:t>
            </a:r>
          </a:p>
          <a:p>
            <a:r>
              <a:rPr lang="nl-BE" baseline="0" dirty="0" err="1">
                <a:sym typeface="Wingdings" pitchFamily="2" charset="2"/>
              </a:rPr>
              <a:t>Cpk</a:t>
            </a:r>
            <a:r>
              <a:rPr lang="nl-BE" baseline="0" dirty="0">
                <a:sym typeface="Wingdings" pitchFamily="2" charset="2"/>
              </a:rPr>
              <a:t> = min ( (72,8-71,8) / (3.0,2) , (71,8 – 71,4)/(3.0,2)) = min (1,67 , 0,67) = 0,67</a:t>
            </a:r>
          </a:p>
          <a:p>
            <a:endParaRPr lang="nl-BE" baseline="0" dirty="0">
              <a:sym typeface="Wingdings" pitchFamily="2" charset="2"/>
            </a:endParaRPr>
          </a:p>
          <a:p>
            <a:r>
              <a:rPr lang="nl-BE" baseline="0" dirty="0">
                <a:sym typeface="Wingdings" pitchFamily="2" charset="2"/>
              </a:rPr>
              <a:t>0,67.6 sigma = 4,02 sigma = 95 %, 5% uitval, 50.000 </a:t>
            </a:r>
            <a:r>
              <a:rPr lang="nl-BE" baseline="0" dirty="0" err="1">
                <a:sym typeface="Wingdings" pitchFamily="2" charset="2"/>
              </a:rPr>
              <a:t>ppm</a:t>
            </a:r>
            <a:r>
              <a:rPr lang="nl-BE" baseline="0" dirty="0">
                <a:sym typeface="Wingdings" pitchFamily="2" charset="2"/>
              </a:rPr>
              <a:t>, 1 </a:t>
            </a:r>
            <a:r>
              <a:rPr lang="nl-BE" baseline="0" dirty="0" err="1">
                <a:sym typeface="Wingdings" pitchFamily="2" charset="2"/>
              </a:rPr>
              <a:t>zijdig</a:t>
            </a:r>
            <a:r>
              <a:rPr lang="nl-BE" baseline="0" dirty="0">
                <a:sym typeface="Wingdings" pitchFamily="2" charset="2"/>
              </a:rPr>
              <a:t>: 2,5% of 25.000 </a:t>
            </a:r>
            <a:r>
              <a:rPr lang="nl-BE" baseline="0" dirty="0" err="1">
                <a:sym typeface="Wingdings" pitchFamily="2" charset="2"/>
              </a:rPr>
              <a:t>ppm</a:t>
            </a:r>
            <a:endParaRPr lang="nl-BE" baseline="0" dirty="0">
              <a:sym typeface="Wingdings" pitchFamily="2" charset="2"/>
            </a:endParaRPr>
          </a:p>
          <a:p>
            <a:br>
              <a:rPr lang="nl-BE" baseline="0" dirty="0">
                <a:sym typeface="Wingdings" pitchFamily="2" charset="2"/>
              </a:rPr>
            </a:br>
            <a:r>
              <a:rPr lang="nl-BE" baseline="0" dirty="0" err="1">
                <a:sym typeface="Wingdings" pitchFamily="2" charset="2"/>
              </a:rPr>
              <a:t>Norm.verd</a:t>
            </a:r>
            <a:r>
              <a:rPr lang="nl-BE" baseline="0" dirty="0">
                <a:sym typeface="Wingdings" pitchFamily="2" charset="2"/>
              </a:rPr>
              <a:t>(71,4 ; 71,8 ; 0,2 ; cumulatief = waar)</a:t>
            </a:r>
          </a:p>
          <a:p>
            <a:endParaRPr lang="nl-BE" baseline="0" dirty="0">
              <a:sym typeface="Wingdings" pitchFamily="2" charset="2"/>
            </a:endParaRPr>
          </a:p>
          <a:p>
            <a:r>
              <a:rPr lang="nl-BE" baseline="0" dirty="0">
                <a:sym typeface="Wingdings" pitchFamily="2" charset="2"/>
              </a:rPr>
              <a:t>Gemiddeld in het midden </a:t>
            </a:r>
          </a:p>
          <a:p>
            <a:r>
              <a:rPr lang="nl-BE" baseline="0" dirty="0" err="1">
                <a:sym typeface="Wingdings" pitchFamily="2" charset="2"/>
              </a:rPr>
              <a:t>Cp</a:t>
            </a:r>
            <a:r>
              <a:rPr lang="nl-BE" baseline="0" dirty="0">
                <a:sym typeface="Wingdings" pitchFamily="2" charset="2"/>
              </a:rPr>
              <a:t> = gelijk = 1,166</a:t>
            </a:r>
          </a:p>
          <a:p>
            <a:r>
              <a:rPr lang="nl-BE" baseline="0" dirty="0" err="1">
                <a:sym typeface="Wingdings" pitchFamily="2" charset="2"/>
              </a:rPr>
              <a:t>Cpk</a:t>
            </a:r>
            <a:r>
              <a:rPr lang="nl-BE" baseline="0" dirty="0">
                <a:sym typeface="Wingdings" pitchFamily="2" charset="2"/>
              </a:rPr>
              <a:t> = 0,7 / 0,6 = 1,166</a:t>
            </a:r>
          </a:p>
          <a:p>
            <a:pPr defTabSz="947684">
              <a:defRPr/>
            </a:pPr>
            <a:r>
              <a:rPr lang="nl-BE" baseline="0" dirty="0">
                <a:sym typeface="Wingdings" pitchFamily="2" charset="2"/>
              </a:rPr>
              <a:t>(72,1-71,4)=0,7  0,7/0,2 = 3,5</a:t>
            </a:r>
          </a:p>
          <a:p>
            <a:r>
              <a:rPr lang="nl-BE" baseline="0" dirty="0">
                <a:sym typeface="Wingdings" pitchFamily="2" charset="2"/>
              </a:rPr>
              <a:t>Uitval: 3,5 sigma = 1 </a:t>
            </a:r>
            <a:r>
              <a:rPr lang="nl-BE" baseline="0" dirty="0" err="1">
                <a:sym typeface="Wingdings" pitchFamily="2" charset="2"/>
              </a:rPr>
              <a:t>zijdig</a:t>
            </a:r>
            <a:r>
              <a:rPr lang="nl-BE" baseline="0" dirty="0">
                <a:sym typeface="Wingdings" pitchFamily="2" charset="2"/>
              </a:rPr>
              <a:t> 0,02 % of 200 </a:t>
            </a:r>
            <a:r>
              <a:rPr lang="nl-BE" baseline="0" dirty="0" err="1">
                <a:sym typeface="Wingdings" pitchFamily="2" charset="2"/>
              </a:rPr>
              <a:t>ppm</a:t>
            </a:r>
            <a:r>
              <a:rPr lang="nl-BE" baseline="0" dirty="0">
                <a:sym typeface="Wingdings" pitchFamily="2" charset="2"/>
              </a:rPr>
              <a:t>, maar je moet hier 2 </a:t>
            </a:r>
            <a:r>
              <a:rPr lang="nl-BE" baseline="0" dirty="0" err="1">
                <a:sym typeface="Wingdings" pitchFamily="2" charset="2"/>
              </a:rPr>
              <a:t>zijdig</a:t>
            </a:r>
            <a:r>
              <a:rPr lang="nl-BE" baseline="0" dirty="0">
                <a:sym typeface="Wingdings" pitchFamily="2" charset="2"/>
              </a:rPr>
              <a:t> rekenen: 0,04 % of 400 </a:t>
            </a:r>
            <a:r>
              <a:rPr lang="nl-BE" baseline="0" dirty="0" err="1">
                <a:sym typeface="Wingdings" pitchFamily="2" charset="2"/>
              </a:rPr>
              <a:t>ppm</a:t>
            </a:r>
            <a:endParaRPr lang="nl-BE" baseline="0" dirty="0">
              <a:sym typeface="Wingdings" pitchFamily="2" charset="2"/>
            </a:endParaRPr>
          </a:p>
        </p:txBody>
      </p:sp>
      <p:sp>
        <p:nvSpPr>
          <p:cNvPr id="4" name="Tijdelijke aanduiding voor dianummer 3"/>
          <p:cNvSpPr>
            <a:spLocks noGrp="1"/>
          </p:cNvSpPr>
          <p:nvPr>
            <p:ph type="sldNum" sz="quarter" idx="10"/>
          </p:nvPr>
        </p:nvSpPr>
        <p:spPr/>
        <p:txBody>
          <a:bodyPr/>
          <a:lstStyle/>
          <a:p>
            <a:pPr>
              <a:defRPr/>
            </a:pPr>
            <a:fld id="{7DA5BC4C-46C4-4E2C-88E3-45E0A4476A80}" type="slidenum">
              <a:rPr lang="en-US" smtClean="0"/>
              <a:pPr>
                <a:defRPr/>
              </a:pPr>
              <a:t>45</a:t>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a:p>
        </p:txBody>
      </p:sp>
      <p:sp>
        <p:nvSpPr>
          <p:cNvPr id="4" name="Tijdelijke aanduiding voor dianummer 3"/>
          <p:cNvSpPr>
            <a:spLocks noGrp="1"/>
          </p:cNvSpPr>
          <p:nvPr>
            <p:ph type="sldNum" sz="quarter" idx="10"/>
          </p:nvPr>
        </p:nvSpPr>
        <p:spPr/>
        <p:txBody>
          <a:bodyPr/>
          <a:lstStyle/>
          <a:p>
            <a:pPr>
              <a:defRPr/>
            </a:pPr>
            <a:fld id="{7DA5BC4C-46C4-4E2C-88E3-45E0A4476A80}" type="slidenum">
              <a:rPr lang="en-US" smtClean="0"/>
              <a:pPr>
                <a:defRPr/>
              </a:pPr>
              <a:t>47</a:t>
            </a:fld>
            <a:endParaRPr lang="en-US"/>
          </a:p>
        </p:txBody>
      </p:sp>
    </p:spTree>
    <p:extLst>
      <p:ext uri="{BB962C8B-B14F-4D97-AF65-F5344CB8AC3E}">
        <p14:creationId xmlns:p14="http://schemas.microsoft.com/office/powerpoint/2010/main" val="144273777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a:p>
        </p:txBody>
      </p:sp>
      <p:sp>
        <p:nvSpPr>
          <p:cNvPr id="4" name="Tijdelijke aanduiding voor dianummer 3"/>
          <p:cNvSpPr>
            <a:spLocks noGrp="1"/>
          </p:cNvSpPr>
          <p:nvPr>
            <p:ph type="sldNum" sz="quarter" idx="10"/>
          </p:nvPr>
        </p:nvSpPr>
        <p:spPr/>
        <p:txBody>
          <a:bodyPr/>
          <a:lstStyle/>
          <a:p>
            <a:pPr>
              <a:defRPr/>
            </a:pPr>
            <a:fld id="{7DA5BC4C-46C4-4E2C-88E3-45E0A4476A80}" type="slidenum">
              <a:rPr lang="en-US" smtClean="0"/>
              <a:pPr>
                <a:defRPr/>
              </a:pPr>
              <a:t>48</a:t>
            </a:fld>
            <a:endParaRPr lang="en-US"/>
          </a:p>
        </p:txBody>
      </p:sp>
    </p:spTree>
    <p:extLst>
      <p:ext uri="{BB962C8B-B14F-4D97-AF65-F5344CB8AC3E}">
        <p14:creationId xmlns:p14="http://schemas.microsoft.com/office/powerpoint/2010/main" val="266260883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a:p>
        </p:txBody>
      </p:sp>
      <p:sp>
        <p:nvSpPr>
          <p:cNvPr id="4" name="Tijdelijke aanduiding voor dianummer 3"/>
          <p:cNvSpPr>
            <a:spLocks noGrp="1"/>
          </p:cNvSpPr>
          <p:nvPr>
            <p:ph type="sldNum" sz="quarter" idx="10"/>
          </p:nvPr>
        </p:nvSpPr>
        <p:spPr/>
        <p:txBody>
          <a:bodyPr/>
          <a:lstStyle/>
          <a:p>
            <a:pPr>
              <a:defRPr/>
            </a:pPr>
            <a:fld id="{7DA5BC4C-46C4-4E2C-88E3-45E0A4476A80}" type="slidenum">
              <a:rPr lang="en-US" smtClean="0"/>
              <a:pPr>
                <a:defRPr/>
              </a:pPr>
              <a:t>49</a:t>
            </a:fld>
            <a:endParaRPr lang="en-US"/>
          </a:p>
        </p:txBody>
      </p:sp>
    </p:spTree>
    <p:extLst>
      <p:ext uri="{BB962C8B-B14F-4D97-AF65-F5344CB8AC3E}">
        <p14:creationId xmlns:p14="http://schemas.microsoft.com/office/powerpoint/2010/main" val="145776634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a:p>
        </p:txBody>
      </p:sp>
      <p:sp>
        <p:nvSpPr>
          <p:cNvPr id="4" name="Tijdelijke aanduiding voor dianummer 3"/>
          <p:cNvSpPr>
            <a:spLocks noGrp="1"/>
          </p:cNvSpPr>
          <p:nvPr>
            <p:ph type="sldNum" sz="quarter" idx="10"/>
          </p:nvPr>
        </p:nvSpPr>
        <p:spPr/>
        <p:txBody>
          <a:bodyPr/>
          <a:lstStyle/>
          <a:p>
            <a:pPr>
              <a:defRPr/>
            </a:pPr>
            <a:fld id="{7DA5BC4C-46C4-4E2C-88E3-45E0A4476A80}" type="slidenum">
              <a:rPr lang="en-US" smtClean="0"/>
              <a:pPr>
                <a:defRPr/>
              </a:pPr>
              <a:t>50</a:t>
            </a:fld>
            <a:endParaRPr lang="en-US"/>
          </a:p>
        </p:txBody>
      </p:sp>
    </p:spTree>
    <p:extLst>
      <p:ext uri="{BB962C8B-B14F-4D97-AF65-F5344CB8AC3E}">
        <p14:creationId xmlns:p14="http://schemas.microsoft.com/office/powerpoint/2010/main" val="42800893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a:p>
        </p:txBody>
      </p:sp>
      <p:sp>
        <p:nvSpPr>
          <p:cNvPr id="4" name="Tijdelijke aanduiding voor dianummer 3"/>
          <p:cNvSpPr>
            <a:spLocks noGrp="1"/>
          </p:cNvSpPr>
          <p:nvPr>
            <p:ph type="sldNum" sz="quarter" idx="10"/>
          </p:nvPr>
        </p:nvSpPr>
        <p:spPr/>
        <p:txBody>
          <a:bodyPr/>
          <a:lstStyle/>
          <a:p>
            <a:pPr>
              <a:defRPr/>
            </a:pPr>
            <a:fld id="{7DA5BC4C-46C4-4E2C-88E3-45E0A4476A80}" type="slidenum">
              <a:rPr lang="en-US" smtClean="0"/>
              <a:pPr>
                <a:defRPr/>
              </a:pPr>
              <a:t>51</a:t>
            </a:fld>
            <a:endParaRPr lang="en-US"/>
          </a:p>
        </p:txBody>
      </p:sp>
    </p:spTree>
    <p:extLst>
      <p:ext uri="{BB962C8B-B14F-4D97-AF65-F5344CB8AC3E}">
        <p14:creationId xmlns:p14="http://schemas.microsoft.com/office/powerpoint/2010/main" val="101549512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normAutofit fontScale="92500" lnSpcReduction="10000"/>
          </a:bodyPr>
          <a:lstStyle/>
          <a:p>
            <a:r>
              <a:rPr lang="nl-BE" dirty="0"/>
              <a:t>Links</a:t>
            </a:r>
            <a:r>
              <a:rPr lang="nl-BE" baseline="0" dirty="0"/>
              <a:t> </a:t>
            </a:r>
            <a:r>
              <a:rPr lang="nl-BE" baseline="0" dirty="0" err="1"/>
              <a:t>between</a:t>
            </a:r>
            <a:r>
              <a:rPr lang="nl-BE" baseline="0" dirty="0"/>
              <a:t> topics:</a:t>
            </a:r>
          </a:p>
          <a:p>
            <a:endParaRPr lang="nl-BE" baseline="0" dirty="0"/>
          </a:p>
          <a:p>
            <a:r>
              <a:rPr lang="nl-BE" baseline="0" dirty="0" err="1"/>
              <a:t>Lean</a:t>
            </a:r>
            <a:r>
              <a:rPr lang="nl-BE" baseline="0" dirty="0"/>
              <a:t> &amp; </a:t>
            </a:r>
            <a:r>
              <a:rPr lang="nl-BE" baseline="0" dirty="0" err="1"/>
              <a:t>Six</a:t>
            </a:r>
            <a:r>
              <a:rPr lang="nl-BE" baseline="0" dirty="0"/>
              <a:t> Sigma: </a:t>
            </a:r>
            <a:r>
              <a:rPr lang="nl-BE" baseline="0" dirty="0" err="1"/>
              <a:t>introduction</a:t>
            </a:r>
            <a:r>
              <a:rPr lang="nl-BE" baseline="0" dirty="0"/>
              <a:t> – </a:t>
            </a:r>
            <a:r>
              <a:rPr lang="nl-BE" baseline="0" dirty="0" err="1"/>
              <a:t>what</a:t>
            </a:r>
            <a:r>
              <a:rPr lang="nl-BE" baseline="0" dirty="0"/>
              <a:t> is </a:t>
            </a:r>
            <a:r>
              <a:rPr lang="nl-BE" baseline="0" dirty="0" err="1"/>
              <a:t>Lean</a:t>
            </a:r>
            <a:r>
              <a:rPr lang="nl-BE" baseline="0" dirty="0"/>
              <a:t> / </a:t>
            </a:r>
            <a:r>
              <a:rPr lang="nl-BE" baseline="0" dirty="0" err="1"/>
              <a:t>what</a:t>
            </a:r>
            <a:r>
              <a:rPr lang="nl-BE" baseline="0" dirty="0"/>
              <a:t> is </a:t>
            </a:r>
            <a:r>
              <a:rPr lang="nl-BE" baseline="0" dirty="0" err="1"/>
              <a:t>Six</a:t>
            </a:r>
            <a:r>
              <a:rPr lang="nl-BE" baseline="0" dirty="0"/>
              <a:t> Sigma and </a:t>
            </a:r>
            <a:r>
              <a:rPr lang="nl-BE" baseline="0" dirty="0" err="1"/>
              <a:t>what</a:t>
            </a:r>
            <a:r>
              <a:rPr lang="nl-BE" baseline="0" dirty="0"/>
              <a:t> is link in </a:t>
            </a:r>
            <a:r>
              <a:rPr lang="nl-BE" baseline="0" dirty="0" err="1"/>
              <a:t>between</a:t>
            </a:r>
            <a:r>
              <a:rPr lang="nl-BE" baseline="0" dirty="0"/>
              <a:t>.</a:t>
            </a:r>
            <a:br>
              <a:rPr lang="nl-BE" baseline="0" dirty="0"/>
            </a:br>
            <a:r>
              <a:rPr lang="nl-BE" baseline="0" dirty="0" err="1"/>
              <a:t>After</a:t>
            </a:r>
            <a:r>
              <a:rPr lang="nl-BE" baseline="0" dirty="0"/>
              <a:t> </a:t>
            </a:r>
            <a:r>
              <a:rPr lang="nl-BE" baseline="0" dirty="0" err="1"/>
              <a:t>that</a:t>
            </a:r>
            <a:r>
              <a:rPr lang="nl-BE" baseline="0" dirty="0"/>
              <a:t>: </a:t>
            </a:r>
            <a:r>
              <a:rPr lang="nl-BE" baseline="0" dirty="0" err="1"/>
              <a:t>introduction</a:t>
            </a:r>
            <a:r>
              <a:rPr lang="nl-BE" baseline="0" dirty="0"/>
              <a:t> to </a:t>
            </a:r>
            <a:r>
              <a:rPr lang="nl-BE" baseline="0" dirty="0" err="1"/>
              <a:t>statistics</a:t>
            </a:r>
            <a:r>
              <a:rPr lang="nl-BE" baseline="0" dirty="0"/>
              <a:t> (</a:t>
            </a:r>
            <a:r>
              <a:rPr lang="nl-BE" baseline="0" dirty="0" err="1"/>
              <a:t>Six</a:t>
            </a:r>
            <a:r>
              <a:rPr lang="nl-BE" baseline="0" dirty="0"/>
              <a:t> Sigma </a:t>
            </a:r>
            <a:r>
              <a:rPr lang="nl-BE" baseline="0" dirty="0" err="1"/>
              <a:t>strongly</a:t>
            </a:r>
            <a:r>
              <a:rPr lang="nl-BE" baseline="0" dirty="0"/>
              <a:t> </a:t>
            </a:r>
            <a:r>
              <a:rPr lang="nl-BE" baseline="0" dirty="0" err="1"/>
              <a:t>statistically</a:t>
            </a:r>
            <a:r>
              <a:rPr lang="nl-BE" baseline="0" dirty="0"/>
              <a:t> </a:t>
            </a:r>
            <a:r>
              <a:rPr lang="nl-BE" baseline="0" dirty="0" err="1"/>
              <a:t>oriented</a:t>
            </a:r>
            <a:r>
              <a:rPr lang="nl-BE" baseline="0" dirty="0"/>
              <a:t> – </a:t>
            </a:r>
            <a:r>
              <a:rPr lang="nl-BE" baseline="0" dirty="0" err="1"/>
              <a:t>see</a:t>
            </a:r>
            <a:r>
              <a:rPr lang="nl-BE" baseline="0" dirty="0"/>
              <a:t> the </a:t>
            </a:r>
            <a:r>
              <a:rPr lang="nl-BE" baseline="0" dirty="0" err="1"/>
              <a:t>world</a:t>
            </a:r>
            <a:r>
              <a:rPr lang="nl-BE" baseline="0" dirty="0"/>
              <a:t> in </a:t>
            </a:r>
            <a:r>
              <a:rPr lang="nl-BE" baseline="0" dirty="0" err="1"/>
              <a:t>figures</a:t>
            </a:r>
            <a:r>
              <a:rPr lang="nl-BE" baseline="0" dirty="0"/>
              <a:t>, in </a:t>
            </a:r>
            <a:r>
              <a:rPr lang="nl-BE" baseline="0" dirty="0" err="1"/>
              <a:t>dispersion</a:t>
            </a:r>
            <a:r>
              <a:rPr lang="nl-BE" baseline="0" dirty="0"/>
              <a:t>, and </a:t>
            </a:r>
            <a:r>
              <a:rPr lang="nl-BE" baseline="0" dirty="0" err="1"/>
              <a:t>how</a:t>
            </a:r>
            <a:r>
              <a:rPr lang="nl-BE" baseline="0" dirty="0"/>
              <a:t> to </a:t>
            </a:r>
            <a:r>
              <a:rPr lang="nl-BE" baseline="0" dirty="0" err="1"/>
              <a:t>reduce</a:t>
            </a:r>
            <a:r>
              <a:rPr lang="nl-BE" baseline="0" dirty="0"/>
              <a:t> </a:t>
            </a:r>
            <a:r>
              <a:rPr lang="nl-BE" baseline="0" dirty="0" err="1"/>
              <a:t>dispersion</a:t>
            </a:r>
            <a:r>
              <a:rPr lang="nl-BE" baseline="0" dirty="0"/>
              <a:t>)</a:t>
            </a:r>
          </a:p>
          <a:p>
            <a:endParaRPr lang="nl-BE" baseline="0" dirty="0"/>
          </a:p>
          <a:p>
            <a:r>
              <a:rPr lang="nl-BE" baseline="0" dirty="0"/>
              <a:t>DMAIC: break </a:t>
            </a:r>
            <a:r>
              <a:rPr lang="nl-BE" baseline="0" dirty="0" err="1"/>
              <a:t>trough</a:t>
            </a:r>
            <a:r>
              <a:rPr lang="nl-BE" baseline="0" dirty="0"/>
              <a:t> </a:t>
            </a:r>
            <a:r>
              <a:rPr lang="nl-BE" baseline="0" dirty="0" err="1"/>
              <a:t>strategy</a:t>
            </a:r>
            <a:r>
              <a:rPr lang="nl-BE" baseline="0" dirty="0"/>
              <a:t>, </a:t>
            </a:r>
            <a:r>
              <a:rPr lang="nl-BE" baseline="0" dirty="0" err="1"/>
              <a:t>method</a:t>
            </a:r>
            <a:r>
              <a:rPr lang="nl-BE" baseline="0" dirty="0"/>
              <a:t> to </a:t>
            </a:r>
            <a:r>
              <a:rPr lang="nl-BE" baseline="0" dirty="0" err="1"/>
              <a:t>install</a:t>
            </a:r>
            <a:r>
              <a:rPr lang="nl-BE" baseline="0" dirty="0"/>
              <a:t> </a:t>
            </a:r>
            <a:r>
              <a:rPr lang="nl-BE" baseline="0" dirty="0" err="1"/>
              <a:t>Six</a:t>
            </a:r>
            <a:r>
              <a:rPr lang="nl-BE" baseline="0" dirty="0"/>
              <a:t> Sigma </a:t>
            </a:r>
            <a:r>
              <a:rPr lang="nl-BE" baseline="0" dirty="0" err="1"/>
              <a:t>projects</a:t>
            </a:r>
            <a:r>
              <a:rPr lang="nl-BE" baseline="0" dirty="0"/>
              <a:t>, </a:t>
            </a:r>
            <a:r>
              <a:rPr lang="nl-BE" baseline="0" dirty="0" err="1"/>
              <a:t>here</a:t>
            </a:r>
            <a:r>
              <a:rPr lang="nl-BE" baseline="0" dirty="0"/>
              <a:t> we </a:t>
            </a:r>
            <a:r>
              <a:rPr lang="nl-BE" baseline="0" dirty="0" err="1"/>
              <a:t>define</a:t>
            </a:r>
            <a:r>
              <a:rPr lang="nl-BE" baseline="0" dirty="0"/>
              <a:t> </a:t>
            </a:r>
            <a:r>
              <a:rPr lang="nl-BE" baseline="0" dirty="0" err="1"/>
              <a:t>our</a:t>
            </a:r>
            <a:r>
              <a:rPr lang="nl-BE" baseline="0" dirty="0"/>
              <a:t> </a:t>
            </a:r>
            <a:r>
              <a:rPr lang="nl-BE" baseline="0" dirty="0" err="1"/>
              <a:t>problem</a:t>
            </a:r>
            <a:r>
              <a:rPr lang="nl-BE" baseline="0" dirty="0"/>
              <a:t> </a:t>
            </a:r>
            <a:r>
              <a:rPr lang="nl-BE" baseline="0" dirty="0" err="1"/>
              <a:t>very</a:t>
            </a:r>
            <a:r>
              <a:rPr lang="nl-BE" baseline="0" dirty="0"/>
              <a:t> </a:t>
            </a:r>
            <a:r>
              <a:rPr lang="nl-BE" baseline="0" dirty="0" err="1"/>
              <a:t>detailed</a:t>
            </a:r>
            <a:r>
              <a:rPr lang="nl-BE" baseline="0" dirty="0"/>
              <a:t>, set up a plan, </a:t>
            </a:r>
            <a:r>
              <a:rPr lang="nl-BE" baseline="0" dirty="0" err="1"/>
              <a:t>deep</a:t>
            </a:r>
            <a:r>
              <a:rPr lang="nl-BE" baseline="0" dirty="0"/>
              <a:t> </a:t>
            </a:r>
            <a:r>
              <a:rPr lang="nl-BE" baseline="0" dirty="0" err="1"/>
              <a:t>dive</a:t>
            </a:r>
            <a:r>
              <a:rPr lang="nl-BE" baseline="0" dirty="0"/>
              <a:t> </a:t>
            </a:r>
            <a:r>
              <a:rPr lang="nl-BE" baseline="0" dirty="0" err="1"/>
              <a:t>into</a:t>
            </a:r>
            <a:r>
              <a:rPr lang="nl-BE" baseline="0" dirty="0"/>
              <a:t> </a:t>
            </a:r>
            <a:r>
              <a:rPr lang="nl-BE" baseline="0" dirty="0" err="1"/>
              <a:t>metrics</a:t>
            </a:r>
            <a:r>
              <a:rPr lang="nl-BE" baseline="0" dirty="0"/>
              <a:t> / </a:t>
            </a:r>
            <a:r>
              <a:rPr lang="nl-BE" baseline="0" dirty="0" err="1"/>
              <a:t>statistics</a:t>
            </a:r>
            <a:r>
              <a:rPr lang="nl-BE" baseline="0" dirty="0"/>
              <a:t> to analyse the </a:t>
            </a:r>
            <a:r>
              <a:rPr lang="nl-BE" baseline="0" dirty="0" err="1"/>
              <a:t>problem</a:t>
            </a:r>
            <a:r>
              <a:rPr lang="nl-BE" baseline="0" dirty="0"/>
              <a:t>(s), </a:t>
            </a:r>
            <a:r>
              <a:rPr lang="nl-BE" baseline="0" dirty="0" err="1"/>
              <a:t>perform</a:t>
            </a:r>
            <a:r>
              <a:rPr lang="nl-BE" baseline="0" dirty="0"/>
              <a:t> </a:t>
            </a:r>
            <a:r>
              <a:rPr lang="nl-BE" baseline="0" dirty="0" err="1"/>
              <a:t>an</a:t>
            </a:r>
            <a:r>
              <a:rPr lang="nl-BE" baseline="0" dirty="0"/>
              <a:t> </a:t>
            </a:r>
            <a:r>
              <a:rPr lang="nl-BE" baseline="0" dirty="0" err="1"/>
              <a:t>action</a:t>
            </a:r>
            <a:r>
              <a:rPr lang="nl-BE" baseline="0" dirty="0"/>
              <a:t> plan and </a:t>
            </a:r>
            <a:r>
              <a:rPr lang="nl-BE" baseline="0" dirty="0" err="1"/>
              <a:t>sustain</a:t>
            </a:r>
            <a:r>
              <a:rPr lang="nl-BE" baseline="0" dirty="0"/>
              <a:t> (</a:t>
            </a:r>
            <a:r>
              <a:rPr lang="nl-BE" baseline="0" dirty="0" err="1"/>
              <a:t>control</a:t>
            </a:r>
            <a:r>
              <a:rPr lang="nl-BE" baseline="0" dirty="0"/>
              <a:t> </a:t>
            </a:r>
            <a:r>
              <a:rPr lang="nl-BE" baseline="0" dirty="0" err="1"/>
              <a:t>charts</a:t>
            </a:r>
            <a:r>
              <a:rPr lang="nl-BE" baseline="0" dirty="0"/>
              <a:t>, check up </a:t>
            </a:r>
            <a:r>
              <a:rPr lang="nl-BE" baseline="0" dirty="0" err="1"/>
              <a:t>by</a:t>
            </a:r>
            <a:r>
              <a:rPr lang="nl-BE" baseline="0" dirty="0"/>
              <a:t> </a:t>
            </a:r>
            <a:r>
              <a:rPr lang="nl-BE" baseline="0" dirty="0" err="1"/>
              <a:t>KPIs</a:t>
            </a:r>
            <a:r>
              <a:rPr lang="nl-BE" baseline="0" dirty="0"/>
              <a:t>, …), </a:t>
            </a:r>
            <a:r>
              <a:rPr lang="nl-BE" baseline="0" dirty="0" err="1"/>
              <a:t>so</a:t>
            </a:r>
            <a:r>
              <a:rPr lang="nl-BE" baseline="0" dirty="0"/>
              <a:t> </a:t>
            </a:r>
            <a:r>
              <a:rPr lang="nl-BE" baseline="0" dirty="0" err="1"/>
              <a:t>that</a:t>
            </a:r>
            <a:r>
              <a:rPr lang="nl-BE" baseline="0" dirty="0"/>
              <a:t> </a:t>
            </a:r>
            <a:r>
              <a:rPr lang="nl-BE" baseline="0" dirty="0" err="1"/>
              <a:t>efforts</a:t>
            </a:r>
            <a:r>
              <a:rPr lang="nl-BE" baseline="0" dirty="0"/>
              <a:t> are </a:t>
            </a:r>
            <a:r>
              <a:rPr lang="nl-BE" baseline="0" dirty="0" err="1"/>
              <a:t>not</a:t>
            </a:r>
            <a:r>
              <a:rPr lang="nl-BE" baseline="0" dirty="0"/>
              <a:t> lost.</a:t>
            </a:r>
          </a:p>
          <a:p>
            <a:endParaRPr lang="nl-BE" baseline="0" dirty="0"/>
          </a:p>
          <a:p>
            <a:r>
              <a:rPr lang="nl-BE" baseline="0" dirty="0" err="1"/>
              <a:t>Process</a:t>
            </a:r>
            <a:r>
              <a:rPr lang="nl-BE" baseline="0" dirty="0"/>
              <a:t> </a:t>
            </a:r>
            <a:r>
              <a:rPr lang="nl-BE" baseline="0" dirty="0" err="1"/>
              <a:t>capability</a:t>
            </a:r>
            <a:r>
              <a:rPr lang="nl-BE" baseline="0" dirty="0"/>
              <a:t> is </a:t>
            </a:r>
            <a:r>
              <a:rPr lang="nl-BE" baseline="0" dirty="0" err="1"/>
              <a:t>about</a:t>
            </a:r>
            <a:r>
              <a:rPr lang="nl-BE" baseline="0" dirty="0"/>
              <a:t> </a:t>
            </a:r>
            <a:r>
              <a:rPr lang="nl-BE" baseline="0" dirty="0" err="1"/>
              <a:t>how</a:t>
            </a:r>
            <a:r>
              <a:rPr lang="nl-BE" baseline="0" dirty="0"/>
              <a:t> </a:t>
            </a:r>
            <a:r>
              <a:rPr lang="nl-BE" baseline="0" dirty="0" err="1"/>
              <a:t>our</a:t>
            </a:r>
            <a:r>
              <a:rPr lang="nl-BE" baseline="0" dirty="0"/>
              <a:t> </a:t>
            </a:r>
            <a:r>
              <a:rPr lang="nl-BE" baseline="0" dirty="0" err="1"/>
              <a:t>processes</a:t>
            </a:r>
            <a:r>
              <a:rPr lang="nl-BE" baseline="0" dirty="0"/>
              <a:t> </a:t>
            </a:r>
            <a:r>
              <a:rPr lang="nl-BE" baseline="0" dirty="0" err="1"/>
              <a:t>perform</a:t>
            </a:r>
            <a:r>
              <a:rPr lang="nl-BE" baseline="0" dirty="0"/>
              <a:t> and we monitor </a:t>
            </a:r>
            <a:r>
              <a:rPr lang="nl-BE" baseline="0" dirty="0" err="1"/>
              <a:t>when</a:t>
            </a:r>
            <a:r>
              <a:rPr lang="nl-BE" baseline="0" dirty="0"/>
              <a:t> we </a:t>
            </a:r>
            <a:r>
              <a:rPr lang="nl-BE" baseline="0" dirty="0" err="1"/>
              <a:t>improve</a:t>
            </a:r>
            <a:r>
              <a:rPr lang="nl-BE" baseline="0" dirty="0"/>
              <a:t> </a:t>
            </a:r>
            <a:r>
              <a:rPr lang="nl-BE" baseline="0" dirty="0" err="1"/>
              <a:t>our</a:t>
            </a:r>
            <a:r>
              <a:rPr lang="nl-BE" baseline="0" dirty="0"/>
              <a:t> </a:t>
            </a:r>
            <a:r>
              <a:rPr lang="nl-BE" baseline="0" dirty="0" err="1"/>
              <a:t>processes</a:t>
            </a:r>
            <a:r>
              <a:rPr lang="nl-BE" baseline="0" dirty="0"/>
              <a:t>. </a:t>
            </a:r>
            <a:r>
              <a:rPr lang="nl-BE" baseline="0" dirty="0" err="1"/>
              <a:t>Also</a:t>
            </a:r>
            <a:r>
              <a:rPr lang="nl-BE" baseline="0" dirty="0"/>
              <a:t> </a:t>
            </a:r>
            <a:r>
              <a:rPr lang="nl-BE" baseline="0" dirty="0" err="1"/>
              <a:t>applicable</a:t>
            </a:r>
            <a:r>
              <a:rPr lang="nl-BE" baseline="0" dirty="0"/>
              <a:t> </a:t>
            </a:r>
            <a:r>
              <a:rPr lang="nl-BE" baseline="0" dirty="0" err="1"/>
              <a:t>on</a:t>
            </a:r>
            <a:r>
              <a:rPr lang="nl-BE" baseline="0" dirty="0"/>
              <a:t> </a:t>
            </a:r>
            <a:r>
              <a:rPr lang="nl-BE" baseline="0" dirty="0" err="1"/>
              <a:t>measurment</a:t>
            </a:r>
            <a:r>
              <a:rPr lang="nl-BE" baseline="0" dirty="0"/>
              <a:t> </a:t>
            </a:r>
            <a:r>
              <a:rPr lang="nl-BE" baseline="0" dirty="0" err="1"/>
              <a:t>gauges</a:t>
            </a:r>
            <a:r>
              <a:rPr lang="nl-BE" baseline="0" dirty="0"/>
              <a:t>.</a:t>
            </a:r>
          </a:p>
          <a:p>
            <a:endParaRPr lang="nl-BE" baseline="0" dirty="0"/>
          </a:p>
          <a:p>
            <a:r>
              <a:rPr lang="nl-BE" baseline="0" dirty="0" err="1"/>
              <a:t>Statistical</a:t>
            </a:r>
            <a:r>
              <a:rPr lang="nl-BE" baseline="0" dirty="0"/>
              <a:t> </a:t>
            </a:r>
            <a:r>
              <a:rPr lang="nl-BE" baseline="0" dirty="0" err="1"/>
              <a:t>process</a:t>
            </a:r>
            <a:r>
              <a:rPr lang="nl-BE" baseline="0" dirty="0"/>
              <a:t> </a:t>
            </a:r>
            <a:r>
              <a:rPr lang="nl-BE" baseline="0" dirty="0" err="1"/>
              <a:t>control</a:t>
            </a:r>
            <a:r>
              <a:rPr lang="nl-BE" baseline="0" dirty="0"/>
              <a:t> </a:t>
            </a:r>
            <a:r>
              <a:rPr lang="nl-BE" baseline="0" dirty="0">
                <a:sym typeface="Wingdings" pitchFamily="2" charset="2"/>
              </a:rPr>
              <a:t> to </a:t>
            </a:r>
            <a:r>
              <a:rPr lang="nl-BE" baseline="0" dirty="0" err="1">
                <a:sym typeface="Wingdings" pitchFamily="2" charset="2"/>
              </a:rPr>
              <a:t>sustain</a:t>
            </a:r>
            <a:endParaRPr lang="nl-BE" baseline="0" dirty="0">
              <a:sym typeface="Wingdings" pitchFamily="2" charset="2"/>
            </a:endParaRPr>
          </a:p>
          <a:p>
            <a:endParaRPr lang="nl-BE" baseline="0" dirty="0">
              <a:sym typeface="Wingdings" pitchFamily="2" charset="2"/>
            </a:endParaRPr>
          </a:p>
          <a:p>
            <a:r>
              <a:rPr lang="nl-BE" baseline="0" dirty="0">
                <a:sym typeface="Wingdings" pitchFamily="2" charset="2"/>
              </a:rPr>
              <a:t>Hypothesis </a:t>
            </a:r>
            <a:r>
              <a:rPr lang="nl-BE" baseline="0" dirty="0" err="1">
                <a:sym typeface="Wingdings" pitchFamily="2" charset="2"/>
              </a:rPr>
              <a:t>testing</a:t>
            </a:r>
            <a:r>
              <a:rPr lang="nl-BE" baseline="0" dirty="0">
                <a:sym typeface="Wingdings" pitchFamily="2" charset="2"/>
              </a:rPr>
              <a:t>, </a:t>
            </a:r>
            <a:r>
              <a:rPr lang="nl-BE" baseline="0" dirty="0" err="1">
                <a:sym typeface="Wingdings" pitchFamily="2" charset="2"/>
              </a:rPr>
              <a:t>two</a:t>
            </a:r>
            <a:r>
              <a:rPr lang="nl-BE" baseline="0" dirty="0">
                <a:sym typeface="Wingdings" pitchFamily="2" charset="2"/>
              </a:rPr>
              <a:t> samples, ANOVA  </a:t>
            </a:r>
            <a:r>
              <a:rPr lang="nl-BE" baseline="0" dirty="0" err="1">
                <a:sym typeface="Wingdings" pitchFamily="2" charset="2"/>
              </a:rPr>
              <a:t>statistical</a:t>
            </a:r>
            <a:r>
              <a:rPr lang="nl-BE" baseline="0" dirty="0">
                <a:sym typeface="Wingdings" pitchFamily="2" charset="2"/>
              </a:rPr>
              <a:t> </a:t>
            </a:r>
            <a:r>
              <a:rPr lang="nl-BE" baseline="0" dirty="0" err="1">
                <a:sym typeface="Wingdings" pitchFamily="2" charset="2"/>
              </a:rPr>
              <a:t>techniques</a:t>
            </a:r>
            <a:r>
              <a:rPr lang="nl-BE" baseline="0" dirty="0">
                <a:sym typeface="Wingdings" pitchFamily="2" charset="2"/>
              </a:rPr>
              <a:t> to </a:t>
            </a:r>
            <a:r>
              <a:rPr lang="nl-BE" baseline="0" dirty="0" err="1">
                <a:sym typeface="Wingdings" pitchFamily="2" charset="2"/>
              </a:rPr>
              <a:t>make</a:t>
            </a:r>
            <a:r>
              <a:rPr lang="nl-BE" baseline="0" dirty="0">
                <a:sym typeface="Wingdings" pitchFamily="2" charset="2"/>
              </a:rPr>
              <a:t> a statement </a:t>
            </a:r>
            <a:r>
              <a:rPr lang="nl-BE" baseline="0" dirty="0" err="1">
                <a:sym typeface="Wingdings" pitchFamily="2" charset="2"/>
              </a:rPr>
              <a:t>about</a:t>
            </a:r>
            <a:r>
              <a:rPr lang="nl-BE" baseline="0" dirty="0">
                <a:sym typeface="Wingdings" pitchFamily="2" charset="2"/>
              </a:rPr>
              <a:t> a </a:t>
            </a:r>
            <a:r>
              <a:rPr lang="nl-BE" baseline="0" dirty="0" err="1">
                <a:sym typeface="Wingdings" pitchFamily="2" charset="2"/>
              </a:rPr>
              <a:t>certain</a:t>
            </a:r>
            <a:r>
              <a:rPr lang="nl-BE" baseline="0" dirty="0">
                <a:sym typeface="Wingdings" pitchFamily="2" charset="2"/>
              </a:rPr>
              <a:t> hypothesis</a:t>
            </a:r>
          </a:p>
          <a:p>
            <a:endParaRPr lang="nl-BE" baseline="0" dirty="0">
              <a:sym typeface="Wingdings" pitchFamily="2" charset="2"/>
            </a:endParaRPr>
          </a:p>
          <a:p>
            <a:r>
              <a:rPr lang="nl-BE" baseline="0" dirty="0">
                <a:sym typeface="Wingdings" pitchFamily="2" charset="2"/>
              </a:rPr>
              <a:t>Design of </a:t>
            </a:r>
            <a:r>
              <a:rPr lang="nl-BE" baseline="0" dirty="0" err="1">
                <a:sym typeface="Wingdings" pitchFamily="2" charset="2"/>
              </a:rPr>
              <a:t>experiments</a:t>
            </a:r>
            <a:r>
              <a:rPr lang="nl-BE" baseline="0" dirty="0">
                <a:sym typeface="Wingdings" pitchFamily="2" charset="2"/>
              </a:rPr>
              <a:t>: </a:t>
            </a:r>
            <a:r>
              <a:rPr lang="nl-BE" baseline="0" dirty="0" err="1">
                <a:sym typeface="Wingdings" pitchFamily="2" charset="2"/>
              </a:rPr>
              <a:t>often</a:t>
            </a:r>
            <a:r>
              <a:rPr lang="nl-BE" baseline="0" dirty="0">
                <a:sym typeface="Wingdings" pitchFamily="2" charset="2"/>
              </a:rPr>
              <a:t> </a:t>
            </a:r>
            <a:r>
              <a:rPr lang="nl-BE" baseline="0" dirty="0" err="1">
                <a:sym typeface="Wingdings" pitchFamily="2" charset="2"/>
              </a:rPr>
              <a:t>you</a:t>
            </a:r>
            <a:r>
              <a:rPr lang="nl-BE" baseline="0" dirty="0">
                <a:sym typeface="Wingdings" pitchFamily="2" charset="2"/>
              </a:rPr>
              <a:t> have </a:t>
            </a:r>
            <a:r>
              <a:rPr lang="nl-BE" baseline="0" dirty="0" err="1">
                <a:sym typeface="Wingdings" pitchFamily="2" charset="2"/>
              </a:rPr>
              <a:t>already</a:t>
            </a:r>
            <a:r>
              <a:rPr lang="nl-BE" baseline="0" dirty="0">
                <a:sym typeface="Wingdings" pitchFamily="2" charset="2"/>
              </a:rPr>
              <a:t> data </a:t>
            </a:r>
            <a:r>
              <a:rPr lang="nl-BE" baseline="0" dirty="0" err="1">
                <a:sym typeface="Wingdings" pitchFamily="2" charset="2"/>
              </a:rPr>
              <a:t>about</a:t>
            </a:r>
            <a:r>
              <a:rPr lang="nl-BE" baseline="0" dirty="0">
                <a:sym typeface="Wingdings" pitchFamily="2" charset="2"/>
              </a:rPr>
              <a:t> a </a:t>
            </a:r>
            <a:r>
              <a:rPr lang="nl-BE" baseline="0" dirty="0" err="1">
                <a:sym typeface="Wingdings" pitchFamily="2" charset="2"/>
              </a:rPr>
              <a:t>certain</a:t>
            </a:r>
            <a:r>
              <a:rPr lang="nl-BE" baseline="0" dirty="0">
                <a:sym typeface="Wingdings" pitchFamily="2" charset="2"/>
              </a:rPr>
              <a:t> </a:t>
            </a:r>
            <a:r>
              <a:rPr lang="nl-BE" baseline="0" dirty="0" err="1">
                <a:sym typeface="Wingdings" pitchFamily="2" charset="2"/>
              </a:rPr>
              <a:t>problem</a:t>
            </a:r>
            <a:r>
              <a:rPr lang="nl-BE" baseline="0" dirty="0">
                <a:sym typeface="Wingdings" pitchFamily="2" charset="2"/>
              </a:rPr>
              <a:t>, </a:t>
            </a:r>
            <a:r>
              <a:rPr lang="nl-BE" baseline="0" dirty="0" err="1">
                <a:sym typeface="Wingdings" pitchFamily="2" charset="2"/>
              </a:rPr>
              <a:t>if</a:t>
            </a:r>
            <a:r>
              <a:rPr lang="nl-BE" baseline="0" dirty="0">
                <a:sym typeface="Wingdings" pitchFamily="2" charset="2"/>
              </a:rPr>
              <a:t> </a:t>
            </a:r>
            <a:r>
              <a:rPr lang="nl-BE" baseline="0" dirty="0" err="1">
                <a:sym typeface="Wingdings" pitchFamily="2" charset="2"/>
              </a:rPr>
              <a:t>not</a:t>
            </a:r>
            <a:r>
              <a:rPr lang="nl-BE" baseline="0" dirty="0">
                <a:sym typeface="Wingdings" pitchFamily="2" charset="2"/>
              </a:rPr>
              <a:t>, or </a:t>
            </a:r>
            <a:r>
              <a:rPr lang="nl-BE" baseline="0" dirty="0" err="1">
                <a:sym typeface="Wingdings" pitchFamily="2" charset="2"/>
              </a:rPr>
              <a:t>if</a:t>
            </a:r>
            <a:r>
              <a:rPr lang="nl-BE" baseline="0" dirty="0">
                <a:sym typeface="Wingdings" pitchFamily="2" charset="2"/>
              </a:rPr>
              <a:t> </a:t>
            </a:r>
            <a:r>
              <a:rPr lang="nl-BE" baseline="0" dirty="0" err="1">
                <a:sym typeface="Wingdings" pitchFamily="2" charset="2"/>
              </a:rPr>
              <a:t>you</a:t>
            </a:r>
            <a:r>
              <a:rPr lang="nl-BE" baseline="0" dirty="0">
                <a:sym typeface="Wingdings" pitchFamily="2" charset="2"/>
              </a:rPr>
              <a:t> want to do </a:t>
            </a:r>
            <a:r>
              <a:rPr lang="nl-BE" baseline="0" dirty="0" err="1">
                <a:sym typeface="Wingdings" pitchFamily="2" charset="2"/>
              </a:rPr>
              <a:t>experiments</a:t>
            </a:r>
            <a:r>
              <a:rPr lang="nl-BE" baseline="0" dirty="0">
                <a:sym typeface="Wingdings" pitchFamily="2" charset="2"/>
              </a:rPr>
              <a:t> in </a:t>
            </a:r>
            <a:r>
              <a:rPr lang="nl-BE" baseline="0" dirty="0" err="1">
                <a:sym typeface="Wingdings" pitchFamily="2" charset="2"/>
              </a:rPr>
              <a:t>another</a:t>
            </a:r>
            <a:r>
              <a:rPr lang="nl-BE" baseline="0" dirty="0">
                <a:sym typeface="Wingdings" pitchFamily="2" charset="2"/>
              </a:rPr>
              <a:t> </a:t>
            </a:r>
            <a:r>
              <a:rPr lang="nl-BE" baseline="0" dirty="0" err="1">
                <a:sym typeface="Wingdings" pitchFamily="2" charset="2"/>
              </a:rPr>
              <a:t>region</a:t>
            </a:r>
            <a:r>
              <a:rPr lang="nl-BE" baseline="0" dirty="0">
                <a:sym typeface="Wingdings" pitchFamily="2" charset="2"/>
              </a:rPr>
              <a:t> </a:t>
            </a:r>
            <a:r>
              <a:rPr lang="nl-BE" baseline="0" dirty="0" err="1">
                <a:sym typeface="Wingdings" pitchFamily="2" charset="2"/>
              </a:rPr>
              <a:t>outside</a:t>
            </a:r>
            <a:r>
              <a:rPr lang="nl-BE" baseline="0" dirty="0">
                <a:sym typeface="Wingdings" pitchFamily="2" charset="2"/>
              </a:rPr>
              <a:t> the </a:t>
            </a:r>
            <a:r>
              <a:rPr lang="nl-BE" baseline="0" dirty="0" err="1">
                <a:sym typeface="Wingdings" pitchFamily="2" charset="2"/>
              </a:rPr>
              <a:t>knowledge</a:t>
            </a:r>
            <a:r>
              <a:rPr lang="nl-BE" baseline="0" dirty="0">
                <a:sym typeface="Wingdings" pitchFamily="2" charset="2"/>
              </a:rPr>
              <a:t>, </a:t>
            </a:r>
            <a:r>
              <a:rPr lang="nl-BE" baseline="0" dirty="0" err="1">
                <a:sym typeface="Wingdings" pitchFamily="2" charset="2"/>
              </a:rPr>
              <a:t>you</a:t>
            </a:r>
            <a:r>
              <a:rPr lang="nl-BE" baseline="0" dirty="0">
                <a:sym typeface="Wingdings" pitchFamily="2" charset="2"/>
              </a:rPr>
              <a:t> </a:t>
            </a:r>
            <a:r>
              <a:rPr lang="nl-BE" baseline="0" dirty="0" err="1">
                <a:sym typeface="Wingdings" pitchFamily="2" charset="2"/>
              </a:rPr>
              <a:t>can</a:t>
            </a:r>
            <a:r>
              <a:rPr lang="nl-BE" baseline="0" dirty="0">
                <a:sym typeface="Wingdings" pitchFamily="2" charset="2"/>
              </a:rPr>
              <a:t> do </a:t>
            </a:r>
            <a:r>
              <a:rPr lang="nl-BE" baseline="0" dirty="0" err="1">
                <a:sym typeface="Wingdings" pitchFamily="2" charset="2"/>
              </a:rPr>
              <a:t>experiments</a:t>
            </a:r>
            <a:r>
              <a:rPr lang="nl-BE" baseline="0" dirty="0">
                <a:sym typeface="Wingdings" pitchFamily="2" charset="2"/>
              </a:rPr>
              <a:t>.</a:t>
            </a:r>
          </a:p>
          <a:p>
            <a:r>
              <a:rPr lang="nl-BE" baseline="0" dirty="0">
                <a:sym typeface="Wingdings" pitchFamily="2" charset="2"/>
              </a:rPr>
              <a:t>The </a:t>
            </a:r>
            <a:r>
              <a:rPr lang="nl-BE" baseline="0" dirty="0" err="1">
                <a:sym typeface="Wingdings" pitchFamily="2" charset="2"/>
              </a:rPr>
              <a:t>method</a:t>
            </a:r>
            <a:r>
              <a:rPr lang="nl-BE" baseline="0" dirty="0">
                <a:sym typeface="Wingdings" pitchFamily="2" charset="2"/>
              </a:rPr>
              <a:t> </a:t>
            </a:r>
            <a:r>
              <a:rPr lang="nl-BE" baseline="0" dirty="0" err="1">
                <a:sym typeface="Wingdings" pitchFamily="2" charset="2"/>
              </a:rPr>
              <a:t>how</a:t>
            </a:r>
            <a:r>
              <a:rPr lang="nl-BE" baseline="0" dirty="0">
                <a:sym typeface="Wingdings" pitchFamily="2" charset="2"/>
              </a:rPr>
              <a:t> to do these </a:t>
            </a:r>
            <a:r>
              <a:rPr lang="nl-BE" baseline="0" dirty="0" err="1">
                <a:sym typeface="Wingdings" pitchFamily="2" charset="2"/>
              </a:rPr>
              <a:t>experiments</a:t>
            </a:r>
            <a:r>
              <a:rPr lang="nl-BE" baseline="0" dirty="0">
                <a:sym typeface="Wingdings" pitchFamily="2" charset="2"/>
              </a:rPr>
              <a:t>, </a:t>
            </a:r>
            <a:r>
              <a:rPr lang="nl-BE" baseline="0" dirty="0" err="1">
                <a:sym typeface="Wingdings" pitchFamily="2" charset="2"/>
              </a:rPr>
              <a:t>so</a:t>
            </a:r>
            <a:r>
              <a:rPr lang="nl-BE" baseline="0" dirty="0">
                <a:sym typeface="Wingdings" pitchFamily="2" charset="2"/>
              </a:rPr>
              <a:t> </a:t>
            </a:r>
            <a:r>
              <a:rPr lang="nl-BE" baseline="0" dirty="0" err="1">
                <a:sym typeface="Wingdings" pitchFamily="2" charset="2"/>
              </a:rPr>
              <a:t>that</a:t>
            </a:r>
            <a:r>
              <a:rPr lang="nl-BE" baseline="0" dirty="0">
                <a:sym typeface="Wingdings" pitchFamily="2" charset="2"/>
              </a:rPr>
              <a:t> these </a:t>
            </a:r>
            <a:r>
              <a:rPr lang="nl-BE" baseline="0" dirty="0" err="1">
                <a:sym typeface="Wingdings" pitchFamily="2" charset="2"/>
              </a:rPr>
              <a:t>experiments</a:t>
            </a:r>
            <a:r>
              <a:rPr lang="nl-BE" baseline="0" dirty="0">
                <a:sym typeface="Wingdings" pitchFamily="2" charset="2"/>
              </a:rPr>
              <a:t> are </a:t>
            </a:r>
            <a:r>
              <a:rPr lang="nl-BE" baseline="0" dirty="0" err="1">
                <a:sym typeface="Wingdings" pitchFamily="2" charset="2"/>
              </a:rPr>
              <a:t>reliable</a:t>
            </a:r>
            <a:r>
              <a:rPr lang="nl-BE" baseline="0" dirty="0">
                <a:sym typeface="Wingdings" pitchFamily="2" charset="2"/>
              </a:rPr>
              <a:t>, </a:t>
            </a:r>
            <a:r>
              <a:rPr lang="nl-BE" baseline="0" dirty="0" err="1">
                <a:sym typeface="Wingdings" pitchFamily="2" charset="2"/>
              </a:rPr>
              <a:t>cost</a:t>
            </a:r>
            <a:r>
              <a:rPr lang="nl-BE" baseline="0" dirty="0">
                <a:sym typeface="Wingdings" pitchFamily="2" charset="2"/>
              </a:rPr>
              <a:t> </a:t>
            </a:r>
            <a:r>
              <a:rPr lang="nl-BE" baseline="0" dirty="0" err="1">
                <a:sym typeface="Wingdings" pitchFamily="2" charset="2"/>
              </a:rPr>
              <a:t>effective</a:t>
            </a:r>
            <a:r>
              <a:rPr lang="nl-BE" baseline="0" dirty="0">
                <a:sym typeface="Wingdings" pitchFamily="2" charset="2"/>
              </a:rPr>
              <a:t> is </a:t>
            </a:r>
            <a:r>
              <a:rPr lang="nl-BE" baseline="0" dirty="0" err="1">
                <a:sym typeface="Wingdings" pitchFamily="2" charset="2"/>
              </a:rPr>
              <a:t>called</a:t>
            </a:r>
            <a:r>
              <a:rPr lang="nl-BE" baseline="0" dirty="0">
                <a:sym typeface="Wingdings" pitchFamily="2" charset="2"/>
              </a:rPr>
              <a:t> DOE.</a:t>
            </a:r>
            <a:endParaRPr lang="nl-BE" baseline="0" dirty="0"/>
          </a:p>
          <a:p>
            <a:endParaRPr lang="nl-BE" baseline="0" dirty="0"/>
          </a:p>
          <a:p>
            <a:endParaRPr lang="nl-BE" baseline="0" dirty="0"/>
          </a:p>
          <a:p>
            <a:endParaRPr lang="nl-BE" baseline="0" dirty="0"/>
          </a:p>
          <a:p>
            <a:endParaRPr lang="nl-BE" baseline="0" dirty="0"/>
          </a:p>
        </p:txBody>
      </p:sp>
      <p:sp>
        <p:nvSpPr>
          <p:cNvPr id="4" name="Tijdelijke aanduiding voor dianummer 3"/>
          <p:cNvSpPr>
            <a:spLocks noGrp="1"/>
          </p:cNvSpPr>
          <p:nvPr>
            <p:ph type="sldNum" sz="quarter" idx="10"/>
          </p:nvPr>
        </p:nvSpPr>
        <p:spPr/>
        <p:txBody>
          <a:bodyPr/>
          <a:lstStyle/>
          <a:p>
            <a:pPr>
              <a:defRPr/>
            </a:pPr>
            <a:fld id="{7DA5BC4C-46C4-4E2C-88E3-45E0A4476A80}" type="slidenum">
              <a:rPr lang="en-US" smtClean="0"/>
              <a:pPr>
                <a:defRPr/>
              </a:pPr>
              <a:t>52</a:t>
            </a:fld>
            <a:endParaRPr lang="en-US"/>
          </a:p>
        </p:txBody>
      </p:sp>
    </p:spTree>
    <p:extLst>
      <p:ext uri="{BB962C8B-B14F-4D97-AF65-F5344CB8AC3E}">
        <p14:creationId xmlns:p14="http://schemas.microsoft.com/office/powerpoint/2010/main" val="294600419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a:p>
        </p:txBody>
      </p:sp>
      <p:sp>
        <p:nvSpPr>
          <p:cNvPr id="4" name="Tijdelijke aanduiding voor dianummer 3"/>
          <p:cNvSpPr>
            <a:spLocks noGrp="1"/>
          </p:cNvSpPr>
          <p:nvPr>
            <p:ph type="sldNum" sz="quarter" idx="10"/>
          </p:nvPr>
        </p:nvSpPr>
        <p:spPr/>
        <p:txBody>
          <a:bodyPr/>
          <a:lstStyle/>
          <a:p>
            <a:pPr>
              <a:defRPr/>
            </a:pPr>
            <a:fld id="{7DA5BC4C-46C4-4E2C-88E3-45E0A4476A80}" type="slidenum">
              <a:rPr lang="en-US" smtClean="0"/>
              <a:pPr>
                <a:defRPr/>
              </a:pPr>
              <a:t>53</a:t>
            </a:fld>
            <a:endParaRPr lang="en-US"/>
          </a:p>
        </p:txBody>
      </p:sp>
    </p:spTree>
    <p:extLst>
      <p:ext uri="{BB962C8B-B14F-4D97-AF65-F5344CB8AC3E}">
        <p14:creationId xmlns:p14="http://schemas.microsoft.com/office/powerpoint/2010/main" val="239849188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a:p>
        </p:txBody>
      </p:sp>
      <p:sp>
        <p:nvSpPr>
          <p:cNvPr id="4" name="Tijdelijke aanduiding voor dianummer 3"/>
          <p:cNvSpPr>
            <a:spLocks noGrp="1"/>
          </p:cNvSpPr>
          <p:nvPr>
            <p:ph type="sldNum" sz="quarter" idx="10"/>
          </p:nvPr>
        </p:nvSpPr>
        <p:spPr/>
        <p:txBody>
          <a:bodyPr/>
          <a:lstStyle/>
          <a:p>
            <a:pPr>
              <a:defRPr/>
            </a:pPr>
            <a:fld id="{7DA5BC4C-46C4-4E2C-88E3-45E0A4476A80}" type="slidenum">
              <a:rPr lang="en-US" smtClean="0"/>
              <a:pPr>
                <a:defRPr/>
              </a:pPr>
              <a:t>54</a:t>
            </a:fld>
            <a:endParaRPr lang="en-US"/>
          </a:p>
        </p:txBody>
      </p:sp>
    </p:spTree>
    <p:extLst>
      <p:ext uri="{BB962C8B-B14F-4D97-AF65-F5344CB8AC3E}">
        <p14:creationId xmlns:p14="http://schemas.microsoft.com/office/powerpoint/2010/main" val="52890038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normAutofit/>
          </a:bodyPr>
          <a:lstStyle/>
          <a:p>
            <a:r>
              <a:rPr lang="nl-BE" dirty="0"/>
              <a:t>Regelgrenzen</a:t>
            </a:r>
          </a:p>
          <a:p>
            <a:r>
              <a:rPr lang="nl-BE" dirty="0"/>
              <a:t>Tolerantiegrenzen</a:t>
            </a:r>
          </a:p>
        </p:txBody>
      </p:sp>
      <p:sp>
        <p:nvSpPr>
          <p:cNvPr id="4" name="Tijdelijke aanduiding voor dianummer 3"/>
          <p:cNvSpPr>
            <a:spLocks noGrp="1"/>
          </p:cNvSpPr>
          <p:nvPr>
            <p:ph type="sldNum" sz="quarter" idx="10"/>
          </p:nvPr>
        </p:nvSpPr>
        <p:spPr/>
        <p:txBody>
          <a:bodyPr/>
          <a:lstStyle/>
          <a:p>
            <a:pPr>
              <a:defRPr/>
            </a:pPr>
            <a:fld id="{7DA5BC4C-46C4-4E2C-88E3-45E0A4476A80}" type="slidenum">
              <a:rPr lang="en-US" smtClean="0"/>
              <a:pPr>
                <a:defRPr/>
              </a:pPr>
              <a:t>55</a:t>
            </a:fld>
            <a:endParaRPr 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a:p>
        </p:txBody>
      </p:sp>
      <p:sp>
        <p:nvSpPr>
          <p:cNvPr id="4" name="Tijdelijke aanduiding voor dianummer 3"/>
          <p:cNvSpPr>
            <a:spLocks noGrp="1"/>
          </p:cNvSpPr>
          <p:nvPr>
            <p:ph type="sldNum" sz="quarter" idx="10"/>
          </p:nvPr>
        </p:nvSpPr>
        <p:spPr/>
        <p:txBody>
          <a:bodyPr/>
          <a:lstStyle/>
          <a:p>
            <a:pPr>
              <a:defRPr/>
            </a:pPr>
            <a:fld id="{7DA5BC4C-46C4-4E2C-88E3-45E0A4476A80}" type="slidenum">
              <a:rPr lang="en-US" smtClean="0"/>
              <a:pPr>
                <a:defRPr/>
              </a:pPr>
              <a:t>56</a:t>
            </a:fld>
            <a:endParaRPr lang="en-US"/>
          </a:p>
        </p:txBody>
      </p:sp>
    </p:spTree>
    <p:extLst>
      <p:ext uri="{BB962C8B-B14F-4D97-AF65-F5344CB8AC3E}">
        <p14:creationId xmlns:p14="http://schemas.microsoft.com/office/powerpoint/2010/main" val="362490399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a:p>
        </p:txBody>
      </p:sp>
      <p:sp>
        <p:nvSpPr>
          <p:cNvPr id="4" name="Tijdelijke aanduiding voor dianummer 3"/>
          <p:cNvSpPr>
            <a:spLocks noGrp="1"/>
          </p:cNvSpPr>
          <p:nvPr>
            <p:ph type="sldNum" sz="quarter" idx="10"/>
          </p:nvPr>
        </p:nvSpPr>
        <p:spPr/>
        <p:txBody>
          <a:bodyPr/>
          <a:lstStyle/>
          <a:p>
            <a:pPr>
              <a:defRPr/>
            </a:pPr>
            <a:fld id="{7DA5BC4C-46C4-4E2C-88E3-45E0A4476A80}" type="slidenum">
              <a:rPr lang="en-US" smtClean="0"/>
              <a:pPr>
                <a:defRPr/>
              </a:pPr>
              <a:t>57</a:t>
            </a:fld>
            <a:endParaRPr lang="en-US"/>
          </a:p>
        </p:txBody>
      </p:sp>
    </p:spTree>
    <p:extLst>
      <p:ext uri="{BB962C8B-B14F-4D97-AF65-F5344CB8AC3E}">
        <p14:creationId xmlns:p14="http://schemas.microsoft.com/office/powerpoint/2010/main" val="389737070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normAutofit/>
          </a:bodyPr>
          <a:lstStyle/>
          <a:p>
            <a:r>
              <a:rPr lang="en-US" sz="1100" dirty="0"/>
              <a:t>In the implementation of statistical process control, we distinguish between two phases : (1) achieving (and improving) control</a:t>
            </a:r>
          </a:p>
          <a:p>
            <a:r>
              <a:rPr lang="en-US" sz="1100" dirty="0"/>
              <a:t>and (2) maintaining control. To achieve control we </a:t>
            </a:r>
            <a:r>
              <a:rPr lang="en-US" sz="1100" b="1" dirty="0"/>
              <a:t>study the causes of variation </a:t>
            </a:r>
            <a:r>
              <a:rPr lang="en-US" sz="1100" dirty="0"/>
              <a:t>and then try to eliminate the special causes while</a:t>
            </a:r>
          </a:p>
          <a:p>
            <a:r>
              <a:rPr lang="en-US" sz="1100" dirty="0"/>
              <a:t>gaining a thorough understanding of the remaining permanent factors (the common causes). Once control is achieved, it has to be</a:t>
            </a:r>
          </a:p>
          <a:p>
            <a:r>
              <a:rPr lang="en-US" sz="1100" dirty="0"/>
              <a:t>maintained. This is done with the use of </a:t>
            </a:r>
            <a:r>
              <a:rPr lang="en-US" sz="1100" b="1" dirty="0"/>
              <a:t>control charts. </a:t>
            </a:r>
            <a:r>
              <a:rPr lang="en-US" sz="1100" dirty="0"/>
              <a:t>In fact the whole process is a PDCA cycle.</a:t>
            </a:r>
          </a:p>
          <a:p>
            <a:endParaRPr lang="en-US" sz="1100" dirty="0"/>
          </a:p>
          <a:p>
            <a:r>
              <a:rPr lang="en-US" sz="1100" dirty="0"/>
              <a:t>When the chart indicates the presence of a special cause, action has to be taken. This is normally the task of the operator(s). To</a:t>
            </a:r>
          </a:p>
          <a:p>
            <a:r>
              <a:rPr lang="en-US" sz="1100" dirty="0"/>
              <a:t>support the operator in finding what special cause occurred in this specific instance, an </a:t>
            </a:r>
            <a:r>
              <a:rPr lang="en-US" sz="1100" b="1" dirty="0"/>
              <a:t>OCAP (Out of Control Action Plan)</a:t>
            </a:r>
          </a:p>
          <a:p>
            <a:r>
              <a:rPr lang="en-US" sz="1100" dirty="0"/>
              <a:t>accompanies the chart. The OCAP takes the operator through a sequence of questions and checks, to find out what went wrong.</a:t>
            </a:r>
          </a:p>
          <a:p>
            <a:r>
              <a:rPr lang="en-US" sz="1100" dirty="0"/>
              <a:t>When the OCAP does not lead to an appropriate answer, management becomes involved to investigate the case and (possibly)</a:t>
            </a:r>
          </a:p>
          <a:p>
            <a:r>
              <a:rPr lang="en-US" sz="1100" dirty="0"/>
              <a:t>adopt the OCAP. Finding the special cause in case of an ‘out of control signal’ is called the diagnostic phase. Improving the</a:t>
            </a:r>
          </a:p>
          <a:p>
            <a:r>
              <a:rPr lang="en-US" sz="1100" dirty="0"/>
              <a:t>OCAP in case it does not lead to an appropriate decision is called the engineering phase.</a:t>
            </a:r>
            <a:endParaRPr lang="nl-BE" dirty="0"/>
          </a:p>
        </p:txBody>
      </p:sp>
    </p:spTree>
    <p:extLst>
      <p:ext uri="{BB962C8B-B14F-4D97-AF65-F5344CB8AC3E}">
        <p14:creationId xmlns:p14="http://schemas.microsoft.com/office/powerpoint/2010/main" val="138103673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p:spPr>
        <p:txBody>
          <a:bodyPr/>
          <a:lstStyle/>
          <a:p>
            <a:fld id="{DACA55F1-1FFC-44E6-BB38-765D8A95DF8B}" type="slidenum">
              <a:rPr lang="en-US"/>
              <a:pPr/>
              <a:t>59</a:t>
            </a:fld>
            <a:endParaRPr lang="en-US" dirty="0"/>
          </a:p>
        </p:txBody>
      </p:sp>
      <p:sp>
        <p:nvSpPr>
          <p:cNvPr id="23555" name="Rectangle 2"/>
          <p:cNvSpPr>
            <a:spLocks noGrp="1" noRot="1" noChangeAspect="1" noChangeArrowheads="1" noTextEdit="1"/>
          </p:cNvSpPr>
          <p:nvPr>
            <p:ph type="sldImg"/>
          </p:nvPr>
        </p:nvSpPr>
        <p:spPr>
          <a:ln/>
        </p:spPr>
      </p:sp>
      <p:sp>
        <p:nvSpPr>
          <p:cNvPr id="23556" name="Rectangle 3"/>
          <p:cNvSpPr>
            <a:spLocks noGrp="1" noChangeArrowheads="1"/>
          </p:cNvSpPr>
          <p:nvPr>
            <p:ph type="body" idx="1"/>
          </p:nvPr>
        </p:nvSpPr>
        <p:spPr>
          <a:noFill/>
          <a:ln/>
        </p:spPr>
        <p:txBody>
          <a:bodyPr/>
          <a:lstStyle/>
          <a:p>
            <a:pPr eaLnBrk="1" hangingPunct="1"/>
            <a:endParaRPr lang="nl-BE" dirty="0"/>
          </a:p>
        </p:txBody>
      </p:sp>
    </p:spTree>
    <p:extLst>
      <p:ext uri="{BB962C8B-B14F-4D97-AF65-F5344CB8AC3E}">
        <p14:creationId xmlns:p14="http://schemas.microsoft.com/office/powerpoint/2010/main" val="82950113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normAutofit/>
          </a:bodyPr>
          <a:lstStyle/>
          <a:p>
            <a:r>
              <a:rPr lang="nl-BE" dirty="0" err="1"/>
              <a:t>Also</a:t>
            </a:r>
            <a:r>
              <a:rPr lang="nl-BE" dirty="0"/>
              <a:t>: </a:t>
            </a:r>
            <a:r>
              <a:rPr lang="nl-BE" dirty="0" err="1"/>
              <a:t>measurement</a:t>
            </a:r>
            <a:r>
              <a:rPr lang="nl-BE" baseline="0" dirty="0"/>
              <a:t> spread </a:t>
            </a:r>
            <a:r>
              <a:rPr lang="nl-BE" baseline="0" dirty="0" err="1"/>
              <a:t>or</a:t>
            </a:r>
            <a:r>
              <a:rPr lang="nl-BE" baseline="0" dirty="0"/>
              <a:t> </a:t>
            </a:r>
            <a:r>
              <a:rPr lang="nl-BE" baseline="0" dirty="0" err="1"/>
              <a:t>influence</a:t>
            </a:r>
            <a:r>
              <a:rPr lang="nl-BE" baseline="0" dirty="0"/>
              <a:t> of operator</a:t>
            </a:r>
            <a:endParaRPr lang="nl-BE" dirty="0"/>
          </a:p>
        </p:txBody>
      </p:sp>
      <p:sp>
        <p:nvSpPr>
          <p:cNvPr id="4" name="Tijdelijke aanduiding voor dianummer 3"/>
          <p:cNvSpPr>
            <a:spLocks noGrp="1"/>
          </p:cNvSpPr>
          <p:nvPr>
            <p:ph type="sldNum" sz="quarter" idx="10"/>
          </p:nvPr>
        </p:nvSpPr>
        <p:spPr/>
        <p:txBody>
          <a:bodyPr/>
          <a:lstStyle/>
          <a:p>
            <a:pPr>
              <a:defRPr/>
            </a:pPr>
            <a:fld id="{7DA5BC4C-46C4-4E2C-88E3-45E0A4476A80}" type="slidenum">
              <a:rPr lang="en-US" smtClean="0"/>
              <a:pPr>
                <a:defRPr/>
              </a:pPr>
              <a:t>60</a:t>
            </a:fld>
            <a:endParaRPr 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a:p>
        </p:txBody>
      </p:sp>
      <p:sp>
        <p:nvSpPr>
          <p:cNvPr id="4" name="Tijdelijke aanduiding voor dianummer 3"/>
          <p:cNvSpPr>
            <a:spLocks noGrp="1"/>
          </p:cNvSpPr>
          <p:nvPr>
            <p:ph type="sldNum" sz="quarter" idx="10"/>
          </p:nvPr>
        </p:nvSpPr>
        <p:spPr/>
        <p:txBody>
          <a:bodyPr/>
          <a:lstStyle/>
          <a:p>
            <a:pPr>
              <a:defRPr/>
            </a:pPr>
            <a:fld id="{7DA5BC4C-46C4-4E2C-88E3-45E0A4476A80}" type="slidenum">
              <a:rPr lang="en-US" smtClean="0"/>
              <a:pPr>
                <a:defRPr/>
              </a:pPr>
              <a:t>61</a:t>
            </a:fld>
            <a:endParaRPr lang="en-US"/>
          </a:p>
        </p:txBody>
      </p:sp>
    </p:spTree>
    <p:extLst>
      <p:ext uri="{BB962C8B-B14F-4D97-AF65-F5344CB8AC3E}">
        <p14:creationId xmlns:p14="http://schemas.microsoft.com/office/powerpoint/2010/main" val="427564504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a:p>
        </p:txBody>
      </p:sp>
      <p:sp>
        <p:nvSpPr>
          <p:cNvPr id="4" name="Tijdelijke aanduiding voor dianummer 3"/>
          <p:cNvSpPr>
            <a:spLocks noGrp="1"/>
          </p:cNvSpPr>
          <p:nvPr>
            <p:ph type="sldNum" sz="quarter" idx="10"/>
          </p:nvPr>
        </p:nvSpPr>
        <p:spPr/>
        <p:txBody>
          <a:bodyPr/>
          <a:lstStyle/>
          <a:p>
            <a:pPr>
              <a:defRPr/>
            </a:pPr>
            <a:fld id="{7DA5BC4C-46C4-4E2C-88E3-45E0A4476A80}" type="slidenum">
              <a:rPr lang="en-US" smtClean="0"/>
              <a:pPr>
                <a:defRPr/>
              </a:pPr>
              <a:t>62</a:t>
            </a:fld>
            <a:endParaRPr lang="en-US"/>
          </a:p>
        </p:txBody>
      </p:sp>
    </p:spTree>
    <p:extLst>
      <p:ext uri="{BB962C8B-B14F-4D97-AF65-F5344CB8AC3E}">
        <p14:creationId xmlns:p14="http://schemas.microsoft.com/office/powerpoint/2010/main" val="26422623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BE" dirty="0"/>
              <a:t>Bij deze slide uitleggen wat</a:t>
            </a:r>
            <a:r>
              <a:rPr lang="nl-BE" baseline="0" dirty="0"/>
              <a:t> het verschil is tussen sigma (= spreiding van het proces) en sigma(</a:t>
            </a:r>
            <a:r>
              <a:rPr lang="nl-BE" baseline="0" dirty="0" err="1"/>
              <a:t>xbar</a:t>
            </a:r>
            <a:r>
              <a:rPr lang="nl-BE" baseline="0" dirty="0"/>
              <a:t>) (= spreiding van de steekproefgemiddeldes). Ook uitleggen hoe je aan de formule komt: sigma(</a:t>
            </a:r>
            <a:r>
              <a:rPr lang="nl-BE" baseline="0" dirty="0" err="1"/>
              <a:t>xbar</a:t>
            </a:r>
            <a:r>
              <a:rPr lang="nl-BE" baseline="0" dirty="0"/>
              <a:t>) = sigma/wortel(n) (centrale limietstelling)</a:t>
            </a:r>
          </a:p>
          <a:p>
            <a:endParaRPr lang="nl-BE" baseline="0" dirty="0"/>
          </a:p>
          <a:p>
            <a:r>
              <a:rPr lang="nl-BE" baseline="0" dirty="0"/>
              <a:t>UCL = gemiddelde + 3*sigma(</a:t>
            </a:r>
            <a:r>
              <a:rPr lang="nl-BE" baseline="0" dirty="0" err="1"/>
              <a:t>xbar</a:t>
            </a:r>
            <a:r>
              <a:rPr lang="nl-BE" baseline="0" dirty="0"/>
              <a:t>) =&gt; 3-sigma limiet, omgekeerd evenredig met steekproefgrootte n.</a:t>
            </a:r>
          </a:p>
          <a:p>
            <a:endParaRPr lang="nl-BE" baseline="0" dirty="0"/>
          </a:p>
          <a:p>
            <a:r>
              <a:rPr lang="nl-BE" baseline="0" dirty="0"/>
              <a:t>Andere belangrijke formule: schatting v. sigma = </a:t>
            </a:r>
            <a:r>
              <a:rPr lang="nl-BE" baseline="0" dirty="0" err="1"/>
              <a:t>Rbar</a:t>
            </a:r>
            <a:r>
              <a:rPr lang="nl-BE" baseline="0" dirty="0"/>
              <a:t>/d2</a:t>
            </a:r>
          </a:p>
          <a:p>
            <a:endParaRPr lang="nl-BE" baseline="0" dirty="0"/>
          </a:p>
          <a:p>
            <a:r>
              <a:rPr lang="nl-BE" baseline="0" dirty="0"/>
              <a:t>Sigma gemiddelde = sigma / wortel van n</a:t>
            </a:r>
          </a:p>
          <a:p>
            <a:r>
              <a:rPr lang="nl-BE" baseline="0" dirty="0"/>
              <a:t>Sigma = </a:t>
            </a:r>
            <a:r>
              <a:rPr lang="nl-BE" baseline="0" dirty="0" err="1"/>
              <a:t>Rbar</a:t>
            </a:r>
            <a:r>
              <a:rPr lang="nl-BE" baseline="0" dirty="0"/>
              <a:t> / d2</a:t>
            </a:r>
            <a:endParaRPr lang="nl-BE" dirty="0"/>
          </a:p>
        </p:txBody>
      </p:sp>
    </p:spTree>
    <p:extLst>
      <p:ext uri="{BB962C8B-B14F-4D97-AF65-F5344CB8AC3E}">
        <p14:creationId xmlns:p14="http://schemas.microsoft.com/office/powerpoint/2010/main" val="18047268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10"/>
          </p:nvPr>
        </p:nvSpPr>
        <p:spPr/>
        <p:txBody>
          <a:bodyPr/>
          <a:lstStyle/>
          <a:p>
            <a:pPr>
              <a:defRPr/>
            </a:pPr>
            <a:fld id="{7DA5BC4C-46C4-4E2C-88E3-45E0A4476A80}" type="slidenum">
              <a:rPr lang="en-US" smtClean="0"/>
              <a:pPr>
                <a:defRPr/>
              </a:pPr>
              <a:t>64</a:t>
            </a:fld>
            <a:endParaRPr lang="en-US"/>
          </a:p>
        </p:txBody>
      </p:sp>
    </p:spTree>
    <p:extLst>
      <p:ext uri="{BB962C8B-B14F-4D97-AF65-F5344CB8AC3E}">
        <p14:creationId xmlns:p14="http://schemas.microsoft.com/office/powerpoint/2010/main" val="31283358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a:p>
        </p:txBody>
      </p:sp>
      <p:sp>
        <p:nvSpPr>
          <p:cNvPr id="4" name="Tijdelijke aanduiding voor dianummer 3"/>
          <p:cNvSpPr>
            <a:spLocks noGrp="1"/>
          </p:cNvSpPr>
          <p:nvPr>
            <p:ph type="sldNum" sz="quarter" idx="10"/>
          </p:nvPr>
        </p:nvSpPr>
        <p:spPr/>
        <p:txBody>
          <a:bodyPr/>
          <a:lstStyle/>
          <a:p>
            <a:pPr>
              <a:defRPr/>
            </a:pPr>
            <a:fld id="{7DA5BC4C-46C4-4E2C-88E3-45E0A4476A80}" type="slidenum">
              <a:rPr lang="en-US" smtClean="0"/>
              <a:pPr>
                <a:defRPr/>
              </a:pPr>
              <a:t>65</a:t>
            </a:fld>
            <a:endParaRPr lang="en-US"/>
          </a:p>
        </p:txBody>
      </p:sp>
    </p:spTree>
    <p:extLst>
      <p:ext uri="{BB962C8B-B14F-4D97-AF65-F5344CB8AC3E}">
        <p14:creationId xmlns:p14="http://schemas.microsoft.com/office/powerpoint/2010/main" val="287728773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a:p>
        </p:txBody>
      </p:sp>
      <p:sp>
        <p:nvSpPr>
          <p:cNvPr id="4" name="Tijdelijke aanduiding voor dianummer 3"/>
          <p:cNvSpPr>
            <a:spLocks noGrp="1"/>
          </p:cNvSpPr>
          <p:nvPr>
            <p:ph type="sldNum" sz="quarter" idx="10"/>
          </p:nvPr>
        </p:nvSpPr>
        <p:spPr/>
        <p:txBody>
          <a:bodyPr/>
          <a:lstStyle/>
          <a:p>
            <a:pPr>
              <a:defRPr/>
            </a:pPr>
            <a:fld id="{7DA5BC4C-46C4-4E2C-88E3-45E0A4476A80}" type="slidenum">
              <a:rPr lang="en-US" smtClean="0"/>
              <a:pPr>
                <a:defRPr/>
              </a:pPr>
              <a:t>66</a:t>
            </a:fld>
            <a:endParaRPr lang="en-US"/>
          </a:p>
        </p:txBody>
      </p:sp>
    </p:spTree>
    <p:extLst>
      <p:ext uri="{BB962C8B-B14F-4D97-AF65-F5344CB8AC3E}">
        <p14:creationId xmlns:p14="http://schemas.microsoft.com/office/powerpoint/2010/main" val="230794054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a:p>
        </p:txBody>
      </p:sp>
      <p:sp>
        <p:nvSpPr>
          <p:cNvPr id="4" name="Tijdelijke aanduiding voor dianummer 3"/>
          <p:cNvSpPr>
            <a:spLocks noGrp="1"/>
          </p:cNvSpPr>
          <p:nvPr>
            <p:ph type="sldNum" sz="quarter" idx="10"/>
          </p:nvPr>
        </p:nvSpPr>
        <p:spPr/>
        <p:txBody>
          <a:bodyPr/>
          <a:lstStyle/>
          <a:p>
            <a:pPr>
              <a:defRPr/>
            </a:pPr>
            <a:fld id="{7DA5BC4C-46C4-4E2C-88E3-45E0A4476A80}" type="slidenum">
              <a:rPr lang="en-US" smtClean="0"/>
              <a:pPr>
                <a:defRPr/>
              </a:pPr>
              <a:t>67</a:t>
            </a:fld>
            <a:endParaRPr lang="en-US"/>
          </a:p>
        </p:txBody>
      </p:sp>
    </p:spTree>
    <p:extLst>
      <p:ext uri="{BB962C8B-B14F-4D97-AF65-F5344CB8AC3E}">
        <p14:creationId xmlns:p14="http://schemas.microsoft.com/office/powerpoint/2010/main" val="334093858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BE" dirty="0"/>
              <a:t>Here we have UCL/LCL </a:t>
            </a:r>
            <a:r>
              <a:rPr lang="nl-BE" dirty="0" err="1"/>
              <a:t>and</a:t>
            </a:r>
            <a:r>
              <a:rPr lang="nl-BE" dirty="0"/>
              <a:t> USL/LSL on </a:t>
            </a:r>
            <a:r>
              <a:rPr lang="nl-BE" dirty="0" err="1"/>
              <a:t>the</a:t>
            </a:r>
            <a:r>
              <a:rPr lang="nl-BE" dirty="0"/>
              <a:t> </a:t>
            </a:r>
            <a:r>
              <a:rPr lang="nl-BE" dirty="0" err="1"/>
              <a:t>same</a:t>
            </a:r>
            <a:r>
              <a:rPr lang="nl-BE" dirty="0"/>
              <a:t> </a:t>
            </a:r>
            <a:r>
              <a:rPr lang="nl-BE" dirty="0" err="1"/>
              <a:t>graph</a:t>
            </a:r>
            <a:r>
              <a:rPr lang="nl-BE" dirty="0"/>
              <a:t>, but in </a:t>
            </a:r>
            <a:r>
              <a:rPr lang="nl-BE" dirty="0" err="1"/>
              <a:t>fact</a:t>
            </a:r>
            <a:r>
              <a:rPr lang="nl-BE" dirty="0"/>
              <a:t> </a:t>
            </a:r>
            <a:r>
              <a:rPr lang="nl-BE" dirty="0" err="1"/>
              <a:t>it’s</a:t>
            </a:r>
            <a:r>
              <a:rPr lang="nl-BE" dirty="0"/>
              <a:t> </a:t>
            </a:r>
            <a:r>
              <a:rPr lang="nl-BE" dirty="0" err="1"/>
              <a:t>not</a:t>
            </a:r>
            <a:r>
              <a:rPr lang="nl-BE" dirty="0"/>
              <a:t> </a:t>
            </a:r>
            <a:r>
              <a:rPr lang="nl-BE" dirty="0" err="1"/>
              <a:t>feasable</a:t>
            </a:r>
            <a:r>
              <a:rPr lang="nl-BE" dirty="0"/>
              <a:t>: </a:t>
            </a:r>
            <a:r>
              <a:rPr lang="nl-BE" dirty="0" err="1"/>
              <a:t>you</a:t>
            </a:r>
            <a:r>
              <a:rPr lang="nl-BE" dirty="0"/>
              <a:t> have </a:t>
            </a:r>
            <a:r>
              <a:rPr lang="nl-BE" dirty="0" err="1"/>
              <a:t>to</a:t>
            </a:r>
            <a:r>
              <a:rPr lang="nl-BE" dirty="0"/>
              <a:t> </a:t>
            </a:r>
            <a:r>
              <a:rPr lang="nl-BE" dirty="0" err="1"/>
              <a:t>recalculate</a:t>
            </a:r>
            <a:r>
              <a:rPr lang="nl-BE" dirty="0"/>
              <a:t> </a:t>
            </a:r>
            <a:r>
              <a:rPr lang="nl-BE" dirty="0" err="1"/>
              <a:t>the</a:t>
            </a:r>
            <a:r>
              <a:rPr lang="nl-BE" dirty="0"/>
              <a:t> USL/LSL (sample </a:t>
            </a:r>
            <a:r>
              <a:rPr lang="nl-BE" dirty="0" err="1"/>
              <a:t>averages</a:t>
            </a:r>
            <a:r>
              <a:rPr lang="nl-BE" dirty="0"/>
              <a:t> versus </a:t>
            </a:r>
            <a:r>
              <a:rPr lang="nl-BE" dirty="0" err="1"/>
              <a:t>specification</a:t>
            </a:r>
            <a:r>
              <a:rPr lang="nl-BE" dirty="0"/>
              <a:t> </a:t>
            </a:r>
            <a:r>
              <a:rPr lang="nl-BE" dirty="0" err="1"/>
              <a:t>limits</a:t>
            </a:r>
            <a:r>
              <a:rPr lang="nl-BE" dirty="0"/>
              <a:t>)</a:t>
            </a:r>
          </a:p>
        </p:txBody>
      </p:sp>
      <p:sp>
        <p:nvSpPr>
          <p:cNvPr id="4" name="Tijdelijke aanduiding voor dianummer 3"/>
          <p:cNvSpPr>
            <a:spLocks noGrp="1"/>
          </p:cNvSpPr>
          <p:nvPr>
            <p:ph type="sldNum" sz="quarter" idx="10"/>
          </p:nvPr>
        </p:nvSpPr>
        <p:spPr/>
        <p:txBody>
          <a:bodyPr/>
          <a:lstStyle/>
          <a:p>
            <a:pPr>
              <a:defRPr/>
            </a:pPr>
            <a:fld id="{7DA5BC4C-46C4-4E2C-88E3-45E0A4476A80}" type="slidenum">
              <a:rPr lang="en-US" smtClean="0"/>
              <a:pPr>
                <a:defRPr/>
              </a:pPr>
              <a:t>69</a:t>
            </a:fld>
            <a:endParaRPr lang="en-US"/>
          </a:p>
        </p:txBody>
      </p:sp>
    </p:spTree>
    <p:extLst>
      <p:ext uri="{BB962C8B-B14F-4D97-AF65-F5344CB8AC3E}">
        <p14:creationId xmlns:p14="http://schemas.microsoft.com/office/powerpoint/2010/main" val="155384327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normAutofit fontScale="92500" lnSpcReduction="10000"/>
          </a:bodyPr>
          <a:lstStyle/>
          <a:p>
            <a:r>
              <a:rPr lang="nl-BE" dirty="0"/>
              <a:t>Links</a:t>
            </a:r>
            <a:r>
              <a:rPr lang="nl-BE" baseline="0" dirty="0"/>
              <a:t> </a:t>
            </a:r>
            <a:r>
              <a:rPr lang="nl-BE" baseline="0" dirty="0" err="1"/>
              <a:t>between</a:t>
            </a:r>
            <a:r>
              <a:rPr lang="nl-BE" baseline="0" dirty="0"/>
              <a:t> topics:</a:t>
            </a:r>
          </a:p>
          <a:p>
            <a:endParaRPr lang="nl-BE" baseline="0" dirty="0"/>
          </a:p>
          <a:p>
            <a:r>
              <a:rPr lang="nl-BE" baseline="0" dirty="0" err="1"/>
              <a:t>Lean</a:t>
            </a:r>
            <a:r>
              <a:rPr lang="nl-BE" baseline="0" dirty="0"/>
              <a:t> &amp; </a:t>
            </a:r>
            <a:r>
              <a:rPr lang="nl-BE" baseline="0" dirty="0" err="1"/>
              <a:t>Six</a:t>
            </a:r>
            <a:r>
              <a:rPr lang="nl-BE" baseline="0" dirty="0"/>
              <a:t> Sigma: </a:t>
            </a:r>
            <a:r>
              <a:rPr lang="nl-BE" baseline="0" dirty="0" err="1"/>
              <a:t>introduction</a:t>
            </a:r>
            <a:r>
              <a:rPr lang="nl-BE" baseline="0" dirty="0"/>
              <a:t> – </a:t>
            </a:r>
            <a:r>
              <a:rPr lang="nl-BE" baseline="0" dirty="0" err="1"/>
              <a:t>what</a:t>
            </a:r>
            <a:r>
              <a:rPr lang="nl-BE" baseline="0" dirty="0"/>
              <a:t> is </a:t>
            </a:r>
            <a:r>
              <a:rPr lang="nl-BE" baseline="0" dirty="0" err="1"/>
              <a:t>Lean</a:t>
            </a:r>
            <a:r>
              <a:rPr lang="nl-BE" baseline="0" dirty="0"/>
              <a:t> / </a:t>
            </a:r>
            <a:r>
              <a:rPr lang="nl-BE" baseline="0" dirty="0" err="1"/>
              <a:t>what</a:t>
            </a:r>
            <a:r>
              <a:rPr lang="nl-BE" baseline="0" dirty="0"/>
              <a:t> is </a:t>
            </a:r>
            <a:r>
              <a:rPr lang="nl-BE" baseline="0" dirty="0" err="1"/>
              <a:t>Six</a:t>
            </a:r>
            <a:r>
              <a:rPr lang="nl-BE" baseline="0" dirty="0"/>
              <a:t> Sigma and </a:t>
            </a:r>
            <a:r>
              <a:rPr lang="nl-BE" baseline="0" dirty="0" err="1"/>
              <a:t>what</a:t>
            </a:r>
            <a:r>
              <a:rPr lang="nl-BE" baseline="0" dirty="0"/>
              <a:t> is link in </a:t>
            </a:r>
            <a:r>
              <a:rPr lang="nl-BE" baseline="0" dirty="0" err="1"/>
              <a:t>between</a:t>
            </a:r>
            <a:r>
              <a:rPr lang="nl-BE" baseline="0" dirty="0"/>
              <a:t>.</a:t>
            </a:r>
            <a:br>
              <a:rPr lang="nl-BE" baseline="0" dirty="0"/>
            </a:br>
            <a:r>
              <a:rPr lang="nl-BE" baseline="0" dirty="0" err="1"/>
              <a:t>After</a:t>
            </a:r>
            <a:r>
              <a:rPr lang="nl-BE" baseline="0" dirty="0"/>
              <a:t> </a:t>
            </a:r>
            <a:r>
              <a:rPr lang="nl-BE" baseline="0" dirty="0" err="1"/>
              <a:t>that</a:t>
            </a:r>
            <a:r>
              <a:rPr lang="nl-BE" baseline="0" dirty="0"/>
              <a:t>: </a:t>
            </a:r>
            <a:r>
              <a:rPr lang="nl-BE" baseline="0" dirty="0" err="1"/>
              <a:t>introduction</a:t>
            </a:r>
            <a:r>
              <a:rPr lang="nl-BE" baseline="0" dirty="0"/>
              <a:t> to </a:t>
            </a:r>
            <a:r>
              <a:rPr lang="nl-BE" baseline="0" dirty="0" err="1"/>
              <a:t>statistics</a:t>
            </a:r>
            <a:r>
              <a:rPr lang="nl-BE" baseline="0" dirty="0"/>
              <a:t> (</a:t>
            </a:r>
            <a:r>
              <a:rPr lang="nl-BE" baseline="0" dirty="0" err="1"/>
              <a:t>Six</a:t>
            </a:r>
            <a:r>
              <a:rPr lang="nl-BE" baseline="0" dirty="0"/>
              <a:t> Sigma </a:t>
            </a:r>
            <a:r>
              <a:rPr lang="nl-BE" baseline="0" dirty="0" err="1"/>
              <a:t>strongly</a:t>
            </a:r>
            <a:r>
              <a:rPr lang="nl-BE" baseline="0" dirty="0"/>
              <a:t> </a:t>
            </a:r>
            <a:r>
              <a:rPr lang="nl-BE" baseline="0" dirty="0" err="1"/>
              <a:t>statistically</a:t>
            </a:r>
            <a:r>
              <a:rPr lang="nl-BE" baseline="0" dirty="0"/>
              <a:t> </a:t>
            </a:r>
            <a:r>
              <a:rPr lang="nl-BE" baseline="0" dirty="0" err="1"/>
              <a:t>oriented</a:t>
            </a:r>
            <a:r>
              <a:rPr lang="nl-BE" baseline="0" dirty="0"/>
              <a:t> – </a:t>
            </a:r>
            <a:r>
              <a:rPr lang="nl-BE" baseline="0" dirty="0" err="1"/>
              <a:t>see</a:t>
            </a:r>
            <a:r>
              <a:rPr lang="nl-BE" baseline="0" dirty="0"/>
              <a:t> the </a:t>
            </a:r>
            <a:r>
              <a:rPr lang="nl-BE" baseline="0" dirty="0" err="1"/>
              <a:t>world</a:t>
            </a:r>
            <a:r>
              <a:rPr lang="nl-BE" baseline="0" dirty="0"/>
              <a:t> in </a:t>
            </a:r>
            <a:r>
              <a:rPr lang="nl-BE" baseline="0" dirty="0" err="1"/>
              <a:t>figures</a:t>
            </a:r>
            <a:r>
              <a:rPr lang="nl-BE" baseline="0" dirty="0"/>
              <a:t>, in </a:t>
            </a:r>
            <a:r>
              <a:rPr lang="nl-BE" baseline="0" dirty="0" err="1"/>
              <a:t>dispersion</a:t>
            </a:r>
            <a:r>
              <a:rPr lang="nl-BE" baseline="0" dirty="0"/>
              <a:t>, and </a:t>
            </a:r>
            <a:r>
              <a:rPr lang="nl-BE" baseline="0" dirty="0" err="1"/>
              <a:t>how</a:t>
            </a:r>
            <a:r>
              <a:rPr lang="nl-BE" baseline="0" dirty="0"/>
              <a:t> to </a:t>
            </a:r>
            <a:r>
              <a:rPr lang="nl-BE" baseline="0" dirty="0" err="1"/>
              <a:t>reduce</a:t>
            </a:r>
            <a:r>
              <a:rPr lang="nl-BE" baseline="0" dirty="0"/>
              <a:t> </a:t>
            </a:r>
            <a:r>
              <a:rPr lang="nl-BE" baseline="0" dirty="0" err="1"/>
              <a:t>dispersion</a:t>
            </a:r>
            <a:r>
              <a:rPr lang="nl-BE" baseline="0" dirty="0"/>
              <a:t>)</a:t>
            </a:r>
          </a:p>
          <a:p>
            <a:endParaRPr lang="nl-BE" baseline="0" dirty="0"/>
          </a:p>
          <a:p>
            <a:r>
              <a:rPr lang="nl-BE" baseline="0" dirty="0"/>
              <a:t>DMAIC: break </a:t>
            </a:r>
            <a:r>
              <a:rPr lang="nl-BE" baseline="0" dirty="0" err="1"/>
              <a:t>trough</a:t>
            </a:r>
            <a:r>
              <a:rPr lang="nl-BE" baseline="0" dirty="0"/>
              <a:t> </a:t>
            </a:r>
            <a:r>
              <a:rPr lang="nl-BE" baseline="0" dirty="0" err="1"/>
              <a:t>strategy</a:t>
            </a:r>
            <a:r>
              <a:rPr lang="nl-BE" baseline="0" dirty="0"/>
              <a:t>, </a:t>
            </a:r>
            <a:r>
              <a:rPr lang="nl-BE" baseline="0" dirty="0" err="1"/>
              <a:t>method</a:t>
            </a:r>
            <a:r>
              <a:rPr lang="nl-BE" baseline="0" dirty="0"/>
              <a:t> to </a:t>
            </a:r>
            <a:r>
              <a:rPr lang="nl-BE" baseline="0" dirty="0" err="1"/>
              <a:t>install</a:t>
            </a:r>
            <a:r>
              <a:rPr lang="nl-BE" baseline="0" dirty="0"/>
              <a:t> </a:t>
            </a:r>
            <a:r>
              <a:rPr lang="nl-BE" baseline="0" dirty="0" err="1"/>
              <a:t>Six</a:t>
            </a:r>
            <a:r>
              <a:rPr lang="nl-BE" baseline="0" dirty="0"/>
              <a:t> Sigma </a:t>
            </a:r>
            <a:r>
              <a:rPr lang="nl-BE" baseline="0" dirty="0" err="1"/>
              <a:t>projects</a:t>
            </a:r>
            <a:r>
              <a:rPr lang="nl-BE" baseline="0" dirty="0"/>
              <a:t>, </a:t>
            </a:r>
            <a:r>
              <a:rPr lang="nl-BE" baseline="0" dirty="0" err="1"/>
              <a:t>here</a:t>
            </a:r>
            <a:r>
              <a:rPr lang="nl-BE" baseline="0" dirty="0"/>
              <a:t> we </a:t>
            </a:r>
            <a:r>
              <a:rPr lang="nl-BE" baseline="0" dirty="0" err="1"/>
              <a:t>define</a:t>
            </a:r>
            <a:r>
              <a:rPr lang="nl-BE" baseline="0" dirty="0"/>
              <a:t> </a:t>
            </a:r>
            <a:r>
              <a:rPr lang="nl-BE" baseline="0" dirty="0" err="1"/>
              <a:t>our</a:t>
            </a:r>
            <a:r>
              <a:rPr lang="nl-BE" baseline="0" dirty="0"/>
              <a:t> </a:t>
            </a:r>
            <a:r>
              <a:rPr lang="nl-BE" baseline="0" dirty="0" err="1"/>
              <a:t>problem</a:t>
            </a:r>
            <a:r>
              <a:rPr lang="nl-BE" baseline="0" dirty="0"/>
              <a:t> </a:t>
            </a:r>
            <a:r>
              <a:rPr lang="nl-BE" baseline="0" dirty="0" err="1"/>
              <a:t>very</a:t>
            </a:r>
            <a:r>
              <a:rPr lang="nl-BE" baseline="0" dirty="0"/>
              <a:t> </a:t>
            </a:r>
            <a:r>
              <a:rPr lang="nl-BE" baseline="0" dirty="0" err="1"/>
              <a:t>detailed</a:t>
            </a:r>
            <a:r>
              <a:rPr lang="nl-BE" baseline="0" dirty="0"/>
              <a:t>, set up a plan, </a:t>
            </a:r>
            <a:r>
              <a:rPr lang="nl-BE" baseline="0" dirty="0" err="1"/>
              <a:t>deep</a:t>
            </a:r>
            <a:r>
              <a:rPr lang="nl-BE" baseline="0" dirty="0"/>
              <a:t> </a:t>
            </a:r>
            <a:r>
              <a:rPr lang="nl-BE" baseline="0" dirty="0" err="1"/>
              <a:t>dive</a:t>
            </a:r>
            <a:r>
              <a:rPr lang="nl-BE" baseline="0" dirty="0"/>
              <a:t> </a:t>
            </a:r>
            <a:r>
              <a:rPr lang="nl-BE" baseline="0" dirty="0" err="1"/>
              <a:t>into</a:t>
            </a:r>
            <a:r>
              <a:rPr lang="nl-BE" baseline="0" dirty="0"/>
              <a:t> </a:t>
            </a:r>
            <a:r>
              <a:rPr lang="nl-BE" baseline="0" dirty="0" err="1"/>
              <a:t>metrics</a:t>
            </a:r>
            <a:r>
              <a:rPr lang="nl-BE" baseline="0" dirty="0"/>
              <a:t> / </a:t>
            </a:r>
            <a:r>
              <a:rPr lang="nl-BE" baseline="0" dirty="0" err="1"/>
              <a:t>statistics</a:t>
            </a:r>
            <a:r>
              <a:rPr lang="nl-BE" baseline="0" dirty="0"/>
              <a:t> to analyse the </a:t>
            </a:r>
            <a:r>
              <a:rPr lang="nl-BE" baseline="0" dirty="0" err="1"/>
              <a:t>problem</a:t>
            </a:r>
            <a:r>
              <a:rPr lang="nl-BE" baseline="0" dirty="0"/>
              <a:t>(s), </a:t>
            </a:r>
            <a:r>
              <a:rPr lang="nl-BE" baseline="0" dirty="0" err="1"/>
              <a:t>perform</a:t>
            </a:r>
            <a:r>
              <a:rPr lang="nl-BE" baseline="0" dirty="0"/>
              <a:t> </a:t>
            </a:r>
            <a:r>
              <a:rPr lang="nl-BE" baseline="0" dirty="0" err="1"/>
              <a:t>an</a:t>
            </a:r>
            <a:r>
              <a:rPr lang="nl-BE" baseline="0" dirty="0"/>
              <a:t> </a:t>
            </a:r>
            <a:r>
              <a:rPr lang="nl-BE" baseline="0" dirty="0" err="1"/>
              <a:t>action</a:t>
            </a:r>
            <a:r>
              <a:rPr lang="nl-BE" baseline="0" dirty="0"/>
              <a:t> plan and </a:t>
            </a:r>
            <a:r>
              <a:rPr lang="nl-BE" baseline="0" dirty="0" err="1"/>
              <a:t>sustain</a:t>
            </a:r>
            <a:r>
              <a:rPr lang="nl-BE" baseline="0" dirty="0"/>
              <a:t> (</a:t>
            </a:r>
            <a:r>
              <a:rPr lang="nl-BE" baseline="0" dirty="0" err="1"/>
              <a:t>control</a:t>
            </a:r>
            <a:r>
              <a:rPr lang="nl-BE" baseline="0" dirty="0"/>
              <a:t> </a:t>
            </a:r>
            <a:r>
              <a:rPr lang="nl-BE" baseline="0" dirty="0" err="1"/>
              <a:t>charts</a:t>
            </a:r>
            <a:r>
              <a:rPr lang="nl-BE" baseline="0" dirty="0"/>
              <a:t>, check up </a:t>
            </a:r>
            <a:r>
              <a:rPr lang="nl-BE" baseline="0" dirty="0" err="1"/>
              <a:t>by</a:t>
            </a:r>
            <a:r>
              <a:rPr lang="nl-BE" baseline="0" dirty="0"/>
              <a:t> </a:t>
            </a:r>
            <a:r>
              <a:rPr lang="nl-BE" baseline="0" dirty="0" err="1"/>
              <a:t>KPIs</a:t>
            </a:r>
            <a:r>
              <a:rPr lang="nl-BE" baseline="0" dirty="0"/>
              <a:t>, …), </a:t>
            </a:r>
            <a:r>
              <a:rPr lang="nl-BE" baseline="0" dirty="0" err="1"/>
              <a:t>so</a:t>
            </a:r>
            <a:r>
              <a:rPr lang="nl-BE" baseline="0" dirty="0"/>
              <a:t> </a:t>
            </a:r>
            <a:r>
              <a:rPr lang="nl-BE" baseline="0" dirty="0" err="1"/>
              <a:t>that</a:t>
            </a:r>
            <a:r>
              <a:rPr lang="nl-BE" baseline="0" dirty="0"/>
              <a:t> </a:t>
            </a:r>
            <a:r>
              <a:rPr lang="nl-BE" baseline="0" dirty="0" err="1"/>
              <a:t>efforts</a:t>
            </a:r>
            <a:r>
              <a:rPr lang="nl-BE" baseline="0" dirty="0"/>
              <a:t> are </a:t>
            </a:r>
            <a:r>
              <a:rPr lang="nl-BE" baseline="0" dirty="0" err="1"/>
              <a:t>not</a:t>
            </a:r>
            <a:r>
              <a:rPr lang="nl-BE" baseline="0" dirty="0"/>
              <a:t> lost.</a:t>
            </a:r>
          </a:p>
          <a:p>
            <a:endParaRPr lang="nl-BE" baseline="0" dirty="0"/>
          </a:p>
          <a:p>
            <a:r>
              <a:rPr lang="nl-BE" baseline="0" dirty="0" err="1"/>
              <a:t>Process</a:t>
            </a:r>
            <a:r>
              <a:rPr lang="nl-BE" baseline="0" dirty="0"/>
              <a:t> </a:t>
            </a:r>
            <a:r>
              <a:rPr lang="nl-BE" baseline="0" dirty="0" err="1"/>
              <a:t>capability</a:t>
            </a:r>
            <a:r>
              <a:rPr lang="nl-BE" baseline="0" dirty="0"/>
              <a:t> is </a:t>
            </a:r>
            <a:r>
              <a:rPr lang="nl-BE" baseline="0" dirty="0" err="1"/>
              <a:t>about</a:t>
            </a:r>
            <a:r>
              <a:rPr lang="nl-BE" baseline="0" dirty="0"/>
              <a:t> </a:t>
            </a:r>
            <a:r>
              <a:rPr lang="nl-BE" baseline="0" dirty="0" err="1"/>
              <a:t>how</a:t>
            </a:r>
            <a:r>
              <a:rPr lang="nl-BE" baseline="0" dirty="0"/>
              <a:t> </a:t>
            </a:r>
            <a:r>
              <a:rPr lang="nl-BE" baseline="0" dirty="0" err="1"/>
              <a:t>our</a:t>
            </a:r>
            <a:r>
              <a:rPr lang="nl-BE" baseline="0" dirty="0"/>
              <a:t> </a:t>
            </a:r>
            <a:r>
              <a:rPr lang="nl-BE" baseline="0" dirty="0" err="1"/>
              <a:t>processes</a:t>
            </a:r>
            <a:r>
              <a:rPr lang="nl-BE" baseline="0" dirty="0"/>
              <a:t> </a:t>
            </a:r>
            <a:r>
              <a:rPr lang="nl-BE" baseline="0" dirty="0" err="1"/>
              <a:t>perform</a:t>
            </a:r>
            <a:r>
              <a:rPr lang="nl-BE" baseline="0" dirty="0"/>
              <a:t> and we monitor </a:t>
            </a:r>
            <a:r>
              <a:rPr lang="nl-BE" baseline="0" dirty="0" err="1"/>
              <a:t>when</a:t>
            </a:r>
            <a:r>
              <a:rPr lang="nl-BE" baseline="0" dirty="0"/>
              <a:t> we </a:t>
            </a:r>
            <a:r>
              <a:rPr lang="nl-BE" baseline="0" dirty="0" err="1"/>
              <a:t>improve</a:t>
            </a:r>
            <a:r>
              <a:rPr lang="nl-BE" baseline="0" dirty="0"/>
              <a:t> </a:t>
            </a:r>
            <a:r>
              <a:rPr lang="nl-BE" baseline="0" dirty="0" err="1"/>
              <a:t>our</a:t>
            </a:r>
            <a:r>
              <a:rPr lang="nl-BE" baseline="0" dirty="0"/>
              <a:t> </a:t>
            </a:r>
            <a:r>
              <a:rPr lang="nl-BE" baseline="0" dirty="0" err="1"/>
              <a:t>processes</a:t>
            </a:r>
            <a:r>
              <a:rPr lang="nl-BE" baseline="0" dirty="0"/>
              <a:t>. </a:t>
            </a:r>
            <a:r>
              <a:rPr lang="nl-BE" baseline="0" dirty="0" err="1"/>
              <a:t>Also</a:t>
            </a:r>
            <a:r>
              <a:rPr lang="nl-BE" baseline="0" dirty="0"/>
              <a:t> </a:t>
            </a:r>
            <a:r>
              <a:rPr lang="nl-BE" baseline="0" dirty="0" err="1"/>
              <a:t>applicable</a:t>
            </a:r>
            <a:r>
              <a:rPr lang="nl-BE" baseline="0" dirty="0"/>
              <a:t> </a:t>
            </a:r>
            <a:r>
              <a:rPr lang="nl-BE" baseline="0" dirty="0" err="1"/>
              <a:t>on</a:t>
            </a:r>
            <a:r>
              <a:rPr lang="nl-BE" baseline="0" dirty="0"/>
              <a:t> </a:t>
            </a:r>
            <a:r>
              <a:rPr lang="nl-BE" baseline="0" dirty="0" err="1"/>
              <a:t>measurment</a:t>
            </a:r>
            <a:r>
              <a:rPr lang="nl-BE" baseline="0" dirty="0"/>
              <a:t> </a:t>
            </a:r>
            <a:r>
              <a:rPr lang="nl-BE" baseline="0" dirty="0" err="1"/>
              <a:t>gauges</a:t>
            </a:r>
            <a:r>
              <a:rPr lang="nl-BE" baseline="0" dirty="0"/>
              <a:t>.</a:t>
            </a:r>
          </a:p>
          <a:p>
            <a:endParaRPr lang="nl-BE" baseline="0" dirty="0"/>
          </a:p>
          <a:p>
            <a:r>
              <a:rPr lang="nl-BE" baseline="0" dirty="0" err="1"/>
              <a:t>Statistical</a:t>
            </a:r>
            <a:r>
              <a:rPr lang="nl-BE" baseline="0" dirty="0"/>
              <a:t> </a:t>
            </a:r>
            <a:r>
              <a:rPr lang="nl-BE" baseline="0" dirty="0" err="1"/>
              <a:t>process</a:t>
            </a:r>
            <a:r>
              <a:rPr lang="nl-BE" baseline="0" dirty="0"/>
              <a:t> </a:t>
            </a:r>
            <a:r>
              <a:rPr lang="nl-BE" baseline="0" dirty="0" err="1"/>
              <a:t>control</a:t>
            </a:r>
            <a:r>
              <a:rPr lang="nl-BE" baseline="0" dirty="0"/>
              <a:t> </a:t>
            </a:r>
            <a:r>
              <a:rPr lang="nl-BE" baseline="0" dirty="0">
                <a:sym typeface="Wingdings" pitchFamily="2" charset="2"/>
              </a:rPr>
              <a:t> to </a:t>
            </a:r>
            <a:r>
              <a:rPr lang="nl-BE" baseline="0" dirty="0" err="1">
                <a:sym typeface="Wingdings" pitchFamily="2" charset="2"/>
              </a:rPr>
              <a:t>sustain</a:t>
            </a:r>
            <a:endParaRPr lang="nl-BE" baseline="0" dirty="0">
              <a:sym typeface="Wingdings" pitchFamily="2" charset="2"/>
            </a:endParaRPr>
          </a:p>
          <a:p>
            <a:endParaRPr lang="nl-BE" baseline="0" dirty="0">
              <a:sym typeface="Wingdings" pitchFamily="2" charset="2"/>
            </a:endParaRPr>
          </a:p>
          <a:p>
            <a:r>
              <a:rPr lang="nl-BE" baseline="0" dirty="0">
                <a:sym typeface="Wingdings" pitchFamily="2" charset="2"/>
              </a:rPr>
              <a:t>Hypothesis </a:t>
            </a:r>
            <a:r>
              <a:rPr lang="nl-BE" baseline="0" dirty="0" err="1">
                <a:sym typeface="Wingdings" pitchFamily="2" charset="2"/>
              </a:rPr>
              <a:t>testing</a:t>
            </a:r>
            <a:r>
              <a:rPr lang="nl-BE" baseline="0" dirty="0">
                <a:sym typeface="Wingdings" pitchFamily="2" charset="2"/>
              </a:rPr>
              <a:t>, </a:t>
            </a:r>
            <a:r>
              <a:rPr lang="nl-BE" baseline="0" dirty="0" err="1">
                <a:sym typeface="Wingdings" pitchFamily="2" charset="2"/>
              </a:rPr>
              <a:t>two</a:t>
            </a:r>
            <a:r>
              <a:rPr lang="nl-BE" baseline="0" dirty="0">
                <a:sym typeface="Wingdings" pitchFamily="2" charset="2"/>
              </a:rPr>
              <a:t> samples, ANOVA  </a:t>
            </a:r>
            <a:r>
              <a:rPr lang="nl-BE" baseline="0" dirty="0" err="1">
                <a:sym typeface="Wingdings" pitchFamily="2" charset="2"/>
              </a:rPr>
              <a:t>statistical</a:t>
            </a:r>
            <a:r>
              <a:rPr lang="nl-BE" baseline="0" dirty="0">
                <a:sym typeface="Wingdings" pitchFamily="2" charset="2"/>
              </a:rPr>
              <a:t> </a:t>
            </a:r>
            <a:r>
              <a:rPr lang="nl-BE" baseline="0" dirty="0" err="1">
                <a:sym typeface="Wingdings" pitchFamily="2" charset="2"/>
              </a:rPr>
              <a:t>techniques</a:t>
            </a:r>
            <a:r>
              <a:rPr lang="nl-BE" baseline="0" dirty="0">
                <a:sym typeface="Wingdings" pitchFamily="2" charset="2"/>
              </a:rPr>
              <a:t> to </a:t>
            </a:r>
            <a:r>
              <a:rPr lang="nl-BE" baseline="0" dirty="0" err="1">
                <a:sym typeface="Wingdings" pitchFamily="2" charset="2"/>
              </a:rPr>
              <a:t>make</a:t>
            </a:r>
            <a:r>
              <a:rPr lang="nl-BE" baseline="0" dirty="0">
                <a:sym typeface="Wingdings" pitchFamily="2" charset="2"/>
              </a:rPr>
              <a:t> a statement </a:t>
            </a:r>
            <a:r>
              <a:rPr lang="nl-BE" baseline="0" dirty="0" err="1">
                <a:sym typeface="Wingdings" pitchFamily="2" charset="2"/>
              </a:rPr>
              <a:t>about</a:t>
            </a:r>
            <a:r>
              <a:rPr lang="nl-BE" baseline="0" dirty="0">
                <a:sym typeface="Wingdings" pitchFamily="2" charset="2"/>
              </a:rPr>
              <a:t> a </a:t>
            </a:r>
            <a:r>
              <a:rPr lang="nl-BE" baseline="0" dirty="0" err="1">
                <a:sym typeface="Wingdings" pitchFamily="2" charset="2"/>
              </a:rPr>
              <a:t>certain</a:t>
            </a:r>
            <a:r>
              <a:rPr lang="nl-BE" baseline="0" dirty="0">
                <a:sym typeface="Wingdings" pitchFamily="2" charset="2"/>
              </a:rPr>
              <a:t> hypothesis</a:t>
            </a:r>
          </a:p>
          <a:p>
            <a:endParaRPr lang="nl-BE" baseline="0" dirty="0">
              <a:sym typeface="Wingdings" pitchFamily="2" charset="2"/>
            </a:endParaRPr>
          </a:p>
          <a:p>
            <a:r>
              <a:rPr lang="nl-BE" baseline="0" dirty="0">
                <a:sym typeface="Wingdings" pitchFamily="2" charset="2"/>
              </a:rPr>
              <a:t>Design of </a:t>
            </a:r>
            <a:r>
              <a:rPr lang="nl-BE" baseline="0" dirty="0" err="1">
                <a:sym typeface="Wingdings" pitchFamily="2" charset="2"/>
              </a:rPr>
              <a:t>experiments</a:t>
            </a:r>
            <a:r>
              <a:rPr lang="nl-BE" baseline="0" dirty="0">
                <a:sym typeface="Wingdings" pitchFamily="2" charset="2"/>
              </a:rPr>
              <a:t>: </a:t>
            </a:r>
            <a:r>
              <a:rPr lang="nl-BE" baseline="0" dirty="0" err="1">
                <a:sym typeface="Wingdings" pitchFamily="2" charset="2"/>
              </a:rPr>
              <a:t>often</a:t>
            </a:r>
            <a:r>
              <a:rPr lang="nl-BE" baseline="0" dirty="0">
                <a:sym typeface="Wingdings" pitchFamily="2" charset="2"/>
              </a:rPr>
              <a:t> </a:t>
            </a:r>
            <a:r>
              <a:rPr lang="nl-BE" baseline="0" dirty="0" err="1">
                <a:sym typeface="Wingdings" pitchFamily="2" charset="2"/>
              </a:rPr>
              <a:t>you</a:t>
            </a:r>
            <a:r>
              <a:rPr lang="nl-BE" baseline="0" dirty="0">
                <a:sym typeface="Wingdings" pitchFamily="2" charset="2"/>
              </a:rPr>
              <a:t> have </a:t>
            </a:r>
            <a:r>
              <a:rPr lang="nl-BE" baseline="0" dirty="0" err="1">
                <a:sym typeface="Wingdings" pitchFamily="2" charset="2"/>
              </a:rPr>
              <a:t>already</a:t>
            </a:r>
            <a:r>
              <a:rPr lang="nl-BE" baseline="0" dirty="0">
                <a:sym typeface="Wingdings" pitchFamily="2" charset="2"/>
              </a:rPr>
              <a:t> data </a:t>
            </a:r>
            <a:r>
              <a:rPr lang="nl-BE" baseline="0" dirty="0" err="1">
                <a:sym typeface="Wingdings" pitchFamily="2" charset="2"/>
              </a:rPr>
              <a:t>about</a:t>
            </a:r>
            <a:r>
              <a:rPr lang="nl-BE" baseline="0" dirty="0">
                <a:sym typeface="Wingdings" pitchFamily="2" charset="2"/>
              </a:rPr>
              <a:t> a </a:t>
            </a:r>
            <a:r>
              <a:rPr lang="nl-BE" baseline="0" dirty="0" err="1">
                <a:sym typeface="Wingdings" pitchFamily="2" charset="2"/>
              </a:rPr>
              <a:t>certain</a:t>
            </a:r>
            <a:r>
              <a:rPr lang="nl-BE" baseline="0" dirty="0">
                <a:sym typeface="Wingdings" pitchFamily="2" charset="2"/>
              </a:rPr>
              <a:t> </a:t>
            </a:r>
            <a:r>
              <a:rPr lang="nl-BE" baseline="0" dirty="0" err="1">
                <a:sym typeface="Wingdings" pitchFamily="2" charset="2"/>
              </a:rPr>
              <a:t>problem</a:t>
            </a:r>
            <a:r>
              <a:rPr lang="nl-BE" baseline="0" dirty="0">
                <a:sym typeface="Wingdings" pitchFamily="2" charset="2"/>
              </a:rPr>
              <a:t>, </a:t>
            </a:r>
            <a:r>
              <a:rPr lang="nl-BE" baseline="0" dirty="0" err="1">
                <a:sym typeface="Wingdings" pitchFamily="2" charset="2"/>
              </a:rPr>
              <a:t>if</a:t>
            </a:r>
            <a:r>
              <a:rPr lang="nl-BE" baseline="0" dirty="0">
                <a:sym typeface="Wingdings" pitchFamily="2" charset="2"/>
              </a:rPr>
              <a:t> </a:t>
            </a:r>
            <a:r>
              <a:rPr lang="nl-BE" baseline="0" dirty="0" err="1">
                <a:sym typeface="Wingdings" pitchFamily="2" charset="2"/>
              </a:rPr>
              <a:t>not</a:t>
            </a:r>
            <a:r>
              <a:rPr lang="nl-BE" baseline="0" dirty="0">
                <a:sym typeface="Wingdings" pitchFamily="2" charset="2"/>
              </a:rPr>
              <a:t>, or </a:t>
            </a:r>
            <a:r>
              <a:rPr lang="nl-BE" baseline="0" dirty="0" err="1">
                <a:sym typeface="Wingdings" pitchFamily="2" charset="2"/>
              </a:rPr>
              <a:t>if</a:t>
            </a:r>
            <a:r>
              <a:rPr lang="nl-BE" baseline="0" dirty="0">
                <a:sym typeface="Wingdings" pitchFamily="2" charset="2"/>
              </a:rPr>
              <a:t> </a:t>
            </a:r>
            <a:r>
              <a:rPr lang="nl-BE" baseline="0" dirty="0" err="1">
                <a:sym typeface="Wingdings" pitchFamily="2" charset="2"/>
              </a:rPr>
              <a:t>you</a:t>
            </a:r>
            <a:r>
              <a:rPr lang="nl-BE" baseline="0" dirty="0">
                <a:sym typeface="Wingdings" pitchFamily="2" charset="2"/>
              </a:rPr>
              <a:t> want to do </a:t>
            </a:r>
            <a:r>
              <a:rPr lang="nl-BE" baseline="0" dirty="0" err="1">
                <a:sym typeface="Wingdings" pitchFamily="2" charset="2"/>
              </a:rPr>
              <a:t>experiments</a:t>
            </a:r>
            <a:r>
              <a:rPr lang="nl-BE" baseline="0" dirty="0">
                <a:sym typeface="Wingdings" pitchFamily="2" charset="2"/>
              </a:rPr>
              <a:t> in </a:t>
            </a:r>
            <a:r>
              <a:rPr lang="nl-BE" baseline="0" dirty="0" err="1">
                <a:sym typeface="Wingdings" pitchFamily="2" charset="2"/>
              </a:rPr>
              <a:t>another</a:t>
            </a:r>
            <a:r>
              <a:rPr lang="nl-BE" baseline="0" dirty="0">
                <a:sym typeface="Wingdings" pitchFamily="2" charset="2"/>
              </a:rPr>
              <a:t> </a:t>
            </a:r>
            <a:r>
              <a:rPr lang="nl-BE" baseline="0" dirty="0" err="1">
                <a:sym typeface="Wingdings" pitchFamily="2" charset="2"/>
              </a:rPr>
              <a:t>region</a:t>
            </a:r>
            <a:r>
              <a:rPr lang="nl-BE" baseline="0" dirty="0">
                <a:sym typeface="Wingdings" pitchFamily="2" charset="2"/>
              </a:rPr>
              <a:t> </a:t>
            </a:r>
            <a:r>
              <a:rPr lang="nl-BE" baseline="0" dirty="0" err="1">
                <a:sym typeface="Wingdings" pitchFamily="2" charset="2"/>
              </a:rPr>
              <a:t>outside</a:t>
            </a:r>
            <a:r>
              <a:rPr lang="nl-BE" baseline="0" dirty="0">
                <a:sym typeface="Wingdings" pitchFamily="2" charset="2"/>
              </a:rPr>
              <a:t> the </a:t>
            </a:r>
            <a:r>
              <a:rPr lang="nl-BE" baseline="0" dirty="0" err="1">
                <a:sym typeface="Wingdings" pitchFamily="2" charset="2"/>
              </a:rPr>
              <a:t>knowledge</a:t>
            </a:r>
            <a:r>
              <a:rPr lang="nl-BE" baseline="0" dirty="0">
                <a:sym typeface="Wingdings" pitchFamily="2" charset="2"/>
              </a:rPr>
              <a:t>, </a:t>
            </a:r>
            <a:r>
              <a:rPr lang="nl-BE" baseline="0" dirty="0" err="1">
                <a:sym typeface="Wingdings" pitchFamily="2" charset="2"/>
              </a:rPr>
              <a:t>you</a:t>
            </a:r>
            <a:r>
              <a:rPr lang="nl-BE" baseline="0" dirty="0">
                <a:sym typeface="Wingdings" pitchFamily="2" charset="2"/>
              </a:rPr>
              <a:t> </a:t>
            </a:r>
            <a:r>
              <a:rPr lang="nl-BE" baseline="0" dirty="0" err="1">
                <a:sym typeface="Wingdings" pitchFamily="2" charset="2"/>
              </a:rPr>
              <a:t>can</a:t>
            </a:r>
            <a:r>
              <a:rPr lang="nl-BE" baseline="0" dirty="0">
                <a:sym typeface="Wingdings" pitchFamily="2" charset="2"/>
              </a:rPr>
              <a:t> do </a:t>
            </a:r>
            <a:r>
              <a:rPr lang="nl-BE" baseline="0" dirty="0" err="1">
                <a:sym typeface="Wingdings" pitchFamily="2" charset="2"/>
              </a:rPr>
              <a:t>experiments</a:t>
            </a:r>
            <a:r>
              <a:rPr lang="nl-BE" baseline="0" dirty="0">
                <a:sym typeface="Wingdings" pitchFamily="2" charset="2"/>
              </a:rPr>
              <a:t>.</a:t>
            </a:r>
          </a:p>
          <a:p>
            <a:r>
              <a:rPr lang="nl-BE" baseline="0" dirty="0">
                <a:sym typeface="Wingdings" pitchFamily="2" charset="2"/>
              </a:rPr>
              <a:t>The </a:t>
            </a:r>
            <a:r>
              <a:rPr lang="nl-BE" baseline="0" dirty="0" err="1">
                <a:sym typeface="Wingdings" pitchFamily="2" charset="2"/>
              </a:rPr>
              <a:t>method</a:t>
            </a:r>
            <a:r>
              <a:rPr lang="nl-BE" baseline="0" dirty="0">
                <a:sym typeface="Wingdings" pitchFamily="2" charset="2"/>
              </a:rPr>
              <a:t> </a:t>
            </a:r>
            <a:r>
              <a:rPr lang="nl-BE" baseline="0" dirty="0" err="1">
                <a:sym typeface="Wingdings" pitchFamily="2" charset="2"/>
              </a:rPr>
              <a:t>how</a:t>
            </a:r>
            <a:r>
              <a:rPr lang="nl-BE" baseline="0" dirty="0">
                <a:sym typeface="Wingdings" pitchFamily="2" charset="2"/>
              </a:rPr>
              <a:t> to do these </a:t>
            </a:r>
            <a:r>
              <a:rPr lang="nl-BE" baseline="0" dirty="0" err="1">
                <a:sym typeface="Wingdings" pitchFamily="2" charset="2"/>
              </a:rPr>
              <a:t>experiments</a:t>
            </a:r>
            <a:r>
              <a:rPr lang="nl-BE" baseline="0" dirty="0">
                <a:sym typeface="Wingdings" pitchFamily="2" charset="2"/>
              </a:rPr>
              <a:t>, </a:t>
            </a:r>
            <a:r>
              <a:rPr lang="nl-BE" baseline="0" dirty="0" err="1">
                <a:sym typeface="Wingdings" pitchFamily="2" charset="2"/>
              </a:rPr>
              <a:t>so</a:t>
            </a:r>
            <a:r>
              <a:rPr lang="nl-BE" baseline="0" dirty="0">
                <a:sym typeface="Wingdings" pitchFamily="2" charset="2"/>
              </a:rPr>
              <a:t> </a:t>
            </a:r>
            <a:r>
              <a:rPr lang="nl-BE" baseline="0" dirty="0" err="1">
                <a:sym typeface="Wingdings" pitchFamily="2" charset="2"/>
              </a:rPr>
              <a:t>that</a:t>
            </a:r>
            <a:r>
              <a:rPr lang="nl-BE" baseline="0" dirty="0">
                <a:sym typeface="Wingdings" pitchFamily="2" charset="2"/>
              </a:rPr>
              <a:t> these </a:t>
            </a:r>
            <a:r>
              <a:rPr lang="nl-BE" baseline="0" dirty="0" err="1">
                <a:sym typeface="Wingdings" pitchFamily="2" charset="2"/>
              </a:rPr>
              <a:t>experiments</a:t>
            </a:r>
            <a:r>
              <a:rPr lang="nl-BE" baseline="0" dirty="0">
                <a:sym typeface="Wingdings" pitchFamily="2" charset="2"/>
              </a:rPr>
              <a:t> are </a:t>
            </a:r>
            <a:r>
              <a:rPr lang="nl-BE" baseline="0" dirty="0" err="1">
                <a:sym typeface="Wingdings" pitchFamily="2" charset="2"/>
              </a:rPr>
              <a:t>reliable</a:t>
            </a:r>
            <a:r>
              <a:rPr lang="nl-BE" baseline="0" dirty="0">
                <a:sym typeface="Wingdings" pitchFamily="2" charset="2"/>
              </a:rPr>
              <a:t>, </a:t>
            </a:r>
            <a:r>
              <a:rPr lang="nl-BE" baseline="0" dirty="0" err="1">
                <a:sym typeface="Wingdings" pitchFamily="2" charset="2"/>
              </a:rPr>
              <a:t>cost</a:t>
            </a:r>
            <a:r>
              <a:rPr lang="nl-BE" baseline="0" dirty="0">
                <a:sym typeface="Wingdings" pitchFamily="2" charset="2"/>
              </a:rPr>
              <a:t> </a:t>
            </a:r>
            <a:r>
              <a:rPr lang="nl-BE" baseline="0" dirty="0" err="1">
                <a:sym typeface="Wingdings" pitchFamily="2" charset="2"/>
              </a:rPr>
              <a:t>effective</a:t>
            </a:r>
            <a:r>
              <a:rPr lang="nl-BE" baseline="0" dirty="0">
                <a:sym typeface="Wingdings" pitchFamily="2" charset="2"/>
              </a:rPr>
              <a:t> is </a:t>
            </a:r>
            <a:r>
              <a:rPr lang="nl-BE" baseline="0" dirty="0" err="1">
                <a:sym typeface="Wingdings" pitchFamily="2" charset="2"/>
              </a:rPr>
              <a:t>called</a:t>
            </a:r>
            <a:r>
              <a:rPr lang="nl-BE" baseline="0" dirty="0">
                <a:sym typeface="Wingdings" pitchFamily="2" charset="2"/>
              </a:rPr>
              <a:t> DOE.</a:t>
            </a:r>
            <a:endParaRPr lang="nl-BE" baseline="0" dirty="0"/>
          </a:p>
          <a:p>
            <a:endParaRPr lang="nl-BE" baseline="0" dirty="0"/>
          </a:p>
          <a:p>
            <a:endParaRPr lang="nl-BE" baseline="0" dirty="0"/>
          </a:p>
          <a:p>
            <a:endParaRPr lang="nl-BE" baseline="0" dirty="0"/>
          </a:p>
          <a:p>
            <a:endParaRPr lang="nl-BE" baseline="0" dirty="0"/>
          </a:p>
        </p:txBody>
      </p:sp>
      <p:sp>
        <p:nvSpPr>
          <p:cNvPr id="4" name="Tijdelijke aanduiding voor dianummer 3"/>
          <p:cNvSpPr>
            <a:spLocks noGrp="1"/>
          </p:cNvSpPr>
          <p:nvPr>
            <p:ph type="sldNum" sz="quarter" idx="10"/>
          </p:nvPr>
        </p:nvSpPr>
        <p:spPr/>
        <p:txBody>
          <a:bodyPr/>
          <a:lstStyle/>
          <a:p>
            <a:pPr>
              <a:defRPr/>
            </a:pPr>
            <a:fld id="{7DA5BC4C-46C4-4E2C-88E3-45E0A4476A80}" type="slidenum">
              <a:rPr lang="en-US" smtClean="0"/>
              <a:pPr>
                <a:defRPr/>
              </a:pPr>
              <a:t>70</a:t>
            </a:fld>
            <a:endParaRPr lang="en-US"/>
          </a:p>
        </p:txBody>
      </p:sp>
    </p:spTree>
    <p:extLst>
      <p:ext uri="{BB962C8B-B14F-4D97-AF65-F5344CB8AC3E}">
        <p14:creationId xmlns:p14="http://schemas.microsoft.com/office/powerpoint/2010/main" val="55303356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a:p>
        </p:txBody>
      </p:sp>
      <p:sp>
        <p:nvSpPr>
          <p:cNvPr id="4" name="Tijdelijke aanduiding voor dianummer 3"/>
          <p:cNvSpPr>
            <a:spLocks noGrp="1"/>
          </p:cNvSpPr>
          <p:nvPr>
            <p:ph type="sldNum" sz="quarter" idx="10"/>
          </p:nvPr>
        </p:nvSpPr>
        <p:spPr/>
        <p:txBody>
          <a:bodyPr/>
          <a:lstStyle/>
          <a:p>
            <a:pPr>
              <a:defRPr/>
            </a:pPr>
            <a:fld id="{7DA5BC4C-46C4-4E2C-88E3-45E0A4476A80}" type="slidenum">
              <a:rPr lang="en-US" smtClean="0"/>
              <a:pPr>
                <a:defRPr/>
              </a:pPr>
              <a:t>71</a:t>
            </a:fld>
            <a:endParaRPr lang="en-US"/>
          </a:p>
        </p:txBody>
      </p:sp>
    </p:spTree>
    <p:extLst>
      <p:ext uri="{BB962C8B-B14F-4D97-AF65-F5344CB8AC3E}">
        <p14:creationId xmlns:p14="http://schemas.microsoft.com/office/powerpoint/2010/main" val="29671726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normAutofit/>
          </a:bodyPr>
          <a:lstStyle/>
          <a:p>
            <a:r>
              <a:rPr lang="en-US" dirty="0"/>
              <a:t>For samples larger than 10, s-charts are recommended over R-charts, because s is much more efficient for estimating the process</a:t>
            </a:r>
          </a:p>
          <a:p>
            <a:r>
              <a:rPr lang="en-US" dirty="0"/>
              <a:t>standard deviation s. For small samples and for manual maintenance of control charts, R is preferred over s.</a:t>
            </a:r>
            <a:endParaRPr lang="nl-BE" dirty="0"/>
          </a:p>
          <a:p>
            <a:endParaRPr lang="nl-BE" dirty="0"/>
          </a:p>
        </p:txBody>
      </p:sp>
      <p:sp>
        <p:nvSpPr>
          <p:cNvPr id="4" name="Tijdelijke aanduiding voor dianummer 3"/>
          <p:cNvSpPr>
            <a:spLocks noGrp="1"/>
          </p:cNvSpPr>
          <p:nvPr>
            <p:ph type="sldNum" sz="quarter" idx="10"/>
          </p:nvPr>
        </p:nvSpPr>
        <p:spPr/>
        <p:txBody>
          <a:bodyPr/>
          <a:lstStyle/>
          <a:p>
            <a:pPr>
              <a:defRPr/>
            </a:pPr>
            <a:fld id="{7DA5BC4C-46C4-4E2C-88E3-45E0A4476A80}" type="slidenum">
              <a:rPr lang="en-US" smtClean="0"/>
              <a:pPr>
                <a:defRPr/>
              </a:pPr>
              <a:t>72</a:t>
            </a:fld>
            <a:endParaRPr 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normAutofit/>
          </a:bodyPr>
          <a:lstStyle/>
          <a:p>
            <a:r>
              <a:rPr lang="nl-BE" dirty="0"/>
              <a:t>Uitleggen van waar die letters komen,</a:t>
            </a:r>
            <a:r>
              <a:rPr lang="nl-BE" baseline="0" dirty="0"/>
              <a:t> verwijzen naar tabel</a:t>
            </a:r>
            <a:r>
              <a:rPr lang="nl-BE" dirty="0"/>
              <a:t>.</a:t>
            </a:r>
          </a:p>
        </p:txBody>
      </p:sp>
    </p:spTree>
    <p:extLst>
      <p:ext uri="{BB962C8B-B14F-4D97-AF65-F5344CB8AC3E}">
        <p14:creationId xmlns:p14="http://schemas.microsoft.com/office/powerpoint/2010/main" val="129425358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10"/>
          </p:nvPr>
        </p:nvSpPr>
        <p:spPr/>
        <p:txBody>
          <a:bodyPr/>
          <a:lstStyle/>
          <a:p>
            <a:pPr>
              <a:defRPr/>
            </a:pPr>
            <a:fld id="{7DA5BC4C-46C4-4E2C-88E3-45E0A4476A80}" type="slidenum">
              <a:rPr lang="en-US" smtClean="0"/>
              <a:pPr>
                <a:defRPr/>
              </a:pPr>
              <a:t>74</a:t>
            </a:fld>
            <a:endParaRPr lang="en-US"/>
          </a:p>
        </p:txBody>
      </p:sp>
    </p:spTree>
    <p:extLst>
      <p:ext uri="{BB962C8B-B14F-4D97-AF65-F5344CB8AC3E}">
        <p14:creationId xmlns:p14="http://schemas.microsoft.com/office/powerpoint/2010/main" val="263968866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a:p>
        </p:txBody>
      </p:sp>
      <p:sp>
        <p:nvSpPr>
          <p:cNvPr id="4" name="Tijdelijke aanduiding voor dianummer 3"/>
          <p:cNvSpPr>
            <a:spLocks noGrp="1"/>
          </p:cNvSpPr>
          <p:nvPr>
            <p:ph type="sldNum" sz="quarter" idx="10"/>
          </p:nvPr>
        </p:nvSpPr>
        <p:spPr/>
        <p:txBody>
          <a:bodyPr/>
          <a:lstStyle/>
          <a:p>
            <a:pPr>
              <a:defRPr/>
            </a:pPr>
            <a:fld id="{7DA5BC4C-46C4-4E2C-88E3-45E0A4476A80}" type="slidenum">
              <a:rPr lang="en-US" smtClean="0"/>
              <a:pPr>
                <a:defRPr/>
              </a:pPr>
              <a:t>75</a:t>
            </a:fld>
            <a:endParaRPr lang="en-US"/>
          </a:p>
        </p:txBody>
      </p:sp>
    </p:spTree>
    <p:extLst>
      <p:ext uri="{BB962C8B-B14F-4D97-AF65-F5344CB8AC3E}">
        <p14:creationId xmlns:p14="http://schemas.microsoft.com/office/powerpoint/2010/main" val="286384432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a:p>
        </p:txBody>
      </p:sp>
      <p:sp>
        <p:nvSpPr>
          <p:cNvPr id="4" name="Tijdelijke aanduiding voor dianummer 3"/>
          <p:cNvSpPr>
            <a:spLocks noGrp="1"/>
          </p:cNvSpPr>
          <p:nvPr>
            <p:ph type="sldNum" sz="quarter" idx="10"/>
          </p:nvPr>
        </p:nvSpPr>
        <p:spPr/>
        <p:txBody>
          <a:bodyPr/>
          <a:lstStyle/>
          <a:p>
            <a:pPr>
              <a:defRPr/>
            </a:pPr>
            <a:fld id="{7DA5BC4C-46C4-4E2C-88E3-45E0A4476A80}" type="slidenum">
              <a:rPr lang="en-US" smtClean="0"/>
              <a:pPr>
                <a:defRPr/>
              </a:pPr>
              <a:t>76</a:t>
            </a:fld>
            <a:endParaRPr lang="en-US"/>
          </a:p>
        </p:txBody>
      </p:sp>
    </p:spTree>
    <p:extLst>
      <p:ext uri="{BB962C8B-B14F-4D97-AF65-F5344CB8AC3E}">
        <p14:creationId xmlns:p14="http://schemas.microsoft.com/office/powerpoint/2010/main" val="392528735"/>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a:p>
        </p:txBody>
      </p:sp>
      <p:sp>
        <p:nvSpPr>
          <p:cNvPr id="4" name="Tijdelijke aanduiding voor dianummer 3"/>
          <p:cNvSpPr>
            <a:spLocks noGrp="1"/>
          </p:cNvSpPr>
          <p:nvPr>
            <p:ph type="sldNum" sz="quarter" idx="10"/>
          </p:nvPr>
        </p:nvSpPr>
        <p:spPr/>
        <p:txBody>
          <a:bodyPr/>
          <a:lstStyle/>
          <a:p>
            <a:pPr>
              <a:defRPr/>
            </a:pPr>
            <a:fld id="{7DA5BC4C-46C4-4E2C-88E3-45E0A4476A80}" type="slidenum">
              <a:rPr lang="en-US" smtClean="0"/>
              <a:pPr>
                <a:defRPr/>
              </a:pPr>
              <a:t>77</a:t>
            </a:fld>
            <a:endParaRPr lang="en-US"/>
          </a:p>
        </p:txBody>
      </p:sp>
    </p:spTree>
    <p:extLst>
      <p:ext uri="{BB962C8B-B14F-4D97-AF65-F5344CB8AC3E}">
        <p14:creationId xmlns:p14="http://schemas.microsoft.com/office/powerpoint/2010/main" val="11992284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a:p>
        </p:txBody>
      </p:sp>
      <p:sp>
        <p:nvSpPr>
          <p:cNvPr id="4" name="Tijdelijke aanduiding voor dianummer 3"/>
          <p:cNvSpPr>
            <a:spLocks noGrp="1"/>
          </p:cNvSpPr>
          <p:nvPr>
            <p:ph type="sldNum" sz="quarter" idx="10"/>
          </p:nvPr>
        </p:nvSpPr>
        <p:spPr/>
        <p:txBody>
          <a:bodyPr/>
          <a:lstStyle/>
          <a:p>
            <a:pPr>
              <a:defRPr/>
            </a:pPr>
            <a:fld id="{7DA5BC4C-46C4-4E2C-88E3-45E0A4476A80}" type="slidenum">
              <a:rPr lang="en-US" smtClean="0"/>
              <a:pPr>
                <a:defRPr/>
              </a:pPr>
              <a:t>78</a:t>
            </a:fld>
            <a:endParaRPr lang="en-US"/>
          </a:p>
        </p:txBody>
      </p:sp>
    </p:spTree>
    <p:extLst>
      <p:ext uri="{BB962C8B-B14F-4D97-AF65-F5344CB8AC3E}">
        <p14:creationId xmlns:p14="http://schemas.microsoft.com/office/powerpoint/2010/main" val="757091336"/>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a:p>
        </p:txBody>
      </p:sp>
      <p:sp>
        <p:nvSpPr>
          <p:cNvPr id="4" name="Tijdelijke aanduiding voor dianummer 3"/>
          <p:cNvSpPr>
            <a:spLocks noGrp="1"/>
          </p:cNvSpPr>
          <p:nvPr>
            <p:ph type="sldNum" sz="quarter" idx="10"/>
          </p:nvPr>
        </p:nvSpPr>
        <p:spPr/>
        <p:txBody>
          <a:bodyPr/>
          <a:lstStyle/>
          <a:p>
            <a:pPr>
              <a:defRPr/>
            </a:pPr>
            <a:fld id="{7DA5BC4C-46C4-4E2C-88E3-45E0A4476A80}" type="slidenum">
              <a:rPr lang="en-US" smtClean="0"/>
              <a:pPr>
                <a:defRPr/>
              </a:pPr>
              <a:t>79</a:t>
            </a:fld>
            <a:endParaRPr lang="en-US"/>
          </a:p>
        </p:txBody>
      </p:sp>
    </p:spTree>
    <p:extLst>
      <p:ext uri="{BB962C8B-B14F-4D97-AF65-F5344CB8AC3E}">
        <p14:creationId xmlns:p14="http://schemas.microsoft.com/office/powerpoint/2010/main" val="3455463043"/>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a:p>
        </p:txBody>
      </p:sp>
      <p:sp>
        <p:nvSpPr>
          <p:cNvPr id="4" name="Tijdelijke aanduiding voor dianummer 3"/>
          <p:cNvSpPr>
            <a:spLocks noGrp="1"/>
          </p:cNvSpPr>
          <p:nvPr>
            <p:ph type="sldNum" sz="quarter" idx="10"/>
          </p:nvPr>
        </p:nvSpPr>
        <p:spPr/>
        <p:txBody>
          <a:bodyPr/>
          <a:lstStyle/>
          <a:p>
            <a:pPr>
              <a:defRPr/>
            </a:pPr>
            <a:fld id="{7DA5BC4C-46C4-4E2C-88E3-45E0A4476A80}" type="slidenum">
              <a:rPr lang="en-US" smtClean="0"/>
              <a:pPr>
                <a:defRPr/>
              </a:pPr>
              <a:t>80</a:t>
            </a:fld>
            <a:endParaRPr lang="en-US"/>
          </a:p>
        </p:txBody>
      </p:sp>
    </p:spTree>
    <p:extLst>
      <p:ext uri="{BB962C8B-B14F-4D97-AF65-F5344CB8AC3E}">
        <p14:creationId xmlns:p14="http://schemas.microsoft.com/office/powerpoint/2010/main" val="2715066268"/>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a:p>
        </p:txBody>
      </p:sp>
      <p:sp>
        <p:nvSpPr>
          <p:cNvPr id="4" name="Tijdelijke aanduiding voor dianummer 3"/>
          <p:cNvSpPr>
            <a:spLocks noGrp="1"/>
          </p:cNvSpPr>
          <p:nvPr>
            <p:ph type="sldNum" sz="quarter" idx="10"/>
          </p:nvPr>
        </p:nvSpPr>
        <p:spPr/>
        <p:txBody>
          <a:bodyPr/>
          <a:lstStyle/>
          <a:p>
            <a:pPr>
              <a:defRPr/>
            </a:pPr>
            <a:fld id="{7DA5BC4C-46C4-4E2C-88E3-45E0A4476A80}" type="slidenum">
              <a:rPr lang="en-US" smtClean="0"/>
              <a:pPr>
                <a:defRPr/>
              </a:pPr>
              <a:t>81</a:t>
            </a:fld>
            <a:endParaRPr lang="en-US"/>
          </a:p>
        </p:txBody>
      </p:sp>
    </p:spTree>
    <p:extLst>
      <p:ext uri="{BB962C8B-B14F-4D97-AF65-F5344CB8AC3E}">
        <p14:creationId xmlns:p14="http://schemas.microsoft.com/office/powerpoint/2010/main" val="405585133"/>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a:p>
        </p:txBody>
      </p:sp>
      <p:sp>
        <p:nvSpPr>
          <p:cNvPr id="4" name="Tijdelijke aanduiding voor dianummer 3"/>
          <p:cNvSpPr>
            <a:spLocks noGrp="1"/>
          </p:cNvSpPr>
          <p:nvPr>
            <p:ph type="sldNum" sz="quarter" idx="10"/>
          </p:nvPr>
        </p:nvSpPr>
        <p:spPr/>
        <p:txBody>
          <a:bodyPr/>
          <a:lstStyle/>
          <a:p>
            <a:pPr>
              <a:defRPr/>
            </a:pPr>
            <a:fld id="{7DA5BC4C-46C4-4E2C-88E3-45E0A4476A80}" type="slidenum">
              <a:rPr lang="en-US" smtClean="0"/>
              <a:pPr>
                <a:defRPr/>
              </a:pPr>
              <a:t>82</a:t>
            </a:fld>
            <a:endParaRPr lang="en-US"/>
          </a:p>
        </p:txBody>
      </p:sp>
    </p:spTree>
    <p:extLst>
      <p:ext uri="{BB962C8B-B14F-4D97-AF65-F5344CB8AC3E}">
        <p14:creationId xmlns:p14="http://schemas.microsoft.com/office/powerpoint/2010/main" val="1131593982"/>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a:p>
        </p:txBody>
      </p:sp>
      <p:sp>
        <p:nvSpPr>
          <p:cNvPr id="4" name="Tijdelijke aanduiding voor dianummer 3"/>
          <p:cNvSpPr>
            <a:spLocks noGrp="1"/>
          </p:cNvSpPr>
          <p:nvPr>
            <p:ph type="sldNum" sz="quarter" idx="10"/>
          </p:nvPr>
        </p:nvSpPr>
        <p:spPr/>
        <p:txBody>
          <a:bodyPr/>
          <a:lstStyle/>
          <a:p>
            <a:pPr>
              <a:defRPr/>
            </a:pPr>
            <a:fld id="{7DA5BC4C-46C4-4E2C-88E3-45E0A4476A80}" type="slidenum">
              <a:rPr lang="en-US" smtClean="0"/>
              <a:pPr>
                <a:defRPr/>
              </a:pPr>
              <a:t>83</a:t>
            </a:fld>
            <a:endParaRPr lang="en-US"/>
          </a:p>
        </p:txBody>
      </p:sp>
    </p:spTree>
    <p:extLst>
      <p:ext uri="{BB962C8B-B14F-4D97-AF65-F5344CB8AC3E}">
        <p14:creationId xmlns:p14="http://schemas.microsoft.com/office/powerpoint/2010/main" val="3688170154"/>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BE" dirty="0"/>
              <a:t>Vraag c: bij een kleiner</a:t>
            </a:r>
            <a:r>
              <a:rPr lang="nl-BE" baseline="0" dirty="0"/>
              <a:t> sample, vergroten de limieten, maar ook de standaardafwijking: wat is het effect hiervan?</a:t>
            </a:r>
            <a:endParaRPr lang="nl-BE" dirty="0"/>
          </a:p>
        </p:txBody>
      </p:sp>
    </p:spTree>
    <p:extLst>
      <p:ext uri="{BB962C8B-B14F-4D97-AF65-F5344CB8AC3E}">
        <p14:creationId xmlns:p14="http://schemas.microsoft.com/office/powerpoint/2010/main" val="331237190"/>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a:p>
        </p:txBody>
      </p:sp>
      <p:sp>
        <p:nvSpPr>
          <p:cNvPr id="4" name="Tijdelijke aanduiding voor dianummer 3"/>
          <p:cNvSpPr>
            <a:spLocks noGrp="1"/>
          </p:cNvSpPr>
          <p:nvPr>
            <p:ph type="sldNum" sz="quarter" idx="10"/>
          </p:nvPr>
        </p:nvSpPr>
        <p:spPr/>
        <p:txBody>
          <a:bodyPr/>
          <a:lstStyle/>
          <a:p>
            <a:pPr>
              <a:defRPr/>
            </a:pPr>
            <a:fld id="{7DA5BC4C-46C4-4E2C-88E3-45E0A4476A80}" type="slidenum">
              <a:rPr lang="en-US" smtClean="0"/>
              <a:pPr>
                <a:defRPr/>
              </a:pPr>
              <a:t>85</a:t>
            </a:fld>
            <a:endParaRPr lang="en-US"/>
          </a:p>
        </p:txBody>
      </p:sp>
    </p:spTree>
    <p:extLst>
      <p:ext uri="{BB962C8B-B14F-4D97-AF65-F5344CB8AC3E}">
        <p14:creationId xmlns:p14="http://schemas.microsoft.com/office/powerpoint/2010/main" val="1274417524"/>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a:p>
        </p:txBody>
      </p:sp>
      <p:sp>
        <p:nvSpPr>
          <p:cNvPr id="4" name="Tijdelijke aanduiding voor dianummer 3"/>
          <p:cNvSpPr>
            <a:spLocks noGrp="1"/>
          </p:cNvSpPr>
          <p:nvPr>
            <p:ph type="sldNum" sz="quarter" idx="10"/>
          </p:nvPr>
        </p:nvSpPr>
        <p:spPr/>
        <p:txBody>
          <a:bodyPr/>
          <a:lstStyle/>
          <a:p>
            <a:pPr>
              <a:defRPr/>
            </a:pPr>
            <a:fld id="{7DA5BC4C-46C4-4E2C-88E3-45E0A4476A80}" type="slidenum">
              <a:rPr lang="en-US" smtClean="0"/>
              <a:pPr>
                <a:defRPr/>
              </a:pPr>
              <a:t>86</a:t>
            </a:fld>
            <a:endParaRPr lang="en-US"/>
          </a:p>
        </p:txBody>
      </p:sp>
    </p:spTree>
    <p:extLst>
      <p:ext uri="{BB962C8B-B14F-4D97-AF65-F5344CB8AC3E}">
        <p14:creationId xmlns:p14="http://schemas.microsoft.com/office/powerpoint/2010/main" val="199797024"/>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a:p>
        </p:txBody>
      </p:sp>
      <p:sp>
        <p:nvSpPr>
          <p:cNvPr id="4" name="Tijdelijke aanduiding voor dianummer 3"/>
          <p:cNvSpPr>
            <a:spLocks noGrp="1"/>
          </p:cNvSpPr>
          <p:nvPr>
            <p:ph type="sldNum" sz="quarter" idx="10"/>
          </p:nvPr>
        </p:nvSpPr>
        <p:spPr/>
        <p:txBody>
          <a:bodyPr/>
          <a:lstStyle/>
          <a:p>
            <a:pPr>
              <a:defRPr/>
            </a:pPr>
            <a:fld id="{7DA5BC4C-46C4-4E2C-88E3-45E0A4476A80}" type="slidenum">
              <a:rPr lang="en-US" smtClean="0"/>
              <a:pPr>
                <a:defRPr/>
              </a:pPr>
              <a:t>87</a:t>
            </a:fld>
            <a:endParaRPr lang="en-US"/>
          </a:p>
        </p:txBody>
      </p:sp>
    </p:spTree>
    <p:extLst>
      <p:ext uri="{BB962C8B-B14F-4D97-AF65-F5344CB8AC3E}">
        <p14:creationId xmlns:p14="http://schemas.microsoft.com/office/powerpoint/2010/main" val="4229117085"/>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a:p>
        </p:txBody>
      </p:sp>
      <p:sp>
        <p:nvSpPr>
          <p:cNvPr id="4" name="Tijdelijke aanduiding voor dianummer 3"/>
          <p:cNvSpPr>
            <a:spLocks noGrp="1"/>
          </p:cNvSpPr>
          <p:nvPr>
            <p:ph type="sldNum" sz="quarter" idx="10"/>
          </p:nvPr>
        </p:nvSpPr>
        <p:spPr/>
        <p:txBody>
          <a:bodyPr/>
          <a:lstStyle/>
          <a:p>
            <a:pPr>
              <a:defRPr/>
            </a:pPr>
            <a:fld id="{7DA5BC4C-46C4-4E2C-88E3-45E0A4476A80}" type="slidenum">
              <a:rPr lang="en-US" smtClean="0"/>
              <a:pPr>
                <a:defRPr/>
              </a:pPr>
              <a:t>88</a:t>
            </a:fld>
            <a:endParaRPr lang="en-US"/>
          </a:p>
        </p:txBody>
      </p:sp>
    </p:spTree>
    <p:extLst>
      <p:ext uri="{BB962C8B-B14F-4D97-AF65-F5344CB8AC3E}">
        <p14:creationId xmlns:p14="http://schemas.microsoft.com/office/powerpoint/2010/main" val="258191121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4.jpeg"/></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4.jpeg"/></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4.jpeg"/></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4.jpeg"/></Relationships>
</file>

<file path=ppt/slideLayouts/_rels/slideLayout20.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4.jpeg"/></Relationships>
</file>

<file path=ppt/slideLayouts/_rels/slideLayout21.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4.jpe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eldia">
    <p:bg>
      <p:bgPr>
        <a:blipFill dpi="0" rotWithShape="0">
          <a:blip r:embed="rId2" cstate="email"/>
          <a:srcRect/>
          <a:stretch>
            <a:fillRect/>
          </a:stretch>
        </a:blipFill>
        <a:effectLst/>
      </p:bgPr>
    </p:bg>
    <p:spTree>
      <p:nvGrpSpPr>
        <p:cNvPr id="1" name=""/>
        <p:cNvGrpSpPr/>
        <p:nvPr/>
      </p:nvGrpSpPr>
      <p:grpSpPr>
        <a:xfrm>
          <a:off x="0" y="0"/>
          <a:ext cx="0" cy="0"/>
          <a:chOff x="0" y="0"/>
          <a:chExt cx="0" cy="0"/>
        </a:xfrm>
      </p:grpSpPr>
      <p:sp>
        <p:nvSpPr>
          <p:cNvPr id="5127" name="Rectangle 7"/>
          <p:cNvSpPr>
            <a:spLocks noGrp="1" noChangeArrowheads="1"/>
          </p:cNvSpPr>
          <p:nvPr>
            <p:ph type="subTitle" idx="1"/>
          </p:nvPr>
        </p:nvSpPr>
        <p:spPr>
          <a:xfrm>
            <a:off x="434975" y="5418138"/>
            <a:ext cx="8253413" cy="315912"/>
          </a:xfrm>
        </p:spPr>
        <p:txBody>
          <a:bodyPr/>
          <a:lstStyle>
            <a:lvl1pPr marL="0" indent="0">
              <a:buFontTx/>
              <a:buNone/>
              <a:defRPr sz="2000">
                <a:solidFill>
                  <a:schemeClr val="bg1"/>
                </a:solidFill>
              </a:defRPr>
            </a:lvl1pPr>
          </a:lstStyle>
          <a:p>
            <a:r>
              <a:rPr lang="nl-NL"/>
              <a:t>Klik om het opmaakprofiel van de modelondertitel te bewerken</a:t>
            </a:r>
            <a:endParaRPr lang="en-US"/>
          </a:p>
        </p:txBody>
      </p:sp>
      <p:sp>
        <p:nvSpPr>
          <p:cNvPr id="5142" name="Rectangle 22"/>
          <p:cNvSpPr>
            <a:spLocks noGrp="1" noChangeArrowheads="1"/>
          </p:cNvSpPr>
          <p:nvPr>
            <p:ph type="ctrTitle"/>
          </p:nvPr>
        </p:nvSpPr>
        <p:spPr>
          <a:xfrm>
            <a:off x="441325" y="4003675"/>
            <a:ext cx="8247063" cy="735013"/>
          </a:xfrm>
        </p:spPr>
        <p:txBody>
          <a:bodyPr anchor="t"/>
          <a:lstStyle>
            <a:lvl1pPr>
              <a:defRPr>
                <a:solidFill>
                  <a:schemeClr val="bg1"/>
                </a:solidFill>
              </a:defRPr>
            </a:lvl1pPr>
          </a:lstStyle>
          <a:p>
            <a:r>
              <a:rPr lang="nl-NL"/>
              <a:t>Klik om de stijl te bewerken</a:t>
            </a:r>
            <a:endParaRPr lang="en-US"/>
          </a:p>
        </p:txBody>
      </p:sp>
      <p:sp>
        <p:nvSpPr>
          <p:cNvPr id="4" name="Rectangle 23"/>
          <p:cNvSpPr>
            <a:spLocks noGrp="1" noChangeArrowheads="1"/>
          </p:cNvSpPr>
          <p:nvPr>
            <p:ph type="dt" sz="half" idx="10"/>
          </p:nvPr>
        </p:nvSpPr>
        <p:spPr>
          <a:xfrm>
            <a:off x="438150" y="6324600"/>
            <a:ext cx="2281238" cy="269875"/>
          </a:xfrm>
        </p:spPr>
        <p:txBody>
          <a:bodyPr/>
          <a:lstStyle>
            <a:lvl1pPr>
              <a:defRPr smtClean="0">
                <a:solidFill>
                  <a:schemeClr val="bg1"/>
                </a:solidFill>
              </a:defRPr>
            </a:lvl1pPr>
          </a:lstStyle>
          <a:p>
            <a:pPr>
              <a:defRPr/>
            </a:pPr>
            <a:fld id="{401C2653-A2C8-426B-A20E-84A9784881B3}" type="datetime1">
              <a:rPr lang="en-US" smtClean="0"/>
              <a:pPr>
                <a:defRPr/>
              </a:pPr>
              <a:t>5/20/2026</a:t>
            </a:fld>
            <a:endParaRPr lang="en-US"/>
          </a:p>
        </p:txBody>
      </p:sp>
      <p:sp>
        <p:nvSpPr>
          <p:cNvPr id="5" name="Rectangle 24"/>
          <p:cNvSpPr>
            <a:spLocks noGrp="1" noChangeArrowheads="1"/>
          </p:cNvSpPr>
          <p:nvPr>
            <p:ph type="ftr" sz="quarter" idx="11"/>
          </p:nvPr>
        </p:nvSpPr>
        <p:spPr>
          <a:xfrm>
            <a:off x="3228975" y="6324600"/>
            <a:ext cx="2895600" cy="269875"/>
          </a:xfrm>
        </p:spPr>
        <p:txBody>
          <a:bodyPr/>
          <a:lstStyle>
            <a:lvl1pPr>
              <a:defRPr dirty="0" smtClean="0">
                <a:solidFill>
                  <a:schemeClr val="bg1"/>
                </a:solidFill>
              </a:defRPr>
            </a:lvl1pPr>
          </a:lstStyle>
          <a:p>
            <a:pPr>
              <a:defRPr/>
            </a:pPr>
            <a:endParaRPr lang="en-US"/>
          </a:p>
        </p:txBody>
      </p:sp>
      <p:sp>
        <p:nvSpPr>
          <p:cNvPr id="6" name="Rectangle 25"/>
          <p:cNvSpPr>
            <a:spLocks noGrp="1" noChangeArrowheads="1"/>
          </p:cNvSpPr>
          <p:nvPr>
            <p:ph type="sldNum" sz="quarter" idx="12"/>
          </p:nvPr>
        </p:nvSpPr>
        <p:spPr>
          <a:xfrm>
            <a:off x="6453188" y="6324600"/>
            <a:ext cx="1905000" cy="269875"/>
          </a:xfrm>
        </p:spPr>
        <p:txBody>
          <a:bodyPr/>
          <a:lstStyle>
            <a:lvl1pPr>
              <a:defRPr smtClean="0">
                <a:solidFill>
                  <a:schemeClr val="bg1"/>
                </a:solidFill>
              </a:defRPr>
            </a:lvl1pPr>
          </a:lstStyle>
          <a:p>
            <a:pPr>
              <a:defRPr/>
            </a:pPr>
            <a:fld id="{EF2DFD5C-1C73-4B6D-861A-9653C7A648B1}" type="slidenum">
              <a:rPr lang="en-US"/>
              <a:pPr>
                <a:defRPr/>
              </a:pPr>
              <a:t>‹nr.›</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de stijl te bewerken</a:t>
            </a:r>
            <a:endParaRPr lang="en-GB"/>
          </a:p>
        </p:txBody>
      </p:sp>
      <p:sp>
        <p:nvSpPr>
          <p:cNvPr id="3" name="Content Placeholder 2"/>
          <p:cNvSpPr>
            <a:spLocks noGrp="1"/>
          </p:cNvSpPr>
          <p:nvPr>
            <p:ph idx="1"/>
          </p:nvPr>
        </p:nvSpPr>
        <p:spPr/>
        <p:txBody>
          <a:body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4" name="Date Placeholder 3"/>
          <p:cNvSpPr>
            <a:spLocks noGrp="1"/>
          </p:cNvSpPr>
          <p:nvPr>
            <p:ph type="dt" sz="half" idx="10"/>
          </p:nvPr>
        </p:nvSpPr>
        <p:spPr/>
        <p:txBody>
          <a:bodyPr/>
          <a:lstStyle>
            <a:lvl1pPr>
              <a:defRPr smtClean="0"/>
            </a:lvl1pPr>
          </a:lstStyle>
          <a:p>
            <a:pPr>
              <a:defRPr/>
            </a:pPr>
            <a:r>
              <a:rPr lang="en-US"/>
              <a:t>Copyright © ArcelorMittal </a:t>
            </a:r>
            <a:fld id="{25BDAFEB-BD73-4141-B74B-71602F7BEE31}" type="datetime1">
              <a:rPr lang="en-US" smtClean="0"/>
              <a:pPr>
                <a:defRPr/>
              </a:pPr>
              <a:t>5/20/2026</a:t>
            </a:fld>
            <a:endParaRPr lang="en-US"/>
          </a:p>
        </p:txBody>
      </p:sp>
      <p:sp>
        <p:nvSpPr>
          <p:cNvPr id="5" name="Footer Placeholder 4"/>
          <p:cNvSpPr>
            <a:spLocks noGrp="1"/>
          </p:cNvSpPr>
          <p:nvPr>
            <p:ph type="ftr" sz="quarter" idx="11"/>
          </p:nvPr>
        </p:nvSpPr>
        <p:spPr/>
        <p:txBody>
          <a:bodyPr/>
          <a:lstStyle>
            <a:lvl1pPr>
              <a:defRPr dirty="0" smtClean="0"/>
            </a:lvl1pPr>
          </a:lstStyle>
          <a:p>
            <a:pPr>
              <a:defRPr/>
            </a:pPr>
            <a:endParaRPr lang="en-US"/>
          </a:p>
        </p:txBody>
      </p:sp>
      <p:sp>
        <p:nvSpPr>
          <p:cNvPr id="6" name="Slide Number Placeholder 5"/>
          <p:cNvSpPr>
            <a:spLocks noGrp="1"/>
          </p:cNvSpPr>
          <p:nvPr>
            <p:ph type="sldNum" sz="quarter" idx="12"/>
          </p:nvPr>
        </p:nvSpPr>
        <p:spPr/>
        <p:txBody>
          <a:bodyPr/>
          <a:lstStyle>
            <a:lvl1pPr>
              <a:defRPr smtClean="0"/>
            </a:lvl1pPr>
          </a:lstStyle>
          <a:p>
            <a:pPr>
              <a:defRPr/>
            </a:pPr>
            <a:fld id="{3BAE3F46-7F34-4D55-854B-55B1578BB741}" type="slidenum">
              <a:rPr lang="en-US"/>
              <a:pPr>
                <a:defRPr/>
              </a:pPr>
              <a:t>‹nr.›</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nl-NL"/>
              <a:t>Klik om de stijl te bewerken</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nl-NL"/>
              <a:t>Klik om de modelstijlen te bewerken</a:t>
            </a:r>
          </a:p>
        </p:txBody>
      </p:sp>
      <p:sp>
        <p:nvSpPr>
          <p:cNvPr id="4" name="Date Placeholder 3"/>
          <p:cNvSpPr>
            <a:spLocks noGrp="1"/>
          </p:cNvSpPr>
          <p:nvPr>
            <p:ph type="dt" sz="half" idx="10"/>
          </p:nvPr>
        </p:nvSpPr>
        <p:spPr/>
        <p:txBody>
          <a:bodyPr/>
          <a:lstStyle>
            <a:lvl1pPr>
              <a:defRPr smtClean="0"/>
            </a:lvl1pPr>
          </a:lstStyle>
          <a:p>
            <a:pPr>
              <a:defRPr/>
            </a:pPr>
            <a:r>
              <a:rPr lang="en-US"/>
              <a:t>Copyright © ArcelorMittal </a:t>
            </a:r>
            <a:fld id="{E0C9596A-88E2-482F-8D67-FABDB3C3FDFB}" type="datetime1">
              <a:rPr lang="en-US" smtClean="0"/>
              <a:pPr>
                <a:defRPr/>
              </a:pPr>
              <a:t>5/20/2026</a:t>
            </a:fld>
            <a:endParaRPr lang="en-US"/>
          </a:p>
        </p:txBody>
      </p:sp>
      <p:sp>
        <p:nvSpPr>
          <p:cNvPr id="5" name="Footer Placeholder 4"/>
          <p:cNvSpPr>
            <a:spLocks noGrp="1"/>
          </p:cNvSpPr>
          <p:nvPr>
            <p:ph type="ftr" sz="quarter" idx="11"/>
          </p:nvPr>
        </p:nvSpPr>
        <p:spPr/>
        <p:txBody>
          <a:bodyPr/>
          <a:lstStyle>
            <a:lvl1pPr>
              <a:defRPr dirty="0" smtClean="0"/>
            </a:lvl1pPr>
          </a:lstStyle>
          <a:p>
            <a:pPr>
              <a:defRPr/>
            </a:pPr>
            <a:endParaRPr lang="en-US"/>
          </a:p>
        </p:txBody>
      </p:sp>
      <p:sp>
        <p:nvSpPr>
          <p:cNvPr id="6" name="Slide Number Placeholder 5"/>
          <p:cNvSpPr>
            <a:spLocks noGrp="1"/>
          </p:cNvSpPr>
          <p:nvPr>
            <p:ph type="sldNum" sz="quarter" idx="12"/>
          </p:nvPr>
        </p:nvSpPr>
        <p:spPr/>
        <p:txBody>
          <a:bodyPr/>
          <a:lstStyle>
            <a:lvl1pPr>
              <a:defRPr smtClean="0"/>
            </a:lvl1pPr>
          </a:lstStyle>
          <a:p>
            <a:pPr>
              <a:defRPr/>
            </a:pPr>
            <a:fld id="{8B84184E-3783-46FE-B127-274852217AC3}" type="slidenum">
              <a:rPr lang="en-US"/>
              <a:pPr>
                <a:defRPr/>
              </a:pPr>
              <a:t>‹nr.›</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de stijl te bewerken</a:t>
            </a:r>
            <a:endParaRPr lang="en-GB"/>
          </a:p>
        </p:txBody>
      </p:sp>
      <p:sp>
        <p:nvSpPr>
          <p:cNvPr id="3" name="Content Placeholder 2"/>
          <p:cNvSpPr>
            <a:spLocks noGrp="1"/>
          </p:cNvSpPr>
          <p:nvPr>
            <p:ph sz="half" idx="1"/>
          </p:nvPr>
        </p:nvSpPr>
        <p:spPr>
          <a:xfrm>
            <a:off x="439738" y="1960563"/>
            <a:ext cx="4041775"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4" name="Content Placeholder 3"/>
          <p:cNvSpPr>
            <a:spLocks noGrp="1"/>
          </p:cNvSpPr>
          <p:nvPr>
            <p:ph sz="half" idx="2"/>
          </p:nvPr>
        </p:nvSpPr>
        <p:spPr>
          <a:xfrm>
            <a:off x="4633913" y="1960563"/>
            <a:ext cx="4041775"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5" name="Date Placeholder 4"/>
          <p:cNvSpPr>
            <a:spLocks noGrp="1"/>
          </p:cNvSpPr>
          <p:nvPr>
            <p:ph type="dt" sz="half" idx="10"/>
          </p:nvPr>
        </p:nvSpPr>
        <p:spPr/>
        <p:txBody>
          <a:bodyPr/>
          <a:lstStyle>
            <a:lvl1pPr>
              <a:defRPr smtClean="0"/>
            </a:lvl1pPr>
          </a:lstStyle>
          <a:p>
            <a:pPr>
              <a:defRPr/>
            </a:pPr>
            <a:r>
              <a:rPr lang="en-US"/>
              <a:t>Copyright © ArcelorMittal </a:t>
            </a:r>
            <a:fld id="{D210E7CF-AA4F-463D-A2C3-D4969B2DC8AD}" type="datetime1">
              <a:rPr lang="en-US" smtClean="0"/>
              <a:pPr>
                <a:defRPr/>
              </a:pPr>
              <a:t>5/20/2026</a:t>
            </a:fld>
            <a:endParaRPr lang="en-US"/>
          </a:p>
        </p:txBody>
      </p:sp>
      <p:sp>
        <p:nvSpPr>
          <p:cNvPr id="6" name="Footer Placeholder 5"/>
          <p:cNvSpPr>
            <a:spLocks noGrp="1"/>
          </p:cNvSpPr>
          <p:nvPr>
            <p:ph type="ftr" sz="quarter" idx="11"/>
          </p:nvPr>
        </p:nvSpPr>
        <p:spPr/>
        <p:txBody>
          <a:bodyPr/>
          <a:lstStyle>
            <a:lvl1pPr>
              <a:defRPr dirty="0" smtClean="0"/>
            </a:lvl1pPr>
          </a:lstStyle>
          <a:p>
            <a:pPr>
              <a:defRPr/>
            </a:pPr>
            <a:endParaRPr lang="en-US"/>
          </a:p>
        </p:txBody>
      </p:sp>
      <p:sp>
        <p:nvSpPr>
          <p:cNvPr id="7" name="Slide Number Placeholder 6"/>
          <p:cNvSpPr>
            <a:spLocks noGrp="1"/>
          </p:cNvSpPr>
          <p:nvPr>
            <p:ph type="sldNum" sz="quarter" idx="12"/>
          </p:nvPr>
        </p:nvSpPr>
        <p:spPr/>
        <p:txBody>
          <a:bodyPr/>
          <a:lstStyle>
            <a:lvl1pPr>
              <a:defRPr smtClean="0"/>
            </a:lvl1pPr>
          </a:lstStyle>
          <a:p>
            <a:pPr>
              <a:defRPr/>
            </a:pPr>
            <a:fld id="{EF7A2DB3-86B3-4A22-B72A-B1136FEA10F0}" type="slidenum">
              <a:rPr lang="en-US"/>
              <a:pPr>
                <a:defRPr/>
              </a:pPr>
              <a:t>‹nr.›</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nl-NL"/>
              <a:t>Klik om de stijl te bewerken</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 om de modelstijlen te bewerken</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 om de modelstijlen te bewerken</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7" name="Date Placeholder 6"/>
          <p:cNvSpPr>
            <a:spLocks noGrp="1"/>
          </p:cNvSpPr>
          <p:nvPr>
            <p:ph type="dt" sz="half" idx="10"/>
          </p:nvPr>
        </p:nvSpPr>
        <p:spPr/>
        <p:txBody>
          <a:bodyPr/>
          <a:lstStyle>
            <a:lvl1pPr>
              <a:defRPr smtClean="0"/>
            </a:lvl1pPr>
          </a:lstStyle>
          <a:p>
            <a:pPr>
              <a:defRPr/>
            </a:pPr>
            <a:r>
              <a:rPr lang="en-US"/>
              <a:t>Copyright © ArcelorMittal </a:t>
            </a:r>
            <a:fld id="{C85473B3-7959-47CF-87C9-706E0C800018}" type="datetime1">
              <a:rPr lang="en-US" smtClean="0"/>
              <a:pPr>
                <a:defRPr/>
              </a:pPr>
              <a:t>5/20/2026</a:t>
            </a:fld>
            <a:endParaRPr lang="en-US"/>
          </a:p>
        </p:txBody>
      </p:sp>
      <p:sp>
        <p:nvSpPr>
          <p:cNvPr id="8" name="Footer Placeholder 7"/>
          <p:cNvSpPr>
            <a:spLocks noGrp="1"/>
          </p:cNvSpPr>
          <p:nvPr>
            <p:ph type="ftr" sz="quarter" idx="11"/>
          </p:nvPr>
        </p:nvSpPr>
        <p:spPr/>
        <p:txBody>
          <a:bodyPr/>
          <a:lstStyle>
            <a:lvl1pPr>
              <a:defRPr dirty="0" smtClean="0"/>
            </a:lvl1pPr>
          </a:lstStyle>
          <a:p>
            <a:pPr>
              <a:defRPr/>
            </a:pPr>
            <a:endParaRPr lang="en-US"/>
          </a:p>
        </p:txBody>
      </p:sp>
      <p:sp>
        <p:nvSpPr>
          <p:cNvPr id="9" name="Slide Number Placeholder 8"/>
          <p:cNvSpPr>
            <a:spLocks noGrp="1"/>
          </p:cNvSpPr>
          <p:nvPr>
            <p:ph type="sldNum" sz="quarter" idx="12"/>
          </p:nvPr>
        </p:nvSpPr>
        <p:spPr/>
        <p:txBody>
          <a:bodyPr/>
          <a:lstStyle>
            <a:lvl1pPr>
              <a:defRPr smtClean="0"/>
            </a:lvl1pPr>
          </a:lstStyle>
          <a:p>
            <a:pPr>
              <a:defRPr/>
            </a:pPr>
            <a:fld id="{45C76766-4406-4E17-891E-9C3B6AB17745}" type="slidenum">
              <a:rPr lang="en-US"/>
              <a:pPr>
                <a:defRPr/>
              </a:pPr>
              <a:t>‹nr.›</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de stijl te bewerken</a:t>
            </a:r>
            <a:endParaRPr lang="en-GB"/>
          </a:p>
        </p:txBody>
      </p:sp>
      <p:sp>
        <p:nvSpPr>
          <p:cNvPr id="3" name="Date Placeholder 2"/>
          <p:cNvSpPr>
            <a:spLocks noGrp="1"/>
          </p:cNvSpPr>
          <p:nvPr>
            <p:ph type="dt" sz="half" idx="10"/>
          </p:nvPr>
        </p:nvSpPr>
        <p:spPr/>
        <p:txBody>
          <a:bodyPr/>
          <a:lstStyle>
            <a:lvl1pPr>
              <a:defRPr smtClean="0"/>
            </a:lvl1pPr>
          </a:lstStyle>
          <a:p>
            <a:pPr>
              <a:defRPr/>
            </a:pPr>
            <a:r>
              <a:rPr lang="en-US"/>
              <a:t>Copyright © ArcelorMittal </a:t>
            </a:r>
            <a:fld id="{1F51C95B-E46B-4E82-B10E-80226AD9C252}" type="datetime1">
              <a:rPr lang="en-US" smtClean="0"/>
              <a:pPr>
                <a:defRPr/>
              </a:pPr>
              <a:t>5/20/2026</a:t>
            </a:fld>
            <a:endParaRPr lang="en-US"/>
          </a:p>
        </p:txBody>
      </p:sp>
      <p:sp>
        <p:nvSpPr>
          <p:cNvPr id="4" name="Footer Placeholder 3"/>
          <p:cNvSpPr>
            <a:spLocks noGrp="1"/>
          </p:cNvSpPr>
          <p:nvPr>
            <p:ph type="ftr" sz="quarter" idx="11"/>
          </p:nvPr>
        </p:nvSpPr>
        <p:spPr/>
        <p:txBody>
          <a:bodyPr/>
          <a:lstStyle>
            <a:lvl1pPr>
              <a:defRPr dirty="0" smtClean="0"/>
            </a:lvl1pPr>
          </a:lstStyle>
          <a:p>
            <a:pPr>
              <a:defRPr/>
            </a:pPr>
            <a:endParaRPr lang="en-US"/>
          </a:p>
        </p:txBody>
      </p:sp>
      <p:sp>
        <p:nvSpPr>
          <p:cNvPr id="5" name="Slide Number Placeholder 4"/>
          <p:cNvSpPr>
            <a:spLocks noGrp="1"/>
          </p:cNvSpPr>
          <p:nvPr>
            <p:ph type="sldNum" sz="quarter" idx="12"/>
          </p:nvPr>
        </p:nvSpPr>
        <p:spPr/>
        <p:txBody>
          <a:bodyPr/>
          <a:lstStyle>
            <a:lvl1pPr>
              <a:defRPr smtClean="0"/>
            </a:lvl1pPr>
          </a:lstStyle>
          <a:p>
            <a:pPr>
              <a:defRPr/>
            </a:pPr>
            <a:fld id="{58282971-9F67-4B8D-956D-CE27B12C28F5}" type="slidenum">
              <a:rPr lang="en-US"/>
              <a:pPr>
                <a:defRPr/>
              </a:pPr>
              <a:t>‹nr.›</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smtClean="0"/>
            </a:lvl1pPr>
          </a:lstStyle>
          <a:p>
            <a:pPr>
              <a:defRPr/>
            </a:pPr>
            <a:r>
              <a:rPr lang="en-US"/>
              <a:t>Copyright © ArcelorMittal </a:t>
            </a:r>
            <a:fld id="{C3FBACAA-2B03-47F2-B1AF-CAF58C8C8076}" type="datetime1">
              <a:rPr lang="en-US" smtClean="0"/>
              <a:pPr>
                <a:defRPr/>
              </a:pPr>
              <a:t>5/20/2026</a:t>
            </a:fld>
            <a:endParaRPr lang="en-US"/>
          </a:p>
        </p:txBody>
      </p:sp>
      <p:sp>
        <p:nvSpPr>
          <p:cNvPr id="3" name="Footer Placeholder 2"/>
          <p:cNvSpPr>
            <a:spLocks noGrp="1"/>
          </p:cNvSpPr>
          <p:nvPr>
            <p:ph type="ftr" sz="quarter" idx="11"/>
          </p:nvPr>
        </p:nvSpPr>
        <p:spPr/>
        <p:txBody>
          <a:bodyPr/>
          <a:lstStyle>
            <a:lvl1pPr>
              <a:defRPr dirty="0" smtClean="0"/>
            </a:lvl1pPr>
          </a:lstStyle>
          <a:p>
            <a:pPr>
              <a:defRPr/>
            </a:pPr>
            <a:endParaRPr lang="en-US"/>
          </a:p>
        </p:txBody>
      </p:sp>
      <p:sp>
        <p:nvSpPr>
          <p:cNvPr id="4" name="Slide Number Placeholder 3"/>
          <p:cNvSpPr>
            <a:spLocks noGrp="1"/>
          </p:cNvSpPr>
          <p:nvPr>
            <p:ph type="sldNum" sz="quarter" idx="12"/>
          </p:nvPr>
        </p:nvSpPr>
        <p:spPr/>
        <p:txBody>
          <a:bodyPr/>
          <a:lstStyle>
            <a:lvl1pPr>
              <a:defRPr smtClean="0"/>
            </a:lvl1pPr>
          </a:lstStyle>
          <a:p>
            <a:pPr>
              <a:defRPr/>
            </a:pPr>
            <a:fld id="{B5A254CA-C3A2-4695-8DE2-3C75BFDB2D7E}" type="slidenum">
              <a:rPr lang="en-US"/>
              <a:pPr>
                <a:defRPr/>
              </a:pPr>
              <a:t>‹nr.›</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nl-NL"/>
              <a:t>Klik om de stijl te bewerken</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nl-NL"/>
              <a:t>Klik om de modelstijlen te bewerken</a:t>
            </a:r>
          </a:p>
        </p:txBody>
      </p:sp>
      <p:sp>
        <p:nvSpPr>
          <p:cNvPr id="5" name="Date Placeholder 4"/>
          <p:cNvSpPr>
            <a:spLocks noGrp="1"/>
          </p:cNvSpPr>
          <p:nvPr>
            <p:ph type="dt" sz="half" idx="10"/>
          </p:nvPr>
        </p:nvSpPr>
        <p:spPr/>
        <p:txBody>
          <a:bodyPr/>
          <a:lstStyle>
            <a:lvl1pPr>
              <a:defRPr smtClean="0"/>
            </a:lvl1pPr>
          </a:lstStyle>
          <a:p>
            <a:pPr>
              <a:defRPr/>
            </a:pPr>
            <a:r>
              <a:rPr lang="en-US"/>
              <a:t>Copyright © ArcelorMittal </a:t>
            </a:r>
            <a:fld id="{8688EADC-9C79-4EFC-8CA8-D91F711E41A7}" type="datetime1">
              <a:rPr lang="en-US" smtClean="0"/>
              <a:pPr>
                <a:defRPr/>
              </a:pPr>
              <a:t>5/20/2026</a:t>
            </a:fld>
            <a:endParaRPr lang="en-US"/>
          </a:p>
        </p:txBody>
      </p:sp>
      <p:sp>
        <p:nvSpPr>
          <p:cNvPr id="6" name="Footer Placeholder 5"/>
          <p:cNvSpPr>
            <a:spLocks noGrp="1"/>
          </p:cNvSpPr>
          <p:nvPr>
            <p:ph type="ftr" sz="quarter" idx="11"/>
          </p:nvPr>
        </p:nvSpPr>
        <p:spPr/>
        <p:txBody>
          <a:bodyPr/>
          <a:lstStyle>
            <a:lvl1pPr>
              <a:defRPr dirty="0" smtClean="0"/>
            </a:lvl1pPr>
          </a:lstStyle>
          <a:p>
            <a:pPr>
              <a:defRPr/>
            </a:pPr>
            <a:endParaRPr lang="en-US"/>
          </a:p>
        </p:txBody>
      </p:sp>
      <p:sp>
        <p:nvSpPr>
          <p:cNvPr id="7" name="Slide Number Placeholder 6"/>
          <p:cNvSpPr>
            <a:spLocks noGrp="1"/>
          </p:cNvSpPr>
          <p:nvPr>
            <p:ph type="sldNum" sz="quarter" idx="12"/>
          </p:nvPr>
        </p:nvSpPr>
        <p:spPr/>
        <p:txBody>
          <a:bodyPr/>
          <a:lstStyle>
            <a:lvl1pPr>
              <a:defRPr smtClean="0"/>
            </a:lvl1pPr>
          </a:lstStyle>
          <a:p>
            <a:pPr>
              <a:defRPr/>
            </a:pPr>
            <a:fld id="{D2538745-D8BF-47E3-B679-5ABA26A2342F}" type="slidenum">
              <a:rPr lang="en-US"/>
              <a:pPr>
                <a:defRPr/>
              </a:pPr>
              <a:t>‹nr.›</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nl-NL"/>
              <a:t>Klik om de stijl te bewerken</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nl-NL" noProof="0"/>
              <a:t>Klik op het pictogram als u een afbeelding wilt toevoegen</a:t>
            </a:r>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nl-NL"/>
              <a:t>Klik om de modelstijlen te bewerken</a:t>
            </a:r>
          </a:p>
        </p:txBody>
      </p:sp>
      <p:sp>
        <p:nvSpPr>
          <p:cNvPr id="5" name="Date Placeholder 4"/>
          <p:cNvSpPr>
            <a:spLocks noGrp="1"/>
          </p:cNvSpPr>
          <p:nvPr>
            <p:ph type="dt" sz="half" idx="10"/>
          </p:nvPr>
        </p:nvSpPr>
        <p:spPr/>
        <p:txBody>
          <a:bodyPr/>
          <a:lstStyle>
            <a:lvl1pPr>
              <a:defRPr smtClean="0"/>
            </a:lvl1pPr>
          </a:lstStyle>
          <a:p>
            <a:pPr>
              <a:defRPr/>
            </a:pPr>
            <a:r>
              <a:rPr lang="en-US"/>
              <a:t>Copyright © ArcelorMittal </a:t>
            </a:r>
            <a:fld id="{F25BBD14-1544-4F1C-BB7C-026C30D05AD6}" type="datetime1">
              <a:rPr lang="en-US" smtClean="0"/>
              <a:pPr>
                <a:defRPr/>
              </a:pPr>
              <a:t>5/20/2026</a:t>
            </a:fld>
            <a:endParaRPr lang="en-US"/>
          </a:p>
        </p:txBody>
      </p:sp>
      <p:sp>
        <p:nvSpPr>
          <p:cNvPr id="6" name="Footer Placeholder 5"/>
          <p:cNvSpPr>
            <a:spLocks noGrp="1"/>
          </p:cNvSpPr>
          <p:nvPr>
            <p:ph type="ftr" sz="quarter" idx="11"/>
          </p:nvPr>
        </p:nvSpPr>
        <p:spPr/>
        <p:txBody>
          <a:bodyPr/>
          <a:lstStyle>
            <a:lvl1pPr>
              <a:defRPr dirty="0" smtClean="0"/>
            </a:lvl1pPr>
          </a:lstStyle>
          <a:p>
            <a:pPr>
              <a:defRPr/>
            </a:pPr>
            <a:endParaRPr lang="en-US"/>
          </a:p>
        </p:txBody>
      </p:sp>
      <p:sp>
        <p:nvSpPr>
          <p:cNvPr id="7" name="Slide Number Placeholder 6"/>
          <p:cNvSpPr>
            <a:spLocks noGrp="1"/>
          </p:cNvSpPr>
          <p:nvPr>
            <p:ph type="sldNum" sz="quarter" idx="12"/>
          </p:nvPr>
        </p:nvSpPr>
        <p:spPr/>
        <p:txBody>
          <a:bodyPr/>
          <a:lstStyle>
            <a:lvl1pPr>
              <a:defRPr smtClean="0"/>
            </a:lvl1pPr>
          </a:lstStyle>
          <a:p>
            <a:pPr>
              <a:defRPr/>
            </a:pPr>
            <a:fld id="{78C5FE97-E439-4990-A80F-134B08F4587B}" type="slidenum">
              <a:rPr lang="en-US"/>
              <a:pPr>
                <a:defRPr/>
              </a:pPr>
              <a:t>‹nr.›</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de stijl te bewerken</a:t>
            </a:r>
            <a:endParaRPr lang="en-GB"/>
          </a:p>
        </p:txBody>
      </p:sp>
      <p:sp>
        <p:nvSpPr>
          <p:cNvPr id="3" name="Vertical Text Placeholder 2"/>
          <p:cNvSpPr>
            <a:spLocks noGrp="1"/>
          </p:cNvSpPr>
          <p:nvPr>
            <p:ph type="body" orient="vert" idx="1"/>
          </p:nvPr>
        </p:nvSpPr>
        <p:spPr/>
        <p:txBody>
          <a:bodyPr vert="eaVert"/>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4" name="Date Placeholder 3"/>
          <p:cNvSpPr>
            <a:spLocks noGrp="1"/>
          </p:cNvSpPr>
          <p:nvPr>
            <p:ph type="dt" sz="half" idx="10"/>
          </p:nvPr>
        </p:nvSpPr>
        <p:spPr/>
        <p:txBody>
          <a:bodyPr/>
          <a:lstStyle>
            <a:lvl1pPr>
              <a:defRPr smtClean="0"/>
            </a:lvl1pPr>
          </a:lstStyle>
          <a:p>
            <a:pPr>
              <a:defRPr/>
            </a:pPr>
            <a:r>
              <a:rPr lang="en-US"/>
              <a:t>Copyright © ArcelorMittal </a:t>
            </a:r>
            <a:fld id="{918E5A27-5812-4F20-9897-31E2995E5F7A}" type="datetime1">
              <a:rPr lang="en-US" smtClean="0"/>
              <a:pPr>
                <a:defRPr/>
              </a:pPr>
              <a:t>5/20/2026</a:t>
            </a:fld>
            <a:endParaRPr lang="en-US"/>
          </a:p>
        </p:txBody>
      </p:sp>
      <p:sp>
        <p:nvSpPr>
          <p:cNvPr id="5" name="Footer Placeholder 4"/>
          <p:cNvSpPr>
            <a:spLocks noGrp="1"/>
          </p:cNvSpPr>
          <p:nvPr>
            <p:ph type="ftr" sz="quarter" idx="11"/>
          </p:nvPr>
        </p:nvSpPr>
        <p:spPr/>
        <p:txBody>
          <a:bodyPr/>
          <a:lstStyle>
            <a:lvl1pPr>
              <a:defRPr dirty="0" smtClean="0"/>
            </a:lvl1pPr>
          </a:lstStyle>
          <a:p>
            <a:pPr>
              <a:defRPr/>
            </a:pPr>
            <a:endParaRPr lang="en-US"/>
          </a:p>
        </p:txBody>
      </p:sp>
      <p:sp>
        <p:nvSpPr>
          <p:cNvPr id="6" name="Slide Number Placeholder 5"/>
          <p:cNvSpPr>
            <a:spLocks noGrp="1"/>
          </p:cNvSpPr>
          <p:nvPr>
            <p:ph type="sldNum" sz="quarter" idx="12"/>
          </p:nvPr>
        </p:nvSpPr>
        <p:spPr/>
        <p:txBody>
          <a:bodyPr/>
          <a:lstStyle>
            <a:lvl1pPr>
              <a:defRPr smtClean="0"/>
            </a:lvl1pPr>
          </a:lstStyle>
          <a:p>
            <a:pPr>
              <a:defRPr/>
            </a:pPr>
            <a:fld id="{563B18E6-7C6B-482C-9B82-2A643B07C440}" type="slidenum">
              <a:rPr lang="en-US"/>
              <a:pPr>
                <a:defRPr/>
              </a:pPr>
              <a:t>‹nr.›</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16700" y="549275"/>
            <a:ext cx="2058988" cy="5526088"/>
          </a:xfrm>
        </p:spPr>
        <p:txBody>
          <a:bodyPr vert="eaVert"/>
          <a:lstStyle/>
          <a:p>
            <a:r>
              <a:rPr lang="nl-NL"/>
              <a:t>Klik om de stijl te bewerken</a:t>
            </a:r>
            <a:endParaRPr lang="en-GB"/>
          </a:p>
        </p:txBody>
      </p:sp>
      <p:sp>
        <p:nvSpPr>
          <p:cNvPr id="3" name="Vertical Text Placeholder 2"/>
          <p:cNvSpPr>
            <a:spLocks noGrp="1"/>
          </p:cNvSpPr>
          <p:nvPr>
            <p:ph type="body" orient="vert" idx="1"/>
          </p:nvPr>
        </p:nvSpPr>
        <p:spPr>
          <a:xfrm>
            <a:off x="438150" y="549275"/>
            <a:ext cx="6026150" cy="5526088"/>
          </a:xfrm>
        </p:spPr>
        <p:txBody>
          <a:bodyPr vert="eaVert"/>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4" name="Date Placeholder 3"/>
          <p:cNvSpPr>
            <a:spLocks noGrp="1"/>
          </p:cNvSpPr>
          <p:nvPr>
            <p:ph type="dt" sz="half" idx="10"/>
          </p:nvPr>
        </p:nvSpPr>
        <p:spPr/>
        <p:txBody>
          <a:bodyPr/>
          <a:lstStyle>
            <a:lvl1pPr>
              <a:defRPr smtClean="0"/>
            </a:lvl1pPr>
          </a:lstStyle>
          <a:p>
            <a:pPr>
              <a:defRPr/>
            </a:pPr>
            <a:r>
              <a:rPr lang="en-US"/>
              <a:t>Copyright © ArcelorMittal </a:t>
            </a:r>
            <a:fld id="{92799FA6-8AEC-4A77-8362-E10712E89BF5}" type="datetime1">
              <a:rPr lang="en-US" smtClean="0"/>
              <a:pPr>
                <a:defRPr/>
              </a:pPr>
              <a:t>5/20/2026</a:t>
            </a:fld>
            <a:endParaRPr lang="en-US"/>
          </a:p>
        </p:txBody>
      </p:sp>
      <p:sp>
        <p:nvSpPr>
          <p:cNvPr id="5" name="Footer Placeholder 4"/>
          <p:cNvSpPr>
            <a:spLocks noGrp="1"/>
          </p:cNvSpPr>
          <p:nvPr>
            <p:ph type="ftr" sz="quarter" idx="11"/>
          </p:nvPr>
        </p:nvSpPr>
        <p:spPr/>
        <p:txBody>
          <a:bodyPr/>
          <a:lstStyle>
            <a:lvl1pPr>
              <a:defRPr dirty="0" smtClean="0"/>
            </a:lvl1pPr>
          </a:lstStyle>
          <a:p>
            <a:pPr>
              <a:defRPr/>
            </a:pPr>
            <a:endParaRPr lang="en-US"/>
          </a:p>
        </p:txBody>
      </p:sp>
      <p:sp>
        <p:nvSpPr>
          <p:cNvPr id="6" name="Slide Number Placeholder 5"/>
          <p:cNvSpPr>
            <a:spLocks noGrp="1"/>
          </p:cNvSpPr>
          <p:nvPr>
            <p:ph type="sldNum" sz="quarter" idx="12"/>
          </p:nvPr>
        </p:nvSpPr>
        <p:spPr/>
        <p:txBody>
          <a:bodyPr/>
          <a:lstStyle>
            <a:lvl1pPr>
              <a:defRPr smtClean="0"/>
            </a:lvl1pPr>
          </a:lstStyle>
          <a:p>
            <a:pPr>
              <a:defRPr/>
            </a:pPr>
            <a:fld id="{0F8EF9B3-F2C8-4BB1-BB92-8FA5DE853CCB}" type="slidenum">
              <a:rPr lang="en-US"/>
              <a:pPr>
                <a:defRPr/>
              </a:pPr>
              <a:t>‹nr.›</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Aangepaste indeling">
    <p:spTree>
      <p:nvGrpSpPr>
        <p:cNvPr id="1" name=""/>
        <p:cNvGrpSpPr/>
        <p:nvPr/>
      </p:nvGrpSpPr>
      <p:grpSpPr>
        <a:xfrm>
          <a:off x="0" y="0"/>
          <a:ext cx="0" cy="0"/>
          <a:chOff x="0" y="0"/>
          <a:chExt cx="0" cy="0"/>
        </a:xfrm>
      </p:grpSpPr>
      <p:sp>
        <p:nvSpPr>
          <p:cNvPr id="5" name="Tijdelijke aanduiding voor dianummer 4"/>
          <p:cNvSpPr>
            <a:spLocks noGrp="1"/>
          </p:cNvSpPr>
          <p:nvPr>
            <p:ph type="sldNum" sz="quarter" idx="12"/>
          </p:nvPr>
        </p:nvSpPr>
        <p:spPr>
          <a:xfrm>
            <a:off x="8638124" y="6453336"/>
            <a:ext cx="499607" cy="360000"/>
          </a:xfrm>
        </p:spPr>
        <p:txBody>
          <a:bodyPr/>
          <a:lstStyle>
            <a:lvl1pPr>
              <a:defRPr>
                <a:solidFill>
                  <a:srgbClr val="20377D"/>
                </a:solidFill>
                <a:latin typeface="Calibri" panose="020F0502020204030204" pitchFamily="34" charset="0"/>
              </a:defRPr>
            </a:lvl1pPr>
          </a:lstStyle>
          <a:p>
            <a:fld id="{42031524-F447-4BDB-9429-C46C4DFCF371}" type="slidenum">
              <a:rPr lang="nl-NL" smtClean="0"/>
              <a:pPr/>
              <a:t>‹nr.›</a:t>
            </a:fld>
            <a:endParaRPr lang="nl-NL" dirty="0"/>
          </a:p>
        </p:txBody>
      </p:sp>
      <p:sp>
        <p:nvSpPr>
          <p:cNvPr id="13" name="Tijdelijke aanduiding voor inhoud 2"/>
          <p:cNvSpPr>
            <a:spLocks noGrp="1"/>
          </p:cNvSpPr>
          <p:nvPr>
            <p:ph idx="1"/>
          </p:nvPr>
        </p:nvSpPr>
        <p:spPr>
          <a:xfrm>
            <a:off x="457200" y="1196752"/>
            <a:ext cx="8229600" cy="4929411"/>
          </a:xfrm>
        </p:spPr>
        <p:txBody>
          <a:bodyPr/>
          <a:lstStyle>
            <a:lvl1pPr marL="342900" indent="-342900">
              <a:buFontTx/>
              <a:buBlip>
                <a:blip r:embed="rId2"/>
              </a:buBlip>
              <a:defRPr sz="2400">
                <a:solidFill>
                  <a:srgbClr val="20377D"/>
                </a:solidFill>
              </a:defRPr>
            </a:lvl1pPr>
            <a:lvl2pPr>
              <a:defRPr sz="2000"/>
            </a:lvl2pPr>
            <a:lvl3pPr>
              <a:defRPr sz="1600"/>
            </a:lvl3pPr>
            <a:lvl4pPr>
              <a:defRPr sz="1400"/>
            </a:lvl4pPr>
            <a:lvl5pPr>
              <a:defRPr sz="1200"/>
            </a:lvl5pPr>
          </a:lstStyle>
          <a:p>
            <a:pPr lvl="0"/>
            <a:r>
              <a:rPr lang="nl-NL" dirty="0"/>
              <a:t>Klik om de modelstijlen te bewerken</a:t>
            </a:r>
          </a:p>
          <a:p>
            <a:pPr lvl="1"/>
            <a:r>
              <a:rPr lang="nl-NL" dirty="0"/>
              <a:t>Tweede niveau</a:t>
            </a:r>
          </a:p>
          <a:p>
            <a:pPr lvl="2"/>
            <a:r>
              <a:rPr lang="nl-NL" dirty="0"/>
              <a:t>Derde niveau</a:t>
            </a:r>
          </a:p>
          <a:p>
            <a:pPr lvl="3"/>
            <a:r>
              <a:rPr lang="nl-NL" dirty="0"/>
              <a:t>Vierde niveau</a:t>
            </a:r>
          </a:p>
          <a:p>
            <a:pPr lvl="4"/>
            <a:r>
              <a:rPr lang="nl-NL" dirty="0"/>
              <a:t>Vijfde niveau</a:t>
            </a:r>
            <a:endParaRPr lang="nl-BE" dirty="0"/>
          </a:p>
        </p:txBody>
      </p:sp>
    </p:spTree>
    <p:extLst>
      <p:ext uri="{BB962C8B-B14F-4D97-AF65-F5344CB8AC3E}">
        <p14:creationId xmlns:p14="http://schemas.microsoft.com/office/powerpoint/2010/main" val="26180510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3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704B725-B11A-4BEA-AA22-F6D45A404EC6}" type="datetime1">
              <a:rPr lang="en-US" smtClean="0"/>
              <a:pPr/>
              <a:t>5/20/2026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A1C692C-4F2D-45F6-A9A8-8A3A8FE27806}" type="slidenum">
              <a:rPr lang="en-US" smtClean="0"/>
              <a:pPr/>
              <a:t>‹nr.›</a:t>
            </a:fld>
            <a:endParaRPr lang="en-US"/>
          </a:p>
        </p:txBody>
      </p:sp>
      <p:sp>
        <p:nvSpPr>
          <p:cNvPr id="8" name="Title 1"/>
          <p:cNvSpPr>
            <a:spLocks noGrp="1"/>
          </p:cNvSpPr>
          <p:nvPr>
            <p:ph type="title"/>
          </p:nvPr>
        </p:nvSpPr>
        <p:spPr>
          <a:xfrm>
            <a:off x="457200" y="274638"/>
            <a:ext cx="8229600" cy="1143000"/>
          </a:xfrm>
        </p:spPr>
        <p:txBody>
          <a:bodyPr/>
          <a:lstStyle/>
          <a:p>
            <a:r>
              <a:rPr lang="en-US" dirty="0"/>
              <a:t>Click to edit Master title style</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5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8C19085-2721-477F-A121-22FC3B97F044}" type="datetime1">
              <a:rPr lang="en-US" smtClean="0"/>
              <a:pPr/>
              <a:t>5/20/2026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A1C692C-4F2D-45F6-A9A8-8A3A8FE27806}" type="slidenum">
              <a:rPr lang="en-US" smtClean="0"/>
              <a:pPr/>
              <a:t>‹nr.›</a:t>
            </a:fld>
            <a:endParaRPr lang="en-US"/>
          </a:p>
        </p:txBody>
      </p:sp>
      <p:sp>
        <p:nvSpPr>
          <p:cNvPr id="8" name="Title 1"/>
          <p:cNvSpPr>
            <a:spLocks noGrp="1"/>
          </p:cNvSpPr>
          <p:nvPr>
            <p:ph type="title"/>
          </p:nvPr>
        </p:nvSpPr>
        <p:spPr>
          <a:xfrm>
            <a:off x="457200" y="274638"/>
            <a:ext cx="8229600" cy="1143000"/>
          </a:xfrm>
        </p:spPr>
        <p:txBody>
          <a:bodyPr/>
          <a:lstStyle/>
          <a:p>
            <a:r>
              <a:rPr lang="en-US"/>
              <a:t>Click to edit Master title style</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userDrawn="1">
  <p:cSld name="Title only">
    <p:spTree>
      <p:nvGrpSpPr>
        <p:cNvPr id="1" name=""/>
        <p:cNvGrpSpPr/>
        <p:nvPr/>
      </p:nvGrpSpPr>
      <p:grpSpPr>
        <a:xfrm>
          <a:off x="0" y="0"/>
          <a:ext cx="0" cy="0"/>
          <a:chOff x="0" y="0"/>
          <a:chExt cx="0" cy="0"/>
        </a:xfrm>
      </p:grpSpPr>
      <p:graphicFrame>
        <p:nvGraphicFramePr>
          <p:cNvPr id="3" name="Rectangle 2" hidden="1"/>
          <p:cNvGraphicFramePr>
            <a:graphicFrameLocks/>
          </p:cNvGraphicFramePr>
          <p:nvPr>
            <p:custDataLst>
              <p:tags r:id="rId1"/>
            </p:custDataLst>
          </p:nvPr>
        </p:nvGraphicFramePr>
        <p:xfrm>
          <a:off x="0" y="0"/>
          <a:ext cx="161925" cy="161925"/>
        </p:xfrm>
        <a:graphic>
          <a:graphicData uri="http://schemas.openxmlformats.org/presentationml/2006/ole">
            <mc:AlternateContent xmlns:mc="http://schemas.openxmlformats.org/markup-compatibility/2006">
              <mc:Choice xmlns:v="urn:schemas-microsoft-com:vml" Requires="v">
                <p:oleObj name="think-cell Slide" r:id="rId3" imgW="0" imgH="0" progId="TCLayout.ActiveDocument.1">
                  <p:embed/>
                </p:oleObj>
              </mc:Choice>
              <mc:Fallback>
                <p:oleObj name="think-cell Slide" r:id="rId3" imgW="0" imgH="0" progId="TCLayout.ActiveDocument.1">
                  <p:embed/>
                  <p:pic>
                    <p:nvPicPr>
                      <p:cNvPr id="3" name="Rectangle 2" hidden="1"/>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0" y="0"/>
                        <a:ext cx="161925" cy="161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McK Slide Elements"/>
          <p:cNvGrpSpPr>
            <a:grpSpLocks/>
          </p:cNvGrpSpPr>
          <p:nvPr userDrawn="1"/>
        </p:nvGrpSpPr>
        <p:grpSpPr bwMode="auto">
          <a:xfrm>
            <a:off x="125413" y="542925"/>
            <a:ext cx="8793162" cy="6288088"/>
            <a:chOff x="77" y="335"/>
            <a:chExt cx="5429" cy="3882"/>
          </a:xfrm>
        </p:grpSpPr>
        <p:sp>
          <p:nvSpPr>
            <p:cNvPr id="6" name="McK Measure" hidden="1"/>
            <p:cNvSpPr txBox="1">
              <a:spLocks noChangeArrowheads="1"/>
            </p:cNvSpPr>
            <p:nvPr userDrawn="1"/>
          </p:nvSpPr>
          <p:spPr bwMode="auto">
            <a:xfrm>
              <a:off x="77" y="335"/>
              <a:ext cx="5429" cy="152"/>
            </a:xfrm>
            <a:prstGeom prst="rect">
              <a:avLst/>
            </a:prstGeom>
            <a:noFill/>
            <a:ln>
              <a:noFill/>
            </a:ln>
          </p:spPr>
          <p:txBody>
            <a:bodyPr lIns="0" tIns="0" rIns="0" bIns="0">
              <a:spAutoFit/>
            </a:bodyPr>
            <a:lstStyle>
              <a:lvl1pPr defTabSz="893763" eaLnBrk="0" hangingPunct="0">
                <a:defRPr sz="1600">
                  <a:solidFill>
                    <a:schemeClr val="tx1"/>
                  </a:solidFill>
                  <a:latin typeface="Arial" charset="0"/>
                  <a:cs typeface="Arial" charset="0"/>
                </a:defRPr>
              </a:lvl1pPr>
              <a:lvl2pPr marL="742950" indent="-285750" defTabSz="893763" eaLnBrk="0" hangingPunct="0">
                <a:defRPr sz="1600">
                  <a:solidFill>
                    <a:schemeClr val="tx1"/>
                  </a:solidFill>
                  <a:latin typeface="Arial" charset="0"/>
                  <a:cs typeface="Arial" charset="0"/>
                </a:defRPr>
              </a:lvl2pPr>
              <a:lvl3pPr marL="1143000" indent="-228600" defTabSz="893763" eaLnBrk="0" hangingPunct="0">
                <a:defRPr sz="1600">
                  <a:solidFill>
                    <a:schemeClr val="tx1"/>
                  </a:solidFill>
                  <a:latin typeface="Arial" charset="0"/>
                  <a:cs typeface="Arial" charset="0"/>
                </a:defRPr>
              </a:lvl3pPr>
              <a:lvl4pPr marL="1600200" indent="-228600" defTabSz="893763" eaLnBrk="0" hangingPunct="0">
                <a:defRPr sz="1600">
                  <a:solidFill>
                    <a:schemeClr val="tx1"/>
                  </a:solidFill>
                  <a:latin typeface="Arial" charset="0"/>
                  <a:cs typeface="Arial" charset="0"/>
                </a:defRPr>
              </a:lvl4pPr>
              <a:lvl5pPr marL="2057400" indent="-228600" defTabSz="893763" eaLnBrk="0" hangingPunct="0">
                <a:defRPr sz="1600">
                  <a:solidFill>
                    <a:schemeClr val="tx1"/>
                  </a:solidFill>
                  <a:latin typeface="Arial" charset="0"/>
                  <a:cs typeface="Arial" charset="0"/>
                </a:defRPr>
              </a:lvl5pPr>
              <a:lvl6pPr marL="2514600" indent="-228600" defTabSz="893763" eaLnBrk="0" fontAlgn="base" hangingPunct="0">
                <a:spcBef>
                  <a:spcPct val="0"/>
                </a:spcBef>
                <a:spcAft>
                  <a:spcPct val="0"/>
                </a:spcAft>
                <a:defRPr sz="1600">
                  <a:solidFill>
                    <a:schemeClr val="tx1"/>
                  </a:solidFill>
                  <a:latin typeface="Arial" charset="0"/>
                  <a:cs typeface="Arial" charset="0"/>
                </a:defRPr>
              </a:lvl6pPr>
              <a:lvl7pPr marL="2971800" indent="-228600" defTabSz="893763" eaLnBrk="0" fontAlgn="base" hangingPunct="0">
                <a:spcBef>
                  <a:spcPct val="0"/>
                </a:spcBef>
                <a:spcAft>
                  <a:spcPct val="0"/>
                </a:spcAft>
                <a:defRPr sz="1600">
                  <a:solidFill>
                    <a:schemeClr val="tx1"/>
                  </a:solidFill>
                  <a:latin typeface="Arial" charset="0"/>
                  <a:cs typeface="Arial" charset="0"/>
                </a:defRPr>
              </a:lvl7pPr>
              <a:lvl8pPr marL="3429000" indent="-228600" defTabSz="893763" eaLnBrk="0" fontAlgn="base" hangingPunct="0">
                <a:spcBef>
                  <a:spcPct val="0"/>
                </a:spcBef>
                <a:spcAft>
                  <a:spcPct val="0"/>
                </a:spcAft>
                <a:defRPr sz="1600">
                  <a:solidFill>
                    <a:schemeClr val="tx1"/>
                  </a:solidFill>
                  <a:latin typeface="Arial" charset="0"/>
                  <a:cs typeface="Arial" charset="0"/>
                </a:defRPr>
              </a:lvl8pPr>
              <a:lvl9pPr marL="3886200" indent="-228600" defTabSz="893763" eaLnBrk="0" fontAlgn="base" hangingPunct="0">
                <a:spcBef>
                  <a:spcPct val="0"/>
                </a:spcBef>
                <a:spcAft>
                  <a:spcPct val="0"/>
                </a:spcAft>
                <a:defRPr sz="1600">
                  <a:solidFill>
                    <a:schemeClr val="tx1"/>
                  </a:solidFill>
                  <a:latin typeface="Arial" charset="0"/>
                  <a:cs typeface="Arial" charset="0"/>
                </a:defRPr>
              </a:lvl9pPr>
            </a:lstStyle>
            <a:p>
              <a:pPr eaLnBrk="1" hangingPunct="1">
                <a:defRPr/>
              </a:pPr>
              <a:r>
                <a:rPr lang="en-US">
                  <a:solidFill>
                    <a:srgbClr val="696969"/>
                  </a:solidFill>
                  <a:ea typeface="+mn-ea"/>
                </a:rPr>
                <a:t>Unit of measure</a:t>
              </a:r>
            </a:p>
          </p:txBody>
        </p:sp>
        <p:sp>
          <p:nvSpPr>
            <p:cNvPr id="7" name="McK Footnote" hidden="1"/>
            <p:cNvSpPr txBox="1">
              <a:spLocks noChangeArrowheads="1"/>
            </p:cNvSpPr>
            <p:nvPr userDrawn="1"/>
          </p:nvSpPr>
          <p:spPr bwMode="auto">
            <a:xfrm>
              <a:off x="79" y="3966"/>
              <a:ext cx="5145" cy="251"/>
            </a:xfrm>
            <a:prstGeom prst="rect">
              <a:avLst/>
            </a:prstGeom>
            <a:noFill/>
            <a:ln>
              <a:noFill/>
            </a:ln>
          </p:spPr>
          <p:txBody>
            <a:bodyPr lIns="0" tIns="0" rIns="0" bIns="0" anchor="b">
              <a:spAutoFit/>
            </a:bodyPr>
            <a:lstStyle>
              <a:lvl1pPr marL="573088" indent="-573088" defTabSz="893763" eaLnBrk="0" hangingPunct="0">
                <a:tabLst>
                  <a:tab pos="531813" algn="r"/>
                </a:tabLst>
                <a:defRPr sz="1600">
                  <a:solidFill>
                    <a:schemeClr val="tx1"/>
                  </a:solidFill>
                  <a:latin typeface="Arial" charset="0"/>
                  <a:cs typeface="Arial" charset="0"/>
                </a:defRPr>
              </a:lvl1pPr>
              <a:lvl2pPr marL="742950" indent="-285750" defTabSz="893763" eaLnBrk="0" hangingPunct="0">
                <a:tabLst>
                  <a:tab pos="531813" algn="r"/>
                </a:tabLst>
                <a:defRPr sz="1600">
                  <a:solidFill>
                    <a:schemeClr val="tx1"/>
                  </a:solidFill>
                  <a:latin typeface="Arial" charset="0"/>
                  <a:cs typeface="Arial" charset="0"/>
                </a:defRPr>
              </a:lvl2pPr>
              <a:lvl3pPr marL="1143000" indent="-228600" defTabSz="893763" eaLnBrk="0" hangingPunct="0">
                <a:tabLst>
                  <a:tab pos="531813" algn="r"/>
                </a:tabLst>
                <a:defRPr sz="1600">
                  <a:solidFill>
                    <a:schemeClr val="tx1"/>
                  </a:solidFill>
                  <a:latin typeface="Arial" charset="0"/>
                  <a:cs typeface="Arial" charset="0"/>
                </a:defRPr>
              </a:lvl3pPr>
              <a:lvl4pPr marL="1600200" indent="-228600" defTabSz="893763" eaLnBrk="0" hangingPunct="0">
                <a:tabLst>
                  <a:tab pos="531813" algn="r"/>
                </a:tabLst>
                <a:defRPr sz="1600">
                  <a:solidFill>
                    <a:schemeClr val="tx1"/>
                  </a:solidFill>
                  <a:latin typeface="Arial" charset="0"/>
                  <a:cs typeface="Arial" charset="0"/>
                </a:defRPr>
              </a:lvl4pPr>
              <a:lvl5pPr marL="2057400" indent="-228600" defTabSz="893763" eaLnBrk="0" hangingPunct="0">
                <a:tabLst>
                  <a:tab pos="531813" algn="r"/>
                </a:tabLst>
                <a:defRPr sz="1600">
                  <a:solidFill>
                    <a:schemeClr val="tx1"/>
                  </a:solidFill>
                  <a:latin typeface="Arial" charset="0"/>
                  <a:cs typeface="Arial" charset="0"/>
                </a:defRPr>
              </a:lvl5pPr>
              <a:lvl6pPr marL="2514600" indent="-228600" defTabSz="893763" eaLnBrk="0" fontAlgn="base" hangingPunct="0">
                <a:spcBef>
                  <a:spcPct val="0"/>
                </a:spcBef>
                <a:spcAft>
                  <a:spcPct val="0"/>
                </a:spcAft>
                <a:tabLst>
                  <a:tab pos="531813" algn="r"/>
                </a:tabLst>
                <a:defRPr sz="1600">
                  <a:solidFill>
                    <a:schemeClr val="tx1"/>
                  </a:solidFill>
                  <a:latin typeface="Arial" charset="0"/>
                  <a:cs typeface="Arial" charset="0"/>
                </a:defRPr>
              </a:lvl6pPr>
              <a:lvl7pPr marL="2971800" indent="-228600" defTabSz="893763" eaLnBrk="0" fontAlgn="base" hangingPunct="0">
                <a:spcBef>
                  <a:spcPct val="0"/>
                </a:spcBef>
                <a:spcAft>
                  <a:spcPct val="0"/>
                </a:spcAft>
                <a:tabLst>
                  <a:tab pos="531813" algn="r"/>
                </a:tabLst>
                <a:defRPr sz="1600">
                  <a:solidFill>
                    <a:schemeClr val="tx1"/>
                  </a:solidFill>
                  <a:latin typeface="Arial" charset="0"/>
                  <a:cs typeface="Arial" charset="0"/>
                </a:defRPr>
              </a:lvl7pPr>
              <a:lvl8pPr marL="3429000" indent="-228600" defTabSz="893763" eaLnBrk="0" fontAlgn="base" hangingPunct="0">
                <a:spcBef>
                  <a:spcPct val="0"/>
                </a:spcBef>
                <a:spcAft>
                  <a:spcPct val="0"/>
                </a:spcAft>
                <a:tabLst>
                  <a:tab pos="531813" algn="r"/>
                </a:tabLst>
                <a:defRPr sz="1600">
                  <a:solidFill>
                    <a:schemeClr val="tx1"/>
                  </a:solidFill>
                  <a:latin typeface="Arial" charset="0"/>
                  <a:cs typeface="Arial" charset="0"/>
                </a:defRPr>
              </a:lvl8pPr>
              <a:lvl9pPr marL="3886200" indent="-228600" defTabSz="893763" eaLnBrk="0" fontAlgn="base" hangingPunct="0">
                <a:spcBef>
                  <a:spcPct val="0"/>
                </a:spcBef>
                <a:spcAft>
                  <a:spcPct val="0"/>
                </a:spcAft>
                <a:tabLst>
                  <a:tab pos="531813" algn="r"/>
                </a:tabLst>
                <a:defRPr sz="1600">
                  <a:solidFill>
                    <a:schemeClr val="tx1"/>
                  </a:solidFill>
                  <a:latin typeface="Arial" charset="0"/>
                  <a:cs typeface="Arial" charset="0"/>
                </a:defRPr>
              </a:lvl9pPr>
            </a:lstStyle>
            <a:p>
              <a:pPr eaLnBrk="1" hangingPunct="1">
                <a:defRPr/>
              </a:pPr>
              <a:r>
                <a:rPr lang="en-US" sz="1200" dirty="0">
                  <a:solidFill>
                    <a:srgbClr val="000000"/>
                  </a:solidFill>
                  <a:ea typeface="+mn-ea"/>
                </a:rPr>
                <a:t>	*	Footnote</a:t>
              </a:r>
            </a:p>
            <a:p>
              <a:pPr eaLnBrk="1" hangingPunct="1">
                <a:spcBef>
                  <a:spcPct val="20000"/>
                </a:spcBef>
                <a:defRPr/>
              </a:pPr>
              <a:r>
                <a:rPr lang="en-US" sz="1200" dirty="0">
                  <a:solidFill>
                    <a:srgbClr val="000000"/>
                  </a:solidFill>
                  <a:ea typeface="+mn-ea"/>
                </a:rPr>
                <a:t>Source:		Source</a:t>
              </a:r>
            </a:p>
          </p:txBody>
        </p:sp>
      </p:grpSp>
      <p:sp>
        <p:nvSpPr>
          <p:cNvPr id="8" name="Working Draft" hidden="1"/>
          <p:cNvSpPr txBox="1">
            <a:spLocks noChangeArrowheads="1"/>
          </p:cNvSpPr>
          <p:nvPr/>
        </p:nvSpPr>
        <p:spPr bwMode="auto">
          <a:xfrm rot="5400000">
            <a:off x="8207375" y="2774950"/>
            <a:ext cx="1730375" cy="92075"/>
          </a:xfrm>
          <a:prstGeom prst="rect">
            <a:avLst/>
          </a:prstGeom>
          <a:noFill/>
          <a:ln>
            <a:noFill/>
          </a:ln>
        </p:spPr>
        <p:txBody>
          <a:bodyPr wrap="none" lIns="0" tIns="0" rIns="0" bIns="0">
            <a:spAutoFit/>
          </a:bodyPr>
          <a:lstStyle>
            <a:lvl1pPr eaLnBrk="0" hangingPunct="0">
              <a:defRPr sz="1600">
                <a:solidFill>
                  <a:schemeClr val="tx1"/>
                </a:solidFill>
                <a:latin typeface="Arial" charset="0"/>
                <a:cs typeface="Arial" charset="0"/>
              </a:defRPr>
            </a:lvl1pPr>
            <a:lvl2pPr marL="742950" indent="-285750" eaLnBrk="0" hangingPunct="0">
              <a:defRPr sz="1600">
                <a:solidFill>
                  <a:schemeClr val="tx1"/>
                </a:solidFill>
                <a:latin typeface="Arial" charset="0"/>
                <a:cs typeface="Arial" charset="0"/>
              </a:defRPr>
            </a:lvl2pPr>
            <a:lvl3pPr marL="1143000" indent="-228600" eaLnBrk="0" hangingPunct="0">
              <a:defRPr sz="1600">
                <a:solidFill>
                  <a:schemeClr val="tx1"/>
                </a:solidFill>
                <a:latin typeface="Arial" charset="0"/>
                <a:cs typeface="Arial" charset="0"/>
              </a:defRPr>
            </a:lvl3pPr>
            <a:lvl4pPr marL="1600200" indent="-228600" eaLnBrk="0" hangingPunct="0">
              <a:defRPr sz="1600">
                <a:solidFill>
                  <a:schemeClr val="tx1"/>
                </a:solidFill>
                <a:latin typeface="Arial" charset="0"/>
                <a:cs typeface="Arial" charset="0"/>
              </a:defRPr>
            </a:lvl4pPr>
            <a:lvl5pPr marL="2057400" indent="-228600" eaLnBrk="0" hangingPunct="0">
              <a:defRPr sz="1600">
                <a:solidFill>
                  <a:schemeClr val="tx1"/>
                </a:solidFill>
                <a:latin typeface="Arial" charset="0"/>
                <a:cs typeface="Arial" charset="0"/>
              </a:defRPr>
            </a:lvl5pPr>
            <a:lvl6pPr marL="2514600" indent="-228600" eaLnBrk="0" fontAlgn="base" hangingPunct="0">
              <a:spcBef>
                <a:spcPct val="0"/>
              </a:spcBef>
              <a:spcAft>
                <a:spcPct val="0"/>
              </a:spcAft>
              <a:defRPr sz="1600">
                <a:solidFill>
                  <a:schemeClr val="tx1"/>
                </a:solidFill>
                <a:latin typeface="Arial" charset="0"/>
                <a:cs typeface="Arial" charset="0"/>
              </a:defRPr>
            </a:lvl6pPr>
            <a:lvl7pPr marL="2971800" indent="-228600" eaLnBrk="0" fontAlgn="base" hangingPunct="0">
              <a:spcBef>
                <a:spcPct val="0"/>
              </a:spcBef>
              <a:spcAft>
                <a:spcPct val="0"/>
              </a:spcAft>
              <a:defRPr sz="1600">
                <a:solidFill>
                  <a:schemeClr val="tx1"/>
                </a:solidFill>
                <a:latin typeface="Arial" charset="0"/>
                <a:cs typeface="Arial" charset="0"/>
              </a:defRPr>
            </a:lvl7pPr>
            <a:lvl8pPr marL="3429000" indent="-228600" eaLnBrk="0" fontAlgn="base" hangingPunct="0">
              <a:spcBef>
                <a:spcPct val="0"/>
              </a:spcBef>
              <a:spcAft>
                <a:spcPct val="0"/>
              </a:spcAft>
              <a:defRPr sz="1600">
                <a:solidFill>
                  <a:schemeClr val="tx1"/>
                </a:solidFill>
                <a:latin typeface="Arial" charset="0"/>
                <a:cs typeface="Arial" charset="0"/>
              </a:defRPr>
            </a:lvl8pPr>
            <a:lvl9pPr marL="3886200" indent="-228600" eaLnBrk="0" fontAlgn="base" hangingPunct="0">
              <a:spcBef>
                <a:spcPct val="0"/>
              </a:spcBef>
              <a:spcAft>
                <a:spcPct val="0"/>
              </a:spcAft>
              <a:defRPr sz="1600">
                <a:solidFill>
                  <a:schemeClr val="tx1"/>
                </a:solidFill>
                <a:latin typeface="Arial" charset="0"/>
                <a:cs typeface="Arial" charset="0"/>
              </a:defRPr>
            </a:lvl9pPr>
          </a:lstStyle>
          <a:p>
            <a:pPr eaLnBrk="1" hangingPunct="1">
              <a:defRPr/>
            </a:pPr>
            <a:r>
              <a:rPr lang="en-US" sz="600" dirty="0">
                <a:solidFill>
                  <a:srgbClr val="696969"/>
                </a:solidFill>
                <a:ea typeface="+mn-ea"/>
              </a:rPr>
              <a:t>Working Draft - Last Modified 15/10/2008 14:03:05</a:t>
            </a:r>
          </a:p>
        </p:txBody>
      </p:sp>
      <p:sp>
        <p:nvSpPr>
          <p:cNvPr id="9" name="Printed" hidden="1"/>
          <p:cNvSpPr txBox="1">
            <a:spLocks noChangeArrowheads="1"/>
          </p:cNvSpPr>
          <p:nvPr/>
        </p:nvSpPr>
        <p:spPr bwMode="auto">
          <a:xfrm rot="5400000">
            <a:off x="8584407" y="4304506"/>
            <a:ext cx="976312" cy="92075"/>
          </a:xfrm>
          <a:prstGeom prst="rect">
            <a:avLst/>
          </a:prstGeom>
          <a:noFill/>
          <a:ln>
            <a:noFill/>
          </a:ln>
        </p:spPr>
        <p:txBody>
          <a:bodyPr wrap="none" lIns="0" tIns="0" rIns="0" bIns="0">
            <a:spAutoFit/>
          </a:bodyPr>
          <a:lstStyle>
            <a:lvl1pPr eaLnBrk="0" hangingPunct="0">
              <a:defRPr sz="1600">
                <a:solidFill>
                  <a:schemeClr val="tx1"/>
                </a:solidFill>
                <a:latin typeface="Arial" charset="0"/>
                <a:cs typeface="Arial" charset="0"/>
              </a:defRPr>
            </a:lvl1pPr>
            <a:lvl2pPr marL="742950" indent="-285750" eaLnBrk="0" hangingPunct="0">
              <a:defRPr sz="1600">
                <a:solidFill>
                  <a:schemeClr val="tx1"/>
                </a:solidFill>
                <a:latin typeface="Arial" charset="0"/>
                <a:cs typeface="Arial" charset="0"/>
              </a:defRPr>
            </a:lvl2pPr>
            <a:lvl3pPr marL="1143000" indent="-228600" eaLnBrk="0" hangingPunct="0">
              <a:defRPr sz="1600">
                <a:solidFill>
                  <a:schemeClr val="tx1"/>
                </a:solidFill>
                <a:latin typeface="Arial" charset="0"/>
                <a:cs typeface="Arial" charset="0"/>
              </a:defRPr>
            </a:lvl3pPr>
            <a:lvl4pPr marL="1600200" indent="-228600" eaLnBrk="0" hangingPunct="0">
              <a:defRPr sz="1600">
                <a:solidFill>
                  <a:schemeClr val="tx1"/>
                </a:solidFill>
                <a:latin typeface="Arial" charset="0"/>
                <a:cs typeface="Arial" charset="0"/>
              </a:defRPr>
            </a:lvl4pPr>
            <a:lvl5pPr marL="2057400" indent="-228600" eaLnBrk="0" hangingPunct="0">
              <a:defRPr sz="1600">
                <a:solidFill>
                  <a:schemeClr val="tx1"/>
                </a:solidFill>
                <a:latin typeface="Arial" charset="0"/>
                <a:cs typeface="Arial" charset="0"/>
              </a:defRPr>
            </a:lvl5pPr>
            <a:lvl6pPr marL="2514600" indent="-228600" eaLnBrk="0" fontAlgn="base" hangingPunct="0">
              <a:spcBef>
                <a:spcPct val="0"/>
              </a:spcBef>
              <a:spcAft>
                <a:spcPct val="0"/>
              </a:spcAft>
              <a:defRPr sz="1600">
                <a:solidFill>
                  <a:schemeClr val="tx1"/>
                </a:solidFill>
                <a:latin typeface="Arial" charset="0"/>
                <a:cs typeface="Arial" charset="0"/>
              </a:defRPr>
            </a:lvl6pPr>
            <a:lvl7pPr marL="2971800" indent="-228600" eaLnBrk="0" fontAlgn="base" hangingPunct="0">
              <a:spcBef>
                <a:spcPct val="0"/>
              </a:spcBef>
              <a:spcAft>
                <a:spcPct val="0"/>
              </a:spcAft>
              <a:defRPr sz="1600">
                <a:solidFill>
                  <a:schemeClr val="tx1"/>
                </a:solidFill>
                <a:latin typeface="Arial" charset="0"/>
                <a:cs typeface="Arial" charset="0"/>
              </a:defRPr>
            </a:lvl7pPr>
            <a:lvl8pPr marL="3429000" indent="-228600" eaLnBrk="0" fontAlgn="base" hangingPunct="0">
              <a:spcBef>
                <a:spcPct val="0"/>
              </a:spcBef>
              <a:spcAft>
                <a:spcPct val="0"/>
              </a:spcAft>
              <a:defRPr sz="1600">
                <a:solidFill>
                  <a:schemeClr val="tx1"/>
                </a:solidFill>
                <a:latin typeface="Arial" charset="0"/>
                <a:cs typeface="Arial" charset="0"/>
              </a:defRPr>
            </a:lvl8pPr>
            <a:lvl9pPr marL="3886200" indent="-228600" eaLnBrk="0" fontAlgn="base" hangingPunct="0">
              <a:spcBef>
                <a:spcPct val="0"/>
              </a:spcBef>
              <a:spcAft>
                <a:spcPct val="0"/>
              </a:spcAft>
              <a:defRPr sz="1600">
                <a:solidFill>
                  <a:schemeClr val="tx1"/>
                </a:solidFill>
                <a:latin typeface="Arial" charset="0"/>
                <a:cs typeface="Arial" charset="0"/>
              </a:defRPr>
            </a:lvl9pPr>
          </a:lstStyle>
          <a:p>
            <a:pPr eaLnBrk="1" hangingPunct="1">
              <a:defRPr/>
            </a:pPr>
            <a:r>
              <a:rPr lang="en-US" sz="600" dirty="0">
                <a:solidFill>
                  <a:srgbClr val="696969"/>
                </a:solidFill>
                <a:ea typeface="+mn-ea"/>
              </a:rPr>
              <a:t>Printed 15/01/2008 18:43:32</a:t>
            </a:r>
          </a:p>
        </p:txBody>
      </p:sp>
      <p:pic>
        <p:nvPicPr>
          <p:cNvPr id="10" name="Picture 11" descr="Arcelor Mittal logo"/>
          <p:cNvPicPr>
            <a:picLocks noChangeAspect="1" noChangeArrowheads="1"/>
          </p:cNvPicPr>
          <p:nvPr userDrawn="1"/>
        </p:nvPicPr>
        <p:blipFill>
          <a:blip r:embed="rId4" cstate="email">
            <a:clrChange>
              <a:clrFrom>
                <a:srgbClr val="FEFEFE"/>
              </a:clrFrom>
              <a:clrTo>
                <a:srgbClr val="FEFEFE">
                  <a:alpha val="0"/>
                </a:srgbClr>
              </a:clrTo>
            </a:clrChange>
          </a:blip>
          <a:srcRect/>
          <a:stretch>
            <a:fillRect/>
          </a:stretch>
        </p:blipFill>
        <p:spPr bwMode="auto">
          <a:xfrm>
            <a:off x="7613650" y="173038"/>
            <a:ext cx="1530350" cy="725487"/>
          </a:xfrm>
          <a:prstGeom prst="rect">
            <a:avLst/>
          </a:prstGeom>
          <a:noFill/>
          <a:ln w="9525">
            <a:noFill/>
            <a:miter lim="800000"/>
            <a:headEnd/>
            <a:tailEnd/>
          </a:ln>
        </p:spPr>
      </p:pic>
      <p:sp>
        <p:nvSpPr>
          <p:cNvPr id="4" name="Rectangle 4"/>
          <p:cNvSpPr>
            <a:spLocks noGrp="1" noChangeArrowheads="1"/>
          </p:cNvSpPr>
          <p:nvPr>
            <p:ph type="title"/>
          </p:nvPr>
        </p:nvSpPr>
        <p:spPr bwMode="auto">
          <a:xfrm>
            <a:off x="118800" y="230402"/>
            <a:ext cx="6840000" cy="292388"/>
          </a:xfrm>
          <a:prstGeom prst="rect">
            <a:avLst/>
          </a:prstGeom>
          <a:noFill/>
          <a:ln w="9525">
            <a:noFill/>
            <a:miter lim="800000"/>
            <a:headEnd/>
            <a:tailEnd/>
          </a:ln>
        </p:spPr>
        <p:txBody>
          <a:bodyPr/>
          <a:lstStyle/>
          <a:p>
            <a:pPr lvl="0"/>
            <a:r>
              <a:rPr lang="en-US"/>
              <a:t>Click to edit Master title style</a:t>
            </a:r>
          </a:p>
        </p:txBody>
      </p:sp>
      <p:sp>
        <p:nvSpPr>
          <p:cNvPr id="11" name="pg num"/>
          <p:cNvSpPr>
            <a:spLocks noGrp="1" noChangeArrowheads="1"/>
          </p:cNvSpPr>
          <p:nvPr>
            <p:ph type="sldNum" sz="quarter" idx="10"/>
          </p:nvPr>
        </p:nvSpPr>
        <p:spPr/>
        <p:txBody>
          <a:bodyPr/>
          <a:lstStyle>
            <a:lvl1pPr eaLnBrk="0" hangingPunct="0">
              <a:defRPr>
                <a:ea typeface="MS PGothic" pitchFamily="34" charset="-128"/>
              </a:defRPr>
            </a:lvl1pPr>
          </a:lstStyle>
          <a:p>
            <a:pPr>
              <a:defRPr/>
            </a:pPr>
            <a:fld id="{0CE9822C-C405-4EC1-A615-11730E8FC57A}" type="slidenum">
              <a:rPr lang="en-US"/>
              <a:pPr>
                <a:defRPr/>
              </a:pPr>
              <a:t>‹nr.›</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userDrawn="1">
  <p:cSld name="10_Title and Content">
    <p:spTree>
      <p:nvGrpSpPr>
        <p:cNvPr id="1" name=""/>
        <p:cNvGrpSpPr/>
        <p:nvPr/>
      </p:nvGrpSpPr>
      <p:grpSpPr>
        <a:xfrm>
          <a:off x="0" y="0"/>
          <a:ext cx="0" cy="0"/>
          <a:chOff x="0" y="0"/>
          <a:chExt cx="0" cy="0"/>
        </a:xfrm>
      </p:grpSpPr>
      <p:graphicFrame>
        <p:nvGraphicFramePr>
          <p:cNvPr id="4" name="Rectangle 2" hidden="1"/>
          <p:cNvGraphicFramePr>
            <a:graphicFrameLocks/>
          </p:cNvGraphicFramePr>
          <p:nvPr>
            <p:custDataLst>
              <p:tags r:id="rId1"/>
            </p:custDataLst>
          </p:nvPr>
        </p:nvGraphicFramePr>
        <p:xfrm>
          <a:off x="0" y="0"/>
          <a:ext cx="161925" cy="161925"/>
        </p:xfrm>
        <a:graphic>
          <a:graphicData uri="http://schemas.openxmlformats.org/presentationml/2006/ole">
            <mc:AlternateContent xmlns:mc="http://schemas.openxmlformats.org/markup-compatibility/2006">
              <mc:Choice xmlns:v="urn:schemas-microsoft-com:vml" Requires="v">
                <p:oleObj name="think-cell Slide" r:id="rId3" imgW="0" imgH="0" progId="TCLayout.ActiveDocument.1">
                  <p:embed/>
                </p:oleObj>
              </mc:Choice>
              <mc:Fallback>
                <p:oleObj name="think-cell Slide" r:id="rId3" imgW="0" imgH="0" progId="TCLayout.ActiveDocument.1">
                  <p:embed/>
                  <p:pic>
                    <p:nvPicPr>
                      <p:cNvPr id="4" name="Rectangle 2" hidden="1"/>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0" y="0"/>
                        <a:ext cx="161925" cy="161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McK Slide Elements"/>
          <p:cNvGrpSpPr>
            <a:grpSpLocks/>
          </p:cNvGrpSpPr>
          <p:nvPr userDrawn="1"/>
        </p:nvGrpSpPr>
        <p:grpSpPr bwMode="auto">
          <a:xfrm>
            <a:off x="125413" y="542925"/>
            <a:ext cx="8793162" cy="6288088"/>
            <a:chOff x="77" y="335"/>
            <a:chExt cx="5429" cy="3882"/>
          </a:xfrm>
        </p:grpSpPr>
        <p:sp>
          <p:nvSpPr>
            <p:cNvPr id="7" name="McK Measure" hidden="1"/>
            <p:cNvSpPr txBox="1">
              <a:spLocks noChangeArrowheads="1"/>
            </p:cNvSpPr>
            <p:nvPr userDrawn="1"/>
          </p:nvSpPr>
          <p:spPr bwMode="auto">
            <a:xfrm>
              <a:off x="77" y="335"/>
              <a:ext cx="5429" cy="152"/>
            </a:xfrm>
            <a:prstGeom prst="rect">
              <a:avLst/>
            </a:prstGeom>
            <a:noFill/>
            <a:ln>
              <a:noFill/>
            </a:ln>
          </p:spPr>
          <p:txBody>
            <a:bodyPr lIns="0" tIns="0" rIns="0" bIns="0">
              <a:spAutoFit/>
            </a:bodyPr>
            <a:lstStyle>
              <a:lvl1pPr defTabSz="893763" eaLnBrk="0" hangingPunct="0">
                <a:defRPr sz="1600">
                  <a:solidFill>
                    <a:schemeClr val="tx1"/>
                  </a:solidFill>
                  <a:latin typeface="Arial" charset="0"/>
                  <a:cs typeface="Arial" charset="0"/>
                </a:defRPr>
              </a:lvl1pPr>
              <a:lvl2pPr marL="742950" indent="-285750" defTabSz="893763" eaLnBrk="0" hangingPunct="0">
                <a:defRPr sz="1600">
                  <a:solidFill>
                    <a:schemeClr val="tx1"/>
                  </a:solidFill>
                  <a:latin typeface="Arial" charset="0"/>
                  <a:cs typeface="Arial" charset="0"/>
                </a:defRPr>
              </a:lvl2pPr>
              <a:lvl3pPr marL="1143000" indent="-228600" defTabSz="893763" eaLnBrk="0" hangingPunct="0">
                <a:defRPr sz="1600">
                  <a:solidFill>
                    <a:schemeClr val="tx1"/>
                  </a:solidFill>
                  <a:latin typeface="Arial" charset="0"/>
                  <a:cs typeface="Arial" charset="0"/>
                </a:defRPr>
              </a:lvl3pPr>
              <a:lvl4pPr marL="1600200" indent="-228600" defTabSz="893763" eaLnBrk="0" hangingPunct="0">
                <a:defRPr sz="1600">
                  <a:solidFill>
                    <a:schemeClr val="tx1"/>
                  </a:solidFill>
                  <a:latin typeface="Arial" charset="0"/>
                  <a:cs typeface="Arial" charset="0"/>
                </a:defRPr>
              </a:lvl4pPr>
              <a:lvl5pPr marL="2057400" indent="-228600" defTabSz="893763" eaLnBrk="0" hangingPunct="0">
                <a:defRPr sz="1600">
                  <a:solidFill>
                    <a:schemeClr val="tx1"/>
                  </a:solidFill>
                  <a:latin typeface="Arial" charset="0"/>
                  <a:cs typeface="Arial" charset="0"/>
                </a:defRPr>
              </a:lvl5pPr>
              <a:lvl6pPr marL="2514600" indent="-228600" defTabSz="893763" eaLnBrk="0" fontAlgn="base" hangingPunct="0">
                <a:spcBef>
                  <a:spcPct val="0"/>
                </a:spcBef>
                <a:spcAft>
                  <a:spcPct val="0"/>
                </a:spcAft>
                <a:defRPr sz="1600">
                  <a:solidFill>
                    <a:schemeClr val="tx1"/>
                  </a:solidFill>
                  <a:latin typeface="Arial" charset="0"/>
                  <a:cs typeface="Arial" charset="0"/>
                </a:defRPr>
              </a:lvl6pPr>
              <a:lvl7pPr marL="2971800" indent="-228600" defTabSz="893763" eaLnBrk="0" fontAlgn="base" hangingPunct="0">
                <a:spcBef>
                  <a:spcPct val="0"/>
                </a:spcBef>
                <a:spcAft>
                  <a:spcPct val="0"/>
                </a:spcAft>
                <a:defRPr sz="1600">
                  <a:solidFill>
                    <a:schemeClr val="tx1"/>
                  </a:solidFill>
                  <a:latin typeface="Arial" charset="0"/>
                  <a:cs typeface="Arial" charset="0"/>
                </a:defRPr>
              </a:lvl7pPr>
              <a:lvl8pPr marL="3429000" indent="-228600" defTabSz="893763" eaLnBrk="0" fontAlgn="base" hangingPunct="0">
                <a:spcBef>
                  <a:spcPct val="0"/>
                </a:spcBef>
                <a:spcAft>
                  <a:spcPct val="0"/>
                </a:spcAft>
                <a:defRPr sz="1600">
                  <a:solidFill>
                    <a:schemeClr val="tx1"/>
                  </a:solidFill>
                  <a:latin typeface="Arial" charset="0"/>
                  <a:cs typeface="Arial" charset="0"/>
                </a:defRPr>
              </a:lvl8pPr>
              <a:lvl9pPr marL="3886200" indent="-228600" defTabSz="893763" eaLnBrk="0" fontAlgn="base" hangingPunct="0">
                <a:spcBef>
                  <a:spcPct val="0"/>
                </a:spcBef>
                <a:spcAft>
                  <a:spcPct val="0"/>
                </a:spcAft>
                <a:defRPr sz="1600">
                  <a:solidFill>
                    <a:schemeClr val="tx1"/>
                  </a:solidFill>
                  <a:latin typeface="Arial" charset="0"/>
                  <a:cs typeface="Arial" charset="0"/>
                </a:defRPr>
              </a:lvl9pPr>
            </a:lstStyle>
            <a:p>
              <a:pPr eaLnBrk="1" hangingPunct="1">
                <a:defRPr/>
              </a:pPr>
              <a:r>
                <a:rPr lang="en-US">
                  <a:solidFill>
                    <a:srgbClr val="696969"/>
                  </a:solidFill>
                  <a:ea typeface="+mn-ea"/>
                </a:rPr>
                <a:t>Unit of measure</a:t>
              </a:r>
            </a:p>
          </p:txBody>
        </p:sp>
        <p:sp>
          <p:nvSpPr>
            <p:cNvPr id="8" name="McK Footnote" hidden="1"/>
            <p:cNvSpPr txBox="1">
              <a:spLocks noChangeArrowheads="1"/>
            </p:cNvSpPr>
            <p:nvPr userDrawn="1"/>
          </p:nvSpPr>
          <p:spPr bwMode="auto">
            <a:xfrm>
              <a:off x="79" y="3966"/>
              <a:ext cx="5145" cy="251"/>
            </a:xfrm>
            <a:prstGeom prst="rect">
              <a:avLst/>
            </a:prstGeom>
            <a:noFill/>
            <a:ln>
              <a:noFill/>
            </a:ln>
          </p:spPr>
          <p:txBody>
            <a:bodyPr lIns="0" tIns="0" rIns="0" bIns="0" anchor="b">
              <a:spAutoFit/>
            </a:bodyPr>
            <a:lstStyle>
              <a:lvl1pPr marL="573088" indent="-573088" defTabSz="893763" eaLnBrk="0" hangingPunct="0">
                <a:tabLst>
                  <a:tab pos="531813" algn="r"/>
                </a:tabLst>
                <a:defRPr sz="1600">
                  <a:solidFill>
                    <a:schemeClr val="tx1"/>
                  </a:solidFill>
                  <a:latin typeface="Arial" charset="0"/>
                  <a:cs typeface="Arial" charset="0"/>
                </a:defRPr>
              </a:lvl1pPr>
              <a:lvl2pPr marL="742950" indent="-285750" defTabSz="893763" eaLnBrk="0" hangingPunct="0">
                <a:tabLst>
                  <a:tab pos="531813" algn="r"/>
                </a:tabLst>
                <a:defRPr sz="1600">
                  <a:solidFill>
                    <a:schemeClr val="tx1"/>
                  </a:solidFill>
                  <a:latin typeface="Arial" charset="0"/>
                  <a:cs typeface="Arial" charset="0"/>
                </a:defRPr>
              </a:lvl2pPr>
              <a:lvl3pPr marL="1143000" indent="-228600" defTabSz="893763" eaLnBrk="0" hangingPunct="0">
                <a:tabLst>
                  <a:tab pos="531813" algn="r"/>
                </a:tabLst>
                <a:defRPr sz="1600">
                  <a:solidFill>
                    <a:schemeClr val="tx1"/>
                  </a:solidFill>
                  <a:latin typeface="Arial" charset="0"/>
                  <a:cs typeface="Arial" charset="0"/>
                </a:defRPr>
              </a:lvl3pPr>
              <a:lvl4pPr marL="1600200" indent="-228600" defTabSz="893763" eaLnBrk="0" hangingPunct="0">
                <a:tabLst>
                  <a:tab pos="531813" algn="r"/>
                </a:tabLst>
                <a:defRPr sz="1600">
                  <a:solidFill>
                    <a:schemeClr val="tx1"/>
                  </a:solidFill>
                  <a:latin typeface="Arial" charset="0"/>
                  <a:cs typeface="Arial" charset="0"/>
                </a:defRPr>
              </a:lvl4pPr>
              <a:lvl5pPr marL="2057400" indent="-228600" defTabSz="893763" eaLnBrk="0" hangingPunct="0">
                <a:tabLst>
                  <a:tab pos="531813" algn="r"/>
                </a:tabLst>
                <a:defRPr sz="1600">
                  <a:solidFill>
                    <a:schemeClr val="tx1"/>
                  </a:solidFill>
                  <a:latin typeface="Arial" charset="0"/>
                  <a:cs typeface="Arial" charset="0"/>
                </a:defRPr>
              </a:lvl5pPr>
              <a:lvl6pPr marL="2514600" indent="-228600" defTabSz="893763" eaLnBrk="0" fontAlgn="base" hangingPunct="0">
                <a:spcBef>
                  <a:spcPct val="0"/>
                </a:spcBef>
                <a:spcAft>
                  <a:spcPct val="0"/>
                </a:spcAft>
                <a:tabLst>
                  <a:tab pos="531813" algn="r"/>
                </a:tabLst>
                <a:defRPr sz="1600">
                  <a:solidFill>
                    <a:schemeClr val="tx1"/>
                  </a:solidFill>
                  <a:latin typeface="Arial" charset="0"/>
                  <a:cs typeface="Arial" charset="0"/>
                </a:defRPr>
              </a:lvl6pPr>
              <a:lvl7pPr marL="2971800" indent="-228600" defTabSz="893763" eaLnBrk="0" fontAlgn="base" hangingPunct="0">
                <a:spcBef>
                  <a:spcPct val="0"/>
                </a:spcBef>
                <a:spcAft>
                  <a:spcPct val="0"/>
                </a:spcAft>
                <a:tabLst>
                  <a:tab pos="531813" algn="r"/>
                </a:tabLst>
                <a:defRPr sz="1600">
                  <a:solidFill>
                    <a:schemeClr val="tx1"/>
                  </a:solidFill>
                  <a:latin typeface="Arial" charset="0"/>
                  <a:cs typeface="Arial" charset="0"/>
                </a:defRPr>
              </a:lvl7pPr>
              <a:lvl8pPr marL="3429000" indent="-228600" defTabSz="893763" eaLnBrk="0" fontAlgn="base" hangingPunct="0">
                <a:spcBef>
                  <a:spcPct val="0"/>
                </a:spcBef>
                <a:spcAft>
                  <a:spcPct val="0"/>
                </a:spcAft>
                <a:tabLst>
                  <a:tab pos="531813" algn="r"/>
                </a:tabLst>
                <a:defRPr sz="1600">
                  <a:solidFill>
                    <a:schemeClr val="tx1"/>
                  </a:solidFill>
                  <a:latin typeface="Arial" charset="0"/>
                  <a:cs typeface="Arial" charset="0"/>
                </a:defRPr>
              </a:lvl8pPr>
              <a:lvl9pPr marL="3886200" indent="-228600" defTabSz="893763" eaLnBrk="0" fontAlgn="base" hangingPunct="0">
                <a:spcBef>
                  <a:spcPct val="0"/>
                </a:spcBef>
                <a:spcAft>
                  <a:spcPct val="0"/>
                </a:spcAft>
                <a:tabLst>
                  <a:tab pos="531813" algn="r"/>
                </a:tabLst>
                <a:defRPr sz="1600">
                  <a:solidFill>
                    <a:schemeClr val="tx1"/>
                  </a:solidFill>
                  <a:latin typeface="Arial" charset="0"/>
                  <a:cs typeface="Arial" charset="0"/>
                </a:defRPr>
              </a:lvl9pPr>
            </a:lstStyle>
            <a:p>
              <a:pPr eaLnBrk="1" hangingPunct="1">
                <a:defRPr/>
              </a:pPr>
              <a:r>
                <a:rPr lang="en-US" sz="1200" dirty="0">
                  <a:solidFill>
                    <a:srgbClr val="000000"/>
                  </a:solidFill>
                  <a:ea typeface="+mn-ea"/>
                </a:rPr>
                <a:t>	*	Footnote</a:t>
              </a:r>
            </a:p>
            <a:p>
              <a:pPr eaLnBrk="1" hangingPunct="1">
                <a:spcBef>
                  <a:spcPct val="20000"/>
                </a:spcBef>
                <a:defRPr/>
              </a:pPr>
              <a:r>
                <a:rPr lang="en-US" sz="1200" dirty="0">
                  <a:solidFill>
                    <a:srgbClr val="000000"/>
                  </a:solidFill>
                  <a:ea typeface="+mn-ea"/>
                </a:rPr>
                <a:t>Source:		Source</a:t>
              </a:r>
            </a:p>
          </p:txBody>
        </p:sp>
      </p:grpSp>
      <p:sp>
        <p:nvSpPr>
          <p:cNvPr id="9" name="Working Draft" hidden="1"/>
          <p:cNvSpPr txBox="1">
            <a:spLocks noChangeArrowheads="1"/>
          </p:cNvSpPr>
          <p:nvPr/>
        </p:nvSpPr>
        <p:spPr bwMode="auto">
          <a:xfrm rot="5400000">
            <a:off x="8207375" y="2774950"/>
            <a:ext cx="1730375" cy="92075"/>
          </a:xfrm>
          <a:prstGeom prst="rect">
            <a:avLst/>
          </a:prstGeom>
          <a:noFill/>
          <a:ln>
            <a:noFill/>
          </a:ln>
        </p:spPr>
        <p:txBody>
          <a:bodyPr wrap="none" lIns="0" tIns="0" rIns="0" bIns="0">
            <a:spAutoFit/>
          </a:bodyPr>
          <a:lstStyle>
            <a:lvl1pPr eaLnBrk="0" hangingPunct="0">
              <a:defRPr sz="1600">
                <a:solidFill>
                  <a:schemeClr val="tx1"/>
                </a:solidFill>
                <a:latin typeface="Arial" charset="0"/>
                <a:cs typeface="Arial" charset="0"/>
              </a:defRPr>
            </a:lvl1pPr>
            <a:lvl2pPr marL="742950" indent="-285750" eaLnBrk="0" hangingPunct="0">
              <a:defRPr sz="1600">
                <a:solidFill>
                  <a:schemeClr val="tx1"/>
                </a:solidFill>
                <a:latin typeface="Arial" charset="0"/>
                <a:cs typeface="Arial" charset="0"/>
              </a:defRPr>
            </a:lvl2pPr>
            <a:lvl3pPr marL="1143000" indent="-228600" eaLnBrk="0" hangingPunct="0">
              <a:defRPr sz="1600">
                <a:solidFill>
                  <a:schemeClr val="tx1"/>
                </a:solidFill>
                <a:latin typeface="Arial" charset="0"/>
                <a:cs typeface="Arial" charset="0"/>
              </a:defRPr>
            </a:lvl3pPr>
            <a:lvl4pPr marL="1600200" indent="-228600" eaLnBrk="0" hangingPunct="0">
              <a:defRPr sz="1600">
                <a:solidFill>
                  <a:schemeClr val="tx1"/>
                </a:solidFill>
                <a:latin typeface="Arial" charset="0"/>
                <a:cs typeface="Arial" charset="0"/>
              </a:defRPr>
            </a:lvl4pPr>
            <a:lvl5pPr marL="2057400" indent="-228600" eaLnBrk="0" hangingPunct="0">
              <a:defRPr sz="1600">
                <a:solidFill>
                  <a:schemeClr val="tx1"/>
                </a:solidFill>
                <a:latin typeface="Arial" charset="0"/>
                <a:cs typeface="Arial" charset="0"/>
              </a:defRPr>
            </a:lvl5pPr>
            <a:lvl6pPr marL="2514600" indent="-228600" eaLnBrk="0" fontAlgn="base" hangingPunct="0">
              <a:spcBef>
                <a:spcPct val="0"/>
              </a:spcBef>
              <a:spcAft>
                <a:spcPct val="0"/>
              </a:spcAft>
              <a:defRPr sz="1600">
                <a:solidFill>
                  <a:schemeClr val="tx1"/>
                </a:solidFill>
                <a:latin typeface="Arial" charset="0"/>
                <a:cs typeface="Arial" charset="0"/>
              </a:defRPr>
            </a:lvl6pPr>
            <a:lvl7pPr marL="2971800" indent="-228600" eaLnBrk="0" fontAlgn="base" hangingPunct="0">
              <a:spcBef>
                <a:spcPct val="0"/>
              </a:spcBef>
              <a:spcAft>
                <a:spcPct val="0"/>
              </a:spcAft>
              <a:defRPr sz="1600">
                <a:solidFill>
                  <a:schemeClr val="tx1"/>
                </a:solidFill>
                <a:latin typeface="Arial" charset="0"/>
                <a:cs typeface="Arial" charset="0"/>
              </a:defRPr>
            </a:lvl7pPr>
            <a:lvl8pPr marL="3429000" indent="-228600" eaLnBrk="0" fontAlgn="base" hangingPunct="0">
              <a:spcBef>
                <a:spcPct val="0"/>
              </a:spcBef>
              <a:spcAft>
                <a:spcPct val="0"/>
              </a:spcAft>
              <a:defRPr sz="1600">
                <a:solidFill>
                  <a:schemeClr val="tx1"/>
                </a:solidFill>
                <a:latin typeface="Arial" charset="0"/>
                <a:cs typeface="Arial" charset="0"/>
              </a:defRPr>
            </a:lvl8pPr>
            <a:lvl9pPr marL="3886200" indent="-228600" eaLnBrk="0" fontAlgn="base" hangingPunct="0">
              <a:spcBef>
                <a:spcPct val="0"/>
              </a:spcBef>
              <a:spcAft>
                <a:spcPct val="0"/>
              </a:spcAft>
              <a:defRPr sz="1600">
                <a:solidFill>
                  <a:schemeClr val="tx1"/>
                </a:solidFill>
                <a:latin typeface="Arial" charset="0"/>
                <a:cs typeface="Arial" charset="0"/>
              </a:defRPr>
            </a:lvl9pPr>
          </a:lstStyle>
          <a:p>
            <a:pPr eaLnBrk="1" hangingPunct="1">
              <a:defRPr/>
            </a:pPr>
            <a:r>
              <a:rPr lang="en-US" sz="600" dirty="0">
                <a:solidFill>
                  <a:srgbClr val="696969"/>
                </a:solidFill>
                <a:ea typeface="+mn-ea"/>
              </a:rPr>
              <a:t>Working Draft - Last Modified 15/10/2008 14:03:05</a:t>
            </a:r>
          </a:p>
        </p:txBody>
      </p:sp>
      <p:sp>
        <p:nvSpPr>
          <p:cNvPr id="10" name="Printed" hidden="1"/>
          <p:cNvSpPr txBox="1">
            <a:spLocks noChangeArrowheads="1"/>
          </p:cNvSpPr>
          <p:nvPr/>
        </p:nvSpPr>
        <p:spPr bwMode="auto">
          <a:xfrm rot="5400000">
            <a:off x="8584407" y="4304506"/>
            <a:ext cx="976312" cy="92075"/>
          </a:xfrm>
          <a:prstGeom prst="rect">
            <a:avLst/>
          </a:prstGeom>
          <a:noFill/>
          <a:ln>
            <a:noFill/>
          </a:ln>
        </p:spPr>
        <p:txBody>
          <a:bodyPr wrap="none" lIns="0" tIns="0" rIns="0" bIns="0">
            <a:spAutoFit/>
          </a:bodyPr>
          <a:lstStyle>
            <a:lvl1pPr eaLnBrk="0" hangingPunct="0">
              <a:defRPr sz="1600">
                <a:solidFill>
                  <a:schemeClr val="tx1"/>
                </a:solidFill>
                <a:latin typeface="Arial" charset="0"/>
                <a:cs typeface="Arial" charset="0"/>
              </a:defRPr>
            </a:lvl1pPr>
            <a:lvl2pPr marL="742950" indent="-285750" eaLnBrk="0" hangingPunct="0">
              <a:defRPr sz="1600">
                <a:solidFill>
                  <a:schemeClr val="tx1"/>
                </a:solidFill>
                <a:latin typeface="Arial" charset="0"/>
                <a:cs typeface="Arial" charset="0"/>
              </a:defRPr>
            </a:lvl2pPr>
            <a:lvl3pPr marL="1143000" indent="-228600" eaLnBrk="0" hangingPunct="0">
              <a:defRPr sz="1600">
                <a:solidFill>
                  <a:schemeClr val="tx1"/>
                </a:solidFill>
                <a:latin typeface="Arial" charset="0"/>
                <a:cs typeface="Arial" charset="0"/>
              </a:defRPr>
            </a:lvl3pPr>
            <a:lvl4pPr marL="1600200" indent="-228600" eaLnBrk="0" hangingPunct="0">
              <a:defRPr sz="1600">
                <a:solidFill>
                  <a:schemeClr val="tx1"/>
                </a:solidFill>
                <a:latin typeface="Arial" charset="0"/>
                <a:cs typeface="Arial" charset="0"/>
              </a:defRPr>
            </a:lvl4pPr>
            <a:lvl5pPr marL="2057400" indent="-228600" eaLnBrk="0" hangingPunct="0">
              <a:defRPr sz="1600">
                <a:solidFill>
                  <a:schemeClr val="tx1"/>
                </a:solidFill>
                <a:latin typeface="Arial" charset="0"/>
                <a:cs typeface="Arial" charset="0"/>
              </a:defRPr>
            </a:lvl5pPr>
            <a:lvl6pPr marL="2514600" indent="-228600" eaLnBrk="0" fontAlgn="base" hangingPunct="0">
              <a:spcBef>
                <a:spcPct val="0"/>
              </a:spcBef>
              <a:spcAft>
                <a:spcPct val="0"/>
              </a:spcAft>
              <a:defRPr sz="1600">
                <a:solidFill>
                  <a:schemeClr val="tx1"/>
                </a:solidFill>
                <a:latin typeface="Arial" charset="0"/>
                <a:cs typeface="Arial" charset="0"/>
              </a:defRPr>
            </a:lvl6pPr>
            <a:lvl7pPr marL="2971800" indent="-228600" eaLnBrk="0" fontAlgn="base" hangingPunct="0">
              <a:spcBef>
                <a:spcPct val="0"/>
              </a:spcBef>
              <a:spcAft>
                <a:spcPct val="0"/>
              </a:spcAft>
              <a:defRPr sz="1600">
                <a:solidFill>
                  <a:schemeClr val="tx1"/>
                </a:solidFill>
                <a:latin typeface="Arial" charset="0"/>
                <a:cs typeface="Arial" charset="0"/>
              </a:defRPr>
            </a:lvl7pPr>
            <a:lvl8pPr marL="3429000" indent="-228600" eaLnBrk="0" fontAlgn="base" hangingPunct="0">
              <a:spcBef>
                <a:spcPct val="0"/>
              </a:spcBef>
              <a:spcAft>
                <a:spcPct val="0"/>
              </a:spcAft>
              <a:defRPr sz="1600">
                <a:solidFill>
                  <a:schemeClr val="tx1"/>
                </a:solidFill>
                <a:latin typeface="Arial" charset="0"/>
                <a:cs typeface="Arial" charset="0"/>
              </a:defRPr>
            </a:lvl8pPr>
            <a:lvl9pPr marL="3886200" indent="-228600" eaLnBrk="0" fontAlgn="base" hangingPunct="0">
              <a:spcBef>
                <a:spcPct val="0"/>
              </a:spcBef>
              <a:spcAft>
                <a:spcPct val="0"/>
              </a:spcAft>
              <a:defRPr sz="1600">
                <a:solidFill>
                  <a:schemeClr val="tx1"/>
                </a:solidFill>
                <a:latin typeface="Arial" charset="0"/>
                <a:cs typeface="Arial" charset="0"/>
              </a:defRPr>
            </a:lvl9pPr>
          </a:lstStyle>
          <a:p>
            <a:pPr eaLnBrk="1" hangingPunct="1">
              <a:defRPr/>
            </a:pPr>
            <a:r>
              <a:rPr lang="en-US" sz="600" dirty="0">
                <a:solidFill>
                  <a:srgbClr val="696969"/>
                </a:solidFill>
                <a:ea typeface="+mn-ea"/>
              </a:rPr>
              <a:t>Printed 15/01/2008 18:43:32</a:t>
            </a:r>
          </a:p>
        </p:txBody>
      </p:sp>
      <p:pic>
        <p:nvPicPr>
          <p:cNvPr id="11" name="Picture 11" descr="Arcelor Mittal logo"/>
          <p:cNvPicPr>
            <a:picLocks noChangeAspect="1" noChangeArrowheads="1"/>
          </p:cNvPicPr>
          <p:nvPr userDrawn="1"/>
        </p:nvPicPr>
        <p:blipFill>
          <a:blip r:embed="rId4" cstate="email">
            <a:clrChange>
              <a:clrFrom>
                <a:srgbClr val="FEFEFE"/>
              </a:clrFrom>
              <a:clrTo>
                <a:srgbClr val="FEFEFE">
                  <a:alpha val="0"/>
                </a:srgbClr>
              </a:clrTo>
            </a:clrChange>
          </a:blip>
          <a:srcRect/>
          <a:stretch>
            <a:fillRect/>
          </a:stretch>
        </p:blipFill>
        <p:spPr bwMode="auto">
          <a:xfrm>
            <a:off x="7613650" y="173038"/>
            <a:ext cx="1530350" cy="725487"/>
          </a:xfrm>
          <a:prstGeom prst="rect">
            <a:avLst/>
          </a:prstGeom>
          <a:noFill/>
          <a:ln w="9525">
            <a:noFill/>
            <a:miter lim="800000"/>
            <a:headEnd/>
            <a:tailEnd/>
          </a:ln>
        </p:spPr>
      </p:pic>
      <p:sp>
        <p:nvSpPr>
          <p:cNvPr id="3" name="Inhaltsplatzhalter 2"/>
          <p:cNvSpPr>
            <a:spLocks noGrp="1"/>
          </p:cNvSpPr>
          <p:nvPr>
            <p:ph idx="1"/>
          </p:nvPr>
        </p:nvSpPr>
        <p:spPr>
          <a:xfrm>
            <a:off x="252000" y="972000"/>
            <a:ext cx="8460000" cy="738664"/>
          </a:xfrm>
        </p:spPr>
        <p:txBody>
          <a:bodyPr/>
          <a:lstStyle/>
          <a:p>
            <a:pPr lvl="0"/>
            <a:r>
              <a:rPr lang="en-US" dirty="0"/>
              <a:t>Click to edit Master text styles</a:t>
            </a:r>
          </a:p>
          <a:p>
            <a:pPr lvl="1"/>
            <a:r>
              <a:rPr lang="en-US" dirty="0"/>
              <a:t>Second level</a:t>
            </a:r>
          </a:p>
          <a:p>
            <a:pPr lvl="2"/>
            <a:r>
              <a:rPr lang="en-US" dirty="0"/>
              <a:t>Third level</a:t>
            </a:r>
          </a:p>
        </p:txBody>
      </p:sp>
      <p:sp>
        <p:nvSpPr>
          <p:cNvPr id="5" name="Title 4"/>
          <p:cNvSpPr>
            <a:spLocks noGrp="1" noChangeArrowheads="1"/>
          </p:cNvSpPr>
          <p:nvPr>
            <p:ph type="title"/>
          </p:nvPr>
        </p:nvSpPr>
        <p:spPr bwMode="auto">
          <a:xfrm>
            <a:off x="118800" y="230402"/>
            <a:ext cx="6840000" cy="292388"/>
          </a:xfrm>
          <a:prstGeom prst="rect">
            <a:avLst/>
          </a:prstGeom>
          <a:noFill/>
          <a:ln w="9525">
            <a:noFill/>
            <a:miter lim="800000"/>
            <a:headEnd/>
            <a:tailEnd/>
          </a:ln>
        </p:spPr>
        <p:txBody>
          <a:bodyPr/>
          <a:lstStyle/>
          <a:p>
            <a:pPr lvl="0"/>
            <a:r>
              <a:rPr lang="en-US"/>
              <a:t>Click to edit Master title style</a:t>
            </a:r>
          </a:p>
        </p:txBody>
      </p:sp>
      <p:sp>
        <p:nvSpPr>
          <p:cNvPr id="12" name="pg num"/>
          <p:cNvSpPr>
            <a:spLocks noGrp="1" noChangeArrowheads="1"/>
          </p:cNvSpPr>
          <p:nvPr>
            <p:ph type="sldNum" sz="quarter" idx="10"/>
          </p:nvPr>
        </p:nvSpPr>
        <p:spPr/>
        <p:txBody>
          <a:bodyPr/>
          <a:lstStyle>
            <a:lvl1pPr eaLnBrk="0" hangingPunct="0">
              <a:defRPr>
                <a:ea typeface="MS PGothic" pitchFamily="34" charset="-128"/>
              </a:defRPr>
            </a:lvl1pPr>
          </a:lstStyle>
          <a:p>
            <a:pPr>
              <a:defRPr/>
            </a:pPr>
            <a:fld id="{34785976-8931-412B-9E20-1D61D6C5B8B7}" type="slidenum">
              <a:rPr lang="en-US"/>
              <a:pPr>
                <a:defRPr/>
              </a:pPr>
              <a:t>‹nr.›</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userDrawn="1">
  <p:cSld name="11_Title and Content">
    <p:spTree>
      <p:nvGrpSpPr>
        <p:cNvPr id="1" name=""/>
        <p:cNvGrpSpPr/>
        <p:nvPr/>
      </p:nvGrpSpPr>
      <p:grpSpPr>
        <a:xfrm>
          <a:off x="0" y="0"/>
          <a:ext cx="0" cy="0"/>
          <a:chOff x="0" y="0"/>
          <a:chExt cx="0" cy="0"/>
        </a:xfrm>
      </p:grpSpPr>
      <p:graphicFrame>
        <p:nvGraphicFramePr>
          <p:cNvPr id="4" name="Rectangle 2" hidden="1"/>
          <p:cNvGraphicFramePr>
            <a:graphicFrameLocks/>
          </p:cNvGraphicFramePr>
          <p:nvPr>
            <p:custDataLst>
              <p:tags r:id="rId1"/>
            </p:custDataLst>
          </p:nvPr>
        </p:nvGraphicFramePr>
        <p:xfrm>
          <a:off x="0" y="0"/>
          <a:ext cx="161925" cy="161925"/>
        </p:xfrm>
        <a:graphic>
          <a:graphicData uri="http://schemas.openxmlformats.org/presentationml/2006/ole">
            <mc:AlternateContent xmlns:mc="http://schemas.openxmlformats.org/markup-compatibility/2006">
              <mc:Choice xmlns:v="urn:schemas-microsoft-com:vml" Requires="v">
                <p:oleObj name="think-cell Slide" r:id="rId3" imgW="0" imgH="0" progId="TCLayout.ActiveDocument.1">
                  <p:embed/>
                </p:oleObj>
              </mc:Choice>
              <mc:Fallback>
                <p:oleObj name="think-cell Slide" r:id="rId3" imgW="0" imgH="0" progId="TCLayout.ActiveDocument.1">
                  <p:embed/>
                  <p:pic>
                    <p:nvPicPr>
                      <p:cNvPr id="4" name="Rectangle 2" hidden="1"/>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0" y="0"/>
                        <a:ext cx="161925" cy="161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McK Slide Elements"/>
          <p:cNvGrpSpPr>
            <a:grpSpLocks/>
          </p:cNvGrpSpPr>
          <p:nvPr userDrawn="1"/>
        </p:nvGrpSpPr>
        <p:grpSpPr bwMode="auto">
          <a:xfrm>
            <a:off x="125413" y="542925"/>
            <a:ext cx="8793162" cy="6288088"/>
            <a:chOff x="77" y="335"/>
            <a:chExt cx="5429" cy="3882"/>
          </a:xfrm>
        </p:grpSpPr>
        <p:sp>
          <p:nvSpPr>
            <p:cNvPr id="7" name="McK Measure" hidden="1"/>
            <p:cNvSpPr txBox="1">
              <a:spLocks noChangeArrowheads="1"/>
            </p:cNvSpPr>
            <p:nvPr userDrawn="1"/>
          </p:nvSpPr>
          <p:spPr bwMode="auto">
            <a:xfrm>
              <a:off x="77" y="335"/>
              <a:ext cx="5429" cy="152"/>
            </a:xfrm>
            <a:prstGeom prst="rect">
              <a:avLst/>
            </a:prstGeom>
            <a:noFill/>
            <a:ln>
              <a:noFill/>
            </a:ln>
          </p:spPr>
          <p:txBody>
            <a:bodyPr lIns="0" tIns="0" rIns="0" bIns="0">
              <a:spAutoFit/>
            </a:bodyPr>
            <a:lstStyle>
              <a:lvl1pPr defTabSz="893763" eaLnBrk="0" hangingPunct="0">
                <a:defRPr sz="1600">
                  <a:solidFill>
                    <a:schemeClr val="tx1"/>
                  </a:solidFill>
                  <a:latin typeface="Arial" charset="0"/>
                  <a:cs typeface="Arial" charset="0"/>
                </a:defRPr>
              </a:lvl1pPr>
              <a:lvl2pPr marL="742950" indent="-285750" defTabSz="893763" eaLnBrk="0" hangingPunct="0">
                <a:defRPr sz="1600">
                  <a:solidFill>
                    <a:schemeClr val="tx1"/>
                  </a:solidFill>
                  <a:latin typeface="Arial" charset="0"/>
                  <a:cs typeface="Arial" charset="0"/>
                </a:defRPr>
              </a:lvl2pPr>
              <a:lvl3pPr marL="1143000" indent="-228600" defTabSz="893763" eaLnBrk="0" hangingPunct="0">
                <a:defRPr sz="1600">
                  <a:solidFill>
                    <a:schemeClr val="tx1"/>
                  </a:solidFill>
                  <a:latin typeface="Arial" charset="0"/>
                  <a:cs typeface="Arial" charset="0"/>
                </a:defRPr>
              </a:lvl3pPr>
              <a:lvl4pPr marL="1600200" indent="-228600" defTabSz="893763" eaLnBrk="0" hangingPunct="0">
                <a:defRPr sz="1600">
                  <a:solidFill>
                    <a:schemeClr val="tx1"/>
                  </a:solidFill>
                  <a:latin typeface="Arial" charset="0"/>
                  <a:cs typeface="Arial" charset="0"/>
                </a:defRPr>
              </a:lvl4pPr>
              <a:lvl5pPr marL="2057400" indent="-228600" defTabSz="893763" eaLnBrk="0" hangingPunct="0">
                <a:defRPr sz="1600">
                  <a:solidFill>
                    <a:schemeClr val="tx1"/>
                  </a:solidFill>
                  <a:latin typeface="Arial" charset="0"/>
                  <a:cs typeface="Arial" charset="0"/>
                </a:defRPr>
              </a:lvl5pPr>
              <a:lvl6pPr marL="2514600" indent="-228600" defTabSz="893763" eaLnBrk="0" fontAlgn="base" hangingPunct="0">
                <a:spcBef>
                  <a:spcPct val="0"/>
                </a:spcBef>
                <a:spcAft>
                  <a:spcPct val="0"/>
                </a:spcAft>
                <a:defRPr sz="1600">
                  <a:solidFill>
                    <a:schemeClr val="tx1"/>
                  </a:solidFill>
                  <a:latin typeface="Arial" charset="0"/>
                  <a:cs typeface="Arial" charset="0"/>
                </a:defRPr>
              </a:lvl6pPr>
              <a:lvl7pPr marL="2971800" indent="-228600" defTabSz="893763" eaLnBrk="0" fontAlgn="base" hangingPunct="0">
                <a:spcBef>
                  <a:spcPct val="0"/>
                </a:spcBef>
                <a:spcAft>
                  <a:spcPct val="0"/>
                </a:spcAft>
                <a:defRPr sz="1600">
                  <a:solidFill>
                    <a:schemeClr val="tx1"/>
                  </a:solidFill>
                  <a:latin typeface="Arial" charset="0"/>
                  <a:cs typeface="Arial" charset="0"/>
                </a:defRPr>
              </a:lvl7pPr>
              <a:lvl8pPr marL="3429000" indent="-228600" defTabSz="893763" eaLnBrk="0" fontAlgn="base" hangingPunct="0">
                <a:spcBef>
                  <a:spcPct val="0"/>
                </a:spcBef>
                <a:spcAft>
                  <a:spcPct val="0"/>
                </a:spcAft>
                <a:defRPr sz="1600">
                  <a:solidFill>
                    <a:schemeClr val="tx1"/>
                  </a:solidFill>
                  <a:latin typeface="Arial" charset="0"/>
                  <a:cs typeface="Arial" charset="0"/>
                </a:defRPr>
              </a:lvl8pPr>
              <a:lvl9pPr marL="3886200" indent="-228600" defTabSz="893763" eaLnBrk="0" fontAlgn="base" hangingPunct="0">
                <a:spcBef>
                  <a:spcPct val="0"/>
                </a:spcBef>
                <a:spcAft>
                  <a:spcPct val="0"/>
                </a:spcAft>
                <a:defRPr sz="1600">
                  <a:solidFill>
                    <a:schemeClr val="tx1"/>
                  </a:solidFill>
                  <a:latin typeface="Arial" charset="0"/>
                  <a:cs typeface="Arial" charset="0"/>
                </a:defRPr>
              </a:lvl9pPr>
            </a:lstStyle>
            <a:p>
              <a:pPr eaLnBrk="1" hangingPunct="1">
                <a:defRPr/>
              </a:pPr>
              <a:r>
                <a:rPr lang="en-US">
                  <a:solidFill>
                    <a:srgbClr val="696969"/>
                  </a:solidFill>
                  <a:ea typeface="+mn-ea"/>
                </a:rPr>
                <a:t>Unit of measure</a:t>
              </a:r>
            </a:p>
          </p:txBody>
        </p:sp>
        <p:sp>
          <p:nvSpPr>
            <p:cNvPr id="8" name="McK Footnote" hidden="1"/>
            <p:cNvSpPr txBox="1">
              <a:spLocks noChangeArrowheads="1"/>
            </p:cNvSpPr>
            <p:nvPr userDrawn="1"/>
          </p:nvSpPr>
          <p:spPr bwMode="auto">
            <a:xfrm>
              <a:off x="79" y="3966"/>
              <a:ext cx="5145" cy="251"/>
            </a:xfrm>
            <a:prstGeom prst="rect">
              <a:avLst/>
            </a:prstGeom>
            <a:noFill/>
            <a:ln>
              <a:noFill/>
            </a:ln>
          </p:spPr>
          <p:txBody>
            <a:bodyPr lIns="0" tIns="0" rIns="0" bIns="0" anchor="b">
              <a:spAutoFit/>
            </a:bodyPr>
            <a:lstStyle>
              <a:lvl1pPr marL="573088" indent="-573088" defTabSz="893763" eaLnBrk="0" hangingPunct="0">
                <a:tabLst>
                  <a:tab pos="531813" algn="r"/>
                </a:tabLst>
                <a:defRPr sz="1600">
                  <a:solidFill>
                    <a:schemeClr val="tx1"/>
                  </a:solidFill>
                  <a:latin typeface="Arial" charset="0"/>
                  <a:cs typeface="Arial" charset="0"/>
                </a:defRPr>
              </a:lvl1pPr>
              <a:lvl2pPr marL="742950" indent="-285750" defTabSz="893763" eaLnBrk="0" hangingPunct="0">
                <a:tabLst>
                  <a:tab pos="531813" algn="r"/>
                </a:tabLst>
                <a:defRPr sz="1600">
                  <a:solidFill>
                    <a:schemeClr val="tx1"/>
                  </a:solidFill>
                  <a:latin typeface="Arial" charset="0"/>
                  <a:cs typeface="Arial" charset="0"/>
                </a:defRPr>
              </a:lvl2pPr>
              <a:lvl3pPr marL="1143000" indent="-228600" defTabSz="893763" eaLnBrk="0" hangingPunct="0">
                <a:tabLst>
                  <a:tab pos="531813" algn="r"/>
                </a:tabLst>
                <a:defRPr sz="1600">
                  <a:solidFill>
                    <a:schemeClr val="tx1"/>
                  </a:solidFill>
                  <a:latin typeface="Arial" charset="0"/>
                  <a:cs typeface="Arial" charset="0"/>
                </a:defRPr>
              </a:lvl3pPr>
              <a:lvl4pPr marL="1600200" indent="-228600" defTabSz="893763" eaLnBrk="0" hangingPunct="0">
                <a:tabLst>
                  <a:tab pos="531813" algn="r"/>
                </a:tabLst>
                <a:defRPr sz="1600">
                  <a:solidFill>
                    <a:schemeClr val="tx1"/>
                  </a:solidFill>
                  <a:latin typeface="Arial" charset="0"/>
                  <a:cs typeface="Arial" charset="0"/>
                </a:defRPr>
              </a:lvl4pPr>
              <a:lvl5pPr marL="2057400" indent="-228600" defTabSz="893763" eaLnBrk="0" hangingPunct="0">
                <a:tabLst>
                  <a:tab pos="531813" algn="r"/>
                </a:tabLst>
                <a:defRPr sz="1600">
                  <a:solidFill>
                    <a:schemeClr val="tx1"/>
                  </a:solidFill>
                  <a:latin typeface="Arial" charset="0"/>
                  <a:cs typeface="Arial" charset="0"/>
                </a:defRPr>
              </a:lvl5pPr>
              <a:lvl6pPr marL="2514600" indent="-228600" defTabSz="893763" eaLnBrk="0" fontAlgn="base" hangingPunct="0">
                <a:spcBef>
                  <a:spcPct val="0"/>
                </a:spcBef>
                <a:spcAft>
                  <a:spcPct val="0"/>
                </a:spcAft>
                <a:tabLst>
                  <a:tab pos="531813" algn="r"/>
                </a:tabLst>
                <a:defRPr sz="1600">
                  <a:solidFill>
                    <a:schemeClr val="tx1"/>
                  </a:solidFill>
                  <a:latin typeface="Arial" charset="0"/>
                  <a:cs typeface="Arial" charset="0"/>
                </a:defRPr>
              </a:lvl6pPr>
              <a:lvl7pPr marL="2971800" indent="-228600" defTabSz="893763" eaLnBrk="0" fontAlgn="base" hangingPunct="0">
                <a:spcBef>
                  <a:spcPct val="0"/>
                </a:spcBef>
                <a:spcAft>
                  <a:spcPct val="0"/>
                </a:spcAft>
                <a:tabLst>
                  <a:tab pos="531813" algn="r"/>
                </a:tabLst>
                <a:defRPr sz="1600">
                  <a:solidFill>
                    <a:schemeClr val="tx1"/>
                  </a:solidFill>
                  <a:latin typeface="Arial" charset="0"/>
                  <a:cs typeface="Arial" charset="0"/>
                </a:defRPr>
              </a:lvl7pPr>
              <a:lvl8pPr marL="3429000" indent="-228600" defTabSz="893763" eaLnBrk="0" fontAlgn="base" hangingPunct="0">
                <a:spcBef>
                  <a:spcPct val="0"/>
                </a:spcBef>
                <a:spcAft>
                  <a:spcPct val="0"/>
                </a:spcAft>
                <a:tabLst>
                  <a:tab pos="531813" algn="r"/>
                </a:tabLst>
                <a:defRPr sz="1600">
                  <a:solidFill>
                    <a:schemeClr val="tx1"/>
                  </a:solidFill>
                  <a:latin typeface="Arial" charset="0"/>
                  <a:cs typeface="Arial" charset="0"/>
                </a:defRPr>
              </a:lvl8pPr>
              <a:lvl9pPr marL="3886200" indent="-228600" defTabSz="893763" eaLnBrk="0" fontAlgn="base" hangingPunct="0">
                <a:spcBef>
                  <a:spcPct val="0"/>
                </a:spcBef>
                <a:spcAft>
                  <a:spcPct val="0"/>
                </a:spcAft>
                <a:tabLst>
                  <a:tab pos="531813" algn="r"/>
                </a:tabLst>
                <a:defRPr sz="1600">
                  <a:solidFill>
                    <a:schemeClr val="tx1"/>
                  </a:solidFill>
                  <a:latin typeface="Arial" charset="0"/>
                  <a:cs typeface="Arial" charset="0"/>
                </a:defRPr>
              </a:lvl9pPr>
            </a:lstStyle>
            <a:p>
              <a:pPr eaLnBrk="1" hangingPunct="1">
                <a:defRPr/>
              </a:pPr>
              <a:r>
                <a:rPr lang="en-US" sz="1200" dirty="0">
                  <a:solidFill>
                    <a:srgbClr val="000000"/>
                  </a:solidFill>
                  <a:ea typeface="+mn-ea"/>
                </a:rPr>
                <a:t>	*	Footnote</a:t>
              </a:r>
            </a:p>
            <a:p>
              <a:pPr eaLnBrk="1" hangingPunct="1">
                <a:spcBef>
                  <a:spcPct val="20000"/>
                </a:spcBef>
                <a:defRPr/>
              </a:pPr>
              <a:r>
                <a:rPr lang="en-US" sz="1200" dirty="0">
                  <a:solidFill>
                    <a:srgbClr val="000000"/>
                  </a:solidFill>
                  <a:ea typeface="+mn-ea"/>
                </a:rPr>
                <a:t>Source:		Source</a:t>
              </a:r>
            </a:p>
          </p:txBody>
        </p:sp>
      </p:grpSp>
      <p:sp>
        <p:nvSpPr>
          <p:cNvPr id="9" name="Working Draft" hidden="1"/>
          <p:cNvSpPr txBox="1">
            <a:spLocks noChangeArrowheads="1"/>
          </p:cNvSpPr>
          <p:nvPr/>
        </p:nvSpPr>
        <p:spPr bwMode="auto">
          <a:xfrm rot="5400000">
            <a:off x="8207375" y="2774950"/>
            <a:ext cx="1730375" cy="92075"/>
          </a:xfrm>
          <a:prstGeom prst="rect">
            <a:avLst/>
          </a:prstGeom>
          <a:noFill/>
          <a:ln>
            <a:noFill/>
          </a:ln>
        </p:spPr>
        <p:txBody>
          <a:bodyPr wrap="none" lIns="0" tIns="0" rIns="0" bIns="0">
            <a:spAutoFit/>
          </a:bodyPr>
          <a:lstStyle>
            <a:lvl1pPr eaLnBrk="0" hangingPunct="0">
              <a:defRPr sz="1600">
                <a:solidFill>
                  <a:schemeClr val="tx1"/>
                </a:solidFill>
                <a:latin typeface="Arial" charset="0"/>
                <a:cs typeface="Arial" charset="0"/>
              </a:defRPr>
            </a:lvl1pPr>
            <a:lvl2pPr marL="742950" indent="-285750" eaLnBrk="0" hangingPunct="0">
              <a:defRPr sz="1600">
                <a:solidFill>
                  <a:schemeClr val="tx1"/>
                </a:solidFill>
                <a:latin typeface="Arial" charset="0"/>
                <a:cs typeface="Arial" charset="0"/>
              </a:defRPr>
            </a:lvl2pPr>
            <a:lvl3pPr marL="1143000" indent="-228600" eaLnBrk="0" hangingPunct="0">
              <a:defRPr sz="1600">
                <a:solidFill>
                  <a:schemeClr val="tx1"/>
                </a:solidFill>
                <a:latin typeface="Arial" charset="0"/>
                <a:cs typeface="Arial" charset="0"/>
              </a:defRPr>
            </a:lvl3pPr>
            <a:lvl4pPr marL="1600200" indent="-228600" eaLnBrk="0" hangingPunct="0">
              <a:defRPr sz="1600">
                <a:solidFill>
                  <a:schemeClr val="tx1"/>
                </a:solidFill>
                <a:latin typeface="Arial" charset="0"/>
                <a:cs typeface="Arial" charset="0"/>
              </a:defRPr>
            </a:lvl4pPr>
            <a:lvl5pPr marL="2057400" indent="-228600" eaLnBrk="0" hangingPunct="0">
              <a:defRPr sz="1600">
                <a:solidFill>
                  <a:schemeClr val="tx1"/>
                </a:solidFill>
                <a:latin typeface="Arial" charset="0"/>
                <a:cs typeface="Arial" charset="0"/>
              </a:defRPr>
            </a:lvl5pPr>
            <a:lvl6pPr marL="2514600" indent="-228600" eaLnBrk="0" fontAlgn="base" hangingPunct="0">
              <a:spcBef>
                <a:spcPct val="0"/>
              </a:spcBef>
              <a:spcAft>
                <a:spcPct val="0"/>
              </a:spcAft>
              <a:defRPr sz="1600">
                <a:solidFill>
                  <a:schemeClr val="tx1"/>
                </a:solidFill>
                <a:latin typeface="Arial" charset="0"/>
                <a:cs typeface="Arial" charset="0"/>
              </a:defRPr>
            </a:lvl6pPr>
            <a:lvl7pPr marL="2971800" indent="-228600" eaLnBrk="0" fontAlgn="base" hangingPunct="0">
              <a:spcBef>
                <a:spcPct val="0"/>
              </a:spcBef>
              <a:spcAft>
                <a:spcPct val="0"/>
              </a:spcAft>
              <a:defRPr sz="1600">
                <a:solidFill>
                  <a:schemeClr val="tx1"/>
                </a:solidFill>
                <a:latin typeface="Arial" charset="0"/>
                <a:cs typeface="Arial" charset="0"/>
              </a:defRPr>
            </a:lvl7pPr>
            <a:lvl8pPr marL="3429000" indent="-228600" eaLnBrk="0" fontAlgn="base" hangingPunct="0">
              <a:spcBef>
                <a:spcPct val="0"/>
              </a:spcBef>
              <a:spcAft>
                <a:spcPct val="0"/>
              </a:spcAft>
              <a:defRPr sz="1600">
                <a:solidFill>
                  <a:schemeClr val="tx1"/>
                </a:solidFill>
                <a:latin typeface="Arial" charset="0"/>
                <a:cs typeface="Arial" charset="0"/>
              </a:defRPr>
            </a:lvl8pPr>
            <a:lvl9pPr marL="3886200" indent="-228600" eaLnBrk="0" fontAlgn="base" hangingPunct="0">
              <a:spcBef>
                <a:spcPct val="0"/>
              </a:spcBef>
              <a:spcAft>
                <a:spcPct val="0"/>
              </a:spcAft>
              <a:defRPr sz="1600">
                <a:solidFill>
                  <a:schemeClr val="tx1"/>
                </a:solidFill>
                <a:latin typeface="Arial" charset="0"/>
                <a:cs typeface="Arial" charset="0"/>
              </a:defRPr>
            </a:lvl9pPr>
          </a:lstStyle>
          <a:p>
            <a:pPr eaLnBrk="1" hangingPunct="1">
              <a:defRPr/>
            </a:pPr>
            <a:r>
              <a:rPr lang="en-US" sz="600" dirty="0">
                <a:solidFill>
                  <a:srgbClr val="696969"/>
                </a:solidFill>
                <a:ea typeface="+mn-ea"/>
              </a:rPr>
              <a:t>Working Draft - Last Modified 15/10/2008 14:03:05</a:t>
            </a:r>
          </a:p>
        </p:txBody>
      </p:sp>
      <p:sp>
        <p:nvSpPr>
          <p:cNvPr id="10" name="Printed" hidden="1"/>
          <p:cNvSpPr txBox="1">
            <a:spLocks noChangeArrowheads="1"/>
          </p:cNvSpPr>
          <p:nvPr/>
        </p:nvSpPr>
        <p:spPr bwMode="auto">
          <a:xfrm rot="5400000">
            <a:off x="8584407" y="4304506"/>
            <a:ext cx="976312" cy="92075"/>
          </a:xfrm>
          <a:prstGeom prst="rect">
            <a:avLst/>
          </a:prstGeom>
          <a:noFill/>
          <a:ln>
            <a:noFill/>
          </a:ln>
        </p:spPr>
        <p:txBody>
          <a:bodyPr wrap="none" lIns="0" tIns="0" rIns="0" bIns="0">
            <a:spAutoFit/>
          </a:bodyPr>
          <a:lstStyle>
            <a:lvl1pPr eaLnBrk="0" hangingPunct="0">
              <a:defRPr sz="1600">
                <a:solidFill>
                  <a:schemeClr val="tx1"/>
                </a:solidFill>
                <a:latin typeface="Arial" charset="0"/>
                <a:cs typeface="Arial" charset="0"/>
              </a:defRPr>
            </a:lvl1pPr>
            <a:lvl2pPr marL="742950" indent="-285750" eaLnBrk="0" hangingPunct="0">
              <a:defRPr sz="1600">
                <a:solidFill>
                  <a:schemeClr val="tx1"/>
                </a:solidFill>
                <a:latin typeface="Arial" charset="0"/>
                <a:cs typeface="Arial" charset="0"/>
              </a:defRPr>
            </a:lvl2pPr>
            <a:lvl3pPr marL="1143000" indent="-228600" eaLnBrk="0" hangingPunct="0">
              <a:defRPr sz="1600">
                <a:solidFill>
                  <a:schemeClr val="tx1"/>
                </a:solidFill>
                <a:latin typeface="Arial" charset="0"/>
                <a:cs typeface="Arial" charset="0"/>
              </a:defRPr>
            </a:lvl3pPr>
            <a:lvl4pPr marL="1600200" indent="-228600" eaLnBrk="0" hangingPunct="0">
              <a:defRPr sz="1600">
                <a:solidFill>
                  <a:schemeClr val="tx1"/>
                </a:solidFill>
                <a:latin typeface="Arial" charset="0"/>
                <a:cs typeface="Arial" charset="0"/>
              </a:defRPr>
            </a:lvl4pPr>
            <a:lvl5pPr marL="2057400" indent="-228600" eaLnBrk="0" hangingPunct="0">
              <a:defRPr sz="1600">
                <a:solidFill>
                  <a:schemeClr val="tx1"/>
                </a:solidFill>
                <a:latin typeface="Arial" charset="0"/>
                <a:cs typeface="Arial" charset="0"/>
              </a:defRPr>
            </a:lvl5pPr>
            <a:lvl6pPr marL="2514600" indent="-228600" eaLnBrk="0" fontAlgn="base" hangingPunct="0">
              <a:spcBef>
                <a:spcPct val="0"/>
              </a:spcBef>
              <a:spcAft>
                <a:spcPct val="0"/>
              </a:spcAft>
              <a:defRPr sz="1600">
                <a:solidFill>
                  <a:schemeClr val="tx1"/>
                </a:solidFill>
                <a:latin typeface="Arial" charset="0"/>
                <a:cs typeface="Arial" charset="0"/>
              </a:defRPr>
            </a:lvl6pPr>
            <a:lvl7pPr marL="2971800" indent="-228600" eaLnBrk="0" fontAlgn="base" hangingPunct="0">
              <a:spcBef>
                <a:spcPct val="0"/>
              </a:spcBef>
              <a:spcAft>
                <a:spcPct val="0"/>
              </a:spcAft>
              <a:defRPr sz="1600">
                <a:solidFill>
                  <a:schemeClr val="tx1"/>
                </a:solidFill>
                <a:latin typeface="Arial" charset="0"/>
                <a:cs typeface="Arial" charset="0"/>
              </a:defRPr>
            </a:lvl7pPr>
            <a:lvl8pPr marL="3429000" indent="-228600" eaLnBrk="0" fontAlgn="base" hangingPunct="0">
              <a:spcBef>
                <a:spcPct val="0"/>
              </a:spcBef>
              <a:spcAft>
                <a:spcPct val="0"/>
              </a:spcAft>
              <a:defRPr sz="1600">
                <a:solidFill>
                  <a:schemeClr val="tx1"/>
                </a:solidFill>
                <a:latin typeface="Arial" charset="0"/>
                <a:cs typeface="Arial" charset="0"/>
              </a:defRPr>
            </a:lvl8pPr>
            <a:lvl9pPr marL="3886200" indent="-228600" eaLnBrk="0" fontAlgn="base" hangingPunct="0">
              <a:spcBef>
                <a:spcPct val="0"/>
              </a:spcBef>
              <a:spcAft>
                <a:spcPct val="0"/>
              </a:spcAft>
              <a:defRPr sz="1600">
                <a:solidFill>
                  <a:schemeClr val="tx1"/>
                </a:solidFill>
                <a:latin typeface="Arial" charset="0"/>
                <a:cs typeface="Arial" charset="0"/>
              </a:defRPr>
            </a:lvl9pPr>
          </a:lstStyle>
          <a:p>
            <a:pPr eaLnBrk="1" hangingPunct="1">
              <a:defRPr/>
            </a:pPr>
            <a:r>
              <a:rPr lang="en-US" sz="600" dirty="0">
                <a:solidFill>
                  <a:srgbClr val="696969"/>
                </a:solidFill>
                <a:ea typeface="+mn-ea"/>
              </a:rPr>
              <a:t>Printed 15/01/2008 18:43:32</a:t>
            </a:r>
          </a:p>
        </p:txBody>
      </p:sp>
      <p:pic>
        <p:nvPicPr>
          <p:cNvPr id="11" name="Picture 11" descr="Arcelor Mittal logo"/>
          <p:cNvPicPr>
            <a:picLocks noChangeAspect="1" noChangeArrowheads="1"/>
          </p:cNvPicPr>
          <p:nvPr userDrawn="1"/>
        </p:nvPicPr>
        <p:blipFill>
          <a:blip r:embed="rId4" cstate="email">
            <a:clrChange>
              <a:clrFrom>
                <a:srgbClr val="FEFEFE"/>
              </a:clrFrom>
              <a:clrTo>
                <a:srgbClr val="FEFEFE">
                  <a:alpha val="0"/>
                </a:srgbClr>
              </a:clrTo>
            </a:clrChange>
          </a:blip>
          <a:srcRect/>
          <a:stretch>
            <a:fillRect/>
          </a:stretch>
        </p:blipFill>
        <p:spPr bwMode="auto">
          <a:xfrm>
            <a:off x="7613650" y="173038"/>
            <a:ext cx="1530350" cy="725487"/>
          </a:xfrm>
          <a:prstGeom prst="rect">
            <a:avLst/>
          </a:prstGeom>
          <a:noFill/>
          <a:ln w="9525">
            <a:noFill/>
            <a:miter lim="800000"/>
            <a:headEnd/>
            <a:tailEnd/>
          </a:ln>
        </p:spPr>
      </p:pic>
      <p:sp>
        <p:nvSpPr>
          <p:cNvPr id="3" name="Inhaltsplatzhalter 2"/>
          <p:cNvSpPr>
            <a:spLocks noGrp="1"/>
          </p:cNvSpPr>
          <p:nvPr>
            <p:ph idx="1"/>
          </p:nvPr>
        </p:nvSpPr>
        <p:spPr>
          <a:xfrm>
            <a:off x="252000" y="972000"/>
            <a:ext cx="8460000" cy="738664"/>
          </a:xfrm>
        </p:spPr>
        <p:txBody>
          <a:bodyPr/>
          <a:lstStyle/>
          <a:p>
            <a:pPr lvl="0"/>
            <a:r>
              <a:rPr lang="en-US" dirty="0"/>
              <a:t>Click to edit Master text styles</a:t>
            </a:r>
          </a:p>
          <a:p>
            <a:pPr lvl="1"/>
            <a:r>
              <a:rPr lang="en-US" dirty="0"/>
              <a:t>Second level</a:t>
            </a:r>
          </a:p>
          <a:p>
            <a:pPr lvl="2"/>
            <a:r>
              <a:rPr lang="en-US" dirty="0"/>
              <a:t>Third level</a:t>
            </a:r>
          </a:p>
        </p:txBody>
      </p:sp>
      <p:sp>
        <p:nvSpPr>
          <p:cNvPr id="5" name="Title 4"/>
          <p:cNvSpPr>
            <a:spLocks noGrp="1" noChangeArrowheads="1"/>
          </p:cNvSpPr>
          <p:nvPr>
            <p:ph type="title"/>
          </p:nvPr>
        </p:nvSpPr>
        <p:spPr bwMode="auto">
          <a:xfrm>
            <a:off x="118800" y="230402"/>
            <a:ext cx="6840000" cy="292388"/>
          </a:xfrm>
          <a:prstGeom prst="rect">
            <a:avLst/>
          </a:prstGeom>
          <a:noFill/>
          <a:ln w="9525">
            <a:noFill/>
            <a:miter lim="800000"/>
            <a:headEnd/>
            <a:tailEnd/>
          </a:ln>
        </p:spPr>
        <p:txBody>
          <a:bodyPr/>
          <a:lstStyle/>
          <a:p>
            <a:pPr lvl="0"/>
            <a:r>
              <a:rPr lang="en-US"/>
              <a:t>Click to edit Master title style</a:t>
            </a:r>
          </a:p>
        </p:txBody>
      </p:sp>
      <p:sp>
        <p:nvSpPr>
          <p:cNvPr id="12" name="pg num"/>
          <p:cNvSpPr>
            <a:spLocks noGrp="1" noChangeArrowheads="1"/>
          </p:cNvSpPr>
          <p:nvPr>
            <p:ph type="sldNum" sz="quarter" idx="10"/>
          </p:nvPr>
        </p:nvSpPr>
        <p:spPr/>
        <p:txBody>
          <a:bodyPr/>
          <a:lstStyle>
            <a:lvl1pPr eaLnBrk="0" hangingPunct="0">
              <a:defRPr>
                <a:ea typeface="MS PGothic" pitchFamily="34" charset="-128"/>
              </a:defRPr>
            </a:lvl1pPr>
          </a:lstStyle>
          <a:p>
            <a:pPr>
              <a:defRPr/>
            </a:pPr>
            <a:fld id="{34785976-8931-412B-9E20-1D61D6C5B8B7}" type="slidenum">
              <a:rPr lang="en-US"/>
              <a:pPr>
                <a:defRPr/>
              </a:pPr>
              <a:t>‹nr.›</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userDrawn="1">
  <p:cSld name="12_Title and Content">
    <p:spTree>
      <p:nvGrpSpPr>
        <p:cNvPr id="1" name=""/>
        <p:cNvGrpSpPr/>
        <p:nvPr/>
      </p:nvGrpSpPr>
      <p:grpSpPr>
        <a:xfrm>
          <a:off x="0" y="0"/>
          <a:ext cx="0" cy="0"/>
          <a:chOff x="0" y="0"/>
          <a:chExt cx="0" cy="0"/>
        </a:xfrm>
      </p:grpSpPr>
      <p:graphicFrame>
        <p:nvGraphicFramePr>
          <p:cNvPr id="4" name="Rectangle 2" hidden="1"/>
          <p:cNvGraphicFramePr>
            <a:graphicFrameLocks/>
          </p:cNvGraphicFramePr>
          <p:nvPr>
            <p:custDataLst>
              <p:tags r:id="rId1"/>
            </p:custDataLst>
          </p:nvPr>
        </p:nvGraphicFramePr>
        <p:xfrm>
          <a:off x="0" y="0"/>
          <a:ext cx="161925" cy="161925"/>
        </p:xfrm>
        <a:graphic>
          <a:graphicData uri="http://schemas.openxmlformats.org/presentationml/2006/ole">
            <mc:AlternateContent xmlns:mc="http://schemas.openxmlformats.org/markup-compatibility/2006">
              <mc:Choice xmlns:v="urn:schemas-microsoft-com:vml" Requires="v">
                <p:oleObj name="think-cell Slide" r:id="rId3" imgW="0" imgH="0" progId="TCLayout.ActiveDocument.1">
                  <p:embed/>
                </p:oleObj>
              </mc:Choice>
              <mc:Fallback>
                <p:oleObj name="think-cell Slide" r:id="rId3" imgW="0" imgH="0" progId="TCLayout.ActiveDocument.1">
                  <p:embed/>
                  <p:pic>
                    <p:nvPicPr>
                      <p:cNvPr id="4" name="Rectangle 2" hidden="1"/>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0" y="0"/>
                        <a:ext cx="161925" cy="161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McK Slide Elements"/>
          <p:cNvGrpSpPr>
            <a:grpSpLocks/>
          </p:cNvGrpSpPr>
          <p:nvPr userDrawn="1"/>
        </p:nvGrpSpPr>
        <p:grpSpPr bwMode="auto">
          <a:xfrm>
            <a:off x="125413" y="542925"/>
            <a:ext cx="8793162" cy="6288088"/>
            <a:chOff x="77" y="335"/>
            <a:chExt cx="5429" cy="3882"/>
          </a:xfrm>
        </p:grpSpPr>
        <p:sp>
          <p:nvSpPr>
            <p:cNvPr id="7" name="McK Measure" hidden="1"/>
            <p:cNvSpPr txBox="1">
              <a:spLocks noChangeArrowheads="1"/>
            </p:cNvSpPr>
            <p:nvPr userDrawn="1"/>
          </p:nvSpPr>
          <p:spPr bwMode="auto">
            <a:xfrm>
              <a:off x="77" y="335"/>
              <a:ext cx="5429" cy="152"/>
            </a:xfrm>
            <a:prstGeom prst="rect">
              <a:avLst/>
            </a:prstGeom>
            <a:noFill/>
            <a:ln>
              <a:noFill/>
            </a:ln>
          </p:spPr>
          <p:txBody>
            <a:bodyPr lIns="0" tIns="0" rIns="0" bIns="0">
              <a:spAutoFit/>
            </a:bodyPr>
            <a:lstStyle>
              <a:lvl1pPr defTabSz="893763" eaLnBrk="0" hangingPunct="0">
                <a:defRPr sz="1600">
                  <a:solidFill>
                    <a:schemeClr val="tx1"/>
                  </a:solidFill>
                  <a:latin typeface="Arial" charset="0"/>
                  <a:cs typeface="Arial" charset="0"/>
                </a:defRPr>
              </a:lvl1pPr>
              <a:lvl2pPr marL="742950" indent="-285750" defTabSz="893763" eaLnBrk="0" hangingPunct="0">
                <a:defRPr sz="1600">
                  <a:solidFill>
                    <a:schemeClr val="tx1"/>
                  </a:solidFill>
                  <a:latin typeface="Arial" charset="0"/>
                  <a:cs typeface="Arial" charset="0"/>
                </a:defRPr>
              </a:lvl2pPr>
              <a:lvl3pPr marL="1143000" indent="-228600" defTabSz="893763" eaLnBrk="0" hangingPunct="0">
                <a:defRPr sz="1600">
                  <a:solidFill>
                    <a:schemeClr val="tx1"/>
                  </a:solidFill>
                  <a:latin typeface="Arial" charset="0"/>
                  <a:cs typeface="Arial" charset="0"/>
                </a:defRPr>
              </a:lvl3pPr>
              <a:lvl4pPr marL="1600200" indent="-228600" defTabSz="893763" eaLnBrk="0" hangingPunct="0">
                <a:defRPr sz="1600">
                  <a:solidFill>
                    <a:schemeClr val="tx1"/>
                  </a:solidFill>
                  <a:latin typeface="Arial" charset="0"/>
                  <a:cs typeface="Arial" charset="0"/>
                </a:defRPr>
              </a:lvl4pPr>
              <a:lvl5pPr marL="2057400" indent="-228600" defTabSz="893763" eaLnBrk="0" hangingPunct="0">
                <a:defRPr sz="1600">
                  <a:solidFill>
                    <a:schemeClr val="tx1"/>
                  </a:solidFill>
                  <a:latin typeface="Arial" charset="0"/>
                  <a:cs typeface="Arial" charset="0"/>
                </a:defRPr>
              </a:lvl5pPr>
              <a:lvl6pPr marL="2514600" indent="-228600" defTabSz="893763" eaLnBrk="0" fontAlgn="base" hangingPunct="0">
                <a:spcBef>
                  <a:spcPct val="0"/>
                </a:spcBef>
                <a:spcAft>
                  <a:spcPct val="0"/>
                </a:spcAft>
                <a:defRPr sz="1600">
                  <a:solidFill>
                    <a:schemeClr val="tx1"/>
                  </a:solidFill>
                  <a:latin typeface="Arial" charset="0"/>
                  <a:cs typeface="Arial" charset="0"/>
                </a:defRPr>
              </a:lvl6pPr>
              <a:lvl7pPr marL="2971800" indent="-228600" defTabSz="893763" eaLnBrk="0" fontAlgn="base" hangingPunct="0">
                <a:spcBef>
                  <a:spcPct val="0"/>
                </a:spcBef>
                <a:spcAft>
                  <a:spcPct val="0"/>
                </a:spcAft>
                <a:defRPr sz="1600">
                  <a:solidFill>
                    <a:schemeClr val="tx1"/>
                  </a:solidFill>
                  <a:latin typeface="Arial" charset="0"/>
                  <a:cs typeface="Arial" charset="0"/>
                </a:defRPr>
              </a:lvl7pPr>
              <a:lvl8pPr marL="3429000" indent="-228600" defTabSz="893763" eaLnBrk="0" fontAlgn="base" hangingPunct="0">
                <a:spcBef>
                  <a:spcPct val="0"/>
                </a:spcBef>
                <a:spcAft>
                  <a:spcPct val="0"/>
                </a:spcAft>
                <a:defRPr sz="1600">
                  <a:solidFill>
                    <a:schemeClr val="tx1"/>
                  </a:solidFill>
                  <a:latin typeface="Arial" charset="0"/>
                  <a:cs typeface="Arial" charset="0"/>
                </a:defRPr>
              </a:lvl8pPr>
              <a:lvl9pPr marL="3886200" indent="-228600" defTabSz="893763" eaLnBrk="0" fontAlgn="base" hangingPunct="0">
                <a:spcBef>
                  <a:spcPct val="0"/>
                </a:spcBef>
                <a:spcAft>
                  <a:spcPct val="0"/>
                </a:spcAft>
                <a:defRPr sz="1600">
                  <a:solidFill>
                    <a:schemeClr val="tx1"/>
                  </a:solidFill>
                  <a:latin typeface="Arial" charset="0"/>
                  <a:cs typeface="Arial" charset="0"/>
                </a:defRPr>
              </a:lvl9pPr>
            </a:lstStyle>
            <a:p>
              <a:pPr eaLnBrk="1" hangingPunct="1">
                <a:defRPr/>
              </a:pPr>
              <a:r>
                <a:rPr lang="en-US">
                  <a:solidFill>
                    <a:srgbClr val="696969"/>
                  </a:solidFill>
                  <a:ea typeface="+mn-ea"/>
                </a:rPr>
                <a:t>Unit of measure</a:t>
              </a:r>
            </a:p>
          </p:txBody>
        </p:sp>
        <p:sp>
          <p:nvSpPr>
            <p:cNvPr id="8" name="McK Footnote" hidden="1"/>
            <p:cNvSpPr txBox="1">
              <a:spLocks noChangeArrowheads="1"/>
            </p:cNvSpPr>
            <p:nvPr userDrawn="1"/>
          </p:nvSpPr>
          <p:spPr bwMode="auto">
            <a:xfrm>
              <a:off x="79" y="3966"/>
              <a:ext cx="5145" cy="251"/>
            </a:xfrm>
            <a:prstGeom prst="rect">
              <a:avLst/>
            </a:prstGeom>
            <a:noFill/>
            <a:ln>
              <a:noFill/>
            </a:ln>
          </p:spPr>
          <p:txBody>
            <a:bodyPr lIns="0" tIns="0" rIns="0" bIns="0" anchor="b">
              <a:spAutoFit/>
            </a:bodyPr>
            <a:lstStyle>
              <a:lvl1pPr marL="573088" indent="-573088" defTabSz="893763" eaLnBrk="0" hangingPunct="0">
                <a:tabLst>
                  <a:tab pos="531813" algn="r"/>
                </a:tabLst>
                <a:defRPr sz="1600">
                  <a:solidFill>
                    <a:schemeClr val="tx1"/>
                  </a:solidFill>
                  <a:latin typeface="Arial" charset="0"/>
                  <a:cs typeface="Arial" charset="0"/>
                </a:defRPr>
              </a:lvl1pPr>
              <a:lvl2pPr marL="742950" indent="-285750" defTabSz="893763" eaLnBrk="0" hangingPunct="0">
                <a:tabLst>
                  <a:tab pos="531813" algn="r"/>
                </a:tabLst>
                <a:defRPr sz="1600">
                  <a:solidFill>
                    <a:schemeClr val="tx1"/>
                  </a:solidFill>
                  <a:latin typeface="Arial" charset="0"/>
                  <a:cs typeface="Arial" charset="0"/>
                </a:defRPr>
              </a:lvl2pPr>
              <a:lvl3pPr marL="1143000" indent="-228600" defTabSz="893763" eaLnBrk="0" hangingPunct="0">
                <a:tabLst>
                  <a:tab pos="531813" algn="r"/>
                </a:tabLst>
                <a:defRPr sz="1600">
                  <a:solidFill>
                    <a:schemeClr val="tx1"/>
                  </a:solidFill>
                  <a:latin typeface="Arial" charset="0"/>
                  <a:cs typeface="Arial" charset="0"/>
                </a:defRPr>
              </a:lvl3pPr>
              <a:lvl4pPr marL="1600200" indent="-228600" defTabSz="893763" eaLnBrk="0" hangingPunct="0">
                <a:tabLst>
                  <a:tab pos="531813" algn="r"/>
                </a:tabLst>
                <a:defRPr sz="1600">
                  <a:solidFill>
                    <a:schemeClr val="tx1"/>
                  </a:solidFill>
                  <a:latin typeface="Arial" charset="0"/>
                  <a:cs typeface="Arial" charset="0"/>
                </a:defRPr>
              </a:lvl4pPr>
              <a:lvl5pPr marL="2057400" indent="-228600" defTabSz="893763" eaLnBrk="0" hangingPunct="0">
                <a:tabLst>
                  <a:tab pos="531813" algn="r"/>
                </a:tabLst>
                <a:defRPr sz="1600">
                  <a:solidFill>
                    <a:schemeClr val="tx1"/>
                  </a:solidFill>
                  <a:latin typeface="Arial" charset="0"/>
                  <a:cs typeface="Arial" charset="0"/>
                </a:defRPr>
              </a:lvl5pPr>
              <a:lvl6pPr marL="2514600" indent="-228600" defTabSz="893763" eaLnBrk="0" fontAlgn="base" hangingPunct="0">
                <a:spcBef>
                  <a:spcPct val="0"/>
                </a:spcBef>
                <a:spcAft>
                  <a:spcPct val="0"/>
                </a:spcAft>
                <a:tabLst>
                  <a:tab pos="531813" algn="r"/>
                </a:tabLst>
                <a:defRPr sz="1600">
                  <a:solidFill>
                    <a:schemeClr val="tx1"/>
                  </a:solidFill>
                  <a:latin typeface="Arial" charset="0"/>
                  <a:cs typeface="Arial" charset="0"/>
                </a:defRPr>
              </a:lvl6pPr>
              <a:lvl7pPr marL="2971800" indent="-228600" defTabSz="893763" eaLnBrk="0" fontAlgn="base" hangingPunct="0">
                <a:spcBef>
                  <a:spcPct val="0"/>
                </a:spcBef>
                <a:spcAft>
                  <a:spcPct val="0"/>
                </a:spcAft>
                <a:tabLst>
                  <a:tab pos="531813" algn="r"/>
                </a:tabLst>
                <a:defRPr sz="1600">
                  <a:solidFill>
                    <a:schemeClr val="tx1"/>
                  </a:solidFill>
                  <a:latin typeface="Arial" charset="0"/>
                  <a:cs typeface="Arial" charset="0"/>
                </a:defRPr>
              </a:lvl7pPr>
              <a:lvl8pPr marL="3429000" indent="-228600" defTabSz="893763" eaLnBrk="0" fontAlgn="base" hangingPunct="0">
                <a:spcBef>
                  <a:spcPct val="0"/>
                </a:spcBef>
                <a:spcAft>
                  <a:spcPct val="0"/>
                </a:spcAft>
                <a:tabLst>
                  <a:tab pos="531813" algn="r"/>
                </a:tabLst>
                <a:defRPr sz="1600">
                  <a:solidFill>
                    <a:schemeClr val="tx1"/>
                  </a:solidFill>
                  <a:latin typeface="Arial" charset="0"/>
                  <a:cs typeface="Arial" charset="0"/>
                </a:defRPr>
              </a:lvl8pPr>
              <a:lvl9pPr marL="3886200" indent="-228600" defTabSz="893763" eaLnBrk="0" fontAlgn="base" hangingPunct="0">
                <a:spcBef>
                  <a:spcPct val="0"/>
                </a:spcBef>
                <a:spcAft>
                  <a:spcPct val="0"/>
                </a:spcAft>
                <a:tabLst>
                  <a:tab pos="531813" algn="r"/>
                </a:tabLst>
                <a:defRPr sz="1600">
                  <a:solidFill>
                    <a:schemeClr val="tx1"/>
                  </a:solidFill>
                  <a:latin typeface="Arial" charset="0"/>
                  <a:cs typeface="Arial" charset="0"/>
                </a:defRPr>
              </a:lvl9pPr>
            </a:lstStyle>
            <a:p>
              <a:pPr eaLnBrk="1" hangingPunct="1">
                <a:defRPr/>
              </a:pPr>
              <a:r>
                <a:rPr lang="en-US" sz="1200" dirty="0">
                  <a:solidFill>
                    <a:srgbClr val="000000"/>
                  </a:solidFill>
                  <a:ea typeface="+mn-ea"/>
                </a:rPr>
                <a:t>	*	Footnote</a:t>
              </a:r>
            </a:p>
            <a:p>
              <a:pPr eaLnBrk="1" hangingPunct="1">
                <a:spcBef>
                  <a:spcPct val="20000"/>
                </a:spcBef>
                <a:defRPr/>
              </a:pPr>
              <a:r>
                <a:rPr lang="en-US" sz="1200" dirty="0">
                  <a:solidFill>
                    <a:srgbClr val="000000"/>
                  </a:solidFill>
                  <a:ea typeface="+mn-ea"/>
                </a:rPr>
                <a:t>Source:		Source</a:t>
              </a:r>
            </a:p>
          </p:txBody>
        </p:sp>
      </p:grpSp>
      <p:sp>
        <p:nvSpPr>
          <p:cNvPr id="9" name="Working Draft" hidden="1"/>
          <p:cNvSpPr txBox="1">
            <a:spLocks noChangeArrowheads="1"/>
          </p:cNvSpPr>
          <p:nvPr/>
        </p:nvSpPr>
        <p:spPr bwMode="auto">
          <a:xfrm rot="5400000">
            <a:off x="8207375" y="2774950"/>
            <a:ext cx="1730375" cy="92075"/>
          </a:xfrm>
          <a:prstGeom prst="rect">
            <a:avLst/>
          </a:prstGeom>
          <a:noFill/>
          <a:ln>
            <a:noFill/>
          </a:ln>
        </p:spPr>
        <p:txBody>
          <a:bodyPr wrap="none" lIns="0" tIns="0" rIns="0" bIns="0">
            <a:spAutoFit/>
          </a:bodyPr>
          <a:lstStyle>
            <a:lvl1pPr eaLnBrk="0" hangingPunct="0">
              <a:defRPr sz="1600">
                <a:solidFill>
                  <a:schemeClr val="tx1"/>
                </a:solidFill>
                <a:latin typeface="Arial" charset="0"/>
                <a:cs typeface="Arial" charset="0"/>
              </a:defRPr>
            </a:lvl1pPr>
            <a:lvl2pPr marL="742950" indent="-285750" eaLnBrk="0" hangingPunct="0">
              <a:defRPr sz="1600">
                <a:solidFill>
                  <a:schemeClr val="tx1"/>
                </a:solidFill>
                <a:latin typeface="Arial" charset="0"/>
                <a:cs typeface="Arial" charset="0"/>
              </a:defRPr>
            </a:lvl2pPr>
            <a:lvl3pPr marL="1143000" indent="-228600" eaLnBrk="0" hangingPunct="0">
              <a:defRPr sz="1600">
                <a:solidFill>
                  <a:schemeClr val="tx1"/>
                </a:solidFill>
                <a:latin typeface="Arial" charset="0"/>
                <a:cs typeface="Arial" charset="0"/>
              </a:defRPr>
            </a:lvl3pPr>
            <a:lvl4pPr marL="1600200" indent="-228600" eaLnBrk="0" hangingPunct="0">
              <a:defRPr sz="1600">
                <a:solidFill>
                  <a:schemeClr val="tx1"/>
                </a:solidFill>
                <a:latin typeface="Arial" charset="0"/>
                <a:cs typeface="Arial" charset="0"/>
              </a:defRPr>
            </a:lvl4pPr>
            <a:lvl5pPr marL="2057400" indent="-228600" eaLnBrk="0" hangingPunct="0">
              <a:defRPr sz="1600">
                <a:solidFill>
                  <a:schemeClr val="tx1"/>
                </a:solidFill>
                <a:latin typeface="Arial" charset="0"/>
                <a:cs typeface="Arial" charset="0"/>
              </a:defRPr>
            </a:lvl5pPr>
            <a:lvl6pPr marL="2514600" indent="-228600" eaLnBrk="0" fontAlgn="base" hangingPunct="0">
              <a:spcBef>
                <a:spcPct val="0"/>
              </a:spcBef>
              <a:spcAft>
                <a:spcPct val="0"/>
              </a:spcAft>
              <a:defRPr sz="1600">
                <a:solidFill>
                  <a:schemeClr val="tx1"/>
                </a:solidFill>
                <a:latin typeface="Arial" charset="0"/>
                <a:cs typeface="Arial" charset="0"/>
              </a:defRPr>
            </a:lvl6pPr>
            <a:lvl7pPr marL="2971800" indent="-228600" eaLnBrk="0" fontAlgn="base" hangingPunct="0">
              <a:spcBef>
                <a:spcPct val="0"/>
              </a:spcBef>
              <a:spcAft>
                <a:spcPct val="0"/>
              </a:spcAft>
              <a:defRPr sz="1600">
                <a:solidFill>
                  <a:schemeClr val="tx1"/>
                </a:solidFill>
                <a:latin typeface="Arial" charset="0"/>
                <a:cs typeface="Arial" charset="0"/>
              </a:defRPr>
            </a:lvl7pPr>
            <a:lvl8pPr marL="3429000" indent="-228600" eaLnBrk="0" fontAlgn="base" hangingPunct="0">
              <a:spcBef>
                <a:spcPct val="0"/>
              </a:spcBef>
              <a:spcAft>
                <a:spcPct val="0"/>
              </a:spcAft>
              <a:defRPr sz="1600">
                <a:solidFill>
                  <a:schemeClr val="tx1"/>
                </a:solidFill>
                <a:latin typeface="Arial" charset="0"/>
                <a:cs typeface="Arial" charset="0"/>
              </a:defRPr>
            </a:lvl8pPr>
            <a:lvl9pPr marL="3886200" indent="-228600" eaLnBrk="0" fontAlgn="base" hangingPunct="0">
              <a:spcBef>
                <a:spcPct val="0"/>
              </a:spcBef>
              <a:spcAft>
                <a:spcPct val="0"/>
              </a:spcAft>
              <a:defRPr sz="1600">
                <a:solidFill>
                  <a:schemeClr val="tx1"/>
                </a:solidFill>
                <a:latin typeface="Arial" charset="0"/>
                <a:cs typeface="Arial" charset="0"/>
              </a:defRPr>
            </a:lvl9pPr>
          </a:lstStyle>
          <a:p>
            <a:pPr eaLnBrk="1" hangingPunct="1">
              <a:defRPr/>
            </a:pPr>
            <a:r>
              <a:rPr lang="en-US" sz="600" dirty="0">
                <a:solidFill>
                  <a:srgbClr val="696969"/>
                </a:solidFill>
                <a:ea typeface="+mn-ea"/>
              </a:rPr>
              <a:t>Working Draft - Last Modified 15/10/2008 14:03:05</a:t>
            </a:r>
          </a:p>
        </p:txBody>
      </p:sp>
      <p:sp>
        <p:nvSpPr>
          <p:cNvPr id="10" name="Printed" hidden="1"/>
          <p:cNvSpPr txBox="1">
            <a:spLocks noChangeArrowheads="1"/>
          </p:cNvSpPr>
          <p:nvPr/>
        </p:nvSpPr>
        <p:spPr bwMode="auto">
          <a:xfrm rot="5400000">
            <a:off x="8584407" y="4304506"/>
            <a:ext cx="976312" cy="92075"/>
          </a:xfrm>
          <a:prstGeom prst="rect">
            <a:avLst/>
          </a:prstGeom>
          <a:noFill/>
          <a:ln>
            <a:noFill/>
          </a:ln>
        </p:spPr>
        <p:txBody>
          <a:bodyPr wrap="none" lIns="0" tIns="0" rIns="0" bIns="0">
            <a:spAutoFit/>
          </a:bodyPr>
          <a:lstStyle>
            <a:lvl1pPr eaLnBrk="0" hangingPunct="0">
              <a:defRPr sz="1600">
                <a:solidFill>
                  <a:schemeClr val="tx1"/>
                </a:solidFill>
                <a:latin typeface="Arial" charset="0"/>
                <a:cs typeface="Arial" charset="0"/>
              </a:defRPr>
            </a:lvl1pPr>
            <a:lvl2pPr marL="742950" indent="-285750" eaLnBrk="0" hangingPunct="0">
              <a:defRPr sz="1600">
                <a:solidFill>
                  <a:schemeClr val="tx1"/>
                </a:solidFill>
                <a:latin typeface="Arial" charset="0"/>
                <a:cs typeface="Arial" charset="0"/>
              </a:defRPr>
            </a:lvl2pPr>
            <a:lvl3pPr marL="1143000" indent="-228600" eaLnBrk="0" hangingPunct="0">
              <a:defRPr sz="1600">
                <a:solidFill>
                  <a:schemeClr val="tx1"/>
                </a:solidFill>
                <a:latin typeface="Arial" charset="0"/>
                <a:cs typeface="Arial" charset="0"/>
              </a:defRPr>
            </a:lvl3pPr>
            <a:lvl4pPr marL="1600200" indent="-228600" eaLnBrk="0" hangingPunct="0">
              <a:defRPr sz="1600">
                <a:solidFill>
                  <a:schemeClr val="tx1"/>
                </a:solidFill>
                <a:latin typeface="Arial" charset="0"/>
                <a:cs typeface="Arial" charset="0"/>
              </a:defRPr>
            </a:lvl4pPr>
            <a:lvl5pPr marL="2057400" indent="-228600" eaLnBrk="0" hangingPunct="0">
              <a:defRPr sz="1600">
                <a:solidFill>
                  <a:schemeClr val="tx1"/>
                </a:solidFill>
                <a:latin typeface="Arial" charset="0"/>
                <a:cs typeface="Arial" charset="0"/>
              </a:defRPr>
            </a:lvl5pPr>
            <a:lvl6pPr marL="2514600" indent="-228600" eaLnBrk="0" fontAlgn="base" hangingPunct="0">
              <a:spcBef>
                <a:spcPct val="0"/>
              </a:spcBef>
              <a:spcAft>
                <a:spcPct val="0"/>
              </a:spcAft>
              <a:defRPr sz="1600">
                <a:solidFill>
                  <a:schemeClr val="tx1"/>
                </a:solidFill>
                <a:latin typeface="Arial" charset="0"/>
                <a:cs typeface="Arial" charset="0"/>
              </a:defRPr>
            </a:lvl6pPr>
            <a:lvl7pPr marL="2971800" indent="-228600" eaLnBrk="0" fontAlgn="base" hangingPunct="0">
              <a:spcBef>
                <a:spcPct val="0"/>
              </a:spcBef>
              <a:spcAft>
                <a:spcPct val="0"/>
              </a:spcAft>
              <a:defRPr sz="1600">
                <a:solidFill>
                  <a:schemeClr val="tx1"/>
                </a:solidFill>
                <a:latin typeface="Arial" charset="0"/>
                <a:cs typeface="Arial" charset="0"/>
              </a:defRPr>
            </a:lvl7pPr>
            <a:lvl8pPr marL="3429000" indent="-228600" eaLnBrk="0" fontAlgn="base" hangingPunct="0">
              <a:spcBef>
                <a:spcPct val="0"/>
              </a:spcBef>
              <a:spcAft>
                <a:spcPct val="0"/>
              </a:spcAft>
              <a:defRPr sz="1600">
                <a:solidFill>
                  <a:schemeClr val="tx1"/>
                </a:solidFill>
                <a:latin typeface="Arial" charset="0"/>
                <a:cs typeface="Arial" charset="0"/>
              </a:defRPr>
            </a:lvl8pPr>
            <a:lvl9pPr marL="3886200" indent="-228600" eaLnBrk="0" fontAlgn="base" hangingPunct="0">
              <a:spcBef>
                <a:spcPct val="0"/>
              </a:spcBef>
              <a:spcAft>
                <a:spcPct val="0"/>
              </a:spcAft>
              <a:defRPr sz="1600">
                <a:solidFill>
                  <a:schemeClr val="tx1"/>
                </a:solidFill>
                <a:latin typeface="Arial" charset="0"/>
                <a:cs typeface="Arial" charset="0"/>
              </a:defRPr>
            </a:lvl9pPr>
          </a:lstStyle>
          <a:p>
            <a:pPr eaLnBrk="1" hangingPunct="1">
              <a:defRPr/>
            </a:pPr>
            <a:r>
              <a:rPr lang="en-US" sz="600" dirty="0">
                <a:solidFill>
                  <a:srgbClr val="696969"/>
                </a:solidFill>
                <a:ea typeface="+mn-ea"/>
              </a:rPr>
              <a:t>Printed 15/01/2008 18:43:32</a:t>
            </a:r>
          </a:p>
        </p:txBody>
      </p:sp>
      <p:pic>
        <p:nvPicPr>
          <p:cNvPr id="11" name="Picture 11" descr="Arcelor Mittal logo"/>
          <p:cNvPicPr>
            <a:picLocks noChangeAspect="1" noChangeArrowheads="1"/>
          </p:cNvPicPr>
          <p:nvPr userDrawn="1"/>
        </p:nvPicPr>
        <p:blipFill>
          <a:blip r:embed="rId4" cstate="email">
            <a:clrChange>
              <a:clrFrom>
                <a:srgbClr val="FEFEFE"/>
              </a:clrFrom>
              <a:clrTo>
                <a:srgbClr val="FEFEFE">
                  <a:alpha val="0"/>
                </a:srgbClr>
              </a:clrTo>
            </a:clrChange>
          </a:blip>
          <a:srcRect/>
          <a:stretch>
            <a:fillRect/>
          </a:stretch>
        </p:blipFill>
        <p:spPr bwMode="auto">
          <a:xfrm>
            <a:off x="7613650" y="173038"/>
            <a:ext cx="1530350" cy="725487"/>
          </a:xfrm>
          <a:prstGeom prst="rect">
            <a:avLst/>
          </a:prstGeom>
          <a:noFill/>
          <a:ln w="9525">
            <a:noFill/>
            <a:miter lim="800000"/>
            <a:headEnd/>
            <a:tailEnd/>
          </a:ln>
        </p:spPr>
      </p:pic>
      <p:sp>
        <p:nvSpPr>
          <p:cNvPr id="3" name="Inhaltsplatzhalter 2"/>
          <p:cNvSpPr>
            <a:spLocks noGrp="1"/>
          </p:cNvSpPr>
          <p:nvPr>
            <p:ph idx="1"/>
          </p:nvPr>
        </p:nvSpPr>
        <p:spPr>
          <a:xfrm>
            <a:off x="252000" y="972000"/>
            <a:ext cx="8460000" cy="738664"/>
          </a:xfrm>
        </p:spPr>
        <p:txBody>
          <a:bodyPr/>
          <a:lstStyle/>
          <a:p>
            <a:pPr lvl="0"/>
            <a:r>
              <a:rPr lang="en-US" dirty="0"/>
              <a:t>Click to edit Master text styles</a:t>
            </a:r>
          </a:p>
          <a:p>
            <a:pPr lvl="1"/>
            <a:r>
              <a:rPr lang="en-US" dirty="0"/>
              <a:t>Second level</a:t>
            </a:r>
          </a:p>
          <a:p>
            <a:pPr lvl="2"/>
            <a:r>
              <a:rPr lang="en-US" dirty="0"/>
              <a:t>Third level</a:t>
            </a:r>
          </a:p>
        </p:txBody>
      </p:sp>
      <p:sp>
        <p:nvSpPr>
          <p:cNvPr id="5" name="Title 4"/>
          <p:cNvSpPr>
            <a:spLocks noGrp="1" noChangeArrowheads="1"/>
          </p:cNvSpPr>
          <p:nvPr>
            <p:ph type="title"/>
          </p:nvPr>
        </p:nvSpPr>
        <p:spPr bwMode="auto">
          <a:xfrm>
            <a:off x="118800" y="230402"/>
            <a:ext cx="6840000" cy="292388"/>
          </a:xfrm>
          <a:prstGeom prst="rect">
            <a:avLst/>
          </a:prstGeom>
          <a:noFill/>
          <a:ln w="9525">
            <a:noFill/>
            <a:miter lim="800000"/>
            <a:headEnd/>
            <a:tailEnd/>
          </a:ln>
        </p:spPr>
        <p:txBody>
          <a:bodyPr/>
          <a:lstStyle/>
          <a:p>
            <a:pPr lvl="0"/>
            <a:r>
              <a:rPr lang="en-US"/>
              <a:t>Click to edit Master title style</a:t>
            </a:r>
          </a:p>
        </p:txBody>
      </p:sp>
      <p:sp>
        <p:nvSpPr>
          <p:cNvPr id="12" name="pg num"/>
          <p:cNvSpPr>
            <a:spLocks noGrp="1" noChangeArrowheads="1"/>
          </p:cNvSpPr>
          <p:nvPr>
            <p:ph type="sldNum" sz="quarter" idx="10"/>
          </p:nvPr>
        </p:nvSpPr>
        <p:spPr/>
        <p:txBody>
          <a:bodyPr/>
          <a:lstStyle>
            <a:lvl1pPr eaLnBrk="0" hangingPunct="0">
              <a:defRPr>
                <a:ea typeface="MS PGothic" pitchFamily="34" charset="-128"/>
              </a:defRPr>
            </a:lvl1pPr>
          </a:lstStyle>
          <a:p>
            <a:pPr>
              <a:defRPr/>
            </a:pPr>
            <a:fld id="{34785976-8931-412B-9E20-1D61D6C5B8B7}" type="slidenum">
              <a:rPr lang="en-US"/>
              <a:pPr>
                <a:defRPr/>
              </a:pPr>
              <a:t>‹nr.›</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userDrawn="1">
  <p:cSld name="13_Title and Content">
    <p:spTree>
      <p:nvGrpSpPr>
        <p:cNvPr id="1" name=""/>
        <p:cNvGrpSpPr/>
        <p:nvPr/>
      </p:nvGrpSpPr>
      <p:grpSpPr>
        <a:xfrm>
          <a:off x="0" y="0"/>
          <a:ext cx="0" cy="0"/>
          <a:chOff x="0" y="0"/>
          <a:chExt cx="0" cy="0"/>
        </a:xfrm>
      </p:grpSpPr>
      <p:graphicFrame>
        <p:nvGraphicFramePr>
          <p:cNvPr id="4" name="Rectangle 2" hidden="1"/>
          <p:cNvGraphicFramePr>
            <a:graphicFrameLocks/>
          </p:cNvGraphicFramePr>
          <p:nvPr>
            <p:custDataLst>
              <p:tags r:id="rId1"/>
            </p:custDataLst>
          </p:nvPr>
        </p:nvGraphicFramePr>
        <p:xfrm>
          <a:off x="0" y="0"/>
          <a:ext cx="161925" cy="161925"/>
        </p:xfrm>
        <a:graphic>
          <a:graphicData uri="http://schemas.openxmlformats.org/presentationml/2006/ole">
            <mc:AlternateContent xmlns:mc="http://schemas.openxmlformats.org/markup-compatibility/2006">
              <mc:Choice xmlns:v="urn:schemas-microsoft-com:vml" Requires="v">
                <p:oleObj name="think-cell Slide" r:id="rId3" imgW="0" imgH="0" progId="TCLayout.ActiveDocument.1">
                  <p:embed/>
                </p:oleObj>
              </mc:Choice>
              <mc:Fallback>
                <p:oleObj name="think-cell Slide" r:id="rId3" imgW="0" imgH="0" progId="TCLayout.ActiveDocument.1">
                  <p:embed/>
                  <p:pic>
                    <p:nvPicPr>
                      <p:cNvPr id="4" name="Rectangle 2" hidden="1"/>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0" y="0"/>
                        <a:ext cx="161925" cy="161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McK Slide Elements"/>
          <p:cNvGrpSpPr>
            <a:grpSpLocks/>
          </p:cNvGrpSpPr>
          <p:nvPr userDrawn="1"/>
        </p:nvGrpSpPr>
        <p:grpSpPr bwMode="auto">
          <a:xfrm>
            <a:off x="125413" y="542925"/>
            <a:ext cx="8793162" cy="6288088"/>
            <a:chOff x="77" y="335"/>
            <a:chExt cx="5429" cy="3882"/>
          </a:xfrm>
        </p:grpSpPr>
        <p:sp>
          <p:nvSpPr>
            <p:cNvPr id="7" name="McK Measure" hidden="1"/>
            <p:cNvSpPr txBox="1">
              <a:spLocks noChangeArrowheads="1"/>
            </p:cNvSpPr>
            <p:nvPr userDrawn="1"/>
          </p:nvSpPr>
          <p:spPr bwMode="auto">
            <a:xfrm>
              <a:off x="77" y="335"/>
              <a:ext cx="5429" cy="152"/>
            </a:xfrm>
            <a:prstGeom prst="rect">
              <a:avLst/>
            </a:prstGeom>
            <a:noFill/>
            <a:ln>
              <a:noFill/>
            </a:ln>
          </p:spPr>
          <p:txBody>
            <a:bodyPr lIns="0" tIns="0" rIns="0" bIns="0">
              <a:spAutoFit/>
            </a:bodyPr>
            <a:lstStyle>
              <a:lvl1pPr defTabSz="893763" eaLnBrk="0" hangingPunct="0">
                <a:defRPr sz="1600">
                  <a:solidFill>
                    <a:schemeClr val="tx1"/>
                  </a:solidFill>
                  <a:latin typeface="Arial" charset="0"/>
                  <a:cs typeface="Arial" charset="0"/>
                </a:defRPr>
              </a:lvl1pPr>
              <a:lvl2pPr marL="742950" indent="-285750" defTabSz="893763" eaLnBrk="0" hangingPunct="0">
                <a:defRPr sz="1600">
                  <a:solidFill>
                    <a:schemeClr val="tx1"/>
                  </a:solidFill>
                  <a:latin typeface="Arial" charset="0"/>
                  <a:cs typeface="Arial" charset="0"/>
                </a:defRPr>
              </a:lvl2pPr>
              <a:lvl3pPr marL="1143000" indent="-228600" defTabSz="893763" eaLnBrk="0" hangingPunct="0">
                <a:defRPr sz="1600">
                  <a:solidFill>
                    <a:schemeClr val="tx1"/>
                  </a:solidFill>
                  <a:latin typeface="Arial" charset="0"/>
                  <a:cs typeface="Arial" charset="0"/>
                </a:defRPr>
              </a:lvl3pPr>
              <a:lvl4pPr marL="1600200" indent="-228600" defTabSz="893763" eaLnBrk="0" hangingPunct="0">
                <a:defRPr sz="1600">
                  <a:solidFill>
                    <a:schemeClr val="tx1"/>
                  </a:solidFill>
                  <a:latin typeface="Arial" charset="0"/>
                  <a:cs typeface="Arial" charset="0"/>
                </a:defRPr>
              </a:lvl4pPr>
              <a:lvl5pPr marL="2057400" indent="-228600" defTabSz="893763" eaLnBrk="0" hangingPunct="0">
                <a:defRPr sz="1600">
                  <a:solidFill>
                    <a:schemeClr val="tx1"/>
                  </a:solidFill>
                  <a:latin typeface="Arial" charset="0"/>
                  <a:cs typeface="Arial" charset="0"/>
                </a:defRPr>
              </a:lvl5pPr>
              <a:lvl6pPr marL="2514600" indent="-228600" defTabSz="893763" eaLnBrk="0" fontAlgn="base" hangingPunct="0">
                <a:spcBef>
                  <a:spcPct val="0"/>
                </a:spcBef>
                <a:spcAft>
                  <a:spcPct val="0"/>
                </a:spcAft>
                <a:defRPr sz="1600">
                  <a:solidFill>
                    <a:schemeClr val="tx1"/>
                  </a:solidFill>
                  <a:latin typeface="Arial" charset="0"/>
                  <a:cs typeface="Arial" charset="0"/>
                </a:defRPr>
              </a:lvl6pPr>
              <a:lvl7pPr marL="2971800" indent="-228600" defTabSz="893763" eaLnBrk="0" fontAlgn="base" hangingPunct="0">
                <a:spcBef>
                  <a:spcPct val="0"/>
                </a:spcBef>
                <a:spcAft>
                  <a:spcPct val="0"/>
                </a:spcAft>
                <a:defRPr sz="1600">
                  <a:solidFill>
                    <a:schemeClr val="tx1"/>
                  </a:solidFill>
                  <a:latin typeface="Arial" charset="0"/>
                  <a:cs typeface="Arial" charset="0"/>
                </a:defRPr>
              </a:lvl7pPr>
              <a:lvl8pPr marL="3429000" indent="-228600" defTabSz="893763" eaLnBrk="0" fontAlgn="base" hangingPunct="0">
                <a:spcBef>
                  <a:spcPct val="0"/>
                </a:spcBef>
                <a:spcAft>
                  <a:spcPct val="0"/>
                </a:spcAft>
                <a:defRPr sz="1600">
                  <a:solidFill>
                    <a:schemeClr val="tx1"/>
                  </a:solidFill>
                  <a:latin typeface="Arial" charset="0"/>
                  <a:cs typeface="Arial" charset="0"/>
                </a:defRPr>
              </a:lvl8pPr>
              <a:lvl9pPr marL="3886200" indent="-228600" defTabSz="893763" eaLnBrk="0" fontAlgn="base" hangingPunct="0">
                <a:spcBef>
                  <a:spcPct val="0"/>
                </a:spcBef>
                <a:spcAft>
                  <a:spcPct val="0"/>
                </a:spcAft>
                <a:defRPr sz="1600">
                  <a:solidFill>
                    <a:schemeClr val="tx1"/>
                  </a:solidFill>
                  <a:latin typeface="Arial" charset="0"/>
                  <a:cs typeface="Arial" charset="0"/>
                </a:defRPr>
              </a:lvl9pPr>
            </a:lstStyle>
            <a:p>
              <a:pPr eaLnBrk="1" hangingPunct="1">
                <a:defRPr/>
              </a:pPr>
              <a:r>
                <a:rPr lang="en-US">
                  <a:solidFill>
                    <a:srgbClr val="696969"/>
                  </a:solidFill>
                  <a:ea typeface="+mn-ea"/>
                </a:rPr>
                <a:t>Unit of measure</a:t>
              </a:r>
            </a:p>
          </p:txBody>
        </p:sp>
        <p:sp>
          <p:nvSpPr>
            <p:cNvPr id="8" name="McK Footnote" hidden="1"/>
            <p:cNvSpPr txBox="1">
              <a:spLocks noChangeArrowheads="1"/>
            </p:cNvSpPr>
            <p:nvPr userDrawn="1"/>
          </p:nvSpPr>
          <p:spPr bwMode="auto">
            <a:xfrm>
              <a:off x="79" y="3966"/>
              <a:ext cx="5145" cy="251"/>
            </a:xfrm>
            <a:prstGeom prst="rect">
              <a:avLst/>
            </a:prstGeom>
            <a:noFill/>
            <a:ln>
              <a:noFill/>
            </a:ln>
          </p:spPr>
          <p:txBody>
            <a:bodyPr lIns="0" tIns="0" rIns="0" bIns="0" anchor="b">
              <a:spAutoFit/>
            </a:bodyPr>
            <a:lstStyle>
              <a:lvl1pPr marL="573088" indent="-573088" defTabSz="893763" eaLnBrk="0" hangingPunct="0">
                <a:tabLst>
                  <a:tab pos="531813" algn="r"/>
                </a:tabLst>
                <a:defRPr sz="1600">
                  <a:solidFill>
                    <a:schemeClr val="tx1"/>
                  </a:solidFill>
                  <a:latin typeface="Arial" charset="0"/>
                  <a:cs typeface="Arial" charset="0"/>
                </a:defRPr>
              </a:lvl1pPr>
              <a:lvl2pPr marL="742950" indent="-285750" defTabSz="893763" eaLnBrk="0" hangingPunct="0">
                <a:tabLst>
                  <a:tab pos="531813" algn="r"/>
                </a:tabLst>
                <a:defRPr sz="1600">
                  <a:solidFill>
                    <a:schemeClr val="tx1"/>
                  </a:solidFill>
                  <a:latin typeface="Arial" charset="0"/>
                  <a:cs typeface="Arial" charset="0"/>
                </a:defRPr>
              </a:lvl2pPr>
              <a:lvl3pPr marL="1143000" indent="-228600" defTabSz="893763" eaLnBrk="0" hangingPunct="0">
                <a:tabLst>
                  <a:tab pos="531813" algn="r"/>
                </a:tabLst>
                <a:defRPr sz="1600">
                  <a:solidFill>
                    <a:schemeClr val="tx1"/>
                  </a:solidFill>
                  <a:latin typeface="Arial" charset="0"/>
                  <a:cs typeface="Arial" charset="0"/>
                </a:defRPr>
              </a:lvl3pPr>
              <a:lvl4pPr marL="1600200" indent="-228600" defTabSz="893763" eaLnBrk="0" hangingPunct="0">
                <a:tabLst>
                  <a:tab pos="531813" algn="r"/>
                </a:tabLst>
                <a:defRPr sz="1600">
                  <a:solidFill>
                    <a:schemeClr val="tx1"/>
                  </a:solidFill>
                  <a:latin typeface="Arial" charset="0"/>
                  <a:cs typeface="Arial" charset="0"/>
                </a:defRPr>
              </a:lvl4pPr>
              <a:lvl5pPr marL="2057400" indent="-228600" defTabSz="893763" eaLnBrk="0" hangingPunct="0">
                <a:tabLst>
                  <a:tab pos="531813" algn="r"/>
                </a:tabLst>
                <a:defRPr sz="1600">
                  <a:solidFill>
                    <a:schemeClr val="tx1"/>
                  </a:solidFill>
                  <a:latin typeface="Arial" charset="0"/>
                  <a:cs typeface="Arial" charset="0"/>
                </a:defRPr>
              </a:lvl5pPr>
              <a:lvl6pPr marL="2514600" indent="-228600" defTabSz="893763" eaLnBrk="0" fontAlgn="base" hangingPunct="0">
                <a:spcBef>
                  <a:spcPct val="0"/>
                </a:spcBef>
                <a:spcAft>
                  <a:spcPct val="0"/>
                </a:spcAft>
                <a:tabLst>
                  <a:tab pos="531813" algn="r"/>
                </a:tabLst>
                <a:defRPr sz="1600">
                  <a:solidFill>
                    <a:schemeClr val="tx1"/>
                  </a:solidFill>
                  <a:latin typeface="Arial" charset="0"/>
                  <a:cs typeface="Arial" charset="0"/>
                </a:defRPr>
              </a:lvl6pPr>
              <a:lvl7pPr marL="2971800" indent="-228600" defTabSz="893763" eaLnBrk="0" fontAlgn="base" hangingPunct="0">
                <a:spcBef>
                  <a:spcPct val="0"/>
                </a:spcBef>
                <a:spcAft>
                  <a:spcPct val="0"/>
                </a:spcAft>
                <a:tabLst>
                  <a:tab pos="531813" algn="r"/>
                </a:tabLst>
                <a:defRPr sz="1600">
                  <a:solidFill>
                    <a:schemeClr val="tx1"/>
                  </a:solidFill>
                  <a:latin typeface="Arial" charset="0"/>
                  <a:cs typeface="Arial" charset="0"/>
                </a:defRPr>
              </a:lvl7pPr>
              <a:lvl8pPr marL="3429000" indent="-228600" defTabSz="893763" eaLnBrk="0" fontAlgn="base" hangingPunct="0">
                <a:spcBef>
                  <a:spcPct val="0"/>
                </a:spcBef>
                <a:spcAft>
                  <a:spcPct val="0"/>
                </a:spcAft>
                <a:tabLst>
                  <a:tab pos="531813" algn="r"/>
                </a:tabLst>
                <a:defRPr sz="1600">
                  <a:solidFill>
                    <a:schemeClr val="tx1"/>
                  </a:solidFill>
                  <a:latin typeface="Arial" charset="0"/>
                  <a:cs typeface="Arial" charset="0"/>
                </a:defRPr>
              </a:lvl8pPr>
              <a:lvl9pPr marL="3886200" indent="-228600" defTabSz="893763" eaLnBrk="0" fontAlgn="base" hangingPunct="0">
                <a:spcBef>
                  <a:spcPct val="0"/>
                </a:spcBef>
                <a:spcAft>
                  <a:spcPct val="0"/>
                </a:spcAft>
                <a:tabLst>
                  <a:tab pos="531813" algn="r"/>
                </a:tabLst>
                <a:defRPr sz="1600">
                  <a:solidFill>
                    <a:schemeClr val="tx1"/>
                  </a:solidFill>
                  <a:latin typeface="Arial" charset="0"/>
                  <a:cs typeface="Arial" charset="0"/>
                </a:defRPr>
              </a:lvl9pPr>
            </a:lstStyle>
            <a:p>
              <a:pPr eaLnBrk="1" hangingPunct="1">
                <a:defRPr/>
              </a:pPr>
              <a:r>
                <a:rPr lang="en-US" sz="1200" dirty="0">
                  <a:solidFill>
                    <a:srgbClr val="000000"/>
                  </a:solidFill>
                  <a:ea typeface="+mn-ea"/>
                </a:rPr>
                <a:t>	*	Footnote</a:t>
              </a:r>
            </a:p>
            <a:p>
              <a:pPr eaLnBrk="1" hangingPunct="1">
                <a:spcBef>
                  <a:spcPct val="20000"/>
                </a:spcBef>
                <a:defRPr/>
              </a:pPr>
              <a:r>
                <a:rPr lang="en-US" sz="1200" dirty="0">
                  <a:solidFill>
                    <a:srgbClr val="000000"/>
                  </a:solidFill>
                  <a:ea typeface="+mn-ea"/>
                </a:rPr>
                <a:t>Source:		Source</a:t>
              </a:r>
            </a:p>
          </p:txBody>
        </p:sp>
      </p:grpSp>
      <p:sp>
        <p:nvSpPr>
          <p:cNvPr id="9" name="Working Draft" hidden="1"/>
          <p:cNvSpPr txBox="1">
            <a:spLocks noChangeArrowheads="1"/>
          </p:cNvSpPr>
          <p:nvPr/>
        </p:nvSpPr>
        <p:spPr bwMode="auto">
          <a:xfrm rot="5400000">
            <a:off x="8207375" y="2774950"/>
            <a:ext cx="1730375" cy="92075"/>
          </a:xfrm>
          <a:prstGeom prst="rect">
            <a:avLst/>
          </a:prstGeom>
          <a:noFill/>
          <a:ln>
            <a:noFill/>
          </a:ln>
        </p:spPr>
        <p:txBody>
          <a:bodyPr wrap="none" lIns="0" tIns="0" rIns="0" bIns="0">
            <a:spAutoFit/>
          </a:bodyPr>
          <a:lstStyle>
            <a:lvl1pPr eaLnBrk="0" hangingPunct="0">
              <a:defRPr sz="1600">
                <a:solidFill>
                  <a:schemeClr val="tx1"/>
                </a:solidFill>
                <a:latin typeface="Arial" charset="0"/>
                <a:cs typeface="Arial" charset="0"/>
              </a:defRPr>
            </a:lvl1pPr>
            <a:lvl2pPr marL="742950" indent="-285750" eaLnBrk="0" hangingPunct="0">
              <a:defRPr sz="1600">
                <a:solidFill>
                  <a:schemeClr val="tx1"/>
                </a:solidFill>
                <a:latin typeface="Arial" charset="0"/>
                <a:cs typeface="Arial" charset="0"/>
              </a:defRPr>
            </a:lvl2pPr>
            <a:lvl3pPr marL="1143000" indent="-228600" eaLnBrk="0" hangingPunct="0">
              <a:defRPr sz="1600">
                <a:solidFill>
                  <a:schemeClr val="tx1"/>
                </a:solidFill>
                <a:latin typeface="Arial" charset="0"/>
                <a:cs typeface="Arial" charset="0"/>
              </a:defRPr>
            </a:lvl3pPr>
            <a:lvl4pPr marL="1600200" indent="-228600" eaLnBrk="0" hangingPunct="0">
              <a:defRPr sz="1600">
                <a:solidFill>
                  <a:schemeClr val="tx1"/>
                </a:solidFill>
                <a:latin typeface="Arial" charset="0"/>
                <a:cs typeface="Arial" charset="0"/>
              </a:defRPr>
            </a:lvl4pPr>
            <a:lvl5pPr marL="2057400" indent="-228600" eaLnBrk="0" hangingPunct="0">
              <a:defRPr sz="1600">
                <a:solidFill>
                  <a:schemeClr val="tx1"/>
                </a:solidFill>
                <a:latin typeface="Arial" charset="0"/>
                <a:cs typeface="Arial" charset="0"/>
              </a:defRPr>
            </a:lvl5pPr>
            <a:lvl6pPr marL="2514600" indent="-228600" eaLnBrk="0" fontAlgn="base" hangingPunct="0">
              <a:spcBef>
                <a:spcPct val="0"/>
              </a:spcBef>
              <a:spcAft>
                <a:spcPct val="0"/>
              </a:spcAft>
              <a:defRPr sz="1600">
                <a:solidFill>
                  <a:schemeClr val="tx1"/>
                </a:solidFill>
                <a:latin typeface="Arial" charset="0"/>
                <a:cs typeface="Arial" charset="0"/>
              </a:defRPr>
            </a:lvl6pPr>
            <a:lvl7pPr marL="2971800" indent="-228600" eaLnBrk="0" fontAlgn="base" hangingPunct="0">
              <a:spcBef>
                <a:spcPct val="0"/>
              </a:spcBef>
              <a:spcAft>
                <a:spcPct val="0"/>
              </a:spcAft>
              <a:defRPr sz="1600">
                <a:solidFill>
                  <a:schemeClr val="tx1"/>
                </a:solidFill>
                <a:latin typeface="Arial" charset="0"/>
                <a:cs typeface="Arial" charset="0"/>
              </a:defRPr>
            </a:lvl7pPr>
            <a:lvl8pPr marL="3429000" indent="-228600" eaLnBrk="0" fontAlgn="base" hangingPunct="0">
              <a:spcBef>
                <a:spcPct val="0"/>
              </a:spcBef>
              <a:spcAft>
                <a:spcPct val="0"/>
              </a:spcAft>
              <a:defRPr sz="1600">
                <a:solidFill>
                  <a:schemeClr val="tx1"/>
                </a:solidFill>
                <a:latin typeface="Arial" charset="0"/>
                <a:cs typeface="Arial" charset="0"/>
              </a:defRPr>
            </a:lvl8pPr>
            <a:lvl9pPr marL="3886200" indent="-228600" eaLnBrk="0" fontAlgn="base" hangingPunct="0">
              <a:spcBef>
                <a:spcPct val="0"/>
              </a:spcBef>
              <a:spcAft>
                <a:spcPct val="0"/>
              </a:spcAft>
              <a:defRPr sz="1600">
                <a:solidFill>
                  <a:schemeClr val="tx1"/>
                </a:solidFill>
                <a:latin typeface="Arial" charset="0"/>
                <a:cs typeface="Arial" charset="0"/>
              </a:defRPr>
            </a:lvl9pPr>
          </a:lstStyle>
          <a:p>
            <a:pPr eaLnBrk="1" hangingPunct="1">
              <a:defRPr/>
            </a:pPr>
            <a:r>
              <a:rPr lang="en-US" sz="600" dirty="0">
                <a:solidFill>
                  <a:srgbClr val="696969"/>
                </a:solidFill>
                <a:ea typeface="+mn-ea"/>
              </a:rPr>
              <a:t>Working Draft - Last Modified 15/10/2008 14:03:05</a:t>
            </a:r>
          </a:p>
        </p:txBody>
      </p:sp>
      <p:sp>
        <p:nvSpPr>
          <p:cNvPr id="10" name="Printed" hidden="1"/>
          <p:cNvSpPr txBox="1">
            <a:spLocks noChangeArrowheads="1"/>
          </p:cNvSpPr>
          <p:nvPr/>
        </p:nvSpPr>
        <p:spPr bwMode="auto">
          <a:xfrm rot="5400000">
            <a:off x="8584407" y="4304506"/>
            <a:ext cx="976312" cy="92075"/>
          </a:xfrm>
          <a:prstGeom prst="rect">
            <a:avLst/>
          </a:prstGeom>
          <a:noFill/>
          <a:ln>
            <a:noFill/>
          </a:ln>
        </p:spPr>
        <p:txBody>
          <a:bodyPr wrap="none" lIns="0" tIns="0" rIns="0" bIns="0">
            <a:spAutoFit/>
          </a:bodyPr>
          <a:lstStyle>
            <a:lvl1pPr eaLnBrk="0" hangingPunct="0">
              <a:defRPr sz="1600">
                <a:solidFill>
                  <a:schemeClr val="tx1"/>
                </a:solidFill>
                <a:latin typeface="Arial" charset="0"/>
                <a:cs typeface="Arial" charset="0"/>
              </a:defRPr>
            </a:lvl1pPr>
            <a:lvl2pPr marL="742950" indent="-285750" eaLnBrk="0" hangingPunct="0">
              <a:defRPr sz="1600">
                <a:solidFill>
                  <a:schemeClr val="tx1"/>
                </a:solidFill>
                <a:latin typeface="Arial" charset="0"/>
                <a:cs typeface="Arial" charset="0"/>
              </a:defRPr>
            </a:lvl2pPr>
            <a:lvl3pPr marL="1143000" indent="-228600" eaLnBrk="0" hangingPunct="0">
              <a:defRPr sz="1600">
                <a:solidFill>
                  <a:schemeClr val="tx1"/>
                </a:solidFill>
                <a:latin typeface="Arial" charset="0"/>
                <a:cs typeface="Arial" charset="0"/>
              </a:defRPr>
            </a:lvl3pPr>
            <a:lvl4pPr marL="1600200" indent="-228600" eaLnBrk="0" hangingPunct="0">
              <a:defRPr sz="1600">
                <a:solidFill>
                  <a:schemeClr val="tx1"/>
                </a:solidFill>
                <a:latin typeface="Arial" charset="0"/>
                <a:cs typeface="Arial" charset="0"/>
              </a:defRPr>
            </a:lvl4pPr>
            <a:lvl5pPr marL="2057400" indent="-228600" eaLnBrk="0" hangingPunct="0">
              <a:defRPr sz="1600">
                <a:solidFill>
                  <a:schemeClr val="tx1"/>
                </a:solidFill>
                <a:latin typeface="Arial" charset="0"/>
                <a:cs typeface="Arial" charset="0"/>
              </a:defRPr>
            </a:lvl5pPr>
            <a:lvl6pPr marL="2514600" indent="-228600" eaLnBrk="0" fontAlgn="base" hangingPunct="0">
              <a:spcBef>
                <a:spcPct val="0"/>
              </a:spcBef>
              <a:spcAft>
                <a:spcPct val="0"/>
              </a:spcAft>
              <a:defRPr sz="1600">
                <a:solidFill>
                  <a:schemeClr val="tx1"/>
                </a:solidFill>
                <a:latin typeface="Arial" charset="0"/>
                <a:cs typeface="Arial" charset="0"/>
              </a:defRPr>
            </a:lvl6pPr>
            <a:lvl7pPr marL="2971800" indent="-228600" eaLnBrk="0" fontAlgn="base" hangingPunct="0">
              <a:spcBef>
                <a:spcPct val="0"/>
              </a:spcBef>
              <a:spcAft>
                <a:spcPct val="0"/>
              </a:spcAft>
              <a:defRPr sz="1600">
                <a:solidFill>
                  <a:schemeClr val="tx1"/>
                </a:solidFill>
                <a:latin typeface="Arial" charset="0"/>
                <a:cs typeface="Arial" charset="0"/>
              </a:defRPr>
            </a:lvl7pPr>
            <a:lvl8pPr marL="3429000" indent="-228600" eaLnBrk="0" fontAlgn="base" hangingPunct="0">
              <a:spcBef>
                <a:spcPct val="0"/>
              </a:spcBef>
              <a:spcAft>
                <a:spcPct val="0"/>
              </a:spcAft>
              <a:defRPr sz="1600">
                <a:solidFill>
                  <a:schemeClr val="tx1"/>
                </a:solidFill>
                <a:latin typeface="Arial" charset="0"/>
                <a:cs typeface="Arial" charset="0"/>
              </a:defRPr>
            </a:lvl8pPr>
            <a:lvl9pPr marL="3886200" indent="-228600" eaLnBrk="0" fontAlgn="base" hangingPunct="0">
              <a:spcBef>
                <a:spcPct val="0"/>
              </a:spcBef>
              <a:spcAft>
                <a:spcPct val="0"/>
              </a:spcAft>
              <a:defRPr sz="1600">
                <a:solidFill>
                  <a:schemeClr val="tx1"/>
                </a:solidFill>
                <a:latin typeface="Arial" charset="0"/>
                <a:cs typeface="Arial" charset="0"/>
              </a:defRPr>
            </a:lvl9pPr>
          </a:lstStyle>
          <a:p>
            <a:pPr eaLnBrk="1" hangingPunct="1">
              <a:defRPr/>
            </a:pPr>
            <a:r>
              <a:rPr lang="en-US" sz="600" dirty="0">
                <a:solidFill>
                  <a:srgbClr val="696969"/>
                </a:solidFill>
                <a:ea typeface="+mn-ea"/>
              </a:rPr>
              <a:t>Printed 15/01/2008 18:43:32</a:t>
            </a:r>
          </a:p>
        </p:txBody>
      </p:sp>
      <p:pic>
        <p:nvPicPr>
          <p:cNvPr id="11" name="Picture 11" descr="Arcelor Mittal logo"/>
          <p:cNvPicPr>
            <a:picLocks noChangeAspect="1" noChangeArrowheads="1"/>
          </p:cNvPicPr>
          <p:nvPr userDrawn="1"/>
        </p:nvPicPr>
        <p:blipFill>
          <a:blip r:embed="rId4" cstate="email">
            <a:clrChange>
              <a:clrFrom>
                <a:srgbClr val="FEFEFE"/>
              </a:clrFrom>
              <a:clrTo>
                <a:srgbClr val="FEFEFE">
                  <a:alpha val="0"/>
                </a:srgbClr>
              </a:clrTo>
            </a:clrChange>
          </a:blip>
          <a:srcRect/>
          <a:stretch>
            <a:fillRect/>
          </a:stretch>
        </p:blipFill>
        <p:spPr bwMode="auto">
          <a:xfrm>
            <a:off x="7613650" y="173038"/>
            <a:ext cx="1530350" cy="725487"/>
          </a:xfrm>
          <a:prstGeom prst="rect">
            <a:avLst/>
          </a:prstGeom>
          <a:noFill/>
          <a:ln w="9525">
            <a:noFill/>
            <a:miter lim="800000"/>
            <a:headEnd/>
            <a:tailEnd/>
          </a:ln>
        </p:spPr>
      </p:pic>
      <p:sp>
        <p:nvSpPr>
          <p:cNvPr id="3" name="Inhaltsplatzhalter 2"/>
          <p:cNvSpPr>
            <a:spLocks noGrp="1"/>
          </p:cNvSpPr>
          <p:nvPr>
            <p:ph idx="1"/>
          </p:nvPr>
        </p:nvSpPr>
        <p:spPr>
          <a:xfrm>
            <a:off x="252000" y="972000"/>
            <a:ext cx="8460000" cy="738664"/>
          </a:xfrm>
        </p:spPr>
        <p:txBody>
          <a:bodyPr/>
          <a:lstStyle/>
          <a:p>
            <a:pPr lvl="0"/>
            <a:r>
              <a:rPr lang="en-US" dirty="0"/>
              <a:t>Click to edit Master text styles</a:t>
            </a:r>
          </a:p>
          <a:p>
            <a:pPr lvl="1"/>
            <a:r>
              <a:rPr lang="en-US" dirty="0"/>
              <a:t>Second level</a:t>
            </a:r>
          </a:p>
          <a:p>
            <a:pPr lvl="2"/>
            <a:r>
              <a:rPr lang="en-US" dirty="0"/>
              <a:t>Third level</a:t>
            </a:r>
          </a:p>
        </p:txBody>
      </p:sp>
      <p:sp>
        <p:nvSpPr>
          <p:cNvPr id="5" name="Title 4"/>
          <p:cNvSpPr>
            <a:spLocks noGrp="1" noChangeArrowheads="1"/>
          </p:cNvSpPr>
          <p:nvPr>
            <p:ph type="title"/>
          </p:nvPr>
        </p:nvSpPr>
        <p:spPr bwMode="auto">
          <a:xfrm>
            <a:off x="118800" y="230402"/>
            <a:ext cx="6840000" cy="292388"/>
          </a:xfrm>
          <a:prstGeom prst="rect">
            <a:avLst/>
          </a:prstGeom>
          <a:noFill/>
          <a:ln w="9525">
            <a:noFill/>
            <a:miter lim="800000"/>
            <a:headEnd/>
            <a:tailEnd/>
          </a:ln>
        </p:spPr>
        <p:txBody>
          <a:bodyPr/>
          <a:lstStyle/>
          <a:p>
            <a:pPr lvl="0"/>
            <a:r>
              <a:rPr lang="en-US"/>
              <a:t>Click to edit Master title style</a:t>
            </a:r>
          </a:p>
        </p:txBody>
      </p:sp>
      <p:sp>
        <p:nvSpPr>
          <p:cNvPr id="12" name="pg num"/>
          <p:cNvSpPr>
            <a:spLocks noGrp="1" noChangeArrowheads="1"/>
          </p:cNvSpPr>
          <p:nvPr>
            <p:ph type="sldNum" sz="quarter" idx="10"/>
          </p:nvPr>
        </p:nvSpPr>
        <p:spPr/>
        <p:txBody>
          <a:bodyPr/>
          <a:lstStyle>
            <a:lvl1pPr eaLnBrk="0" hangingPunct="0">
              <a:defRPr>
                <a:ea typeface="MS PGothic" pitchFamily="34" charset="-128"/>
              </a:defRPr>
            </a:lvl1pPr>
          </a:lstStyle>
          <a:p>
            <a:pPr>
              <a:defRPr/>
            </a:pPr>
            <a:fld id="{34785976-8931-412B-9E20-1D61D6C5B8B7}" type="slidenum">
              <a:rPr lang="en-US"/>
              <a:pPr>
                <a:defRPr/>
              </a:pPr>
              <a:t>‹nr.›</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userDrawn="1">
  <p:cSld name="14_Title and Content">
    <p:spTree>
      <p:nvGrpSpPr>
        <p:cNvPr id="1" name=""/>
        <p:cNvGrpSpPr/>
        <p:nvPr/>
      </p:nvGrpSpPr>
      <p:grpSpPr>
        <a:xfrm>
          <a:off x="0" y="0"/>
          <a:ext cx="0" cy="0"/>
          <a:chOff x="0" y="0"/>
          <a:chExt cx="0" cy="0"/>
        </a:xfrm>
      </p:grpSpPr>
      <p:graphicFrame>
        <p:nvGraphicFramePr>
          <p:cNvPr id="4" name="Rectangle 2" hidden="1"/>
          <p:cNvGraphicFramePr>
            <a:graphicFrameLocks/>
          </p:cNvGraphicFramePr>
          <p:nvPr>
            <p:custDataLst>
              <p:tags r:id="rId1"/>
            </p:custDataLst>
          </p:nvPr>
        </p:nvGraphicFramePr>
        <p:xfrm>
          <a:off x="0" y="0"/>
          <a:ext cx="161925" cy="161925"/>
        </p:xfrm>
        <a:graphic>
          <a:graphicData uri="http://schemas.openxmlformats.org/presentationml/2006/ole">
            <mc:AlternateContent xmlns:mc="http://schemas.openxmlformats.org/markup-compatibility/2006">
              <mc:Choice xmlns:v="urn:schemas-microsoft-com:vml" Requires="v">
                <p:oleObj name="think-cell Slide" r:id="rId3" imgW="0" imgH="0" progId="TCLayout.ActiveDocument.1">
                  <p:embed/>
                </p:oleObj>
              </mc:Choice>
              <mc:Fallback>
                <p:oleObj name="think-cell Slide" r:id="rId3" imgW="0" imgH="0" progId="TCLayout.ActiveDocument.1">
                  <p:embed/>
                  <p:pic>
                    <p:nvPicPr>
                      <p:cNvPr id="4" name="Rectangle 2" hidden="1"/>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0" y="0"/>
                        <a:ext cx="161925" cy="161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McK Slide Elements"/>
          <p:cNvGrpSpPr>
            <a:grpSpLocks/>
          </p:cNvGrpSpPr>
          <p:nvPr userDrawn="1"/>
        </p:nvGrpSpPr>
        <p:grpSpPr bwMode="auto">
          <a:xfrm>
            <a:off x="125413" y="542925"/>
            <a:ext cx="8793162" cy="6288088"/>
            <a:chOff x="77" y="335"/>
            <a:chExt cx="5429" cy="3882"/>
          </a:xfrm>
        </p:grpSpPr>
        <p:sp>
          <p:nvSpPr>
            <p:cNvPr id="7" name="McK Measure" hidden="1"/>
            <p:cNvSpPr txBox="1">
              <a:spLocks noChangeArrowheads="1"/>
            </p:cNvSpPr>
            <p:nvPr userDrawn="1"/>
          </p:nvSpPr>
          <p:spPr bwMode="auto">
            <a:xfrm>
              <a:off x="77" y="335"/>
              <a:ext cx="5429" cy="152"/>
            </a:xfrm>
            <a:prstGeom prst="rect">
              <a:avLst/>
            </a:prstGeom>
            <a:noFill/>
            <a:ln>
              <a:noFill/>
            </a:ln>
          </p:spPr>
          <p:txBody>
            <a:bodyPr lIns="0" tIns="0" rIns="0" bIns="0">
              <a:spAutoFit/>
            </a:bodyPr>
            <a:lstStyle>
              <a:lvl1pPr defTabSz="893763" eaLnBrk="0" hangingPunct="0">
                <a:defRPr sz="1600">
                  <a:solidFill>
                    <a:schemeClr val="tx1"/>
                  </a:solidFill>
                  <a:latin typeface="Arial" charset="0"/>
                  <a:cs typeface="Arial" charset="0"/>
                </a:defRPr>
              </a:lvl1pPr>
              <a:lvl2pPr marL="742950" indent="-285750" defTabSz="893763" eaLnBrk="0" hangingPunct="0">
                <a:defRPr sz="1600">
                  <a:solidFill>
                    <a:schemeClr val="tx1"/>
                  </a:solidFill>
                  <a:latin typeface="Arial" charset="0"/>
                  <a:cs typeface="Arial" charset="0"/>
                </a:defRPr>
              </a:lvl2pPr>
              <a:lvl3pPr marL="1143000" indent="-228600" defTabSz="893763" eaLnBrk="0" hangingPunct="0">
                <a:defRPr sz="1600">
                  <a:solidFill>
                    <a:schemeClr val="tx1"/>
                  </a:solidFill>
                  <a:latin typeface="Arial" charset="0"/>
                  <a:cs typeface="Arial" charset="0"/>
                </a:defRPr>
              </a:lvl3pPr>
              <a:lvl4pPr marL="1600200" indent="-228600" defTabSz="893763" eaLnBrk="0" hangingPunct="0">
                <a:defRPr sz="1600">
                  <a:solidFill>
                    <a:schemeClr val="tx1"/>
                  </a:solidFill>
                  <a:latin typeface="Arial" charset="0"/>
                  <a:cs typeface="Arial" charset="0"/>
                </a:defRPr>
              </a:lvl4pPr>
              <a:lvl5pPr marL="2057400" indent="-228600" defTabSz="893763" eaLnBrk="0" hangingPunct="0">
                <a:defRPr sz="1600">
                  <a:solidFill>
                    <a:schemeClr val="tx1"/>
                  </a:solidFill>
                  <a:latin typeface="Arial" charset="0"/>
                  <a:cs typeface="Arial" charset="0"/>
                </a:defRPr>
              </a:lvl5pPr>
              <a:lvl6pPr marL="2514600" indent="-228600" defTabSz="893763" eaLnBrk="0" fontAlgn="base" hangingPunct="0">
                <a:spcBef>
                  <a:spcPct val="0"/>
                </a:spcBef>
                <a:spcAft>
                  <a:spcPct val="0"/>
                </a:spcAft>
                <a:defRPr sz="1600">
                  <a:solidFill>
                    <a:schemeClr val="tx1"/>
                  </a:solidFill>
                  <a:latin typeface="Arial" charset="0"/>
                  <a:cs typeface="Arial" charset="0"/>
                </a:defRPr>
              </a:lvl6pPr>
              <a:lvl7pPr marL="2971800" indent="-228600" defTabSz="893763" eaLnBrk="0" fontAlgn="base" hangingPunct="0">
                <a:spcBef>
                  <a:spcPct val="0"/>
                </a:spcBef>
                <a:spcAft>
                  <a:spcPct val="0"/>
                </a:spcAft>
                <a:defRPr sz="1600">
                  <a:solidFill>
                    <a:schemeClr val="tx1"/>
                  </a:solidFill>
                  <a:latin typeface="Arial" charset="0"/>
                  <a:cs typeface="Arial" charset="0"/>
                </a:defRPr>
              </a:lvl7pPr>
              <a:lvl8pPr marL="3429000" indent="-228600" defTabSz="893763" eaLnBrk="0" fontAlgn="base" hangingPunct="0">
                <a:spcBef>
                  <a:spcPct val="0"/>
                </a:spcBef>
                <a:spcAft>
                  <a:spcPct val="0"/>
                </a:spcAft>
                <a:defRPr sz="1600">
                  <a:solidFill>
                    <a:schemeClr val="tx1"/>
                  </a:solidFill>
                  <a:latin typeface="Arial" charset="0"/>
                  <a:cs typeface="Arial" charset="0"/>
                </a:defRPr>
              </a:lvl8pPr>
              <a:lvl9pPr marL="3886200" indent="-228600" defTabSz="893763" eaLnBrk="0" fontAlgn="base" hangingPunct="0">
                <a:spcBef>
                  <a:spcPct val="0"/>
                </a:spcBef>
                <a:spcAft>
                  <a:spcPct val="0"/>
                </a:spcAft>
                <a:defRPr sz="1600">
                  <a:solidFill>
                    <a:schemeClr val="tx1"/>
                  </a:solidFill>
                  <a:latin typeface="Arial" charset="0"/>
                  <a:cs typeface="Arial" charset="0"/>
                </a:defRPr>
              </a:lvl9pPr>
            </a:lstStyle>
            <a:p>
              <a:pPr eaLnBrk="1" hangingPunct="1">
                <a:defRPr/>
              </a:pPr>
              <a:r>
                <a:rPr lang="en-US">
                  <a:solidFill>
                    <a:srgbClr val="696969"/>
                  </a:solidFill>
                  <a:ea typeface="+mn-ea"/>
                </a:rPr>
                <a:t>Unit of measure</a:t>
              </a:r>
            </a:p>
          </p:txBody>
        </p:sp>
        <p:sp>
          <p:nvSpPr>
            <p:cNvPr id="8" name="McK Footnote" hidden="1"/>
            <p:cNvSpPr txBox="1">
              <a:spLocks noChangeArrowheads="1"/>
            </p:cNvSpPr>
            <p:nvPr userDrawn="1"/>
          </p:nvSpPr>
          <p:spPr bwMode="auto">
            <a:xfrm>
              <a:off x="79" y="3966"/>
              <a:ext cx="5145" cy="251"/>
            </a:xfrm>
            <a:prstGeom prst="rect">
              <a:avLst/>
            </a:prstGeom>
            <a:noFill/>
            <a:ln>
              <a:noFill/>
            </a:ln>
          </p:spPr>
          <p:txBody>
            <a:bodyPr lIns="0" tIns="0" rIns="0" bIns="0" anchor="b">
              <a:spAutoFit/>
            </a:bodyPr>
            <a:lstStyle>
              <a:lvl1pPr marL="573088" indent="-573088" defTabSz="893763" eaLnBrk="0" hangingPunct="0">
                <a:tabLst>
                  <a:tab pos="531813" algn="r"/>
                </a:tabLst>
                <a:defRPr sz="1600">
                  <a:solidFill>
                    <a:schemeClr val="tx1"/>
                  </a:solidFill>
                  <a:latin typeface="Arial" charset="0"/>
                  <a:cs typeface="Arial" charset="0"/>
                </a:defRPr>
              </a:lvl1pPr>
              <a:lvl2pPr marL="742950" indent="-285750" defTabSz="893763" eaLnBrk="0" hangingPunct="0">
                <a:tabLst>
                  <a:tab pos="531813" algn="r"/>
                </a:tabLst>
                <a:defRPr sz="1600">
                  <a:solidFill>
                    <a:schemeClr val="tx1"/>
                  </a:solidFill>
                  <a:latin typeface="Arial" charset="0"/>
                  <a:cs typeface="Arial" charset="0"/>
                </a:defRPr>
              </a:lvl2pPr>
              <a:lvl3pPr marL="1143000" indent="-228600" defTabSz="893763" eaLnBrk="0" hangingPunct="0">
                <a:tabLst>
                  <a:tab pos="531813" algn="r"/>
                </a:tabLst>
                <a:defRPr sz="1600">
                  <a:solidFill>
                    <a:schemeClr val="tx1"/>
                  </a:solidFill>
                  <a:latin typeface="Arial" charset="0"/>
                  <a:cs typeface="Arial" charset="0"/>
                </a:defRPr>
              </a:lvl3pPr>
              <a:lvl4pPr marL="1600200" indent="-228600" defTabSz="893763" eaLnBrk="0" hangingPunct="0">
                <a:tabLst>
                  <a:tab pos="531813" algn="r"/>
                </a:tabLst>
                <a:defRPr sz="1600">
                  <a:solidFill>
                    <a:schemeClr val="tx1"/>
                  </a:solidFill>
                  <a:latin typeface="Arial" charset="0"/>
                  <a:cs typeface="Arial" charset="0"/>
                </a:defRPr>
              </a:lvl4pPr>
              <a:lvl5pPr marL="2057400" indent="-228600" defTabSz="893763" eaLnBrk="0" hangingPunct="0">
                <a:tabLst>
                  <a:tab pos="531813" algn="r"/>
                </a:tabLst>
                <a:defRPr sz="1600">
                  <a:solidFill>
                    <a:schemeClr val="tx1"/>
                  </a:solidFill>
                  <a:latin typeface="Arial" charset="0"/>
                  <a:cs typeface="Arial" charset="0"/>
                </a:defRPr>
              </a:lvl5pPr>
              <a:lvl6pPr marL="2514600" indent="-228600" defTabSz="893763" eaLnBrk="0" fontAlgn="base" hangingPunct="0">
                <a:spcBef>
                  <a:spcPct val="0"/>
                </a:spcBef>
                <a:spcAft>
                  <a:spcPct val="0"/>
                </a:spcAft>
                <a:tabLst>
                  <a:tab pos="531813" algn="r"/>
                </a:tabLst>
                <a:defRPr sz="1600">
                  <a:solidFill>
                    <a:schemeClr val="tx1"/>
                  </a:solidFill>
                  <a:latin typeface="Arial" charset="0"/>
                  <a:cs typeface="Arial" charset="0"/>
                </a:defRPr>
              </a:lvl6pPr>
              <a:lvl7pPr marL="2971800" indent="-228600" defTabSz="893763" eaLnBrk="0" fontAlgn="base" hangingPunct="0">
                <a:spcBef>
                  <a:spcPct val="0"/>
                </a:spcBef>
                <a:spcAft>
                  <a:spcPct val="0"/>
                </a:spcAft>
                <a:tabLst>
                  <a:tab pos="531813" algn="r"/>
                </a:tabLst>
                <a:defRPr sz="1600">
                  <a:solidFill>
                    <a:schemeClr val="tx1"/>
                  </a:solidFill>
                  <a:latin typeface="Arial" charset="0"/>
                  <a:cs typeface="Arial" charset="0"/>
                </a:defRPr>
              </a:lvl7pPr>
              <a:lvl8pPr marL="3429000" indent="-228600" defTabSz="893763" eaLnBrk="0" fontAlgn="base" hangingPunct="0">
                <a:spcBef>
                  <a:spcPct val="0"/>
                </a:spcBef>
                <a:spcAft>
                  <a:spcPct val="0"/>
                </a:spcAft>
                <a:tabLst>
                  <a:tab pos="531813" algn="r"/>
                </a:tabLst>
                <a:defRPr sz="1600">
                  <a:solidFill>
                    <a:schemeClr val="tx1"/>
                  </a:solidFill>
                  <a:latin typeface="Arial" charset="0"/>
                  <a:cs typeface="Arial" charset="0"/>
                </a:defRPr>
              </a:lvl8pPr>
              <a:lvl9pPr marL="3886200" indent="-228600" defTabSz="893763" eaLnBrk="0" fontAlgn="base" hangingPunct="0">
                <a:spcBef>
                  <a:spcPct val="0"/>
                </a:spcBef>
                <a:spcAft>
                  <a:spcPct val="0"/>
                </a:spcAft>
                <a:tabLst>
                  <a:tab pos="531813" algn="r"/>
                </a:tabLst>
                <a:defRPr sz="1600">
                  <a:solidFill>
                    <a:schemeClr val="tx1"/>
                  </a:solidFill>
                  <a:latin typeface="Arial" charset="0"/>
                  <a:cs typeface="Arial" charset="0"/>
                </a:defRPr>
              </a:lvl9pPr>
            </a:lstStyle>
            <a:p>
              <a:pPr eaLnBrk="1" hangingPunct="1">
                <a:defRPr/>
              </a:pPr>
              <a:r>
                <a:rPr lang="en-US" sz="1200" dirty="0">
                  <a:solidFill>
                    <a:srgbClr val="000000"/>
                  </a:solidFill>
                  <a:ea typeface="+mn-ea"/>
                </a:rPr>
                <a:t>	*	Footnote</a:t>
              </a:r>
            </a:p>
            <a:p>
              <a:pPr eaLnBrk="1" hangingPunct="1">
                <a:spcBef>
                  <a:spcPct val="20000"/>
                </a:spcBef>
                <a:defRPr/>
              </a:pPr>
              <a:r>
                <a:rPr lang="en-US" sz="1200" dirty="0">
                  <a:solidFill>
                    <a:srgbClr val="000000"/>
                  </a:solidFill>
                  <a:ea typeface="+mn-ea"/>
                </a:rPr>
                <a:t>Source:		Source</a:t>
              </a:r>
            </a:p>
          </p:txBody>
        </p:sp>
      </p:grpSp>
      <p:sp>
        <p:nvSpPr>
          <p:cNvPr id="9" name="Working Draft" hidden="1"/>
          <p:cNvSpPr txBox="1">
            <a:spLocks noChangeArrowheads="1"/>
          </p:cNvSpPr>
          <p:nvPr/>
        </p:nvSpPr>
        <p:spPr bwMode="auto">
          <a:xfrm rot="5400000">
            <a:off x="8207375" y="2774950"/>
            <a:ext cx="1730375" cy="92075"/>
          </a:xfrm>
          <a:prstGeom prst="rect">
            <a:avLst/>
          </a:prstGeom>
          <a:noFill/>
          <a:ln>
            <a:noFill/>
          </a:ln>
        </p:spPr>
        <p:txBody>
          <a:bodyPr wrap="none" lIns="0" tIns="0" rIns="0" bIns="0">
            <a:spAutoFit/>
          </a:bodyPr>
          <a:lstStyle>
            <a:lvl1pPr eaLnBrk="0" hangingPunct="0">
              <a:defRPr sz="1600">
                <a:solidFill>
                  <a:schemeClr val="tx1"/>
                </a:solidFill>
                <a:latin typeface="Arial" charset="0"/>
                <a:cs typeface="Arial" charset="0"/>
              </a:defRPr>
            </a:lvl1pPr>
            <a:lvl2pPr marL="742950" indent="-285750" eaLnBrk="0" hangingPunct="0">
              <a:defRPr sz="1600">
                <a:solidFill>
                  <a:schemeClr val="tx1"/>
                </a:solidFill>
                <a:latin typeface="Arial" charset="0"/>
                <a:cs typeface="Arial" charset="0"/>
              </a:defRPr>
            </a:lvl2pPr>
            <a:lvl3pPr marL="1143000" indent="-228600" eaLnBrk="0" hangingPunct="0">
              <a:defRPr sz="1600">
                <a:solidFill>
                  <a:schemeClr val="tx1"/>
                </a:solidFill>
                <a:latin typeface="Arial" charset="0"/>
                <a:cs typeface="Arial" charset="0"/>
              </a:defRPr>
            </a:lvl3pPr>
            <a:lvl4pPr marL="1600200" indent="-228600" eaLnBrk="0" hangingPunct="0">
              <a:defRPr sz="1600">
                <a:solidFill>
                  <a:schemeClr val="tx1"/>
                </a:solidFill>
                <a:latin typeface="Arial" charset="0"/>
                <a:cs typeface="Arial" charset="0"/>
              </a:defRPr>
            </a:lvl4pPr>
            <a:lvl5pPr marL="2057400" indent="-228600" eaLnBrk="0" hangingPunct="0">
              <a:defRPr sz="1600">
                <a:solidFill>
                  <a:schemeClr val="tx1"/>
                </a:solidFill>
                <a:latin typeface="Arial" charset="0"/>
                <a:cs typeface="Arial" charset="0"/>
              </a:defRPr>
            </a:lvl5pPr>
            <a:lvl6pPr marL="2514600" indent="-228600" eaLnBrk="0" fontAlgn="base" hangingPunct="0">
              <a:spcBef>
                <a:spcPct val="0"/>
              </a:spcBef>
              <a:spcAft>
                <a:spcPct val="0"/>
              </a:spcAft>
              <a:defRPr sz="1600">
                <a:solidFill>
                  <a:schemeClr val="tx1"/>
                </a:solidFill>
                <a:latin typeface="Arial" charset="0"/>
                <a:cs typeface="Arial" charset="0"/>
              </a:defRPr>
            </a:lvl6pPr>
            <a:lvl7pPr marL="2971800" indent="-228600" eaLnBrk="0" fontAlgn="base" hangingPunct="0">
              <a:spcBef>
                <a:spcPct val="0"/>
              </a:spcBef>
              <a:spcAft>
                <a:spcPct val="0"/>
              </a:spcAft>
              <a:defRPr sz="1600">
                <a:solidFill>
                  <a:schemeClr val="tx1"/>
                </a:solidFill>
                <a:latin typeface="Arial" charset="0"/>
                <a:cs typeface="Arial" charset="0"/>
              </a:defRPr>
            </a:lvl7pPr>
            <a:lvl8pPr marL="3429000" indent="-228600" eaLnBrk="0" fontAlgn="base" hangingPunct="0">
              <a:spcBef>
                <a:spcPct val="0"/>
              </a:spcBef>
              <a:spcAft>
                <a:spcPct val="0"/>
              </a:spcAft>
              <a:defRPr sz="1600">
                <a:solidFill>
                  <a:schemeClr val="tx1"/>
                </a:solidFill>
                <a:latin typeface="Arial" charset="0"/>
                <a:cs typeface="Arial" charset="0"/>
              </a:defRPr>
            </a:lvl8pPr>
            <a:lvl9pPr marL="3886200" indent="-228600" eaLnBrk="0" fontAlgn="base" hangingPunct="0">
              <a:spcBef>
                <a:spcPct val="0"/>
              </a:spcBef>
              <a:spcAft>
                <a:spcPct val="0"/>
              </a:spcAft>
              <a:defRPr sz="1600">
                <a:solidFill>
                  <a:schemeClr val="tx1"/>
                </a:solidFill>
                <a:latin typeface="Arial" charset="0"/>
                <a:cs typeface="Arial" charset="0"/>
              </a:defRPr>
            </a:lvl9pPr>
          </a:lstStyle>
          <a:p>
            <a:pPr eaLnBrk="1" hangingPunct="1">
              <a:defRPr/>
            </a:pPr>
            <a:r>
              <a:rPr lang="en-US" sz="600" dirty="0">
                <a:solidFill>
                  <a:srgbClr val="696969"/>
                </a:solidFill>
                <a:ea typeface="+mn-ea"/>
              </a:rPr>
              <a:t>Working Draft - Last Modified 15/10/2008 14:03:05</a:t>
            </a:r>
          </a:p>
        </p:txBody>
      </p:sp>
      <p:sp>
        <p:nvSpPr>
          <p:cNvPr id="10" name="Printed" hidden="1"/>
          <p:cNvSpPr txBox="1">
            <a:spLocks noChangeArrowheads="1"/>
          </p:cNvSpPr>
          <p:nvPr/>
        </p:nvSpPr>
        <p:spPr bwMode="auto">
          <a:xfrm rot="5400000">
            <a:off x="8584407" y="4304506"/>
            <a:ext cx="976312" cy="92075"/>
          </a:xfrm>
          <a:prstGeom prst="rect">
            <a:avLst/>
          </a:prstGeom>
          <a:noFill/>
          <a:ln>
            <a:noFill/>
          </a:ln>
        </p:spPr>
        <p:txBody>
          <a:bodyPr wrap="none" lIns="0" tIns="0" rIns="0" bIns="0">
            <a:spAutoFit/>
          </a:bodyPr>
          <a:lstStyle>
            <a:lvl1pPr eaLnBrk="0" hangingPunct="0">
              <a:defRPr sz="1600">
                <a:solidFill>
                  <a:schemeClr val="tx1"/>
                </a:solidFill>
                <a:latin typeface="Arial" charset="0"/>
                <a:cs typeface="Arial" charset="0"/>
              </a:defRPr>
            </a:lvl1pPr>
            <a:lvl2pPr marL="742950" indent="-285750" eaLnBrk="0" hangingPunct="0">
              <a:defRPr sz="1600">
                <a:solidFill>
                  <a:schemeClr val="tx1"/>
                </a:solidFill>
                <a:latin typeface="Arial" charset="0"/>
                <a:cs typeface="Arial" charset="0"/>
              </a:defRPr>
            </a:lvl2pPr>
            <a:lvl3pPr marL="1143000" indent="-228600" eaLnBrk="0" hangingPunct="0">
              <a:defRPr sz="1600">
                <a:solidFill>
                  <a:schemeClr val="tx1"/>
                </a:solidFill>
                <a:latin typeface="Arial" charset="0"/>
                <a:cs typeface="Arial" charset="0"/>
              </a:defRPr>
            </a:lvl3pPr>
            <a:lvl4pPr marL="1600200" indent="-228600" eaLnBrk="0" hangingPunct="0">
              <a:defRPr sz="1600">
                <a:solidFill>
                  <a:schemeClr val="tx1"/>
                </a:solidFill>
                <a:latin typeface="Arial" charset="0"/>
                <a:cs typeface="Arial" charset="0"/>
              </a:defRPr>
            </a:lvl4pPr>
            <a:lvl5pPr marL="2057400" indent="-228600" eaLnBrk="0" hangingPunct="0">
              <a:defRPr sz="1600">
                <a:solidFill>
                  <a:schemeClr val="tx1"/>
                </a:solidFill>
                <a:latin typeface="Arial" charset="0"/>
                <a:cs typeface="Arial" charset="0"/>
              </a:defRPr>
            </a:lvl5pPr>
            <a:lvl6pPr marL="2514600" indent="-228600" eaLnBrk="0" fontAlgn="base" hangingPunct="0">
              <a:spcBef>
                <a:spcPct val="0"/>
              </a:spcBef>
              <a:spcAft>
                <a:spcPct val="0"/>
              </a:spcAft>
              <a:defRPr sz="1600">
                <a:solidFill>
                  <a:schemeClr val="tx1"/>
                </a:solidFill>
                <a:latin typeface="Arial" charset="0"/>
                <a:cs typeface="Arial" charset="0"/>
              </a:defRPr>
            </a:lvl6pPr>
            <a:lvl7pPr marL="2971800" indent="-228600" eaLnBrk="0" fontAlgn="base" hangingPunct="0">
              <a:spcBef>
                <a:spcPct val="0"/>
              </a:spcBef>
              <a:spcAft>
                <a:spcPct val="0"/>
              </a:spcAft>
              <a:defRPr sz="1600">
                <a:solidFill>
                  <a:schemeClr val="tx1"/>
                </a:solidFill>
                <a:latin typeface="Arial" charset="0"/>
                <a:cs typeface="Arial" charset="0"/>
              </a:defRPr>
            </a:lvl7pPr>
            <a:lvl8pPr marL="3429000" indent="-228600" eaLnBrk="0" fontAlgn="base" hangingPunct="0">
              <a:spcBef>
                <a:spcPct val="0"/>
              </a:spcBef>
              <a:spcAft>
                <a:spcPct val="0"/>
              </a:spcAft>
              <a:defRPr sz="1600">
                <a:solidFill>
                  <a:schemeClr val="tx1"/>
                </a:solidFill>
                <a:latin typeface="Arial" charset="0"/>
                <a:cs typeface="Arial" charset="0"/>
              </a:defRPr>
            </a:lvl8pPr>
            <a:lvl9pPr marL="3886200" indent="-228600" eaLnBrk="0" fontAlgn="base" hangingPunct="0">
              <a:spcBef>
                <a:spcPct val="0"/>
              </a:spcBef>
              <a:spcAft>
                <a:spcPct val="0"/>
              </a:spcAft>
              <a:defRPr sz="1600">
                <a:solidFill>
                  <a:schemeClr val="tx1"/>
                </a:solidFill>
                <a:latin typeface="Arial" charset="0"/>
                <a:cs typeface="Arial" charset="0"/>
              </a:defRPr>
            </a:lvl9pPr>
          </a:lstStyle>
          <a:p>
            <a:pPr eaLnBrk="1" hangingPunct="1">
              <a:defRPr/>
            </a:pPr>
            <a:r>
              <a:rPr lang="en-US" sz="600" dirty="0">
                <a:solidFill>
                  <a:srgbClr val="696969"/>
                </a:solidFill>
                <a:ea typeface="+mn-ea"/>
              </a:rPr>
              <a:t>Printed 15/01/2008 18:43:32</a:t>
            </a:r>
          </a:p>
        </p:txBody>
      </p:sp>
      <p:pic>
        <p:nvPicPr>
          <p:cNvPr id="11" name="Picture 11" descr="Arcelor Mittal logo"/>
          <p:cNvPicPr>
            <a:picLocks noChangeAspect="1" noChangeArrowheads="1"/>
          </p:cNvPicPr>
          <p:nvPr userDrawn="1"/>
        </p:nvPicPr>
        <p:blipFill>
          <a:blip r:embed="rId4" cstate="email">
            <a:clrChange>
              <a:clrFrom>
                <a:srgbClr val="FEFEFE"/>
              </a:clrFrom>
              <a:clrTo>
                <a:srgbClr val="FEFEFE">
                  <a:alpha val="0"/>
                </a:srgbClr>
              </a:clrTo>
            </a:clrChange>
          </a:blip>
          <a:srcRect/>
          <a:stretch>
            <a:fillRect/>
          </a:stretch>
        </p:blipFill>
        <p:spPr bwMode="auto">
          <a:xfrm>
            <a:off x="7613650" y="173038"/>
            <a:ext cx="1530350" cy="725487"/>
          </a:xfrm>
          <a:prstGeom prst="rect">
            <a:avLst/>
          </a:prstGeom>
          <a:noFill/>
          <a:ln w="9525">
            <a:noFill/>
            <a:miter lim="800000"/>
            <a:headEnd/>
            <a:tailEnd/>
          </a:ln>
        </p:spPr>
      </p:pic>
      <p:sp>
        <p:nvSpPr>
          <p:cNvPr id="3" name="Inhaltsplatzhalter 2"/>
          <p:cNvSpPr>
            <a:spLocks noGrp="1"/>
          </p:cNvSpPr>
          <p:nvPr>
            <p:ph idx="1"/>
          </p:nvPr>
        </p:nvSpPr>
        <p:spPr>
          <a:xfrm>
            <a:off x="252000" y="972000"/>
            <a:ext cx="8460000" cy="738664"/>
          </a:xfrm>
        </p:spPr>
        <p:txBody>
          <a:bodyPr/>
          <a:lstStyle/>
          <a:p>
            <a:pPr lvl="0"/>
            <a:r>
              <a:rPr lang="en-US" dirty="0"/>
              <a:t>Click to edit Master text styles</a:t>
            </a:r>
          </a:p>
          <a:p>
            <a:pPr lvl="1"/>
            <a:r>
              <a:rPr lang="en-US" dirty="0"/>
              <a:t>Second level</a:t>
            </a:r>
          </a:p>
          <a:p>
            <a:pPr lvl="2"/>
            <a:r>
              <a:rPr lang="en-US" dirty="0"/>
              <a:t>Third level</a:t>
            </a:r>
          </a:p>
        </p:txBody>
      </p:sp>
      <p:sp>
        <p:nvSpPr>
          <p:cNvPr id="5" name="Title 4"/>
          <p:cNvSpPr>
            <a:spLocks noGrp="1" noChangeArrowheads="1"/>
          </p:cNvSpPr>
          <p:nvPr>
            <p:ph type="title"/>
          </p:nvPr>
        </p:nvSpPr>
        <p:spPr bwMode="auto">
          <a:xfrm>
            <a:off x="118800" y="230402"/>
            <a:ext cx="6840000" cy="292388"/>
          </a:xfrm>
          <a:prstGeom prst="rect">
            <a:avLst/>
          </a:prstGeom>
          <a:noFill/>
          <a:ln w="9525">
            <a:noFill/>
            <a:miter lim="800000"/>
            <a:headEnd/>
            <a:tailEnd/>
          </a:ln>
        </p:spPr>
        <p:txBody>
          <a:bodyPr/>
          <a:lstStyle/>
          <a:p>
            <a:pPr lvl="0"/>
            <a:r>
              <a:rPr lang="en-US"/>
              <a:t>Click to edit Master title style</a:t>
            </a:r>
          </a:p>
        </p:txBody>
      </p:sp>
      <p:sp>
        <p:nvSpPr>
          <p:cNvPr id="12" name="pg num"/>
          <p:cNvSpPr>
            <a:spLocks noGrp="1" noChangeArrowheads="1"/>
          </p:cNvSpPr>
          <p:nvPr>
            <p:ph type="sldNum" sz="quarter" idx="10"/>
          </p:nvPr>
        </p:nvSpPr>
        <p:spPr/>
        <p:txBody>
          <a:bodyPr/>
          <a:lstStyle>
            <a:lvl1pPr eaLnBrk="0" hangingPunct="0">
              <a:defRPr>
                <a:ea typeface="MS PGothic" pitchFamily="34" charset="-128"/>
              </a:defRPr>
            </a:lvl1pPr>
          </a:lstStyle>
          <a:p>
            <a:pPr>
              <a:defRPr/>
            </a:pPr>
            <a:fld id="{34785976-8931-412B-9E20-1D61D6C5B8B7}" type="slidenum">
              <a:rPr lang="en-US"/>
              <a:pPr>
                <a:defRPr/>
              </a:pPr>
              <a:t>‹nr.›</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oleObject" Target="../embeddings/oleObject1.bin"/><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2.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DA7DC710-732A-7A25-F970-E8ADE540475B}"/>
              </a:ext>
            </a:extLst>
          </p:cNvPr>
          <p:cNvGraphicFramePr>
            <a:graphicFrameLocks noChangeAspect="1"/>
          </p:cNvGraphicFramePr>
          <p:nvPr userDrawn="1">
            <p:custDataLst>
              <p:tags r:id="rId23"/>
            </p:custDataLst>
            <p:extLst>
              <p:ext uri="{D42A27DB-BD31-4B8C-83A1-F6EECF244321}">
                <p14:modId xmlns:p14="http://schemas.microsoft.com/office/powerpoint/2010/main" val="2855115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4" imgW="473" imgH="476" progId="TCLayout.ActiveDocument.1">
                  <p:embed/>
                </p:oleObj>
              </mc:Choice>
              <mc:Fallback>
                <p:oleObj name="think-cell Slide" r:id="rId24" imgW="473" imgH="476" progId="TCLayout.ActiveDocument.1">
                  <p:embed/>
                  <p:pic>
                    <p:nvPicPr>
                      <p:cNvPr id="3" name="think-cell data - do not delete" hidden="1">
                        <a:extLst>
                          <a:ext uri="{FF2B5EF4-FFF2-40B4-BE49-F238E27FC236}">
                            <a16:creationId xmlns:a16="http://schemas.microsoft.com/office/drawing/2014/main" id="{DA7DC710-732A-7A25-F970-E8ADE540475B}"/>
                          </a:ext>
                        </a:extLst>
                      </p:cNvPr>
                      <p:cNvPicPr/>
                      <p:nvPr/>
                    </p:nvPicPr>
                    <p:blipFill>
                      <a:blip r:embed="rId25"/>
                      <a:stretch>
                        <a:fillRect/>
                      </a:stretch>
                    </p:blipFill>
                    <p:spPr>
                      <a:xfrm>
                        <a:off x="1588" y="1588"/>
                        <a:ext cx="1588" cy="1588"/>
                      </a:xfrm>
                      <a:prstGeom prst="rect">
                        <a:avLst/>
                      </a:prstGeom>
                    </p:spPr>
                  </p:pic>
                </p:oleObj>
              </mc:Fallback>
            </mc:AlternateContent>
          </a:graphicData>
        </a:graphic>
      </p:graphicFrame>
      <p:sp>
        <p:nvSpPr>
          <p:cNvPr id="3075" name="Rectangle 2"/>
          <p:cNvSpPr>
            <a:spLocks noGrp="1" noChangeArrowheads="1"/>
          </p:cNvSpPr>
          <p:nvPr>
            <p:ph type="title"/>
          </p:nvPr>
        </p:nvSpPr>
        <p:spPr bwMode="auto">
          <a:xfrm>
            <a:off x="438150" y="549275"/>
            <a:ext cx="8234363" cy="792163"/>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p>
            <a:pPr lvl="0"/>
            <a:r>
              <a:rPr lang="nl-NL"/>
              <a:t>Klik om de stijl te bewerken</a:t>
            </a:r>
            <a:endParaRPr lang="en-US"/>
          </a:p>
        </p:txBody>
      </p:sp>
      <p:sp>
        <p:nvSpPr>
          <p:cNvPr id="3076" name="Rectangle 3"/>
          <p:cNvSpPr>
            <a:spLocks noGrp="1" noChangeArrowheads="1"/>
          </p:cNvSpPr>
          <p:nvPr>
            <p:ph type="body" idx="1"/>
          </p:nvPr>
        </p:nvSpPr>
        <p:spPr bwMode="auto">
          <a:xfrm>
            <a:off x="439738" y="1960563"/>
            <a:ext cx="8235950" cy="411480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1028" name="Rectangle 4"/>
          <p:cNvSpPr>
            <a:spLocks noGrp="1" noChangeArrowheads="1"/>
          </p:cNvSpPr>
          <p:nvPr>
            <p:ph type="dt" sz="half" idx="2"/>
          </p:nvPr>
        </p:nvSpPr>
        <p:spPr bwMode="auto">
          <a:xfrm>
            <a:off x="438150" y="6324600"/>
            <a:ext cx="2901950" cy="271463"/>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gn="l">
              <a:defRPr sz="1100" smtClean="0">
                <a:solidFill>
                  <a:srgbClr val="000000"/>
                </a:solidFill>
              </a:defRPr>
            </a:lvl1pPr>
          </a:lstStyle>
          <a:p>
            <a:pPr>
              <a:defRPr/>
            </a:pPr>
            <a:r>
              <a:rPr lang="en-US"/>
              <a:t>Copyright © ArcelorMittal </a:t>
            </a:r>
            <a:fld id="{5C547D04-7963-4E16-9826-28BF3BE1F418}" type="datetime1">
              <a:rPr lang="en-US" smtClean="0"/>
              <a:pPr>
                <a:defRPr/>
              </a:pPr>
              <a:t>5/20/2026</a:t>
            </a:fld>
            <a:endParaRPr lang="en-US"/>
          </a:p>
        </p:txBody>
      </p:sp>
      <p:sp>
        <p:nvSpPr>
          <p:cNvPr id="1029" name="Rectangle 5"/>
          <p:cNvSpPr>
            <a:spLocks noGrp="1" noChangeArrowheads="1"/>
          </p:cNvSpPr>
          <p:nvPr>
            <p:ph type="ftr" sz="quarter" idx="3"/>
          </p:nvPr>
        </p:nvSpPr>
        <p:spPr bwMode="auto">
          <a:xfrm>
            <a:off x="4575175" y="6324600"/>
            <a:ext cx="2200275" cy="26987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gn="l">
              <a:defRPr sz="1100" smtClean="0">
                <a:solidFill>
                  <a:srgbClr val="000000"/>
                </a:solidFill>
              </a:defRPr>
            </a:lvl1pPr>
          </a:lstStyle>
          <a:p>
            <a:pPr>
              <a:defRPr/>
            </a:pPr>
            <a:endParaRPr lang="en-US"/>
          </a:p>
        </p:txBody>
      </p:sp>
      <p:sp>
        <p:nvSpPr>
          <p:cNvPr id="1030" name="Rectangle 6"/>
          <p:cNvSpPr>
            <a:spLocks noGrp="1" noChangeArrowheads="1"/>
          </p:cNvSpPr>
          <p:nvPr>
            <p:ph type="sldNum" sz="quarter" idx="4"/>
          </p:nvPr>
        </p:nvSpPr>
        <p:spPr bwMode="auto">
          <a:xfrm>
            <a:off x="7159625" y="6324600"/>
            <a:ext cx="1198563" cy="26987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gn="r">
              <a:defRPr sz="1100" smtClean="0">
                <a:solidFill>
                  <a:srgbClr val="000000"/>
                </a:solidFill>
              </a:defRPr>
            </a:lvl1pPr>
          </a:lstStyle>
          <a:p>
            <a:pPr>
              <a:defRPr/>
            </a:pPr>
            <a:fld id="{CE99E6D3-1200-47F2-A7EA-8F3AFD689CA8}" type="slidenum">
              <a:rPr lang="en-US"/>
              <a:pPr>
                <a:defRPr/>
              </a:pPr>
              <a:t>‹nr.›</a:t>
            </a:fld>
            <a:endParaRPr lang="en-US"/>
          </a:p>
        </p:txBody>
      </p:sp>
    </p:spTree>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4" r:id="rId12"/>
    <p:sldLayoutId id="2147483686" r:id="rId13"/>
    <p:sldLayoutId id="2147483687" r:id="rId14"/>
    <p:sldLayoutId id="2147483688" r:id="rId15"/>
    <p:sldLayoutId id="2147483691" r:id="rId16"/>
    <p:sldLayoutId id="2147483701" r:id="rId17"/>
    <p:sldLayoutId id="2147483702" r:id="rId18"/>
    <p:sldLayoutId id="2147483703" r:id="rId19"/>
    <p:sldLayoutId id="2147483704" r:id="rId20"/>
    <p:sldLayoutId id="2147483705" r:id="rId21"/>
  </p:sldLayoutIdLst>
  <p:hf hdr="0" ftr="0" dt="0"/>
  <p:txStyles>
    <p:titleStyle>
      <a:lvl1pPr algn="l" rtl="0" eaLnBrk="1" fontAlgn="base" hangingPunct="1">
        <a:spcBef>
          <a:spcPct val="0"/>
        </a:spcBef>
        <a:spcAft>
          <a:spcPct val="0"/>
        </a:spcAft>
        <a:defRPr sz="3000">
          <a:solidFill>
            <a:schemeClr val="tx2"/>
          </a:solidFill>
          <a:latin typeface="+mj-lt"/>
          <a:ea typeface="+mj-ea"/>
          <a:cs typeface="+mj-cs"/>
        </a:defRPr>
      </a:lvl1pPr>
      <a:lvl2pPr algn="l" rtl="0" eaLnBrk="1" fontAlgn="base" hangingPunct="1">
        <a:spcBef>
          <a:spcPct val="0"/>
        </a:spcBef>
        <a:spcAft>
          <a:spcPct val="0"/>
        </a:spcAft>
        <a:defRPr sz="3000">
          <a:solidFill>
            <a:schemeClr val="tx2"/>
          </a:solidFill>
          <a:latin typeface="Arial" charset="0"/>
          <a:ea typeface="MS PGothic" pitchFamily="34" charset="-128"/>
        </a:defRPr>
      </a:lvl2pPr>
      <a:lvl3pPr algn="l" rtl="0" eaLnBrk="1" fontAlgn="base" hangingPunct="1">
        <a:spcBef>
          <a:spcPct val="0"/>
        </a:spcBef>
        <a:spcAft>
          <a:spcPct val="0"/>
        </a:spcAft>
        <a:defRPr sz="3000">
          <a:solidFill>
            <a:schemeClr val="tx2"/>
          </a:solidFill>
          <a:latin typeface="Arial" charset="0"/>
          <a:ea typeface="MS PGothic" pitchFamily="34" charset="-128"/>
        </a:defRPr>
      </a:lvl3pPr>
      <a:lvl4pPr algn="l" rtl="0" eaLnBrk="1" fontAlgn="base" hangingPunct="1">
        <a:spcBef>
          <a:spcPct val="0"/>
        </a:spcBef>
        <a:spcAft>
          <a:spcPct val="0"/>
        </a:spcAft>
        <a:defRPr sz="3000">
          <a:solidFill>
            <a:schemeClr val="tx2"/>
          </a:solidFill>
          <a:latin typeface="Arial" charset="0"/>
          <a:ea typeface="MS PGothic" pitchFamily="34" charset="-128"/>
        </a:defRPr>
      </a:lvl4pPr>
      <a:lvl5pPr algn="l" rtl="0" eaLnBrk="1" fontAlgn="base" hangingPunct="1">
        <a:spcBef>
          <a:spcPct val="0"/>
        </a:spcBef>
        <a:spcAft>
          <a:spcPct val="0"/>
        </a:spcAft>
        <a:defRPr sz="3000">
          <a:solidFill>
            <a:schemeClr val="tx2"/>
          </a:solidFill>
          <a:latin typeface="Arial" charset="0"/>
          <a:ea typeface="MS PGothic" pitchFamily="34" charset="-128"/>
        </a:defRPr>
      </a:lvl5pPr>
      <a:lvl6pPr marL="457200" algn="l" rtl="0" eaLnBrk="1" fontAlgn="base" hangingPunct="1">
        <a:spcBef>
          <a:spcPct val="0"/>
        </a:spcBef>
        <a:spcAft>
          <a:spcPct val="0"/>
        </a:spcAft>
        <a:defRPr sz="3000">
          <a:solidFill>
            <a:schemeClr val="tx2"/>
          </a:solidFill>
          <a:latin typeface="Arial" charset="0"/>
          <a:ea typeface="MS PGothic" pitchFamily="34" charset="-128"/>
        </a:defRPr>
      </a:lvl6pPr>
      <a:lvl7pPr marL="914400" algn="l" rtl="0" eaLnBrk="1" fontAlgn="base" hangingPunct="1">
        <a:spcBef>
          <a:spcPct val="0"/>
        </a:spcBef>
        <a:spcAft>
          <a:spcPct val="0"/>
        </a:spcAft>
        <a:defRPr sz="3000">
          <a:solidFill>
            <a:schemeClr val="tx2"/>
          </a:solidFill>
          <a:latin typeface="Arial" charset="0"/>
          <a:ea typeface="MS PGothic" pitchFamily="34" charset="-128"/>
        </a:defRPr>
      </a:lvl7pPr>
      <a:lvl8pPr marL="1371600" algn="l" rtl="0" eaLnBrk="1" fontAlgn="base" hangingPunct="1">
        <a:spcBef>
          <a:spcPct val="0"/>
        </a:spcBef>
        <a:spcAft>
          <a:spcPct val="0"/>
        </a:spcAft>
        <a:defRPr sz="3000">
          <a:solidFill>
            <a:schemeClr val="tx2"/>
          </a:solidFill>
          <a:latin typeface="Arial" charset="0"/>
          <a:ea typeface="MS PGothic" pitchFamily="34" charset="-128"/>
        </a:defRPr>
      </a:lvl8pPr>
      <a:lvl9pPr marL="1828800" algn="l" rtl="0" eaLnBrk="1" fontAlgn="base" hangingPunct="1">
        <a:spcBef>
          <a:spcPct val="0"/>
        </a:spcBef>
        <a:spcAft>
          <a:spcPct val="0"/>
        </a:spcAft>
        <a:defRPr sz="3000">
          <a:solidFill>
            <a:schemeClr val="tx2"/>
          </a:solidFill>
          <a:latin typeface="Arial" charset="0"/>
          <a:ea typeface="MS PGothic" pitchFamily="34" charset="-128"/>
        </a:defRPr>
      </a:lvl9pPr>
    </p:titleStyle>
    <p:bodyStyle>
      <a:lvl1pPr marL="247650" indent="-247650" algn="l" rtl="0" eaLnBrk="1" fontAlgn="base" hangingPunct="1">
        <a:spcBef>
          <a:spcPct val="20000"/>
        </a:spcBef>
        <a:spcAft>
          <a:spcPct val="0"/>
        </a:spcAft>
        <a:buClr>
          <a:schemeClr val="tx2"/>
        </a:buClr>
        <a:buChar char="•"/>
        <a:defRPr sz="2200">
          <a:solidFill>
            <a:schemeClr val="tx1"/>
          </a:solidFill>
          <a:latin typeface="+mn-lt"/>
          <a:ea typeface="+mn-ea"/>
          <a:cs typeface="+mn-cs"/>
        </a:defRPr>
      </a:lvl1pPr>
      <a:lvl2pPr marL="542925" indent="-293688" algn="l" rtl="0" eaLnBrk="1" fontAlgn="base" hangingPunct="1">
        <a:spcBef>
          <a:spcPct val="20000"/>
        </a:spcBef>
        <a:spcAft>
          <a:spcPct val="0"/>
        </a:spcAft>
        <a:buClr>
          <a:schemeClr val="tx2"/>
        </a:buClr>
        <a:buChar char="–"/>
        <a:defRPr sz="2200">
          <a:solidFill>
            <a:schemeClr val="tx1"/>
          </a:solidFill>
          <a:latin typeface="+mn-lt"/>
          <a:ea typeface="+mn-ea"/>
        </a:defRPr>
      </a:lvl2pPr>
      <a:lvl3pPr marL="809625" indent="-265113" algn="l" rtl="0" eaLnBrk="1" fontAlgn="base" hangingPunct="1">
        <a:spcBef>
          <a:spcPct val="20000"/>
        </a:spcBef>
        <a:spcAft>
          <a:spcPct val="0"/>
        </a:spcAft>
        <a:buClr>
          <a:schemeClr val="tx2"/>
        </a:buClr>
        <a:buChar char="•"/>
        <a:defRPr>
          <a:solidFill>
            <a:schemeClr val="tx1"/>
          </a:solidFill>
          <a:latin typeface="+mn-lt"/>
          <a:ea typeface="+mn-ea"/>
        </a:defRPr>
      </a:lvl3pPr>
      <a:lvl4pPr marL="1081088" indent="-269875" algn="l" rtl="0" eaLnBrk="1" fontAlgn="base" hangingPunct="1">
        <a:spcBef>
          <a:spcPct val="20000"/>
        </a:spcBef>
        <a:spcAft>
          <a:spcPct val="0"/>
        </a:spcAft>
        <a:buClr>
          <a:schemeClr val="tx2"/>
        </a:buClr>
        <a:buChar char="–"/>
        <a:defRPr>
          <a:solidFill>
            <a:schemeClr val="tx1"/>
          </a:solidFill>
          <a:latin typeface="+mn-lt"/>
          <a:ea typeface="+mn-ea"/>
        </a:defRPr>
      </a:lvl4pPr>
      <a:lvl5pPr marL="1352550" indent="-269875" algn="l" rtl="0" eaLnBrk="1" fontAlgn="base" hangingPunct="1">
        <a:spcBef>
          <a:spcPct val="20000"/>
        </a:spcBef>
        <a:spcAft>
          <a:spcPct val="0"/>
        </a:spcAft>
        <a:buClr>
          <a:schemeClr val="tx2"/>
        </a:buClr>
        <a:buChar char="»"/>
        <a:defRPr>
          <a:solidFill>
            <a:schemeClr val="tx1"/>
          </a:solidFill>
          <a:latin typeface="+mn-lt"/>
          <a:ea typeface="+mn-ea"/>
        </a:defRPr>
      </a:lvl5pPr>
      <a:lvl6pPr marL="1809750" indent="-269875" algn="l" rtl="0" eaLnBrk="1" fontAlgn="base" hangingPunct="1">
        <a:spcBef>
          <a:spcPct val="20000"/>
        </a:spcBef>
        <a:spcAft>
          <a:spcPct val="0"/>
        </a:spcAft>
        <a:buClr>
          <a:schemeClr val="tx2"/>
        </a:buClr>
        <a:buChar char="»"/>
        <a:defRPr>
          <a:solidFill>
            <a:schemeClr val="tx1"/>
          </a:solidFill>
          <a:latin typeface="+mn-lt"/>
          <a:ea typeface="+mn-ea"/>
        </a:defRPr>
      </a:lvl6pPr>
      <a:lvl7pPr marL="2266950" indent="-269875" algn="l" rtl="0" eaLnBrk="1" fontAlgn="base" hangingPunct="1">
        <a:spcBef>
          <a:spcPct val="20000"/>
        </a:spcBef>
        <a:spcAft>
          <a:spcPct val="0"/>
        </a:spcAft>
        <a:buClr>
          <a:schemeClr val="tx2"/>
        </a:buClr>
        <a:buChar char="»"/>
        <a:defRPr>
          <a:solidFill>
            <a:schemeClr val="tx1"/>
          </a:solidFill>
          <a:latin typeface="+mn-lt"/>
          <a:ea typeface="+mn-ea"/>
        </a:defRPr>
      </a:lvl7pPr>
      <a:lvl8pPr marL="2724150" indent="-269875" algn="l" rtl="0" eaLnBrk="1" fontAlgn="base" hangingPunct="1">
        <a:spcBef>
          <a:spcPct val="20000"/>
        </a:spcBef>
        <a:spcAft>
          <a:spcPct val="0"/>
        </a:spcAft>
        <a:buClr>
          <a:schemeClr val="tx2"/>
        </a:buClr>
        <a:buChar char="»"/>
        <a:defRPr>
          <a:solidFill>
            <a:schemeClr val="tx1"/>
          </a:solidFill>
          <a:latin typeface="+mn-lt"/>
          <a:ea typeface="+mn-ea"/>
        </a:defRPr>
      </a:lvl8pPr>
      <a:lvl9pPr marL="3181350" indent="-269875" algn="l" rtl="0" eaLnBrk="1" fontAlgn="base" hangingPunct="1">
        <a:spcBef>
          <a:spcPct val="20000"/>
        </a:spcBef>
        <a:spcAft>
          <a:spcPct val="0"/>
        </a:spcAft>
        <a:buClr>
          <a:schemeClr val="tx2"/>
        </a:buClr>
        <a:buChar char="»"/>
        <a:defRPr>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7" Type="http://schemas.openxmlformats.org/officeDocument/2006/relationships/image" Target="../media/image6.jpeg"/><Relationship Id="rId2" Type="http://schemas.openxmlformats.org/officeDocument/2006/relationships/slideLayout" Target="../slideLayouts/slideLayout1.xml"/><Relationship Id="rId1" Type="http://schemas.openxmlformats.org/officeDocument/2006/relationships/tags" Target="../tags/tag9.xml"/><Relationship Id="rId6" Type="http://schemas.openxmlformats.org/officeDocument/2006/relationships/image" Target="../media/image5.jpeg"/><Relationship Id="rId5" Type="http://schemas.openxmlformats.org/officeDocument/2006/relationships/image" Target="../media/image1.emf"/><Relationship Id="rId4" Type="http://schemas.openxmlformats.org/officeDocument/2006/relationships/oleObject" Target="../embeddings/oleObject8.bin"/></Relationships>
</file>

<file path=ppt/slides/_rels/slide2.xml.rels><?xml version="1.0" encoding="UTF-8" standalone="yes"?>
<Relationships xmlns="http://schemas.openxmlformats.org/package/2006/relationships"><Relationship Id="rId3" Type="http://schemas.openxmlformats.org/officeDocument/2006/relationships/hyperlink" Target="http://www.arcelormittal.com/gent"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www.youtube.com/watch?v=kLviIvK-yVA"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en.wikipedia.org/wiki/Sample_size_determination"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12"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3.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hyperlink" Target="https://www.youtube.com/watch?v=6YDHBFVIvIs"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8.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58.png"/><Relationship Id="rId5" Type="http://schemas.openxmlformats.org/officeDocument/2006/relationships/image" Target="../media/image27.png"/><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32.wmf"/></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2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38.png"/></Relationships>
</file>

<file path=ppt/slides/_rels/slide27.xml.rels><?xml version="1.0" encoding="UTF-8" standalone="yes"?>
<Relationships xmlns="http://schemas.openxmlformats.org/package/2006/relationships"><Relationship Id="rId8" Type="http://schemas.openxmlformats.org/officeDocument/2006/relationships/image" Target="../media/image42.jpeg"/><Relationship Id="rId3" Type="http://schemas.openxmlformats.org/officeDocument/2006/relationships/tags" Target="../tags/tag12.xml"/><Relationship Id="rId7" Type="http://schemas.openxmlformats.org/officeDocument/2006/relationships/image" Target="../media/image41.png"/><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image" Target="../media/image40.png"/><Relationship Id="rId5" Type="http://schemas.openxmlformats.org/officeDocument/2006/relationships/notesSlide" Target="../notesSlides/notesSlide23.xml"/><Relationship Id="rId4"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notesSlide" Target="../notesSlides/notesSlide26.xml"/><Relationship Id="rId1" Type="http://schemas.openxmlformats.org/officeDocument/2006/relationships/slideLayout" Target="../slideLayouts/slideLayout12.xml"/><Relationship Id="rId6" Type="http://schemas.openxmlformats.org/officeDocument/2006/relationships/image" Target="../media/image44.wmf"/><Relationship Id="rId5" Type="http://schemas.openxmlformats.org/officeDocument/2006/relationships/oleObject" Target="../embeddings/oleObject11.bin"/><Relationship Id="rId4" Type="http://schemas.openxmlformats.org/officeDocument/2006/relationships/image" Target="../media/image43.wmf"/></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tags" Target="../tags/tag15.xml"/><Relationship Id="rId7" Type="http://schemas.openxmlformats.org/officeDocument/2006/relationships/notesSlide" Target="../notesSlides/notesSlide28.xml"/><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slideLayout" Target="../slideLayouts/slideLayout6.xml"/><Relationship Id="rId5" Type="http://schemas.openxmlformats.org/officeDocument/2006/relationships/tags" Target="../tags/tag17.xml"/><Relationship Id="rId4" Type="http://schemas.openxmlformats.org/officeDocument/2006/relationships/tags" Target="../tags/tag16.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tags" Target="../tags/tag18.xml"/><Relationship Id="rId5" Type="http://schemas.openxmlformats.org/officeDocument/2006/relationships/image" Target="../media/image1.emf"/><Relationship Id="rId4" Type="http://schemas.openxmlformats.org/officeDocument/2006/relationships/oleObject" Target="../embeddings/oleObject12.bin"/></Relationships>
</file>

<file path=ppt/slides/_rels/slide34.xml.rels><?xml version="1.0" encoding="UTF-8" standalone="yes"?>
<Relationships xmlns="http://schemas.openxmlformats.org/package/2006/relationships"><Relationship Id="rId8" Type="http://schemas.openxmlformats.org/officeDocument/2006/relationships/image" Target="../media/image47.jpeg"/><Relationship Id="rId3" Type="http://schemas.openxmlformats.org/officeDocument/2006/relationships/slideLayout" Target="../slideLayouts/slideLayout16.xml"/><Relationship Id="rId7" Type="http://schemas.openxmlformats.org/officeDocument/2006/relationships/image" Target="../media/image46.png"/><Relationship Id="rId12" Type="http://schemas.openxmlformats.org/officeDocument/2006/relationships/image" Target="../media/image51.jpeg"/><Relationship Id="rId2" Type="http://schemas.openxmlformats.org/officeDocument/2006/relationships/tags" Target="../tags/tag20.xml"/><Relationship Id="rId1" Type="http://schemas.openxmlformats.org/officeDocument/2006/relationships/tags" Target="../tags/tag19.xml"/><Relationship Id="rId6" Type="http://schemas.openxmlformats.org/officeDocument/2006/relationships/image" Target="../media/image45.wmf"/><Relationship Id="rId11" Type="http://schemas.openxmlformats.org/officeDocument/2006/relationships/image" Target="../media/image50.jpeg"/><Relationship Id="rId5" Type="http://schemas.openxmlformats.org/officeDocument/2006/relationships/oleObject" Target="../embeddings/oleObject13.bin"/><Relationship Id="rId10" Type="http://schemas.openxmlformats.org/officeDocument/2006/relationships/image" Target="../media/image49.png"/><Relationship Id="rId4" Type="http://schemas.openxmlformats.org/officeDocument/2006/relationships/notesSlide" Target="../notesSlides/notesSlide30.xml"/><Relationship Id="rId9" Type="http://schemas.openxmlformats.org/officeDocument/2006/relationships/image" Target="../media/image48.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1.xml"/><Relationship Id="rId7" Type="http://schemas.openxmlformats.org/officeDocument/2006/relationships/image" Target="../media/image49.png"/><Relationship Id="rId2" Type="http://schemas.openxmlformats.org/officeDocument/2006/relationships/slideLayout" Target="../slideLayouts/slideLayout16.xml"/><Relationship Id="rId1" Type="http://schemas.openxmlformats.org/officeDocument/2006/relationships/tags" Target="../tags/tag21.xml"/><Relationship Id="rId6" Type="http://schemas.openxmlformats.org/officeDocument/2006/relationships/image" Target="../media/image53.png"/><Relationship Id="rId5" Type="http://schemas.openxmlformats.org/officeDocument/2006/relationships/image" Target="../media/image52.wmf"/><Relationship Id="rId4" Type="http://schemas.openxmlformats.org/officeDocument/2006/relationships/oleObject" Target="../embeddings/oleObject14.bin"/></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7.xml"/><Relationship Id="rId1" Type="http://schemas.openxmlformats.org/officeDocument/2006/relationships/tags" Target="../tags/tag22.xml"/><Relationship Id="rId5" Type="http://schemas.openxmlformats.org/officeDocument/2006/relationships/image" Target="../media/image54.wmf"/><Relationship Id="rId4" Type="http://schemas.openxmlformats.org/officeDocument/2006/relationships/oleObject" Target="../embeddings/oleObject15.bin"/></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6.xml"/><Relationship Id="rId1" Type="http://schemas.openxmlformats.org/officeDocument/2006/relationships/tags" Target="../tags/tag23.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6.xml"/><Relationship Id="rId1" Type="http://schemas.openxmlformats.org/officeDocument/2006/relationships/tags" Target="../tags/tag24.xml"/><Relationship Id="rId4" Type="http://schemas.openxmlformats.org/officeDocument/2006/relationships/image" Target="../media/image55.jpe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9.xml"/><Relationship Id="rId1" Type="http://schemas.openxmlformats.org/officeDocument/2006/relationships/tags" Target="../tags/tag25.xml"/></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image" Target="../media/image56.emf"/><Relationship Id="rId5" Type="http://schemas.openxmlformats.org/officeDocument/2006/relationships/oleObject" Target="../embeddings/oleObject16.bin"/><Relationship Id="rId4" Type="http://schemas.openxmlformats.org/officeDocument/2006/relationships/notesSlide" Target="../notesSlides/notesSlide39.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6.xml"/><Relationship Id="rId1" Type="http://schemas.openxmlformats.org/officeDocument/2006/relationships/tags" Target="../tags/tag28.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1.xml"/><Relationship Id="rId1" Type="http://schemas.openxmlformats.org/officeDocument/2006/relationships/tags" Target="../tags/tag29.xml"/><Relationship Id="rId4" Type="http://schemas.openxmlformats.org/officeDocument/2006/relationships/image" Target="../media/image57.jpe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3" Type="http://schemas.openxmlformats.org/officeDocument/2006/relationships/hyperlink" Target="http://www.veltion.be/" TargetMode="External"/><Relationship Id="rId2" Type="http://schemas.openxmlformats.org/officeDocument/2006/relationships/notesSlide" Target="../notesSlides/notesSlide52.xml"/><Relationship Id="rId1" Type="http://schemas.openxmlformats.org/officeDocument/2006/relationships/slideLayout" Target="../slideLayouts/slideLayout6.xml"/><Relationship Id="rId5" Type="http://schemas.openxmlformats.org/officeDocument/2006/relationships/image" Target="../media/image67.png"/><Relationship Id="rId4" Type="http://schemas.openxmlformats.org/officeDocument/2006/relationships/image" Target="../media/image66.png"/></Relationships>
</file>

<file path=ppt/slides/_rels/slide58.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54.xml"/><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71.png"/><Relationship Id="rId2" Type="http://schemas.openxmlformats.org/officeDocument/2006/relationships/tags" Target="../tags/tag31.xml"/><Relationship Id="rId1" Type="http://schemas.openxmlformats.org/officeDocument/2006/relationships/tags" Target="../tags/tag30.xml"/><Relationship Id="rId6" Type="http://schemas.openxmlformats.org/officeDocument/2006/relationships/image" Target="../media/image70.emf"/><Relationship Id="rId5" Type="http://schemas.openxmlformats.org/officeDocument/2006/relationships/oleObject" Target="../embeddings/oleObject17.bin"/><Relationship Id="rId4" Type="http://schemas.openxmlformats.org/officeDocument/2006/relationships/notesSlide" Target="../notesSlides/notesSlide55.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2.xml"/><Relationship Id="rId1" Type="http://schemas.openxmlformats.org/officeDocument/2006/relationships/tags" Target="../tags/tag32.xml"/></Relationships>
</file>

<file path=ppt/slides/_rels/slide63.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notesSlide" Target="../notesSlides/notesSlide58.xml"/><Relationship Id="rId1" Type="http://schemas.openxmlformats.org/officeDocument/2006/relationships/slideLayout" Target="../slideLayouts/slideLayout2.xml"/><Relationship Id="rId6" Type="http://schemas.openxmlformats.org/officeDocument/2006/relationships/image" Target="../media/image73.wmf"/><Relationship Id="rId5" Type="http://schemas.openxmlformats.org/officeDocument/2006/relationships/oleObject" Target="../embeddings/oleObject19.bin"/><Relationship Id="rId4" Type="http://schemas.openxmlformats.org/officeDocument/2006/relationships/image" Target="../media/image72.wmf"/></Relationships>
</file>

<file path=ppt/slides/_rels/slide64.xml.rels><?xml version="1.0" encoding="UTF-8" standalone="yes"?>
<Relationships xmlns="http://schemas.openxmlformats.org/package/2006/relationships"><Relationship Id="rId8" Type="http://schemas.openxmlformats.org/officeDocument/2006/relationships/image" Target="../media/image75.jpeg"/><Relationship Id="rId3" Type="http://schemas.openxmlformats.org/officeDocument/2006/relationships/notesSlide" Target="../notesSlides/notesSlide59.xml"/><Relationship Id="rId7" Type="http://schemas.openxmlformats.org/officeDocument/2006/relationships/image" Target="../media/image74.wmf"/><Relationship Id="rId2" Type="http://schemas.openxmlformats.org/officeDocument/2006/relationships/slideLayout" Target="../slideLayouts/slideLayout6.xml"/><Relationship Id="rId1" Type="http://schemas.openxmlformats.org/officeDocument/2006/relationships/tags" Target="../tags/tag33.xml"/><Relationship Id="rId6" Type="http://schemas.openxmlformats.org/officeDocument/2006/relationships/oleObject" Target="../embeddings/oleObject21.bin"/><Relationship Id="rId5" Type="http://schemas.openxmlformats.org/officeDocument/2006/relationships/image" Target="../media/image73.wmf"/><Relationship Id="rId4" Type="http://schemas.openxmlformats.org/officeDocument/2006/relationships/oleObject" Target="../embeddings/oleObject20.bin"/></Relationships>
</file>

<file path=ppt/slides/_rels/slide65.xml.rels><?xml version="1.0" encoding="UTF-8" standalone="yes"?>
<Relationships xmlns="http://schemas.openxmlformats.org/package/2006/relationships"><Relationship Id="rId3" Type="http://schemas.openxmlformats.org/officeDocument/2006/relationships/hyperlink" Target="http://www.veltion.be/" TargetMode="External"/><Relationship Id="rId2" Type="http://schemas.openxmlformats.org/officeDocument/2006/relationships/notesSlide" Target="../notesSlides/notesSlide60.xml"/><Relationship Id="rId1" Type="http://schemas.openxmlformats.org/officeDocument/2006/relationships/slideLayout" Target="../slideLayouts/slideLayout6.xml"/><Relationship Id="rId4" Type="http://schemas.openxmlformats.org/officeDocument/2006/relationships/image" Target="../media/image76.png"/></Relationships>
</file>

<file path=ppt/slides/_rels/slide66.xml.rels><?xml version="1.0" encoding="UTF-8" standalone="yes"?>
<Relationships xmlns="http://schemas.openxmlformats.org/package/2006/relationships"><Relationship Id="rId8" Type="http://schemas.openxmlformats.org/officeDocument/2006/relationships/image" Target="../media/image82.png"/><Relationship Id="rId3" Type="http://schemas.openxmlformats.org/officeDocument/2006/relationships/image" Target="../media/image77.png"/><Relationship Id="rId7" Type="http://schemas.openxmlformats.org/officeDocument/2006/relationships/image" Target="../media/image81.png"/><Relationship Id="rId2" Type="http://schemas.openxmlformats.org/officeDocument/2006/relationships/notesSlide" Target="../notesSlides/notesSlide61.xml"/><Relationship Id="rId1" Type="http://schemas.openxmlformats.org/officeDocument/2006/relationships/slideLayout" Target="../slideLayouts/slideLayout6.xml"/><Relationship Id="rId6" Type="http://schemas.openxmlformats.org/officeDocument/2006/relationships/image" Target="../media/image80.png"/><Relationship Id="rId5" Type="http://schemas.openxmlformats.org/officeDocument/2006/relationships/image" Target="../media/image79.png"/><Relationship Id="rId4" Type="http://schemas.openxmlformats.org/officeDocument/2006/relationships/image" Target="../media/image78.png"/><Relationship Id="rId9" Type="http://schemas.openxmlformats.org/officeDocument/2006/relationships/image" Target="../media/image83.png"/></Relationships>
</file>

<file path=ppt/slides/_rels/slide67.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62.xml"/><Relationship Id="rId1" Type="http://schemas.openxmlformats.org/officeDocument/2006/relationships/slideLayout" Target="../slideLayouts/slideLayout6.xml"/><Relationship Id="rId6" Type="http://schemas.openxmlformats.org/officeDocument/2006/relationships/image" Target="../media/image87.png"/><Relationship Id="rId5" Type="http://schemas.openxmlformats.org/officeDocument/2006/relationships/image" Target="../media/image86.png"/><Relationship Id="rId4" Type="http://schemas.openxmlformats.org/officeDocument/2006/relationships/image" Target="../media/image85.png"/></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6.xml"/><Relationship Id="rId1" Type="http://schemas.openxmlformats.org/officeDocument/2006/relationships/tags" Target="../tags/tag34.xml"/><Relationship Id="rId5" Type="http://schemas.openxmlformats.org/officeDocument/2006/relationships/image" Target="../media/image89.png"/><Relationship Id="rId4" Type="http://schemas.openxmlformats.org/officeDocument/2006/relationships/image" Target="../media/image88.jpeg"/></Relationships>
</file>

<file path=ppt/slides/_rels/slide69.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2.xml"/><Relationship Id="rId1" Type="http://schemas.openxmlformats.org/officeDocument/2006/relationships/tags" Target="../tags/tag35.xml"/><Relationship Id="rId6" Type="http://schemas.openxmlformats.org/officeDocument/2006/relationships/image" Target="../media/image89.png"/><Relationship Id="rId5" Type="http://schemas.openxmlformats.org/officeDocument/2006/relationships/hyperlink" Target="https://en.wikipedia.org/wiki/Western_Electric_rules" TargetMode="External"/><Relationship Id="rId4" Type="http://schemas.openxmlformats.org/officeDocument/2006/relationships/image" Target="../media/image1.emf"/></Relationships>
</file>

<file path=ppt/slides/_rels/slide70.xml.rels><?xml version="1.0" encoding="UTF-8" standalone="yes"?>
<Relationships xmlns="http://schemas.openxmlformats.org/package/2006/relationships"><Relationship Id="rId3" Type="http://schemas.openxmlformats.org/officeDocument/2006/relationships/hyperlink" Target="http://www.veltion.be/" TargetMode="External"/><Relationship Id="rId2" Type="http://schemas.openxmlformats.org/officeDocument/2006/relationships/notesSlide" Target="../notesSlides/notesSlide64.xml"/><Relationship Id="rId1" Type="http://schemas.openxmlformats.org/officeDocument/2006/relationships/slideLayout" Target="../slideLayouts/slideLayout2.xml"/><Relationship Id="rId6" Type="http://schemas.openxmlformats.org/officeDocument/2006/relationships/image" Target="../media/image92.png"/><Relationship Id="rId5" Type="http://schemas.openxmlformats.org/officeDocument/2006/relationships/image" Target="../media/image91.png"/><Relationship Id="rId4" Type="http://schemas.openxmlformats.org/officeDocument/2006/relationships/image" Target="../media/image90.png"/></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2.xml"/><Relationship Id="rId1" Type="http://schemas.openxmlformats.org/officeDocument/2006/relationships/tags" Target="../tags/tag36.xml"/><Relationship Id="rId4" Type="http://schemas.openxmlformats.org/officeDocument/2006/relationships/image" Target="../media/image93.jpeg"/></Relationships>
</file>

<file path=ppt/slides/_rels/slide73.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67.xml"/><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68.xml"/><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3" Type="http://schemas.openxmlformats.org/officeDocument/2006/relationships/image" Target="../media/image96.emf"/><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notesSlide" Target="../notesSlides/notesSlide80.xml"/><Relationship Id="rId1" Type="http://schemas.openxmlformats.org/officeDocument/2006/relationships/slideLayout" Target="../slideLayouts/slideLayout2.xml"/><Relationship Id="rId4" Type="http://schemas.openxmlformats.org/officeDocument/2006/relationships/image" Target="../media/image105.wmf"/></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7D67DE97-E5BD-CD19-A8A1-D816823B977B}"/>
              </a:ext>
            </a:extLst>
          </p:cNvPr>
          <p:cNvGraphicFramePr>
            <a:graphicFrameLocks/>
          </p:cNvGraphicFramePr>
          <p:nvPr>
            <p:custDataLst>
              <p:tags r:id="rId1"/>
            </p:custDataLst>
            <p:extLst>
              <p:ext uri="{D42A27DB-BD31-4B8C-83A1-F6EECF244321}">
                <p14:modId xmlns:p14="http://schemas.microsoft.com/office/powerpoint/2010/main" val="299453034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6" progId="TCLayout.ActiveDocument.1">
                  <p:embed/>
                </p:oleObj>
              </mc:Choice>
              <mc:Fallback>
                <p:oleObj name="think-cell Slide" r:id="rId4" imgW="473" imgH="476" progId="TCLayout.ActiveDocument.1">
                  <p:embed/>
                  <p:pic>
                    <p:nvPicPr>
                      <p:cNvPr id="3" name="think-cell data - do not delete" hidden="1">
                        <a:extLst>
                          <a:ext uri="{FF2B5EF4-FFF2-40B4-BE49-F238E27FC236}">
                            <a16:creationId xmlns:a16="http://schemas.microsoft.com/office/drawing/2014/main" id="{7D67DE97-E5BD-CD19-A8A1-D816823B977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5364" name="Rectangle 8"/>
          <p:cNvSpPr>
            <a:spLocks noGrp="1" noChangeArrowheads="1"/>
          </p:cNvSpPr>
          <p:nvPr>
            <p:ph type="subTitle" idx="1"/>
          </p:nvPr>
        </p:nvSpPr>
        <p:spPr>
          <a:xfrm>
            <a:off x="434975" y="5418137"/>
            <a:ext cx="8253413" cy="735013"/>
          </a:xfrm>
        </p:spPr>
        <p:txBody>
          <a:bodyPr/>
          <a:lstStyle/>
          <a:p>
            <a:r>
              <a:rPr lang="nl-BE" dirty="0"/>
              <a:t>Dries Grymonprez</a:t>
            </a:r>
          </a:p>
          <a:p>
            <a:r>
              <a:rPr lang="nl-BE" dirty="0"/>
              <a:t>dries.grymonprez@arcelormittal.com</a:t>
            </a:r>
          </a:p>
          <a:p>
            <a:endParaRPr lang="nl-BE" dirty="0"/>
          </a:p>
        </p:txBody>
      </p:sp>
      <p:sp>
        <p:nvSpPr>
          <p:cNvPr id="15363" name="Rectangle 7"/>
          <p:cNvSpPr>
            <a:spLocks noGrp="1" noChangeArrowheads="1"/>
          </p:cNvSpPr>
          <p:nvPr>
            <p:ph type="ctrTitle"/>
          </p:nvPr>
        </p:nvSpPr>
        <p:spPr/>
        <p:txBody>
          <a:bodyPr vert="horz"/>
          <a:lstStyle/>
          <a:p>
            <a:r>
              <a:rPr lang="nl-BE" dirty="0" err="1"/>
              <a:t>Lean</a:t>
            </a:r>
            <a:r>
              <a:rPr lang="nl-BE" dirty="0"/>
              <a:t> – Six Sigma – </a:t>
            </a:r>
            <a:r>
              <a:rPr lang="nl-BE" dirty="0" err="1"/>
              <a:t>Capability</a:t>
            </a:r>
            <a:r>
              <a:rPr lang="nl-BE" dirty="0"/>
              <a:t> / SPC</a:t>
            </a:r>
            <a:br>
              <a:rPr lang="nl-BE" dirty="0"/>
            </a:br>
            <a:r>
              <a:rPr lang="nl-BE" sz="1600" dirty="0" err="1"/>
              <a:t>UGain</a:t>
            </a:r>
            <a:r>
              <a:rPr lang="nl-BE" sz="1600" dirty="0"/>
              <a:t> Black Belt in </a:t>
            </a:r>
            <a:r>
              <a:rPr lang="nl-BE" sz="1600" dirty="0" err="1"/>
              <a:t>Lean</a:t>
            </a:r>
            <a:r>
              <a:rPr lang="nl-BE" sz="1600" dirty="0"/>
              <a:t> – module 3: Geavanceerde Technieken in </a:t>
            </a:r>
            <a:r>
              <a:rPr lang="nl-BE" sz="1600" dirty="0" err="1"/>
              <a:t>Lean</a:t>
            </a:r>
            <a:r>
              <a:rPr lang="nl-BE" sz="1600" dirty="0"/>
              <a:t> – Six Sigma</a:t>
            </a:r>
            <a:br>
              <a:rPr lang="nl-BE" sz="1600" dirty="0"/>
            </a:br>
            <a:r>
              <a:rPr lang="nl-BE" sz="1600" dirty="0"/>
              <a:t>Onderwerp: 2.5, </a:t>
            </a:r>
            <a:r>
              <a:rPr lang="nl-BE" sz="1600" dirty="0" err="1"/>
              <a:t>lean</a:t>
            </a:r>
            <a:r>
              <a:rPr lang="nl-BE" sz="1600" dirty="0"/>
              <a:t> </a:t>
            </a:r>
            <a:r>
              <a:rPr lang="nl-BE" sz="1600" dirty="0" err="1"/>
              <a:t>toolbox</a:t>
            </a:r>
            <a:r>
              <a:rPr lang="nl-BE" sz="1600" dirty="0"/>
              <a:t> referentie: 13</a:t>
            </a:r>
          </a:p>
        </p:txBody>
      </p:sp>
      <p:pic>
        <p:nvPicPr>
          <p:cNvPr id="159748" name="Picture 4" descr="Instituut voor Permanente Vorming"/>
          <p:cNvPicPr>
            <a:picLocks noChangeAspect="1" noChangeArrowheads="1"/>
          </p:cNvPicPr>
          <p:nvPr/>
        </p:nvPicPr>
        <p:blipFill>
          <a:blip r:embed="rId6" cstate="email"/>
          <a:srcRect/>
          <a:stretch>
            <a:fillRect/>
          </a:stretch>
        </p:blipFill>
        <p:spPr bwMode="auto">
          <a:xfrm>
            <a:off x="8425302" y="6021904"/>
            <a:ext cx="381000" cy="581025"/>
          </a:xfrm>
          <a:prstGeom prst="rect">
            <a:avLst/>
          </a:prstGeom>
          <a:noFill/>
        </p:spPr>
      </p:pic>
      <p:pic>
        <p:nvPicPr>
          <p:cNvPr id="159750" name="Picture 6" descr="Universiteit Gent - Ghent University"/>
          <p:cNvPicPr>
            <a:picLocks noChangeAspect="1" noChangeArrowheads="1"/>
          </p:cNvPicPr>
          <p:nvPr/>
        </p:nvPicPr>
        <p:blipFill>
          <a:blip r:embed="rId7" cstate="email"/>
          <a:srcRect/>
          <a:stretch>
            <a:fillRect/>
          </a:stretch>
        </p:blipFill>
        <p:spPr bwMode="auto">
          <a:xfrm>
            <a:off x="7554971" y="6021904"/>
            <a:ext cx="666750" cy="476250"/>
          </a:xfrm>
          <a:prstGeom prst="rect">
            <a:avLst/>
          </a:prstGeom>
          <a:noFill/>
        </p:spPr>
      </p:pic>
      <p:sp>
        <p:nvSpPr>
          <p:cNvPr id="7" name="Rechthoek 6"/>
          <p:cNvSpPr/>
          <p:nvPr/>
        </p:nvSpPr>
        <p:spPr bwMode="auto">
          <a:xfrm>
            <a:off x="6078682" y="259773"/>
            <a:ext cx="2815936" cy="1153391"/>
          </a:xfrm>
          <a:prstGeom prst="rect">
            <a:avLst/>
          </a:prstGeom>
          <a:solidFill>
            <a:schemeClr val="bg1"/>
          </a:solidFill>
          <a:ln w="6350"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nl-BE" sz="2400" b="0" i="0" u="none" strike="noStrike" cap="none" normalizeH="0" baseline="0">
              <a:ln>
                <a:noFill/>
              </a:ln>
              <a:solidFill>
                <a:schemeClr val="tx1"/>
              </a:solidFill>
              <a:effectLst/>
              <a:latin typeface="Arial" charset="0"/>
              <a:ea typeface="MS PGothic" pitchFamily="34" charset="-128"/>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38150" y="590839"/>
            <a:ext cx="8234363" cy="792163"/>
          </a:xfrm>
        </p:spPr>
        <p:txBody>
          <a:bodyPr/>
          <a:lstStyle/>
          <a:p>
            <a:r>
              <a:rPr lang="nl-BE"/>
              <a:t>Who is who?</a:t>
            </a:r>
            <a:endParaRPr lang="nl-BE" dirty="0"/>
          </a:p>
        </p:txBody>
      </p:sp>
      <p:sp>
        <p:nvSpPr>
          <p:cNvPr id="3" name="Tijdelijke aanduiding voor inhoud 2"/>
          <p:cNvSpPr>
            <a:spLocks noGrp="1"/>
          </p:cNvSpPr>
          <p:nvPr>
            <p:ph idx="1"/>
          </p:nvPr>
        </p:nvSpPr>
        <p:spPr>
          <a:xfrm>
            <a:off x="426461" y="1561154"/>
            <a:ext cx="8235950" cy="4114800"/>
          </a:xfrm>
        </p:spPr>
        <p:txBody>
          <a:bodyPr/>
          <a:lstStyle/>
          <a:p>
            <a:r>
              <a:rPr lang="nl-BE" sz="2000" dirty="0"/>
              <a:t>Dries Grymonprez, ArcelorMittal Gent, CAPEX </a:t>
            </a:r>
            <a:r>
              <a:rPr lang="nl-BE" sz="2000" dirty="0" err="1"/>
              <a:t>mgr</a:t>
            </a:r>
            <a:r>
              <a:rPr lang="nl-BE" sz="2000" dirty="0"/>
              <a:t> / </a:t>
            </a:r>
            <a:r>
              <a:rPr lang="nl-BE" sz="2000" dirty="0" err="1"/>
              <a:t>decarb</a:t>
            </a:r>
            <a:br>
              <a:rPr lang="nl-BE" sz="2000" dirty="0"/>
            </a:br>
            <a:r>
              <a:rPr lang="nl-BE" sz="2000" dirty="0"/>
              <a:t>Six Sigma Black Belt, 2005, dries.grymonprez@arcelormittal.com</a:t>
            </a:r>
          </a:p>
          <a:p>
            <a:pPr>
              <a:buNone/>
            </a:pPr>
            <a:endParaRPr lang="nl-BE" sz="2000" dirty="0"/>
          </a:p>
          <a:p>
            <a:r>
              <a:rPr lang="nl-BE" sz="2000" dirty="0"/>
              <a:t>ArcelorMittal Belgium (</a:t>
            </a:r>
            <a:r>
              <a:rPr lang="nl-BE" sz="2000" dirty="0">
                <a:hlinkClick r:id="rId3"/>
              </a:rPr>
              <a:t>www.arcelormittal.com/gent</a:t>
            </a:r>
            <a:r>
              <a:rPr lang="nl-BE" sz="2000" dirty="0"/>
              <a:t>) – Steel </a:t>
            </a:r>
            <a:r>
              <a:rPr lang="nl-BE" sz="2000" dirty="0" err="1"/>
              <a:t>Industry</a:t>
            </a:r>
            <a:endParaRPr lang="nl-BE" sz="2000" dirty="0"/>
          </a:p>
          <a:p>
            <a:pPr>
              <a:buNone/>
            </a:pPr>
            <a:r>
              <a:rPr lang="nl-BE" sz="2000" dirty="0"/>
              <a:t>	</a:t>
            </a:r>
            <a:r>
              <a:rPr lang="nl-BE" sz="2000" dirty="0" err="1"/>
              <a:t>Key</a:t>
            </a:r>
            <a:r>
              <a:rPr lang="nl-BE" sz="2000" dirty="0"/>
              <a:t> </a:t>
            </a:r>
            <a:r>
              <a:rPr lang="nl-BE" sz="2000" dirty="0" err="1"/>
              <a:t>messages</a:t>
            </a:r>
            <a:r>
              <a:rPr lang="nl-BE" sz="2000" dirty="0"/>
              <a:t> &amp; </a:t>
            </a:r>
            <a:r>
              <a:rPr lang="nl-BE" sz="2000" dirty="0" err="1"/>
              <a:t>Facts</a:t>
            </a:r>
            <a:r>
              <a:rPr lang="nl-BE" sz="2000" dirty="0"/>
              <a:t> &amp; </a:t>
            </a:r>
            <a:r>
              <a:rPr lang="nl-BE" sz="2000" dirty="0" err="1"/>
              <a:t>Key</a:t>
            </a:r>
            <a:r>
              <a:rPr lang="nl-BE" sz="2000" dirty="0"/>
              <a:t> </a:t>
            </a:r>
            <a:r>
              <a:rPr lang="nl-BE" sz="2000" dirty="0" err="1"/>
              <a:t>figures</a:t>
            </a:r>
            <a:r>
              <a:rPr lang="nl-BE" sz="2000" dirty="0"/>
              <a:t> – </a:t>
            </a:r>
            <a:r>
              <a:rPr lang="nl-BE" sz="2000" dirty="0" err="1"/>
              <a:t>see</a:t>
            </a:r>
            <a:r>
              <a:rPr lang="nl-BE" sz="2000" dirty="0"/>
              <a:t> company film</a:t>
            </a:r>
            <a:br>
              <a:rPr lang="nl-BE" sz="2000" dirty="0"/>
            </a:br>
            <a:r>
              <a:rPr lang="nl-BE" sz="2000" dirty="0">
                <a:hlinkClick r:id="rId4"/>
              </a:rPr>
              <a:t>https://www.youtube.com/watch?v=kLviIvK-yVA</a:t>
            </a:r>
            <a:endParaRPr lang="nl-BE" sz="2000" dirty="0"/>
          </a:p>
          <a:p>
            <a:pPr>
              <a:buNone/>
            </a:pPr>
            <a:endParaRPr lang="nl-BE" sz="2000" dirty="0"/>
          </a:p>
          <a:p>
            <a:r>
              <a:rPr lang="nl-BE" sz="2000" dirty="0"/>
              <a:t>Data = basis of </a:t>
            </a:r>
            <a:r>
              <a:rPr lang="nl-BE" sz="2000" dirty="0" err="1"/>
              <a:t>everything</a:t>
            </a:r>
            <a:br>
              <a:rPr lang="nl-BE" sz="2000" dirty="0"/>
            </a:br>
            <a:r>
              <a:rPr lang="nl-BE" sz="2000" dirty="0"/>
              <a:t>(</a:t>
            </a:r>
            <a:r>
              <a:rPr lang="nl-BE" sz="2000" dirty="0" err="1"/>
              <a:t>incorporation</a:t>
            </a:r>
            <a:r>
              <a:rPr lang="nl-BE" sz="2000" dirty="0"/>
              <a:t> of data analysis &amp; </a:t>
            </a:r>
            <a:r>
              <a:rPr lang="nl-BE" sz="2000" dirty="0" err="1"/>
              <a:t>statistics</a:t>
            </a:r>
            <a:r>
              <a:rPr lang="nl-BE" sz="2000" dirty="0"/>
              <a:t> in company culture)</a:t>
            </a:r>
          </a:p>
          <a:p>
            <a:r>
              <a:rPr lang="nl-BE" sz="2000" dirty="0" err="1"/>
              <a:t>Maximal</a:t>
            </a:r>
            <a:r>
              <a:rPr lang="nl-BE" sz="2000" dirty="0"/>
              <a:t> </a:t>
            </a:r>
            <a:r>
              <a:rPr lang="nl-BE" sz="2000" dirty="0" err="1"/>
              <a:t>automation</a:t>
            </a:r>
            <a:r>
              <a:rPr lang="nl-BE" sz="2000" dirty="0"/>
              <a:t>, </a:t>
            </a:r>
            <a:r>
              <a:rPr lang="nl-BE" sz="2000" dirty="0" err="1"/>
              <a:t>modelling</a:t>
            </a:r>
            <a:r>
              <a:rPr lang="nl-BE" sz="2000" dirty="0"/>
              <a:t>, </a:t>
            </a:r>
            <a:r>
              <a:rPr lang="nl-BE" sz="2000" dirty="0" err="1"/>
              <a:t>already</a:t>
            </a:r>
            <a:r>
              <a:rPr lang="nl-BE" sz="2000" dirty="0"/>
              <a:t> in 1970s</a:t>
            </a:r>
          </a:p>
          <a:p>
            <a:r>
              <a:rPr lang="nl-BE" sz="2000" dirty="0"/>
              <a:t>Top </a:t>
            </a:r>
            <a:r>
              <a:rPr lang="nl-BE" sz="2000" dirty="0" err="1"/>
              <a:t>performing</a:t>
            </a:r>
            <a:r>
              <a:rPr lang="nl-BE" sz="2000" dirty="0"/>
              <a:t> </a:t>
            </a:r>
            <a:r>
              <a:rPr lang="nl-BE" sz="2000" dirty="0" err="1"/>
              <a:t>people</a:t>
            </a:r>
            <a:r>
              <a:rPr lang="nl-BE" sz="2000" dirty="0"/>
              <a:t> (5 % of </a:t>
            </a:r>
            <a:r>
              <a:rPr lang="nl-BE" sz="2000" dirty="0" err="1"/>
              <a:t>working</a:t>
            </a:r>
            <a:r>
              <a:rPr lang="nl-BE" sz="2000" dirty="0"/>
              <a:t> time </a:t>
            </a:r>
            <a:r>
              <a:rPr lang="nl-BE" sz="2000" dirty="0" err="1"/>
              <a:t>invested</a:t>
            </a:r>
            <a:r>
              <a:rPr lang="nl-BE" sz="2000" dirty="0"/>
              <a:t> in training)</a:t>
            </a:r>
          </a:p>
          <a:p>
            <a:endParaRPr lang="nl-BE" sz="2000" dirty="0"/>
          </a:p>
          <a:p>
            <a:r>
              <a:rPr lang="nl-BE" sz="2000" dirty="0" err="1"/>
              <a:t>Each</a:t>
            </a:r>
            <a:r>
              <a:rPr lang="nl-BE" sz="2000" dirty="0"/>
              <a:t> trainee </a:t>
            </a:r>
            <a:r>
              <a:rPr lang="nl-BE" sz="2000" dirty="0" err="1"/>
              <a:t>can</a:t>
            </a:r>
            <a:r>
              <a:rPr lang="nl-BE" sz="2000" dirty="0"/>
              <a:t> presents her- or </a:t>
            </a:r>
            <a:r>
              <a:rPr lang="nl-BE" sz="2000" dirty="0" err="1"/>
              <a:t>himself</a:t>
            </a:r>
            <a:r>
              <a:rPr lang="nl-BE" sz="2000" dirty="0"/>
              <a:t>  + </a:t>
            </a:r>
            <a:r>
              <a:rPr lang="nl-BE" sz="2000" dirty="0" err="1"/>
              <a:t>expectations</a:t>
            </a:r>
            <a:endParaRPr lang="nl-BE" sz="2000" dirty="0"/>
          </a:p>
          <a:p>
            <a:endParaRPr lang="nl-BE" sz="2000" dirty="0"/>
          </a:p>
          <a:p>
            <a:r>
              <a:rPr lang="nl-BE" sz="2000" dirty="0" err="1"/>
              <a:t>Exam</a:t>
            </a:r>
            <a:endParaRPr lang="nl-BE" sz="2000" dirty="0"/>
          </a:p>
        </p:txBody>
      </p:sp>
      <p:sp>
        <p:nvSpPr>
          <p:cNvPr id="6" name="Tijdelijke aanduiding voor dianummer 5"/>
          <p:cNvSpPr>
            <a:spLocks noGrp="1"/>
          </p:cNvSpPr>
          <p:nvPr>
            <p:ph type="sldNum" sz="quarter" idx="12"/>
          </p:nvPr>
        </p:nvSpPr>
        <p:spPr/>
        <p:txBody>
          <a:bodyPr/>
          <a:lstStyle/>
          <a:p>
            <a:pPr>
              <a:defRPr/>
            </a:pPr>
            <a:fld id="{3BAE3F46-7F34-4D55-854B-55B1578BB741}" type="slidenum">
              <a:rPr lang="en-US" smtClean="0"/>
              <a:pPr>
                <a:defRPr/>
              </a:pPr>
              <a:t>1</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52CFB76-EBEB-4795-B2D6-F9289BB3AEC2}"/>
              </a:ext>
            </a:extLst>
          </p:cNvPr>
          <p:cNvSpPr>
            <a:spLocks noGrp="1"/>
          </p:cNvSpPr>
          <p:nvPr>
            <p:ph type="title"/>
          </p:nvPr>
        </p:nvSpPr>
        <p:spPr/>
        <p:txBody>
          <a:bodyPr/>
          <a:lstStyle/>
          <a:p>
            <a:r>
              <a:rPr lang="nl-BE" dirty="0"/>
              <a:t>Wat zullen we behandelen vandaag?</a:t>
            </a:r>
          </a:p>
        </p:txBody>
      </p:sp>
      <p:sp>
        <p:nvSpPr>
          <p:cNvPr id="3" name="Tijdelijke aanduiding voor inhoud 2">
            <a:extLst>
              <a:ext uri="{FF2B5EF4-FFF2-40B4-BE49-F238E27FC236}">
                <a16:creationId xmlns:a16="http://schemas.microsoft.com/office/drawing/2014/main" id="{74CEA0B5-3F58-4C20-BC01-704C2671658A}"/>
              </a:ext>
            </a:extLst>
          </p:cNvPr>
          <p:cNvSpPr>
            <a:spLocks noGrp="1"/>
          </p:cNvSpPr>
          <p:nvPr>
            <p:ph idx="1"/>
          </p:nvPr>
        </p:nvSpPr>
        <p:spPr/>
        <p:txBody>
          <a:bodyPr/>
          <a:lstStyle/>
          <a:p>
            <a:r>
              <a:rPr lang="nl-BE" dirty="0"/>
              <a:t>Data</a:t>
            </a:r>
          </a:p>
          <a:p>
            <a:pPr lvl="1"/>
            <a:r>
              <a:rPr lang="nl-BE" dirty="0" err="1"/>
              <a:t>Basisstasistiek</a:t>
            </a:r>
            <a:r>
              <a:rPr lang="nl-BE" dirty="0"/>
              <a:t>: normale verdeling: spreiding (minimaliseren)</a:t>
            </a:r>
          </a:p>
          <a:p>
            <a:pPr lvl="1"/>
            <a:endParaRPr lang="nl-BE" dirty="0"/>
          </a:p>
          <a:p>
            <a:pPr lvl="1"/>
            <a:r>
              <a:rPr lang="nl-BE" dirty="0"/>
              <a:t>Stabiliteit</a:t>
            </a:r>
          </a:p>
          <a:p>
            <a:pPr lvl="1"/>
            <a:r>
              <a:rPr lang="nl-BE" dirty="0"/>
              <a:t>Capabiliteit </a:t>
            </a:r>
            <a:r>
              <a:rPr lang="nl-BE" dirty="0">
                <a:sym typeface="Wingdings" panose="05000000000000000000" pitchFamily="2" charset="2"/>
              </a:rPr>
              <a:t> vs. klanteisen (</a:t>
            </a:r>
            <a:r>
              <a:rPr lang="nl-BE" dirty="0" err="1">
                <a:sym typeface="Wingdings" panose="05000000000000000000" pitchFamily="2" charset="2"/>
              </a:rPr>
              <a:t>Cp</a:t>
            </a:r>
            <a:r>
              <a:rPr lang="nl-BE" dirty="0">
                <a:sym typeface="Wingdings" panose="05000000000000000000" pitchFamily="2" charset="2"/>
              </a:rPr>
              <a:t> , </a:t>
            </a:r>
            <a:r>
              <a:rPr lang="nl-BE" dirty="0" err="1">
                <a:sym typeface="Wingdings" panose="05000000000000000000" pitchFamily="2" charset="2"/>
              </a:rPr>
              <a:t>Cpk</a:t>
            </a:r>
            <a:r>
              <a:rPr lang="nl-BE" dirty="0">
                <a:sym typeface="Wingdings" panose="05000000000000000000" pitchFamily="2" charset="2"/>
              </a:rPr>
              <a:t>)</a:t>
            </a:r>
          </a:p>
          <a:p>
            <a:pPr lvl="1"/>
            <a:endParaRPr lang="nl-BE" dirty="0"/>
          </a:p>
          <a:p>
            <a:pPr lvl="1"/>
            <a:r>
              <a:rPr lang="nl-BE" dirty="0"/>
              <a:t>Control: SPC: statistische proces controle: regelkaarten</a:t>
            </a:r>
          </a:p>
          <a:p>
            <a:pPr marL="249237" lvl="1" indent="0">
              <a:buNone/>
            </a:pPr>
            <a:endParaRPr lang="nl-BE" dirty="0"/>
          </a:p>
        </p:txBody>
      </p:sp>
      <p:sp>
        <p:nvSpPr>
          <p:cNvPr id="4" name="Tijdelijke aanduiding voor dianummer 3">
            <a:extLst>
              <a:ext uri="{FF2B5EF4-FFF2-40B4-BE49-F238E27FC236}">
                <a16:creationId xmlns:a16="http://schemas.microsoft.com/office/drawing/2014/main" id="{CBD3B0A7-6D06-4AAC-B8B6-6B52E50B3124}"/>
              </a:ext>
            </a:extLst>
          </p:cNvPr>
          <p:cNvSpPr>
            <a:spLocks noGrp="1"/>
          </p:cNvSpPr>
          <p:nvPr>
            <p:ph type="sldNum" sz="quarter" idx="12"/>
          </p:nvPr>
        </p:nvSpPr>
        <p:spPr/>
        <p:txBody>
          <a:bodyPr/>
          <a:lstStyle/>
          <a:p>
            <a:pPr>
              <a:defRPr/>
            </a:pPr>
            <a:fld id="{3BAE3F46-7F34-4D55-854B-55B1578BB741}" type="slidenum">
              <a:rPr lang="en-US" smtClean="0"/>
              <a:pPr>
                <a:defRPr/>
              </a:pPr>
              <a:t>2</a:t>
            </a:fld>
            <a:endParaRPr lang="en-US"/>
          </a:p>
        </p:txBody>
      </p:sp>
    </p:spTree>
    <p:extLst>
      <p:ext uri="{BB962C8B-B14F-4D97-AF65-F5344CB8AC3E}">
        <p14:creationId xmlns:p14="http://schemas.microsoft.com/office/powerpoint/2010/main" val="39690980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B2DFC4F-6B64-4E53-918B-D4833F5565FD}"/>
              </a:ext>
            </a:extLst>
          </p:cNvPr>
          <p:cNvSpPr>
            <a:spLocks noGrp="1"/>
          </p:cNvSpPr>
          <p:nvPr>
            <p:ph type="title"/>
          </p:nvPr>
        </p:nvSpPr>
        <p:spPr/>
        <p:txBody>
          <a:bodyPr/>
          <a:lstStyle/>
          <a:p>
            <a:r>
              <a:rPr lang="nl-BE" dirty="0"/>
              <a:t>Wat zullen we behandelen vandaag?</a:t>
            </a:r>
          </a:p>
        </p:txBody>
      </p:sp>
      <p:sp>
        <p:nvSpPr>
          <p:cNvPr id="3" name="Tijdelijke aanduiding voor inhoud 2">
            <a:extLst>
              <a:ext uri="{FF2B5EF4-FFF2-40B4-BE49-F238E27FC236}">
                <a16:creationId xmlns:a16="http://schemas.microsoft.com/office/drawing/2014/main" id="{FAE2A975-8057-4FB9-A2C8-42A2C5D8AF49}"/>
              </a:ext>
            </a:extLst>
          </p:cNvPr>
          <p:cNvSpPr>
            <a:spLocks noGrp="1"/>
          </p:cNvSpPr>
          <p:nvPr>
            <p:ph idx="1"/>
          </p:nvPr>
        </p:nvSpPr>
        <p:spPr/>
        <p:txBody>
          <a:bodyPr/>
          <a:lstStyle/>
          <a:p>
            <a:r>
              <a:rPr lang="nl-BE" dirty="0"/>
              <a:t>DATA als basis</a:t>
            </a:r>
          </a:p>
          <a:p>
            <a:r>
              <a:rPr lang="nl-BE" dirty="0"/>
              <a:t>STATISTIEK </a:t>
            </a:r>
            <a:br>
              <a:rPr lang="nl-BE" dirty="0"/>
            </a:br>
            <a:r>
              <a:rPr lang="nl-BE" dirty="0"/>
              <a:t>Normale verdeling – statistische technieken voor inzicht en om problemen op te lossen</a:t>
            </a:r>
          </a:p>
          <a:p>
            <a:endParaRPr lang="nl-BE" dirty="0"/>
          </a:p>
          <a:p>
            <a:endParaRPr lang="nl-BE" dirty="0"/>
          </a:p>
          <a:p>
            <a:endParaRPr lang="nl-BE" dirty="0"/>
          </a:p>
          <a:p>
            <a:endParaRPr lang="nl-BE" dirty="0"/>
          </a:p>
          <a:p>
            <a:endParaRPr lang="nl-BE" dirty="0"/>
          </a:p>
          <a:p>
            <a:endParaRPr lang="nl-BE" dirty="0"/>
          </a:p>
        </p:txBody>
      </p:sp>
      <p:sp>
        <p:nvSpPr>
          <p:cNvPr id="4" name="Tijdelijke aanduiding voor dianummer 3">
            <a:extLst>
              <a:ext uri="{FF2B5EF4-FFF2-40B4-BE49-F238E27FC236}">
                <a16:creationId xmlns:a16="http://schemas.microsoft.com/office/drawing/2014/main" id="{624B1999-A58C-4138-8F3B-671661D8F439}"/>
              </a:ext>
            </a:extLst>
          </p:cNvPr>
          <p:cNvSpPr>
            <a:spLocks noGrp="1"/>
          </p:cNvSpPr>
          <p:nvPr>
            <p:ph type="sldNum" sz="quarter" idx="12"/>
          </p:nvPr>
        </p:nvSpPr>
        <p:spPr/>
        <p:txBody>
          <a:bodyPr/>
          <a:lstStyle/>
          <a:p>
            <a:pPr>
              <a:defRPr/>
            </a:pPr>
            <a:fld id="{3BAE3F46-7F34-4D55-854B-55B1578BB741}" type="slidenum">
              <a:rPr lang="en-US" smtClean="0"/>
              <a:pPr>
                <a:defRPr/>
              </a:pPr>
              <a:t>3</a:t>
            </a:fld>
            <a:endParaRPr lang="en-US"/>
          </a:p>
        </p:txBody>
      </p:sp>
      <p:pic>
        <p:nvPicPr>
          <p:cNvPr id="6" name="Afbeelding 5">
            <a:extLst>
              <a:ext uri="{FF2B5EF4-FFF2-40B4-BE49-F238E27FC236}">
                <a16:creationId xmlns:a16="http://schemas.microsoft.com/office/drawing/2014/main" id="{8E7D6D1D-AC12-434B-929D-E3B65E1282EA}"/>
              </a:ext>
            </a:extLst>
          </p:cNvPr>
          <p:cNvPicPr>
            <a:picLocks noChangeAspect="1"/>
          </p:cNvPicPr>
          <p:nvPr/>
        </p:nvPicPr>
        <p:blipFill>
          <a:blip r:embed="rId3"/>
          <a:stretch>
            <a:fillRect/>
          </a:stretch>
        </p:blipFill>
        <p:spPr>
          <a:xfrm>
            <a:off x="4189412" y="3300046"/>
            <a:ext cx="4514850" cy="2333625"/>
          </a:xfrm>
          <a:prstGeom prst="rect">
            <a:avLst/>
          </a:prstGeom>
        </p:spPr>
      </p:pic>
    </p:spTree>
    <p:extLst>
      <p:ext uri="{BB962C8B-B14F-4D97-AF65-F5344CB8AC3E}">
        <p14:creationId xmlns:p14="http://schemas.microsoft.com/office/powerpoint/2010/main" val="579718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BE" dirty="0"/>
              <a:t>Agenda</a:t>
            </a:r>
          </a:p>
        </p:txBody>
      </p:sp>
      <p:sp>
        <p:nvSpPr>
          <p:cNvPr id="3" name="Tijdelijke aanduiding voor inhoud 2"/>
          <p:cNvSpPr>
            <a:spLocks noGrp="1"/>
          </p:cNvSpPr>
          <p:nvPr>
            <p:ph idx="1"/>
          </p:nvPr>
        </p:nvSpPr>
        <p:spPr/>
        <p:txBody>
          <a:bodyPr/>
          <a:lstStyle/>
          <a:p>
            <a:r>
              <a:rPr lang="nl-BE" dirty="0"/>
              <a:t>13u30-15u30: deel 1 	 </a:t>
            </a:r>
            <a:r>
              <a:rPr lang="nl-BE" dirty="0" err="1"/>
              <a:t>Process</a:t>
            </a:r>
            <a:r>
              <a:rPr lang="nl-BE" dirty="0"/>
              <a:t> </a:t>
            </a:r>
            <a:r>
              <a:rPr lang="nl-BE" dirty="0" err="1"/>
              <a:t>Capability</a:t>
            </a:r>
            <a:br>
              <a:rPr lang="nl-BE" dirty="0"/>
            </a:br>
            <a:r>
              <a:rPr lang="nl-BE" dirty="0"/>
              <a:t>				</a:t>
            </a:r>
          </a:p>
          <a:p>
            <a:r>
              <a:rPr lang="nl-BE" dirty="0"/>
              <a:t>15u30-15u45: pauze</a:t>
            </a:r>
          </a:p>
          <a:p>
            <a:endParaRPr lang="nl-BE" dirty="0"/>
          </a:p>
          <a:p>
            <a:r>
              <a:rPr lang="nl-BE" dirty="0"/>
              <a:t>15u45-17u45: deel 2	Statistical </a:t>
            </a:r>
            <a:r>
              <a:rPr lang="nl-BE" dirty="0" err="1"/>
              <a:t>Process</a:t>
            </a:r>
            <a:r>
              <a:rPr lang="nl-BE" dirty="0"/>
              <a:t> Control (</a:t>
            </a:r>
            <a:r>
              <a:rPr lang="nl-BE" dirty="0" err="1"/>
              <a:t>charts</a:t>
            </a:r>
            <a:r>
              <a:rPr lang="nl-BE" dirty="0"/>
              <a:t>)</a:t>
            </a:r>
            <a:br>
              <a:rPr lang="nl-BE" dirty="0"/>
            </a:br>
            <a:endParaRPr lang="nl-BE" dirty="0"/>
          </a:p>
          <a:p>
            <a:r>
              <a:rPr lang="nl-BE" dirty="0"/>
              <a:t>17u45-18u15: pauze (broodjes)</a:t>
            </a:r>
          </a:p>
          <a:p>
            <a:endParaRPr lang="nl-BE" dirty="0"/>
          </a:p>
          <a:p>
            <a:r>
              <a:rPr lang="nl-BE" dirty="0"/>
              <a:t>18u15-20u15: deel 3	</a:t>
            </a:r>
            <a:r>
              <a:rPr lang="nl-BE" dirty="0" err="1"/>
              <a:t>Exercises</a:t>
            </a:r>
            <a:endParaRPr lang="nl-BE" dirty="0"/>
          </a:p>
        </p:txBody>
      </p:sp>
      <p:sp>
        <p:nvSpPr>
          <p:cNvPr id="4" name="Tijdelijke aanduiding voor dianummer 3"/>
          <p:cNvSpPr>
            <a:spLocks noGrp="1"/>
          </p:cNvSpPr>
          <p:nvPr>
            <p:ph type="sldNum" sz="quarter" idx="12"/>
          </p:nvPr>
        </p:nvSpPr>
        <p:spPr/>
        <p:txBody>
          <a:bodyPr/>
          <a:lstStyle/>
          <a:p>
            <a:pPr>
              <a:defRPr/>
            </a:pPr>
            <a:fld id="{3BAE3F46-7F34-4D55-854B-55B1578BB741}" type="slidenum">
              <a:rPr lang="en-US" smtClean="0"/>
              <a:pPr>
                <a:defRPr/>
              </a:pPr>
              <a:t>4</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BE" dirty="0"/>
              <a:t>Leerdoelstellingen</a:t>
            </a:r>
          </a:p>
        </p:txBody>
      </p:sp>
      <p:sp>
        <p:nvSpPr>
          <p:cNvPr id="3" name="Tijdelijke aanduiding voor inhoud 2"/>
          <p:cNvSpPr>
            <a:spLocks noGrp="1"/>
          </p:cNvSpPr>
          <p:nvPr>
            <p:ph idx="1"/>
          </p:nvPr>
        </p:nvSpPr>
        <p:spPr/>
        <p:txBody>
          <a:bodyPr/>
          <a:lstStyle/>
          <a:p>
            <a:r>
              <a:rPr lang="nl-BE" sz="1800" dirty="0"/>
              <a:t>Wat is capabiliteit van een proces en kunnen toepassen</a:t>
            </a:r>
          </a:p>
          <a:p>
            <a:endParaRPr lang="nl-BE" sz="1800" dirty="0"/>
          </a:p>
          <a:p>
            <a:r>
              <a:rPr lang="nl-BE" sz="1800" dirty="0"/>
              <a:t>Statistische proces controle:</a:t>
            </a:r>
          </a:p>
          <a:p>
            <a:pPr lvl="1"/>
            <a:r>
              <a:rPr lang="nl-BE" sz="1800" dirty="0"/>
              <a:t>Concept en toepasbaarheid</a:t>
            </a:r>
          </a:p>
          <a:p>
            <a:pPr lvl="1"/>
            <a:r>
              <a:rPr lang="nl-BE" sz="1800" dirty="0"/>
              <a:t>Hoe stellen we een eenvoudige regelkaart op</a:t>
            </a:r>
          </a:p>
          <a:p>
            <a:pPr lvl="1"/>
            <a:r>
              <a:rPr lang="nl-BE" sz="1800" dirty="0"/>
              <a:t>Wat is out of control en hoe sturen we bij? </a:t>
            </a:r>
          </a:p>
          <a:p>
            <a:endParaRPr lang="nl-BE" sz="1800" dirty="0"/>
          </a:p>
          <a:p>
            <a:r>
              <a:rPr lang="nl-BE" sz="1800" dirty="0"/>
              <a:t>Oefeningen + interactiviteit</a:t>
            </a:r>
          </a:p>
          <a:p>
            <a:endParaRPr lang="nl-BE" sz="1800" b="1" dirty="0"/>
          </a:p>
          <a:p>
            <a:r>
              <a:rPr lang="nl-BE" sz="1800" b="1" dirty="0"/>
              <a:t>Algemene doelstelling: </a:t>
            </a:r>
            <a:br>
              <a:rPr lang="nl-BE" sz="1800" b="1" dirty="0"/>
            </a:br>
            <a:r>
              <a:rPr lang="nl-BE" sz="1800" b="1" dirty="0"/>
              <a:t>belang van data verzamelen/analyse kennen &amp; kunnen toepassen</a:t>
            </a:r>
          </a:p>
          <a:p>
            <a:endParaRPr lang="nl-BE" dirty="0"/>
          </a:p>
        </p:txBody>
      </p:sp>
      <p:sp>
        <p:nvSpPr>
          <p:cNvPr id="4" name="Tijdelijke aanduiding voor dianummer 3"/>
          <p:cNvSpPr>
            <a:spLocks noGrp="1"/>
          </p:cNvSpPr>
          <p:nvPr>
            <p:ph type="sldNum" sz="quarter" idx="12"/>
          </p:nvPr>
        </p:nvSpPr>
        <p:spPr/>
        <p:txBody>
          <a:bodyPr/>
          <a:lstStyle/>
          <a:p>
            <a:pPr>
              <a:defRPr/>
            </a:pPr>
            <a:fld id="{3BAE3F46-7F34-4D55-854B-55B1578BB741}" type="slidenum">
              <a:rPr lang="en-US" smtClean="0"/>
              <a:pPr>
                <a:defRPr/>
              </a:pPr>
              <a:t>5</a:t>
            </a:fld>
            <a:endParaRPr lang="en-US" dirty="0"/>
          </a:p>
        </p:txBody>
      </p:sp>
    </p:spTree>
    <p:extLst>
      <p:ext uri="{BB962C8B-B14F-4D97-AF65-F5344CB8AC3E}">
        <p14:creationId xmlns:p14="http://schemas.microsoft.com/office/powerpoint/2010/main" val="32091778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BE" dirty="0"/>
              <a:t>Agenda</a:t>
            </a:r>
          </a:p>
        </p:txBody>
      </p:sp>
      <p:sp>
        <p:nvSpPr>
          <p:cNvPr id="3" name="Tijdelijke aanduiding voor inhoud 2"/>
          <p:cNvSpPr>
            <a:spLocks noGrp="1"/>
          </p:cNvSpPr>
          <p:nvPr>
            <p:ph idx="1"/>
          </p:nvPr>
        </p:nvSpPr>
        <p:spPr/>
        <p:txBody>
          <a:bodyPr/>
          <a:lstStyle/>
          <a:p>
            <a:r>
              <a:rPr lang="nl-BE" dirty="0"/>
              <a:t>13u30-15u30: deel 1 	</a:t>
            </a:r>
            <a:r>
              <a:rPr lang="nl-BE" dirty="0">
                <a:solidFill>
                  <a:schemeClr val="tx2"/>
                </a:solidFill>
              </a:rPr>
              <a:t> Intro </a:t>
            </a:r>
            <a:r>
              <a:rPr lang="nl-BE" dirty="0"/>
              <a:t>&amp; </a:t>
            </a:r>
            <a:r>
              <a:rPr lang="nl-BE" dirty="0" err="1"/>
              <a:t>Process</a:t>
            </a:r>
            <a:r>
              <a:rPr lang="nl-BE" dirty="0"/>
              <a:t> </a:t>
            </a:r>
            <a:r>
              <a:rPr lang="nl-BE" dirty="0" err="1"/>
              <a:t>Capability</a:t>
            </a:r>
            <a:br>
              <a:rPr lang="nl-BE" dirty="0"/>
            </a:br>
            <a:r>
              <a:rPr lang="nl-BE" dirty="0"/>
              <a:t>				</a:t>
            </a:r>
          </a:p>
          <a:p>
            <a:r>
              <a:rPr lang="nl-BE" dirty="0"/>
              <a:t>15u30-15u45: pauze</a:t>
            </a:r>
          </a:p>
          <a:p>
            <a:endParaRPr lang="nl-BE" dirty="0"/>
          </a:p>
          <a:p>
            <a:r>
              <a:rPr lang="nl-BE" dirty="0"/>
              <a:t>15u45-17u45: deel 2	Statistical </a:t>
            </a:r>
            <a:r>
              <a:rPr lang="nl-BE" dirty="0" err="1"/>
              <a:t>Process</a:t>
            </a:r>
            <a:r>
              <a:rPr lang="nl-BE" dirty="0"/>
              <a:t> Control (</a:t>
            </a:r>
            <a:r>
              <a:rPr lang="nl-BE" dirty="0" err="1"/>
              <a:t>charts</a:t>
            </a:r>
            <a:r>
              <a:rPr lang="nl-BE" dirty="0"/>
              <a:t>)</a:t>
            </a:r>
            <a:br>
              <a:rPr lang="nl-BE" dirty="0"/>
            </a:br>
            <a:endParaRPr lang="nl-BE" dirty="0"/>
          </a:p>
          <a:p>
            <a:r>
              <a:rPr lang="nl-BE" dirty="0"/>
              <a:t>17u45-18u15: pauze (broodjes)</a:t>
            </a:r>
          </a:p>
          <a:p>
            <a:endParaRPr lang="nl-BE" dirty="0"/>
          </a:p>
          <a:p>
            <a:r>
              <a:rPr lang="nl-BE" dirty="0"/>
              <a:t>18u15-20u15: deel 3	</a:t>
            </a:r>
            <a:r>
              <a:rPr lang="nl-BE" dirty="0" err="1"/>
              <a:t>Exercises</a:t>
            </a:r>
            <a:endParaRPr lang="nl-BE" dirty="0"/>
          </a:p>
        </p:txBody>
      </p:sp>
      <p:sp>
        <p:nvSpPr>
          <p:cNvPr id="4" name="Tijdelijke aanduiding voor dianummer 3"/>
          <p:cNvSpPr>
            <a:spLocks noGrp="1"/>
          </p:cNvSpPr>
          <p:nvPr>
            <p:ph type="sldNum" sz="quarter" idx="12"/>
          </p:nvPr>
        </p:nvSpPr>
        <p:spPr/>
        <p:txBody>
          <a:bodyPr/>
          <a:lstStyle/>
          <a:p>
            <a:pPr>
              <a:defRPr/>
            </a:pPr>
            <a:fld id="{3BAE3F46-7F34-4D55-854B-55B1578BB741}" type="slidenum">
              <a:rPr lang="en-US" smtClean="0"/>
              <a:pPr>
                <a:defRPr/>
              </a:pPr>
              <a:t>6</a:t>
            </a:fld>
            <a:endParaRPr lang="en-US"/>
          </a:p>
        </p:txBody>
      </p:sp>
    </p:spTree>
    <p:extLst>
      <p:ext uri="{BB962C8B-B14F-4D97-AF65-F5344CB8AC3E}">
        <p14:creationId xmlns:p14="http://schemas.microsoft.com/office/powerpoint/2010/main" val="14294069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FE0C3D-5AC0-4949-B236-878AD6ED95CD}"/>
              </a:ext>
            </a:extLst>
          </p:cNvPr>
          <p:cNvSpPr>
            <a:spLocks noGrp="1"/>
          </p:cNvSpPr>
          <p:nvPr>
            <p:ph type="title"/>
          </p:nvPr>
        </p:nvSpPr>
        <p:spPr/>
        <p:txBody>
          <a:bodyPr/>
          <a:lstStyle/>
          <a:p>
            <a:endParaRPr lang="nl-BE"/>
          </a:p>
        </p:txBody>
      </p:sp>
      <p:sp>
        <p:nvSpPr>
          <p:cNvPr id="4" name="Tijdelijke aanduiding voor dianummer 3">
            <a:extLst>
              <a:ext uri="{FF2B5EF4-FFF2-40B4-BE49-F238E27FC236}">
                <a16:creationId xmlns:a16="http://schemas.microsoft.com/office/drawing/2014/main" id="{A6AC9FF1-8130-4D37-B097-AE9679AB1DF4}"/>
              </a:ext>
            </a:extLst>
          </p:cNvPr>
          <p:cNvSpPr>
            <a:spLocks noGrp="1"/>
          </p:cNvSpPr>
          <p:nvPr>
            <p:ph type="sldNum" sz="quarter" idx="12"/>
          </p:nvPr>
        </p:nvSpPr>
        <p:spPr/>
        <p:txBody>
          <a:bodyPr/>
          <a:lstStyle/>
          <a:p>
            <a:pPr>
              <a:defRPr/>
            </a:pPr>
            <a:fld id="{3BAE3F46-7F34-4D55-854B-55B1578BB741}" type="slidenum">
              <a:rPr lang="en-US" smtClean="0"/>
              <a:pPr>
                <a:defRPr/>
              </a:pPr>
              <a:t>7</a:t>
            </a:fld>
            <a:endParaRPr lang="en-US"/>
          </a:p>
        </p:txBody>
      </p:sp>
      <p:sp>
        <p:nvSpPr>
          <p:cNvPr id="7" name="Tijdelijke aanduiding voor inhoud 6">
            <a:extLst>
              <a:ext uri="{FF2B5EF4-FFF2-40B4-BE49-F238E27FC236}">
                <a16:creationId xmlns:a16="http://schemas.microsoft.com/office/drawing/2014/main" id="{443C19B2-BB2B-4661-9DCD-E6273063A27D}"/>
              </a:ext>
            </a:extLst>
          </p:cNvPr>
          <p:cNvSpPr>
            <a:spLocks noGrp="1"/>
          </p:cNvSpPr>
          <p:nvPr>
            <p:ph idx="1"/>
          </p:nvPr>
        </p:nvSpPr>
        <p:spPr/>
        <p:txBody>
          <a:bodyPr/>
          <a:lstStyle/>
          <a:p>
            <a:endParaRPr lang="nl-BE" dirty="0"/>
          </a:p>
        </p:txBody>
      </p:sp>
      <p:pic>
        <p:nvPicPr>
          <p:cNvPr id="8" name="Afbeelding 7">
            <a:extLst>
              <a:ext uri="{FF2B5EF4-FFF2-40B4-BE49-F238E27FC236}">
                <a16:creationId xmlns:a16="http://schemas.microsoft.com/office/drawing/2014/main" id="{25284D0F-61A1-4360-BB83-E2B682F12C68}"/>
              </a:ext>
            </a:extLst>
          </p:cNvPr>
          <p:cNvPicPr>
            <a:picLocks noChangeAspect="1"/>
          </p:cNvPicPr>
          <p:nvPr/>
        </p:nvPicPr>
        <p:blipFill>
          <a:blip r:embed="rId3"/>
          <a:stretch>
            <a:fillRect/>
          </a:stretch>
        </p:blipFill>
        <p:spPr>
          <a:xfrm>
            <a:off x="11600" y="549275"/>
            <a:ext cx="9132400" cy="4929955"/>
          </a:xfrm>
          <a:prstGeom prst="rect">
            <a:avLst/>
          </a:prstGeom>
        </p:spPr>
      </p:pic>
    </p:spTree>
    <p:extLst>
      <p:ext uri="{BB962C8B-B14F-4D97-AF65-F5344CB8AC3E}">
        <p14:creationId xmlns:p14="http://schemas.microsoft.com/office/powerpoint/2010/main" val="19393688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B541E2E-4487-4C0C-A571-22A3B26C38ED}"/>
              </a:ext>
            </a:extLst>
          </p:cNvPr>
          <p:cNvSpPr>
            <a:spLocks noGrp="1"/>
          </p:cNvSpPr>
          <p:nvPr>
            <p:ph type="title"/>
          </p:nvPr>
        </p:nvSpPr>
        <p:spPr>
          <a:xfrm>
            <a:off x="454818" y="381794"/>
            <a:ext cx="8234363" cy="792163"/>
          </a:xfrm>
        </p:spPr>
        <p:txBody>
          <a:bodyPr/>
          <a:lstStyle/>
          <a:p>
            <a:r>
              <a:rPr lang="nl-BE" dirty="0" err="1"/>
              <a:t>Methodologies</a:t>
            </a:r>
            <a:r>
              <a:rPr lang="nl-BE" dirty="0"/>
              <a:t> landscape</a:t>
            </a:r>
          </a:p>
        </p:txBody>
      </p:sp>
      <p:sp>
        <p:nvSpPr>
          <p:cNvPr id="3" name="Tijdelijke aanduiding voor inhoud 2">
            <a:extLst>
              <a:ext uri="{FF2B5EF4-FFF2-40B4-BE49-F238E27FC236}">
                <a16:creationId xmlns:a16="http://schemas.microsoft.com/office/drawing/2014/main" id="{1602B0B3-B52C-45F7-9E64-D61CA6562D33}"/>
              </a:ext>
            </a:extLst>
          </p:cNvPr>
          <p:cNvSpPr>
            <a:spLocks noGrp="1"/>
          </p:cNvSpPr>
          <p:nvPr>
            <p:ph idx="1"/>
          </p:nvPr>
        </p:nvSpPr>
        <p:spPr/>
        <p:txBody>
          <a:bodyPr/>
          <a:lstStyle/>
          <a:p>
            <a:endParaRPr lang="nl-BE"/>
          </a:p>
        </p:txBody>
      </p:sp>
      <p:sp>
        <p:nvSpPr>
          <p:cNvPr id="4" name="Tijdelijke aanduiding voor dianummer 3">
            <a:extLst>
              <a:ext uri="{FF2B5EF4-FFF2-40B4-BE49-F238E27FC236}">
                <a16:creationId xmlns:a16="http://schemas.microsoft.com/office/drawing/2014/main" id="{529D97E4-891B-485E-B9F6-7822D4146381}"/>
              </a:ext>
            </a:extLst>
          </p:cNvPr>
          <p:cNvSpPr>
            <a:spLocks noGrp="1"/>
          </p:cNvSpPr>
          <p:nvPr>
            <p:ph type="sldNum" sz="quarter" idx="12"/>
          </p:nvPr>
        </p:nvSpPr>
        <p:spPr/>
        <p:txBody>
          <a:bodyPr/>
          <a:lstStyle/>
          <a:p>
            <a:pPr>
              <a:defRPr/>
            </a:pPr>
            <a:fld id="{3BAE3F46-7F34-4D55-854B-55B1578BB741}" type="slidenum">
              <a:rPr lang="en-US" smtClean="0"/>
              <a:pPr>
                <a:defRPr/>
              </a:pPr>
              <a:t>8</a:t>
            </a:fld>
            <a:endParaRPr lang="en-US"/>
          </a:p>
        </p:txBody>
      </p:sp>
      <p:pic>
        <p:nvPicPr>
          <p:cNvPr id="25602" name="8b95b774-ef3b-4d88-9708-07d6e3eda908" descr="Image">
            <a:extLst>
              <a:ext uri="{FF2B5EF4-FFF2-40B4-BE49-F238E27FC236}">
                <a16:creationId xmlns:a16="http://schemas.microsoft.com/office/drawing/2014/main" id="{D32563C7-49C6-4DA5-A70F-40362E4922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2593" y="1181100"/>
            <a:ext cx="11669184" cy="567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668370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BE" dirty="0" err="1"/>
              <a:t>What</a:t>
            </a:r>
            <a:r>
              <a:rPr lang="nl-BE" dirty="0"/>
              <a:t> is Six Sigma?*</a:t>
            </a:r>
          </a:p>
        </p:txBody>
      </p:sp>
      <p:pic>
        <p:nvPicPr>
          <p:cNvPr id="1423361" name="Picture 1"/>
          <p:cNvPicPr>
            <a:picLocks noChangeAspect="1" noChangeArrowheads="1"/>
          </p:cNvPicPr>
          <p:nvPr/>
        </p:nvPicPr>
        <p:blipFill>
          <a:blip r:embed="rId3" cstate="email"/>
          <a:srcRect/>
          <a:stretch>
            <a:fillRect/>
          </a:stretch>
        </p:blipFill>
        <p:spPr bwMode="auto">
          <a:xfrm>
            <a:off x="4832801" y="-57281"/>
            <a:ext cx="4311199" cy="6858000"/>
          </a:xfrm>
          <a:prstGeom prst="rect">
            <a:avLst/>
          </a:prstGeom>
          <a:noFill/>
          <a:ln w="9525">
            <a:noFill/>
            <a:miter lim="800000"/>
            <a:headEnd/>
            <a:tailEnd/>
          </a:ln>
        </p:spPr>
      </p:pic>
      <p:pic>
        <p:nvPicPr>
          <p:cNvPr id="1423362" name="Picture 2"/>
          <p:cNvPicPr>
            <a:picLocks noChangeAspect="1" noChangeArrowheads="1"/>
          </p:cNvPicPr>
          <p:nvPr/>
        </p:nvPicPr>
        <p:blipFill>
          <a:blip r:embed="rId4" cstate="email"/>
          <a:srcRect/>
          <a:stretch>
            <a:fillRect/>
          </a:stretch>
        </p:blipFill>
        <p:spPr bwMode="auto">
          <a:xfrm>
            <a:off x="0" y="1396043"/>
            <a:ext cx="2990850" cy="2457450"/>
          </a:xfrm>
          <a:prstGeom prst="rect">
            <a:avLst/>
          </a:prstGeom>
          <a:noFill/>
          <a:ln w="9525">
            <a:noFill/>
            <a:miter lim="800000"/>
            <a:headEnd/>
            <a:tailEnd/>
          </a:ln>
        </p:spPr>
      </p:pic>
      <p:pic>
        <p:nvPicPr>
          <p:cNvPr id="1423363" name="Picture 3"/>
          <p:cNvPicPr>
            <a:picLocks noChangeAspect="1" noChangeArrowheads="1"/>
          </p:cNvPicPr>
          <p:nvPr/>
        </p:nvPicPr>
        <p:blipFill>
          <a:blip r:embed="rId5" cstate="email"/>
          <a:srcRect/>
          <a:stretch>
            <a:fillRect/>
          </a:stretch>
        </p:blipFill>
        <p:spPr bwMode="auto">
          <a:xfrm>
            <a:off x="2485408" y="3733692"/>
            <a:ext cx="2240828" cy="3124308"/>
          </a:xfrm>
          <a:prstGeom prst="rect">
            <a:avLst/>
          </a:prstGeom>
          <a:noFill/>
          <a:ln w="9525">
            <a:noFill/>
            <a:miter lim="800000"/>
            <a:headEnd/>
            <a:tailEnd/>
          </a:ln>
        </p:spPr>
      </p:pic>
      <p:sp>
        <p:nvSpPr>
          <p:cNvPr id="6" name="Tijdelijke aanduiding voor dianummer 5"/>
          <p:cNvSpPr>
            <a:spLocks noGrp="1"/>
          </p:cNvSpPr>
          <p:nvPr>
            <p:ph type="sldNum" sz="quarter" idx="12"/>
          </p:nvPr>
        </p:nvSpPr>
        <p:spPr/>
        <p:txBody>
          <a:bodyPr/>
          <a:lstStyle/>
          <a:p>
            <a:pPr>
              <a:defRPr/>
            </a:pPr>
            <a:fld id="{3BAE3F46-7F34-4D55-854B-55B1578BB741}" type="slidenum">
              <a:rPr lang="en-US" smtClean="0"/>
              <a:pPr>
                <a:defRPr/>
              </a:pPr>
              <a:t>9</a:t>
            </a:fld>
            <a:endParaRPr lang="en-US"/>
          </a:p>
        </p:txBody>
      </p:sp>
      <p:sp>
        <p:nvSpPr>
          <p:cNvPr id="7" name="Rechthoek 6"/>
          <p:cNvSpPr/>
          <p:nvPr/>
        </p:nvSpPr>
        <p:spPr bwMode="auto">
          <a:xfrm>
            <a:off x="0" y="2716696"/>
            <a:ext cx="2796209" cy="1086678"/>
          </a:xfrm>
          <a:prstGeom prst="rect">
            <a:avLst/>
          </a:prstGeom>
          <a:solidFill>
            <a:srgbClr val="FFFF00">
              <a:alpha val="50000"/>
            </a:srgbClr>
          </a:solidFill>
          <a:ln w="63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nl-BE" sz="2400" b="0" i="0" u="none" strike="noStrike" cap="none" normalizeH="0" baseline="0">
              <a:ln>
                <a:noFill/>
              </a:ln>
              <a:solidFill>
                <a:schemeClr val="tx1"/>
              </a:solidFill>
              <a:effectLst/>
              <a:latin typeface="Arial" charset="0"/>
              <a:ea typeface="MS PGothic" pitchFamily="34" charset="-128"/>
            </a:endParaRPr>
          </a:p>
        </p:txBody>
      </p:sp>
      <p:sp>
        <p:nvSpPr>
          <p:cNvPr id="8" name="Rechthoek 7"/>
          <p:cNvSpPr/>
          <p:nvPr/>
        </p:nvSpPr>
        <p:spPr bwMode="auto">
          <a:xfrm>
            <a:off x="5282532" y="1241380"/>
            <a:ext cx="1018479" cy="309326"/>
          </a:xfrm>
          <a:prstGeom prst="rect">
            <a:avLst/>
          </a:prstGeom>
          <a:solidFill>
            <a:srgbClr val="FFFF00">
              <a:alpha val="50000"/>
            </a:srgbClr>
          </a:solidFill>
          <a:ln w="63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nl-BE" sz="2400" b="0" i="0" u="none" strike="noStrike" cap="none" normalizeH="0" baseline="0">
              <a:ln>
                <a:noFill/>
              </a:ln>
              <a:solidFill>
                <a:schemeClr val="tx1"/>
              </a:solidFill>
              <a:effectLst/>
              <a:latin typeface="Arial" charset="0"/>
              <a:ea typeface="MS PGothic" pitchFamily="34" charset="-128"/>
            </a:endParaRPr>
          </a:p>
        </p:txBody>
      </p:sp>
      <p:sp>
        <p:nvSpPr>
          <p:cNvPr id="9" name="Titel 1"/>
          <p:cNvSpPr txBox="1">
            <a:spLocks/>
          </p:cNvSpPr>
          <p:nvPr/>
        </p:nvSpPr>
        <p:spPr bwMode="auto">
          <a:xfrm>
            <a:off x="123825" y="5928518"/>
            <a:ext cx="8234363" cy="792163"/>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rtl="0" eaLnBrk="1" fontAlgn="base" hangingPunct="1">
              <a:spcBef>
                <a:spcPct val="0"/>
              </a:spcBef>
              <a:spcAft>
                <a:spcPct val="0"/>
              </a:spcAft>
              <a:defRPr sz="3000">
                <a:solidFill>
                  <a:schemeClr val="tx2"/>
                </a:solidFill>
                <a:latin typeface="+mj-lt"/>
                <a:ea typeface="+mj-ea"/>
                <a:cs typeface="+mj-cs"/>
              </a:defRPr>
            </a:lvl1pPr>
            <a:lvl2pPr algn="l" rtl="0" eaLnBrk="1" fontAlgn="base" hangingPunct="1">
              <a:spcBef>
                <a:spcPct val="0"/>
              </a:spcBef>
              <a:spcAft>
                <a:spcPct val="0"/>
              </a:spcAft>
              <a:defRPr sz="3000">
                <a:solidFill>
                  <a:schemeClr val="tx2"/>
                </a:solidFill>
                <a:latin typeface="Arial" charset="0"/>
                <a:ea typeface="MS PGothic" pitchFamily="34" charset="-128"/>
              </a:defRPr>
            </a:lvl2pPr>
            <a:lvl3pPr algn="l" rtl="0" eaLnBrk="1" fontAlgn="base" hangingPunct="1">
              <a:spcBef>
                <a:spcPct val="0"/>
              </a:spcBef>
              <a:spcAft>
                <a:spcPct val="0"/>
              </a:spcAft>
              <a:defRPr sz="3000">
                <a:solidFill>
                  <a:schemeClr val="tx2"/>
                </a:solidFill>
                <a:latin typeface="Arial" charset="0"/>
                <a:ea typeface="MS PGothic" pitchFamily="34" charset="-128"/>
              </a:defRPr>
            </a:lvl3pPr>
            <a:lvl4pPr algn="l" rtl="0" eaLnBrk="1" fontAlgn="base" hangingPunct="1">
              <a:spcBef>
                <a:spcPct val="0"/>
              </a:spcBef>
              <a:spcAft>
                <a:spcPct val="0"/>
              </a:spcAft>
              <a:defRPr sz="3000">
                <a:solidFill>
                  <a:schemeClr val="tx2"/>
                </a:solidFill>
                <a:latin typeface="Arial" charset="0"/>
                <a:ea typeface="MS PGothic" pitchFamily="34" charset="-128"/>
              </a:defRPr>
            </a:lvl4pPr>
            <a:lvl5pPr algn="l" rtl="0" eaLnBrk="1" fontAlgn="base" hangingPunct="1">
              <a:spcBef>
                <a:spcPct val="0"/>
              </a:spcBef>
              <a:spcAft>
                <a:spcPct val="0"/>
              </a:spcAft>
              <a:defRPr sz="3000">
                <a:solidFill>
                  <a:schemeClr val="tx2"/>
                </a:solidFill>
                <a:latin typeface="Arial" charset="0"/>
                <a:ea typeface="MS PGothic" pitchFamily="34" charset="-128"/>
              </a:defRPr>
            </a:lvl5pPr>
            <a:lvl6pPr marL="457200" algn="l" rtl="0" eaLnBrk="1" fontAlgn="base" hangingPunct="1">
              <a:spcBef>
                <a:spcPct val="0"/>
              </a:spcBef>
              <a:spcAft>
                <a:spcPct val="0"/>
              </a:spcAft>
              <a:defRPr sz="3000">
                <a:solidFill>
                  <a:schemeClr val="tx2"/>
                </a:solidFill>
                <a:latin typeface="Arial" charset="0"/>
                <a:ea typeface="MS PGothic" pitchFamily="34" charset="-128"/>
              </a:defRPr>
            </a:lvl6pPr>
            <a:lvl7pPr marL="914400" algn="l" rtl="0" eaLnBrk="1" fontAlgn="base" hangingPunct="1">
              <a:spcBef>
                <a:spcPct val="0"/>
              </a:spcBef>
              <a:spcAft>
                <a:spcPct val="0"/>
              </a:spcAft>
              <a:defRPr sz="3000">
                <a:solidFill>
                  <a:schemeClr val="tx2"/>
                </a:solidFill>
                <a:latin typeface="Arial" charset="0"/>
                <a:ea typeface="MS PGothic" pitchFamily="34" charset="-128"/>
              </a:defRPr>
            </a:lvl7pPr>
            <a:lvl8pPr marL="1371600" algn="l" rtl="0" eaLnBrk="1" fontAlgn="base" hangingPunct="1">
              <a:spcBef>
                <a:spcPct val="0"/>
              </a:spcBef>
              <a:spcAft>
                <a:spcPct val="0"/>
              </a:spcAft>
              <a:defRPr sz="3000">
                <a:solidFill>
                  <a:schemeClr val="tx2"/>
                </a:solidFill>
                <a:latin typeface="Arial" charset="0"/>
                <a:ea typeface="MS PGothic" pitchFamily="34" charset="-128"/>
              </a:defRPr>
            </a:lvl8pPr>
            <a:lvl9pPr marL="1828800" algn="l" rtl="0" eaLnBrk="1" fontAlgn="base" hangingPunct="1">
              <a:spcBef>
                <a:spcPct val="0"/>
              </a:spcBef>
              <a:spcAft>
                <a:spcPct val="0"/>
              </a:spcAft>
              <a:defRPr sz="3000">
                <a:solidFill>
                  <a:schemeClr val="tx2"/>
                </a:solidFill>
                <a:latin typeface="Arial" charset="0"/>
                <a:ea typeface="MS PGothic" pitchFamily="34" charset="-128"/>
              </a:defRPr>
            </a:lvl9pPr>
          </a:lstStyle>
          <a:p>
            <a:r>
              <a:rPr lang="nl-BE" sz="1200" kern="0" dirty="0"/>
              <a:t>* Source: Six Sigma </a:t>
            </a:r>
            <a:r>
              <a:rPr lang="nl-BE" sz="1200" kern="0" dirty="0" err="1"/>
              <a:t>for</a:t>
            </a:r>
            <a:r>
              <a:rPr lang="nl-BE" sz="1200" kern="0" dirty="0"/>
              <a:t> </a:t>
            </a:r>
            <a:r>
              <a:rPr lang="nl-BE" sz="1200" kern="0" dirty="0" err="1"/>
              <a:t>Dummies</a:t>
            </a:r>
            <a:endParaRPr lang="nl-BE" sz="1200" kern="0" dirty="0"/>
          </a:p>
        </p:txBody>
      </p:sp>
      <p:sp>
        <p:nvSpPr>
          <p:cNvPr id="10" name="Rechthoek 9">
            <a:extLst>
              <a:ext uri="{FF2B5EF4-FFF2-40B4-BE49-F238E27FC236}">
                <a16:creationId xmlns:a16="http://schemas.microsoft.com/office/drawing/2014/main" id="{0FA0BB1A-1C11-4A02-A66E-448115A7FE40}"/>
              </a:ext>
            </a:extLst>
          </p:cNvPr>
          <p:cNvSpPr/>
          <p:nvPr/>
        </p:nvSpPr>
        <p:spPr bwMode="auto">
          <a:xfrm>
            <a:off x="7556809" y="2924277"/>
            <a:ext cx="1018479" cy="309326"/>
          </a:xfrm>
          <a:prstGeom prst="rect">
            <a:avLst/>
          </a:prstGeom>
          <a:solidFill>
            <a:srgbClr val="FFFF00">
              <a:alpha val="50000"/>
            </a:srgbClr>
          </a:solidFill>
          <a:ln w="63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nl-BE" sz="2400" b="0" i="0" u="none" strike="noStrike" cap="none" normalizeH="0" baseline="0">
              <a:ln>
                <a:noFill/>
              </a:ln>
              <a:solidFill>
                <a:schemeClr val="tx1"/>
              </a:solidFill>
              <a:effectLst/>
              <a:latin typeface="Arial" charset="0"/>
              <a:ea typeface="MS PGothic" pitchFamily="34" charset="-128"/>
            </a:endParaRPr>
          </a:p>
        </p:txBody>
      </p:sp>
      <p:sp>
        <p:nvSpPr>
          <p:cNvPr id="11" name="Rechthoek 10">
            <a:extLst>
              <a:ext uri="{FF2B5EF4-FFF2-40B4-BE49-F238E27FC236}">
                <a16:creationId xmlns:a16="http://schemas.microsoft.com/office/drawing/2014/main" id="{15F04E9C-B9A4-4C10-8053-653F7C31AD18}"/>
              </a:ext>
            </a:extLst>
          </p:cNvPr>
          <p:cNvSpPr/>
          <p:nvPr/>
        </p:nvSpPr>
        <p:spPr bwMode="auto">
          <a:xfrm>
            <a:off x="7556809" y="3261800"/>
            <a:ext cx="1115704" cy="309326"/>
          </a:xfrm>
          <a:prstGeom prst="rect">
            <a:avLst/>
          </a:prstGeom>
          <a:solidFill>
            <a:srgbClr val="FFFF00">
              <a:alpha val="50000"/>
            </a:srgbClr>
          </a:solidFill>
          <a:ln w="63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nl-BE" sz="2400" b="0" i="0" u="none" strike="noStrike" cap="none" normalizeH="0" baseline="0">
              <a:ln>
                <a:noFill/>
              </a:ln>
              <a:solidFill>
                <a:schemeClr val="tx1"/>
              </a:solidFill>
              <a:effectLst/>
              <a:latin typeface="Arial" charset="0"/>
              <a:ea typeface="MS PGothic" pitchFamily="34" charset="-128"/>
            </a:endParaRPr>
          </a:p>
        </p:txBody>
      </p:sp>
      <p:sp>
        <p:nvSpPr>
          <p:cNvPr id="12" name="Rechthoek 11">
            <a:extLst>
              <a:ext uri="{FF2B5EF4-FFF2-40B4-BE49-F238E27FC236}">
                <a16:creationId xmlns:a16="http://schemas.microsoft.com/office/drawing/2014/main" id="{5C6B77D2-1EC6-439A-8E9D-BA9C4CFC3BF8}"/>
              </a:ext>
            </a:extLst>
          </p:cNvPr>
          <p:cNvSpPr/>
          <p:nvPr/>
        </p:nvSpPr>
        <p:spPr bwMode="auto">
          <a:xfrm>
            <a:off x="7579889" y="3891109"/>
            <a:ext cx="1115704" cy="309326"/>
          </a:xfrm>
          <a:prstGeom prst="rect">
            <a:avLst/>
          </a:prstGeom>
          <a:solidFill>
            <a:srgbClr val="FFFF00">
              <a:alpha val="50000"/>
            </a:srgbClr>
          </a:solidFill>
          <a:ln w="63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nl-BE" sz="2400" b="0" i="0" u="none" strike="noStrike" cap="none" normalizeH="0" baseline="0">
              <a:ln>
                <a:noFill/>
              </a:ln>
              <a:solidFill>
                <a:schemeClr val="tx1"/>
              </a:solidFill>
              <a:effectLst/>
              <a:latin typeface="Arial" charset="0"/>
              <a:ea typeface="MS PGothic" pitchFamily="34" charset="-128"/>
            </a:endParaRPr>
          </a:p>
        </p:txBody>
      </p:sp>
      <p:sp>
        <p:nvSpPr>
          <p:cNvPr id="13" name="Rechthoek 12">
            <a:extLst>
              <a:ext uri="{FF2B5EF4-FFF2-40B4-BE49-F238E27FC236}">
                <a16:creationId xmlns:a16="http://schemas.microsoft.com/office/drawing/2014/main" id="{EADF95B4-E6BE-48AD-A60D-5BC71BA6F32C}"/>
              </a:ext>
            </a:extLst>
          </p:cNvPr>
          <p:cNvSpPr/>
          <p:nvPr/>
        </p:nvSpPr>
        <p:spPr bwMode="auto">
          <a:xfrm>
            <a:off x="7508196" y="828309"/>
            <a:ext cx="1115704" cy="309326"/>
          </a:xfrm>
          <a:prstGeom prst="rect">
            <a:avLst/>
          </a:prstGeom>
          <a:solidFill>
            <a:srgbClr val="FFFF00">
              <a:alpha val="50000"/>
            </a:srgbClr>
          </a:solidFill>
          <a:ln w="63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nl-BE" sz="2400" b="0" i="0" u="none" strike="noStrike" cap="none" normalizeH="0" baseline="0">
              <a:ln>
                <a:noFill/>
              </a:ln>
              <a:solidFill>
                <a:schemeClr val="tx1"/>
              </a:solidFill>
              <a:effectLst/>
              <a:latin typeface="Arial" charset="0"/>
              <a:ea typeface="MS PGothic" pitchFamily="34" charset="-128"/>
            </a:endParaRPr>
          </a:p>
        </p:txBody>
      </p:sp>
      <p:sp>
        <p:nvSpPr>
          <p:cNvPr id="14" name="Rechthoek 13">
            <a:extLst>
              <a:ext uri="{FF2B5EF4-FFF2-40B4-BE49-F238E27FC236}">
                <a16:creationId xmlns:a16="http://schemas.microsoft.com/office/drawing/2014/main" id="{67C60D2A-E255-46EA-BF7F-0765A25CB767}"/>
              </a:ext>
            </a:extLst>
          </p:cNvPr>
          <p:cNvSpPr/>
          <p:nvPr/>
        </p:nvSpPr>
        <p:spPr bwMode="auto">
          <a:xfrm>
            <a:off x="7508196" y="1160512"/>
            <a:ext cx="1115704" cy="309326"/>
          </a:xfrm>
          <a:prstGeom prst="rect">
            <a:avLst/>
          </a:prstGeom>
          <a:solidFill>
            <a:srgbClr val="FFFF00">
              <a:alpha val="50000"/>
            </a:srgbClr>
          </a:solidFill>
          <a:ln w="63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nl-BE" sz="2400" b="0" i="0" u="none" strike="noStrike" cap="none" normalizeH="0" baseline="0">
              <a:ln>
                <a:noFill/>
              </a:ln>
              <a:solidFill>
                <a:schemeClr val="tx1"/>
              </a:solidFill>
              <a:effectLst/>
              <a:latin typeface="Arial" charset="0"/>
              <a:ea typeface="MS PGothic" pitchFamily="34" charset="-128"/>
            </a:endParaRPr>
          </a:p>
        </p:txBody>
      </p:sp>
      <p:sp>
        <p:nvSpPr>
          <p:cNvPr id="15" name="Rechthoek 14">
            <a:extLst>
              <a:ext uri="{FF2B5EF4-FFF2-40B4-BE49-F238E27FC236}">
                <a16:creationId xmlns:a16="http://schemas.microsoft.com/office/drawing/2014/main" id="{4063C87E-C7EB-446F-B357-16A5E2A9FA9D}"/>
              </a:ext>
            </a:extLst>
          </p:cNvPr>
          <p:cNvSpPr/>
          <p:nvPr/>
        </p:nvSpPr>
        <p:spPr bwMode="auto">
          <a:xfrm>
            <a:off x="7556809" y="2592075"/>
            <a:ext cx="1115704" cy="331094"/>
          </a:xfrm>
          <a:prstGeom prst="rect">
            <a:avLst/>
          </a:prstGeom>
          <a:solidFill>
            <a:srgbClr val="FFFF00">
              <a:alpha val="50000"/>
            </a:srgbClr>
          </a:solidFill>
          <a:ln w="63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nl-BE" sz="2400" b="0" i="0" u="none" strike="noStrike" cap="none" normalizeH="0" baseline="0">
              <a:ln>
                <a:noFill/>
              </a:ln>
              <a:solidFill>
                <a:schemeClr val="tx1"/>
              </a:solidFill>
              <a:effectLst/>
              <a:latin typeface="Arial" charset="0"/>
              <a:ea typeface="MS PGothic" pitchFamily="34" charset="-128"/>
            </a:endParaRPr>
          </a:p>
        </p:txBody>
      </p:sp>
      <p:sp>
        <p:nvSpPr>
          <p:cNvPr id="16" name="Rechthoek 15">
            <a:extLst>
              <a:ext uri="{FF2B5EF4-FFF2-40B4-BE49-F238E27FC236}">
                <a16:creationId xmlns:a16="http://schemas.microsoft.com/office/drawing/2014/main" id="{8ED2D1A8-7AFE-438A-B32F-571BE216EA3F}"/>
              </a:ext>
            </a:extLst>
          </p:cNvPr>
          <p:cNvSpPr/>
          <p:nvPr/>
        </p:nvSpPr>
        <p:spPr bwMode="auto">
          <a:xfrm>
            <a:off x="7580286" y="5374554"/>
            <a:ext cx="1115704" cy="309326"/>
          </a:xfrm>
          <a:prstGeom prst="rect">
            <a:avLst/>
          </a:prstGeom>
          <a:solidFill>
            <a:srgbClr val="FFFF00">
              <a:alpha val="50000"/>
            </a:srgbClr>
          </a:solidFill>
          <a:ln w="63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nl-BE" sz="2400" b="0" i="0" u="none" strike="noStrike" cap="none" normalizeH="0" baseline="0">
              <a:ln>
                <a:noFill/>
              </a:ln>
              <a:solidFill>
                <a:schemeClr val="tx1"/>
              </a:solidFill>
              <a:effectLst/>
              <a:latin typeface="Arial" charset="0"/>
              <a:ea typeface="MS PGothic" pitchFamily="34" charset="-128"/>
            </a:endParaRPr>
          </a:p>
        </p:txBody>
      </p:sp>
      <p:sp>
        <p:nvSpPr>
          <p:cNvPr id="17" name="Rechthoek 16">
            <a:extLst>
              <a:ext uri="{FF2B5EF4-FFF2-40B4-BE49-F238E27FC236}">
                <a16:creationId xmlns:a16="http://schemas.microsoft.com/office/drawing/2014/main" id="{A783C11E-6506-4C8D-9721-5CD8473F7A19}"/>
              </a:ext>
            </a:extLst>
          </p:cNvPr>
          <p:cNvSpPr/>
          <p:nvPr/>
        </p:nvSpPr>
        <p:spPr bwMode="auto">
          <a:xfrm>
            <a:off x="7579889" y="5704839"/>
            <a:ext cx="1115704" cy="223679"/>
          </a:xfrm>
          <a:prstGeom prst="rect">
            <a:avLst/>
          </a:prstGeom>
          <a:solidFill>
            <a:srgbClr val="FFFF00">
              <a:alpha val="50000"/>
            </a:srgbClr>
          </a:solidFill>
          <a:ln w="63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nl-BE" sz="2400" b="0" i="0" u="none" strike="noStrike" cap="none" normalizeH="0" baseline="0">
              <a:ln>
                <a:noFill/>
              </a:ln>
              <a:solidFill>
                <a:schemeClr val="tx1"/>
              </a:solidFill>
              <a:effectLst/>
              <a:latin typeface="Arial" charset="0"/>
              <a:ea typeface="MS PGothic" pitchFamily="34" charset="-128"/>
            </a:endParaRPr>
          </a:p>
        </p:txBody>
      </p:sp>
      <p:sp>
        <p:nvSpPr>
          <p:cNvPr id="18" name="Rechthoek 17">
            <a:extLst>
              <a:ext uri="{FF2B5EF4-FFF2-40B4-BE49-F238E27FC236}">
                <a16:creationId xmlns:a16="http://schemas.microsoft.com/office/drawing/2014/main" id="{A8347CA0-E5E8-4944-ACCB-82D89E266843}"/>
              </a:ext>
            </a:extLst>
          </p:cNvPr>
          <p:cNvSpPr/>
          <p:nvPr/>
        </p:nvSpPr>
        <p:spPr bwMode="auto">
          <a:xfrm>
            <a:off x="5302263" y="5103777"/>
            <a:ext cx="1115704" cy="309326"/>
          </a:xfrm>
          <a:prstGeom prst="rect">
            <a:avLst/>
          </a:prstGeom>
          <a:solidFill>
            <a:srgbClr val="FFFF00">
              <a:alpha val="50000"/>
            </a:srgbClr>
          </a:solidFill>
          <a:ln w="63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nl-BE" sz="2400" b="0" i="0" u="none" strike="noStrike" cap="none" normalizeH="0" baseline="0">
              <a:ln>
                <a:noFill/>
              </a:ln>
              <a:solidFill>
                <a:schemeClr val="tx1"/>
              </a:solidFill>
              <a:effectLst/>
              <a:latin typeface="Arial" charset="0"/>
              <a:ea typeface="MS PGothic" pitchFamily="34" charset="-128"/>
            </a:endParaRPr>
          </a:p>
        </p:txBody>
      </p:sp>
      <p:sp>
        <p:nvSpPr>
          <p:cNvPr id="19" name="Rechthoek 18">
            <a:extLst>
              <a:ext uri="{FF2B5EF4-FFF2-40B4-BE49-F238E27FC236}">
                <a16:creationId xmlns:a16="http://schemas.microsoft.com/office/drawing/2014/main" id="{2742F8EA-856B-4437-AE5E-1A9D92AA4CB4}"/>
              </a:ext>
            </a:extLst>
          </p:cNvPr>
          <p:cNvSpPr/>
          <p:nvPr/>
        </p:nvSpPr>
        <p:spPr bwMode="auto">
          <a:xfrm>
            <a:off x="5282531" y="6119570"/>
            <a:ext cx="1669253" cy="375015"/>
          </a:xfrm>
          <a:prstGeom prst="rect">
            <a:avLst/>
          </a:prstGeom>
          <a:solidFill>
            <a:srgbClr val="FFFF00">
              <a:alpha val="50000"/>
            </a:srgbClr>
          </a:solidFill>
          <a:ln w="63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nl-BE" sz="2400" b="0" i="0" u="none" strike="noStrike" cap="none" normalizeH="0" baseline="0">
              <a:ln>
                <a:noFill/>
              </a:ln>
              <a:solidFill>
                <a:schemeClr val="tx1"/>
              </a:solidFill>
              <a:effectLst/>
              <a:latin typeface="Arial" charset="0"/>
              <a:ea typeface="MS PGothic" pitchFamily="34" charset="-128"/>
            </a:endParaRPr>
          </a:p>
        </p:txBody>
      </p:sp>
      <p:sp>
        <p:nvSpPr>
          <p:cNvPr id="20" name="Rechthoek 19">
            <a:extLst>
              <a:ext uri="{FF2B5EF4-FFF2-40B4-BE49-F238E27FC236}">
                <a16:creationId xmlns:a16="http://schemas.microsoft.com/office/drawing/2014/main" id="{8ED03F9A-B2F6-400F-A169-2DF37EFF5C21}"/>
              </a:ext>
            </a:extLst>
          </p:cNvPr>
          <p:cNvSpPr/>
          <p:nvPr/>
        </p:nvSpPr>
        <p:spPr bwMode="auto">
          <a:xfrm>
            <a:off x="5323418" y="4200435"/>
            <a:ext cx="1358735" cy="309326"/>
          </a:xfrm>
          <a:prstGeom prst="rect">
            <a:avLst/>
          </a:prstGeom>
          <a:solidFill>
            <a:srgbClr val="FFFF00">
              <a:alpha val="50000"/>
            </a:srgbClr>
          </a:solidFill>
          <a:ln w="63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nl-BE" sz="2400" b="0" i="0" u="none" strike="noStrike" cap="none" normalizeH="0" baseline="0">
              <a:ln>
                <a:noFill/>
              </a:ln>
              <a:solidFill>
                <a:schemeClr val="tx1"/>
              </a:solidFill>
              <a:effectLst/>
              <a:latin typeface="Arial" charset="0"/>
              <a:ea typeface="MS PGothic" pitchFamily="34" charset="-128"/>
            </a:endParaRPr>
          </a:p>
        </p:txBody>
      </p:sp>
      <p:sp>
        <p:nvSpPr>
          <p:cNvPr id="21" name="Rechthoek 20">
            <a:extLst>
              <a:ext uri="{FF2B5EF4-FFF2-40B4-BE49-F238E27FC236}">
                <a16:creationId xmlns:a16="http://schemas.microsoft.com/office/drawing/2014/main" id="{F4C17B8E-F675-425C-9A67-831DD4E46B34}"/>
              </a:ext>
            </a:extLst>
          </p:cNvPr>
          <p:cNvSpPr/>
          <p:nvPr/>
        </p:nvSpPr>
        <p:spPr bwMode="auto">
          <a:xfrm>
            <a:off x="5323419" y="4528319"/>
            <a:ext cx="538120" cy="309326"/>
          </a:xfrm>
          <a:prstGeom prst="rect">
            <a:avLst/>
          </a:prstGeom>
          <a:solidFill>
            <a:srgbClr val="FFFF00">
              <a:alpha val="50000"/>
            </a:srgbClr>
          </a:solidFill>
          <a:ln w="63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nl-BE" sz="2400" b="0" i="0" u="none" strike="noStrike" cap="none" normalizeH="0" baseline="0">
              <a:ln>
                <a:noFill/>
              </a:ln>
              <a:solidFill>
                <a:schemeClr val="tx1"/>
              </a:solidFill>
              <a:effectLst/>
              <a:latin typeface="Arial" charset="0"/>
              <a:ea typeface="MS PGothic" pitchFamily="34" charset="-128"/>
            </a:endParaRPr>
          </a:p>
        </p:txBody>
      </p:sp>
      <p:sp>
        <p:nvSpPr>
          <p:cNvPr id="22" name="Rechthoek 21">
            <a:extLst>
              <a:ext uri="{FF2B5EF4-FFF2-40B4-BE49-F238E27FC236}">
                <a16:creationId xmlns:a16="http://schemas.microsoft.com/office/drawing/2014/main" id="{82B0D5C3-D649-427D-B046-110F48AF48B0}"/>
              </a:ext>
            </a:extLst>
          </p:cNvPr>
          <p:cNvSpPr/>
          <p:nvPr/>
        </p:nvSpPr>
        <p:spPr bwMode="auto">
          <a:xfrm>
            <a:off x="7579889" y="3562553"/>
            <a:ext cx="1115704" cy="309326"/>
          </a:xfrm>
          <a:prstGeom prst="rect">
            <a:avLst/>
          </a:prstGeom>
          <a:solidFill>
            <a:srgbClr val="FFFF00">
              <a:alpha val="50000"/>
            </a:srgbClr>
          </a:solidFill>
          <a:ln w="63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nl-BE" sz="2400" b="0" i="0" u="none" strike="noStrike" cap="none" normalizeH="0" baseline="0">
              <a:ln>
                <a:noFill/>
              </a:ln>
              <a:solidFill>
                <a:schemeClr val="tx1"/>
              </a:solidFill>
              <a:effectLst/>
              <a:latin typeface="Arial" charset="0"/>
              <a:ea typeface="MS PGothic" pitchFamily="34" charset="-128"/>
            </a:endParaRPr>
          </a:p>
        </p:txBody>
      </p:sp>
      <p:sp>
        <p:nvSpPr>
          <p:cNvPr id="3" name="Tekstvak 2">
            <a:extLst>
              <a:ext uri="{FF2B5EF4-FFF2-40B4-BE49-F238E27FC236}">
                <a16:creationId xmlns:a16="http://schemas.microsoft.com/office/drawing/2014/main" id="{95D8BA5B-1377-2FD2-4591-F62B0CD76882}"/>
              </a:ext>
            </a:extLst>
          </p:cNvPr>
          <p:cNvSpPr txBox="1"/>
          <p:nvPr/>
        </p:nvSpPr>
        <p:spPr>
          <a:xfrm>
            <a:off x="7556810" y="5374554"/>
            <a:ext cx="1162658" cy="540000"/>
          </a:xfrm>
          <a:prstGeom prst="rect">
            <a:avLst/>
          </a:prstGeom>
          <a:noFill/>
          <a:ln w="38100">
            <a:solidFill>
              <a:schemeClr val="tx2"/>
            </a:solidFill>
          </a:ln>
        </p:spPr>
        <p:txBody>
          <a:bodyPr wrap="square" rtlCol="0">
            <a:spAutoFit/>
          </a:bodyPr>
          <a:lstStyle/>
          <a:p>
            <a:endParaRPr lang="es-ES" dirty="0"/>
          </a:p>
        </p:txBody>
      </p:sp>
      <p:sp>
        <p:nvSpPr>
          <p:cNvPr id="4" name="Tekstvak 3">
            <a:extLst>
              <a:ext uri="{FF2B5EF4-FFF2-40B4-BE49-F238E27FC236}">
                <a16:creationId xmlns:a16="http://schemas.microsoft.com/office/drawing/2014/main" id="{5879053C-84CA-732D-625D-DA21446D2152}"/>
              </a:ext>
            </a:extLst>
          </p:cNvPr>
          <p:cNvSpPr txBox="1"/>
          <p:nvPr/>
        </p:nvSpPr>
        <p:spPr>
          <a:xfrm>
            <a:off x="5282530" y="6122557"/>
            <a:ext cx="1669253" cy="360000"/>
          </a:xfrm>
          <a:prstGeom prst="rect">
            <a:avLst/>
          </a:prstGeom>
          <a:noFill/>
          <a:ln w="38100">
            <a:solidFill>
              <a:schemeClr val="tx2"/>
            </a:solidFill>
          </a:ln>
        </p:spPr>
        <p:txBody>
          <a:bodyPr wrap="square" rtlCol="0">
            <a:spAutoFit/>
          </a:bodyPr>
          <a:lstStyle/>
          <a:p>
            <a:endParaRPr lang="es-ES" dirty="0"/>
          </a:p>
        </p:txBody>
      </p:sp>
      <p:sp>
        <p:nvSpPr>
          <p:cNvPr id="5" name="Tekstvak 4">
            <a:extLst>
              <a:ext uri="{FF2B5EF4-FFF2-40B4-BE49-F238E27FC236}">
                <a16:creationId xmlns:a16="http://schemas.microsoft.com/office/drawing/2014/main" id="{577F6333-F0E3-68AC-36F6-B02C5ED21784}"/>
              </a:ext>
            </a:extLst>
          </p:cNvPr>
          <p:cNvSpPr txBox="1"/>
          <p:nvPr/>
        </p:nvSpPr>
        <p:spPr>
          <a:xfrm>
            <a:off x="7528415" y="819683"/>
            <a:ext cx="1086859" cy="345811"/>
          </a:xfrm>
          <a:prstGeom prst="rect">
            <a:avLst/>
          </a:prstGeom>
          <a:noFill/>
          <a:ln w="38100">
            <a:solidFill>
              <a:schemeClr val="tx2"/>
            </a:solidFill>
          </a:ln>
        </p:spPr>
        <p:txBody>
          <a:bodyPr wrap="square" rtlCol="0">
            <a:spAutoFit/>
          </a:bodyPr>
          <a:lstStyle/>
          <a:p>
            <a:endParaRPr lang="es-E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BE"/>
              <a:t>Six Sigma scientific - statistical point of view</a:t>
            </a:r>
            <a:endParaRPr lang="nl-BE" dirty="0"/>
          </a:p>
        </p:txBody>
      </p:sp>
      <p:sp>
        <p:nvSpPr>
          <p:cNvPr id="3" name="Tijdelijke aanduiding voor inhoud 2"/>
          <p:cNvSpPr>
            <a:spLocks noGrp="1"/>
          </p:cNvSpPr>
          <p:nvPr>
            <p:ph idx="1"/>
          </p:nvPr>
        </p:nvSpPr>
        <p:spPr/>
        <p:txBody>
          <a:bodyPr/>
          <a:lstStyle/>
          <a:p>
            <a:r>
              <a:rPr lang="nl-BE" dirty="0" err="1">
                <a:solidFill>
                  <a:srgbClr val="FF0000"/>
                </a:solidFill>
              </a:rPr>
              <a:t>Dispersion</a:t>
            </a:r>
            <a:r>
              <a:rPr lang="nl-BE" dirty="0"/>
              <a:t> </a:t>
            </a:r>
            <a:r>
              <a:rPr lang="nl-BE" dirty="0" err="1"/>
              <a:t>everywhere</a:t>
            </a:r>
            <a:r>
              <a:rPr lang="nl-BE" dirty="0"/>
              <a:t> </a:t>
            </a:r>
            <a:br>
              <a:rPr lang="nl-BE" dirty="0"/>
            </a:br>
            <a:r>
              <a:rPr lang="nl-BE" dirty="0"/>
              <a:t>(</a:t>
            </a:r>
            <a:r>
              <a:rPr lang="nl-BE" dirty="0" err="1"/>
              <a:t>entropy</a:t>
            </a:r>
            <a:r>
              <a:rPr lang="nl-BE" dirty="0"/>
              <a:t> – second </a:t>
            </a:r>
            <a:r>
              <a:rPr lang="nl-BE" dirty="0" err="1"/>
              <a:t>law</a:t>
            </a:r>
            <a:r>
              <a:rPr lang="nl-BE" dirty="0"/>
              <a:t> of </a:t>
            </a:r>
            <a:r>
              <a:rPr lang="nl-BE" dirty="0" err="1"/>
              <a:t>thermodynamics</a:t>
            </a:r>
            <a:r>
              <a:rPr lang="nl-BE" dirty="0"/>
              <a:t>) – </a:t>
            </a:r>
            <a:r>
              <a:rPr lang="nl-BE" dirty="0" err="1"/>
              <a:t>dS</a:t>
            </a:r>
            <a:r>
              <a:rPr lang="nl-BE" dirty="0"/>
              <a:t>/</a:t>
            </a:r>
            <a:r>
              <a:rPr lang="nl-BE" dirty="0" err="1"/>
              <a:t>dt</a:t>
            </a:r>
            <a:r>
              <a:rPr lang="nl-BE" dirty="0"/>
              <a:t> &gt;= 0</a:t>
            </a:r>
            <a:br>
              <a:rPr lang="nl-BE" dirty="0"/>
            </a:br>
            <a:r>
              <a:rPr lang="nl-BE" dirty="0" err="1"/>
              <a:t>Dispersion</a:t>
            </a:r>
            <a:r>
              <a:rPr lang="nl-BE" dirty="0"/>
              <a:t> is </a:t>
            </a:r>
            <a:r>
              <a:rPr lang="nl-BE" dirty="0" err="1"/>
              <a:t>expressed</a:t>
            </a:r>
            <a:r>
              <a:rPr lang="nl-BE" dirty="0"/>
              <a:t> in </a:t>
            </a:r>
            <a:r>
              <a:rPr lang="nl-BE" dirty="0" err="1"/>
              <a:t>variance</a:t>
            </a:r>
            <a:r>
              <a:rPr lang="nl-BE" dirty="0"/>
              <a:t> / standard </a:t>
            </a:r>
            <a:r>
              <a:rPr lang="nl-BE" dirty="0" err="1"/>
              <a:t>deviation</a:t>
            </a:r>
            <a:r>
              <a:rPr lang="nl-BE" dirty="0"/>
              <a:t> (sigma)</a:t>
            </a:r>
          </a:p>
          <a:p>
            <a:r>
              <a:rPr lang="nl-BE" dirty="0" err="1"/>
              <a:t>Control</a:t>
            </a:r>
            <a:r>
              <a:rPr lang="nl-BE" dirty="0"/>
              <a:t> </a:t>
            </a:r>
            <a:r>
              <a:rPr lang="nl-BE" dirty="0" err="1"/>
              <a:t>dispersion</a:t>
            </a:r>
            <a:r>
              <a:rPr lang="nl-BE" dirty="0"/>
              <a:t> </a:t>
            </a:r>
            <a:r>
              <a:rPr lang="nl-BE" dirty="0">
                <a:sym typeface="Wingdings" pitchFamily="2" charset="2"/>
              </a:rPr>
              <a:t> zero defects</a:t>
            </a:r>
            <a:endParaRPr lang="nl-BE" dirty="0"/>
          </a:p>
          <a:p>
            <a:r>
              <a:rPr lang="nl-BE" dirty="0" err="1"/>
              <a:t>Statistics</a:t>
            </a:r>
            <a:r>
              <a:rPr lang="nl-BE" dirty="0"/>
              <a:t> – </a:t>
            </a:r>
            <a:r>
              <a:rPr lang="nl-BE" dirty="0" err="1"/>
              <a:t>descriptive</a:t>
            </a:r>
            <a:r>
              <a:rPr lang="nl-BE" dirty="0"/>
              <a:t>/</a:t>
            </a:r>
            <a:r>
              <a:rPr lang="nl-BE" dirty="0" err="1"/>
              <a:t>analysis</a:t>
            </a:r>
            <a:endParaRPr lang="nl-BE" dirty="0"/>
          </a:p>
          <a:p>
            <a:endParaRPr lang="nl-BE" dirty="0"/>
          </a:p>
          <a:p>
            <a:r>
              <a:rPr lang="nl-BE" dirty="0">
                <a:solidFill>
                  <a:srgbClr val="FF0000"/>
                </a:solidFill>
              </a:rPr>
              <a:t>Standard </a:t>
            </a:r>
            <a:r>
              <a:rPr lang="nl-BE" dirty="0" err="1">
                <a:solidFill>
                  <a:srgbClr val="FF0000"/>
                </a:solidFill>
              </a:rPr>
              <a:t>normal</a:t>
            </a:r>
            <a:r>
              <a:rPr lang="nl-BE" dirty="0">
                <a:solidFill>
                  <a:srgbClr val="FF0000"/>
                </a:solidFill>
              </a:rPr>
              <a:t> distribution</a:t>
            </a:r>
            <a:r>
              <a:rPr lang="nl-BE" dirty="0"/>
              <a:t> – </a:t>
            </a:r>
            <a:r>
              <a:rPr lang="nl-BE" dirty="0" err="1"/>
              <a:t>also</a:t>
            </a:r>
            <a:r>
              <a:rPr lang="nl-BE" dirty="0"/>
              <a:t> </a:t>
            </a:r>
            <a:r>
              <a:rPr lang="nl-BE" dirty="0" err="1"/>
              <a:t>other</a:t>
            </a:r>
            <a:r>
              <a:rPr lang="nl-BE" dirty="0"/>
              <a:t> </a:t>
            </a:r>
            <a:r>
              <a:rPr lang="nl-BE" dirty="0" err="1"/>
              <a:t>distributions</a:t>
            </a:r>
            <a:endParaRPr lang="nl-BE" dirty="0"/>
          </a:p>
          <a:p>
            <a:endParaRPr lang="nl-BE" dirty="0"/>
          </a:p>
          <a:p>
            <a:r>
              <a:rPr lang="nl-BE" dirty="0" err="1">
                <a:solidFill>
                  <a:srgbClr val="FF0000"/>
                </a:solidFill>
              </a:rPr>
              <a:t>Nothing</a:t>
            </a:r>
            <a:r>
              <a:rPr lang="nl-BE" dirty="0">
                <a:solidFill>
                  <a:srgbClr val="FF0000"/>
                </a:solidFill>
              </a:rPr>
              <a:t> is </a:t>
            </a:r>
            <a:r>
              <a:rPr lang="nl-BE" dirty="0" err="1">
                <a:solidFill>
                  <a:srgbClr val="FF0000"/>
                </a:solidFill>
              </a:rPr>
              <a:t>sure</a:t>
            </a:r>
            <a:r>
              <a:rPr lang="nl-BE" dirty="0"/>
              <a:t> – </a:t>
            </a:r>
            <a:r>
              <a:rPr lang="nl-BE" dirty="0" err="1"/>
              <a:t>always</a:t>
            </a:r>
            <a:r>
              <a:rPr lang="nl-BE" dirty="0"/>
              <a:t> a </a:t>
            </a:r>
            <a:r>
              <a:rPr lang="nl-BE" dirty="0" err="1"/>
              <a:t>chance</a:t>
            </a:r>
            <a:r>
              <a:rPr lang="nl-BE" dirty="0"/>
              <a:t> </a:t>
            </a:r>
            <a:r>
              <a:rPr lang="nl-BE" dirty="0" err="1"/>
              <a:t>that</a:t>
            </a:r>
            <a:r>
              <a:rPr lang="nl-BE" dirty="0"/>
              <a:t> a hypothesis is wrong</a:t>
            </a:r>
            <a:br>
              <a:rPr lang="nl-BE" dirty="0"/>
            </a:br>
            <a:r>
              <a:rPr lang="nl-BE" dirty="0"/>
              <a:t>E.g., </a:t>
            </a:r>
            <a:r>
              <a:rPr lang="nl-BE" dirty="0" err="1"/>
              <a:t>weather</a:t>
            </a:r>
            <a:r>
              <a:rPr lang="nl-BE" dirty="0"/>
              <a:t> </a:t>
            </a:r>
            <a:r>
              <a:rPr lang="nl-BE" dirty="0" err="1"/>
              <a:t>forecast</a:t>
            </a:r>
            <a:endParaRPr lang="nl-BE" dirty="0"/>
          </a:p>
          <a:p>
            <a:endParaRPr lang="nl-BE" dirty="0"/>
          </a:p>
        </p:txBody>
      </p:sp>
      <p:sp>
        <p:nvSpPr>
          <p:cNvPr id="4" name="Tijdelijke aanduiding voor dianummer 3"/>
          <p:cNvSpPr>
            <a:spLocks noGrp="1"/>
          </p:cNvSpPr>
          <p:nvPr>
            <p:ph type="sldNum" sz="quarter" idx="12"/>
          </p:nvPr>
        </p:nvSpPr>
        <p:spPr/>
        <p:txBody>
          <a:bodyPr/>
          <a:lstStyle/>
          <a:p>
            <a:pPr>
              <a:defRPr/>
            </a:pPr>
            <a:fld id="{3BAE3F46-7F34-4D55-854B-55B1578BB741}" type="slidenum">
              <a:rPr lang="en-US" smtClean="0"/>
              <a:pPr>
                <a:defRPr/>
              </a:pPr>
              <a:t>10</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E1F8F4F-800A-4B95-B3E9-B9DBA3E7E9C1}"/>
              </a:ext>
            </a:extLst>
          </p:cNvPr>
          <p:cNvSpPr>
            <a:spLocks noGrp="1"/>
          </p:cNvSpPr>
          <p:nvPr>
            <p:ph type="title"/>
          </p:nvPr>
        </p:nvSpPr>
        <p:spPr/>
        <p:txBody>
          <a:bodyPr/>
          <a:lstStyle/>
          <a:p>
            <a:r>
              <a:rPr lang="nl-BE" dirty="0"/>
              <a:t>Data </a:t>
            </a:r>
            <a:r>
              <a:rPr lang="nl-BE" dirty="0" err="1"/>
              <a:t>collection</a:t>
            </a:r>
            <a:endParaRPr lang="nl-BE" dirty="0"/>
          </a:p>
        </p:txBody>
      </p:sp>
      <p:sp>
        <p:nvSpPr>
          <p:cNvPr id="3" name="Tijdelijke aanduiding voor inhoud 2">
            <a:extLst>
              <a:ext uri="{FF2B5EF4-FFF2-40B4-BE49-F238E27FC236}">
                <a16:creationId xmlns:a16="http://schemas.microsoft.com/office/drawing/2014/main" id="{E62F194D-78AB-45A8-9AC7-21AAFCF4DDDC}"/>
              </a:ext>
            </a:extLst>
          </p:cNvPr>
          <p:cNvSpPr>
            <a:spLocks noGrp="1"/>
          </p:cNvSpPr>
          <p:nvPr>
            <p:ph idx="1"/>
          </p:nvPr>
        </p:nvSpPr>
        <p:spPr/>
        <p:txBody>
          <a:bodyPr/>
          <a:lstStyle/>
          <a:p>
            <a:r>
              <a:rPr lang="en-US" dirty="0"/>
              <a:t>As basis: observations &amp; measurements to collect data (simple means, lab, on-line) with steps:</a:t>
            </a:r>
          </a:p>
          <a:p>
            <a:pPr marL="752475" lvl="1" indent="-457200">
              <a:buFont typeface="+mj-lt"/>
              <a:buAutoNum type="arabicPeriod"/>
            </a:pPr>
            <a:r>
              <a:rPr lang="en-US" sz="1400" dirty="0"/>
              <a:t>  Define well what you want to measure (what matters, independent variables)</a:t>
            </a:r>
          </a:p>
          <a:p>
            <a:pPr marL="752475" lvl="1" indent="-457200">
              <a:buFont typeface="+mj-lt"/>
              <a:buAutoNum type="arabicPeriod"/>
            </a:pPr>
            <a:r>
              <a:rPr lang="en-US" sz="1400" dirty="0"/>
              <a:t>  Choose data collection method: experiments, on-line, but also: surveys, interviews, ... </a:t>
            </a:r>
          </a:p>
          <a:p>
            <a:pPr marL="752475" lvl="1" indent="-457200">
              <a:buFont typeface="+mj-lt"/>
              <a:buAutoNum type="arabicPeriod"/>
            </a:pPr>
            <a:r>
              <a:rPr lang="en-US" sz="1400" dirty="0"/>
              <a:t>  Plan your data collection procedures (how will you measure, how accurate, </a:t>
            </a:r>
            <a:br>
              <a:rPr lang="en-US" sz="1400" dirty="0"/>
            </a:br>
            <a:r>
              <a:rPr lang="en-US" sz="1400" dirty="0"/>
              <a:t>  what's your sampling plan?, standardization of measurements)</a:t>
            </a:r>
          </a:p>
          <a:p>
            <a:pPr marL="752475" lvl="1" indent="-457200">
              <a:buFont typeface="+mj-lt"/>
              <a:buAutoNum type="arabicPeriod"/>
            </a:pPr>
            <a:r>
              <a:rPr lang="en-US" sz="1400" dirty="0"/>
              <a:t>  Data collection</a:t>
            </a:r>
          </a:p>
          <a:p>
            <a:endParaRPr lang="en-US" dirty="0"/>
          </a:p>
          <a:p>
            <a:r>
              <a:rPr lang="en-US" dirty="0"/>
              <a:t>Data storage: on paper, but also of course digitalization, store in databases, for further analyses/studies</a:t>
            </a:r>
            <a:endParaRPr lang="nl-BE" dirty="0"/>
          </a:p>
        </p:txBody>
      </p:sp>
      <p:sp>
        <p:nvSpPr>
          <p:cNvPr id="4" name="Tijdelijke aanduiding voor dianummer 3">
            <a:extLst>
              <a:ext uri="{FF2B5EF4-FFF2-40B4-BE49-F238E27FC236}">
                <a16:creationId xmlns:a16="http://schemas.microsoft.com/office/drawing/2014/main" id="{4940BDA0-65A8-4994-8AF2-305BCBD64CDA}"/>
              </a:ext>
            </a:extLst>
          </p:cNvPr>
          <p:cNvSpPr>
            <a:spLocks noGrp="1"/>
          </p:cNvSpPr>
          <p:nvPr>
            <p:ph type="sldNum" sz="quarter" idx="12"/>
          </p:nvPr>
        </p:nvSpPr>
        <p:spPr/>
        <p:txBody>
          <a:bodyPr/>
          <a:lstStyle/>
          <a:p>
            <a:pPr>
              <a:defRPr/>
            </a:pPr>
            <a:fld id="{3BAE3F46-7F34-4D55-854B-55B1578BB741}" type="slidenum">
              <a:rPr lang="en-US" smtClean="0"/>
              <a:pPr>
                <a:defRPr/>
              </a:pPr>
              <a:t>11</a:t>
            </a:fld>
            <a:endParaRPr lang="en-US"/>
          </a:p>
        </p:txBody>
      </p:sp>
    </p:spTree>
    <p:extLst>
      <p:ext uri="{BB962C8B-B14F-4D97-AF65-F5344CB8AC3E}">
        <p14:creationId xmlns:p14="http://schemas.microsoft.com/office/powerpoint/2010/main" val="19457029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23CA3FD-2984-40E3-9C1F-57EA36EB1BD8}"/>
              </a:ext>
            </a:extLst>
          </p:cNvPr>
          <p:cNvSpPr>
            <a:spLocks noGrp="1"/>
          </p:cNvSpPr>
          <p:nvPr>
            <p:ph type="title"/>
          </p:nvPr>
        </p:nvSpPr>
        <p:spPr/>
        <p:txBody>
          <a:bodyPr/>
          <a:lstStyle/>
          <a:p>
            <a:r>
              <a:rPr lang="nl-BE" dirty="0"/>
              <a:t>Sample </a:t>
            </a:r>
            <a:r>
              <a:rPr lang="nl-BE" dirty="0" err="1"/>
              <a:t>size</a:t>
            </a:r>
            <a:r>
              <a:rPr lang="nl-BE" dirty="0"/>
              <a:t> </a:t>
            </a:r>
            <a:r>
              <a:rPr lang="nl-BE" dirty="0" err="1"/>
              <a:t>determination</a:t>
            </a:r>
            <a:endParaRPr lang="nl-BE" dirty="0"/>
          </a:p>
        </p:txBody>
      </p:sp>
      <p:sp>
        <p:nvSpPr>
          <p:cNvPr id="3" name="Tijdelijke aanduiding voor inhoud 2">
            <a:extLst>
              <a:ext uri="{FF2B5EF4-FFF2-40B4-BE49-F238E27FC236}">
                <a16:creationId xmlns:a16="http://schemas.microsoft.com/office/drawing/2014/main" id="{78204B07-9363-4005-B530-A40A115B12C1}"/>
              </a:ext>
            </a:extLst>
          </p:cNvPr>
          <p:cNvSpPr>
            <a:spLocks noGrp="1"/>
          </p:cNvSpPr>
          <p:nvPr>
            <p:ph idx="1"/>
          </p:nvPr>
        </p:nvSpPr>
        <p:spPr/>
        <p:txBody>
          <a:bodyPr/>
          <a:lstStyle/>
          <a:p>
            <a:r>
              <a:rPr lang="en-US" dirty="0"/>
              <a:t>Is always trade-off between accuracy of modelling &amp; cost</a:t>
            </a:r>
          </a:p>
          <a:p>
            <a:r>
              <a:rPr lang="en-US" dirty="0"/>
              <a:t>Larger samples may provide more accurate information, but may also not provide additional accuracy or may even be dangerous: long-term effects may be included</a:t>
            </a:r>
          </a:p>
          <a:p>
            <a:r>
              <a:rPr lang="en-US" dirty="0"/>
              <a:t>General rule: sample at least 20, preferably 30 measurements</a:t>
            </a:r>
          </a:p>
          <a:p>
            <a:endParaRPr lang="en-US" dirty="0"/>
          </a:p>
          <a:p>
            <a:r>
              <a:rPr lang="en-US" dirty="0"/>
              <a:t>Sample size determination is a study on its own, </a:t>
            </a:r>
            <a:br>
              <a:rPr lang="en-US" dirty="0"/>
            </a:br>
            <a:r>
              <a:rPr lang="en-US" dirty="0"/>
              <a:t>not an objective of this course.</a:t>
            </a:r>
          </a:p>
          <a:p>
            <a:endParaRPr lang="en-US" dirty="0"/>
          </a:p>
          <a:p>
            <a:r>
              <a:rPr lang="en-US" sz="1600" dirty="0"/>
              <a:t>More info: </a:t>
            </a:r>
            <a:r>
              <a:rPr lang="en-US" sz="1600" dirty="0">
                <a:hlinkClick r:id="rId2"/>
              </a:rPr>
              <a:t>https://en.wikipedia.org/wiki/Sample_size_determination</a:t>
            </a:r>
            <a:endParaRPr lang="nl-BE" sz="1600" dirty="0"/>
          </a:p>
        </p:txBody>
      </p:sp>
      <p:sp>
        <p:nvSpPr>
          <p:cNvPr id="4" name="Tijdelijke aanduiding voor dianummer 3">
            <a:extLst>
              <a:ext uri="{FF2B5EF4-FFF2-40B4-BE49-F238E27FC236}">
                <a16:creationId xmlns:a16="http://schemas.microsoft.com/office/drawing/2014/main" id="{DD53C351-018B-4435-8458-1CBCE7A5A79B}"/>
              </a:ext>
            </a:extLst>
          </p:cNvPr>
          <p:cNvSpPr>
            <a:spLocks noGrp="1"/>
          </p:cNvSpPr>
          <p:nvPr>
            <p:ph type="sldNum" sz="quarter" idx="12"/>
          </p:nvPr>
        </p:nvSpPr>
        <p:spPr/>
        <p:txBody>
          <a:bodyPr/>
          <a:lstStyle/>
          <a:p>
            <a:pPr>
              <a:defRPr/>
            </a:pPr>
            <a:fld id="{3BAE3F46-7F34-4D55-854B-55B1578BB741}" type="slidenum">
              <a:rPr lang="en-US" smtClean="0"/>
              <a:pPr>
                <a:defRPr/>
              </a:pPr>
              <a:t>12</a:t>
            </a:fld>
            <a:endParaRPr lang="en-US"/>
          </a:p>
        </p:txBody>
      </p:sp>
    </p:spTree>
    <p:extLst>
      <p:ext uri="{BB962C8B-B14F-4D97-AF65-F5344CB8AC3E}">
        <p14:creationId xmlns:p14="http://schemas.microsoft.com/office/powerpoint/2010/main" val="18511505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Picture 8"/>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586264" y="4735516"/>
            <a:ext cx="5614987" cy="603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5" name="Content Placeholder 2"/>
          <p:cNvSpPr txBox="1">
            <a:spLocks/>
          </p:cNvSpPr>
          <p:nvPr/>
        </p:nvSpPr>
        <p:spPr>
          <a:xfrm>
            <a:off x="-1" y="1371601"/>
            <a:ext cx="9144001" cy="4114800"/>
          </a:xfrm>
          <a:prstGeom prst="rect">
            <a:avLst/>
          </a:prstGeom>
          <a:solidFill>
            <a:schemeClr val="bg1"/>
          </a:solidFill>
        </p:spPr>
        <p:txBody>
          <a:bodyPr vert="horz" lIns="36000" tIns="36000" rIns="36000" bIns="36000" rtlCol="0">
            <a:normAutofit/>
          </a:bodyPr>
          <a:lstStyle>
            <a:lvl1pPr marL="0" indent="0" algn="l" defTabSz="762000" rtl="0" eaLnBrk="1" fontAlgn="base" hangingPunct="1">
              <a:spcBef>
                <a:spcPct val="50000"/>
              </a:spcBef>
              <a:spcAft>
                <a:spcPct val="0"/>
              </a:spcAft>
              <a:tabLst/>
              <a:defRPr sz="2200">
                <a:solidFill>
                  <a:schemeClr val="tx1"/>
                </a:solidFill>
                <a:latin typeface="Calibri" pitchFamily="34" charset="0"/>
                <a:ea typeface="+mn-ea"/>
                <a:cs typeface="+mn-cs"/>
              </a:defRPr>
            </a:lvl1pPr>
            <a:lvl2pPr marL="266700" indent="-255588" algn="l" defTabSz="762000" rtl="0" eaLnBrk="1" fontAlgn="base" hangingPunct="1">
              <a:spcBef>
                <a:spcPts val="600"/>
              </a:spcBef>
              <a:spcAft>
                <a:spcPct val="0"/>
              </a:spcAft>
              <a:buClr>
                <a:srgbClr val="C00000"/>
              </a:buClr>
              <a:buSzPct val="100000"/>
              <a:buFont typeface="Arial" pitchFamily="34" charset="0"/>
              <a:buChar char="•"/>
              <a:tabLst/>
              <a:defRPr lang="de-DE" sz="2000" noProof="0" dirty="0" smtClean="0">
                <a:solidFill>
                  <a:schemeClr val="tx1"/>
                </a:solidFill>
                <a:latin typeface="Calibri" pitchFamily="34" charset="0"/>
              </a:defRPr>
            </a:lvl2pPr>
            <a:lvl3pPr marL="450850" indent="-182563" algn="l" defTabSz="762000" rtl="0" eaLnBrk="1" fontAlgn="base" hangingPunct="1">
              <a:spcBef>
                <a:spcPct val="20000"/>
              </a:spcBef>
              <a:spcAft>
                <a:spcPct val="0"/>
              </a:spcAft>
              <a:buClr>
                <a:schemeClr val="tx2"/>
              </a:buClr>
              <a:buChar char="-"/>
              <a:tabLst/>
              <a:defRPr lang="de-DE" sz="1800" noProof="0" dirty="0" smtClean="0">
                <a:solidFill>
                  <a:schemeClr val="tx1"/>
                </a:solidFill>
                <a:latin typeface="Calibri" pitchFamily="34" charset="0"/>
              </a:defRPr>
            </a:lvl3pPr>
            <a:lvl4pPr marL="358775" indent="-176213" algn="l" defTabSz="762000" rtl="0" eaLnBrk="1" fontAlgn="base" hangingPunct="1">
              <a:spcBef>
                <a:spcPct val="20000"/>
              </a:spcBef>
              <a:spcAft>
                <a:spcPct val="0"/>
              </a:spcAft>
              <a:buClr>
                <a:srgbClr val="00B050"/>
              </a:buClr>
              <a:buSzPct val="100000"/>
              <a:buFont typeface="Calibri" pitchFamily="34" charset="0"/>
              <a:buChar char="·"/>
              <a:tabLst/>
              <a:defRPr lang="de-DE" sz="2100" noProof="0" dirty="0" smtClean="0">
                <a:solidFill>
                  <a:schemeClr val="tx1"/>
                </a:solidFill>
                <a:latin typeface="Calibri" pitchFamily="34" charset="0"/>
              </a:defRPr>
            </a:lvl4pPr>
            <a:lvl5pPr marL="3157538" indent="-384175" algn="l" defTabSz="762000" rtl="0" eaLnBrk="1" fontAlgn="base" hangingPunct="1">
              <a:spcBef>
                <a:spcPct val="20000"/>
              </a:spcBef>
              <a:spcAft>
                <a:spcPct val="0"/>
              </a:spcAft>
              <a:buSzPct val="100000"/>
              <a:buChar char="»"/>
              <a:tabLst>
                <a:tab pos="534988" algn="l"/>
              </a:tabLst>
              <a:defRPr sz="2000">
                <a:solidFill>
                  <a:schemeClr val="tx1"/>
                </a:solidFill>
                <a:latin typeface="Times New Roman" pitchFamily="18" charset="0"/>
              </a:defRPr>
            </a:lvl5pPr>
            <a:lvl6pPr marL="3614738" indent="-384175" algn="l" defTabSz="762000" rtl="0" eaLnBrk="1" fontAlgn="base" hangingPunct="1">
              <a:spcBef>
                <a:spcPct val="20000"/>
              </a:spcBef>
              <a:spcAft>
                <a:spcPct val="0"/>
              </a:spcAft>
              <a:buSzPct val="100000"/>
              <a:buChar char="»"/>
              <a:defRPr sz="2000">
                <a:solidFill>
                  <a:schemeClr val="tx1"/>
                </a:solidFill>
                <a:latin typeface="Times New Roman" pitchFamily="18" charset="0"/>
              </a:defRPr>
            </a:lvl6pPr>
            <a:lvl7pPr marL="4071938" indent="-384175" algn="l" defTabSz="762000" rtl="0" eaLnBrk="1" fontAlgn="base" hangingPunct="1">
              <a:spcBef>
                <a:spcPct val="20000"/>
              </a:spcBef>
              <a:spcAft>
                <a:spcPct val="0"/>
              </a:spcAft>
              <a:buSzPct val="100000"/>
              <a:buChar char="»"/>
              <a:defRPr sz="2000">
                <a:solidFill>
                  <a:schemeClr val="tx1"/>
                </a:solidFill>
                <a:latin typeface="Times New Roman" pitchFamily="18" charset="0"/>
              </a:defRPr>
            </a:lvl7pPr>
            <a:lvl8pPr marL="4529138" indent="-384175" algn="l" defTabSz="762000" rtl="0" eaLnBrk="1" fontAlgn="base" hangingPunct="1">
              <a:spcBef>
                <a:spcPct val="20000"/>
              </a:spcBef>
              <a:spcAft>
                <a:spcPct val="0"/>
              </a:spcAft>
              <a:buSzPct val="100000"/>
              <a:buChar char="»"/>
              <a:defRPr sz="2000">
                <a:solidFill>
                  <a:schemeClr val="tx1"/>
                </a:solidFill>
                <a:latin typeface="Times New Roman" pitchFamily="18" charset="0"/>
              </a:defRPr>
            </a:lvl8pPr>
            <a:lvl9pPr marL="4986338" indent="-384175" algn="l" defTabSz="762000" rtl="0" eaLnBrk="1" fontAlgn="base" hangingPunct="1">
              <a:spcBef>
                <a:spcPct val="20000"/>
              </a:spcBef>
              <a:spcAft>
                <a:spcPct val="0"/>
              </a:spcAft>
              <a:buSzPct val="100000"/>
              <a:buChar char="»"/>
              <a:defRPr sz="2000">
                <a:solidFill>
                  <a:schemeClr val="tx1"/>
                </a:solidFill>
                <a:latin typeface="Times New Roman" pitchFamily="18" charset="0"/>
              </a:defRPr>
            </a:lvl9pPr>
          </a:lstStyle>
          <a:p>
            <a:endParaRPr lang="en-US" dirty="0"/>
          </a:p>
        </p:txBody>
      </p:sp>
      <p:pic>
        <p:nvPicPr>
          <p:cNvPr id="37" name="Picture 7"/>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913952" y="2022432"/>
            <a:ext cx="4700587" cy="2846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8" name="Picture 5"/>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5425047" y="2013617"/>
            <a:ext cx="3567113" cy="3163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9" name="Picture 9"/>
          <p:cNvPicPr>
            <a:picLocks noChangeAspect="1" noChangeArrowheads="1"/>
          </p:cNvPicPr>
          <p:nvPr/>
        </p:nvPicPr>
        <p:blipFill>
          <a:blip r:embed="rId6" cstate="email">
            <a:extLst>
              <a:ext uri="{28A0092B-C50C-407E-A947-70E740481C1C}">
                <a14:useLocalDpi xmlns:a14="http://schemas.microsoft.com/office/drawing/2010/main" val="0"/>
              </a:ext>
            </a:extLst>
          </a:blip>
          <a:srcRect/>
          <a:stretch>
            <a:fillRect/>
          </a:stretch>
        </p:blipFill>
        <p:spPr bwMode="auto">
          <a:xfrm>
            <a:off x="52780" y="1772672"/>
            <a:ext cx="987425" cy="3273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 name="Picture 10"/>
          <p:cNvPicPr>
            <a:picLocks noChangeAspect="1" noChangeArrowheads="1"/>
          </p:cNvPicPr>
          <p:nvPr/>
        </p:nvPicPr>
        <p:blipFill>
          <a:blip r:embed="rId7" cstate="email">
            <a:extLst>
              <a:ext uri="{28A0092B-C50C-407E-A947-70E740481C1C}">
                <a14:useLocalDpi xmlns:a14="http://schemas.microsoft.com/office/drawing/2010/main" val="0"/>
              </a:ext>
            </a:extLst>
          </a:blip>
          <a:srcRect/>
          <a:stretch>
            <a:fillRect/>
          </a:stretch>
        </p:blipFill>
        <p:spPr bwMode="auto">
          <a:xfrm>
            <a:off x="913952" y="2119316"/>
            <a:ext cx="4627563" cy="261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 name="Picture 11"/>
          <p:cNvPicPr>
            <a:picLocks noChangeAspect="1" noChangeArrowheads="1"/>
          </p:cNvPicPr>
          <p:nvPr/>
        </p:nvPicPr>
        <p:blipFill>
          <a:blip r:embed="rId8" cstate="email">
            <a:extLst>
              <a:ext uri="{28A0092B-C50C-407E-A947-70E740481C1C}">
                <a14:useLocalDpi xmlns:a14="http://schemas.microsoft.com/office/drawing/2010/main" val="0"/>
              </a:ext>
            </a:extLst>
          </a:blip>
          <a:srcRect/>
          <a:stretch>
            <a:fillRect/>
          </a:stretch>
        </p:blipFill>
        <p:spPr bwMode="auto">
          <a:xfrm>
            <a:off x="993887" y="2211017"/>
            <a:ext cx="4492625" cy="2798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2" name="Picture 2"/>
          <p:cNvPicPr>
            <a:picLocks noChangeAspect="1" noChangeArrowheads="1"/>
          </p:cNvPicPr>
          <p:nvPr/>
        </p:nvPicPr>
        <p:blipFill>
          <a:blip r:embed="rId9" cstate="email">
            <a:extLst>
              <a:ext uri="{28A0092B-C50C-407E-A947-70E740481C1C}">
                <a14:useLocalDpi xmlns:a14="http://schemas.microsoft.com/office/drawing/2010/main" val="0"/>
              </a:ext>
            </a:extLst>
          </a:blip>
          <a:srcRect/>
          <a:stretch>
            <a:fillRect/>
          </a:stretch>
        </p:blipFill>
        <p:spPr bwMode="auto">
          <a:xfrm>
            <a:off x="929192" y="1511864"/>
            <a:ext cx="2097087" cy="1408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3" name="Picture 3"/>
          <p:cNvPicPr>
            <a:picLocks noChangeAspect="1" noChangeArrowheads="1"/>
          </p:cNvPicPr>
          <p:nvPr/>
        </p:nvPicPr>
        <p:blipFill>
          <a:blip r:embed="rId10" cstate="email">
            <a:extLst>
              <a:ext uri="{28A0092B-C50C-407E-A947-70E740481C1C}">
                <a14:useLocalDpi xmlns:a14="http://schemas.microsoft.com/office/drawing/2010/main" val="0"/>
              </a:ext>
            </a:extLst>
          </a:blip>
          <a:srcRect/>
          <a:stretch>
            <a:fillRect/>
          </a:stretch>
        </p:blipFill>
        <p:spPr bwMode="auto">
          <a:xfrm>
            <a:off x="2895404" y="1412776"/>
            <a:ext cx="2011363" cy="1347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4" name="Picture 4"/>
          <p:cNvPicPr>
            <a:picLocks noChangeAspect="1" noChangeArrowheads="1"/>
          </p:cNvPicPr>
          <p:nvPr/>
        </p:nvPicPr>
        <p:blipFill>
          <a:blip r:embed="rId11" cstate="email">
            <a:extLst>
              <a:ext uri="{28A0092B-C50C-407E-A947-70E740481C1C}">
                <a14:useLocalDpi xmlns:a14="http://schemas.microsoft.com/office/drawing/2010/main" val="0"/>
              </a:ext>
            </a:extLst>
          </a:blip>
          <a:srcRect/>
          <a:stretch>
            <a:fillRect/>
          </a:stretch>
        </p:blipFill>
        <p:spPr bwMode="auto">
          <a:xfrm>
            <a:off x="2803936" y="4423040"/>
            <a:ext cx="1652587" cy="1017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6" name="Picture 12"/>
          <p:cNvPicPr>
            <a:picLocks noChangeAspect="1" noChangeArrowheads="1"/>
          </p:cNvPicPr>
          <p:nvPr/>
        </p:nvPicPr>
        <p:blipFill>
          <a:blip r:embed="rId12" cstate="email">
            <a:extLst>
              <a:ext uri="{28A0092B-C50C-407E-A947-70E740481C1C}">
                <a14:useLocalDpi xmlns:a14="http://schemas.microsoft.com/office/drawing/2010/main" val="0"/>
              </a:ext>
            </a:extLst>
          </a:blip>
          <a:srcRect/>
          <a:stretch>
            <a:fillRect/>
          </a:stretch>
        </p:blipFill>
        <p:spPr bwMode="auto">
          <a:xfrm>
            <a:off x="685324" y="5070824"/>
            <a:ext cx="1871663" cy="603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hthoek 1"/>
          <p:cNvSpPr/>
          <p:nvPr/>
        </p:nvSpPr>
        <p:spPr bwMode="auto">
          <a:xfrm>
            <a:off x="586264" y="3131507"/>
            <a:ext cx="327688" cy="212942"/>
          </a:xfrm>
          <a:prstGeom prst="rect">
            <a:avLst/>
          </a:prstGeom>
          <a:solidFill>
            <a:schemeClr val="bg1"/>
          </a:solidFill>
          <a:ln w="63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nl-BE" sz="2400" b="0" i="0" u="none" strike="noStrike" cap="none" normalizeH="0" baseline="0">
              <a:ln>
                <a:noFill/>
              </a:ln>
              <a:solidFill>
                <a:schemeClr val="tx1"/>
              </a:solidFill>
              <a:effectLst/>
              <a:latin typeface="Arial" charset="0"/>
              <a:ea typeface="MS PGothic" pitchFamily="34" charset="-128"/>
            </a:endParaRPr>
          </a:p>
        </p:txBody>
      </p:sp>
    </p:spTree>
    <p:extLst>
      <p:ext uri="{BB962C8B-B14F-4D97-AF65-F5344CB8AC3E}">
        <p14:creationId xmlns:p14="http://schemas.microsoft.com/office/powerpoint/2010/main" val="269878000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nodeType="after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barn(outHorizontal)">
                                      <p:cBhvr>
                                        <p:cTn id="7" dur="500"/>
                                        <p:tgtEl>
                                          <p:spTgt spid="37"/>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left)">
                                      <p:cBhvr>
                                        <p:cTn id="11" dur="500"/>
                                        <p:tgtEl>
                                          <p:spTgt spid="34"/>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40"/>
                                        </p:tgtEl>
                                        <p:attrNameLst>
                                          <p:attrName>style.visibility</p:attrName>
                                        </p:attrNameLst>
                                      </p:cBhvr>
                                      <p:to>
                                        <p:strVal val="visible"/>
                                      </p:to>
                                    </p:set>
                                    <p:animEffect transition="in" filter="wipe(left)">
                                      <p:cBhvr>
                                        <p:cTn id="15" dur="500"/>
                                        <p:tgtEl>
                                          <p:spTgt spid="40"/>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39"/>
                                        </p:tgtEl>
                                        <p:attrNameLst>
                                          <p:attrName>style.visibility</p:attrName>
                                        </p:attrNameLst>
                                      </p:cBhvr>
                                      <p:to>
                                        <p:strVal val="visible"/>
                                      </p:to>
                                    </p:set>
                                    <p:animEffect transition="in" filter="wipe(left)">
                                      <p:cBhvr>
                                        <p:cTn id="19" dur="2500"/>
                                        <p:tgtEl>
                                          <p:spTgt spid="39"/>
                                        </p:tgtEl>
                                      </p:cBhvr>
                                    </p:animEffect>
                                  </p:childTnLst>
                                </p:cTn>
                              </p:par>
                            </p:childTnLst>
                          </p:cTn>
                        </p:par>
                        <p:par>
                          <p:cTn id="20" fill="hold">
                            <p:stCondLst>
                              <p:cond delay="4000"/>
                            </p:stCondLst>
                            <p:childTnLst>
                              <p:par>
                                <p:cTn id="21" presetID="22" presetClass="entr" presetSubtype="2" fill="hold" nodeType="afterEffect">
                                  <p:stCondLst>
                                    <p:cond delay="0"/>
                                  </p:stCondLst>
                                  <p:childTnLst>
                                    <p:set>
                                      <p:cBhvr>
                                        <p:cTn id="22" dur="1" fill="hold">
                                          <p:stCondLst>
                                            <p:cond delay="0"/>
                                          </p:stCondLst>
                                        </p:cTn>
                                        <p:tgtEl>
                                          <p:spTgt spid="38"/>
                                        </p:tgtEl>
                                        <p:attrNameLst>
                                          <p:attrName>style.visibility</p:attrName>
                                        </p:attrNameLst>
                                      </p:cBhvr>
                                      <p:to>
                                        <p:strVal val="visible"/>
                                      </p:to>
                                    </p:set>
                                    <p:animEffect transition="in" filter="wipe(right)">
                                      <p:cBhvr>
                                        <p:cTn id="23" dur="1250"/>
                                        <p:tgtEl>
                                          <p:spTgt spid="38"/>
                                        </p:tgtEl>
                                      </p:cBhvr>
                                    </p:animEffect>
                                  </p:childTnLst>
                                </p:cTn>
                              </p:par>
                            </p:childTnLst>
                          </p:cTn>
                        </p:par>
                        <p:par>
                          <p:cTn id="24" fill="hold">
                            <p:stCondLst>
                              <p:cond delay="5250"/>
                            </p:stCondLst>
                            <p:childTnLst>
                              <p:par>
                                <p:cTn id="25" presetID="16" presetClass="entr" presetSubtype="21" fill="hold" nodeType="afterEffect">
                                  <p:stCondLst>
                                    <p:cond delay="0"/>
                                  </p:stCondLst>
                                  <p:childTnLst>
                                    <p:set>
                                      <p:cBhvr>
                                        <p:cTn id="26" dur="1" fill="hold">
                                          <p:stCondLst>
                                            <p:cond delay="0"/>
                                          </p:stCondLst>
                                        </p:cTn>
                                        <p:tgtEl>
                                          <p:spTgt spid="46"/>
                                        </p:tgtEl>
                                        <p:attrNameLst>
                                          <p:attrName>style.visibility</p:attrName>
                                        </p:attrNameLst>
                                      </p:cBhvr>
                                      <p:to>
                                        <p:strVal val="visible"/>
                                      </p:to>
                                    </p:set>
                                    <p:animEffect transition="in" filter="barn(inVertical)">
                                      <p:cBhvr>
                                        <p:cTn id="27" dur="1250"/>
                                        <p:tgtEl>
                                          <p:spTgt spid="46"/>
                                        </p:tgtEl>
                                      </p:cBhvr>
                                    </p:animEffect>
                                  </p:childTnLst>
                                </p:cTn>
                              </p:par>
                            </p:childTnLst>
                          </p:cTn>
                        </p:par>
                        <p:par>
                          <p:cTn id="28" fill="hold">
                            <p:stCondLst>
                              <p:cond delay="6500"/>
                            </p:stCondLst>
                            <p:childTnLst>
                              <p:par>
                                <p:cTn id="29" presetID="22" presetClass="entr" presetSubtype="8" fill="hold" nodeType="afterEffect">
                                  <p:stCondLst>
                                    <p:cond delay="0"/>
                                  </p:stCondLst>
                                  <p:childTnLst>
                                    <p:set>
                                      <p:cBhvr>
                                        <p:cTn id="30" dur="1" fill="hold">
                                          <p:stCondLst>
                                            <p:cond delay="0"/>
                                          </p:stCondLst>
                                        </p:cTn>
                                        <p:tgtEl>
                                          <p:spTgt spid="41"/>
                                        </p:tgtEl>
                                        <p:attrNameLst>
                                          <p:attrName>style.visibility</p:attrName>
                                        </p:attrNameLst>
                                      </p:cBhvr>
                                      <p:to>
                                        <p:strVal val="visible"/>
                                      </p:to>
                                    </p:set>
                                    <p:animEffect transition="in" filter="wipe(left)">
                                      <p:cBhvr>
                                        <p:cTn id="31" dur="2000"/>
                                        <p:tgtEl>
                                          <p:spTgt spid="41"/>
                                        </p:tgtEl>
                                      </p:cBhvr>
                                    </p:animEffect>
                                  </p:childTnLst>
                                </p:cTn>
                              </p:par>
                            </p:childTnLst>
                          </p:cTn>
                        </p:par>
                        <p:par>
                          <p:cTn id="32" fill="hold">
                            <p:stCondLst>
                              <p:cond delay="8500"/>
                            </p:stCondLst>
                            <p:childTnLst>
                              <p:par>
                                <p:cTn id="33" presetID="23" presetClass="entr" presetSubtype="36" fill="hold" nodeType="afterEffect">
                                  <p:stCondLst>
                                    <p:cond delay="0"/>
                                  </p:stCondLst>
                                  <p:childTnLst>
                                    <p:set>
                                      <p:cBhvr>
                                        <p:cTn id="34" dur="1" fill="hold">
                                          <p:stCondLst>
                                            <p:cond delay="0"/>
                                          </p:stCondLst>
                                        </p:cTn>
                                        <p:tgtEl>
                                          <p:spTgt spid="42"/>
                                        </p:tgtEl>
                                        <p:attrNameLst>
                                          <p:attrName>style.visibility</p:attrName>
                                        </p:attrNameLst>
                                      </p:cBhvr>
                                      <p:to>
                                        <p:strVal val="visible"/>
                                      </p:to>
                                    </p:set>
                                    <p:anim calcmode="lin" valueType="num">
                                      <p:cBhvr>
                                        <p:cTn id="35" dur="1750" fill="hold"/>
                                        <p:tgtEl>
                                          <p:spTgt spid="42"/>
                                        </p:tgtEl>
                                        <p:attrNameLst>
                                          <p:attrName>ppt_w</p:attrName>
                                        </p:attrNameLst>
                                      </p:cBhvr>
                                      <p:tavLst>
                                        <p:tav tm="0">
                                          <p:val>
                                            <p:strVal val="(6*min(max(#ppt_w*#ppt_h,.3),1)-7.4)/-.7*#ppt_w"/>
                                          </p:val>
                                        </p:tav>
                                        <p:tav tm="100000">
                                          <p:val>
                                            <p:strVal val="#ppt_w"/>
                                          </p:val>
                                        </p:tav>
                                      </p:tavLst>
                                    </p:anim>
                                    <p:anim calcmode="lin" valueType="num">
                                      <p:cBhvr>
                                        <p:cTn id="36" dur="1750" fill="hold"/>
                                        <p:tgtEl>
                                          <p:spTgt spid="42"/>
                                        </p:tgtEl>
                                        <p:attrNameLst>
                                          <p:attrName>ppt_h</p:attrName>
                                        </p:attrNameLst>
                                      </p:cBhvr>
                                      <p:tavLst>
                                        <p:tav tm="0">
                                          <p:val>
                                            <p:strVal val="(6*min(max(#ppt_w*#ppt_h,.3),1)-7.4)/-.7*#ppt_h"/>
                                          </p:val>
                                        </p:tav>
                                        <p:tav tm="100000">
                                          <p:val>
                                            <p:strVal val="#ppt_h"/>
                                          </p:val>
                                        </p:tav>
                                      </p:tavLst>
                                    </p:anim>
                                    <p:anim calcmode="lin" valueType="num">
                                      <p:cBhvr>
                                        <p:cTn id="37" dur="1750" fill="hold"/>
                                        <p:tgtEl>
                                          <p:spTgt spid="42"/>
                                        </p:tgtEl>
                                        <p:attrNameLst>
                                          <p:attrName>ppt_x</p:attrName>
                                        </p:attrNameLst>
                                      </p:cBhvr>
                                      <p:tavLst>
                                        <p:tav tm="0">
                                          <p:val>
                                            <p:fltVal val="0.5"/>
                                          </p:val>
                                        </p:tav>
                                        <p:tav tm="100000">
                                          <p:val>
                                            <p:strVal val="#ppt_x"/>
                                          </p:val>
                                        </p:tav>
                                      </p:tavLst>
                                    </p:anim>
                                    <p:anim calcmode="lin" valueType="num">
                                      <p:cBhvr>
                                        <p:cTn id="38" dur="1750" fill="hold"/>
                                        <p:tgtEl>
                                          <p:spTgt spid="42"/>
                                        </p:tgtEl>
                                        <p:attrNameLst>
                                          <p:attrName>ppt_y</p:attrName>
                                        </p:attrNameLst>
                                      </p:cBhvr>
                                      <p:tavLst>
                                        <p:tav tm="0">
                                          <p:val>
                                            <p:strVal val="1+(6*min(max(#ppt_w*#ppt_h,.3),1)-7.4)/-.7*#ppt_h/2"/>
                                          </p:val>
                                        </p:tav>
                                        <p:tav tm="100000">
                                          <p:val>
                                            <p:strVal val="#ppt_y"/>
                                          </p:val>
                                        </p:tav>
                                      </p:tavLst>
                                    </p:anim>
                                  </p:childTnLst>
                                </p:cTn>
                              </p:par>
                              <p:par>
                                <p:cTn id="39" presetID="26" presetClass="entr" presetSubtype="0" fill="hold" nodeType="withEffect">
                                  <p:stCondLst>
                                    <p:cond delay="0"/>
                                  </p:stCondLst>
                                  <p:childTnLst>
                                    <p:set>
                                      <p:cBhvr>
                                        <p:cTn id="40" dur="1" fill="hold">
                                          <p:stCondLst>
                                            <p:cond delay="0"/>
                                          </p:stCondLst>
                                        </p:cTn>
                                        <p:tgtEl>
                                          <p:spTgt spid="42"/>
                                        </p:tgtEl>
                                        <p:attrNameLst>
                                          <p:attrName>style.visibility</p:attrName>
                                        </p:attrNameLst>
                                      </p:cBhvr>
                                      <p:to>
                                        <p:strVal val="visible"/>
                                      </p:to>
                                    </p:set>
                                    <p:animEffect transition="in" filter="wipe(down)">
                                      <p:cBhvr>
                                        <p:cTn id="41" dur="580">
                                          <p:stCondLst>
                                            <p:cond delay="0"/>
                                          </p:stCondLst>
                                        </p:cTn>
                                        <p:tgtEl>
                                          <p:spTgt spid="42"/>
                                        </p:tgtEl>
                                      </p:cBhvr>
                                    </p:animEffect>
                                    <p:anim calcmode="lin" valueType="num">
                                      <p:cBhvr>
                                        <p:cTn id="42" dur="1822" tmFilter="0,0; 0.14,0.36; 0.43,0.73; 0.71,0.91; 1.0,1.0">
                                          <p:stCondLst>
                                            <p:cond delay="0"/>
                                          </p:stCondLst>
                                        </p:cTn>
                                        <p:tgtEl>
                                          <p:spTgt spid="42"/>
                                        </p:tgtEl>
                                        <p:attrNameLst>
                                          <p:attrName>ppt_x</p:attrName>
                                        </p:attrNameLst>
                                      </p:cBhvr>
                                      <p:tavLst>
                                        <p:tav tm="0">
                                          <p:val>
                                            <p:strVal val="#ppt_x-0.25"/>
                                          </p:val>
                                        </p:tav>
                                        <p:tav tm="100000">
                                          <p:val>
                                            <p:strVal val="#ppt_x"/>
                                          </p:val>
                                        </p:tav>
                                      </p:tavLst>
                                    </p:anim>
                                    <p:anim calcmode="lin" valueType="num">
                                      <p:cBhvr>
                                        <p:cTn id="43" dur="664" tmFilter="0.0,0.0; 0.25,0.07; 0.50,0.2; 0.75,0.467; 1.0,1.0">
                                          <p:stCondLst>
                                            <p:cond delay="0"/>
                                          </p:stCondLst>
                                        </p:cTn>
                                        <p:tgtEl>
                                          <p:spTgt spid="42"/>
                                        </p:tgtEl>
                                        <p:attrNameLst>
                                          <p:attrName>ppt_y</p:attrName>
                                        </p:attrNameLst>
                                      </p:cBhvr>
                                      <p:tavLst>
                                        <p:tav tm="0" fmla="#ppt_y-sin(pi*$)/3">
                                          <p:val>
                                            <p:fltVal val="0.5"/>
                                          </p:val>
                                        </p:tav>
                                        <p:tav tm="100000">
                                          <p:val>
                                            <p:fltVal val="1"/>
                                          </p:val>
                                        </p:tav>
                                      </p:tavLst>
                                    </p:anim>
                                    <p:anim calcmode="lin" valueType="num">
                                      <p:cBhvr>
                                        <p:cTn id="44" dur="664" tmFilter="0, 0; 0.125,0.2665; 0.25,0.4; 0.375,0.465; 0.5,0.5;  0.625,0.535; 0.75,0.6; 0.875,0.7335; 1,1">
                                          <p:stCondLst>
                                            <p:cond delay="664"/>
                                          </p:stCondLst>
                                        </p:cTn>
                                        <p:tgtEl>
                                          <p:spTgt spid="42"/>
                                        </p:tgtEl>
                                        <p:attrNameLst>
                                          <p:attrName>ppt_y</p:attrName>
                                        </p:attrNameLst>
                                      </p:cBhvr>
                                      <p:tavLst>
                                        <p:tav tm="0" fmla="#ppt_y-sin(pi*$)/9">
                                          <p:val>
                                            <p:fltVal val="0"/>
                                          </p:val>
                                        </p:tav>
                                        <p:tav tm="100000">
                                          <p:val>
                                            <p:fltVal val="1"/>
                                          </p:val>
                                        </p:tav>
                                      </p:tavLst>
                                    </p:anim>
                                    <p:anim calcmode="lin" valueType="num">
                                      <p:cBhvr>
                                        <p:cTn id="45" dur="332" tmFilter="0, 0; 0.125,0.2665; 0.25,0.4; 0.375,0.465; 0.5,0.5;  0.625,0.535; 0.75,0.6; 0.875,0.7335; 1,1">
                                          <p:stCondLst>
                                            <p:cond delay="1324"/>
                                          </p:stCondLst>
                                        </p:cTn>
                                        <p:tgtEl>
                                          <p:spTgt spid="42"/>
                                        </p:tgtEl>
                                        <p:attrNameLst>
                                          <p:attrName>ppt_y</p:attrName>
                                        </p:attrNameLst>
                                      </p:cBhvr>
                                      <p:tavLst>
                                        <p:tav tm="0" fmla="#ppt_y-sin(pi*$)/27">
                                          <p:val>
                                            <p:fltVal val="0"/>
                                          </p:val>
                                        </p:tav>
                                        <p:tav tm="100000">
                                          <p:val>
                                            <p:fltVal val="1"/>
                                          </p:val>
                                        </p:tav>
                                      </p:tavLst>
                                    </p:anim>
                                    <p:anim calcmode="lin" valueType="num">
                                      <p:cBhvr>
                                        <p:cTn id="46" dur="164" tmFilter="0, 0; 0.125,0.2665; 0.25,0.4; 0.375,0.465; 0.5,0.5;  0.625,0.535; 0.75,0.6; 0.875,0.7335; 1,1">
                                          <p:stCondLst>
                                            <p:cond delay="1656"/>
                                          </p:stCondLst>
                                        </p:cTn>
                                        <p:tgtEl>
                                          <p:spTgt spid="42"/>
                                        </p:tgtEl>
                                        <p:attrNameLst>
                                          <p:attrName>ppt_y</p:attrName>
                                        </p:attrNameLst>
                                      </p:cBhvr>
                                      <p:tavLst>
                                        <p:tav tm="0" fmla="#ppt_y-sin(pi*$)/81">
                                          <p:val>
                                            <p:fltVal val="0"/>
                                          </p:val>
                                        </p:tav>
                                        <p:tav tm="100000">
                                          <p:val>
                                            <p:fltVal val="1"/>
                                          </p:val>
                                        </p:tav>
                                      </p:tavLst>
                                    </p:anim>
                                    <p:animScale>
                                      <p:cBhvr>
                                        <p:cTn id="47" dur="26">
                                          <p:stCondLst>
                                            <p:cond delay="650"/>
                                          </p:stCondLst>
                                        </p:cTn>
                                        <p:tgtEl>
                                          <p:spTgt spid="42"/>
                                        </p:tgtEl>
                                      </p:cBhvr>
                                      <p:to x="100000" y="60000"/>
                                    </p:animScale>
                                    <p:animScale>
                                      <p:cBhvr>
                                        <p:cTn id="48" dur="166" decel="50000">
                                          <p:stCondLst>
                                            <p:cond delay="676"/>
                                          </p:stCondLst>
                                        </p:cTn>
                                        <p:tgtEl>
                                          <p:spTgt spid="42"/>
                                        </p:tgtEl>
                                      </p:cBhvr>
                                      <p:to x="100000" y="100000"/>
                                    </p:animScale>
                                    <p:animScale>
                                      <p:cBhvr>
                                        <p:cTn id="49" dur="26">
                                          <p:stCondLst>
                                            <p:cond delay="1312"/>
                                          </p:stCondLst>
                                        </p:cTn>
                                        <p:tgtEl>
                                          <p:spTgt spid="42"/>
                                        </p:tgtEl>
                                      </p:cBhvr>
                                      <p:to x="100000" y="80000"/>
                                    </p:animScale>
                                    <p:animScale>
                                      <p:cBhvr>
                                        <p:cTn id="50" dur="166" decel="50000">
                                          <p:stCondLst>
                                            <p:cond delay="1338"/>
                                          </p:stCondLst>
                                        </p:cTn>
                                        <p:tgtEl>
                                          <p:spTgt spid="42"/>
                                        </p:tgtEl>
                                      </p:cBhvr>
                                      <p:to x="100000" y="100000"/>
                                    </p:animScale>
                                    <p:animScale>
                                      <p:cBhvr>
                                        <p:cTn id="51" dur="26">
                                          <p:stCondLst>
                                            <p:cond delay="1642"/>
                                          </p:stCondLst>
                                        </p:cTn>
                                        <p:tgtEl>
                                          <p:spTgt spid="42"/>
                                        </p:tgtEl>
                                      </p:cBhvr>
                                      <p:to x="100000" y="90000"/>
                                    </p:animScale>
                                    <p:animScale>
                                      <p:cBhvr>
                                        <p:cTn id="52" dur="166" decel="50000">
                                          <p:stCondLst>
                                            <p:cond delay="1668"/>
                                          </p:stCondLst>
                                        </p:cTn>
                                        <p:tgtEl>
                                          <p:spTgt spid="42"/>
                                        </p:tgtEl>
                                      </p:cBhvr>
                                      <p:to x="100000" y="100000"/>
                                    </p:animScale>
                                    <p:animScale>
                                      <p:cBhvr>
                                        <p:cTn id="53" dur="26">
                                          <p:stCondLst>
                                            <p:cond delay="1808"/>
                                          </p:stCondLst>
                                        </p:cTn>
                                        <p:tgtEl>
                                          <p:spTgt spid="42"/>
                                        </p:tgtEl>
                                      </p:cBhvr>
                                      <p:to x="100000" y="95000"/>
                                    </p:animScale>
                                    <p:animScale>
                                      <p:cBhvr>
                                        <p:cTn id="54" dur="166" decel="50000">
                                          <p:stCondLst>
                                            <p:cond delay="1834"/>
                                          </p:stCondLst>
                                        </p:cTn>
                                        <p:tgtEl>
                                          <p:spTgt spid="42"/>
                                        </p:tgtEl>
                                      </p:cBhvr>
                                      <p:to x="100000" y="100000"/>
                                    </p:animScale>
                                  </p:childTnLst>
                                </p:cTn>
                              </p:par>
                            </p:childTnLst>
                          </p:cTn>
                        </p:par>
                        <p:par>
                          <p:cTn id="55" fill="hold">
                            <p:stCondLst>
                              <p:cond delay="10500"/>
                            </p:stCondLst>
                            <p:childTnLst>
                              <p:par>
                                <p:cTn id="56" presetID="23" presetClass="entr" presetSubtype="36" fill="hold" nodeType="afterEffect">
                                  <p:stCondLst>
                                    <p:cond delay="0"/>
                                  </p:stCondLst>
                                  <p:childTnLst>
                                    <p:set>
                                      <p:cBhvr>
                                        <p:cTn id="57" dur="1" fill="hold">
                                          <p:stCondLst>
                                            <p:cond delay="0"/>
                                          </p:stCondLst>
                                        </p:cTn>
                                        <p:tgtEl>
                                          <p:spTgt spid="43"/>
                                        </p:tgtEl>
                                        <p:attrNameLst>
                                          <p:attrName>style.visibility</p:attrName>
                                        </p:attrNameLst>
                                      </p:cBhvr>
                                      <p:to>
                                        <p:strVal val="visible"/>
                                      </p:to>
                                    </p:set>
                                    <p:anim calcmode="lin" valueType="num">
                                      <p:cBhvr>
                                        <p:cTn id="58" dur="1750" fill="hold"/>
                                        <p:tgtEl>
                                          <p:spTgt spid="43"/>
                                        </p:tgtEl>
                                        <p:attrNameLst>
                                          <p:attrName>ppt_w</p:attrName>
                                        </p:attrNameLst>
                                      </p:cBhvr>
                                      <p:tavLst>
                                        <p:tav tm="0">
                                          <p:val>
                                            <p:strVal val="(6*min(max(#ppt_w*#ppt_h,.3),1)-7.4)/-.7*#ppt_w"/>
                                          </p:val>
                                        </p:tav>
                                        <p:tav tm="100000">
                                          <p:val>
                                            <p:strVal val="#ppt_w"/>
                                          </p:val>
                                        </p:tav>
                                      </p:tavLst>
                                    </p:anim>
                                    <p:anim calcmode="lin" valueType="num">
                                      <p:cBhvr>
                                        <p:cTn id="59" dur="1750" fill="hold"/>
                                        <p:tgtEl>
                                          <p:spTgt spid="43"/>
                                        </p:tgtEl>
                                        <p:attrNameLst>
                                          <p:attrName>ppt_h</p:attrName>
                                        </p:attrNameLst>
                                      </p:cBhvr>
                                      <p:tavLst>
                                        <p:tav tm="0">
                                          <p:val>
                                            <p:strVal val="(6*min(max(#ppt_w*#ppt_h,.3),1)-7.4)/-.7*#ppt_h"/>
                                          </p:val>
                                        </p:tav>
                                        <p:tav tm="100000">
                                          <p:val>
                                            <p:strVal val="#ppt_h"/>
                                          </p:val>
                                        </p:tav>
                                      </p:tavLst>
                                    </p:anim>
                                    <p:anim calcmode="lin" valueType="num">
                                      <p:cBhvr>
                                        <p:cTn id="60" dur="1750" fill="hold"/>
                                        <p:tgtEl>
                                          <p:spTgt spid="43"/>
                                        </p:tgtEl>
                                        <p:attrNameLst>
                                          <p:attrName>ppt_x</p:attrName>
                                        </p:attrNameLst>
                                      </p:cBhvr>
                                      <p:tavLst>
                                        <p:tav tm="0">
                                          <p:val>
                                            <p:fltVal val="0.5"/>
                                          </p:val>
                                        </p:tav>
                                        <p:tav tm="100000">
                                          <p:val>
                                            <p:strVal val="#ppt_x"/>
                                          </p:val>
                                        </p:tav>
                                      </p:tavLst>
                                    </p:anim>
                                    <p:anim calcmode="lin" valueType="num">
                                      <p:cBhvr>
                                        <p:cTn id="61" dur="1750" fill="hold"/>
                                        <p:tgtEl>
                                          <p:spTgt spid="43"/>
                                        </p:tgtEl>
                                        <p:attrNameLst>
                                          <p:attrName>ppt_y</p:attrName>
                                        </p:attrNameLst>
                                      </p:cBhvr>
                                      <p:tavLst>
                                        <p:tav tm="0">
                                          <p:val>
                                            <p:strVal val="1+(6*min(max(#ppt_w*#ppt_h,.3),1)-7.4)/-.7*#ppt_h/2"/>
                                          </p:val>
                                        </p:tav>
                                        <p:tav tm="100000">
                                          <p:val>
                                            <p:strVal val="#ppt_y"/>
                                          </p:val>
                                        </p:tav>
                                      </p:tavLst>
                                    </p:anim>
                                  </p:childTnLst>
                                </p:cTn>
                              </p:par>
                              <p:par>
                                <p:cTn id="62" presetID="26" presetClass="entr" presetSubtype="0" fill="hold" nodeType="withEffect">
                                  <p:stCondLst>
                                    <p:cond delay="0"/>
                                  </p:stCondLst>
                                  <p:childTnLst>
                                    <p:set>
                                      <p:cBhvr>
                                        <p:cTn id="63" dur="1" fill="hold">
                                          <p:stCondLst>
                                            <p:cond delay="0"/>
                                          </p:stCondLst>
                                        </p:cTn>
                                        <p:tgtEl>
                                          <p:spTgt spid="43"/>
                                        </p:tgtEl>
                                        <p:attrNameLst>
                                          <p:attrName>style.visibility</p:attrName>
                                        </p:attrNameLst>
                                      </p:cBhvr>
                                      <p:to>
                                        <p:strVal val="visible"/>
                                      </p:to>
                                    </p:set>
                                    <p:animEffect transition="in" filter="wipe(down)">
                                      <p:cBhvr>
                                        <p:cTn id="64" dur="580">
                                          <p:stCondLst>
                                            <p:cond delay="0"/>
                                          </p:stCondLst>
                                        </p:cTn>
                                        <p:tgtEl>
                                          <p:spTgt spid="43"/>
                                        </p:tgtEl>
                                      </p:cBhvr>
                                    </p:animEffect>
                                    <p:anim calcmode="lin" valueType="num">
                                      <p:cBhvr>
                                        <p:cTn id="65" dur="1822" tmFilter="0,0; 0.14,0.36; 0.43,0.73; 0.71,0.91; 1.0,1.0">
                                          <p:stCondLst>
                                            <p:cond delay="0"/>
                                          </p:stCondLst>
                                        </p:cTn>
                                        <p:tgtEl>
                                          <p:spTgt spid="43"/>
                                        </p:tgtEl>
                                        <p:attrNameLst>
                                          <p:attrName>ppt_x</p:attrName>
                                        </p:attrNameLst>
                                      </p:cBhvr>
                                      <p:tavLst>
                                        <p:tav tm="0">
                                          <p:val>
                                            <p:strVal val="#ppt_x-0.25"/>
                                          </p:val>
                                        </p:tav>
                                        <p:tav tm="100000">
                                          <p:val>
                                            <p:strVal val="#ppt_x"/>
                                          </p:val>
                                        </p:tav>
                                      </p:tavLst>
                                    </p:anim>
                                    <p:anim calcmode="lin" valueType="num">
                                      <p:cBhvr>
                                        <p:cTn id="66" dur="664" tmFilter="0.0,0.0; 0.25,0.07; 0.50,0.2; 0.75,0.467; 1.0,1.0">
                                          <p:stCondLst>
                                            <p:cond delay="0"/>
                                          </p:stCondLst>
                                        </p:cTn>
                                        <p:tgtEl>
                                          <p:spTgt spid="43"/>
                                        </p:tgtEl>
                                        <p:attrNameLst>
                                          <p:attrName>ppt_y</p:attrName>
                                        </p:attrNameLst>
                                      </p:cBhvr>
                                      <p:tavLst>
                                        <p:tav tm="0" fmla="#ppt_y-sin(pi*$)/3">
                                          <p:val>
                                            <p:fltVal val="0.5"/>
                                          </p:val>
                                        </p:tav>
                                        <p:tav tm="100000">
                                          <p:val>
                                            <p:fltVal val="1"/>
                                          </p:val>
                                        </p:tav>
                                      </p:tavLst>
                                    </p:anim>
                                    <p:anim calcmode="lin" valueType="num">
                                      <p:cBhvr>
                                        <p:cTn id="67" dur="664" tmFilter="0, 0; 0.125,0.2665; 0.25,0.4; 0.375,0.465; 0.5,0.5;  0.625,0.535; 0.75,0.6; 0.875,0.7335; 1,1">
                                          <p:stCondLst>
                                            <p:cond delay="664"/>
                                          </p:stCondLst>
                                        </p:cTn>
                                        <p:tgtEl>
                                          <p:spTgt spid="43"/>
                                        </p:tgtEl>
                                        <p:attrNameLst>
                                          <p:attrName>ppt_y</p:attrName>
                                        </p:attrNameLst>
                                      </p:cBhvr>
                                      <p:tavLst>
                                        <p:tav tm="0" fmla="#ppt_y-sin(pi*$)/9">
                                          <p:val>
                                            <p:fltVal val="0"/>
                                          </p:val>
                                        </p:tav>
                                        <p:tav tm="100000">
                                          <p:val>
                                            <p:fltVal val="1"/>
                                          </p:val>
                                        </p:tav>
                                      </p:tavLst>
                                    </p:anim>
                                    <p:anim calcmode="lin" valueType="num">
                                      <p:cBhvr>
                                        <p:cTn id="68" dur="332" tmFilter="0, 0; 0.125,0.2665; 0.25,0.4; 0.375,0.465; 0.5,0.5;  0.625,0.535; 0.75,0.6; 0.875,0.7335; 1,1">
                                          <p:stCondLst>
                                            <p:cond delay="1324"/>
                                          </p:stCondLst>
                                        </p:cTn>
                                        <p:tgtEl>
                                          <p:spTgt spid="43"/>
                                        </p:tgtEl>
                                        <p:attrNameLst>
                                          <p:attrName>ppt_y</p:attrName>
                                        </p:attrNameLst>
                                      </p:cBhvr>
                                      <p:tavLst>
                                        <p:tav tm="0" fmla="#ppt_y-sin(pi*$)/27">
                                          <p:val>
                                            <p:fltVal val="0"/>
                                          </p:val>
                                        </p:tav>
                                        <p:tav tm="100000">
                                          <p:val>
                                            <p:fltVal val="1"/>
                                          </p:val>
                                        </p:tav>
                                      </p:tavLst>
                                    </p:anim>
                                    <p:anim calcmode="lin" valueType="num">
                                      <p:cBhvr>
                                        <p:cTn id="69" dur="164" tmFilter="0, 0; 0.125,0.2665; 0.25,0.4; 0.375,0.465; 0.5,0.5;  0.625,0.535; 0.75,0.6; 0.875,0.7335; 1,1">
                                          <p:stCondLst>
                                            <p:cond delay="1656"/>
                                          </p:stCondLst>
                                        </p:cTn>
                                        <p:tgtEl>
                                          <p:spTgt spid="43"/>
                                        </p:tgtEl>
                                        <p:attrNameLst>
                                          <p:attrName>ppt_y</p:attrName>
                                        </p:attrNameLst>
                                      </p:cBhvr>
                                      <p:tavLst>
                                        <p:tav tm="0" fmla="#ppt_y-sin(pi*$)/81">
                                          <p:val>
                                            <p:fltVal val="0"/>
                                          </p:val>
                                        </p:tav>
                                        <p:tav tm="100000">
                                          <p:val>
                                            <p:fltVal val="1"/>
                                          </p:val>
                                        </p:tav>
                                      </p:tavLst>
                                    </p:anim>
                                    <p:animScale>
                                      <p:cBhvr>
                                        <p:cTn id="70" dur="26">
                                          <p:stCondLst>
                                            <p:cond delay="650"/>
                                          </p:stCondLst>
                                        </p:cTn>
                                        <p:tgtEl>
                                          <p:spTgt spid="43"/>
                                        </p:tgtEl>
                                      </p:cBhvr>
                                      <p:to x="100000" y="60000"/>
                                    </p:animScale>
                                    <p:animScale>
                                      <p:cBhvr>
                                        <p:cTn id="71" dur="166" decel="50000">
                                          <p:stCondLst>
                                            <p:cond delay="676"/>
                                          </p:stCondLst>
                                        </p:cTn>
                                        <p:tgtEl>
                                          <p:spTgt spid="43"/>
                                        </p:tgtEl>
                                      </p:cBhvr>
                                      <p:to x="100000" y="100000"/>
                                    </p:animScale>
                                    <p:animScale>
                                      <p:cBhvr>
                                        <p:cTn id="72" dur="26">
                                          <p:stCondLst>
                                            <p:cond delay="1312"/>
                                          </p:stCondLst>
                                        </p:cTn>
                                        <p:tgtEl>
                                          <p:spTgt spid="43"/>
                                        </p:tgtEl>
                                      </p:cBhvr>
                                      <p:to x="100000" y="80000"/>
                                    </p:animScale>
                                    <p:animScale>
                                      <p:cBhvr>
                                        <p:cTn id="73" dur="166" decel="50000">
                                          <p:stCondLst>
                                            <p:cond delay="1338"/>
                                          </p:stCondLst>
                                        </p:cTn>
                                        <p:tgtEl>
                                          <p:spTgt spid="43"/>
                                        </p:tgtEl>
                                      </p:cBhvr>
                                      <p:to x="100000" y="100000"/>
                                    </p:animScale>
                                    <p:animScale>
                                      <p:cBhvr>
                                        <p:cTn id="74" dur="26">
                                          <p:stCondLst>
                                            <p:cond delay="1642"/>
                                          </p:stCondLst>
                                        </p:cTn>
                                        <p:tgtEl>
                                          <p:spTgt spid="43"/>
                                        </p:tgtEl>
                                      </p:cBhvr>
                                      <p:to x="100000" y="90000"/>
                                    </p:animScale>
                                    <p:animScale>
                                      <p:cBhvr>
                                        <p:cTn id="75" dur="166" decel="50000">
                                          <p:stCondLst>
                                            <p:cond delay="1668"/>
                                          </p:stCondLst>
                                        </p:cTn>
                                        <p:tgtEl>
                                          <p:spTgt spid="43"/>
                                        </p:tgtEl>
                                      </p:cBhvr>
                                      <p:to x="100000" y="100000"/>
                                    </p:animScale>
                                    <p:animScale>
                                      <p:cBhvr>
                                        <p:cTn id="76" dur="26">
                                          <p:stCondLst>
                                            <p:cond delay="1808"/>
                                          </p:stCondLst>
                                        </p:cTn>
                                        <p:tgtEl>
                                          <p:spTgt spid="43"/>
                                        </p:tgtEl>
                                      </p:cBhvr>
                                      <p:to x="100000" y="95000"/>
                                    </p:animScale>
                                    <p:animScale>
                                      <p:cBhvr>
                                        <p:cTn id="77" dur="166" decel="50000">
                                          <p:stCondLst>
                                            <p:cond delay="1834"/>
                                          </p:stCondLst>
                                        </p:cTn>
                                        <p:tgtEl>
                                          <p:spTgt spid="43"/>
                                        </p:tgtEl>
                                      </p:cBhvr>
                                      <p:to x="100000" y="100000"/>
                                    </p:animScale>
                                  </p:childTnLst>
                                </p:cTn>
                              </p:par>
                            </p:childTnLst>
                          </p:cTn>
                        </p:par>
                        <p:par>
                          <p:cTn id="78" fill="hold">
                            <p:stCondLst>
                              <p:cond delay="12500"/>
                            </p:stCondLst>
                            <p:childTnLst>
                              <p:par>
                                <p:cTn id="79" presetID="23" presetClass="entr" presetSubtype="36" fill="hold" nodeType="afterEffect">
                                  <p:stCondLst>
                                    <p:cond delay="0"/>
                                  </p:stCondLst>
                                  <p:childTnLst>
                                    <p:set>
                                      <p:cBhvr>
                                        <p:cTn id="80" dur="1" fill="hold">
                                          <p:stCondLst>
                                            <p:cond delay="0"/>
                                          </p:stCondLst>
                                        </p:cTn>
                                        <p:tgtEl>
                                          <p:spTgt spid="44"/>
                                        </p:tgtEl>
                                        <p:attrNameLst>
                                          <p:attrName>style.visibility</p:attrName>
                                        </p:attrNameLst>
                                      </p:cBhvr>
                                      <p:to>
                                        <p:strVal val="visible"/>
                                      </p:to>
                                    </p:set>
                                    <p:anim calcmode="lin" valueType="num">
                                      <p:cBhvr>
                                        <p:cTn id="81" dur="1750" fill="hold"/>
                                        <p:tgtEl>
                                          <p:spTgt spid="44"/>
                                        </p:tgtEl>
                                        <p:attrNameLst>
                                          <p:attrName>ppt_w</p:attrName>
                                        </p:attrNameLst>
                                      </p:cBhvr>
                                      <p:tavLst>
                                        <p:tav tm="0">
                                          <p:val>
                                            <p:strVal val="(6*min(max(#ppt_w*#ppt_h,.3),1)-7.4)/-.7*#ppt_w"/>
                                          </p:val>
                                        </p:tav>
                                        <p:tav tm="100000">
                                          <p:val>
                                            <p:strVal val="#ppt_w"/>
                                          </p:val>
                                        </p:tav>
                                      </p:tavLst>
                                    </p:anim>
                                    <p:anim calcmode="lin" valueType="num">
                                      <p:cBhvr>
                                        <p:cTn id="82" dur="1750" fill="hold"/>
                                        <p:tgtEl>
                                          <p:spTgt spid="44"/>
                                        </p:tgtEl>
                                        <p:attrNameLst>
                                          <p:attrName>ppt_h</p:attrName>
                                        </p:attrNameLst>
                                      </p:cBhvr>
                                      <p:tavLst>
                                        <p:tav tm="0">
                                          <p:val>
                                            <p:strVal val="(6*min(max(#ppt_w*#ppt_h,.3),1)-7.4)/-.7*#ppt_h"/>
                                          </p:val>
                                        </p:tav>
                                        <p:tav tm="100000">
                                          <p:val>
                                            <p:strVal val="#ppt_h"/>
                                          </p:val>
                                        </p:tav>
                                      </p:tavLst>
                                    </p:anim>
                                    <p:anim calcmode="lin" valueType="num">
                                      <p:cBhvr>
                                        <p:cTn id="83" dur="1750" fill="hold"/>
                                        <p:tgtEl>
                                          <p:spTgt spid="44"/>
                                        </p:tgtEl>
                                        <p:attrNameLst>
                                          <p:attrName>ppt_x</p:attrName>
                                        </p:attrNameLst>
                                      </p:cBhvr>
                                      <p:tavLst>
                                        <p:tav tm="0">
                                          <p:val>
                                            <p:fltVal val="0.5"/>
                                          </p:val>
                                        </p:tav>
                                        <p:tav tm="100000">
                                          <p:val>
                                            <p:strVal val="#ppt_x"/>
                                          </p:val>
                                        </p:tav>
                                      </p:tavLst>
                                    </p:anim>
                                    <p:anim calcmode="lin" valueType="num">
                                      <p:cBhvr>
                                        <p:cTn id="84" dur="1750" fill="hold"/>
                                        <p:tgtEl>
                                          <p:spTgt spid="44"/>
                                        </p:tgtEl>
                                        <p:attrNameLst>
                                          <p:attrName>ppt_y</p:attrName>
                                        </p:attrNameLst>
                                      </p:cBhvr>
                                      <p:tavLst>
                                        <p:tav tm="0">
                                          <p:val>
                                            <p:strVal val="1+(6*min(max(#ppt_w*#ppt_h,.3),1)-7.4)/-.7*#ppt_h/2"/>
                                          </p:val>
                                        </p:tav>
                                        <p:tav tm="100000">
                                          <p:val>
                                            <p:strVal val="#ppt_y"/>
                                          </p:val>
                                        </p:tav>
                                      </p:tavLst>
                                    </p:anim>
                                  </p:childTnLst>
                                </p:cTn>
                              </p:par>
                              <p:par>
                                <p:cTn id="85" presetID="26" presetClass="entr" presetSubtype="0" fill="hold" nodeType="withEffect">
                                  <p:stCondLst>
                                    <p:cond delay="0"/>
                                  </p:stCondLst>
                                  <p:childTnLst>
                                    <p:set>
                                      <p:cBhvr>
                                        <p:cTn id="86" dur="1" fill="hold">
                                          <p:stCondLst>
                                            <p:cond delay="0"/>
                                          </p:stCondLst>
                                        </p:cTn>
                                        <p:tgtEl>
                                          <p:spTgt spid="44"/>
                                        </p:tgtEl>
                                        <p:attrNameLst>
                                          <p:attrName>style.visibility</p:attrName>
                                        </p:attrNameLst>
                                      </p:cBhvr>
                                      <p:to>
                                        <p:strVal val="visible"/>
                                      </p:to>
                                    </p:set>
                                    <p:animEffect transition="in" filter="wipe(down)">
                                      <p:cBhvr>
                                        <p:cTn id="87" dur="580">
                                          <p:stCondLst>
                                            <p:cond delay="0"/>
                                          </p:stCondLst>
                                        </p:cTn>
                                        <p:tgtEl>
                                          <p:spTgt spid="44"/>
                                        </p:tgtEl>
                                      </p:cBhvr>
                                    </p:animEffect>
                                    <p:anim calcmode="lin" valueType="num">
                                      <p:cBhvr>
                                        <p:cTn id="88" dur="1822" tmFilter="0,0; 0.14,0.36; 0.43,0.73; 0.71,0.91; 1.0,1.0">
                                          <p:stCondLst>
                                            <p:cond delay="0"/>
                                          </p:stCondLst>
                                        </p:cTn>
                                        <p:tgtEl>
                                          <p:spTgt spid="44"/>
                                        </p:tgtEl>
                                        <p:attrNameLst>
                                          <p:attrName>ppt_x</p:attrName>
                                        </p:attrNameLst>
                                      </p:cBhvr>
                                      <p:tavLst>
                                        <p:tav tm="0">
                                          <p:val>
                                            <p:strVal val="#ppt_x-0.25"/>
                                          </p:val>
                                        </p:tav>
                                        <p:tav tm="100000">
                                          <p:val>
                                            <p:strVal val="#ppt_x"/>
                                          </p:val>
                                        </p:tav>
                                      </p:tavLst>
                                    </p:anim>
                                    <p:anim calcmode="lin" valueType="num">
                                      <p:cBhvr>
                                        <p:cTn id="89" dur="664" tmFilter="0.0,0.0; 0.25,0.07; 0.50,0.2; 0.75,0.467; 1.0,1.0">
                                          <p:stCondLst>
                                            <p:cond delay="0"/>
                                          </p:stCondLst>
                                        </p:cTn>
                                        <p:tgtEl>
                                          <p:spTgt spid="44"/>
                                        </p:tgtEl>
                                        <p:attrNameLst>
                                          <p:attrName>ppt_y</p:attrName>
                                        </p:attrNameLst>
                                      </p:cBhvr>
                                      <p:tavLst>
                                        <p:tav tm="0" fmla="#ppt_y-sin(pi*$)/3">
                                          <p:val>
                                            <p:fltVal val="0.5"/>
                                          </p:val>
                                        </p:tav>
                                        <p:tav tm="100000">
                                          <p:val>
                                            <p:fltVal val="1"/>
                                          </p:val>
                                        </p:tav>
                                      </p:tavLst>
                                    </p:anim>
                                    <p:anim calcmode="lin" valueType="num">
                                      <p:cBhvr>
                                        <p:cTn id="90" dur="664" tmFilter="0, 0; 0.125,0.2665; 0.25,0.4; 0.375,0.465; 0.5,0.5;  0.625,0.535; 0.75,0.6; 0.875,0.7335; 1,1">
                                          <p:stCondLst>
                                            <p:cond delay="664"/>
                                          </p:stCondLst>
                                        </p:cTn>
                                        <p:tgtEl>
                                          <p:spTgt spid="44"/>
                                        </p:tgtEl>
                                        <p:attrNameLst>
                                          <p:attrName>ppt_y</p:attrName>
                                        </p:attrNameLst>
                                      </p:cBhvr>
                                      <p:tavLst>
                                        <p:tav tm="0" fmla="#ppt_y-sin(pi*$)/9">
                                          <p:val>
                                            <p:fltVal val="0"/>
                                          </p:val>
                                        </p:tav>
                                        <p:tav tm="100000">
                                          <p:val>
                                            <p:fltVal val="1"/>
                                          </p:val>
                                        </p:tav>
                                      </p:tavLst>
                                    </p:anim>
                                    <p:anim calcmode="lin" valueType="num">
                                      <p:cBhvr>
                                        <p:cTn id="91" dur="332" tmFilter="0, 0; 0.125,0.2665; 0.25,0.4; 0.375,0.465; 0.5,0.5;  0.625,0.535; 0.75,0.6; 0.875,0.7335; 1,1">
                                          <p:stCondLst>
                                            <p:cond delay="1324"/>
                                          </p:stCondLst>
                                        </p:cTn>
                                        <p:tgtEl>
                                          <p:spTgt spid="44"/>
                                        </p:tgtEl>
                                        <p:attrNameLst>
                                          <p:attrName>ppt_y</p:attrName>
                                        </p:attrNameLst>
                                      </p:cBhvr>
                                      <p:tavLst>
                                        <p:tav tm="0" fmla="#ppt_y-sin(pi*$)/27">
                                          <p:val>
                                            <p:fltVal val="0"/>
                                          </p:val>
                                        </p:tav>
                                        <p:tav tm="100000">
                                          <p:val>
                                            <p:fltVal val="1"/>
                                          </p:val>
                                        </p:tav>
                                      </p:tavLst>
                                    </p:anim>
                                    <p:anim calcmode="lin" valueType="num">
                                      <p:cBhvr>
                                        <p:cTn id="92" dur="164" tmFilter="0, 0; 0.125,0.2665; 0.25,0.4; 0.375,0.465; 0.5,0.5;  0.625,0.535; 0.75,0.6; 0.875,0.7335; 1,1">
                                          <p:stCondLst>
                                            <p:cond delay="1656"/>
                                          </p:stCondLst>
                                        </p:cTn>
                                        <p:tgtEl>
                                          <p:spTgt spid="44"/>
                                        </p:tgtEl>
                                        <p:attrNameLst>
                                          <p:attrName>ppt_y</p:attrName>
                                        </p:attrNameLst>
                                      </p:cBhvr>
                                      <p:tavLst>
                                        <p:tav tm="0" fmla="#ppt_y-sin(pi*$)/81">
                                          <p:val>
                                            <p:fltVal val="0"/>
                                          </p:val>
                                        </p:tav>
                                        <p:tav tm="100000">
                                          <p:val>
                                            <p:fltVal val="1"/>
                                          </p:val>
                                        </p:tav>
                                      </p:tavLst>
                                    </p:anim>
                                    <p:animScale>
                                      <p:cBhvr>
                                        <p:cTn id="93" dur="26">
                                          <p:stCondLst>
                                            <p:cond delay="650"/>
                                          </p:stCondLst>
                                        </p:cTn>
                                        <p:tgtEl>
                                          <p:spTgt spid="44"/>
                                        </p:tgtEl>
                                      </p:cBhvr>
                                      <p:to x="100000" y="60000"/>
                                    </p:animScale>
                                    <p:animScale>
                                      <p:cBhvr>
                                        <p:cTn id="94" dur="166" decel="50000">
                                          <p:stCondLst>
                                            <p:cond delay="676"/>
                                          </p:stCondLst>
                                        </p:cTn>
                                        <p:tgtEl>
                                          <p:spTgt spid="44"/>
                                        </p:tgtEl>
                                      </p:cBhvr>
                                      <p:to x="100000" y="100000"/>
                                    </p:animScale>
                                    <p:animScale>
                                      <p:cBhvr>
                                        <p:cTn id="95" dur="26">
                                          <p:stCondLst>
                                            <p:cond delay="1312"/>
                                          </p:stCondLst>
                                        </p:cTn>
                                        <p:tgtEl>
                                          <p:spTgt spid="44"/>
                                        </p:tgtEl>
                                      </p:cBhvr>
                                      <p:to x="100000" y="80000"/>
                                    </p:animScale>
                                    <p:animScale>
                                      <p:cBhvr>
                                        <p:cTn id="96" dur="166" decel="50000">
                                          <p:stCondLst>
                                            <p:cond delay="1338"/>
                                          </p:stCondLst>
                                        </p:cTn>
                                        <p:tgtEl>
                                          <p:spTgt spid="44"/>
                                        </p:tgtEl>
                                      </p:cBhvr>
                                      <p:to x="100000" y="100000"/>
                                    </p:animScale>
                                    <p:animScale>
                                      <p:cBhvr>
                                        <p:cTn id="97" dur="26">
                                          <p:stCondLst>
                                            <p:cond delay="1642"/>
                                          </p:stCondLst>
                                        </p:cTn>
                                        <p:tgtEl>
                                          <p:spTgt spid="44"/>
                                        </p:tgtEl>
                                      </p:cBhvr>
                                      <p:to x="100000" y="90000"/>
                                    </p:animScale>
                                    <p:animScale>
                                      <p:cBhvr>
                                        <p:cTn id="98" dur="166" decel="50000">
                                          <p:stCondLst>
                                            <p:cond delay="1668"/>
                                          </p:stCondLst>
                                        </p:cTn>
                                        <p:tgtEl>
                                          <p:spTgt spid="44"/>
                                        </p:tgtEl>
                                      </p:cBhvr>
                                      <p:to x="100000" y="100000"/>
                                    </p:animScale>
                                    <p:animScale>
                                      <p:cBhvr>
                                        <p:cTn id="99" dur="26">
                                          <p:stCondLst>
                                            <p:cond delay="1808"/>
                                          </p:stCondLst>
                                        </p:cTn>
                                        <p:tgtEl>
                                          <p:spTgt spid="44"/>
                                        </p:tgtEl>
                                      </p:cBhvr>
                                      <p:to x="100000" y="95000"/>
                                    </p:animScale>
                                    <p:animScale>
                                      <p:cBhvr>
                                        <p:cTn id="100" dur="166" decel="50000">
                                          <p:stCondLst>
                                            <p:cond delay="1834"/>
                                          </p:stCondLst>
                                        </p:cTn>
                                        <p:tgtEl>
                                          <p:spTgt spid="4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BE" dirty="0" err="1"/>
              <a:t>Galton</a:t>
            </a:r>
            <a:r>
              <a:rPr lang="nl-BE" dirty="0"/>
              <a:t> Board</a:t>
            </a:r>
          </a:p>
        </p:txBody>
      </p:sp>
      <p:sp>
        <p:nvSpPr>
          <p:cNvPr id="15" name="Tijdelijke aanduiding voor inhoud 14"/>
          <p:cNvSpPr>
            <a:spLocks noGrp="1"/>
          </p:cNvSpPr>
          <p:nvPr>
            <p:ph idx="1"/>
          </p:nvPr>
        </p:nvSpPr>
        <p:spPr/>
        <p:txBody>
          <a:bodyPr/>
          <a:lstStyle/>
          <a:p>
            <a:r>
              <a:rPr lang="nl-BE" dirty="0"/>
              <a:t>Galton Board</a:t>
            </a:r>
            <a:br>
              <a:rPr lang="nl-BE" dirty="0"/>
            </a:br>
            <a:r>
              <a:rPr lang="nl-BE" sz="1600" dirty="0">
                <a:hlinkClick r:id="rId3"/>
              </a:rPr>
              <a:t>https://www.youtube.com/watch?v=6YDHBFVIvIs</a:t>
            </a:r>
            <a:endParaRPr lang="nl-BE" sz="1600" dirty="0"/>
          </a:p>
          <a:p>
            <a:endParaRPr lang="nl-BE" dirty="0"/>
          </a:p>
          <a:p>
            <a:endParaRPr lang="nl-BE" dirty="0"/>
          </a:p>
        </p:txBody>
      </p:sp>
      <p:pic>
        <p:nvPicPr>
          <p:cNvPr id="184322" name="Picture 2"/>
          <p:cNvPicPr>
            <a:picLocks noChangeAspect="1" noChangeArrowheads="1"/>
          </p:cNvPicPr>
          <p:nvPr/>
        </p:nvPicPr>
        <p:blipFill>
          <a:blip r:embed="rId4" cstate="email"/>
          <a:srcRect/>
          <a:stretch>
            <a:fillRect/>
          </a:stretch>
        </p:blipFill>
        <p:spPr bwMode="auto">
          <a:xfrm>
            <a:off x="720870" y="2801216"/>
            <a:ext cx="4086225" cy="3562350"/>
          </a:xfrm>
          <a:prstGeom prst="rect">
            <a:avLst/>
          </a:prstGeom>
          <a:noFill/>
          <a:ln w="9525">
            <a:noFill/>
            <a:miter lim="800000"/>
            <a:headEnd/>
            <a:tailEnd/>
          </a:ln>
        </p:spPr>
      </p:pic>
      <p:pic>
        <p:nvPicPr>
          <p:cNvPr id="184323" name="Picture 3"/>
          <p:cNvPicPr>
            <a:picLocks noChangeAspect="1" noChangeArrowheads="1"/>
          </p:cNvPicPr>
          <p:nvPr/>
        </p:nvPicPr>
        <p:blipFill>
          <a:blip r:embed="rId5" cstate="email"/>
          <a:srcRect/>
          <a:stretch>
            <a:fillRect/>
          </a:stretch>
        </p:blipFill>
        <p:spPr bwMode="auto">
          <a:xfrm>
            <a:off x="4877405" y="2793857"/>
            <a:ext cx="4547150" cy="3565379"/>
          </a:xfrm>
          <a:prstGeom prst="rect">
            <a:avLst/>
          </a:prstGeom>
          <a:noFill/>
          <a:ln w="9525">
            <a:noFill/>
            <a:miter lim="800000"/>
            <a:headEnd/>
            <a:tailEnd/>
          </a:ln>
        </p:spPr>
      </p:pic>
      <p:sp>
        <p:nvSpPr>
          <p:cNvPr id="6" name="Tijdelijke aanduiding voor dianummer 5"/>
          <p:cNvSpPr>
            <a:spLocks noGrp="1"/>
          </p:cNvSpPr>
          <p:nvPr>
            <p:ph type="sldNum" sz="quarter" idx="12"/>
          </p:nvPr>
        </p:nvSpPr>
        <p:spPr/>
        <p:txBody>
          <a:bodyPr/>
          <a:lstStyle/>
          <a:p>
            <a:pPr>
              <a:defRPr/>
            </a:pPr>
            <a:fld id="{3BAE3F46-7F34-4D55-854B-55B1578BB741}" type="slidenum">
              <a:rPr lang="en-US" smtClean="0"/>
              <a:pPr>
                <a:defRPr/>
              </a:pPr>
              <a:t>14</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p:nvPr/>
        </p:nvSpPr>
        <p:spPr>
          <a:xfrm>
            <a:off x="525275" y="4357835"/>
            <a:ext cx="6404860" cy="2095500"/>
          </a:xfrm>
          <a:prstGeom prst="rect">
            <a:avLst/>
          </a:prstGeom>
          <a:blipFill>
            <a:blip r:embed="rId3" cstate="email"/>
            <a:stretch>
              <a:fillRect/>
            </a:stretch>
          </a:blipFill>
        </p:spPr>
        <p:txBody>
          <a:bodyPr wrap="square" lIns="0" tIns="0" rIns="0" bIns="0" rtlCol="0"/>
          <a:lstStyle/>
          <a:p>
            <a:endParaRPr/>
          </a:p>
        </p:txBody>
      </p:sp>
      <p:sp>
        <p:nvSpPr>
          <p:cNvPr id="9" name="object 9"/>
          <p:cNvSpPr/>
          <p:nvPr/>
        </p:nvSpPr>
        <p:spPr>
          <a:xfrm>
            <a:off x="525277" y="4345347"/>
            <a:ext cx="6405245" cy="2108200"/>
          </a:xfrm>
          <a:custGeom>
            <a:avLst/>
            <a:gdLst/>
            <a:ahLst/>
            <a:cxnLst/>
            <a:rect l="l" t="t" r="r" b="b"/>
            <a:pathLst>
              <a:path w="6405245" h="2108200">
                <a:moveTo>
                  <a:pt x="977769" y="364009"/>
                </a:moveTo>
                <a:lnTo>
                  <a:pt x="935836" y="402030"/>
                </a:lnTo>
                <a:lnTo>
                  <a:pt x="897433" y="440574"/>
                </a:lnTo>
                <a:lnTo>
                  <a:pt x="862583" y="479602"/>
                </a:lnTo>
                <a:lnTo>
                  <a:pt x="831306" y="519074"/>
                </a:lnTo>
                <a:lnTo>
                  <a:pt x="803626" y="558947"/>
                </a:lnTo>
                <a:lnTo>
                  <a:pt x="779564" y="599183"/>
                </a:lnTo>
                <a:lnTo>
                  <a:pt x="759143" y="639740"/>
                </a:lnTo>
                <a:lnTo>
                  <a:pt x="742385" y="680578"/>
                </a:lnTo>
                <a:lnTo>
                  <a:pt x="729313" y="721656"/>
                </a:lnTo>
                <a:lnTo>
                  <a:pt x="719948" y="762935"/>
                </a:lnTo>
                <a:lnTo>
                  <a:pt x="714312" y="804372"/>
                </a:lnTo>
                <a:lnTo>
                  <a:pt x="712429" y="845929"/>
                </a:lnTo>
                <a:lnTo>
                  <a:pt x="713187" y="872579"/>
                </a:lnTo>
                <a:lnTo>
                  <a:pt x="719200" y="925425"/>
                </a:lnTo>
                <a:lnTo>
                  <a:pt x="731102" y="977622"/>
                </a:lnTo>
                <a:lnTo>
                  <a:pt x="748759" y="1029116"/>
                </a:lnTo>
                <a:lnTo>
                  <a:pt x="772041" y="1079857"/>
                </a:lnTo>
                <a:lnTo>
                  <a:pt x="800817" y="1129789"/>
                </a:lnTo>
                <a:lnTo>
                  <a:pt x="834954" y="1178862"/>
                </a:lnTo>
                <a:lnTo>
                  <a:pt x="874322" y="1227022"/>
                </a:lnTo>
                <a:lnTo>
                  <a:pt x="918788" y="1274217"/>
                </a:lnTo>
                <a:lnTo>
                  <a:pt x="968222" y="1320393"/>
                </a:lnTo>
                <a:lnTo>
                  <a:pt x="1022493" y="1365499"/>
                </a:lnTo>
                <a:lnTo>
                  <a:pt x="1081468" y="1409481"/>
                </a:lnTo>
                <a:lnTo>
                  <a:pt x="1145016" y="1452287"/>
                </a:lnTo>
                <a:lnTo>
                  <a:pt x="1178464" y="1473232"/>
                </a:lnTo>
                <a:lnTo>
                  <a:pt x="1213006" y="1493864"/>
                </a:lnTo>
                <a:lnTo>
                  <a:pt x="1248625" y="1514175"/>
                </a:lnTo>
                <a:lnTo>
                  <a:pt x="1285306" y="1534159"/>
                </a:lnTo>
                <a:lnTo>
                  <a:pt x="1323031" y="1553810"/>
                </a:lnTo>
                <a:lnTo>
                  <a:pt x="1361785" y="1573121"/>
                </a:lnTo>
                <a:lnTo>
                  <a:pt x="1401550" y="1592085"/>
                </a:lnTo>
                <a:lnTo>
                  <a:pt x="1442311" y="1610695"/>
                </a:lnTo>
                <a:lnTo>
                  <a:pt x="1484051" y="1628946"/>
                </a:lnTo>
                <a:lnTo>
                  <a:pt x="1526754" y="1646830"/>
                </a:lnTo>
                <a:lnTo>
                  <a:pt x="1570402" y="1664341"/>
                </a:lnTo>
                <a:lnTo>
                  <a:pt x="1614981" y="1681472"/>
                </a:lnTo>
                <a:lnTo>
                  <a:pt x="1660472" y="1698217"/>
                </a:lnTo>
                <a:lnTo>
                  <a:pt x="1706861" y="1714570"/>
                </a:lnTo>
                <a:lnTo>
                  <a:pt x="1754130" y="1730523"/>
                </a:lnTo>
                <a:lnTo>
                  <a:pt x="1802263" y="1746069"/>
                </a:lnTo>
                <a:lnTo>
                  <a:pt x="1851243" y="1761204"/>
                </a:lnTo>
                <a:lnTo>
                  <a:pt x="1901055" y="1775919"/>
                </a:lnTo>
                <a:lnTo>
                  <a:pt x="1951681" y="1790208"/>
                </a:lnTo>
                <a:lnTo>
                  <a:pt x="2003105" y="1804065"/>
                </a:lnTo>
                <a:lnTo>
                  <a:pt x="2055312" y="1817483"/>
                </a:lnTo>
                <a:lnTo>
                  <a:pt x="2108283" y="1830455"/>
                </a:lnTo>
                <a:lnTo>
                  <a:pt x="2162004" y="1842976"/>
                </a:lnTo>
                <a:lnTo>
                  <a:pt x="2216457" y="1855038"/>
                </a:lnTo>
                <a:lnTo>
                  <a:pt x="2271627" y="1866634"/>
                </a:lnTo>
                <a:lnTo>
                  <a:pt x="2327496" y="1877758"/>
                </a:lnTo>
                <a:lnTo>
                  <a:pt x="2384048" y="1888404"/>
                </a:lnTo>
                <a:lnTo>
                  <a:pt x="2441267" y="1898566"/>
                </a:lnTo>
                <a:lnTo>
                  <a:pt x="2499137" y="1908235"/>
                </a:lnTo>
                <a:lnTo>
                  <a:pt x="2557640" y="1917406"/>
                </a:lnTo>
                <a:lnTo>
                  <a:pt x="2616761" y="1926072"/>
                </a:lnTo>
                <a:lnTo>
                  <a:pt x="2676483" y="1934227"/>
                </a:lnTo>
                <a:lnTo>
                  <a:pt x="2736790" y="1941864"/>
                </a:lnTo>
                <a:lnTo>
                  <a:pt x="2797665" y="1948977"/>
                </a:lnTo>
                <a:lnTo>
                  <a:pt x="2859092" y="1955558"/>
                </a:lnTo>
                <a:lnTo>
                  <a:pt x="2921054" y="1961602"/>
                </a:lnTo>
                <a:lnTo>
                  <a:pt x="2983535" y="1967101"/>
                </a:lnTo>
                <a:lnTo>
                  <a:pt x="3046519" y="1972049"/>
                </a:lnTo>
                <a:lnTo>
                  <a:pt x="3109989" y="1976440"/>
                </a:lnTo>
                <a:lnTo>
                  <a:pt x="3173928" y="1980267"/>
                </a:lnTo>
                <a:lnTo>
                  <a:pt x="3238321" y="1983523"/>
                </a:lnTo>
                <a:lnTo>
                  <a:pt x="3303150" y="1986202"/>
                </a:lnTo>
                <a:lnTo>
                  <a:pt x="3368400" y="1988297"/>
                </a:lnTo>
                <a:lnTo>
                  <a:pt x="3434053" y="1989801"/>
                </a:lnTo>
                <a:lnTo>
                  <a:pt x="3500095" y="1990709"/>
                </a:lnTo>
                <a:lnTo>
                  <a:pt x="3566507" y="1991013"/>
                </a:lnTo>
                <a:lnTo>
                  <a:pt x="3627488" y="1990759"/>
                </a:lnTo>
                <a:lnTo>
                  <a:pt x="3688251" y="1989988"/>
                </a:lnTo>
                <a:lnTo>
                  <a:pt x="3748781" y="1988703"/>
                </a:lnTo>
                <a:lnTo>
                  <a:pt x="3809061" y="1986909"/>
                </a:lnTo>
                <a:lnTo>
                  <a:pt x="3869075" y="1984610"/>
                </a:lnTo>
                <a:lnTo>
                  <a:pt x="3928806" y="1981810"/>
                </a:lnTo>
                <a:lnTo>
                  <a:pt x="3988237" y="1978513"/>
                </a:lnTo>
                <a:lnTo>
                  <a:pt x="4047354" y="1974723"/>
                </a:lnTo>
                <a:lnTo>
                  <a:pt x="4106138" y="1970445"/>
                </a:lnTo>
                <a:lnTo>
                  <a:pt x="4164573" y="1965682"/>
                </a:lnTo>
                <a:lnTo>
                  <a:pt x="4222644" y="1960439"/>
                </a:lnTo>
                <a:lnTo>
                  <a:pt x="4280334" y="1954720"/>
                </a:lnTo>
                <a:lnTo>
                  <a:pt x="4337626" y="1948529"/>
                </a:lnTo>
                <a:lnTo>
                  <a:pt x="4394504" y="1941870"/>
                </a:lnTo>
                <a:lnTo>
                  <a:pt x="4450952" y="1934748"/>
                </a:lnTo>
                <a:lnTo>
                  <a:pt x="4506953" y="1927166"/>
                </a:lnTo>
                <a:lnTo>
                  <a:pt x="4562491" y="1919129"/>
                </a:lnTo>
                <a:lnTo>
                  <a:pt x="4617549" y="1910641"/>
                </a:lnTo>
                <a:lnTo>
                  <a:pt x="4672111" y="1901706"/>
                </a:lnTo>
                <a:lnTo>
                  <a:pt x="4726161" y="1892328"/>
                </a:lnTo>
                <a:lnTo>
                  <a:pt x="4779682" y="1882511"/>
                </a:lnTo>
                <a:lnTo>
                  <a:pt x="4832657" y="1872260"/>
                </a:lnTo>
                <a:lnTo>
                  <a:pt x="4885071" y="1861578"/>
                </a:lnTo>
                <a:lnTo>
                  <a:pt x="4936907" y="1850471"/>
                </a:lnTo>
                <a:lnTo>
                  <a:pt x="4988149" y="1838941"/>
                </a:lnTo>
                <a:lnTo>
                  <a:pt x="5038780" y="1826993"/>
                </a:lnTo>
                <a:lnTo>
                  <a:pt x="5088783" y="1814631"/>
                </a:lnTo>
                <a:lnTo>
                  <a:pt x="5138143" y="1801860"/>
                </a:lnTo>
                <a:lnTo>
                  <a:pt x="5186843" y="1788684"/>
                </a:lnTo>
                <a:lnTo>
                  <a:pt x="5234866" y="1775106"/>
                </a:lnTo>
                <a:lnTo>
                  <a:pt x="5282196" y="1761131"/>
                </a:lnTo>
                <a:lnTo>
                  <a:pt x="5328818" y="1746763"/>
                </a:lnTo>
                <a:lnTo>
                  <a:pt x="5374713" y="1732006"/>
                </a:lnTo>
                <a:lnTo>
                  <a:pt x="5419867" y="1716864"/>
                </a:lnTo>
                <a:lnTo>
                  <a:pt x="5464262" y="1701342"/>
                </a:lnTo>
                <a:lnTo>
                  <a:pt x="5507882" y="1685444"/>
                </a:lnTo>
                <a:lnTo>
                  <a:pt x="5550711" y="1669173"/>
                </a:lnTo>
                <a:lnTo>
                  <a:pt x="5592732" y="1652535"/>
                </a:lnTo>
                <a:lnTo>
                  <a:pt x="5633929" y="1635532"/>
                </a:lnTo>
                <a:lnTo>
                  <a:pt x="5674286" y="1618170"/>
                </a:lnTo>
                <a:lnTo>
                  <a:pt x="5713786" y="1600452"/>
                </a:lnTo>
                <a:lnTo>
                  <a:pt x="5752412" y="1582382"/>
                </a:lnTo>
                <a:lnTo>
                  <a:pt x="5790149" y="1563966"/>
                </a:lnTo>
                <a:lnTo>
                  <a:pt x="5826980" y="1545206"/>
                </a:lnTo>
                <a:lnTo>
                  <a:pt x="5862888" y="1526107"/>
                </a:lnTo>
                <a:lnTo>
                  <a:pt x="5897857" y="1506673"/>
                </a:lnTo>
                <a:lnTo>
                  <a:pt x="5931871" y="1486909"/>
                </a:lnTo>
                <a:lnTo>
                  <a:pt x="5964914" y="1466818"/>
                </a:lnTo>
                <a:lnTo>
                  <a:pt x="6028017" y="1425674"/>
                </a:lnTo>
                <a:lnTo>
                  <a:pt x="6087038" y="1383273"/>
                </a:lnTo>
                <a:lnTo>
                  <a:pt x="6141843" y="1339650"/>
                </a:lnTo>
                <a:lnTo>
                  <a:pt x="6404854" y="1390132"/>
                </a:lnTo>
                <a:lnTo>
                  <a:pt x="6350708" y="1433465"/>
                </a:lnTo>
                <a:lnTo>
                  <a:pt x="6292788" y="1475708"/>
                </a:lnTo>
                <a:lnTo>
                  <a:pt x="6231200" y="1516835"/>
                </a:lnTo>
                <a:lnTo>
                  <a:pt x="6166048" y="1556820"/>
                </a:lnTo>
                <a:lnTo>
                  <a:pt x="6132168" y="1576376"/>
                </a:lnTo>
                <a:lnTo>
                  <a:pt x="6097437" y="1595635"/>
                </a:lnTo>
                <a:lnTo>
                  <a:pt x="6061868" y="1614596"/>
                </a:lnTo>
                <a:lnTo>
                  <a:pt x="6025474" y="1633255"/>
                </a:lnTo>
                <a:lnTo>
                  <a:pt x="5988268" y="1651608"/>
                </a:lnTo>
                <a:lnTo>
                  <a:pt x="5950264" y="1669652"/>
                </a:lnTo>
                <a:lnTo>
                  <a:pt x="5911474" y="1687383"/>
                </a:lnTo>
                <a:lnTo>
                  <a:pt x="5871911" y="1704799"/>
                </a:lnTo>
                <a:lnTo>
                  <a:pt x="5831590" y="1721896"/>
                </a:lnTo>
                <a:lnTo>
                  <a:pt x="5790522" y="1738670"/>
                </a:lnTo>
                <a:lnTo>
                  <a:pt x="5748722" y="1755119"/>
                </a:lnTo>
                <a:lnTo>
                  <a:pt x="5706202" y="1771239"/>
                </a:lnTo>
                <a:lnTo>
                  <a:pt x="5662976" y="1787027"/>
                </a:lnTo>
                <a:lnTo>
                  <a:pt x="5619056" y="1802479"/>
                </a:lnTo>
                <a:lnTo>
                  <a:pt x="5574456" y="1817592"/>
                </a:lnTo>
                <a:lnTo>
                  <a:pt x="5529189" y="1832362"/>
                </a:lnTo>
                <a:lnTo>
                  <a:pt x="5483269" y="1846787"/>
                </a:lnTo>
                <a:lnTo>
                  <a:pt x="5436707" y="1860863"/>
                </a:lnTo>
                <a:lnTo>
                  <a:pt x="5389519" y="1874587"/>
                </a:lnTo>
                <a:lnTo>
                  <a:pt x="5341716" y="1887955"/>
                </a:lnTo>
                <a:lnTo>
                  <a:pt x="5293312" y="1900963"/>
                </a:lnTo>
                <a:lnTo>
                  <a:pt x="5244320" y="1913610"/>
                </a:lnTo>
                <a:lnTo>
                  <a:pt x="5194753" y="1925891"/>
                </a:lnTo>
                <a:lnTo>
                  <a:pt x="5144625" y="1937803"/>
                </a:lnTo>
                <a:lnTo>
                  <a:pt x="5093948" y="1949343"/>
                </a:lnTo>
                <a:lnTo>
                  <a:pt x="5042736" y="1960506"/>
                </a:lnTo>
                <a:lnTo>
                  <a:pt x="4991002" y="1971291"/>
                </a:lnTo>
                <a:lnTo>
                  <a:pt x="4938759" y="1981694"/>
                </a:lnTo>
                <a:lnTo>
                  <a:pt x="4886021" y="1991711"/>
                </a:lnTo>
                <a:lnTo>
                  <a:pt x="4832800" y="2001339"/>
                </a:lnTo>
                <a:lnTo>
                  <a:pt x="4779109" y="2010574"/>
                </a:lnTo>
                <a:lnTo>
                  <a:pt x="4724962" y="2019414"/>
                </a:lnTo>
                <a:lnTo>
                  <a:pt x="4670373" y="2027855"/>
                </a:lnTo>
                <a:lnTo>
                  <a:pt x="4615353" y="2035894"/>
                </a:lnTo>
                <a:lnTo>
                  <a:pt x="4559916" y="2043527"/>
                </a:lnTo>
                <a:lnTo>
                  <a:pt x="4504077" y="2050751"/>
                </a:lnTo>
                <a:lnTo>
                  <a:pt x="4447846" y="2057562"/>
                </a:lnTo>
                <a:lnTo>
                  <a:pt x="4391239" y="2063958"/>
                </a:lnTo>
                <a:lnTo>
                  <a:pt x="4334267" y="2069935"/>
                </a:lnTo>
                <a:lnTo>
                  <a:pt x="4276945" y="2075489"/>
                </a:lnTo>
                <a:lnTo>
                  <a:pt x="4219285" y="2080618"/>
                </a:lnTo>
                <a:lnTo>
                  <a:pt x="4161301" y="2085318"/>
                </a:lnTo>
                <a:lnTo>
                  <a:pt x="4103005" y="2089586"/>
                </a:lnTo>
                <a:lnTo>
                  <a:pt x="4044411" y="2093418"/>
                </a:lnTo>
                <a:lnTo>
                  <a:pt x="3985532" y="2096810"/>
                </a:lnTo>
                <a:lnTo>
                  <a:pt x="3926382" y="2099761"/>
                </a:lnTo>
                <a:lnTo>
                  <a:pt x="3866972" y="2102266"/>
                </a:lnTo>
                <a:lnTo>
                  <a:pt x="3807317" y="2104322"/>
                </a:lnTo>
                <a:lnTo>
                  <a:pt x="3747430" y="2105925"/>
                </a:lnTo>
                <a:lnTo>
                  <a:pt x="3687324" y="2107073"/>
                </a:lnTo>
                <a:lnTo>
                  <a:pt x="3627012" y="2107762"/>
                </a:lnTo>
                <a:lnTo>
                  <a:pt x="3566507" y="2107988"/>
                </a:lnTo>
                <a:lnTo>
                  <a:pt x="3499860" y="2107710"/>
                </a:lnTo>
                <a:lnTo>
                  <a:pt x="3433551" y="2106881"/>
                </a:lnTo>
                <a:lnTo>
                  <a:pt x="3367593" y="2105505"/>
                </a:lnTo>
                <a:lnTo>
                  <a:pt x="3302000" y="2103589"/>
                </a:lnTo>
                <a:lnTo>
                  <a:pt x="3236786" y="2101137"/>
                </a:lnTo>
                <a:lnTo>
                  <a:pt x="3171964" y="2098155"/>
                </a:lnTo>
                <a:lnTo>
                  <a:pt x="3107548" y="2094649"/>
                </a:lnTo>
                <a:lnTo>
                  <a:pt x="3043552" y="2090625"/>
                </a:lnTo>
                <a:lnTo>
                  <a:pt x="2979989" y="2086086"/>
                </a:lnTo>
                <a:lnTo>
                  <a:pt x="2916872" y="2081040"/>
                </a:lnTo>
                <a:lnTo>
                  <a:pt x="2854217" y="2075491"/>
                </a:lnTo>
                <a:lnTo>
                  <a:pt x="2792035" y="2069446"/>
                </a:lnTo>
                <a:lnTo>
                  <a:pt x="2730342" y="2062909"/>
                </a:lnTo>
                <a:lnTo>
                  <a:pt x="2669150" y="2055885"/>
                </a:lnTo>
                <a:lnTo>
                  <a:pt x="2608473" y="2048382"/>
                </a:lnTo>
                <a:lnTo>
                  <a:pt x="2548325" y="2040403"/>
                </a:lnTo>
                <a:lnTo>
                  <a:pt x="2488719" y="2031954"/>
                </a:lnTo>
                <a:lnTo>
                  <a:pt x="2429670" y="2023042"/>
                </a:lnTo>
                <a:lnTo>
                  <a:pt x="2371190" y="2013670"/>
                </a:lnTo>
                <a:lnTo>
                  <a:pt x="2313294" y="2003846"/>
                </a:lnTo>
                <a:lnTo>
                  <a:pt x="2255995" y="1993573"/>
                </a:lnTo>
                <a:lnTo>
                  <a:pt x="2199307" y="1982859"/>
                </a:lnTo>
                <a:lnTo>
                  <a:pt x="2143243" y="1971708"/>
                </a:lnTo>
                <a:lnTo>
                  <a:pt x="2087817" y="1960125"/>
                </a:lnTo>
                <a:lnTo>
                  <a:pt x="2033043" y="1948117"/>
                </a:lnTo>
                <a:lnTo>
                  <a:pt x="1978934" y="1935688"/>
                </a:lnTo>
                <a:lnTo>
                  <a:pt x="1925505" y="1922844"/>
                </a:lnTo>
                <a:lnTo>
                  <a:pt x="1872768" y="1909591"/>
                </a:lnTo>
                <a:lnTo>
                  <a:pt x="1820737" y="1895934"/>
                </a:lnTo>
                <a:lnTo>
                  <a:pt x="1769427" y="1881879"/>
                </a:lnTo>
                <a:lnTo>
                  <a:pt x="1718850" y="1867431"/>
                </a:lnTo>
                <a:lnTo>
                  <a:pt x="1669020" y="1852595"/>
                </a:lnTo>
                <a:lnTo>
                  <a:pt x="1619952" y="1837377"/>
                </a:lnTo>
                <a:lnTo>
                  <a:pt x="1571658" y="1821782"/>
                </a:lnTo>
                <a:lnTo>
                  <a:pt x="1524152" y="1805817"/>
                </a:lnTo>
                <a:lnTo>
                  <a:pt x="1477448" y="1789486"/>
                </a:lnTo>
                <a:lnTo>
                  <a:pt x="1431560" y="1772794"/>
                </a:lnTo>
                <a:lnTo>
                  <a:pt x="1386501" y="1755748"/>
                </a:lnTo>
                <a:lnTo>
                  <a:pt x="1342285" y="1738353"/>
                </a:lnTo>
                <a:lnTo>
                  <a:pt x="1298925" y="1720614"/>
                </a:lnTo>
                <a:lnTo>
                  <a:pt x="1256436" y="1702537"/>
                </a:lnTo>
                <a:lnTo>
                  <a:pt x="1214831" y="1684127"/>
                </a:lnTo>
                <a:lnTo>
                  <a:pt x="1174123" y="1665390"/>
                </a:lnTo>
                <a:lnTo>
                  <a:pt x="1134326" y="1646331"/>
                </a:lnTo>
                <a:lnTo>
                  <a:pt x="1095454" y="1626956"/>
                </a:lnTo>
                <a:lnTo>
                  <a:pt x="1057520" y="1607269"/>
                </a:lnTo>
                <a:lnTo>
                  <a:pt x="1020539" y="1587278"/>
                </a:lnTo>
                <a:lnTo>
                  <a:pt x="984524" y="1566986"/>
                </a:lnTo>
                <a:lnTo>
                  <a:pt x="949488" y="1546400"/>
                </a:lnTo>
                <a:lnTo>
                  <a:pt x="915445" y="1525525"/>
                </a:lnTo>
                <a:lnTo>
                  <a:pt x="882408" y="1504367"/>
                </a:lnTo>
                <a:lnTo>
                  <a:pt x="850393" y="1482931"/>
                </a:lnTo>
                <a:lnTo>
                  <a:pt x="789477" y="1439245"/>
                </a:lnTo>
                <a:lnTo>
                  <a:pt x="732807" y="1394514"/>
                </a:lnTo>
                <a:lnTo>
                  <a:pt x="680491" y="1348780"/>
                </a:lnTo>
                <a:lnTo>
                  <a:pt x="632640" y="1302087"/>
                </a:lnTo>
                <a:lnTo>
                  <a:pt x="589361" y="1254479"/>
                </a:lnTo>
                <a:lnTo>
                  <a:pt x="550765" y="1206000"/>
                </a:lnTo>
                <a:lnTo>
                  <a:pt x="516961" y="1156693"/>
                </a:lnTo>
                <a:lnTo>
                  <a:pt x="488058" y="1106603"/>
                </a:lnTo>
                <a:lnTo>
                  <a:pt x="464165" y="1055772"/>
                </a:lnTo>
                <a:lnTo>
                  <a:pt x="445391" y="1004246"/>
                </a:lnTo>
                <a:lnTo>
                  <a:pt x="431846" y="952068"/>
                </a:lnTo>
                <a:lnTo>
                  <a:pt x="423639" y="899281"/>
                </a:lnTo>
                <a:lnTo>
                  <a:pt x="420879" y="845929"/>
                </a:lnTo>
                <a:lnTo>
                  <a:pt x="422649" y="803635"/>
                </a:lnTo>
                <a:lnTo>
                  <a:pt x="427946" y="761454"/>
                </a:lnTo>
                <a:lnTo>
                  <a:pt x="436750" y="719420"/>
                </a:lnTo>
                <a:lnTo>
                  <a:pt x="449041" y="677567"/>
                </a:lnTo>
                <a:lnTo>
                  <a:pt x="464799" y="635930"/>
                </a:lnTo>
                <a:lnTo>
                  <a:pt x="484005" y="594542"/>
                </a:lnTo>
                <a:lnTo>
                  <a:pt x="506638" y="553439"/>
                </a:lnTo>
                <a:lnTo>
                  <a:pt x="532678" y="512653"/>
                </a:lnTo>
                <a:lnTo>
                  <a:pt x="562107" y="472219"/>
                </a:lnTo>
                <a:lnTo>
                  <a:pt x="594903" y="432172"/>
                </a:lnTo>
                <a:lnTo>
                  <a:pt x="631047" y="392545"/>
                </a:lnTo>
                <a:lnTo>
                  <a:pt x="670519" y="353373"/>
                </a:lnTo>
                <a:lnTo>
                  <a:pt x="713299" y="314689"/>
                </a:lnTo>
                <a:lnTo>
                  <a:pt x="0" y="181939"/>
                </a:lnTo>
                <a:lnTo>
                  <a:pt x="1237579" y="0"/>
                </a:lnTo>
                <a:lnTo>
                  <a:pt x="1691068" y="496759"/>
                </a:lnTo>
                <a:lnTo>
                  <a:pt x="977769" y="364009"/>
                </a:lnTo>
                <a:close/>
              </a:path>
            </a:pathLst>
          </a:custGeom>
          <a:ln w="9524">
            <a:solidFill>
              <a:srgbClr val="000000"/>
            </a:solidFill>
          </a:ln>
        </p:spPr>
        <p:txBody>
          <a:bodyPr wrap="square" lIns="0" tIns="0" rIns="0" bIns="0" rtlCol="0"/>
          <a:lstStyle/>
          <a:p>
            <a:endParaRPr/>
          </a:p>
        </p:txBody>
      </p:sp>
      <p:sp>
        <p:nvSpPr>
          <p:cNvPr id="10" name="object 10"/>
          <p:cNvSpPr/>
          <p:nvPr/>
        </p:nvSpPr>
        <p:spPr>
          <a:xfrm>
            <a:off x="350837" y="1500340"/>
            <a:ext cx="3235139" cy="2668315"/>
          </a:xfrm>
          <a:prstGeom prst="rect">
            <a:avLst/>
          </a:prstGeom>
          <a:blipFill>
            <a:blip r:embed="rId4" cstate="email"/>
            <a:stretch>
              <a:fillRect/>
            </a:stretch>
          </a:blipFill>
        </p:spPr>
        <p:txBody>
          <a:bodyPr wrap="square" lIns="0" tIns="0" rIns="0" bIns="0" rtlCol="0"/>
          <a:lstStyle/>
          <a:p>
            <a:endParaRPr/>
          </a:p>
        </p:txBody>
      </p:sp>
      <p:sp>
        <p:nvSpPr>
          <p:cNvPr id="11" name="object 11"/>
          <p:cNvSpPr/>
          <p:nvPr/>
        </p:nvSpPr>
        <p:spPr>
          <a:xfrm>
            <a:off x="7129462" y="2344889"/>
            <a:ext cx="387350" cy="342900"/>
          </a:xfrm>
          <a:custGeom>
            <a:avLst/>
            <a:gdLst/>
            <a:ahLst/>
            <a:cxnLst/>
            <a:rect l="l" t="t" r="r" b="b"/>
            <a:pathLst>
              <a:path w="387350" h="342900">
                <a:moveTo>
                  <a:pt x="193675" y="0"/>
                </a:moveTo>
                <a:lnTo>
                  <a:pt x="142190" y="6124"/>
                </a:lnTo>
                <a:lnTo>
                  <a:pt x="95925" y="23407"/>
                </a:lnTo>
                <a:lnTo>
                  <a:pt x="56727" y="50215"/>
                </a:lnTo>
                <a:lnTo>
                  <a:pt x="26443" y="84915"/>
                </a:lnTo>
                <a:lnTo>
                  <a:pt x="6918" y="125871"/>
                </a:lnTo>
                <a:lnTo>
                  <a:pt x="0" y="171450"/>
                </a:lnTo>
                <a:lnTo>
                  <a:pt x="6918" y="217028"/>
                </a:lnTo>
                <a:lnTo>
                  <a:pt x="26443" y="257984"/>
                </a:lnTo>
                <a:lnTo>
                  <a:pt x="56727" y="292684"/>
                </a:lnTo>
                <a:lnTo>
                  <a:pt x="95925" y="319492"/>
                </a:lnTo>
                <a:lnTo>
                  <a:pt x="142190" y="336775"/>
                </a:lnTo>
                <a:lnTo>
                  <a:pt x="193675" y="342900"/>
                </a:lnTo>
                <a:lnTo>
                  <a:pt x="245159" y="336775"/>
                </a:lnTo>
                <a:lnTo>
                  <a:pt x="291424" y="319492"/>
                </a:lnTo>
                <a:lnTo>
                  <a:pt x="330622" y="292684"/>
                </a:lnTo>
                <a:lnTo>
                  <a:pt x="360906" y="257984"/>
                </a:lnTo>
                <a:lnTo>
                  <a:pt x="380431" y="217028"/>
                </a:lnTo>
                <a:lnTo>
                  <a:pt x="387350" y="171450"/>
                </a:lnTo>
                <a:lnTo>
                  <a:pt x="380431" y="125871"/>
                </a:lnTo>
                <a:lnTo>
                  <a:pt x="360906" y="84915"/>
                </a:lnTo>
                <a:lnTo>
                  <a:pt x="330622" y="50215"/>
                </a:lnTo>
                <a:lnTo>
                  <a:pt x="291424" y="23407"/>
                </a:lnTo>
                <a:lnTo>
                  <a:pt x="245159" y="6124"/>
                </a:lnTo>
                <a:lnTo>
                  <a:pt x="193675" y="0"/>
                </a:lnTo>
                <a:close/>
              </a:path>
            </a:pathLst>
          </a:custGeom>
          <a:solidFill>
            <a:srgbClr val="00A8A9"/>
          </a:solidFill>
        </p:spPr>
        <p:txBody>
          <a:bodyPr wrap="square" lIns="0" tIns="0" rIns="0" bIns="0" rtlCol="0"/>
          <a:lstStyle/>
          <a:p>
            <a:endParaRPr/>
          </a:p>
        </p:txBody>
      </p:sp>
      <p:sp>
        <p:nvSpPr>
          <p:cNvPr id="12" name="object 12"/>
          <p:cNvSpPr/>
          <p:nvPr/>
        </p:nvSpPr>
        <p:spPr>
          <a:xfrm>
            <a:off x="7129462" y="2344890"/>
            <a:ext cx="387350" cy="342900"/>
          </a:xfrm>
          <a:custGeom>
            <a:avLst/>
            <a:gdLst/>
            <a:ahLst/>
            <a:cxnLst/>
            <a:rect l="l" t="t" r="r" b="b"/>
            <a:pathLst>
              <a:path w="387350" h="342900">
                <a:moveTo>
                  <a:pt x="0" y="171449"/>
                </a:moveTo>
                <a:lnTo>
                  <a:pt x="6918" y="125871"/>
                </a:lnTo>
                <a:lnTo>
                  <a:pt x="26442" y="84915"/>
                </a:lnTo>
                <a:lnTo>
                  <a:pt x="56725" y="50216"/>
                </a:lnTo>
                <a:lnTo>
                  <a:pt x="95923" y="23407"/>
                </a:lnTo>
                <a:lnTo>
                  <a:pt x="142188" y="6124"/>
                </a:lnTo>
                <a:lnTo>
                  <a:pt x="193675" y="0"/>
                </a:lnTo>
                <a:lnTo>
                  <a:pt x="245161" y="6124"/>
                </a:lnTo>
                <a:lnTo>
                  <a:pt x="291426" y="23407"/>
                </a:lnTo>
                <a:lnTo>
                  <a:pt x="330623" y="50216"/>
                </a:lnTo>
                <a:lnTo>
                  <a:pt x="360907" y="84915"/>
                </a:lnTo>
                <a:lnTo>
                  <a:pt x="380431" y="125871"/>
                </a:lnTo>
                <a:lnTo>
                  <a:pt x="387349" y="171449"/>
                </a:lnTo>
                <a:lnTo>
                  <a:pt x="380431" y="217027"/>
                </a:lnTo>
                <a:lnTo>
                  <a:pt x="360907" y="257983"/>
                </a:lnTo>
                <a:lnTo>
                  <a:pt x="330623" y="292683"/>
                </a:lnTo>
                <a:lnTo>
                  <a:pt x="291426" y="319491"/>
                </a:lnTo>
                <a:lnTo>
                  <a:pt x="245161" y="336775"/>
                </a:lnTo>
                <a:lnTo>
                  <a:pt x="193675" y="342899"/>
                </a:lnTo>
                <a:lnTo>
                  <a:pt x="142188" y="336775"/>
                </a:lnTo>
                <a:lnTo>
                  <a:pt x="95923" y="319491"/>
                </a:lnTo>
                <a:lnTo>
                  <a:pt x="56725" y="292683"/>
                </a:lnTo>
                <a:lnTo>
                  <a:pt x="26442" y="257983"/>
                </a:lnTo>
                <a:lnTo>
                  <a:pt x="6918" y="217027"/>
                </a:lnTo>
                <a:lnTo>
                  <a:pt x="0" y="171449"/>
                </a:lnTo>
                <a:close/>
              </a:path>
            </a:pathLst>
          </a:custGeom>
          <a:ln w="9524">
            <a:solidFill>
              <a:srgbClr val="000000"/>
            </a:solidFill>
          </a:ln>
        </p:spPr>
        <p:txBody>
          <a:bodyPr wrap="square" lIns="0" tIns="0" rIns="0" bIns="0" rtlCol="0"/>
          <a:lstStyle/>
          <a:p>
            <a:endParaRPr/>
          </a:p>
        </p:txBody>
      </p:sp>
      <p:sp>
        <p:nvSpPr>
          <p:cNvPr id="13" name="object 13"/>
          <p:cNvSpPr/>
          <p:nvPr/>
        </p:nvSpPr>
        <p:spPr>
          <a:xfrm>
            <a:off x="7135812" y="3132289"/>
            <a:ext cx="387350" cy="342900"/>
          </a:xfrm>
          <a:custGeom>
            <a:avLst/>
            <a:gdLst/>
            <a:ahLst/>
            <a:cxnLst/>
            <a:rect l="l" t="t" r="r" b="b"/>
            <a:pathLst>
              <a:path w="387350" h="342900">
                <a:moveTo>
                  <a:pt x="193675" y="0"/>
                </a:moveTo>
                <a:lnTo>
                  <a:pt x="142190" y="6124"/>
                </a:lnTo>
                <a:lnTo>
                  <a:pt x="95925" y="23407"/>
                </a:lnTo>
                <a:lnTo>
                  <a:pt x="56727" y="50215"/>
                </a:lnTo>
                <a:lnTo>
                  <a:pt x="26443" y="84915"/>
                </a:lnTo>
                <a:lnTo>
                  <a:pt x="6918" y="125871"/>
                </a:lnTo>
                <a:lnTo>
                  <a:pt x="0" y="171450"/>
                </a:lnTo>
                <a:lnTo>
                  <a:pt x="6918" y="217028"/>
                </a:lnTo>
                <a:lnTo>
                  <a:pt x="26443" y="257984"/>
                </a:lnTo>
                <a:lnTo>
                  <a:pt x="56727" y="292684"/>
                </a:lnTo>
                <a:lnTo>
                  <a:pt x="95925" y="319492"/>
                </a:lnTo>
                <a:lnTo>
                  <a:pt x="142190" y="336775"/>
                </a:lnTo>
                <a:lnTo>
                  <a:pt x="193675" y="342900"/>
                </a:lnTo>
                <a:lnTo>
                  <a:pt x="245159" y="336775"/>
                </a:lnTo>
                <a:lnTo>
                  <a:pt x="291424" y="319492"/>
                </a:lnTo>
                <a:lnTo>
                  <a:pt x="330622" y="292684"/>
                </a:lnTo>
                <a:lnTo>
                  <a:pt x="360906" y="257984"/>
                </a:lnTo>
                <a:lnTo>
                  <a:pt x="380431" y="217028"/>
                </a:lnTo>
                <a:lnTo>
                  <a:pt x="387350" y="171450"/>
                </a:lnTo>
                <a:lnTo>
                  <a:pt x="380431" y="125871"/>
                </a:lnTo>
                <a:lnTo>
                  <a:pt x="360906" y="84915"/>
                </a:lnTo>
                <a:lnTo>
                  <a:pt x="330622" y="50215"/>
                </a:lnTo>
                <a:lnTo>
                  <a:pt x="291424" y="23407"/>
                </a:lnTo>
                <a:lnTo>
                  <a:pt x="245159" y="6124"/>
                </a:lnTo>
                <a:lnTo>
                  <a:pt x="193675" y="0"/>
                </a:lnTo>
                <a:close/>
              </a:path>
            </a:pathLst>
          </a:custGeom>
          <a:solidFill>
            <a:srgbClr val="00A8A9"/>
          </a:solidFill>
        </p:spPr>
        <p:txBody>
          <a:bodyPr wrap="square" lIns="0" tIns="0" rIns="0" bIns="0" rtlCol="0"/>
          <a:lstStyle/>
          <a:p>
            <a:endParaRPr/>
          </a:p>
        </p:txBody>
      </p:sp>
      <p:sp>
        <p:nvSpPr>
          <p:cNvPr id="14" name="object 14"/>
          <p:cNvSpPr/>
          <p:nvPr/>
        </p:nvSpPr>
        <p:spPr>
          <a:xfrm>
            <a:off x="7135812" y="3132289"/>
            <a:ext cx="387350" cy="342900"/>
          </a:xfrm>
          <a:custGeom>
            <a:avLst/>
            <a:gdLst/>
            <a:ahLst/>
            <a:cxnLst/>
            <a:rect l="l" t="t" r="r" b="b"/>
            <a:pathLst>
              <a:path w="387350" h="342900">
                <a:moveTo>
                  <a:pt x="0" y="171449"/>
                </a:moveTo>
                <a:lnTo>
                  <a:pt x="6918" y="125871"/>
                </a:lnTo>
                <a:lnTo>
                  <a:pt x="26442" y="84915"/>
                </a:lnTo>
                <a:lnTo>
                  <a:pt x="56725" y="50216"/>
                </a:lnTo>
                <a:lnTo>
                  <a:pt x="95923" y="23407"/>
                </a:lnTo>
                <a:lnTo>
                  <a:pt x="142188" y="6124"/>
                </a:lnTo>
                <a:lnTo>
                  <a:pt x="193674" y="0"/>
                </a:lnTo>
                <a:lnTo>
                  <a:pt x="245161" y="6124"/>
                </a:lnTo>
                <a:lnTo>
                  <a:pt x="291426" y="23407"/>
                </a:lnTo>
                <a:lnTo>
                  <a:pt x="330623" y="50216"/>
                </a:lnTo>
                <a:lnTo>
                  <a:pt x="360907" y="84915"/>
                </a:lnTo>
                <a:lnTo>
                  <a:pt x="380431" y="125871"/>
                </a:lnTo>
                <a:lnTo>
                  <a:pt x="387349" y="171449"/>
                </a:lnTo>
                <a:lnTo>
                  <a:pt x="380431" y="217027"/>
                </a:lnTo>
                <a:lnTo>
                  <a:pt x="360907" y="257983"/>
                </a:lnTo>
                <a:lnTo>
                  <a:pt x="330623" y="292683"/>
                </a:lnTo>
                <a:lnTo>
                  <a:pt x="291426" y="319491"/>
                </a:lnTo>
                <a:lnTo>
                  <a:pt x="245161" y="336775"/>
                </a:lnTo>
                <a:lnTo>
                  <a:pt x="193674" y="342899"/>
                </a:lnTo>
                <a:lnTo>
                  <a:pt x="142188" y="336775"/>
                </a:lnTo>
                <a:lnTo>
                  <a:pt x="95923" y="319491"/>
                </a:lnTo>
                <a:lnTo>
                  <a:pt x="56725" y="292683"/>
                </a:lnTo>
                <a:lnTo>
                  <a:pt x="26442" y="257983"/>
                </a:lnTo>
                <a:lnTo>
                  <a:pt x="6918" y="217027"/>
                </a:lnTo>
                <a:lnTo>
                  <a:pt x="0" y="171449"/>
                </a:lnTo>
                <a:close/>
              </a:path>
            </a:pathLst>
          </a:custGeom>
          <a:ln w="9524">
            <a:solidFill>
              <a:srgbClr val="000000"/>
            </a:solidFill>
          </a:ln>
        </p:spPr>
        <p:txBody>
          <a:bodyPr wrap="square" lIns="0" tIns="0" rIns="0" bIns="0" rtlCol="0"/>
          <a:lstStyle/>
          <a:p>
            <a:endParaRPr/>
          </a:p>
        </p:txBody>
      </p:sp>
      <p:sp>
        <p:nvSpPr>
          <p:cNvPr id="15" name="object 15"/>
          <p:cNvSpPr/>
          <p:nvPr/>
        </p:nvSpPr>
        <p:spPr>
          <a:xfrm>
            <a:off x="6761162" y="2151214"/>
            <a:ext cx="352425" cy="377825"/>
          </a:xfrm>
          <a:custGeom>
            <a:avLst/>
            <a:gdLst/>
            <a:ahLst/>
            <a:cxnLst/>
            <a:rect l="l" t="t" r="r" b="b"/>
            <a:pathLst>
              <a:path w="352425" h="377825">
                <a:moveTo>
                  <a:pt x="176212" y="0"/>
                </a:moveTo>
                <a:lnTo>
                  <a:pt x="129368" y="6747"/>
                </a:lnTo>
                <a:lnTo>
                  <a:pt x="87274" y="25789"/>
                </a:lnTo>
                <a:lnTo>
                  <a:pt x="51611" y="55327"/>
                </a:lnTo>
                <a:lnTo>
                  <a:pt x="24058" y="93560"/>
                </a:lnTo>
                <a:lnTo>
                  <a:pt x="6294" y="138688"/>
                </a:lnTo>
                <a:lnTo>
                  <a:pt x="0" y="188912"/>
                </a:lnTo>
                <a:lnTo>
                  <a:pt x="6294" y="239131"/>
                </a:lnTo>
                <a:lnTo>
                  <a:pt x="24058" y="284258"/>
                </a:lnTo>
                <a:lnTo>
                  <a:pt x="51611" y="322492"/>
                </a:lnTo>
                <a:lnTo>
                  <a:pt x="87274" y="352032"/>
                </a:lnTo>
                <a:lnTo>
                  <a:pt x="129368" y="371076"/>
                </a:lnTo>
                <a:lnTo>
                  <a:pt x="176212" y="377825"/>
                </a:lnTo>
                <a:lnTo>
                  <a:pt x="223056" y="371076"/>
                </a:lnTo>
                <a:lnTo>
                  <a:pt x="265150" y="352032"/>
                </a:lnTo>
                <a:lnTo>
                  <a:pt x="300813" y="322492"/>
                </a:lnTo>
                <a:lnTo>
                  <a:pt x="328366" y="284258"/>
                </a:lnTo>
                <a:lnTo>
                  <a:pt x="346130" y="239131"/>
                </a:lnTo>
                <a:lnTo>
                  <a:pt x="352425" y="188912"/>
                </a:lnTo>
                <a:lnTo>
                  <a:pt x="346130" y="138688"/>
                </a:lnTo>
                <a:lnTo>
                  <a:pt x="328366" y="93560"/>
                </a:lnTo>
                <a:lnTo>
                  <a:pt x="300813" y="55327"/>
                </a:lnTo>
                <a:lnTo>
                  <a:pt x="265150" y="25789"/>
                </a:lnTo>
                <a:lnTo>
                  <a:pt x="223056" y="6747"/>
                </a:lnTo>
                <a:lnTo>
                  <a:pt x="176212" y="0"/>
                </a:lnTo>
                <a:close/>
              </a:path>
            </a:pathLst>
          </a:custGeom>
          <a:solidFill>
            <a:srgbClr val="73FCD6"/>
          </a:solidFill>
        </p:spPr>
        <p:txBody>
          <a:bodyPr wrap="square" lIns="0" tIns="0" rIns="0" bIns="0" rtlCol="0"/>
          <a:lstStyle/>
          <a:p>
            <a:endParaRPr/>
          </a:p>
        </p:txBody>
      </p:sp>
      <p:sp>
        <p:nvSpPr>
          <p:cNvPr id="16" name="object 16"/>
          <p:cNvSpPr/>
          <p:nvPr/>
        </p:nvSpPr>
        <p:spPr>
          <a:xfrm>
            <a:off x="6761162" y="2151214"/>
            <a:ext cx="352425" cy="377825"/>
          </a:xfrm>
          <a:custGeom>
            <a:avLst/>
            <a:gdLst/>
            <a:ahLst/>
            <a:cxnLst/>
            <a:rect l="l" t="t" r="r" b="b"/>
            <a:pathLst>
              <a:path w="352425" h="377825">
                <a:moveTo>
                  <a:pt x="176212" y="377825"/>
                </a:moveTo>
                <a:lnTo>
                  <a:pt x="129368" y="371077"/>
                </a:lnTo>
                <a:lnTo>
                  <a:pt x="87274" y="352033"/>
                </a:lnTo>
                <a:lnTo>
                  <a:pt x="51611" y="322494"/>
                </a:lnTo>
                <a:lnTo>
                  <a:pt x="24058" y="284260"/>
                </a:lnTo>
                <a:lnTo>
                  <a:pt x="6294" y="239133"/>
                </a:lnTo>
                <a:lnTo>
                  <a:pt x="0" y="188912"/>
                </a:lnTo>
                <a:lnTo>
                  <a:pt x="6294" y="138692"/>
                </a:lnTo>
                <a:lnTo>
                  <a:pt x="24058" y="93564"/>
                </a:lnTo>
                <a:lnTo>
                  <a:pt x="51611" y="55331"/>
                </a:lnTo>
                <a:lnTo>
                  <a:pt x="87274" y="25792"/>
                </a:lnTo>
                <a:lnTo>
                  <a:pt x="129368" y="6748"/>
                </a:lnTo>
                <a:lnTo>
                  <a:pt x="176212" y="0"/>
                </a:lnTo>
                <a:lnTo>
                  <a:pt x="223057" y="6748"/>
                </a:lnTo>
                <a:lnTo>
                  <a:pt x="265150" y="25792"/>
                </a:lnTo>
                <a:lnTo>
                  <a:pt x="300814" y="55331"/>
                </a:lnTo>
                <a:lnTo>
                  <a:pt x="328367" y="93564"/>
                </a:lnTo>
                <a:lnTo>
                  <a:pt x="346131" y="138692"/>
                </a:lnTo>
                <a:lnTo>
                  <a:pt x="352425" y="188912"/>
                </a:lnTo>
                <a:lnTo>
                  <a:pt x="346131" y="239133"/>
                </a:lnTo>
                <a:lnTo>
                  <a:pt x="328367" y="284260"/>
                </a:lnTo>
                <a:lnTo>
                  <a:pt x="300814" y="322494"/>
                </a:lnTo>
                <a:lnTo>
                  <a:pt x="265150" y="352033"/>
                </a:lnTo>
                <a:lnTo>
                  <a:pt x="223057" y="371077"/>
                </a:lnTo>
                <a:lnTo>
                  <a:pt x="176212" y="377825"/>
                </a:lnTo>
                <a:close/>
              </a:path>
            </a:pathLst>
          </a:custGeom>
          <a:ln w="9524">
            <a:solidFill>
              <a:srgbClr val="000000"/>
            </a:solidFill>
          </a:ln>
        </p:spPr>
        <p:txBody>
          <a:bodyPr wrap="square" lIns="0" tIns="0" rIns="0" bIns="0" rtlCol="0"/>
          <a:lstStyle/>
          <a:p>
            <a:endParaRPr/>
          </a:p>
        </p:txBody>
      </p:sp>
      <p:sp>
        <p:nvSpPr>
          <p:cNvPr id="17" name="object 17"/>
          <p:cNvSpPr/>
          <p:nvPr/>
        </p:nvSpPr>
        <p:spPr>
          <a:xfrm>
            <a:off x="7418387" y="2062314"/>
            <a:ext cx="387350" cy="342900"/>
          </a:xfrm>
          <a:custGeom>
            <a:avLst/>
            <a:gdLst/>
            <a:ahLst/>
            <a:cxnLst/>
            <a:rect l="l" t="t" r="r" b="b"/>
            <a:pathLst>
              <a:path w="387350" h="342900">
                <a:moveTo>
                  <a:pt x="193675" y="0"/>
                </a:moveTo>
                <a:lnTo>
                  <a:pt x="142190" y="6124"/>
                </a:lnTo>
                <a:lnTo>
                  <a:pt x="95925" y="23407"/>
                </a:lnTo>
                <a:lnTo>
                  <a:pt x="56727" y="50215"/>
                </a:lnTo>
                <a:lnTo>
                  <a:pt x="26443" y="84915"/>
                </a:lnTo>
                <a:lnTo>
                  <a:pt x="6918" y="125871"/>
                </a:lnTo>
                <a:lnTo>
                  <a:pt x="0" y="171450"/>
                </a:lnTo>
                <a:lnTo>
                  <a:pt x="6918" y="217028"/>
                </a:lnTo>
                <a:lnTo>
                  <a:pt x="26443" y="257984"/>
                </a:lnTo>
                <a:lnTo>
                  <a:pt x="56727" y="292684"/>
                </a:lnTo>
                <a:lnTo>
                  <a:pt x="95925" y="319492"/>
                </a:lnTo>
                <a:lnTo>
                  <a:pt x="142190" y="336775"/>
                </a:lnTo>
                <a:lnTo>
                  <a:pt x="193675" y="342900"/>
                </a:lnTo>
                <a:lnTo>
                  <a:pt x="245159" y="336775"/>
                </a:lnTo>
                <a:lnTo>
                  <a:pt x="291424" y="319492"/>
                </a:lnTo>
                <a:lnTo>
                  <a:pt x="330622" y="292684"/>
                </a:lnTo>
                <a:lnTo>
                  <a:pt x="360906" y="257984"/>
                </a:lnTo>
                <a:lnTo>
                  <a:pt x="380431" y="217028"/>
                </a:lnTo>
                <a:lnTo>
                  <a:pt x="387350" y="171450"/>
                </a:lnTo>
                <a:lnTo>
                  <a:pt x="380431" y="125871"/>
                </a:lnTo>
                <a:lnTo>
                  <a:pt x="360906" y="84915"/>
                </a:lnTo>
                <a:lnTo>
                  <a:pt x="330622" y="50215"/>
                </a:lnTo>
                <a:lnTo>
                  <a:pt x="291424" y="23407"/>
                </a:lnTo>
                <a:lnTo>
                  <a:pt x="245159" y="6124"/>
                </a:lnTo>
                <a:lnTo>
                  <a:pt x="193675" y="0"/>
                </a:lnTo>
                <a:close/>
              </a:path>
            </a:pathLst>
          </a:custGeom>
          <a:solidFill>
            <a:srgbClr val="FFFB00"/>
          </a:solidFill>
        </p:spPr>
        <p:txBody>
          <a:bodyPr wrap="square" lIns="0" tIns="0" rIns="0" bIns="0" rtlCol="0"/>
          <a:lstStyle/>
          <a:p>
            <a:endParaRPr/>
          </a:p>
        </p:txBody>
      </p:sp>
      <p:sp>
        <p:nvSpPr>
          <p:cNvPr id="18" name="object 18"/>
          <p:cNvSpPr/>
          <p:nvPr/>
        </p:nvSpPr>
        <p:spPr>
          <a:xfrm>
            <a:off x="7418387" y="2062315"/>
            <a:ext cx="387350" cy="342900"/>
          </a:xfrm>
          <a:custGeom>
            <a:avLst/>
            <a:gdLst/>
            <a:ahLst/>
            <a:cxnLst/>
            <a:rect l="l" t="t" r="r" b="b"/>
            <a:pathLst>
              <a:path w="387350" h="342900">
                <a:moveTo>
                  <a:pt x="387349" y="171449"/>
                </a:moveTo>
                <a:lnTo>
                  <a:pt x="380431" y="125871"/>
                </a:lnTo>
                <a:lnTo>
                  <a:pt x="360907" y="84915"/>
                </a:lnTo>
                <a:lnTo>
                  <a:pt x="330623" y="50216"/>
                </a:lnTo>
                <a:lnTo>
                  <a:pt x="291426" y="23407"/>
                </a:lnTo>
                <a:lnTo>
                  <a:pt x="245161" y="6124"/>
                </a:lnTo>
                <a:lnTo>
                  <a:pt x="193674" y="0"/>
                </a:lnTo>
                <a:lnTo>
                  <a:pt x="142188" y="6124"/>
                </a:lnTo>
                <a:lnTo>
                  <a:pt x="95923" y="23407"/>
                </a:lnTo>
                <a:lnTo>
                  <a:pt x="56725" y="50216"/>
                </a:lnTo>
                <a:lnTo>
                  <a:pt x="26442" y="84915"/>
                </a:lnTo>
                <a:lnTo>
                  <a:pt x="6918" y="125871"/>
                </a:lnTo>
                <a:lnTo>
                  <a:pt x="0" y="171449"/>
                </a:lnTo>
                <a:lnTo>
                  <a:pt x="6918" y="217027"/>
                </a:lnTo>
                <a:lnTo>
                  <a:pt x="26442" y="257983"/>
                </a:lnTo>
                <a:lnTo>
                  <a:pt x="56725" y="292683"/>
                </a:lnTo>
                <a:lnTo>
                  <a:pt x="95923" y="319491"/>
                </a:lnTo>
                <a:lnTo>
                  <a:pt x="142188" y="336775"/>
                </a:lnTo>
                <a:lnTo>
                  <a:pt x="193674" y="342899"/>
                </a:lnTo>
                <a:lnTo>
                  <a:pt x="245161" y="336775"/>
                </a:lnTo>
                <a:lnTo>
                  <a:pt x="291426" y="319491"/>
                </a:lnTo>
                <a:lnTo>
                  <a:pt x="330623" y="292683"/>
                </a:lnTo>
                <a:lnTo>
                  <a:pt x="360907" y="257983"/>
                </a:lnTo>
                <a:lnTo>
                  <a:pt x="380431" y="217027"/>
                </a:lnTo>
                <a:lnTo>
                  <a:pt x="387349" y="171449"/>
                </a:lnTo>
                <a:close/>
              </a:path>
            </a:pathLst>
          </a:custGeom>
          <a:ln w="9524">
            <a:solidFill>
              <a:srgbClr val="000000"/>
            </a:solidFill>
          </a:ln>
        </p:spPr>
        <p:txBody>
          <a:bodyPr wrap="square" lIns="0" tIns="0" rIns="0" bIns="0" rtlCol="0"/>
          <a:lstStyle/>
          <a:p>
            <a:endParaRPr/>
          </a:p>
        </p:txBody>
      </p:sp>
      <p:sp>
        <p:nvSpPr>
          <p:cNvPr id="19" name="object 19"/>
          <p:cNvSpPr/>
          <p:nvPr/>
        </p:nvSpPr>
        <p:spPr>
          <a:xfrm>
            <a:off x="6910782" y="2696142"/>
            <a:ext cx="374015" cy="354965"/>
          </a:xfrm>
          <a:custGeom>
            <a:avLst/>
            <a:gdLst/>
            <a:ahLst/>
            <a:cxnLst/>
            <a:rect l="l" t="t" r="r" b="b"/>
            <a:pathLst>
              <a:path w="374015" h="354964">
                <a:moveTo>
                  <a:pt x="184371" y="0"/>
                </a:moveTo>
                <a:lnTo>
                  <a:pt x="136405" y="11764"/>
                </a:lnTo>
                <a:lnTo>
                  <a:pt x="90409" y="35691"/>
                </a:lnTo>
                <a:lnTo>
                  <a:pt x="51304" y="69735"/>
                </a:lnTo>
                <a:lnTo>
                  <a:pt x="22797" y="110063"/>
                </a:lnTo>
                <a:lnTo>
                  <a:pt x="5494" y="154285"/>
                </a:lnTo>
                <a:lnTo>
                  <a:pt x="0" y="200011"/>
                </a:lnTo>
                <a:lnTo>
                  <a:pt x="6919" y="244851"/>
                </a:lnTo>
                <a:lnTo>
                  <a:pt x="26859" y="286414"/>
                </a:lnTo>
                <a:lnTo>
                  <a:pt x="58239" y="320189"/>
                </a:lnTo>
                <a:lnTo>
                  <a:pt x="97435" y="343047"/>
                </a:lnTo>
                <a:lnTo>
                  <a:pt x="142000" y="354677"/>
                </a:lnTo>
                <a:lnTo>
                  <a:pt x="189488" y="354766"/>
                </a:lnTo>
                <a:lnTo>
                  <a:pt x="237453" y="343004"/>
                </a:lnTo>
                <a:lnTo>
                  <a:pt x="283449" y="319079"/>
                </a:lnTo>
                <a:lnTo>
                  <a:pt x="322554" y="285029"/>
                </a:lnTo>
                <a:lnTo>
                  <a:pt x="351061" y="244697"/>
                </a:lnTo>
                <a:lnTo>
                  <a:pt x="368365" y="200473"/>
                </a:lnTo>
                <a:lnTo>
                  <a:pt x="373859" y="154746"/>
                </a:lnTo>
                <a:lnTo>
                  <a:pt x="366940" y="109906"/>
                </a:lnTo>
                <a:lnTo>
                  <a:pt x="347000" y="68342"/>
                </a:lnTo>
                <a:lnTo>
                  <a:pt x="315620" y="34569"/>
                </a:lnTo>
                <a:lnTo>
                  <a:pt x="276424" y="11713"/>
                </a:lnTo>
                <a:lnTo>
                  <a:pt x="231859" y="86"/>
                </a:lnTo>
                <a:lnTo>
                  <a:pt x="184371" y="0"/>
                </a:lnTo>
                <a:close/>
              </a:path>
            </a:pathLst>
          </a:custGeom>
          <a:solidFill>
            <a:srgbClr val="727272"/>
          </a:solidFill>
        </p:spPr>
        <p:txBody>
          <a:bodyPr wrap="square" lIns="0" tIns="0" rIns="0" bIns="0" rtlCol="0"/>
          <a:lstStyle/>
          <a:p>
            <a:endParaRPr/>
          </a:p>
        </p:txBody>
      </p:sp>
      <p:sp>
        <p:nvSpPr>
          <p:cNvPr id="20" name="object 20"/>
          <p:cNvSpPr/>
          <p:nvPr/>
        </p:nvSpPr>
        <p:spPr>
          <a:xfrm>
            <a:off x="6910782" y="2696137"/>
            <a:ext cx="374015" cy="354965"/>
          </a:xfrm>
          <a:custGeom>
            <a:avLst/>
            <a:gdLst/>
            <a:ahLst/>
            <a:cxnLst/>
            <a:rect l="l" t="t" r="r" b="b"/>
            <a:pathLst>
              <a:path w="374015" h="354964">
                <a:moveTo>
                  <a:pt x="26864" y="286422"/>
                </a:moveTo>
                <a:lnTo>
                  <a:pt x="6922" y="244859"/>
                </a:lnTo>
                <a:lnTo>
                  <a:pt x="0" y="200018"/>
                </a:lnTo>
                <a:lnTo>
                  <a:pt x="5492" y="154291"/>
                </a:lnTo>
                <a:lnTo>
                  <a:pt x="22794" y="110067"/>
                </a:lnTo>
                <a:lnTo>
                  <a:pt x="51300" y="69735"/>
                </a:lnTo>
                <a:lnTo>
                  <a:pt x="90404" y="35687"/>
                </a:lnTo>
                <a:lnTo>
                  <a:pt x="136403" y="11762"/>
                </a:lnTo>
                <a:lnTo>
                  <a:pt x="184370" y="0"/>
                </a:lnTo>
                <a:lnTo>
                  <a:pt x="231858" y="88"/>
                </a:lnTo>
                <a:lnTo>
                  <a:pt x="276422" y="11716"/>
                </a:lnTo>
                <a:lnTo>
                  <a:pt x="315616" y="34572"/>
                </a:lnTo>
                <a:lnTo>
                  <a:pt x="346994" y="68346"/>
                </a:lnTo>
                <a:lnTo>
                  <a:pt x="366936" y="109909"/>
                </a:lnTo>
                <a:lnTo>
                  <a:pt x="373859" y="154749"/>
                </a:lnTo>
                <a:lnTo>
                  <a:pt x="368366" y="200477"/>
                </a:lnTo>
                <a:lnTo>
                  <a:pt x="351064" y="244701"/>
                </a:lnTo>
                <a:lnTo>
                  <a:pt x="322558" y="285032"/>
                </a:lnTo>
                <a:lnTo>
                  <a:pt x="283455" y="319080"/>
                </a:lnTo>
                <a:lnTo>
                  <a:pt x="237455" y="343005"/>
                </a:lnTo>
                <a:lnTo>
                  <a:pt x="189488" y="354768"/>
                </a:lnTo>
                <a:lnTo>
                  <a:pt x="142000" y="354680"/>
                </a:lnTo>
                <a:lnTo>
                  <a:pt x="97436" y="343052"/>
                </a:lnTo>
                <a:lnTo>
                  <a:pt x="58242" y="320195"/>
                </a:lnTo>
                <a:lnTo>
                  <a:pt x="26864" y="286422"/>
                </a:lnTo>
                <a:close/>
              </a:path>
            </a:pathLst>
          </a:custGeom>
          <a:ln w="9524">
            <a:solidFill>
              <a:srgbClr val="000000"/>
            </a:solidFill>
          </a:ln>
        </p:spPr>
        <p:txBody>
          <a:bodyPr wrap="square" lIns="0" tIns="0" rIns="0" bIns="0" rtlCol="0"/>
          <a:lstStyle/>
          <a:p>
            <a:endParaRPr/>
          </a:p>
        </p:txBody>
      </p:sp>
      <p:sp>
        <p:nvSpPr>
          <p:cNvPr id="21" name="object 21"/>
          <p:cNvSpPr/>
          <p:nvPr/>
        </p:nvSpPr>
        <p:spPr>
          <a:xfrm>
            <a:off x="6113462" y="3003702"/>
            <a:ext cx="389255" cy="342900"/>
          </a:xfrm>
          <a:custGeom>
            <a:avLst/>
            <a:gdLst/>
            <a:ahLst/>
            <a:cxnLst/>
            <a:rect l="l" t="t" r="r" b="b"/>
            <a:pathLst>
              <a:path w="389254" h="342900">
                <a:moveTo>
                  <a:pt x="194462" y="0"/>
                </a:moveTo>
                <a:lnTo>
                  <a:pt x="142769" y="6124"/>
                </a:lnTo>
                <a:lnTo>
                  <a:pt x="96316" y="23407"/>
                </a:lnTo>
                <a:lnTo>
                  <a:pt x="56959" y="50215"/>
                </a:lnTo>
                <a:lnTo>
                  <a:pt x="26551" y="84915"/>
                </a:lnTo>
                <a:lnTo>
                  <a:pt x="6946" y="125871"/>
                </a:lnTo>
                <a:lnTo>
                  <a:pt x="0" y="171450"/>
                </a:lnTo>
                <a:lnTo>
                  <a:pt x="6946" y="217028"/>
                </a:lnTo>
                <a:lnTo>
                  <a:pt x="26551" y="257984"/>
                </a:lnTo>
                <a:lnTo>
                  <a:pt x="56959" y="292684"/>
                </a:lnTo>
                <a:lnTo>
                  <a:pt x="96316" y="319492"/>
                </a:lnTo>
                <a:lnTo>
                  <a:pt x="142769" y="336775"/>
                </a:lnTo>
                <a:lnTo>
                  <a:pt x="194462" y="342900"/>
                </a:lnTo>
                <a:lnTo>
                  <a:pt x="246160" y="336775"/>
                </a:lnTo>
                <a:lnTo>
                  <a:pt x="292616" y="319492"/>
                </a:lnTo>
                <a:lnTo>
                  <a:pt x="331976" y="292684"/>
                </a:lnTo>
                <a:lnTo>
                  <a:pt x="362385" y="257984"/>
                </a:lnTo>
                <a:lnTo>
                  <a:pt x="381990" y="217028"/>
                </a:lnTo>
                <a:lnTo>
                  <a:pt x="388937" y="171450"/>
                </a:lnTo>
                <a:lnTo>
                  <a:pt x="381990" y="125871"/>
                </a:lnTo>
                <a:lnTo>
                  <a:pt x="362385" y="84915"/>
                </a:lnTo>
                <a:lnTo>
                  <a:pt x="331976" y="50215"/>
                </a:lnTo>
                <a:lnTo>
                  <a:pt x="292616" y="23407"/>
                </a:lnTo>
                <a:lnTo>
                  <a:pt x="246160" y="6124"/>
                </a:lnTo>
                <a:lnTo>
                  <a:pt x="194462" y="0"/>
                </a:lnTo>
                <a:close/>
              </a:path>
            </a:pathLst>
          </a:custGeom>
          <a:solidFill>
            <a:srgbClr val="00F900"/>
          </a:solidFill>
        </p:spPr>
        <p:txBody>
          <a:bodyPr wrap="square" lIns="0" tIns="0" rIns="0" bIns="0" rtlCol="0"/>
          <a:lstStyle/>
          <a:p>
            <a:endParaRPr/>
          </a:p>
        </p:txBody>
      </p:sp>
      <p:sp>
        <p:nvSpPr>
          <p:cNvPr id="22" name="object 22"/>
          <p:cNvSpPr/>
          <p:nvPr/>
        </p:nvSpPr>
        <p:spPr>
          <a:xfrm>
            <a:off x="6113462" y="3003702"/>
            <a:ext cx="389255" cy="342900"/>
          </a:xfrm>
          <a:custGeom>
            <a:avLst/>
            <a:gdLst/>
            <a:ahLst/>
            <a:cxnLst/>
            <a:rect l="l" t="t" r="r" b="b"/>
            <a:pathLst>
              <a:path w="389254" h="342900">
                <a:moveTo>
                  <a:pt x="0" y="171449"/>
                </a:moveTo>
                <a:lnTo>
                  <a:pt x="6946" y="125871"/>
                </a:lnTo>
                <a:lnTo>
                  <a:pt x="26550" y="84915"/>
                </a:lnTo>
                <a:lnTo>
                  <a:pt x="56958" y="50216"/>
                </a:lnTo>
                <a:lnTo>
                  <a:pt x="96316" y="23407"/>
                </a:lnTo>
                <a:lnTo>
                  <a:pt x="142771" y="6124"/>
                </a:lnTo>
                <a:lnTo>
                  <a:pt x="194468" y="0"/>
                </a:lnTo>
                <a:lnTo>
                  <a:pt x="246166" y="6124"/>
                </a:lnTo>
                <a:lnTo>
                  <a:pt x="292620" y="23407"/>
                </a:lnTo>
                <a:lnTo>
                  <a:pt x="331978" y="50216"/>
                </a:lnTo>
                <a:lnTo>
                  <a:pt x="362386" y="84915"/>
                </a:lnTo>
                <a:lnTo>
                  <a:pt x="381991" y="125871"/>
                </a:lnTo>
                <a:lnTo>
                  <a:pt x="388937" y="171449"/>
                </a:lnTo>
                <a:lnTo>
                  <a:pt x="381991" y="217027"/>
                </a:lnTo>
                <a:lnTo>
                  <a:pt x="362386" y="257983"/>
                </a:lnTo>
                <a:lnTo>
                  <a:pt x="331978" y="292683"/>
                </a:lnTo>
                <a:lnTo>
                  <a:pt x="292620" y="319491"/>
                </a:lnTo>
                <a:lnTo>
                  <a:pt x="246166" y="336775"/>
                </a:lnTo>
                <a:lnTo>
                  <a:pt x="194468" y="342899"/>
                </a:lnTo>
                <a:lnTo>
                  <a:pt x="142771" y="336775"/>
                </a:lnTo>
                <a:lnTo>
                  <a:pt x="96316" y="319491"/>
                </a:lnTo>
                <a:lnTo>
                  <a:pt x="56958" y="292683"/>
                </a:lnTo>
                <a:lnTo>
                  <a:pt x="26550" y="257983"/>
                </a:lnTo>
                <a:lnTo>
                  <a:pt x="6946" y="217027"/>
                </a:lnTo>
                <a:lnTo>
                  <a:pt x="0" y="171449"/>
                </a:lnTo>
                <a:close/>
              </a:path>
            </a:pathLst>
          </a:custGeom>
          <a:ln w="9524">
            <a:solidFill>
              <a:srgbClr val="000000"/>
            </a:solidFill>
          </a:ln>
        </p:spPr>
        <p:txBody>
          <a:bodyPr wrap="square" lIns="0" tIns="0" rIns="0" bIns="0" rtlCol="0"/>
          <a:lstStyle/>
          <a:p>
            <a:endParaRPr/>
          </a:p>
        </p:txBody>
      </p:sp>
      <p:sp>
        <p:nvSpPr>
          <p:cNvPr id="23" name="object 23"/>
          <p:cNvSpPr/>
          <p:nvPr/>
        </p:nvSpPr>
        <p:spPr>
          <a:xfrm>
            <a:off x="7570787" y="2536977"/>
            <a:ext cx="387350" cy="342900"/>
          </a:xfrm>
          <a:custGeom>
            <a:avLst/>
            <a:gdLst/>
            <a:ahLst/>
            <a:cxnLst/>
            <a:rect l="l" t="t" r="r" b="b"/>
            <a:pathLst>
              <a:path w="387350" h="342900">
                <a:moveTo>
                  <a:pt x="193675" y="0"/>
                </a:moveTo>
                <a:lnTo>
                  <a:pt x="142190" y="6124"/>
                </a:lnTo>
                <a:lnTo>
                  <a:pt x="95925" y="23407"/>
                </a:lnTo>
                <a:lnTo>
                  <a:pt x="56727" y="50215"/>
                </a:lnTo>
                <a:lnTo>
                  <a:pt x="26443" y="84915"/>
                </a:lnTo>
                <a:lnTo>
                  <a:pt x="6918" y="125871"/>
                </a:lnTo>
                <a:lnTo>
                  <a:pt x="0" y="171450"/>
                </a:lnTo>
                <a:lnTo>
                  <a:pt x="6918" y="217028"/>
                </a:lnTo>
                <a:lnTo>
                  <a:pt x="26443" y="257984"/>
                </a:lnTo>
                <a:lnTo>
                  <a:pt x="56727" y="292684"/>
                </a:lnTo>
                <a:lnTo>
                  <a:pt x="95925" y="319492"/>
                </a:lnTo>
                <a:lnTo>
                  <a:pt x="142190" y="336775"/>
                </a:lnTo>
                <a:lnTo>
                  <a:pt x="193675" y="342900"/>
                </a:lnTo>
                <a:lnTo>
                  <a:pt x="245159" y="336775"/>
                </a:lnTo>
                <a:lnTo>
                  <a:pt x="291424" y="319492"/>
                </a:lnTo>
                <a:lnTo>
                  <a:pt x="330622" y="292684"/>
                </a:lnTo>
                <a:lnTo>
                  <a:pt x="360906" y="257984"/>
                </a:lnTo>
                <a:lnTo>
                  <a:pt x="380431" y="217028"/>
                </a:lnTo>
                <a:lnTo>
                  <a:pt x="387350" y="171450"/>
                </a:lnTo>
                <a:lnTo>
                  <a:pt x="380431" y="125871"/>
                </a:lnTo>
                <a:lnTo>
                  <a:pt x="360906" y="84915"/>
                </a:lnTo>
                <a:lnTo>
                  <a:pt x="330622" y="50215"/>
                </a:lnTo>
                <a:lnTo>
                  <a:pt x="291424" y="23407"/>
                </a:lnTo>
                <a:lnTo>
                  <a:pt x="245159" y="6124"/>
                </a:lnTo>
                <a:lnTo>
                  <a:pt x="193675" y="0"/>
                </a:lnTo>
                <a:close/>
              </a:path>
            </a:pathLst>
          </a:custGeom>
          <a:solidFill>
            <a:srgbClr val="00F900"/>
          </a:solidFill>
        </p:spPr>
        <p:txBody>
          <a:bodyPr wrap="square" lIns="0" tIns="0" rIns="0" bIns="0" rtlCol="0"/>
          <a:lstStyle/>
          <a:p>
            <a:endParaRPr/>
          </a:p>
        </p:txBody>
      </p:sp>
      <p:sp>
        <p:nvSpPr>
          <p:cNvPr id="24" name="object 24"/>
          <p:cNvSpPr/>
          <p:nvPr/>
        </p:nvSpPr>
        <p:spPr>
          <a:xfrm>
            <a:off x="7570787" y="2536977"/>
            <a:ext cx="387350" cy="342900"/>
          </a:xfrm>
          <a:custGeom>
            <a:avLst/>
            <a:gdLst/>
            <a:ahLst/>
            <a:cxnLst/>
            <a:rect l="l" t="t" r="r" b="b"/>
            <a:pathLst>
              <a:path w="387350" h="342900">
                <a:moveTo>
                  <a:pt x="0" y="171449"/>
                </a:moveTo>
                <a:lnTo>
                  <a:pt x="6918" y="125871"/>
                </a:lnTo>
                <a:lnTo>
                  <a:pt x="26442" y="84915"/>
                </a:lnTo>
                <a:lnTo>
                  <a:pt x="56725" y="50216"/>
                </a:lnTo>
                <a:lnTo>
                  <a:pt x="95923" y="23407"/>
                </a:lnTo>
                <a:lnTo>
                  <a:pt x="142188" y="6124"/>
                </a:lnTo>
                <a:lnTo>
                  <a:pt x="193674" y="0"/>
                </a:lnTo>
                <a:lnTo>
                  <a:pt x="245161" y="6124"/>
                </a:lnTo>
                <a:lnTo>
                  <a:pt x="291426" y="23407"/>
                </a:lnTo>
                <a:lnTo>
                  <a:pt x="330623" y="50216"/>
                </a:lnTo>
                <a:lnTo>
                  <a:pt x="360907" y="84915"/>
                </a:lnTo>
                <a:lnTo>
                  <a:pt x="380431" y="125871"/>
                </a:lnTo>
                <a:lnTo>
                  <a:pt x="387349" y="171449"/>
                </a:lnTo>
                <a:lnTo>
                  <a:pt x="380431" y="217027"/>
                </a:lnTo>
                <a:lnTo>
                  <a:pt x="360907" y="257983"/>
                </a:lnTo>
                <a:lnTo>
                  <a:pt x="330623" y="292683"/>
                </a:lnTo>
                <a:lnTo>
                  <a:pt x="291426" y="319491"/>
                </a:lnTo>
                <a:lnTo>
                  <a:pt x="245161" y="336775"/>
                </a:lnTo>
                <a:lnTo>
                  <a:pt x="193674" y="342899"/>
                </a:lnTo>
                <a:lnTo>
                  <a:pt x="142188" y="336775"/>
                </a:lnTo>
                <a:lnTo>
                  <a:pt x="95923" y="319491"/>
                </a:lnTo>
                <a:lnTo>
                  <a:pt x="56725" y="292683"/>
                </a:lnTo>
                <a:lnTo>
                  <a:pt x="26442" y="257983"/>
                </a:lnTo>
                <a:lnTo>
                  <a:pt x="6918" y="217027"/>
                </a:lnTo>
                <a:lnTo>
                  <a:pt x="0" y="171449"/>
                </a:lnTo>
                <a:close/>
              </a:path>
            </a:pathLst>
          </a:custGeom>
          <a:ln w="9524">
            <a:solidFill>
              <a:srgbClr val="000000"/>
            </a:solidFill>
          </a:ln>
        </p:spPr>
        <p:txBody>
          <a:bodyPr wrap="square" lIns="0" tIns="0" rIns="0" bIns="0" rtlCol="0"/>
          <a:lstStyle/>
          <a:p>
            <a:endParaRPr/>
          </a:p>
        </p:txBody>
      </p:sp>
      <p:sp>
        <p:nvSpPr>
          <p:cNvPr id="25" name="object 25"/>
          <p:cNvSpPr/>
          <p:nvPr/>
        </p:nvSpPr>
        <p:spPr>
          <a:xfrm>
            <a:off x="6600825" y="3170389"/>
            <a:ext cx="387350" cy="342900"/>
          </a:xfrm>
          <a:custGeom>
            <a:avLst/>
            <a:gdLst/>
            <a:ahLst/>
            <a:cxnLst/>
            <a:rect l="l" t="t" r="r" b="b"/>
            <a:pathLst>
              <a:path w="387350" h="342900">
                <a:moveTo>
                  <a:pt x="193675" y="0"/>
                </a:moveTo>
                <a:lnTo>
                  <a:pt x="142190" y="6124"/>
                </a:lnTo>
                <a:lnTo>
                  <a:pt x="95925" y="23407"/>
                </a:lnTo>
                <a:lnTo>
                  <a:pt x="56727" y="50215"/>
                </a:lnTo>
                <a:lnTo>
                  <a:pt x="26443" y="84915"/>
                </a:lnTo>
                <a:lnTo>
                  <a:pt x="6918" y="125871"/>
                </a:lnTo>
                <a:lnTo>
                  <a:pt x="0" y="171450"/>
                </a:lnTo>
                <a:lnTo>
                  <a:pt x="6918" y="217028"/>
                </a:lnTo>
                <a:lnTo>
                  <a:pt x="26443" y="257984"/>
                </a:lnTo>
                <a:lnTo>
                  <a:pt x="56727" y="292684"/>
                </a:lnTo>
                <a:lnTo>
                  <a:pt x="95925" y="319492"/>
                </a:lnTo>
                <a:lnTo>
                  <a:pt x="142190" y="336775"/>
                </a:lnTo>
                <a:lnTo>
                  <a:pt x="193675" y="342900"/>
                </a:lnTo>
                <a:lnTo>
                  <a:pt x="245159" y="336775"/>
                </a:lnTo>
                <a:lnTo>
                  <a:pt x="291424" y="319492"/>
                </a:lnTo>
                <a:lnTo>
                  <a:pt x="330622" y="292684"/>
                </a:lnTo>
                <a:lnTo>
                  <a:pt x="360906" y="257984"/>
                </a:lnTo>
                <a:lnTo>
                  <a:pt x="380431" y="217028"/>
                </a:lnTo>
                <a:lnTo>
                  <a:pt x="387350" y="171450"/>
                </a:lnTo>
                <a:lnTo>
                  <a:pt x="380431" y="125871"/>
                </a:lnTo>
                <a:lnTo>
                  <a:pt x="360906" y="84915"/>
                </a:lnTo>
                <a:lnTo>
                  <a:pt x="330622" y="50215"/>
                </a:lnTo>
                <a:lnTo>
                  <a:pt x="291424" y="23407"/>
                </a:lnTo>
                <a:lnTo>
                  <a:pt x="245159" y="6124"/>
                </a:lnTo>
                <a:lnTo>
                  <a:pt x="193675" y="0"/>
                </a:lnTo>
                <a:close/>
              </a:path>
            </a:pathLst>
          </a:custGeom>
          <a:solidFill>
            <a:srgbClr val="FFFFFF"/>
          </a:solidFill>
        </p:spPr>
        <p:txBody>
          <a:bodyPr wrap="square" lIns="0" tIns="0" rIns="0" bIns="0" rtlCol="0"/>
          <a:lstStyle/>
          <a:p>
            <a:endParaRPr/>
          </a:p>
        </p:txBody>
      </p:sp>
      <p:sp>
        <p:nvSpPr>
          <p:cNvPr id="26" name="object 26"/>
          <p:cNvSpPr/>
          <p:nvPr/>
        </p:nvSpPr>
        <p:spPr>
          <a:xfrm>
            <a:off x="6600825" y="3170389"/>
            <a:ext cx="387350" cy="342900"/>
          </a:xfrm>
          <a:custGeom>
            <a:avLst/>
            <a:gdLst/>
            <a:ahLst/>
            <a:cxnLst/>
            <a:rect l="l" t="t" r="r" b="b"/>
            <a:pathLst>
              <a:path w="387350" h="342900">
                <a:moveTo>
                  <a:pt x="0" y="171449"/>
                </a:moveTo>
                <a:lnTo>
                  <a:pt x="6918" y="125871"/>
                </a:lnTo>
                <a:lnTo>
                  <a:pt x="26442" y="84915"/>
                </a:lnTo>
                <a:lnTo>
                  <a:pt x="56725" y="50216"/>
                </a:lnTo>
                <a:lnTo>
                  <a:pt x="95923" y="23407"/>
                </a:lnTo>
                <a:lnTo>
                  <a:pt x="142188" y="6124"/>
                </a:lnTo>
                <a:lnTo>
                  <a:pt x="193674" y="0"/>
                </a:lnTo>
                <a:lnTo>
                  <a:pt x="245161" y="6124"/>
                </a:lnTo>
                <a:lnTo>
                  <a:pt x="291426" y="23407"/>
                </a:lnTo>
                <a:lnTo>
                  <a:pt x="330623" y="50216"/>
                </a:lnTo>
                <a:lnTo>
                  <a:pt x="360907" y="84915"/>
                </a:lnTo>
                <a:lnTo>
                  <a:pt x="380431" y="125871"/>
                </a:lnTo>
                <a:lnTo>
                  <a:pt x="387349" y="171449"/>
                </a:lnTo>
                <a:lnTo>
                  <a:pt x="380431" y="217027"/>
                </a:lnTo>
                <a:lnTo>
                  <a:pt x="360907" y="257983"/>
                </a:lnTo>
                <a:lnTo>
                  <a:pt x="330623" y="292683"/>
                </a:lnTo>
                <a:lnTo>
                  <a:pt x="291426" y="319491"/>
                </a:lnTo>
                <a:lnTo>
                  <a:pt x="245161" y="336775"/>
                </a:lnTo>
                <a:lnTo>
                  <a:pt x="193674" y="342899"/>
                </a:lnTo>
                <a:lnTo>
                  <a:pt x="142188" y="336775"/>
                </a:lnTo>
                <a:lnTo>
                  <a:pt x="95923" y="319491"/>
                </a:lnTo>
                <a:lnTo>
                  <a:pt x="56725" y="292683"/>
                </a:lnTo>
                <a:lnTo>
                  <a:pt x="26442" y="257983"/>
                </a:lnTo>
                <a:lnTo>
                  <a:pt x="6918" y="217027"/>
                </a:lnTo>
                <a:lnTo>
                  <a:pt x="0" y="171449"/>
                </a:lnTo>
                <a:close/>
              </a:path>
            </a:pathLst>
          </a:custGeom>
          <a:ln w="9524">
            <a:solidFill>
              <a:srgbClr val="000000"/>
            </a:solidFill>
          </a:ln>
        </p:spPr>
        <p:txBody>
          <a:bodyPr wrap="square" lIns="0" tIns="0" rIns="0" bIns="0" rtlCol="0"/>
          <a:lstStyle/>
          <a:p>
            <a:endParaRPr/>
          </a:p>
        </p:txBody>
      </p:sp>
      <p:sp>
        <p:nvSpPr>
          <p:cNvPr id="27" name="object 27"/>
          <p:cNvSpPr/>
          <p:nvPr/>
        </p:nvSpPr>
        <p:spPr>
          <a:xfrm>
            <a:off x="6284912" y="2540152"/>
            <a:ext cx="389255" cy="341630"/>
          </a:xfrm>
          <a:custGeom>
            <a:avLst/>
            <a:gdLst/>
            <a:ahLst/>
            <a:cxnLst/>
            <a:rect l="l" t="t" r="r" b="b"/>
            <a:pathLst>
              <a:path w="389254" h="341630">
                <a:moveTo>
                  <a:pt x="194462" y="0"/>
                </a:moveTo>
                <a:lnTo>
                  <a:pt x="142769" y="6095"/>
                </a:lnTo>
                <a:lnTo>
                  <a:pt x="96316" y="23298"/>
                </a:lnTo>
                <a:lnTo>
                  <a:pt x="56959" y="49982"/>
                </a:lnTo>
                <a:lnTo>
                  <a:pt x="26551" y="84519"/>
                </a:lnTo>
                <a:lnTo>
                  <a:pt x="6946" y="125284"/>
                </a:lnTo>
                <a:lnTo>
                  <a:pt x="0" y="170649"/>
                </a:lnTo>
                <a:lnTo>
                  <a:pt x="6946" y="216020"/>
                </a:lnTo>
                <a:lnTo>
                  <a:pt x="26551" y="256788"/>
                </a:lnTo>
                <a:lnTo>
                  <a:pt x="56959" y="291328"/>
                </a:lnTo>
                <a:lnTo>
                  <a:pt x="96316" y="318013"/>
                </a:lnTo>
                <a:lnTo>
                  <a:pt x="142769" y="335216"/>
                </a:lnTo>
                <a:lnTo>
                  <a:pt x="194462" y="341312"/>
                </a:lnTo>
                <a:lnTo>
                  <a:pt x="246160" y="335216"/>
                </a:lnTo>
                <a:lnTo>
                  <a:pt x="292616" y="318013"/>
                </a:lnTo>
                <a:lnTo>
                  <a:pt x="331976" y="291328"/>
                </a:lnTo>
                <a:lnTo>
                  <a:pt x="362385" y="256788"/>
                </a:lnTo>
                <a:lnTo>
                  <a:pt x="381990" y="216020"/>
                </a:lnTo>
                <a:lnTo>
                  <a:pt x="388937" y="170649"/>
                </a:lnTo>
                <a:lnTo>
                  <a:pt x="381990" y="125284"/>
                </a:lnTo>
                <a:lnTo>
                  <a:pt x="362385" y="84519"/>
                </a:lnTo>
                <a:lnTo>
                  <a:pt x="331976" y="49982"/>
                </a:lnTo>
                <a:lnTo>
                  <a:pt x="292616" y="23298"/>
                </a:lnTo>
                <a:lnTo>
                  <a:pt x="246160" y="6095"/>
                </a:lnTo>
                <a:lnTo>
                  <a:pt x="194462" y="0"/>
                </a:lnTo>
                <a:close/>
              </a:path>
            </a:pathLst>
          </a:custGeom>
          <a:solidFill>
            <a:srgbClr val="00A8A9"/>
          </a:solidFill>
        </p:spPr>
        <p:txBody>
          <a:bodyPr wrap="square" lIns="0" tIns="0" rIns="0" bIns="0" rtlCol="0"/>
          <a:lstStyle/>
          <a:p>
            <a:endParaRPr/>
          </a:p>
        </p:txBody>
      </p:sp>
      <p:sp>
        <p:nvSpPr>
          <p:cNvPr id="28" name="object 28"/>
          <p:cNvSpPr/>
          <p:nvPr/>
        </p:nvSpPr>
        <p:spPr>
          <a:xfrm>
            <a:off x="6284912" y="2540152"/>
            <a:ext cx="389255" cy="341630"/>
          </a:xfrm>
          <a:custGeom>
            <a:avLst/>
            <a:gdLst/>
            <a:ahLst/>
            <a:cxnLst/>
            <a:rect l="l" t="t" r="r" b="b"/>
            <a:pathLst>
              <a:path w="389254" h="341630">
                <a:moveTo>
                  <a:pt x="0" y="170656"/>
                </a:moveTo>
                <a:lnTo>
                  <a:pt x="6946" y="125289"/>
                </a:lnTo>
                <a:lnTo>
                  <a:pt x="26550" y="84523"/>
                </a:lnTo>
                <a:lnTo>
                  <a:pt x="56958" y="49984"/>
                </a:lnTo>
                <a:lnTo>
                  <a:pt x="96316" y="23299"/>
                </a:lnTo>
                <a:lnTo>
                  <a:pt x="142771" y="6096"/>
                </a:lnTo>
                <a:lnTo>
                  <a:pt x="194468" y="0"/>
                </a:lnTo>
                <a:lnTo>
                  <a:pt x="246166" y="6096"/>
                </a:lnTo>
                <a:lnTo>
                  <a:pt x="292620" y="23299"/>
                </a:lnTo>
                <a:lnTo>
                  <a:pt x="331978" y="49984"/>
                </a:lnTo>
                <a:lnTo>
                  <a:pt x="362386" y="84523"/>
                </a:lnTo>
                <a:lnTo>
                  <a:pt x="381991" y="125289"/>
                </a:lnTo>
                <a:lnTo>
                  <a:pt x="388937" y="170656"/>
                </a:lnTo>
                <a:lnTo>
                  <a:pt x="381991" y="216024"/>
                </a:lnTo>
                <a:lnTo>
                  <a:pt x="362386" y="256790"/>
                </a:lnTo>
                <a:lnTo>
                  <a:pt x="331978" y="291329"/>
                </a:lnTo>
                <a:lnTo>
                  <a:pt x="292620" y="318014"/>
                </a:lnTo>
                <a:lnTo>
                  <a:pt x="246166" y="335217"/>
                </a:lnTo>
                <a:lnTo>
                  <a:pt x="194468" y="341313"/>
                </a:lnTo>
                <a:lnTo>
                  <a:pt x="142771" y="335217"/>
                </a:lnTo>
                <a:lnTo>
                  <a:pt x="96316" y="318014"/>
                </a:lnTo>
                <a:lnTo>
                  <a:pt x="56958" y="291329"/>
                </a:lnTo>
                <a:lnTo>
                  <a:pt x="26550" y="256790"/>
                </a:lnTo>
                <a:lnTo>
                  <a:pt x="6946" y="216024"/>
                </a:lnTo>
                <a:lnTo>
                  <a:pt x="0" y="170656"/>
                </a:lnTo>
                <a:close/>
              </a:path>
            </a:pathLst>
          </a:custGeom>
          <a:ln w="9524">
            <a:solidFill>
              <a:srgbClr val="000000"/>
            </a:solidFill>
          </a:ln>
        </p:spPr>
        <p:txBody>
          <a:bodyPr wrap="square" lIns="0" tIns="0" rIns="0" bIns="0" rtlCol="0"/>
          <a:lstStyle/>
          <a:p>
            <a:endParaRPr/>
          </a:p>
        </p:txBody>
      </p:sp>
      <p:sp>
        <p:nvSpPr>
          <p:cNvPr id="29" name="object 29"/>
          <p:cNvSpPr/>
          <p:nvPr/>
        </p:nvSpPr>
        <p:spPr>
          <a:xfrm>
            <a:off x="3595687" y="1962302"/>
            <a:ext cx="2427287" cy="1687512"/>
          </a:xfrm>
          <a:prstGeom prst="rect">
            <a:avLst/>
          </a:prstGeom>
          <a:blipFill>
            <a:blip r:embed="rId5" cstate="email"/>
            <a:stretch>
              <a:fillRect/>
            </a:stretch>
          </a:blipFill>
        </p:spPr>
        <p:txBody>
          <a:bodyPr wrap="square" lIns="0" tIns="0" rIns="0" bIns="0" rtlCol="0"/>
          <a:lstStyle/>
          <a:p>
            <a:endParaRPr/>
          </a:p>
        </p:txBody>
      </p:sp>
      <p:sp>
        <p:nvSpPr>
          <p:cNvPr id="30" name="object 30"/>
          <p:cNvSpPr/>
          <p:nvPr/>
        </p:nvSpPr>
        <p:spPr>
          <a:xfrm>
            <a:off x="3595687" y="1962302"/>
            <a:ext cx="2427605" cy="1687830"/>
          </a:xfrm>
          <a:custGeom>
            <a:avLst/>
            <a:gdLst/>
            <a:ahLst/>
            <a:cxnLst/>
            <a:rect l="l" t="t" r="r" b="b"/>
            <a:pathLst>
              <a:path w="2427604" h="1687829">
                <a:moveTo>
                  <a:pt x="0" y="0"/>
                </a:moveTo>
                <a:lnTo>
                  <a:pt x="1616068" y="677862"/>
                </a:lnTo>
                <a:lnTo>
                  <a:pt x="1622418" y="142874"/>
                </a:lnTo>
                <a:lnTo>
                  <a:pt x="2427288" y="962024"/>
                </a:lnTo>
                <a:lnTo>
                  <a:pt x="1616068" y="1687508"/>
                </a:lnTo>
                <a:lnTo>
                  <a:pt x="1616068" y="1262058"/>
                </a:lnTo>
                <a:lnTo>
                  <a:pt x="26987" y="1687508"/>
                </a:lnTo>
                <a:lnTo>
                  <a:pt x="755649" y="914399"/>
                </a:lnTo>
                <a:lnTo>
                  <a:pt x="0" y="47624"/>
                </a:lnTo>
              </a:path>
            </a:pathLst>
          </a:custGeom>
          <a:ln w="9524">
            <a:solidFill>
              <a:srgbClr val="000000"/>
            </a:solidFill>
          </a:ln>
        </p:spPr>
        <p:txBody>
          <a:bodyPr wrap="square" lIns="0" tIns="0" rIns="0" bIns="0" rtlCol="0"/>
          <a:lstStyle/>
          <a:p>
            <a:endParaRPr/>
          </a:p>
        </p:txBody>
      </p:sp>
      <p:sp>
        <p:nvSpPr>
          <p:cNvPr id="31" name="object 31"/>
          <p:cNvSpPr txBox="1"/>
          <p:nvPr/>
        </p:nvSpPr>
        <p:spPr>
          <a:xfrm>
            <a:off x="4436440" y="2603334"/>
            <a:ext cx="1084580" cy="619760"/>
          </a:xfrm>
          <a:prstGeom prst="rect">
            <a:avLst/>
          </a:prstGeom>
        </p:spPr>
        <p:txBody>
          <a:bodyPr vert="horz" wrap="square" lIns="0" tIns="0" rIns="0" bIns="0" rtlCol="0">
            <a:spAutoFit/>
          </a:bodyPr>
          <a:lstStyle/>
          <a:p>
            <a:pPr marL="76200" marR="5080" indent="-63500">
              <a:lnSpc>
                <a:spcPct val="100000"/>
              </a:lnSpc>
            </a:pPr>
            <a:r>
              <a:rPr sz="2000" dirty="0">
                <a:latin typeface="Arial"/>
                <a:cs typeface="Arial"/>
              </a:rPr>
              <a:t>Sampling  Scheme</a:t>
            </a:r>
            <a:endParaRPr sz="2000">
              <a:latin typeface="Arial"/>
              <a:cs typeface="Arial"/>
            </a:endParaRPr>
          </a:p>
        </p:txBody>
      </p:sp>
      <p:sp>
        <p:nvSpPr>
          <p:cNvPr id="32" name="object 32"/>
          <p:cNvSpPr txBox="1"/>
          <p:nvPr/>
        </p:nvSpPr>
        <p:spPr>
          <a:xfrm>
            <a:off x="837564" y="1242466"/>
            <a:ext cx="2262475" cy="276999"/>
          </a:xfrm>
          <a:prstGeom prst="rect">
            <a:avLst/>
          </a:prstGeom>
        </p:spPr>
        <p:txBody>
          <a:bodyPr vert="horz" wrap="square" lIns="0" tIns="0" rIns="0" bIns="0" rtlCol="0">
            <a:spAutoFit/>
          </a:bodyPr>
          <a:lstStyle/>
          <a:p>
            <a:pPr marL="12700">
              <a:lnSpc>
                <a:spcPct val="100000"/>
              </a:lnSpc>
            </a:pPr>
            <a:r>
              <a:rPr sz="1800" dirty="0">
                <a:latin typeface="Arial"/>
                <a:cs typeface="Arial"/>
              </a:rPr>
              <a:t>POPUL</a:t>
            </a:r>
            <a:r>
              <a:rPr sz="1800" spc="-135" dirty="0">
                <a:latin typeface="Arial"/>
                <a:cs typeface="Arial"/>
              </a:rPr>
              <a:t>A</a:t>
            </a:r>
            <a:r>
              <a:rPr sz="1800" dirty="0">
                <a:latin typeface="Arial"/>
                <a:cs typeface="Arial"/>
              </a:rPr>
              <a:t>TION</a:t>
            </a:r>
            <a:r>
              <a:rPr lang="nl-BE" sz="1800" dirty="0">
                <a:latin typeface="Arial"/>
                <a:cs typeface="Arial"/>
              </a:rPr>
              <a:t> (µ,</a:t>
            </a:r>
            <a:r>
              <a:rPr lang="el-GR" sz="1800" dirty="0">
                <a:latin typeface="Arial"/>
                <a:cs typeface="Arial"/>
              </a:rPr>
              <a:t>σ</a:t>
            </a:r>
            <a:r>
              <a:rPr lang="nl-BE" sz="1800" dirty="0">
                <a:latin typeface="Arial"/>
                <a:cs typeface="Arial"/>
              </a:rPr>
              <a:t>) </a:t>
            </a:r>
            <a:endParaRPr sz="1800" dirty="0">
              <a:latin typeface="Arial"/>
              <a:cs typeface="Arial"/>
            </a:endParaRPr>
          </a:p>
        </p:txBody>
      </p:sp>
      <mc:AlternateContent xmlns:mc="http://schemas.openxmlformats.org/markup-compatibility/2006" xmlns:a14="http://schemas.microsoft.com/office/drawing/2010/main">
        <mc:Choice Requires="a14">
          <p:sp>
            <p:nvSpPr>
              <p:cNvPr id="33" name="object 33"/>
              <p:cNvSpPr txBox="1"/>
              <p:nvPr/>
            </p:nvSpPr>
            <p:spPr>
              <a:xfrm>
                <a:off x="6327219" y="1278973"/>
                <a:ext cx="1897698" cy="276999"/>
              </a:xfrm>
              <a:prstGeom prst="rect">
                <a:avLst/>
              </a:prstGeom>
            </p:spPr>
            <p:txBody>
              <a:bodyPr vert="horz" wrap="square" lIns="0" tIns="0" rIns="0" bIns="0" rtlCol="0">
                <a:spAutoFit/>
              </a:bodyPr>
              <a:lstStyle/>
              <a:p>
                <a:pPr marL="12700">
                  <a:lnSpc>
                    <a:spcPct val="100000"/>
                  </a:lnSpc>
                </a:pPr>
                <a:r>
                  <a:rPr lang="nl-BE" sz="1800" dirty="0">
                    <a:latin typeface="Arial"/>
                    <a:cs typeface="Arial"/>
                  </a:rPr>
                  <a:t>SAMPLE (</a:t>
                </a:r>
                <a14:m>
                  <m:oMath xmlns:m="http://schemas.openxmlformats.org/officeDocument/2006/math">
                    <m:acc>
                      <m:accPr>
                        <m:chr m:val="̅"/>
                        <m:ctrlPr>
                          <a:rPr lang="ar-AE" sz="1800" i="1" dirty="0" smtClean="0">
                            <a:solidFill>
                              <a:srgbClr val="836967"/>
                            </a:solidFill>
                            <a:latin typeface="Cambria Math" panose="02040503050406030204" pitchFamily="18" charset="0"/>
                          </a:rPr>
                        </m:ctrlPr>
                      </m:accPr>
                      <m:e>
                        <m:r>
                          <a:rPr lang="ar-AE" sz="1800" i="1" dirty="0" smtClean="0">
                            <a:latin typeface="Cambria Math" panose="02040503050406030204" pitchFamily="18" charset="0"/>
                          </a:rPr>
                          <m:t>𝑥</m:t>
                        </m:r>
                      </m:e>
                    </m:acc>
                  </m:oMath>
                </a14:m>
                <a:r>
                  <a:rPr lang="ar-AE" sz="1800" dirty="0">
                    <a:latin typeface="Arial"/>
                    <a:cs typeface="Arial"/>
                  </a:rPr>
                  <a:t>,</a:t>
                </a:r>
                <a:r>
                  <a:rPr lang="nl-BE" sz="1800" dirty="0">
                    <a:latin typeface="Arial"/>
                    <a:cs typeface="Arial"/>
                  </a:rPr>
                  <a:t>s)</a:t>
                </a:r>
                <a:endParaRPr sz="1800" dirty="0">
                  <a:latin typeface="Arial"/>
                  <a:cs typeface="Arial"/>
                </a:endParaRPr>
              </a:p>
            </p:txBody>
          </p:sp>
        </mc:Choice>
        <mc:Fallback xmlns="">
          <p:sp>
            <p:nvSpPr>
              <p:cNvPr id="33" name="object 33"/>
              <p:cNvSpPr txBox="1">
                <a:spLocks noRot="1" noChangeAspect="1" noMove="1" noResize="1" noEditPoints="1" noAdjustHandles="1" noChangeArrowheads="1" noChangeShapeType="1" noTextEdit="1"/>
              </p:cNvSpPr>
              <p:nvPr/>
            </p:nvSpPr>
            <p:spPr>
              <a:xfrm>
                <a:off x="6327219" y="1278973"/>
                <a:ext cx="1897698" cy="276999"/>
              </a:xfrm>
              <a:prstGeom prst="rect">
                <a:avLst/>
              </a:prstGeom>
              <a:blipFill>
                <a:blip r:embed="rId6"/>
                <a:stretch>
                  <a:fillRect t="-28889" b="-51111"/>
                </a:stretch>
              </a:blipFill>
            </p:spPr>
            <p:txBody>
              <a:bodyPr/>
              <a:lstStyle/>
              <a:p>
                <a:r>
                  <a:rPr lang="nl-BE">
                    <a:noFill/>
                  </a:rPr>
                  <a:t> </a:t>
                </a:r>
              </a:p>
            </p:txBody>
          </p:sp>
        </mc:Fallback>
      </mc:AlternateContent>
      <p:sp>
        <p:nvSpPr>
          <p:cNvPr id="34" name="object 34"/>
          <p:cNvSpPr/>
          <p:nvPr/>
        </p:nvSpPr>
        <p:spPr>
          <a:xfrm>
            <a:off x="6622872" y="3490290"/>
            <a:ext cx="1135100" cy="1647901"/>
          </a:xfrm>
          <a:prstGeom prst="rect">
            <a:avLst/>
          </a:prstGeom>
          <a:blipFill>
            <a:blip r:embed="rId7" cstate="email"/>
            <a:stretch>
              <a:fillRect/>
            </a:stretch>
          </a:blipFill>
        </p:spPr>
        <p:txBody>
          <a:bodyPr wrap="square" lIns="0" tIns="0" rIns="0" bIns="0" rtlCol="0"/>
          <a:lstStyle/>
          <a:p>
            <a:endParaRPr/>
          </a:p>
        </p:txBody>
      </p:sp>
      <p:sp>
        <p:nvSpPr>
          <p:cNvPr id="35" name="object 35"/>
          <p:cNvSpPr/>
          <p:nvPr/>
        </p:nvSpPr>
        <p:spPr>
          <a:xfrm>
            <a:off x="6622876" y="3490290"/>
            <a:ext cx="1135380" cy="1648460"/>
          </a:xfrm>
          <a:custGeom>
            <a:avLst/>
            <a:gdLst/>
            <a:ahLst/>
            <a:cxnLst/>
            <a:rect l="l" t="t" r="r" b="b"/>
            <a:pathLst>
              <a:path w="1135379" h="1648460">
                <a:moveTo>
                  <a:pt x="1135096" y="0"/>
                </a:moveTo>
                <a:lnTo>
                  <a:pt x="720753" y="1098140"/>
                </a:lnTo>
                <a:lnTo>
                  <a:pt x="1080996" y="1088423"/>
                </a:lnTo>
                <a:lnTo>
                  <a:pt x="550526" y="1647899"/>
                </a:lnTo>
                <a:lnTo>
                  <a:pt x="41199" y="1124492"/>
                </a:lnTo>
                <a:lnTo>
                  <a:pt x="327551" y="1113388"/>
                </a:lnTo>
                <a:lnTo>
                  <a:pt x="0" y="62088"/>
                </a:lnTo>
                <a:lnTo>
                  <a:pt x="539242" y="529065"/>
                </a:lnTo>
                <a:lnTo>
                  <a:pt x="1103041" y="1242"/>
                </a:lnTo>
              </a:path>
            </a:pathLst>
          </a:custGeom>
          <a:ln w="9524">
            <a:solidFill>
              <a:srgbClr val="000000"/>
            </a:solidFill>
          </a:ln>
        </p:spPr>
        <p:txBody>
          <a:bodyPr wrap="square" lIns="0" tIns="0" rIns="0" bIns="0" rtlCol="0"/>
          <a:lstStyle/>
          <a:p>
            <a:endParaRPr/>
          </a:p>
        </p:txBody>
      </p:sp>
      <p:sp>
        <p:nvSpPr>
          <p:cNvPr id="36" name="object 36"/>
          <p:cNvSpPr txBox="1"/>
          <p:nvPr/>
        </p:nvSpPr>
        <p:spPr>
          <a:xfrm>
            <a:off x="6639877" y="4098759"/>
            <a:ext cx="1014094" cy="314960"/>
          </a:xfrm>
          <a:prstGeom prst="rect">
            <a:avLst/>
          </a:prstGeom>
        </p:spPr>
        <p:txBody>
          <a:bodyPr vert="horz" wrap="square" lIns="0" tIns="0" rIns="0" bIns="0" rtlCol="0">
            <a:spAutoFit/>
          </a:bodyPr>
          <a:lstStyle/>
          <a:p>
            <a:pPr marL="12700">
              <a:lnSpc>
                <a:spcPct val="100000"/>
              </a:lnSpc>
            </a:pPr>
            <a:r>
              <a:rPr sz="2000" dirty="0">
                <a:latin typeface="Arial"/>
                <a:cs typeface="Arial"/>
              </a:rPr>
              <a:t>Measure</a:t>
            </a:r>
            <a:endParaRPr sz="2000">
              <a:latin typeface="Arial"/>
              <a:cs typeface="Arial"/>
            </a:endParaRPr>
          </a:p>
        </p:txBody>
      </p:sp>
      <p:sp>
        <p:nvSpPr>
          <p:cNvPr id="37" name="object 37"/>
          <p:cNvSpPr/>
          <p:nvPr/>
        </p:nvSpPr>
        <p:spPr>
          <a:xfrm>
            <a:off x="6683375" y="5192864"/>
            <a:ext cx="872490" cy="462280"/>
          </a:xfrm>
          <a:custGeom>
            <a:avLst/>
            <a:gdLst/>
            <a:ahLst/>
            <a:cxnLst/>
            <a:rect l="l" t="t" r="r" b="b"/>
            <a:pathLst>
              <a:path w="872490" h="462279">
                <a:moveTo>
                  <a:pt x="0" y="0"/>
                </a:moveTo>
                <a:lnTo>
                  <a:pt x="872197" y="0"/>
                </a:lnTo>
                <a:lnTo>
                  <a:pt x="872197" y="461661"/>
                </a:lnTo>
                <a:lnTo>
                  <a:pt x="0" y="461661"/>
                </a:lnTo>
                <a:lnTo>
                  <a:pt x="0" y="0"/>
                </a:lnTo>
                <a:close/>
              </a:path>
            </a:pathLst>
          </a:custGeom>
          <a:solidFill>
            <a:srgbClr val="FFFFFF"/>
          </a:solidFill>
        </p:spPr>
        <p:txBody>
          <a:bodyPr wrap="square" lIns="0" tIns="0" rIns="0" bIns="0" rtlCol="0"/>
          <a:lstStyle/>
          <a:p>
            <a:endParaRPr/>
          </a:p>
        </p:txBody>
      </p:sp>
      <p:sp>
        <p:nvSpPr>
          <p:cNvPr id="38" name="object 38"/>
          <p:cNvSpPr txBox="1"/>
          <p:nvPr/>
        </p:nvSpPr>
        <p:spPr>
          <a:xfrm>
            <a:off x="6683375" y="5192864"/>
            <a:ext cx="872490" cy="462280"/>
          </a:xfrm>
          <a:prstGeom prst="rect">
            <a:avLst/>
          </a:prstGeom>
          <a:ln w="9524">
            <a:solidFill>
              <a:srgbClr val="000000"/>
            </a:solidFill>
          </a:ln>
        </p:spPr>
        <p:txBody>
          <a:bodyPr vert="horz" wrap="square" lIns="0" tIns="40640" rIns="0" bIns="0" rtlCol="0">
            <a:spAutoFit/>
          </a:bodyPr>
          <a:lstStyle/>
          <a:p>
            <a:pPr marL="86360">
              <a:lnSpc>
                <a:spcPct val="100000"/>
              </a:lnSpc>
              <a:spcBef>
                <a:spcPts val="320"/>
              </a:spcBef>
            </a:pPr>
            <a:r>
              <a:rPr sz="2400" spc="-5" dirty="0">
                <a:latin typeface="Arial"/>
                <a:cs typeface="Arial"/>
              </a:rPr>
              <a:t>Data!</a:t>
            </a:r>
            <a:endParaRPr sz="2400">
              <a:latin typeface="Arial"/>
              <a:cs typeface="Arial"/>
            </a:endParaRPr>
          </a:p>
        </p:txBody>
      </p:sp>
      <p:sp>
        <p:nvSpPr>
          <p:cNvPr id="41" name="Tijdelijke aanduiding voor dianummer 40"/>
          <p:cNvSpPr>
            <a:spLocks noGrp="1"/>
          </p:cNvSpPr>
          <p:nvPr>
            <p:ph type="sldNum" sz="quarter" idx="12"/>
          </p:nvPr>
        </p:nvSpPr>
        <p:spPr/>
        <p:txBody>
          <a:bodyPr/>
          <a:lstStyle/>
          <a:p>
            <a:pPr>
              <a:defRPr/>
            </a:pPr>
            <a:fld id="{3BAE3F46-7F34-4D55-854B-55B1578BB741}" type="slidenum">
              <a:rPr lang="en-US" smtClean="0"/>
              <a:pPr>
                <a:defRPr/>
              </a:pPr>
              <a:t>15</a:t>
            </a:fld>
            <a:endParaRPr lang="en-US"/>
          </a:p>
        </p:txBody>
      </p:sp>
    </p:spTree>
    <p:extLst>
      <p:ext uri="{BB962C8B-B14F-4D97-AF65-F5344CB8AC3E}">
        <p14:creationId xmlns:p14="http://schemas.microsoft.com/office/powerpoint/2010/main" val="40442187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6882" name="Picture 2"/>
          <p:cNvPicPr>
            <a:picLocks noChangeAspect="1" noChangeArrowheads="1"/>
          </p:cNvPicPr>
          <p:nvPr/>
        </p:nvPicPr>
        <p:blipFill>
          <a:blip r:embed="rId3"/>
          <a:srcRect/>
          <a:stretch>
            <a:fillRect/>
          </a:stretch>
        </p:blipFill>
        <p:spPr bwMode="auto">
          <a:xfrm>
            <a:off x="5121352" y="278234"/>
            <a:ext cx="3638550" cy="4010025"/>
          </a:xfrm>
          <a:prstGeom prst="rect">
            <a:avLst/>
          </a:prstGeom>
          <a:noFill/>
          <a:ln w="9525">
            <a:noFill/>
            <a:miter lim="800000"/>
            <a:headEnd/>
            <a:tailEnd/>
          </a:ln>
        </p:spPr>
      </p:pic>
      <p:sp>
        <p:nvSpPr>
          <p:cNvPr id="3" name="Titel 2"/>
          <p:cNvSpPr>
            <a:spLocks noGrp="1"/>
          </p:cNvSpPr>
          <p:nvPr>
            <p:ph type="title"/>
          </p:nvPr>
        </p:nvSpPr>
        <p:spPr/>
        <p:txBody>
          <a:bodyPr/>
          <a:lstStyle/>
          <a:p>
            <a:r>
              <a:rPr lang="nl-BE" dirty="0" err="1"/>
              <a:t>Normal</a:t>
            </a:r>
            <a:r>
              <a:rPr lang="nl-BE" dirty="0"/>
              <a:t> distribution</a:t>
            </a:r>
          </a:p>
        </p:txBody>
      </p:sp>
      <p:sp>
        <p:nvSpPr>
          <p:cNvPr id="4" name="Tijdelijke aanduiding voor inhoud 3"/>
          <p:cNvSpPr>
            <a:spLocks noGrp="1"/>
          </p:cNvSpPr>
          <p:nvPr>
            <p:ph idx="1"/>
          </p:nvPr>
        </p:nvSpPr>
        <p:spPr/>
        <p:txBody>
          <a:bodyPr/>
          <a:lstStyle/>
          <a:p>
            <a:r>
              <a:rPr lang="nl-BE" dirty="0" err="1"/>
              <a:t>Probability</a:t>
            </a:r>
            <a:r>
              <a:rPr lang="nl-BE" dirty="0"/>
              <a:t> </a:t>
            </a:r>
            <a:r>
              <a:rPr lang="nl-BE" dirty="0" err="1"/>
              <a:t>distribution</a:t>
            </a:r>
            <a:r>
              <a:rPr lang="nl-BE" dirty="0"/>
              <a:t> (</a:t>
            </a:r>
            <a:r>
              <a:rPr lang="nl-BE" dirty="0" err="1"/>
              <a:t>symetric</a:t>
            </a:r>
            <a:r>
              <a:rPr lang="nl-BE" dirty="0"/>
              <a:t>)</a:t>
            </a:r>
          </a:p>
          <a:p>
            <a:r>
              <a:rPr lang="nl-BE" dirty="0" err="1"/>
              <a:t>Surface</a:t>
            </a:r>
            <a:r>
              <a:rPr lang="nl-BE" dirty="0"/>
              <a:t> </a:t>
            </a:r>
            <a:r>
              <a:rPr lang="nl-BE" dirty="0" err="1"/>
              <a:t>under</a:t>
            </a:r>
            <a:r>
              <a:rPr lang="nl-BE" dirty="0"/>
              <a:t> curve = 100 %</a:t>
            </a:r>
          </a:p>
          <a:p>
            <a:r>
              <a:rPr lang="nl-BE" dirty="0" err="1"/>
              <a:t>Kurtosis</a:t>
            </a:r>
            <a:r>
              <a:rPr lang="nl-BE" dirty="0"/>
              <a:t> (‘</a:t>
            </a:r>
            <a:r>
              <a:rPr lang="nl-BE" dirty="0" err="1"/>
              <a:t>peak’ness</a:t>
            </a:r>
            <a:r>
              <a:rPr lang="nl-BE" dirty="0"/>
              <a:t>)</a:t>
            </a:r>
          </a:p>
          <a:p>
            <a:endParaRPr lang="nl-BE" dirty="0"/>
          </a:p>
          <a:p>
            <a:r>
              <a:rPr lang="nl-BE" dirty="0" err="1"/>
              <a:t>Definition</a:t>
            </a:r>
            <a:r>
              <a:rPr lang="nl-BE" dirty="0"/>
              <a:t> of sigma = </a:t>
            </a:r>
            <a:r>
              <a:rPr lang="nl-BE" dirty="0" err="1"/>
              <a:t>inflexion</a:t>
            </a:r>
            <a:r>
              <a:rPr lang="nl-BE" dirty="0"/>
              <a:t> point</a:t>
            </a:r>
          </a:p>
        </p:txBody>
      </p:sp>
      <p:pic>
        <p:nvPicPr>
          <p:cNvPr id="506885" name="Picture 5"/>
          <p:cNvPicPr>
            <a:picLocks noChangeAspect="1" noChangeArrowheads="1"/>
          </p:cNvPicPr>
          <p:nvPr/>
        </p:nvPicPr>
        <p:blipFill>
          <a:blip r:embed="rId4"/>
          <a:srcRect/>
          <a:stretch>
            <a:fillRect/>
          </a:stretch>
        </p:blipFill>
        <p:spPr bwMode="auto">
          <a:xfrm>
            <a:off x="1190547" y="3928289"/>
            <a:ext cx="3178408" cy="2808279"/>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endParaRPr lang="nl-BE"/>
          </a:p>
        </p:txBody>
      </p:sp>
      <p:sp>
        <p:nvSpPr>
          <p:cNvPr id="3" name="Tijdelijke aanduiding voor inhoud 2"/>
          <p:cNvSpPr>
            <a:spLocks noGrp="1"/>
          </p:cNvSpPr>
          <p:nvPr>
            <p:ph idx="1"/>
          </p:nvPr>
        </p:nvSpPr>
        <p:spPr/>
        <p:txBody>
          <a:bodyPr/>
          <a:lstStyle/>
          <a:p>
            <a:r>
              <a:rPr lang="nl-BE" sz="2000" dirty="0"/>
              <a:t>Hoeveel nog buiten 3 Sigma? 0,30 % totaal, dus 0,15 % links/rechts </a:t>
            </a:r>
          </a:p>
        </p:txBody>
      </p:sp>
      <p:pic>
        <p:nvPicPr>
          <p:cNvPr id="4" name="Afbeelding 7" descr="http://www.intechopen.com/source/html/17411/media/image3.jpeg"/>
          <p:cNvPicPr>
            <a:picLocks noChangeAspect="1" noChangeArrowheads="1"/>
          </p:cNvPicPr>
          <p:nvPr/>
        </p:nvPicPr>
        <p:blipFill>
          <a:blip r:embed="rId3" cstate="email"/>
          <a:srcRect/>
          <a:stretch>
            <a:fillRect/>
          </a:stretch>
        </p:blipFill>
        <p:spPr bwMode="auto">
          <a:xfrm>
            <a:off x="791959" y="2722046"/>
            <a:ext cx="7300052" cy="3872429"/>
          </a:xfrm>
          <a:prstGeom prst="rect">
            <a:avLst/>
          </a:prstGeom>
          <a:noFill/>
        </p:spPr>
      </p:pic>
      <p:sp>
        <p:nvSpPr>
          <p:cNvPr id="5" name="Tijdelijke aanduiding voor dianummer 4"/>
          <p:cNvSpPr>
            <a:spLocks noGrp="1"/>
          </p:cNvSpPr>
          <p:nvPr>
            <p:ph type="sldNum" sz="quarter" idx="12"/>
          </p:nvPr>
        </p:nvSpPr>
        <p:spPr/>
        <p:txBody>
          <a:bodyPr/>
          <a:lstStyle/>
          <a:p>
            <a:pPr>
              <a:defRPr/>
            </a:pPr>
            <a:fld id="{3BAE3F46-7F34-4D55-854B-55B1578BB741}" type="slidenum">
              <a:rPr lang="en-US" smtClean="0"/>
              <a:pPr>
                <a:defRPr/>
              </a:pPr>
              <a:t>17</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idx="4294967295"/>
          </p:nvPr>
        </p:nvSpPr>
        <p:spPr>
          <a:xfrm>
            <a:off x="462708" y="341522"/>
            <a:ext cx="5695720" cy="572877"/>
          </a:xfrm>
        </p:spPr>
        <p:txBody>
          <a:bodyPr>
            <a:normAutofit/>
          </a:bodyPr>
          <a:lstStyle/>
          <a:p>
            <a:r>
              <a:rPr lang="en-GB" altLang="nl-BE" dirty="0"/>
              <a:t>(</a:t>
            </a:r>
            <a:r>
              <a:rPr lang="en-GB" altLang="nl-BE" dirty="0" err="1"/>
              <a:t>Standaard</a:t>
            </a:r>
            <a:r>
              <a:rPr lang="en-GB" altLang="nl-BE" dirty="0"/>
              <a:t>)</a:t>
            </a:r>
            <a:r>
              <a:rPr lang="en-GB" altLang="nl-BE" dirty="0" err="1"/>
              <a:t>normale</a:t>
            </a:r>
            <a:r>
              <a:rPr lang="en-GB" altLang="nl-BE" dirty="0"/>
              <a:t> </a:t>
            </a:r>
            <a:r>
              <a:rPr lang="en-GB" altLang="nl-BE" dirty="0" err="1"/>
              <a:t>verdeling</a:t>
            </a:r>
            <a:endParaRPr lang="en-GB" altLang="nl-BE" dirty="0"/>
          </a:p>
        </p:txBody>
      </p:sp>
      <p:sp>
        <p:nvSpPr>
          <p:cNvPr id="14339" name="Rectangle 3"/>
          <p:cNvSpPr>
            <a:spLocks noGrp="1" noChangeArrowheads="1"/>
          </p:cNvSpPr>
          <p:nvPr>
            <p:ph idx="1"/>
          </p:nvPr>
        </p:nvSpPr>
        <p:spPr/>
        <p:txBody>
          <a:bodyPr/>
          <a:lstStyle/>
          <a:p>
            <a:pPr>
              <a:buFont typeface="Arial" pitchFamily="34" charset="0"/>
              <a:buChar char="•"/>
            </a:pPr>
            <a:r>
              <a:rPr lang="en-GB" altLang="nl-BE" dirty="0" err="1">
                <a:solidFill>
                  <a:schemeClr val="tx1"/>
                </a:solidFill>
              </a:rPr>
              <a:t>Laat</a:t>
            </a:r>
            <a:r>
              <a:rPr lang="en-GB" altLang="nl-BE" dirty="0">
                <a:solidFill>
                  <a:schemeClr val="tx1"/>
                </a:solidFill>
              </a:rPr>
              <a:t> toe om </a:t>
            </a:r>
            <a:r>
              <a:rPr lang="en-GB" altLang="nl-BE" dirty="0" err="1">
                <a:solidFill>
                  <a:schemeClr val="tx1"/>
                </a:solidFill>
              </a:rPr>
              <a:t>steekproeven</a:t>
            </a:r>
            <a:r>
              <a:rPr lang="en-GB" altLang="nl-BE" dirty="0">
                <a:solidFill>
                  <a:schemeClr val="tx1"/>
                </a:solidFill>
              </a:rPr>
              <a:t> </a:t>
            </a:r>
            <a:r>
              <a:rPr lang="en-GB" altLang="nl-BE" dirty="0" err="1">
                <a:solidFill>
                  <a:schemeClr val="tx1"/>
                </a:solidFill>
              </a:rPr>
              <a:t>uit</a:t>
            </a:r>
            <a:r>
              <a:rPr lang="en-GB" altLang="nl-BE" dirty="0">
                <a:solidFill>
                  <a:schemeClr val="tx1"/>
                </a:solidFill>
              </a:rPr>
              <a:t> </a:t>
            </a:r>
            <a:r>
              <a:rPr lang="en-GB" altLang="nl-BE" dirty="0" err="1">
                <a:solidFill>
                  <a:schemeClr val="tx1"/>
                </a:solidFill>
              </a:rPr>
              <a:t>verschillende</a:t>
            </a:r>
            <a:r>
              <a:rPr lang="en-GB" altLang="nl-BE" dirty="0">
                <a:solidFill>
                  <a:schemeClr val="tx1"/>
                </a:solidFill>
              </a:rPr>
              <a:t> </a:t>
            </a:r>
            <a:r>
              <a:rPr lang="en-GB" altLang="nl-BE" dirty="0" err="1">
                <a:solidFill>
                  <a:schemeClr val="tx1"/>
                </a:solidFill>
              </a:rPr>
              <a:t>populaties</a:t>
            </a:r>
            <a:r>
              <a:rPr lang="en-GB" altLang="nl-BE" dirty="0">
                <a:solidFill>
                  <a:schemeClr val="tx1"/>
                </a:solidFill>
              </a:rPr>
              <a:t> op </a:t>
            </a:r>
            <a:r>
              <a:rPr lang="en-GB" altLang="nl-BE" dirty="0" err="1">
                <a:solidFill>
                  <a:schemeClr val="tx1"/>
                </a:solidFill>
              </a:rPr>
              <a:t>een</a:t>
            </a:r>
            <a:r>
              <a:rPr lang="en-GB" altLang="nl-BE" dirty="0">
                <a:solidFill>
                  <a:schemeClr val="tx1"/>
                </a:solidFill>
              </a:rPr>
              <a:t> </a:t>
            </a:r>
            <a:r>
              <a:rPr lang="en-GB" altLang="nl-BE" dirty="0" err="1">
                <a:solidFill>
                  <a:schemeClr val="tx1"/>
                </a:solidFill>
              </a:rPr>
              <a:t>zinvolle</a:t>
            </a:r>
            <a:r>
              <a:rPr lang="en-GB" altLang="nl-BE" dirty="0">
                <a:solidFill>
                  <a:schemeClr val="tx1"/>
                </a:solidFill>
              </a:rPr>
              <a:t> </a:t>
            </a:r>
            <a:r>
              <a:rPr lang="en-GB" altLang="nl-BE" dirty="0" err="1">
                <a:solidFill>
                  <a:schemeClr val="tx1"/>
                </a:solidFill>
              </a:rPr>
              <a:t>manier</a:t>
            </a:r>
            <a:r>
              <a:rPr lang="en-GB" altLang="nl-BE" dirty="0">
                <a:solidFill>
                  <a:schemeClr val="tx1"/>
                </a:solidFill>
              </a:rPr>
              <a:t> met </a:t>
            </a:r>
            <a:r>
              <a:rPr lang="en-GB" altLang="nl-BE" dirty="0" err="1">
                <a:solidFill>
                  <a:schemeClr val="tx1"/>
                </a:solidFill>
              </a:rPr>
              <a:t>elkaar</a:t>
            </a:r>
            <a:r>
              <a:rPr lang="en-GB" altLang="nl-BE" dirty="0">
                <a:solidFill>
                  <a:schemeClr val="tx1"/>
                </a:solidFill>
              </a:rPr>
              <a:t> </a:t>
            </a:r>
            <a:r>
              <a:rPr lang="en-GB" altLang="nl-BE" dirty="0" err="1">
                <a:solidFill>
                  <a:schemeClr val="tx1"/>
                </a:solidFill>
              </a:rPr>
              <a:t>te</a:t>
            </a:r>
            <a:r>
              <a:rPr lang="en-GB" altLang="nl-BE" dirty="0">
                <a:solidFill>
                  <a:schemeClr val="tx1"/>
                </a:solidFill>
              </a:rPr>
              <a:t> </a:t>
            </a:r>
            <a:r>
              <a:rPr lang="en-GB" altLang="nl-BE" dirty="0" err="1">
                <a:solidFill>
                  <a:schemeClr val="tx1"/>
                </a:solidFill>
              </a:rPr>
              <a:t>vergelijken</a:t>
            </a:r>
            <a:r>
              <a:rPr lang="en-GB" altLang="nl-BE" dirty="0">
                <a:solidFill>
                  <a:schemeClr val="tx1"/>
                </a:solidFill>
              </a:rPr>
              <a:t> </a:t>
            </a:r>
            <a:r>
              <a:rPr lang="en-GB" altLang="nl-BE" dirty="0" err="1">
                <a:solidFill>
                  <a:schemeClr val="tx1"/>
                </a:solidFill>
              </a:rPr>
              <a:t>én</a:t>
            </a:r>
            <a:r>
              <a:rPr lang="en-GB" altLang="nl-BE" dirty="0">
                <a:solidFill>
                  <a:schemeClr val="tx1"/>
                </a:solidFill>
              </a:rPr>
              <a:t> </a:t>
            </a:r>
            <a:r>
              <a:rPr lang="en-GB" altLang="nl-BE" dirty="0" err="1">
                <a:solidFill>
                  <a:schemeClr val="tx1"/>
                </a:solidFill>
              </a:rPr>
              <a:t>gemakkelijker</a:t>
            </a:r>
            <a:r>
              <a:rPr lang="en-GB" altLang="nl-BE" dirty="0">
                <a:solidFill>
                  <a:schemeClr val="tx1"/>
                </a:solidFill>
              </a:rPr>
              <a:t> </a:t>
            </a:r>
            <a:r>
              <a:rPr lang="en-GB" altLang="nl-BE" dirty="0" err="1">
                <a:solidFill>
                  <a:schemeClr val="tx1"/>
                </a:solidFill>
              </a:rPr>
              <a:t>te</a:t>
            </a:r>
            <a:r>
              <a:rPr lang="en-GB" altLang="nl-BE" dirty="0">
                <a:solidFill>
                  <a:schemeClr val="tx1"/>
                </a:solidFill>
              </a:rPr>
              <a:t> </a:t>
            </a:r>
            <a:r>
              <a:rPr lang="en-GB" altLang="nl-BE" dirty="0" err="1">
                <a:solidFill>
                  <a:schemeClr val="tx1"/>
                </a:solidFill>
              </a:rPr>
              <a:t>rekenen</a:t>
            </a:r>
            <a:endParaRPr lang="en-GB" altLang="nl-BE" dirty="0">
              <a:solidFill>
                <a:schemeClr val="tx1"/>
              </a:solidFill>
            </a:endParaRPr>
          </a:p>
          <a:p>
            <a:pPr>
              <a:buFont typeface="Arial" pitchFamily="34" charset="0"/>
              <a:buChar char="•"/>
            </a:pPr>
            <a:endParaRPr lang="en-GB" altLang="nl-BE" dirty="0">
              <a:solidFill>
                <a:schemeClr val="tx1"/>
              </a:solidFill>
            </a:endParaRPr>
          </a:p>
          <a:p>
            <a:pPr>
              <a:buFont typeface="Arial" pitchFamily="34" charset="0"/>
              <a:buChar char="•"/>
            </a:pPr>
            <a:r>
              <a:rPr lang="en-GB" altLang="nl-BE" dirty="0">
                <a:solidFill>
                  <a:schemeClr val="tx1"/>
                </a:solidFill>
              </a:rPr>
              <a:t>X</a:t>
            </a:r>
            <a:r>
              <a:rPr lang="en-GB" altLang="nl-BE" dirty="0">
                <a:solidFill>
                  <a:schemeClr val="tx1"/>
                </a:solidFill>
                <a:sym typeface="Symbol" pitchFamily="18" charset="2"/>
              </a:rPr>
              <a:t>N(</a:t>
            </a:r>
            <a:r>
              <a:rPr lang="en-GB" altLang="nl-BE" dirty="0" err="1">
                <a:solidFill>
                  <a:schemeClr val="tx1"/>
                </a:solidFill>
                <a:latin typeface="Symbol" pitchFamily="18" charset="2"/>
                <a:sym typeface="Symbol" pitchFamily="18" charset="2"/>
              </a:rPr>
              <a:t>m</a:t>
            </a:r>
            <a:r>
              <a:rPr lang="en-GB" altLang="nl-BE" dirty="0" err="1">
                <a:solidFill>
                  <a:schemeClr val="tx1"/>
                </a:solidFill>
                <a:sym typeface="Symbol" pitchFamily="18" charset="2"/>
              </a:rPr>
              <a:t>,</a:t>
            </a:r>
            <a:r>
              <a:rPr lang="en-GB" altLang="nl-BE" dirty="0" err="1">
                <a:solidFill>
                  <a:schemeClr val="tx1"/>
                </a:solidFill>
                <a:latin typeface="Symbol" pitchFamily="18" charset="2"/>
                <a:sym typeface="Symbol" pitchFamily="18" charset="2"/>
              </a:rPr>
              <a:t>s</a:t>
            </a:r>
            <a:r>
              <a:rPr lang="en-GB" altLang="nl-BE" dirty="0">
                <a:solidFill>
                  <a:schemeClr val="tx1"/>
                </a:solidFill>
                <a:sym typeface="Symbol" pitchFamily="18" charset="2"/>
              </a:rPr>
              <a:t>) met N = </a:t>
            </a:r>
            <a:r>
              <a:rPr lang="en-GB" altLang="nl-BE" dirty="0" err="1">
                <a:solidFill>
                  <a:schemeClr val="tx1"/>
                </a:solidFill>
                <a:sym typeface="Symbol" pitchFamily="18" charset="2"/>
              </a:rPr>
              <a:t>beste</a:t>
            </a:r>
            <a:r>
              <a:rPr lang="en-GB" altLang="nl-BE" dirty="0">
                <a:solidFill>
                  <a:schemeClr val="tx1"/>
                </a:solidFill>
                <a:sym typeface="Symbol" pitchFamily="18" charset="2"/>
              </a:rPr>
              <a:t> </a:t>
            </a:r>
            <a:r>
              <a:rPr lang="en-GB" altLang="nl-BE" dirty="0" err="1">
                <a:solidFill>
                  <a:schemeClr val="tx1"/>
                </a:solidFill>
                <a:sym typeface="Symbol" pitchFamily="18" charset="2"/>
              </a:rPr>
              <a:t>schatting</a:t>
            </a:r>
            <a:endParaRPr lang="en-GB" altLang="nl-BE" dirty="0">
              <a:solidFill>
                <a:schemeClr val="tx1"/>
              </a:solidFill>
              <a:sym typeface="Symbol" pitchFamily="18" charset="2"/>
            </a:endParaRPr>
          </a:p>
          <a:p>
            <a:pPr lvl="1"/>
            <a:r>
              <a:rPr lang="en-GB" altLang="nl-BE" dirty="0"/>
              <a:t>E(X) = </a:t>
            </a:r>
            <a:r>
              <a:rPr lang="en-GB" altLang="nl-BE" dirty="0">
                <a:latin typeface="Symbol" pitchFamily="18" charset="2"/>
              </a:rPr>
              <a:t>m</a:t>
            </a:r>
          </a:p>
          <a:p>
            <a:pPr lvl="1">
              <a:buFontTx/>
              <a:buChar char=" "/>
            </a:pPr>
            <a:r>
              <a:rPr lang="en-GB" altLang="nl-BE" dirty="0">
                <a:latin typeface="Symbol" pitchFamily="18" charset="2"/>
              </a:rPr>
              <a:t>s</a:t>
            </a:r>
            <a:r>
              <a:rPr lang="en-GB" altLang="nl-BE" dirty="0"/>
              <a:t>(X) = </a:t>
            </a:r>
            <a:r>
              <a:rPr lang="en-GB" altLang="nl-BE" dirty="0">
                <a:latin typeface="Symbol" pitchFamily="18" charset="2"/>
              </a:rPr>
              <a:t>s</a:t>
            </a:r>
            <a:endParaRPr lang="en-GB" altLang="nl-BE" dirty="0"/>
          </a:p>
          <a:p>
            <a:pPr lvl="1"/>
            <a:r>
              <a:rPr lang="en-GB" altLang="nl-BE" dirty="0" err="1"/>
              <a:t>Belangrijke</a:t>
            </a:r>
            <a:r>
              <a:rPr lang="en-GB" altLang="nl-BE" dirty="0"/>
              <a:t> </a:t>
            </a:r>
            <a:r>
              <a:rPr lang="en-GB" altLang="nl-BE" dirty="0" err="1"/>
              <a:t>kengetallen</a:t>
            </a:r>
            <a:r>
              <a:rPr lang="en-GB" altLang="nl-BE" dirty="0"/>
              <a:t> :</a:t>
            </a:r>
          </a:p>
          <a:p>
            <a:pPr lvl="2">
              <a:lnSpc>
                <a:spcPct val="90000"/>
              </a:lnSpc>
            </a:pPr>
            <a:r>
              <a:rPr lang="en-GB" altLang="nl-BE" dirty="0"/>
              <a:t>P[</a:t>
            </a:r>
            <a:r>
              <a:rPr lang="en-GB" altLang="nl-BE" dirty="0">
                <a:sym typeface="Symbol" pitchFamily="18" charset="2"/>
              </a:rPr>
              <a:t></a:t>
            </a:r>
            <a:r>
              <a:rPr lang="en-GB" altLang="nl-BE" dirty="0"/>
              <a:t> </a:t>
            </a:r>
            <a:r>
              <a:rPr lang="en-GB" altLang="nl-BE" dirty="0">
                <a:sym typeface="Symbol" pitchFamily="18" charset="2"/>
              </a:rPr>
              <a:t> X  </a:t>
            </a:r>
            <a:r>
              <a:rPr lang="en-GB" altLang="nl-BE" dirty="0"/>
              <a:t>] </a:t>
            </a:r>
            <a:r>
              <a:rPr lang="en-GB" altLang="nl-BE" dirty="0">
                <a:sym typeface="Symbol" pitchFamily="18" charset="2"/>
              </a:rPr>
              <a:t> 68 %</a:t>
            </a:r>
            <a:endParaRPr lang="en-GB" altLang="nl-BE" dirty="0"/>
          </a:p>
          <a:p>
            <a:pPr lvl="2">
              <a:lnSpc>
                <a:spcPct val="90000"/>
              </a:lnSpc>
            </a:pPr>
            <a:r>
              <a:rPr lang="en-GB" altLang="nl-BE" dirty="0"/>
              <a:t>P[</a:t>
            </a:r>
            <a:r>
              <a:rPr lang="en-GB" altLang="nl-BE" dirty="0">
                <a:sym typeface="Symbol" pitchFamily="18" charset="2"/>
              </a:rPr>
              <a:t>2</a:t>
            </a:r>
            <a:r>
              <a:rPr lang="en-GB" altLang="nl-BE" dirty="0"/>
              <a:t> </a:t>
            </a:r>
            <a:r>
              <a:rPr lang="en-GB" altLang="nl-BE" dirty="0">
                <a:sym typeface="Symbol" pitchFamily="18" charset="2"/>
              </a:rPr>
              <a:t> X  2</a:t>
            </a:r>
            <a:r>
              <a:rPr lang="en-GB" altLang="nl-BE" dirty="0"/>
              <a:t>] </a:t>
            </a:r>
            <a:r>
              <a:rPr lang="en-GB" altLang="nl-BE" dirty="0">
                <a:sym typeface="Symbol" pitchFamily="18" charset="2"/>
              </a:rPr>
              <a:t> 95 %</a:t>
            </a:r>
            <a:endParaRPr lang="en-GB" altLang="nl-BE" dirty="0"/>
          </a:p>
          <a:p>
            <a:pPr lvl="2">
              <a:lnSpc>
                <a:spcPct val="90000"/>
              </a:lnSpc>
            </a:pPr>
            <a:r>
              <a:rPr lang="en-GB" altLang="nl-BE" dirty="0"/>
              <a:t>P[</a:t>
            </a:r>
            <a:r>
              <a:rPr lang="en-GB" altLang="nl-BE" dirty="0">
                <a:sym typeface="Symbol" pitchFamily="18" charset="2"/>
              </a:rPr>
              <a:t>3</a:t>
            </a:r>
            <a:r>
              <a:rPr lang="en-GB" altLang="nl-BE" dirty="0"/>
              <a:t> </a:t>
            </a:r>
            <a:r>
              <a:rPr lang="en-GB" altLang="nl-BE" dirty="0">
                <a:sym typeface="Symbol" pitchFamily="18" charset="2"/>
              </a:rPr>
              <a:t> X  3</a:t>
            </a:r>
            <a:r>
              <a:rPr lang="en-GB" altLang="nl-BE" dirty="0"/>
              <a:t>] </a:t>
            </a:r>
            <a:r>
              <a:rPr lang="en-GB" altLang="nl-BE" dirty="0">
                <a:sym typeface="Symbol" pitchFamily="18" charset="2"/>
              </a:rPr>
              <a:t> 99.7 %</a:t>
            </a:r>
          </a:p>
          <a:p>
            <a:pPr lvl="2">
              <a:lnSpc>
                <a:spcPct val="90000"/>
              </a:lnSpc>
            </a:pPr>
            <a:endParaRPr lang="en-GB" altLang="nl-BE" dirty="0"/>
          </a:p>
          <a:p>
            <a:pPr>
              <a:buFont typeface="Arial" pitchFamily="34" charset="0"/>
              <a:buChar char="•"/>
            </a:pPr>
            <a:r>
              <a:rPr lang="en-GB" altLang="nl-BE" dirty="0" err="1">
                <a:solidFill>
                  <a:schemeClr val="tx1"/>
                </a:solidFill>
              </a:rPr>
              <a:t>Standaard</a:t>
            </a:r>
            <a:r>
              <a:rPr lang="en-GB" altLang="nl-BE" dirty="0">
                <a:solidFill>
                  <a:schemeClr val="tx1"/>
                </a:solidFill>
              </a:rPr>
              <a:t> </a:t>
            </a:r>
            <a:r>
              <a:rPr lang="en-GB" altLang="nl-BE" dirty="0" err="1">
                <a:solidFill>
                  <a:schemeClr val="tx1"/>
                </a:solidFill>
              </a:rPr>
              <a:t>normale</a:t>
            </a:r>
            <a:r>
              <a:rPr lang="en-GB" altLang="nl-BE" dirty="0">
                <a:solidFill>
                  <a:schemeClr val="tx1"/>
                </a:solidFill>
              </a:rPr>
              <a:t> Z </a:t>
            </a:r>
            <a:r>
              <a:rPr lang="en-GB" altLang="nl-BE" dirty="0" err="1">
                <a:solidFill>
                  <a:schemeClr val="tx1"/>
                </a:solidFill>
              </a:rPr>
              <a:t>belangrijk</a:t>
            </a:r>
            <a:r>
              <a:rPr lang="en-GB" altLang="nl-BE" dirty="0">
                <a:solidFill>
                  <a:schemeClr val="tx1"/>
                </a:solidFill>
              </a:rPr>
              <a:t> </a:t>
            </a:r>
            <a:r>
              <a:rPr lang="en-GB" altLang="nl-BE" dirty="0" err="1">
                <a:solidFill>
                  <a:schemeClr val="tx1"/>
                </a:solidFill>
              </a:rPr>
              <a:t>voor</a:t>
            </a:r>
            <a:r>
              <a:rPr lang="en-GB" altLang="nl-BE" dirty="0">
                <a:solidFill>
                  <a:schemeClr val="tx1"/>
                </a:solidFill>
              </a:rPr>
              <a:t> </a:t>
            </a:r>
            <a:r>
              <a:rPr lang="en-GB" altLang="nl-BE" dirty="0" err="1">
                <a:solidFill>
                  <a:schemeClr val="tx1"/>
                </a:solidFill>
              </a:rPr>
              <a:t>praktijk</a:t>
            </a:r>
            <a:r>
              <a:rPr lang="en-GB" altLang="nl-BE" dirty="0">
                <a:solidFill>
                  <a:schemeClr val="tx1"/>
                </a:solidFill>
              </a:rPr>
              <a:t>:</a:t>
            </a:r>
          </a:p>
          <a:p>
            <a:pPr lvl="1"/>
            <a:r>
              <a:rPr lang="en-GB" altLang="nl-BE" dirty="0"/>
              <a:t>E(Z) = </a:t>
            </a:r>
            <a:r>
              <a:rPr lang="en-GB" altLang="nl-BE" dirty="0">
                <a:latin typeface="Symbol" pitchFamily="18" charset="2"/>
              </a:rPr>
              <a:t>0</a:t>
            </a:r>
          </a:p>
          <a:p>
            <a:pPr lvl="1">
              <a:buFontTx/>
              <a:buChar char=" "/>
            </a:pPr>
            <a:r>
              <a:rPr lang="en-GB" altLang="nl-BE" dirty="0">
                <a:latin typeface="Symbol" pitchFamily="18" charset="2"/>
              </a:rPr>
              <a:t>s</a:t>
            </a:r>
            <a:r>
              <a:rPr lang="en-GB" altLang="nl-BE" dirty="0"/>
              <a:t>(Z) = </a:t>
            </a:r>
            <a:r>
              <a:rPr lang="en-GB" altLang="nl-BE" dirty="0">
                <a:latin typeface="Symbol" pitchFamily="18" charset="2"/>
              </a:rPr>
              <a:t>1</a:t>
            </a:r>
          </a:p>
        </p:txBody>
      </p:sp>
      <p:graphicFrame>
        <p:nvGraphicFramePr>
          <p:cNvPr id="14340" name="Object 4"/>
          <p:cNvGraphicFramePr>
            <a:graphicFrameLocks noChangeAspect="1"/>
          </p:cNvGraphicFramePr>
          <p:nvPr>
            <p:extLst>
              <p:ext uri="{D42A27DB-BD31-4B8C-83A1-F6EECF244321}">
                <p14:modId xmlns:p14="http://schemas.microsoft.com/office/powerpoint/2010/main" val="720759557"/>
              </p:ext>
            </p:extLst>
          </p:nvPr>
        </p:nvGraphicFramePr>
        <p:xfrm>
          <a:off x="7164288" y="5911740"/>
          <a:ext cx="1231900" cy="711200"/>
        </p:xfrm>
        <a:graphic>
          <a:graphicData uri="http://schemas.openxmlformats.org/presentationml/2006/ole">
            <mc:AlternateContent xmlns:mc="http://schemas.openxmlformats.org/markup-compatibility/2006">
              <mc:Choice xmlns:v="urn:schemas-microsoft-com:vml" Requires="v">
                <p:oleObj name="Equation" r:id="rId3" imgW="1231366" imgH="710891" progId="Equation.3">
                  <p:embed/>
                </p:oleObj>
              </mc:Choice>
              <mc:Fallback>
                <p:oleObj name="Equation" r:id="rId3" imgW="1231366" imgH="710891" progId="Equation.3">
                  <p:embed/>
                  <p:pic>
                    <p:nvPicPr>
                      <p:cNvPr id="1434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64288" y="5911740"/>
                        <a:ext cx="1231900" cy="711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Tijdelijke aanduiding voor dianummer 4"/>
          <p:cNvSpPr>
            <a:spLocks noGrp="1"/>
          </p:cNvSpPr>
          <p:nvPr>
            <p:ph type="sldNum" sz="quarter" idx="12"/>
          </p:nvPr>
        </p:nvSpPr>
        <p:spPr>
          <a:xfrm>
            <a:off x="8396188" y="6408516"/>
            <a:ext cx="499607" cy="360000"/>
          </a:xfrm>
        </p:spPr>
        <p:txBody>
          <a:bodyPr/>
          <a:lstStyle/>
          <a:p>
            <a:fld id="{42031524-F447-4BDB-9429-C46C4DFCF371}" type="slidenum">
              <a:rPr lang="nl-NL" smtClean="0"/>
              <a:pPr/>
              <a:t>18</a:t>
            </a:fld>
            <a:endParaRPr lang="nl-NL" dirty="0"/>
          </a:p>
        </p:txBody>
      </p:sp>
    </p:spTree>
    <p:extLst>
      <p:ext uri="{BB962C8B-B14F-4D97-AF65-F5344CB8AC3E}">
        <p14:creationId xmlns:p14="http://schemas.microsoft.com/office/powerpoint/2010/main" val="21829735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title"/>
          </p:nvPr>
        </p:nvSpPr>
        <p:spPr>
          <a:xfrm>
            <a:off x="259267" y="225729"/>
            <a:ext cx="4828540" cy="835025"/>
          </a:xfrm>
          <a:prstGeom prst="rect">
            <a:avLst/>
          </a:prstGeom>
        </p:spPr>
        <p:txBody>
          <a:bodyPr vert="horz" wrap="square" lIns="0" tIns="0" rIns="0" bIns="0" rtlCol="0">
            <a:spAutoFit/>
          </a:bodyPr>
          <a:lstStyle/>
          <a:p>
            <a:pPr marL="12700" marR="5080">
              <a:lnSpc>
                <a:spcPts val="3300"/>
              </a:lnSpc>
            </a:pPr>
            <a:r>
              <a:rPr sz="2800" dirty="0"/>
              <a:t>Calculating Process</a:t>
            </a:r>
            <a:r>
              <a:rPr sz="2800" spc="-100" dirty="0"/>
              <a:t> </a:t>
            </a:r>
            <a:r>
              <a:rPr sz="2800" dirty="0"/>
              <a:t>Capability  Discrete</a:t>
            </a:r>
            <a:r>
              <a:rPr sz="2800" spc="-100" dirty="0"/>
              <a:t> </a:t>
            </a:r>
            <a:r>
              <a:rPr sz="2800" dirty="0"/>
              <a:t>Data</a:t>
            </a:r>
            <a:endParaRPr sz="2800"/>
          </a:p>
        </p:txBody>
      </p:sp>
      <p:sp>
        <p:nvSpPr>
          <p:cNvPr id="8" name="object 8"/>
          <p:cNvSpPr txBox="1"/>
          <p:nvPr/>
        </p:nvSpPr>
        <p:spPr>
          <a:xfrm>
            <a:off x="402259" y="2481846"/>
            <a:ext cx="4329430" cy="541020"/>
          </a:xfrm>
          <a:prstGeom prst="rect">
            <a:avLst/>
          </a:prstGeom>
        </p:spPr>
        <p:txBody>
          <a:bodyPr vert="horz" wrap="square" lIns="0" tIns="0" rIns="0" bIns="0" rtlCol="0">
            <a:spAutoFit/>
          </a:bodyPr>
          <a:lstStyle/>
          <a:p>
            <a:pPr marL="292100" marR="5080" indent="-279400" algn="l">
              <a:lnSpc>
                <a:spcPts val="2100"/>
              </a:lnSpc>
              <a:tabLst>
                <a:tab pos="300990" algn="l"/>
              </a:tabLst>
            </a:pPr>
            <a:r>
              <a:rPr sz="2000" spc="-200" dirty="0">
                <a:solidFill>
                  <a:srgbClr val="333399"/>
                </a:solidFill>
                <a:latin typeface="Arial"/>
                <a:cs typeface="Arial"/>
              </a:rPr>
              <a:t>		</a:t>
            </a:r>
            <a:r>
              <a:rPr sz="2000" spc="-15" dirty="0">
                <a:solidFill>
                  <a:srgbClr val="3E3F2C"/>
                </a:solidFill>
                <a:latin typeface="Arial"/>
                <a:cs typeface="Arial"/>
              </a:rPr>
              <a:t>Yield </a:t>
            </a:r>
            <a:r>
              <a:rPr sz="2000" dirty="0">
                <a:solidFill>
                  <a:srgbClr val="3E3F2C"/>
                </a:solidFill>
                <a:latin typeface="Arial"/>
                <a:cs typeface="Arial"/>
              </a:rPr>
              <a:t>and Defect Counts</a:t>
            </a:r>
            <a:r>
              <a:rPr sz="2000" spc="-70" dirty="0">
                <a:solidFill>
                  <a:srgbClr val="3E3F2C"/>
                </a:solidFill>
                <a:latin typeface="Arial"/>
                <a:cs typeface="Arial"/>
              </a:rPr>
              <a:t> </a:t>
            </a:r>
            <a:r>
              <a:rPr sz="2000" dirty="0">
                <a:solidFill>
                  <a:srgbClr val="3E3F2C"/>
                </a:solidFill>
                <a:latin typeface="Arial"/>
                <a:cs typeface="Arial"/>
              </a:rPr>
              <a:t>are</a:t>
            </a:r>
            <a:r>
              <a:rPr sz="2000" spc="-20" dirty="0">
                <a:solidFill>
                  <a:srgbClr val="3E3F2C"/>
                </a:solidFill>
                <a:latin typeface="Arial"/>
                <a:cs typeface="Arial"/>
              </a:rPr>
              <a:t> </a:t>
            </a:r>
            <a:r>
              <a:rPr sz="2000" dirty="0">
                <a:solidFill>
                  <a:srgbClr val="3E3F2C"/>
                </a:solidFill>
                <a:latin typeface="Arial"/>
                <a:cs typeface="Arial"/>
              </a:rPr>
              <a:t>related  measures</a:t>
            </a:r>
            <a:endParaRPr sz="2000" dirty="0">
              <a:latin typeface="Arial"/>
              <a:cs typeface="Arial"/>
            </a:endParaRPr>
          </a:p>
        </p:txBody>
      </p:sp>
      <p:sp>
        <p:nvSpPr>
          <p:cNvPr id="9" name="object 9"/>
          <p:cNvSpPr txBox="1"/>
          <p:nvPr/>
        </p:nvSpPr>
        <p:spPr>
          <a:xfrm>
            <a:off x="402259" y="3343414"/>
            <a:ext cx="4511675" cy="564257"/>
          </a:xfrm>
          <a:prstGeom prst="rect">
            <a:avLst/>
          </a:prstGeom>
        </p:spPr>
        <p:txBody>
          <a:bodyPr vert="horz" wrap="square" lIns="0" tIns="0" rIns="0" bIns="0" rtlCol="0">
            <a:spAutoFit/>
          </a:bodyPr>
          <a:lstStyle/>
          <a:p>
            <a:pPr marL="292100" marR="5080" indent="-279400" algn="l">
              <a:lnSpc>
                <a:spcPts val="2220"/>
              </a:lnSpc>
              <a:tabLst>
                <a:tab pos="300990" algn="l"/>
              </a:tabLst>
            </a:pPr>
            <a:r>
              <a:rPr sz="2000" spc="-200" dirty="0">
                <a:solidFill>
                  <a:srgbClr val="333399"/>
                </a:solidFill>
                <a:latin typeface="Arial"/>
                <a:cs typeface="Arial"/>
              </a:rPr>
              <a:t>		</a:t>
            </a:r>
            <a:r>
              <a:rPr sz="2000" spc="-15" dirty="0">
                <a:solidFill>
                  <a:srgbClr val="3E3F2C"/>
                </a:solidFill>
                <a:latin typeface="Arial"/>
                <a:cs typeface="Arial"/>
              </a:rPr>
              <a:t>Yield </a:t>
            </a:r>
            <a:r>
              <a:rPr sz="2000" dirty="0">
                <a:solidFill>
                  <a:srgbClr val="3E3F2C"/>
                </a:solidFill>
                <a:latin typeface="Arial"/>
                <a:cs typeface="Arial"/>
              </a:rPr>
              <a:t>represents the percent</a:t>
            </a:r>
            <a:r>
              <a:rPr sz="2000" spc="-70" dirty="0">
                <a:solidFill>
                  <a:srgbClr val="3E3F2C"/>
                </a:solidFill>
                <a:latin typeface="Arial"/>
                <a:cs typeface="Arial"/>
              </a:rPr>
              <a:t> </a:t>
            </a:r>
            <a:r>
              <a:rPr sz="2000" dirty="0">
                <a:solidFill>
                  <a:srgbClr val="3E3F2C"/>
                </a:solidFill>
                <a:latin typeface="Arial"/>
                <a:cs typeface="Arial"/>
              </a:rPr>
              <a:t>of</a:t>
            </a:r>
            <a:r>
              <a:rPr sz="2000" spc="-25" dirty="0">
                <a:solidFill>
                  <a:srgbClr val="3E3F2C"/>
                </a:solidFill>
                <a:latin typeface="Arial"/>
                <a:cs typeface="Arial"/>
              </a:rPr>
              <a:t> </a:t>
            </a:r>
            <a:r>
              <a:rPr sz="2000" dirty="0">
                <a:solidFill>
                  <a:srgbClr val="3E3F2C"/>
                </a:solidFill>
                <a:latin typeface="Arial"/>
                <a:cs typeface="Arial"/>
              </a:rPr>
              <a:t>good  products or services (measured in</a:t>
            </a:r>
            <a:r>
              <a:rPr sz="2000" spc="-100" dirty="0">
                <a:solidFill>
                  <a:srgbClr val="3E3F2C"/>
                </a:solidFill>
                <a:latin typeface="Arial"/>
                <a:cs typeface="Arial"/>
              </a:rPr>
              <a:t> </a:t>
            </a:r>
            <a:r>
              <a:rPr sz="2000" dirty="0">
                <a:solidFill>
                  <a:srgbClr val="3E3F2C"/>
                </a:solidFill>
                <a:latin typeface="Arial"/>
                <a:cs typeface="Arial"/>
              </a:rPr>
              <a:t>%)</a:t>
            </a:r>
            <a:endParaRPr sz="2000" dirty="0">
              <a:latin typeface="Arial"/>
              <a:cs typeface="Arial"/>
            </a:endParaRPr>
          </a:p>
        </p:txBody>
      </p:sp>
      <p:sp>
        <p:nvSpPr>
          <p:cNvPr id="10" name="object 10"/>
          <p:cNvSpPr txBox="1"/>
          <p:nvPr/>
        </p:nvSpPr>
        <p:spPr>
          <a:xfrm>
            <a:off x="402259" y="4235056"/>
            <a:ext cx="4479290" cy="2208297"/>
          </a:xfrm>
          <a:prstGeom prst="rect">
            <a:avLst/>
          </a:prstGeom>
        </p:spPr>
        <p:txBody>
          <a:bodyPr vert="horz" wrap="square" lIns="0" tIns="7620" rIns="0" bIns="0" rtlCol="0">
            <a:spAutoFit/>
          </a:bodyPr>
          <a:lstStyle/>
          <a:p>
            <a:pPr marL="292100" marR="5080" indent="-279400" algn="l">
              <a:lnSpc>
                <a:spcPts val="2120"/>
              </a:lnSpc>
              <a:spcBef>
                <a:spcPts val="60"/>
              </a:spcBef>
              <a:tabLst>
                <a:tab pos="300990" algn="l"/>
              </a:tabLst>
            </a:pPr>
            <a:r>
              <a:rPr sz="2000" spc="-200" dirty="0">
                <a:solidFill>
                  <a:srgbClr val="333399"/>
                </a:solidFill>
                <a:latin typeface="Arial"/>
                <a:cs typeface="Arial"/>
              </a:rPr>
              <a:t>		</a:t>
            </a:r>
            <a:r>
              <a:rPr sz="2000" dirty="0">
                <a:solidFill>
                  <a:srgbClr val="3E3F2C"/>
                </a:solidFill>
                <a:latin typeface="Arial"/>
                <a:cs typeface="Arial"/>
              </a:rPr>
              <a:t>Defect Counts monitor the</a:t>
            </a:r>
            <a:r>
              <a:rPr sz="2000" spc="-85" dirty="0">
                <a:solidFill>
                  <a:srgbClr val="3E3F2C"/>
                </a:solidFill>
                <a:latin typeface="Arial"/>
                <a:cs typeface="Arial"/>
              </a:rPr>
              <a:t> </a:t>
            </a:r>
            <a:r>
              <a:rPr sz="2000" dirty="0">
                <a:solidFill>
                  <a:srgbClr val="3E3F2C"/>
                </a:solidFill>
                <a:latin typeface="Arial"/>
                <a:cs typeface="Arial"/>
              </a:rPr>
              <a:t>number</a:t>
            </a:r>
            <a:r>
              <a:rPr sz="2000" spc="-20" dirty="0">
                <a:solidFill>
                  <a:srgbClr val="3E3F2C"/>
                </a:solidFill>
                <a:latin typeface="Arial"/>
                <a:cs typeface="Arial"/>
              </a:rPr>
              <a:t> </a:t>
            </a:r>
            <a:r>
              <a:rPr sz="2000" dirty="0">
                <a:solidFill>
                  <a:srgbClr val="3E3F2C"/>
                </a:solidFill>
                <a:latin typeface="Arial"/>
                <a:cs typeface="Arial"/>
              </a:rPr>
              <a:t>of  times things go wrong [measured</a:t>
            </a:r>
            <a:r>
              <a:rPr sz="2000" spc="-100" dirty="0">
                <a:solidFill>
                  <a:srgbClr val="3E3F2C"/>
                </a:solidFill>
                <a:latin typeface="Arial"/>
                <a:cs typeface="Arial"/>
              </a:rPr>
              <a:t> </a:t>
            </a:r>
            <a:r>
              <a:rPr sz="2000" dirty="0">
                <a:solidFill>
                  <a:srgbClr val="3E3F2C"/>
                </a:solidFill>
                <a:latin typeface="Arial"/>
                <a:cs typeface="Arial"/>
              </a:rPr>
              <a:t>in</a:t>
            </a:r>
            <a:endParaRPr sz="2000" dirty="0">
              <a:latin typeface="Arial"/>
              <a:cs typeface="Arial"/>
            </a:endParaRPr>
          </a:p>
          <a:p>
            <a:pPr marL="292100" marR="382270" algn="l">
              <a:lnSpc>
                <a:spcPct val="89600"/>
              </a:lnSpc>
              <a:spcBef>
                <a:spcPts val="25"/>
              </a:spcBef>
            </a:pPr>
            <a:r>
              <a:rPr sz="2000" dirty="0">
                <a:solidFill>
                  <a:srgbClr val="3E3F2C"/>
                </a:solidFill>
                <a:latin typeface="Arial"/>
                <a:cs typeface="Arial"/>
              </a:rPr>
              <a:t>Defects Per Opportunity (DPO)</a:t>
            </a:r>
            <a:r>
              <a:rPr sz="2000" spc="-100" dirty="0">
                <a:solidFill>
                  <a:srgbClr val="3E3F2C"/>
                </a:solidFill>
                <a:latin typeface="Arial"/>
                <a:cs typeface="Arial"/>
              </a:rPr>
              <a:t> </a:t>
            </a:r>
            <a:r>
              <a:rPr sz="2000" dirty="0">
                <a:solidFill>
                  <a:srgbClr val="3E3F2C"/>
                </a:solidFill>
                <a:latin typeface="Arial"/>
                <a:cs typeface="Arial"/>
              </a:rPr>
              <a:t>or  Defects Per Million Opportunities  (DPMO)]</a:t>
            </a:r>
            <a:endParaRPr lang="nl-BE" sz="2000" dirty="0">
              <a:solidFill>
                <a:srgbClr val="3E3F2C"/>
              </a:solidFill>
              <a:latin typeface="Arial"/>
              <a:cs typeface="Arial"/>
            </a:endParaRPr>
          </a:p>
          <a:p>
            <a:pPr marL="292100" marR="382270" algn="l">
              <a:lnSpc>
                <a:spcPct val="89600"/>
              </a:lnSpc>
              <a:spcBef>
                <a:spcPts val="25"/>
              </a:spcBef>
            </a:pPr>
            <a:endParaRPr lang="nl-BE" sz="2000" dirty="0">
              <a:solidFill>
                <a:srgbClr val="3E3F2C"/>
              </a:solidFill>
              <a:latin typeface="Arial"/>
              <a:cs typeface="Arial"/>
            </a:endParaRPr>
          </a:p>
          <a:p>
            <a:pPr marL="292100" marR="382270" algn="l">
              <a:lnSpc>
                <a:spcPct val="89600"/>
              </a:lnSpc>
              <a:spcBef>
                <a:spcPts val="25"/>
              </a:spcBef>
            </a:pPr>
            <a:r>
              <a:rPr lang="nl-BE" sz="2000" dirty="0">
                <a:solidFill>
                  <a:srgbClr val="3E3F2C"/>
                </a:solidFill>
                <a:latin typeface="Arial"/>
                <a:cs typeface="Arial"/>
              </a:rPr>
              <a:t>PPM = </a:t>
            </a:r>
            <a:r>
              <a:rPr lang="nl-BE" sz="2000" dirty="0" err="1">
                <a:solidFill>
                  <a:srgbClr val="3E3F2C"/>
                </a:solidFill>
                <a:latin typeface="Arial"/>
                <a:cs typeface="Arial"/>
              </a:rPr>
              <a:t>parts</a:t>
            </a:r>
            <a:r>
              <a:rPr lang="nl-BE" sz="2000" dirty="0">
                <a:solidFill>
                  <a:srgbClr val="3E3F2C"/>
                </a:solidFill>
                <a:latin typeface="Arial"/>
                <a:cs typeface="Arial"/>
              </a:rPr>
              <a:t> per </a:t>
            </a:r>
            <a:r>
              <a:rPr lang="nl-BE" sz="2000" dirty="0" err="1">
                <a:solidFill>
                  <a:srgbClr val="3E3F2C"/>
                </a:solidFill>
                <a:latin typeface="Arial"/>
                <a:cs typeface="Arial"/>
              </a:rPr>
              <a:t>million</a:t>
            </a:r>
            <a:r>
              <a:rPr lang="nl-BE" sz="2000" dirty="0">
                <a:solidFill>
                  <a:srgbClr val="3E3F2C"/>
                </a:solidFill>
                <a:latin typeface="Arial"/>
                <a:cs typeface="Arial"/>
              </a:rPr>
              <a:t> </a:t>
            </a:r>
            <a:br>
              <a:rPr lang="nl-BE" sz="2000" dirty="0">
                <a:solidFill>
                  <a:srgbClr val="3E3F2C"/>
                </a:solidFill>
                <a:latin typeface="Arial"/>
                <a:cs typeface="Arial"/>
              </a:rPr>
            </a:br>
            <a:r>
              <a:rPr lang="nl-BE" sz="2000" dirty="0">
                <a:solidFill>
                  <a:srgbClr val="3E3F2C"/>
                </a:solidFill>
                <a:latin typeface="Arial"/>
                <a:cs typeface="Arial"/>
              </a:rPr>
              <a:t>(+ % </a:t>
            </a:r>
            <a:r>
              <a:rPr lang="nl-BE" sz="2000" dirty="0" err="1">
                <a:solidFill>
                  <a:srgbClr val="3E3F2C"/>
                </a:solidFill>
                <a:latin typeface="Arial"/>
                <a:cs typeface="Arial"/>
              </a:rPr>
              <a:t>to</a:t>
            </a:r>
            <a:r>
              <a:rPr lang="nl-BE" sz="2000" dirty="0">
                <a:solidFill>
                  <a:srgbClr val="3E3F2C"/>
                </a:solidFill>
                <a:latin typeface="Arial"/>
                <a:cs typeface="Arial"/>
              </a:rPr>
              <a:t> PPM: factor 10.000)</a:t>
            </a:r>
            <a:endParaRPr sz="2000" dirty="0">
              <a:latin typeface="Arial"/>
              <a:cs typeface="Arial"/>
            </a:endParaRPr>
          </a:p>
        </p:txBody>
      </p:sp>
      <p:sp>
        <p:nvSpPr>
          <p:cNvPr id="11" name="object 11"/>
          <p:cNvSpPr txBox="1"/>
          <p:nvPr/>
        </p:nvSpPr>
        <p:spPr>
          <a:xfrm>
            <a:off x="5162219" y="5640335"/>
            <a:ext cx="508634" cy="300355"/>
          </a:xfrm>
          <a:prstGeom prst="rect">
            <a:avLst/>
          </a:prstGeom>
        </p:spPr>
        <p:txBody>
          <a:bodyPr vert="horz" wrap="square" lIns="0" tIns="0" rIns="0" bIns="0" rtlCol="0">
            <a:spAutoFit/>
          </a:bodyPr>
          <a:lstStyle/>
          <a:p>
            <a:pPr marL="12700">
              <a:lnSpc>
                <a:spcPct val="100000"/>
              </a:lnSpc>
            </a:pPr>
            <a:r>
              <a:rPr sz="1900" dirty="0">
                <a:latin typeface="Arial"/>
                <a:cs typeface="Arial"/>
              </a:rPr>
              <a:t>Key:</a:t>
            </a:r>
            <a:endParaRPr sz="1900">
              <a:latin typeface="Arial"/>
              <a:cs typeface="Arial"/>
            </a:endParaRPr>
          </a:p>
        </p:txBody>
      </p:sp>
      <p:sp>
        <p:nvSpPr>
          <p:cNvPr id="12" name="object 12"/>
          <p:cNvSpPr txBox="1"/>
          <p:nvPr/>
        </p:nvSpPr>
        <p:spPr>
          <a:xfrm>
            <a:off x="5806744" y="5658115"/>
            <a:ext cx="2795270" cy="846386"/>
          </a:xfrm>
          <a:prstGeom prst="rect">
            <a:avLst/>
          </a:prstGeom>
        </p:spPr>
        <p:txBody>
          <a:bodyPr vert="horz" wrap="square" lIns="0" tIns="0" rIns="0" bIns="0" rtlCol="0">
            <a:spAutoFit/>
          </a:bodyPr>
          <a:lstStyle/>
          <a:p>
            <a:pPr marL="12700" marR="353695">
              <a:lnSpc>
                <a:spcPts val="2200"/>
              </a:lnSpc>
            </a:pPr>
            <a:r>
              <a:rPr sz="1900" dirty="0">
                <a:latin typeface="Arial"/>
                <a:cs typeface="Arial"/>
              </a:rPr>
              <a:t>D = Number of</a:t>
            </a:r>
            <a:r>
              <a:rPr sz="1900" spc="-105" dirty="0">
                <a:latin typeface="Arial"/>
                <a:cs typeface="Arial"/>
              </a:rPr>
              <a:t> </a:t>
            </a:r>
            <a:r>
              <a:rPr sz="1900" dirty="0">
                <a:latin typeface="Arial"/>
                <a:cs typeface="Arial"/>
              </a:rPr>
              <a:t>defects</a:t>
            </a:r>
            <a:endParaRPr lang="nl-BE" sz="1900" dirty="0">
              <a:latin typeface="Arial"/>
              <a:cs typeface="Arial"/>
            </a:endParaRPr>
          </a:p>
          <a:p>
            <a:pPr marL="12700" marR="353695" algn="l">
              <a:lnSpc>
                <a:spcPts val="2200"/>
              </a:lnSpc>
            </a:pPr>
            <a:r>
              <a:rPr sz="1900" dirty="0">
                <a:latin typeface="Arial"/>
                <a:cs typeface="Arial"/>
              </a:rPr>
              <a:t>N = Number of</a:t>
            </a:r>
            <a:r>
              <a:rPr sz="1900" spc="-105" dirty="0">
                <a:latin typeface="Arial"/>
                <a:cs typeface="Arial"/>
              </a:rPr>
              <a:t> </a:t>
            </a:r>
            <a:r>
              <a:rPr sz="1900" dirty="0">
                <a:latin typeface="Arial"/>
                <a:cs typeface="Arial"/>
              </a:rPr>
              <a:t>units</a:t>
            </a:r>
          </a:p>
          <a:p>
            <a:pPr marL="12700">
              <a:lnSpc>
                <a:spcPts val="2240"/>
              </a:lnSpc>
            </a:pPr>
            <a:r>
              <a:rPr sz="1900" dirty="0">
                <a:latin typeface="Arial"/>
                <a:cs typeface="Arial"/>
              </a:rPr>
              <a:t>O = Opportunities per</a:t>
            </a:r>
            <a:r>
              <a:rPr sz="1900" spc="-105" dirty="0">
                <a:latin typeface="Arial"/>
                <a:cs typeface="Arial"/>
              </a:rPr>
              <a:t> </a:t>
            </a:r>
            <a:r>
              <a:rPr sz="1900" dirty="0">
                <a:latin typeface="Arial"/>
                <a:cs typeface="Arial"/>
              </a:rPr>
              <a:t>unit</a:t>
            </a:r>
          </a:p>
        </p:txBody>
      </p:sp>
      <p:sp>
        <p:nvSpPr>
          <p:cNvPr id="13" name="object 13"/>
          <p:cNvSpPr/>
          <p:nvPr/>
        </p:nvSpPr>
        <p:spPr>
          <a:xfrm>
            <a:off x="5325744" y="3100336"/>
            <a:ext cx="3079750" cy="2314575"/>
          </a:xfrm>
          <a:custGeom>
            <a:avLst/>
            <a:gdLst/>
            <a:ahLst/>
            <a:cxnLst/>
            <a:rect l="l" t="t" r="r" b="b"/>
            <a:pathLst>
              <a:path w="3079750" h="2314575">
                <a:moveTo>
                  <a:pt x="0" y="0"/>
                </a:moveTo>
                <a:lnTo>
                  <a:pt x="3079748" y="0"/>
                </a:lnTo>
                <a:lnTo>
                  <a:pt x="3079748" y="2314568"/>
                </a:lnTo>
                <a:lnTo>
                  <a:pt x="0" y="2314568"/>
                </a:lnTo>
                <a:lnTo>
                  <a:pt x="0" y="0"/>
                </a:lnTo>
                <a:close/>
              </a:path>
            </a:pathLst>
          </a:custGeom>
          <a:ln w="12699">
            <a:solidFill>
              <a:srgbClr val="000000"/>
            </a:solidFill>
          </a:ln>
        </p:spPr>
        <p:txBody>
          <a:bodyPr wrap="square" lIns="0" tIns="0" rIns="0" bIns="0" rtlCol="0"/>
          <a:lstStyle/>
          <a:p>
            <a:endParaRPr/>
          </a:p>
        </p:txBody>
      </p:sp>
      <p:sp>
        <p:nvSpPr>
          <p:cNvPr id="14" name="object 14"/>
          <p:cNvSpPr/>
          <p:nvPr/>
        </p:nvSpPr>
        <p:spPr>
          <a:xfrm>
            <a:off x="5325745" y="2787599"/>
            <a:ext cx="3081655" cy="344805"/>
          </a:xfrm>
          <a:custGeom>
            <a:avLst/>
            <a:gdLst/>
            <a:ahLst/>
            <a:cxnLst/>
            <a:rect l="l" t="t" r="r" b="b"/>
            <a:pathLst>
              <a:path w="3081654" h="344805">
                <a:moveTo>
                  <a:pt x="0" y="0"/>
                </a:moveTo>
                <a:lnTo>
                  <a:pt x="3081324" y="0"/>
                </a:lnTo>
                <a:lnTo>
                  <a:pt x="3081324" y="344487"/>
                </a:lnTo>
                <a:lnTo>
                  <a:pt x="0" y="344487"/>
                </a:lnTo>
                <a:lnTo>
                  <a:pt x="0" y="0"/>
                </a:lnTo>
                <a:close/>
              </a:path>
            </a:pathLst>
          </a:custGeom>
          <a:solidFill>
            <a:srgbClr val="E1E1E1"/>
          </a:solidFill>
        </p:spPr>
        <p:txBody>
          <a:bodyPr wrap="square" lIns="0" tIns="0" rIns="0" bIns="0" rtlCol="0"/>
          <a:lstStyle/>
          <a:p>
            <a:endParaRPr/>
          </a:p>
        </p:txBody>
      </p:sp>
      <p:sp>
        <p:nvSpPr>
          <p:cNvPr id="15" name="object 15"/>
          <p:cNvSpPr/>
          <p:nvPr/>
        </p:nvSpPr>
        <p:spPr>
          <a:xfrm>
            <a:off x="5325744" y="2787599"/>
            <a:ext cx="3081655" cy="344805"/>
          </a:xfrm>
          <a:custGeom>
            <a:avLst/>
            <a:gdLst/>
            <a:ahLst/>
            <a:cxnLst/>
            <a:rect l="l" t="t" r="r" b="b"/>
            <a:pathLst>
              <a:path w="3081654" h="344805">
                <a:moveTo>
                  <a:pt x="0" y="0"/>
                </a:moveTo>
                <a:lnTo>
                  <a:pt x="3081338" y="0"/>
                </a:lnTo>
                <a:lnTo>
                  <a:pt x="3081338" y="344486"/>
                </a:lnTo>
                <a:lnTo>
                  <a:pt x="0" y="344486"/>
                </a:lnTo>
                <a:lnTo>
                  <a:pt x="0" y="0"/>
                </a:lnTo>
                <a:close/>
              </a:path>
            </a:pathLst>
          </a:custGeom>
          <a:ln w="12699">
            <a:solidFill>
              <a:srgbClr val="000000"/>
            </a:solidFill>
          </a:ln>
        </p:spPr>
        <p:txBody>
          <a:bodyPr wrap="square" lIns="0" tIns="0" rIns="0" bIns="0" rtlCol="0"/>
          <a:lstStyle/>
          <a:p>
            <a:endParaRPr/>
          </a:p>
        </p:txBody>
      </p:sp>
      <p:sp>
        <p:nvSpPr>
          <p:cNvPr id="16" name="object 16"/>
          <p:cNvSpPr txBox="1"/>
          <p:nvPr/>
        </p:nvSpPr>
        <p:spPr>
          <a:xfrm>
            <a:off x="5614657" y="3308299"/>
            <a:ext cx="679450" cy="269875"/>
          </a:xfrm>
          <a:prstGeom prst="rect">
            <a:avLst/>
          </a:prstGeom>
        </p:spPr>
        <p:txBody>
          <a:bodyPr vert="horz" wrap="square" lIns="0" tIns="0" rIns="0" bIns="0" rtlCol="0">
            <a:spAutoFit/>
          </a:bodyPr>
          <a:lstStyle/>
          <a:p>
            <a:pPr marL="12700">
              <a:lnSpc>
                <a:spcPct val="100000"/>
              </a:lnSpc>
            </a:pPr>
            <a:r>
              <a:rPr sz="1700" dirty="0">
                <a:latin typeface="Arial"/>
                <a:cs typeface="Arial"/>
              </a:rPr>
              <a:t>DPO</a:t>
            </a:r>
            <a:r>
              <a:rPr sz="1700" spc="-105" dirty="0">
                <a:latin typeface="Arial"/>
                <a:cs typeface="Arial"/>
              </a:rPr>
              <a:t> </a:t>
            </a:r>
            <a:r>
              <a:rPr sz="1700" dirty="0">
                <a:latin typeface="Arial"/>
                <a:cs typeface="Arial"/>
              </a:rPr>
              <a:t>=</a:t>
            </a:r>
            <a:endParaRPr sz="1700">
              <a:latin typeface="Arial"/>
              <a:cs typeface="Arial"/>
            </a:endParaRPr>
          </a:p>
        </p:txBody>
      </p:sp>
      <p:sp>
        <p:nvSpPr>
          <p:cNvPr id="17" name="object 17"/>
          <p:cNvSpPr txBox="1"/>
          <p:nvPr/>
        </p:nvSpPr>
        <p:spPr>
          <a:xfrm>
            <a:off x="5614657" y="4857699"/>
            <a:ext cx="1043940" cy="269875"/>
          </a:xfrm>
          <a:prstGeom prst="rect">
            <a:avLst/>
          </a:prstGeom>
        </p:spPr>
        <p:txBody>
          <a:bodyPr vert="horz" wrap="square" lIns="0" tIns="0" rIns="0" bIns="0" rtlCol="0">
            <a:spAutoFit/>
          </a:bodyPr>
          <a:lstStyle/>
          <a:p>
            <a:pPr marL="12700">
              <a:lnSpc>
                <a:spcPct val="100000"/>
              </a:lnSpc>
            </a:pPr>
            <a:r>
              <a:rPr sz="1700" spc="-15" dirty="0">
                <a:latin typeface="Arial"/>
                <a:cs typeface="Arial"/>
              </a:rPr>
              <a:t>Yield </a:t>
            </a:r>
            <a:r>
              <a:rPr sz="1700" dirty="0">
                <a:latin typeface="Arial"/>
                <a:cs typeface="Arial"/>
              </a:rPr>
              <a:t>= 1</a:t>
            </a:r>
            <a:r>
              <a:rPr sz="1700" spc="-75" dirty="0">
                <a:latin typeface="Arial"/>
                <a:cs typeface="Arial"/>
              </a:rPr>
              <a:t> </a:t>
            </a:r>
            <a:r>
              <a:rPr sz="1700" dirty="0">
                <a:latin typeface="Arial"/>
                <a:cs typeface="Arial"/>
              </a:rPr>
              <a:t>–</a:t>
            </a:r>
            <a:endParaRPr sz="1700">
              <a:latin typeface="Arial"/>
              <a:cs typeface="Arial"/>
            </a:endParaRPr>
          </a:p>
        </p:txBody>
      </p:sp>
      <p:sp>
        <p:nvSpPr>
          <p:cNvPr id="18" name="object 18"/>
          <p:cNvSpPr txBox="1"/>
          <p:nvPr/>
        </p:nvSpPr>
        <p:spPr>
          <a:xfrm>
            <a:off x="6217408" y="2863799"/>
            <a:ext cx="1309370" cy="269875"/>
          </a:xfrm>
          <a:prstGeom prst="rect">
            <a:avLst/>
          </a:prstGeom>
        </p:spPr>
        <p:txBody>
          <a:bodyPr vert="horz" wrap="square" lIns="0" tIns="0" rIns="0" bIns="0" rtlCol="0">
            <a:spAutoFit/>
          </a:bodyPr>
          <a:lstStyle/>
          <a:p>
            <a:pPr marL="12700">
              <a:lnSpc>
                <a:spcPct val="100000"/>
              </a:lnSpc>
            </a:pPr>
            <a:r>
              <a:rPr sz="1700" b="1" dirty="0">
                <a:latin typeface="Arial"/>
                <a:cs typeface="Arial"/>
              </a:rPr>
              <a:t>Calculations</a:t>
            </a:r>
            <a:endParaRPr sz="1700">
              <a:latin typeface="Arial"/>
              <a:cs typeface="Arial"/>
            </a:endParaRPr>
          </a:p>
        </p:txBody>
      </p:sp>
      <p:sp>
        <p:nvSpPr>
          <p:cNvPr id="19" name="object 19"/>
          <p:cNvSpPr txBox="1"/>
          <p:nvPr/>
        </p:nvSpPr>
        <p:spPr>
          <a:xfrm>
            <a:off x="6394119" y="3170186"/>
            <a:ext cx="424815" cy="523875"/>
          </a:xfrm>
          <a:prstGeom prst="rect">
            <a:avLst/>
          </a:prstGeom>
        </p:spPr>
        <p:txBody>
          <a:bodyPr vert="horz" wrap="square" lIns="0" tIns="0" rIns="0" bIns="0" rtlCol="0">
            <a:spAutoFit/>
          </a:bodyPr>
          <a:lstStyle/>
          <a:p>
            <a:pPr marL="10160" algn="ctr">
              <a:lnSpc>
                <a:spcPts val="2020"/>
              </a:lnSpc>
            </a:pPr>
            <a:r>
              <a:rPr sz="1700" dirty="0">
                <a:latin typeface="Arial"/>
                <a:cs typeface="Arial"/>
              </a:rPr>
              <a:t>D</a:t>
            </a:r>
            <a:endParaRPr sz="1700">
              <a:latin typeface="Arial"/>
              <a:cs typeface="Arial"/>
            </a:endParaRPr>
          </a:p>
          <a:p>
            <a:pPr algn="ctr">
              <a:lnSpc>
                <a:spcPts val="2020"/>
              </a:lnSpc>
            </a:pPr>
            <a:r>
              <a:rPr sz="1700" spc="-5" dirty="0">
                <a:latin typeface="Arial"/>
                <a:cs typeface="Arial"/>
              </a:rPr>
              <a:t>N•O</a:t>
            </a:r>
            <a:endParaRPr sz="1700">
              <a:latin typeface="Arial"/>
              <a:cs typeface="Arial"/>
            </a:endParaRPr>
          </a:p>
        </p:txBody>
      </p:sp>
      <p:sp>
        <p:nvSpPr>
          <p:cNvPr id="20" name="object 20"/>
          <p:cNvSpPr/>
          <p:nvPr/>
        </p:nvSpPr>
        <p:spPr>
          <a:xfrm>
            <a:off x="6441744" y="3424186"/>
            <a:ext cx="298450" cy="0"/>
          </a:xfrm>
          <a:custGeom>
            <a:avLst/>
            <a:gdLst/>
            <a:ahLst/>
            <a:cxnLst/>
            <a:rect l="l" t="t" r="r" b="b"/>
            <a:pathLst>
              <a:path w="298450">
                <a:moveTo>
                  <a:pt x="0" y="0"/>
                </a:moveTo>
                <a:lnTo>
                  <a:pt x="298450" y="1"/>
                </a:lnTo>
              </a:path>
            </a:pathLst>
          </a:custGeom>
          <a:ln w="12699">
            <a:solidFill>
              <a:srgbClr val="000000"/>
            </a:solidFill>
          </a:ln>
        </p:spPr>
        <p:txBody>
          <a:bodyPr wrap="square" lIns="0" tIns="0" rIns="0" bIns="0" rtlCol="0"/>
          <a:lstStyle/>
          <a:p>
            <a:endParaRPr/>
          </a:p>
        </p:txBody>
      </p:sp>
      <p:sp>
        <p:nvSpPr>
          <p:cNvPr id="21" name="object 21"/>
          <p:cNvSpPr txBox="1"/>
          <p:nvPr/>
        </p:nvSpPr>
        <p:spPr>
          <a:xfrm>
            <a:off x="5614657" y="3924312"/>
            <a:ext cx="2510790" cy="537845"/>
          </a:xfrm>
          <a:prstGeom prst="rect">
            <a:avLst/>
          </a:prstGeom>
        </p:spPr>
        <p:txBody>
          <a:bodyPr vert="horz" wrap="square" lIns="0" tIns="0" rIns="0" bIns="0" rtlCol="0">
            <a:spAutoFit/>
          </a:bodyPr>
          <a:lstStyle/>
          <a:p>
            <a:pPr marL="12700" marR="5080" indent="2212975">
              <a:lnSpc>
                <a:spcPts val="1639"/>
              </a:lnSpc>
            </a:pPr>
            <a:r>
              <a:rPr sz="1700" dirty="0">
                <a:latin typeface="Arial"/>
                <a:cs typeface="Arial"/>
              </a:rPr>
              <a:t>D  DPMO = 1,000,000 •</a:t>
            </a:r>
            <a:r>
              <a:rPr sz="1700" spc="175" dirty="0">
                <a:latin typeface="Arial"/>
                <a:cs typeface="Arial"/>
              </a:rPr>
              <a:t> </a:t>
            </a:r>
            <a:r>
              <a:rPr sz="2550" spc="-7" baseline="-27777" dirty="0">
                <a:latin typeface="Arial"/>
                <a:cs typeface="Arial"/>
              </a:rPr>
              <a:t>N•O</a:t>
            </a:r>
            <a:endParaRPr sz="2550" baseline="-27777">
              <a:latin typeface="Arial"/>
              <a:cs typeface="Arial"/>
            </a:endParaRPr>
          </a:p>
        </p:txBody>
      </p:sp>
      <p:sp>
        <p:nvSpPr>
          <p:cNvPr id="22" name="object 22"/>
          <p:cNvSpPr/>
          <p:nvPr/>
        </p:nvSpPr>
        <p:spPr>
          <a:xfrm>
            <a:off x="7743494" y="4173486"/>
            <a:ext cx="273050" cy="0"/>
          </a:xfrm>
          <a:custGeom>
            <a:avLst/>
            <a:gdLst/>
            <a:ahLst/>
            <a:cxnLst/>
            <a:rect l="l" t="t" r="r" b="b"/>
            <a:pathLst>
              <a:path w="273050">
                <a:moveTo>
                  <a:pt x="0" y="0"/>
                </a:moveTo>
                <a:lnTo>
                  <a:pt x="273049" y="0"/>
                </a:lnTo>
              </a:path>
            </a:pathLst>
          </a:custGeom>
          <a:ln w="12699">
            <a:solidFill>
              <a:srgbClr val="000000"/>
            </a:solidFill>
          </a:ln>
        </p:spPr>
        <p:txBody>
          <a:bodyPr wrap="square" lIns="0" tIns="0" rIns="0" bIns="0" rtlCol="0"/>
          <a:lstStyle/>
          <a:p>
            <a:endParaRPr/>
          </a:p>
        </p:txBody>
      </p:sp>
      <p:sp>
        <p:nvSpPr>
          <p:cNvPr id="23" name="object 23"/>
          <p:cNvSpPr txBox="1"/>
          <p:nvPr/>
        </p:nvSpPr>
        <p:spPr>
          <a:xfrm>
            <a:off x="6717969" y="4759274"/>
            <a:ext cx="424815" cy="587375"/>
          </a:xfrm>
          <a:prstGeom prst="rect">
            <a:avLst/>
          </a:prstGeom>
        </p:spPr>
        <p:txBody>
          <a:bodyPr vert="horz" wrap="square" lIns="0" tIns="0" rIns="0" bIns="0" rtlCol="0">
            <a:spAutoFit/>
          </a:bodyPr>
          <a:lstStyle/>
          <a:p>
            <a:pPr marL="10160" algn="ctr">
              <a:lnSpc>
                <a:spcPct val="100000"/>
              </a:lnSpc>
            </a:pPr>
            <a:r>
              <a:rPr sz="1700" dirty="0">
                <a:latin typeface="Arial"/>
                <a:cs typeface="Arial"/>
              </a:rPr>
              <a:t>D</a:t>
            </a:r>
            <a:endParaRPr sz="1700">
              <a:latin typeface="Arial"/>
              <a:cs typeface="Arial"/>
            </a:endParaRPr>
          </a:p>
          <a:p>
            <a:pPr algn="ctr">
              <a:lnSpc>
                <a:spcPct val="100000"/>
              </a:lnSpc>
              <a:spcBef>
                <a:spcPts val="459"/>
              </a:spcBef>
            </a:pPr>
            <a:r>
              <a:rPr sz="1700" spc="-5" dirty="0">
                <a:latin typeface="Arial"/>
                <a:cs typeface="Arial"/>
              </a:rPr>
              <a:t>N•O</a:t>
            </a:r>
            <a:endParaRPr sz="1700">
              <a:latin typeface="Arial"/>
              <a:cs typeface="Arial"/>
            </a:endParaRPr>
          </a:p>
        </p:txBody>
      </p:sp>
      <p:sp>
        <p:nvSpPr>
          <p:cNvPr id="24" name="object 24"/>
          <p:cNvSpPr/>
          <p:nvPr/>
        </p:nvSpPr>
        <p:spPr>
          <a:xfrm>
            <a:off x="6767195" y="5032324"/>
            <a:ext cx="309880" cy="0"/>
          </a:xfrm>
          <a:custGeom>
            <a:avLst/>
            <a:gdLst/>
            <a:ahLst/>
            <a:cxnLst/>
            <a:rect l="l" t="t" r="r" b="b"/>
            <a:pathLst>
              <a:path w="309879">
                <a:moveTo>
                  <a:pt x="0" y="0"/>
                </a:moveTo>
                <a:lnTo>
                  <a:pt x="309561" y="0"/>
                </a:lnTo>
              </a:path>
            </a:pathLst>
          </a:custGeom>
          <a:ln w="12699">
            <a:solidFill>
              <a:srgbClr val="000000"/>
            </a:solidFill>
          </a:ln>
        </p:spPr>
        <p:txBody>
          <a:bodyPr wrap="square" lIns="0" tIns="0" rIns="0" bIns="0" rtlCol="0"/>
          <a:lstStyle/>
          <a:p>
            <a:endParaRPr/>
          </a:p>
        </p:txBody>
      </p:sp>
      <p:sp>
        <p:nvSpPr>
          <p:cNvPr id="25" name="object 25"/>
          <p:cNvSpPr txBox="1"/>
          <p:nvPr/>
        </p:nvSpPr>
        <p:spPr>
          <a:xfrm>
            <a:off x="264405" y="1596656"/>
            <a:ext cx="3865947" cy="375920"/>
          </a:xfrm>
          <a:prstGeom prst="rect">
            <a:avLst/>
          </a:prstGeom>
        </p:spPr>
        <p:txBody>
          <a:bodyPr vert="horz" wrap="square" lIns="0" tIns="0" rIns="0" bIns="0" rtlCol="0">
            <a:spAutoFit/>
          </a:bodyPr>
          <a:lstStyle/>
          <a:p>
            <a:pPr marL="12700">
              <a:lnSpc>
                <a:spcPct val="100000"/>
              </a:lnSpc>
            </a:pPr>
            <a:r>
              <a:rPr sz="2400" b="1" spc="-20" dirty="0">
                <a:latin typeface="Arial"/>
                <a:cs typeface="Arial"/>
              </a:rPr>
              <a:t>Yield </a:t>
            </a:r>
            <a:r>
              <a:rPr sz="2400" b="1" dirty="0">
                <a:latin typeface="Arial"/>
                <a:cs typeface="Arial"/>
              </a:rPr>
              <a:t>and Defect</a:t>
            </a:r>
            <a:r>
              <a:rPr sz="2400" b="1" spc="-80" dirty="0">
                <a:latin typeface="Arial"/>
                <a:cs typeface="Arial"/>
              </a:rPr>
              <a:t> </a:t>
            </a:r>
            <a:r>
              <a:rPr sz="2400" b="1" dirty="0">
                <a:latin typeface="Arial"/>
                <a:cs typeface="Arial"/>
              </a:rPr>
              <a:t>Count</a:t>
            </a:r>
            <a:endParaRPr sz="2400" dirty="0">
              <a:latin typeface="Arial"/>
              <a:cs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VOC vs. VOP</a:t>
            </a:r>
          </a:p>
        </p:txBody>
      </p:sp>
      <p:sp>
        <p:nvSpPr>
          <p:cNvPr id="10" name="Rectangle 9"/>
          <p:cNvSpPr/>
          <p:nvPr/>
        </p:nvSpPr>
        <p:spPr>
          <a:xfrm>
            <a:off x="457200" y="4419600"/>
            <a:ext cx="4495800" cy="8382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p:cNvCxnSpPr/>
          <p:nvPr/>
        </p:nvCxnSpPr>
        <p:spPr>
          <a:xfrm rot="5400000">
            <a:off x="1371600" y="4572000"/>
            <a:ext cx="3048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rot="5400000">
            <a:off x="3733800" y="4572000"/>
            <a:ext cx="304800"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1676400" y="4419600"/>
            <a:ext cx="2133600" cy="338554"/>
          </a:xfrm>
          <a:prstGeom prst="rect">
            <a:avLst/>
          </a:prstGeom>
          <a:noFill/>
        </p:spPr>
        <p:txBody>
          <a:bodyPr wrap="square" rtlCol="0">
            <a:spAutoFit/>
          </a:bodyPr>
          <a:lstStyle/>
          <a:p>
            <a:pPr algn="ctr"/>
            <a:r>
              <a:rPr lang="en-US" sz="1600" dirty="0"/>
              <a:t>Voice of Customer</a:t>
            </a:r>
          </a:p>
        </p:txBody>
      </p:sp>
      <p:cxnSp>
        <p:nvCxnSpPr>
          <p:cNvPr id="18" name="Straight Arrow Connector 17"/>
          <p:cNvCxnSpPr/>
          <p:nvPr/>
        </p:nvCxnSpPr>
        <p:spPr>
          <a:xfrm>
            <a:off x="3581400" y="4573588"/>
            <a:ext cx="304800" cy="1588"/>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rot="10800000" flipV="1">
            <a:off x="1524000" y="4572000"/>
            <a:ext cx="381000" cy="1588"/>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rot="5400000">
            <a:off x="609600" y="5029200"/>
            <a:ext cx="3048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rot="5400000">
            <a:off x="4572000" y="5029200"/>
            <a:ext cx="304800"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1676400" y="4876800"/>
            <a:ext cx="2133600" cy="338554"/>
          </a:xfrm>
          <a:prstGeom prst="rect">
            <a:avLst/>
          </a:prstGeom>
          <a:noFill/>
        </p:spPr>
        <p:txBody>
          <a:bodyPr wrap="square" rtlCol="0">
            <a:spAutoFit/>
          </a:bodyPr>
          <a:lstStyle/>
          <a:p>
            <a:pPr algn="ctr"/>
            <a:r>
              <a:rPr lang="en-US" sz="1600" dirty="0"/>
              <a:t>Voice of Process</a:t>
            </a:r>
          </a:p>
        </p:txBody>
      </p:sp>
      <p:cxnSp>
        <p:nvCxnSpPr>
          <p:cNvPr id="26" name="Straight Arrow Connector 25"/>
          <p:cNvCxnSpPr/>
          <p:nvPr/>
        </p:nvCxnSpPr>
        <p:spPr>
          <a:xfrm>
            <a:off x="3581400" y="5030788"/>
            <a:ext cx="1143000" cy="1588"/>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rot="10800000">
            <a:off x="762000" y="5029200"/>
            <a:ext cx="914400" cy="1588"/>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1382617" y="5441415"/>
            <a:ext cx="6781800" cy="1477328"/>
          </a:xfrm>
          <a:prstGeom prst="rect">
            <a:avLst/>
          </a:prstGeom>
          <a:noFill/>
        </p:spPr>
        <p:txBody>
          <a:bodyPr wrap="square" rtlCol="0">
            <a:spAutoFit/>
          </a:bodyPr>
          <a:lstStyle/>
          <a:p>
            <a:pPr algn="ctr"/>
            <a:r>
              <a:rPr lang="en-US" sz="3000" dirty="0"/>
              <a:t>The Voice of the Process is </a:t>
            </a:r>
            <a:r>
              <a:rPr lang="en-US" sz="3000" i="1" dirty="0"/>
              <a:t>independent</a:t>
            </a:r>
            <a:r>
              <a:rPr lang="en-US" sz="3000" dirty="0"/>
              <a:t> of the Voice of the Customer </a:t>
            </a:r>
          </a:p>
        </p:txBody>
      </p:sp>
      <p:graphicFrame>
        <p:nvGraphicFramePr>
          <p:cNvPr id="32" name="Table 31"/>
          <p:cNvGraphicFramePr>
            <a:graphicFrameLocks noGrp="1"/>
          </p:cNvGraphicFramePr>
          <p:nvPr/>
        </p:nvGraphicFramePr>
        <p:xfrm>
          <a:off x="5410200" y="2209800"/>
          <a:ext cx="3429001" cy="2494280"/>
        </p:xfrm>
        <a:graphic>
          <a:graphicData uri="http://schemas.openxmlformats.org/drawingml/2006/table">
            <a:tbl>
              <a:tblPr firstRow="1" bandRow="1">
                <a:tableStyleId>{5C22544A-7EE6-4342-B048-85BDC9FD1C3A}</a:tableStyleId>
              </a:tblPr>
              <a:tblGrid>
                <a:gridCol w="919976">
                  <a:extLst>
                    <a:ext uri="{9D8B030D-6E8A-4147-A177-3AD203B41FA5}">
                      <a16:colId xmlns:a16="http://schemas.microsoft.com/office/drawing/2014/main" val="20000"/>
                    </a:ext>
                  </a:extLst>
                </a:gridCol>
                <a:gridCol w="1271463">
                  <a:extLst>
                    <a:ext uri="{9D8B030D-6E8A-4147-A177-3AD203B41FA5}">
                      <a16:colId xmlns:a16="http://schemas.microsoft.com/office/drawing/2014/main" val="20001"/>
                    </a:ext>
                  </a:extLst>
                </a:gridCol>
                <a:gridCol w="1237562">
                  <a:extLst>
                    <a:ext uri="{9D8B030D-6E8A-4147-A177-3AD203B41FA5}">
                      <a16:colId xmlns:a16="http://schemas.microsoft.com/office/drawing/2014/main" val="20002"/>
                    </a:ext>
                  </a:extLst>
                </a:gridCol>
              </a:tblGrid>
              <a:tr h="370840">
                <a:tc>
                  <a:txBody>
                    <a:bodyPr/>
                    <a:lstStyle/>
                    <a:p>
                      <a:pPr algn="ctr"/>
                      <a:r>
                        <a:rPr lang="en-US" sz="1200" dirty="0"/>
                        <a:t>Sigma</a:t>
                      </a:r>
                    </a:p>
                    <a:p>
                      <a:pPr algn="ctr"/>
                      <a:r>
                        <a:rPr lang="en-US" sz="1200" dirty="0"/>
                        <a:t>Capability</a:t>
                      </a:r>
                    </a:p>
                  </a:txBody>
                  <a:tcPr/>
                </a:tc>
                <a:tc>
                  <a:txBody>
                    <a:bodyPr/>
                    <a:lstStyle/>
                    <a:p>
                      <a:r>
                        <a:rPr lang="en-US" sz="1200" b="1" kern="1200" dirty="0">
                          <a:solidFill>
                            <a:schemeClr val="lt1"/>
                          </a:solidFill>
                          <a:latin typeface="+mn-lt"/>
                          <a:ea typeface="+mn-ea"/>
                          <a:cs typeface="+mn-cs"/>
                        </a:rPr>
                        <a:t>Defects per Million Opportunities</a:t>
                      </a:r>
                    </a:p>
                  </a:txBody>
                  <a:tcPr/>
                </a:tc>
                <a:tc>
                  <a:txBody>
                    <a:bodyPr/>
                    <a:lstStyle/>
                    <a:p>
                      <a:pPr algn="ctr"/>
                      <a:endParaRPr lang="en-US" sz="1200" b="1" kern="1200" dirty="0">
                        <a:solidFill>
                          <a:schemeClr val="lt1"/>
                        </a:solidFill>
                        <a:latin typeface="+mn-lt"/>
                        <a:ea typeface="+mn-ea"/>
                        <a:cs typeface="+mn-cs"/>
                      </a:endParaRPr>
                    </a:p>
                    <a:p>
                      <a:pPr algn="ctr"/>
                      <a:r>
                        <a:rPr lang="en-US" sz="1200" b="1" kern="1200" dirty="0">
                          <a:solidFill>
                            <a:schemeClr val="lt1"/>
                          </a:solidFill>
                          <a:latin typeface="+mn-lt"/>
                          <a:ea typeface="+mn-ea"/>
                          <a:cs typeface="+mn-cs"/>
                        </a:rPr>
                        <a:t>% Yield</a:t>
                      </a:r>
                    </a:p>
                  </a:txBody>
                  <a:tcPr/>
                </a:tc>
                <a:extLst>
                  <a:ext uri="{0D108BD9-81ED-4DB2-BD59-A6C34878D82A}">
                    <a16:rowId xmlns:a16="http://schemas.microsoft.com/office/drawing/2014/main" val="10000"/>
                  </a:ext>
                </a:extLst>
              </a:tr>
              <a:tr h="370840">
                <a:tc>
                  <a:txBody>
                    <a:bodyPr/>
                    <a:lstStyle/>
                    <a:p>
                      <a:pPr algn="ctr"/>
                      <a:r>
                        <a:rPr lang="en-US" dirty="0"/>
                        <a:t>2</a:t>
                      </a:r>
                    </a:p>
                  </a:txBody>
                  <a:tcPr/>
                </a:tc>
                <a:tc>
                  <a:txBody>
                    <a:bodyPr/>
                    <a:lstStyle/>
                    <a:p>
                      <a:r>
                        <a:rPr lang="en-US" dirty="0"/>
                        <a:t>308,537</a:t>
                      </a:r>
                    </a:p>
                  </a:txBody>
                  <a:tcPr/>
                </a:tc>
                <a:tc>
                  <a:txBody>
                    <a:bodyPr/>
                    <a:lstStyle/>
                    <a:p>
                      <a:r>
                        <a:rPr lang="en-US" dirty="0"/>
                        <a:t>69.15%</a:t>
                      </a:r>
                    </a:p>
                  </a:txBody>
                  <a:tcPr/>
                </a:tc>
                <a:extLst>
                  <a:ext uri="{0D108BD9-81ED-4DB2-BD59-A6C34878D82A}">
                    <a16:rowId xmlns:a16="http://schemas.microsoft.com/office/drawing/2014/main" val="10001"/>
                  </a:ext>
                </a:extLst>
              </a:tr>
              <a:tr h="370840">
                <a:tc>
                  <a:txBody>
                    <a:bodyPr/>
                    <a:lstStyle/>
                    <a:p>
                      <a:pPr algn="ctr"/>
                      <a:r>
                        <a:rPr lang="en-US" dirty="0"/>
                        <a:t>3</a:t>
                      </a:r>
                    </a:p>
                  </a:txBody>
                  <a:tcPr/>
                </a:tc>
                <a:tc>
                  <a:txBody>
                    <a:bodyPr/>
                    <a:lstStyle/>
                    <a:p>
                      <a:r>
                        <a:rPr lang="en-US" dirty="0"/>
                        <a:t>66,807</a:t>
                      </a:r>
                    </a:p>
                  </a:txBody>
                  <a:tcPr/>
                </a:tc>
                <a:tc>
                  <a:txBody>
                    <a:bodyPr/>
                    <a:lstStyle/>
                    <a:p>
                      <a:r>
                        <a:rPr lang="en-US" dirty="0"/>
                        <a:t>93.32%</a:t>
                      </a:r>
                    </a:p>
                  </a:txBody>
                  <a:tcPr/>
                </a:tc>
                <a:extLst>
                  <a:ext uri="{0D108BD9-81ED-4DB2-BD59-A6C34878D82A}">
                    <a16:rowId xmlns:a16="http://schemas.microsoft.com/office/drawing/2014/main" val="10002"/>
                  </a:ext>
                </a:extLst>
              </a:tr>
              <a:tr h="370840">
                <a:tc>
                  <a:txBody>
                    <a:bodyPr/>
                    <a:lstStyle/>
                    <a:p>
                      <a:pPr algn="ctr"/>
                      <a:r>
                        <a:rPr lang="en-US" dirty="0"/>
                        <a:t>4</a:t>
                      </a:r>
                    </a:p>
                  </a:txBody>
                  <a:tcPr/>
                </a:tc>
                <a:tc>
                  <a:txBody>
                    <a:bodyPr/>
                    <a:lstStyle/>
                    <a:p>
                      <a:r>
                        <a:rPr lang="en-US" dirty="0"/>
                        <a:t>6,210</a:t>
                      </a:r>
                    </a:p>
                  </a:txBody>
                  <a:tcPr/>
                </a:tc>
                <a:tc>
                  <a:txBody>
                    <a:bodyPr/>
                    <a:lstStyle/>
                    <a:p>
                      <a:r>
                        <a:rPr lang="en-US" dirty="0"/>
                        <a:t>99.38%</a:t>
                      </a:r>
                    </a:p>
                  </a:txBody>
                  <a:tcPr/>
                </a:tc>
                <a:extLst>
                  <a:ext uri="{0D108BD9-81ED-4DB2-BD59-A6C34878D82A}">
                    <a16:rowId xmlns:a16="http://schemas.microsoft.com/office/drawing/2014/main" val="10003"/>
                  </a:ext>
                </a:extLst>
              </a:tr>
              <a:tr h="370840">
                <a:tc>
                  <a:txBody>
                    <a:bodyPr/>
                    <a:lstStyle/>
                    <a:p>
                      <a:pPr algn="ctr"/>
                      <a:r>
                        <a:rPr lang="en-US" dirty="0"/>
                        <a:t>5</a:t>
                      </a:r>
                    </a:p>
                  </a:txBody>
                  <a:tcPr/>
                </a:tc>
                <a:tc>
                  <a:txBody>
                    <a:bodyPr/>
                    <a:lstStyle/>
                    <a:p>
                      <a:r>
                        <a:rPr lang="en-US" dirty="0"/>
                        <a:t>233</a:t>
                      </a:r>
                    </a:p>
                  </a:txBody>
                  <a:tcPr/>
                </a:tc>
                <a:tc>
                  <a:txBody>
                    <a:bodyPr/>
                    <a:lstStyle/>
                    <a:p>
                      <a:r>
                        <a:rPr lang="en-US" dirty="0"/>
                        <a:t>99.98%</a:t>
                      </a:r>
                    </a:p>
                  </a:txBody>
                  <a:tcPr/>
                </a:tc>
                <a:extLst>
                  <a:ext uri="{0D108BD9-81ED-4DB2-BD59-A6C34878D82A}">
                    <a16:rowId xmlns:a16="http://schemas.microsoft.com/office/drawing/2014/main" val="10004"/>
                  </a:ext>
                </a:extLst>
              </a:tr>
              <a:tr h="370840">
                <a:tc>
                  <a:txBody>
                    <a:bodyPr/>
                    <a:lstStyle/>
                    <a:p>
                      <a:pPr algn="ctr"/>
                      <a:r>
                        <a:rPr lang="en-US" dirty="0"/>
                        <a:t>6</a:t>
                      </a:r>
                    </a:p>
                  </a:txBody>
                  <a:tcPr/>
                </a:tc>
                <a:tc>
                  <a:txBody>
                    <a:bodyPr/>
                    <a:lstStyle/>
                    <a:p>
                      <a:r>
                        <a:rPr lang="en-US" dirty="0"/>
                        <a:t>3.4</a:t>
                      </a:r>
                    </a:p>
                  </a:txBody>
                  <a:tcPr/>
                </a:tc>
                <a:tc>
                  <a:txBody>
                    <a:bodyPr/>
                    <a:lstStyle/>
                    <a:p>
                      <a:r>
                        <a:rPr lang="en-US" sz="1600" dirty="0"/>
                        <a:t>99.99966%</a:t>
                      </a:r>
                      <a:endParaRPr lang="en-US" sz="2400" dirty="0"/>
                    </a:p>
                  </a:txBody>
                  <a:tcPr/>
                </a:tc>
                <a:extLst>
                  <a:ext uri="{0D108BD9-81ED-4DB2-BD59-A6C34878D82A}">
                    <a16:rowId xmlns:a16="http://schemas.microsoft.com/office/drawing/2014/main" val="10005"/>
                  </a:ext>
                </a:extLst>
              </a:tr>
            </a:tbl>
          </a:graphicData>
        </a:graphic>
      </p:graphicFrame>
      <p:pic>
        <p:nvPicPr>
          <p:cNvPr id="2052" name="Picture 4"/>
          <p:cNvPicPr>
            <a:picLocks noChangeAspect="1" noChangeArrowheads="1"/>
          </p:cNvPicPr>
          <p:nvPr/>
        </p:nvPicPr>
        <p:blipFill>
          <a:blip r:embed="rId3" cstate="email"/>
          <a:srcRect/>
          <a:stretch>
            <a:fillRect/>
          </a:stretch>
        </p:blipFill>
        <p:spPr bwMode="auto">
          <a:xfrm>
            <a:off x="457200" y="1752600"/>
            <a:ext cx="4486275" cy="2667000"/>
          </a:xfrm>
          <a:prstGeom prst="rect">
            <a:avLst/>
          </a:prstGeom>
          <a:noFill/>
          <a:ln w="9525">
            <a:noFill/>
            <a:miter lim="800000"/>
            <a:headEnd/>
            <a:tailEnd/>
          </a:ln>
          <a:effectLst/>
        </p:spPr>
      </p:pic>
      <p:sp>
        <p:nvSpPr>
          <p:cNvPr id="17" name="Tijdelijke aanduiding voor dianummer 16"/>
          <p:cNvSpPr>
            <a:spLocks noGrp="1"/>
          </p:cNvSpPr>
          <p:nvPr>
            <p:ph type="sldNum" sz="quarter" idx="12"/>
          </p:nvPr>
        </p:nvSpPr>
        <p:spPr/>
        <p:txBody>
          <a:bodyPr/>
          <a:lstStyle/>
          <a:p>
            <a:fld id="{FA1C692C-4F2D-45F6-A9A8-8A3A8FE27806}" type="slidenum">
              <a:rPr lang="en-US" smtClean="0"/>
              <a:pPr/>
              <a:t>20</a:t>
            </a:fld>
            <a:endParaRPr lang="en-US"/>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Goals of Lean Six Sigma</a:t>
            </a:r>
          </a:p>
        </p:txBody>
      </p:sp>
      <p:sp>
        <p:nvSpPr>
          <p:cNvPr id="4" name="Rectangle 3"/>
          <p:cNvSpPr/>
          <p:nvPr/>
        </p:nvSpPr>
        <p:spPr>
          <a:xfrm>
            <a:off x="228600" y="1600200"/>
            <a:ext cx="2971800" cy="1752600"/>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reeform 18"/>
          <p:cNvSpPr>
            <a:spLocks/>
          </p:cNvSpPr>
          <p:nvPr/>
        </p:nvSpPr>
        <p:spPr bwMode="auto">
          <a:xfrm>
            <a:off x="533400" y="1981200"/>
            <a:ext cx="2286000" cy="914400"/>
          </a:xfrm>
          <a:custGeom>
            <a:avLst/>
            <a:gdLst/>
            <a:ahLst/>
            <a:cxnLst>
              <a:cxn ang="0">
                <a:pos x="65" y="968"/>
              </a:cxn>
              <a:cxn ang="0">
                <a:pos x="200" y="968"/>
              </a:cxn>
              <a:cxn ang="0">
                <a:pos x="332" y="968"/>
              </a:cxn>
              <a:cxn ang="0">
                <a:pos x="464" y="968"/>
              </a:cxn>
              <a:cxn ang="0">
                <a:pos x="596" y="962"/>
              </a:cxn>
              <a:cxn ang="0">
                <a:pos x="728" y="957"/>
              </a:cxn>
              <a:cxn ang="0">
                <a:pos x="883" y="945"/>
              </a:cxn>
              <a:cxn ang="0">
                <a:pos x="1016" y="927"/>
              </a:cxn>
              <a:cxn ang="0">
                <a:pos x="1148" y="904"/>
              </a:cxn>
              <a:cxn ang="0">
                <a:pos x="1280" y="862"/>
              </a:cxn>
              <a:cxn ang="0">
                <a:pos x="1413" y="809"/>
              </a:cxn>
              <a:cxn ang="0">
                <a:pos x="1545" y="745"/>
              </a:cxn>
              <a:cxn ang="0">
                <a:pos x="1677" y="656"/>
              </a:cxn>
              <a:cxn ang="0">
                <a:pos x="1832" y="555"/>
              </a:cxn>
              <a:cxn ang="0">
                <a:pos x="1965" y="444"/>
              </a:cxn>
              <a:cxn ang="0">
                <a:pos x="2096" y="326"/>
              </a:cxn>
              <a:cxn ang="0">
                <a:pos x="2228" y="212"/>
              </a:cxn>
              <a:cxn ang="0">
                <a:pos x="2361" y="118"/>
              </a:cxn>
              <a:cxn ang="0">
                <a:pos x="2493" y="41"/>
              </a:cxn>
              <a:cxn ang="0">
                <a:pos x="2627" y="6"/>
              </a:cxn>
              <a:cxn ang="0">
                <a:pos x="2781" y="6"/>
              </a:cxn>
              <a:cxn ang="0">
                <a:pos x="2914" y="41"/>
              </a:cxn>
              <a:cxn ang="0">
                <a:pos x="3046" y="118"/>
              </a:cxn>
              <a:cxn ang="0">
                <a:pos x="3180" y="212"/>
              </a:cxn>
              <a:cxn ang="0">
                <a:pos x="3312" y="326"/>
              </a:cxn>
              <a:cxn ang="0">
                <a:pos x="3442" y="444"/>
              </a:cxn>
              <a:cxn ang="0">
                <a:pos x="3576" y="555"/>
              </a:cxn>
              <a:cxn ang="0">
                <a:pos x="3730" y="656"/>
              </a:cxn>
              <a:cxn ang="0">
                <a:pos x="3862" y="745"/>
              </a:cxn>
              <a:cxn ang="0">
                <a:pos x="3994" y="809"/>
              </a:cxn>
              <a:cxn ang="0">
                <a:pos x="4128" y="862"/>
              </a:cxn>
              <a:cxn ang="0">
                <a:pos x="4262" y="904"/>
              </a:cxn>
              <a:cxn ang="0">
                <a:pos x="4394" y="927"/>
              </a:cxn>
              <a:cxn ang="0">
                <a:pos x="4526" y="945"/>
              </a:cxn>
              <a:cxn ang="0">
                <a:pos x="4681" y="957"/>
              </a:cxn>
              <a:cxn ang="0">
                <a:pos x="4814" y="962"/>
              </a:cxn>
              <a:cxn ang="0">
                <a:pos x="4945" y="968"/>
              </a:cxn>
              <a:cxn ang="0">
                <a:pos x="5077" y="968"/>
              </a:cxn>
              <a:cxn ang="0">
                <a:pos x="5210" y="968"/>
              </a:cxn>
              <a:cxn ang="0">
                <a:pos x="5342" y="968"/>
              </a:cxn>
            </a:cxnLst>
            <a:rect l="0" t="0" r="r" b="b"/>
            <a:pathLst>
              <a:path w="5409" h="969">
                <a:moveTo>
                  <a:pt x="0" y="968"/>
                </a:moveTo>
                <a:lnTo>
                  <a:pt x="65" y="968"/>
                </a:lnTo>
                <a:lnTo>
                  <a:pt x="132" y="968"/>
                </a:lnTo>
                <a:lnTo>
                  <a:pt x="200" y="968"/>
                </a:lnTo>
                <a:lnTo>
                  <a:pt x="265" y="968"/>
                </a:lnTo>
                <a:lnTo>
                  <a:pt x="332" y="968"/>
                </a:lnTo>
                <a:lnTo>
                  <a:pt x="397" y="968"/>
                </a:lnTo>
                <a:lnTo>
                  <a:pt x="464" y="968"/>
                </a:lnTo>
                <a:lnTo>
                  <a:pt x="528" y="962"/>
                </a:lnTo>
                <a:lnTo>
                  <a:pt x="596" y="962"/>
                </a:lnTo>
                <a:lnTo>
                  <a:pt x="661" y="962"/>
                </a:lnTo>
                <a:lnTo>
                  <a:pt x="728" y="957"/>
                </a:lnTo>
                <a:lnTo>
                  <a:pt x="793" y="951"/>
                </a:lnTo>
                <a:lnTo>
                  <a:pt x="883" y="945"/>
                </a:lnTo>
                <a:lnTo>
                  <a:pt x="948" y="939"/>
                </a:lnTo>
                <a:lnTo>
                  <a:pt x="1016" y="927"/>
                </a:lnTo>
                <a:lnTo>
                  <a:pt x="1080" y="916"/>
                </a:lnTo>
                <a:lnTo>
                  <a:pt x="1148" y="904"/>
                </a:lnTo>
                <a:lnTo>
                  <a:pt x="1213" y="886"/>
                </a:lnTo>
                <a:lnTo>
                  <a:pt x="1280" y="862"/>
                </a:lnTo>
                <a:lnTo>
                  <a:pt x="1345" y="838"/>
                </a:lnTo>
                <a:lnTo>
                  <a:pt x="1413" y="809"/>
                </a:lnTo>
                <a:lnTo>
                  <a:pt x="1479" y="780"/>
                </a:lnTo>
                <a:lnTo>
                  <a:pt x="1545" y="745"/>
                </a:lnTo>
                <a:lnTo>
                  <a:pt x="1611" y="703"/>
                </a:lnTo>
                <a:lnTo>
                  <a:pt x="1677" y="656"/>
                </a:lnTo>
                <a:lnTo>
                  <a:pt x="1744" y="608"/>
                </a:lnTo>
                <a:lnTo>
                  <a:pt x="1832" y="555"/>
                </a:lnTo>
                <a:lnTo>
                  <a:pt x="1897" y="502"/>
                </a:lnTo>
                <a:lnTo>
                  <a:pt x="1965" y="444"/>
                </a:lnTo>
                <a:lnTo>
                  <a:pt x="2031" y="384"/>
                </a:lnTo>
                <a:lnTo>
                  <a:pt x="2096" y="326"/>
                </a:lnTo>
                <a:lnTo>
                  <a:pt x="2164" y="267"/>
                </a:lnTo>
                <a:lnTo>
                  <a:pt x="2228" y="212"/>
                </a:lnTo>
                <a:lnTo>
                  <a:pt x="2296" y="160"/>
                </a:lnTo>
                <a:lnTo>
                  <a:pt x="2361" y="118"/>
                </a:lnTo>
                <a:lnTo>
                  <a:pt x="2428" y="77"/>
                </a:lnTo>
                <a:lnTo>
                  <a:pt x="2493" y="41"/>
                </a:lnTo>
                <a:lnTo>
                  <a:pt x="2561" y="24"/>
                </a:lnTo>
                <a:lnTo>
                  <a:pt x="2627" y="6"/>
                </a:lnTo>
                <a:lnTo>
                  <a:pt x="2717" y="0"/>
                </a:lnTo>
                <a:lnTo>
                  <a:pt x="2781" y="6"/>
                </a:lnTo>
                <a:lnTo>
                  <a:pt x="2849" y="24"/>
                </a:lnTo>
                <a:lnTo>
                  <a:pt x="2914" y="41"/>
                </a:lnTo>
                <a:lnTo>
                  <a:pt x="2981" y="77"/>
                </a:lnTo>
                <a:lnTo>
                  <a:pt x="3046" y="118"/>
                </a:lnTo>
                <a:lnTo>
                  <a:pt x="3114" y="160"/>
                </a:lnTo>
                <a:lnTo>
                  <a:pt x="3180" y="212"/>
                </a:lnTo>
                <a:lnTo>
                  <a:pt x="3246" y="267"/>
                </a:lnTo>
                <a:lnTo>
                  <a:pt x="3312" y="326"/>
                </a:lnTo>
                <a:lnTo>
                  <a:pt x="3377" y="384"/>
                </a:lnTo>
                <a:lnTo>
                  <a:pt x="3442" y="444"/>
                </a:lnTo>
                <a:lnTo>
                  <a:pt x="3510" y="502"/>
                </a:lnTo>
                <a:lnTo>
                  <a:pt x="3576" y="555"/>
                </a:lnTo>
                <a:lnTo>
                  <a:pt x="3665" y="608"/>
                </a:lnTo>
                <a:lnTo>
                  <a:pt x="3730" y="656"/>
                </a:lnTo>
                <a:lnTo>
                  <a:pt x="3797" y="703"/>
                </a:lnTo>
                <a:lnTo>
                  <a:pt x="3862" y="745"/>
                </a:lnTo>
                <a:lnTo>
                  <a:pt x="3929" y="780"/>
                </a:lnTo>
                <a:lnTo>
                  <a:pt x="3994" y="809"/>
                </a:lnTo>
                <a:lnTo>
                  <a:pt x="4062" y="838"/>
                </a:lnTo>
                <a:lnTo>
                  <a:pt x="4128" y="862"/>
                </a:lnTo>
                <a:lnTo>
                  <a:pt x="4194" y="886"/>
                </a:lnTo>
                <a:lnTo>
                  <a:pt x="4262" y="904"/>
                </a:lnTo>
                <a:lnTo>
                  <a:pt x="4328" y="916"/>
                </a:lnTo>
                <a:lnTo>
                  <a:pt x="4394" y="927"/>
                </a:lnTo>
                <a:lnTo>
                  <a:pt x="4460" y="939"/>
                </a:lnTo>
                <a:lnTo>
                  <a:pt x="4526" y="945"/>
                </a:lnTo>
                <a:lnTo>
                  <a:pt x="4614" y="951"/>
                </a:lnTo>
                <a:lnTo>
                  <a:pt x="4681" y="957"/>
                </a:lnTo>
                <a:lnTo>
                  <a:pt x="4746" y="962"/>
                </a:lnTo>
                <a:lnTo>
                  <a:pt x="4814" y="962"/>
                </a:lnTo>
                <a:lnTo>
                  <a:pt x="4880" y="962"/>
                </a:lnTo>
                <a:lnTo>
                  <a:pt x="4945" y="968"/>
                </a:lnTo>
                <a:lnTo>
                  <a:pt x="5010" y="968"/>
                </a:lnTo>
                <a:lnTo>
                  <a:pt x="5077" y="968"/>
                </a:lnTo>
                <a:lnTo>
                  <a:pt x="5142" y="968"/>
                </a:lnTo>
                <a:lnTo>
                  <a:pt x="5210" y="968"/>
                </a:lnTo>
                <a:lnTo>
                  <a:pt x="5276" y="968"/>
                </a:lnTo>
                <a:lnTo>
                  <a:pt x="5342" y="968"/>
                </a:lnTo>
                <a:lnTo>
                  <a:pt x="5408" y="968"/>
                </a:lnTo>
              </a:path>
            </a:pathLst>
          </a:custGeom>
          <a:noFill/>
          <a:ln w="38100" cap="rnd" cmpd="sng">
            <a:solidFill>
              <a:schemeClr val="accent2">
                <a:lumMod val="75000"/>
              </a:schemeClr>
            </a:solidFill>
            <a:prstDash val="solid"/>
            <a:round/>
            <a:headEnd type="none" w="sm" len="sm"/>
            <a:tailEnd type="none" w="sm" len="sm"/>
          </a:ln>
          <a:effectLst/>
        </p:spPr>
        <p:txBody>
          <a:bodyPr/>
          <a:lstStyle/>
          <a:p>
            <a:endParaRPr lang="en-US"/>
          </a:p>
        </p:txBody>
      </p:sp>
      <p:cxnSp>
        <p:nvCxnSpPr>
          <p:cNvPr id="6" name="Straight Connector 5"/>
          <p:cNvCxnSpPr/>
          <p:nvPr/>
        </p:nvCxnSpPr>
        <p:spPr>
          <a:xfrm>
            <a:off x="457200" y="2895600"/>
            <a:ext cx="24384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rot="5400000">
            <a:off x="685800" y="2438400"/>
            <a:ext cx="9144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rot="5400000">
            <a:off x="1752600" y="2438400"/>
            <a:ext cx="914400"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914400" y="1676400"/>
            <a:ext cx="457200" cy="307777"/>
          </a:xfrm>
          <a:prstGeom prst="rect">
            <a:avLst/>
          </a:prstGeom>
          <a:noFill/>
        </p:spPr>
        <p:txBody>
          <a:bodyPr wrap="square" rtlCol="0">
            <a:spAutoFit/>
          </a:bodyPr>
          <a:lstStyle/>
          <a:p>
            <a:pPr algn="ctr"/>
            <a:r>
              <a:rPr lang="en-US" sz="1400" b="1" dirty="0"/>
              <a:t>LSL</a:t>
            </a:r>
          </a:p>
        </p:txBody>
      </p:sp>
      <p:sp>
        <p:nvSpPr>
          <p:cNvPr id="12" name="TextBox 11"/>
          <p:cNvSpPr txBox="1"/>
          <p:nvPr/>
        </p:nvSpPr>
        <p:spPr>
          <a:xfrm>
            <a:off x="1981200" y="1676400"/>
            <a:ext cx="533400" cy="307777"/>
          </a:xfrm>
          <a:prstGeom prst="rect">
            <a:avLst/>
          </a:prstGeom>
          <a:noFill/>
        </p:spPr>
        <p:txBody>
          <a:bodyPr wrap="square" rtlCol="0">
            <a:spAutoFit/>
          </a:bodyPr>
          <a:lstStyle/>
          <a:p>
            <a:pPr algn="ctr"/>
            <a:r>
              <a:rPr lang="en-US" sz="1400" b="1" dirty="0"/>
              <a:t>USL</a:t>
            </a:r>
          </a:p>
        </p:txBody>
      </p:sp>
      <p:cxnSp>
        <p:nvCxnSpPr>
          <p:cNvPr id="14" name="Straight Connector 13"/>
          <p:cNvCxnSpPr/>
          <p:nvPr/>
        </p:nvCxnSpPr>
        <p:spPr>
          <a:xfrm rot="5400000">
            <a:off x="1524000" y="2895600"/>
            <a:ext cx="304800" cy="0"/>
          </a:xfrm>
          <a:prstGeom prst="line">
            <a:avLst/>
          </a:prstGeom>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457200" y="2971800"/>
            <a:ext cx="2362200" cy="307777"/>
          </a:xfrm>
          <a:prstGeom prst="rect">
            <a:avLst/>
          </a:prstGeom>
          <a:noFill/>
        </p:spPr>
        <p:txBody>
          <a:bodyPr wrap="square" rtlCol="0">
            <a:spAutoFit/>
          </a:bodyPr>
          <a:lstStyle/>
          <a:p>
            <a:pPr algn="ctr"/>
            <a:r>
              <a:rPr lang="en-US" sz="1400" b="1" dirty="0"/>
              <a:t>Customer Target</a:t>
            </a:r>
          </a:p>
        </p:txBody>
      </p:sp>
      <p:sp>
        <p:nvSpPr>
          <p:cNvPr id="18" name="TextBox 17"/>
          <p:cNvSpPr txBox="1"/>
          <p:nvPr/>
        </p:nvSpPr>
        <p:spPr>
          <a:xfrm>
            <a:off x="2362200" y="2362200"/>
            <a:ext cx="762000" cy="307777"/>
          </a:xfrm>
          <a:prstGeom prst="rect">
            <a:avLst/>
          </a:prstGeom>
          <a:noFill/>
        </p:spPr>
        <p:txBody>
          <a:bodyPr wrap="square" rtlCol="0">
            <a:spAutoFit/>
          </a:bodyPr>
          <a:lstStyle/>
          <a:p>
            <a:r>
              <a:rPr lang="en-US" sz="1400" dirty="0"/>
              <a:t>Defects</a:t>
            </a:r>
          </a:p>
        </p:txBody>
      </p:sp>
      <p:sp>
        <p:nvSpPr>
          <p:cNvPr id="19" name="TextBox 18"/>
          <p:cNvSpPr txBox="1"/>
          <p:nvPr/>
        </p:nvSpPr>
        <p:spPr>
          <a:xfrm>
            <a:off x="304800" y="2362200"/>
            <a:ext cx="762000" cy="307777"/>
          </a:xfrm>
          <a:prstGeom prst="rect">
            <a:avLst/>
          </a:prstGeom>
          <a:noFill/>
        </p:spPr>
        <p:txBody>
          <a:bodyPr wrap="square" rtlCol="0">
            <a:spAutoFit/>
          </a:bodyPr>
          <a:lstStyle/>
          <a:p>
            <a:r>
              <a:rPr lang="en-US" sz="1400" dirty="0"/>
              <a:t>Defects</a:t>
            </a:r>
          </a:p>
        </p:txBody>
      </p:sp>
      <p:cxnSp>
        <p:nvCxnSpPr>
          <p:cNvPr id="21" name="Straight Arrow Connector 20"/>
          <p:cNvCxnSpPr/>
          <p:nvPr/>
        </p:nvCxnSpPr>
        <p:spPr>
          <a:xfrm rot="10800000" flipV="1">
            <a:off x="2286000" y="2590800"/>
            <a:ext cx="381000" cy="228600"/>
          </a:xfrm>
          <a:prstGeom prst="straightConnector1">
            <a:avLst/>
          </a:prstGeom>
          <a:ln w="19050">
            <a:solidFill>
              <a:schemeClr val="bg2">
                <a:lumMod val="2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a:off x="762000" y="2590800"/>
            <a:ext cx="304800" cy="228600"/>
          </a:xfrm>
          <a:prstGeom prst="straightConnector1">
            <a:avLst/>
          </a:prstGeom>
          <a:ln w="19050">
            <a:solidFill>
              <a:schemeClr val="bg2">
                <a:lumMod val="25000"/>
              </a:schemeClr>
            </a:solidFill>
            <a:tailEnd type="arrow"/>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304800" y="3429000"/>
            <a:ext cx="2895600" cy="707886"/>
          </a:xfrm>
          <a:prstGeom prst="rect">
            <a:avLst/>
          </a:prstGeom>
          <a:noFill/>
        </p:spPr>
        <p:txBody>
          <a:bodyPr wrap="square" rtlCol="0">
            <a:spAutoFit/>
          </a:bodyPr>
          <a:lstStyle/>
          <a:p>
            <a:pPr algn="ctr"/>
            <a:r>
              <a:rPr lang="en-US" sz="2000" dirty="0"/>
              <a:t>Prevent Defects by</a:t>
            </a:r>
            <a:br>
              <a:rPr lang="en-US" sz="2000" dirty="0"/>
            </a:br>
            <a:r>
              <a:rPr lang="en-US" sz="2000" dirty="0"/>
              <a:t>Reducing Variation</a:t>
            </a:r>
          </a:p>
        </p:txBody>
      </p:sp>
      <p:sp>
        <p:nvSpPr>
          <p:cNvPr id="31" name="Rectangle 30"/>
          <p:cNvSpPr/>
          <p:nvPr/>
        </p:nvSpPr>
        <p:spPr>
          <a:xfrm>
            <a:off x="5257800" y="1600200"/>
            <a:ext cx="3505200" cy="1752600"/>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18"/>
          <p:cNvSpPr>
            <a:spLocks/>
          </p:cNvSpPr>
          <p:nvPr/>
        </p:nvSpPr>
        <p:spPr bwMode="auto">
          <a:xfrm>
            <a:off x="5410200" y="1981200"/>
            <a:ext cx="2286000" cy="914400"/>
          </a:xfrm>
          <a:custGeom>
            <a:avLst/>
            <a:gdLst/>
            <a:ahLst/>
            <a:cxnLst>
              <a:cxn ang="0">
                <a:pos x="65" y="968"/>
              </a:cxn>
              <a:cxn ang="0">
                <a:pos x="200" y="968"/>
              </a:cxn>
              <a:cxn ang="0">
                <a:pos x="332" y="968"/>
              </a:cxn>
              <a:cxn ang="0">
                <a:pos x="464" y="968"/>
              </a:cxn>
              <a:cxn ang="0">
                <a:pos x="596" y="962"/>
              </a:cxn>
              <a:cxn ang="0">
                <a:pos x="728" y="957"/>
              </a:cxn>
              <a:cxn ang="0">
                <a:pos x="883" y="945"/>
              </a:cxn>
              <a:cxn ang="0">
                <a:pos x="1016" y="927"/>
              </a:cxn>
              <a:cxn ang="0">
                <a:pos x="1148" y="904"/>
              </a:cxn>
              <a:cxn ang="0">
                <a:pos x="1280" y="862"/>
              </a:cxn>
              <a:cxn ang="0">
                <a:pos x="1413" y="809"/>
              </a:cxn>
              <a:cxn ang="0">
                <a:pos x="1545" y="745"/>
              </a:cxn>
              <a:cxn ang="0">
                <a:pos x="1677" y="656"/>
              </a:cxn>
              <a:cxn ang="0">
                <a:pos x="1832" y="555"/>
              </a:cxn>
              <a:cxn ang="0">
                <a:pos x="1965" y="444"/>
              </a:cxn>
              <a:cxn ang="0">
                <a:pos x="2096" y="326"/>
              </a:cxn>
              <a:cxn ang="0">
                <a:pos x="2228" y="212"/>
              </a:cxn>
              <a:cxn ang="0">
                <a:pos x="2361" y="118"/>
              </a:cxn>
              <a:cxn ang="0">
                <a:pos x="2493" y="41"/>
              </a:cxn>
              <a:cxn ang="0">
                <a:pos x="2627" y="6"/>
              </a:cxn>
              <a:cxn ang="0">
                <a:pos x="2781" y="6"/>
              </a:cxn>
              <a:cxn ang="0">
                <a:pos x="2914" y="41"/>
              </a:cxn>
              <a:cxn ang="0">
                <a:pos x="3046" y="118"/>
              </a:cxn>
              <a:cxn ang="0">
                <a:pos x="3180" y="212"/>
              </a:cxn>
              <a:cxn ang="0">
                <a:pos x="3312" y="326"/>
              </a:cxn>
              <a:cxn ang="0">
                <a:pos x="3442" y="444"/>
              </a:cxn>
              <a:cxn ang="0">
                <a:pos x="3576" y="555"/>
              </a:cxn>
              <a:cxn ang="0">
                <a:pos x="3730" y="656"/>
              </a:cxn>
              <a:cxn ang="0">
                <a:pos x="3862" y="745"/>
              </a:cxn>
              <a:cxn ang="0">
                <a:pos x="3994" y="809"/>
              </a:cxn>
              <a:cxn ang="0">
                <a:pos x="4128" y="862"/>
              </a:cxn>
              <a:cxn ang="0">
                <a:pos x="4262" y="904"/>
              </a:cxn>
              <a:cxn ang="0">
                <a:pos x="4394" y="927"/>
              </a:cxn>
              <a:cxn ang="0">
                <a:pos x="4526" y="945"/>
              </a:cxn>
              <a:cxn ang="0">
                <a:pos x="4681" y="957"/>
              </a:cxn>
              <a:cxn ang="0">
                <a:pos x="4814" y="962"/>
              </a:cxn>
              <a:cxn ang="0">
                <a:pos x="4945" y="968"/>
              </a:cxn>
              <a:cxn ang="0">
                <a:pos x="5077" y="968"/>
              </a:cxn>
              <a:cxn ang="0">
                <a:pos x="5210" y="968"/>
              </a:cxn>
              <a:cxn ang="0">
                <a:pos x="5342" y="968"/>
              </a:cxn>
            </a:cxnLst>
            <a:rect l="0" t="0" r="r" b="b"/>
            <a:pathLst>
              <a:path w="5409" h="969">
                <a:moveTo>
                  <a:pt x="0" y="968"/>
                </a:moveTo>
                <a:lnTo>
                  <a:pt x="65" y="968"/>
                </a:lnTo>
                <a:lnTo>
                  <a:pt x="132" y="968"/>
                </a:lnTo>
                <a:lnTo>
                  <a:pt x="200" y="968"/>
                </a:lnTo>
                <a:lnTo>
                  <a:pt x="265" y="968"/>
                </a:lnTo>
                <a:lnTo>
                  <a:pt x="332" y="968"/>
                </a:lnTo>
                <a:lnTo>
                  <a:pt x="397" y="968"/>
                </a:lnTo>
                <a:lnTo>
                  <a:pt x="464" y="968"/>
                </a:lnTo>
                <a:lnTo>
                  <a:pt x="528" y="962"/>
                </a:lnTo>
                <a:lnTo>
                  <a:pt x="596" y="962"/>
                </a:lnTo>
                <a:lnTo>
                  <a:pt x="661" y="962"/>
                </a:lnTo>
                <a:lnTo>
                  <a:pt x="728" y="957"/>
                </a:lnTo>
                <a:lnTo>
                  <a:pt x="793" y="951"/>
                </a:lnTo>
                <a:lnTo>
                  <a:pt x="883" y="945"/>
                </a:lnTo>
                <a:lnTo>
                  <a:pt x="948" y="939"/>
                </a:lnTo>
                <a:lnTo>
                  <a:pt x="1016" y="927"/>
                </a:lnTo>
                <a:lnTo>
                  <a:pt x="1080" y="916"/>
                </a:lnTo>
                <a:lnTo>
                  <a:pt x="1148" y="904"/>
                </a:lnTo>
                <a:lnTo>
                  <a:pt x="1213" y="886"/>
                </a:lnTo>
                <a:lnTo>
                  <a:pt x="1280" y="862"/>
                </a:lnTo>
                <a:lnTo>
                  <a:pt x="1345" y="838"/>
                </a:lnTo>
                <a:lnTo>
                  <a:pt x="1413" y="809"/>
                </a:lnTo>
                <a:lnTo>
                  <a:pt x="1479" y="780"/>
                </a:lnTo>
                <a:lnTo>
                  <a:pt x="1545" y="745"/>
                </a:lnTo>
                <a:lnTo>
                  <a:pt x="1611" y="703"/>
                </a:lnTo>
                <a:lnTo>
                  <a:pt x="1677" y="656"/>
                </a:lnTo>
                <a:lnTo>
                  <a:pt x="1744" y="608"/>
                </a:lnTo>
                <a:lnTo>
                  <a:pt x="1832" y="555"/>
                </a:lnTo>
                <a:lnTo>
                  <a:pt x="1897" y="502"/>
                </a:lnTo>
                <a:lnTo>
                  <a:pt x="1965" y="444"/>
                </a:lnTo>
                <a:lnTo>
                  <a:pt x="2031" y="384"/>
                </a:lnTo>
                <a:lnTo>
                  <a:pt x="2096" y="326"/>
                </a:lnTo>
                <a:lnTo>
                  <a:pt x="2164" y="267"/>
                </a:lnTo>
                <a:lnTo>
                  <a:pt x="2228" y="212"/>
                </a:lnTo>
                <a:lnTo>
                  <a:pt x="2296" y="160"/>
                </a:lnTo>
                <a:lnTo>
                  <a:pt x="2361" y="118"/>
                </a:lnTo>
                <a:lnTo>
                  <a:pt x="2428" y="77"/>
                </a:lnTo>
                <a:lnTo>
                  <a:pt x="2493" y="41"/>
                </a:lnTo>
                <a:lnTo>
                  <a:pt x="2561" y="24"/>
                </a:lnTo>
                <a:lnTo>
                  <a:pt x="2627" y="6"/>
                </a:lnTo>
                <a:lnTo>
                  <a:pt x="2717" y="0"/>
                </a:lnTo>
                <a:lnTo>
                  <a:pt x="2781" y="6"/>
                </a:lnTo>
                <a:lnTo>
                  <a:pt x="2849" y="24"/>
                </a:lnTo>
                <a:lnTo>
                  <a:pt x="2914" y="41"/>
                </a:lnTo>
                <a:lnTo>
                  <a:pt x="2981" y="77"/>
                </a:lnTo>
                <a:lnTo>
                  <a:pt x="3046" y="118"/>
                </a:lnTo>
                <a:lnTo>
                  <a:pt x="3114" y="160"/>
                </a:lnTo>
                <a:lnTo>
                  <a:pt x="3180" y="212"/>
                </a:lnTo>
                <a:lnTo>
                  <a:pt x="3246" y="267"/>
                </a:lnTo>
                <a:lnTo>
                  <a:pt x="3312" y="326"/>
                </a:lnTo>
                <a:lnTo>
                  <a:pt x="3377" y="384"/>
                </a:lnTo>
                <a:lnTo>
                  <a:pt x="3442" y="444"/>
                </a:lnTo>
                <a:lnTo>
                  <a:pt x="3510" y="502"/>
                </a:lnTo>
                <a:lnTo>
                  <a:pt x="3576" y="555"/>
                </a:lnTo>
                <a:lnTo>
                  <a:pt x="3665" y="608"/>
                </a:lnTo>
                <a:lnTo>
                  <a:pt x="3730" y="656"/>
                </a:lnTo>
                <a:lnTo>
                  <a:pt x="3797" y="703"/>
                </a:lnTo>
                <a:lnTo>
                  <a:pt x="3862" y="745"/>
                </a:lnTo>
                <a:lnTo>
                  <a:pt x="3929" y="780"/>
                </a:lnTo>
                <a:lnTo>
                  <a:pt x="3994" y="809"/>
                </a:lnTo>
                <a:lnTo>
                  <a:pt x="4062" y="838"/>
                </a:lnTo>
                <a:lnTo>
                  <a:pt x="4128" y="862"/>
                </a:lnTo>
                <a:lnTo>
                  <a:pt x="4194" y="886"/>
                </a:lnTo>
                <a:lnTo>
                  <a:pt x="4262" y="904"/>
                </a:lnTo>
                <a:lnTo>
                  <a:pt x="4328" y="916"/>
                </a:lnTo>
                <a:lnTo>
                  <a:pt x="4394" y="927"/>
                </a:lnTo>
                <a:lnTo>
                  <a:pt x="4460" y="939"/>
                </a:lnTo>
                <a:lnTo>
                  <a:pt x="4526" y="945"/>
                </a:lnTo>
                <a:lnTo>
                  <a:pt x="4614" y="951"/>
                </a:lnTo>
                <a:lnTo>
                  <a:pt x="4681" y="957"/>
                </a:lnTo>
                <a:lnTo>
                  <a:pt x="4746" y="962"/>
                </a:lnTo>
                <a:lnTo>
                  <a:pt x="4814" y="962"/>
                </a:lnTo>
                <a:lnTo>
                  <a:pt x="4880" y="962"/>
                </a:lnTo>
                <a:lnTo>
                  <a:pt x="4945" y="968"/>
                </a:lnTo>
                <a:lnTo>
                  <a:pt x="5010" y="968"/>
                </a:lnTo>
                <a:lnTo>
                  <a:pt x="5077" y="968"/>
                </a:lnTo>
                <a:lnTo>
                  <a:pt x="5142" y="968"/>
                </a:lnTo>
                <a:lnTo>
                  <a:pt x="5210" y="968"/>
                </a:lnTo>
                <a:lnTo>
                  <a:pt x="5276" y="968"/>
                </a:lnTo>
                <a:lnTo>
                  <a:pt x="5342" y="968"/>
                </a:lnTo>
                <a:lnTo>
                  <a:pt x="5408" y="968"/>
                </a:lnTo>
              </a:path>
            </a:pathLst>
          </a:custGeom>
          <a:noFill/>
          <a:ln w="38100" cap="rnd" cmpd="sng">
            <a:solidFill>
              <a:schemeClr val="accent2">
                <a:lumMod val="75000"/>
              </a:schemeClr>
            </a:solidFill>
            <a:prstDash val="solid"/>
            <a:round/>
            <a:headEnd type="none" w="sm" len="sm"/>
            <a:tailEnd type="none" w="sm" len="sm"/>
          </a:ln>
          <a:effectLst/>
        </p:spPr>
        <p:txBody>
          <a:bodyPr/>
          <a:lstStyle/>
          <a:p>
            <a:endParaRPr lang="en-US"/>
          </a:p>
        </p:txBody>
      </p:sp>
      <p:cxnSp>
        <p:nvCxnSpPr>
          <p:cNvPr id="33" name="Straight Connector 32"/>
          <p:cNvCxnSpPr/>
          <p:nvPr/>
        </p:nvCxnSpPr>
        <p:spPr>
          <a:xfrm>
            <a:off x="5562600" y="2895600"/>
            <a:ext cx="28956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rot="5400000">
            <a:off x="6248400" y="2438400"/>
            <a:ext cx="9144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rot="5400000">
            <a:off x="7315200" y="2438400"/>
            <a:ext cx="914400"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a:off x="6477000" y="1676400"/>
            <a:ext cx="457200" cy="307777"/>
          </a:xfrm>
          <a:prstGeom prst="rect">
            <a:avLst/>
          </a:prstGeom>
          <a:noFill/>
        </p:spPr>
        <p:txBody>
          <a:bodyPr wrap="square" rtlCol="0">
            <a:spAutoFit/>
          </a:bodyPr>
          <a:lstStyle/>
          <a:p>
            <a:pPr algn="ctr"/>
            <a:r>
              <a:rPr lang="en-US" sz="1400" b="1" dirty="0"/>
              <a:t>LSL</a:t>
            </a:r>
          </a:p>
        </p:txBody>
      </p:sp>
      <p:sp>
        <p:nvSpPr>
          <p:cNvPr id="37" name="TextBox 36"/>
          <p:cNvSpPr txBox="1"/>
          <p:nvPr/>
        </p:nvSpPr>
        <p:spPr>
          <a:xfrm>
            <a:off x="7543800" y="1676400"/>
            <a:ext cx="533400" cy="307777"/>
          </a:xfrm>
          <a:prstGeom prst="rect">
            <a:avLst/>
          </a:prstGeom>
          <a:noFill/>
        </p:spPr>
        <p:txBody>
          <a:bodyPr wrap="square" rtlCol="0">
            <a:spAutoFit/>
          </a:bodyPr>
          <a:lstStyle/>
          <a:p>
            <a:pPr algn="ctr"/>
            <a:r>
              <a:rPr lang="en-US" sz="1400" b="1" dirty="0"/>
              <a:t>USL</a:t>
            </a:r>
          </a:p>
        </p:txBody>
      </p:sp>
      <p:cxnSp>
        <p:nvCxnSpPr>
          <p:cNvPr id="38" name="Straight Connector 37"/>
          <p:cNvCxnSpPr/>
          <p:nvPr/>
        </p:nvCxnSpPr>
        <p:spPr>
          <a:xfrm rot="5400000">
            <a:off x="7086600" y="2895600"/>
            <a:ext cx="304800" cy="0"/>
          </a:xfrm>
          <a:prstGeom prst="line">
            <a:avLst/>
          </a:prstGeom>
        </p:spPr>
        <p:style>
          <a:lnRef idx="1">
            <a:schemeClr val="accent1"/>
          </a:lnRef>
          <a:fillRef idx="0">
            <a:schemeClr val="accent1"/>
          </a:fillRef>
          <a:effectRef idx="0">
            <a:schemeClr val="accent1"/>
          </a:effectRef>
          <a:fontRef idx="minor">
            <a:schemeClr val="tx1"/>
          </a:fontRef>
        </p:style>
      </p:cxnSp>
      <p:sp>
        <p:nvSpPr>
          <p:cNvPr id="39" name="TextBox 38"/>
          <p:cNvSpPr txBox="1"/>
          <p:nvPr/>
        </p:nvSpPr>
        <p:spPr>
          <a:xfrm>
            <a:off x="6019800" y="2971800"/>
            <a:ext cx="2362200" cy="307777"/>
          </a:xfrm>
          <a:prstGeom prst="rect">
            <a:avLst/>
          </a:prstGeom>
          <a:noFill/>
        </p:spPr>
        <p:txBody>
          <a:bodyPr wrap="square" rtlCol="0">
            <a:spAutoFit/>
          </a:bodyPr>
          <a:lstStyle/>
          <a:p>
            <a:pPr algn="ctr"/>
            <a:r>
              <a:rPr lang="en-US" sz="1400" b="1" dirty="0"/>
              <a:t>Customer Target</a:t>
            </a:r>
          </a:p>
        </p:txBody>
      </p:sp>
      <p:sp>
        <p:nvSpPr>
          <p:cNvPr id="41" name="TextBox 40"/>
          <p:cNvSpPr txBox="1"/>
          <p:nvPr/>
        </p:nvSpPr>
        <p:spPr>
          <a:xfrm>
            <a:off x="5334000" y="2286000"/>
            <a:ext cx="762000" cy="307777"/>
          </a:xfrm>
          <a:prstGeom prst="rect">
            <a:avLst/>
          </a:prstGeom>
          <a:noFill/>
        </p:spPr>
        <p:txBody>
          <a:bodyPr wrap="square" rtlCol="0">
            <a:spAutoFit/>
          </a:bodyPr>
          <a:lstStyle/>
          <a:p>
            <a:r>
              <a:rPr lang="en-US" sz="1400" dirty="0"/>
              <a:t>Defects</a:t>
            </a:r>
          </a:p>
        </p:txBody>
      </p:sp>
      <p:cxnSp>
        <p:nvCxnSpPr>
          <p:cNvPr id="43" name="Straight Arrow Connector 42"/>
          <p:cNvCxnSpPr/>
          <p:nvPr/>
        </p:nvCxnSpPr>
        <p:spPr>
          <a:xfrm>
            <a:off x="5791200" y="2514600"/>
            <a:ext cx="457200" cy="228600"/>
          </a:xfrm>
          <a:prstGeom prst="straightConnector1">
            <a:avLst/>
          </a:prstGeom>
          <a:ln w="19050">
            <a:solidFill>
              <a:schemeClr val="bg2">
                <a:lumMod val="25000"/>
              </a:schemeClr>
            </a:solidFill>
            <a:tailEnd type="arrow"/>
          </a:ln>
        </p:spPr>
        <p:style>
          <a:lnRef idx="1">
            <a:schemeClr val="accent1"/>
          </a:lnRef>
          <a:fillRef idx="0">
            <a:schemeClr val="accent1"/>
          </a:fillRef>
          <a:effectRef idx="0">
            <a:schemeClr val="accent1"/>
          </a:effectRef>
          <a:fontRef idx="minor">
            <a:schemeClr val="tx1"/>
          </a:fontRef>
        </p:style>
      </p:cxnSp>
      <p:sp>
        <p:nvSpPr>
          <p:cNvPr id="44" name="TextBox 43"/>
          <p:cNvSpPr txBox="1"/>
          <p:nvPr/>
        </p:nvSpPr>
        <p:spPr>
          <a:xfrm>
            <a:off x="5638800" y="3505200"/>
            <a:ext cx="2895600" cy="707886"/>
          </a:xfrm>
          <a:prstGeom prst="rect">
            <a:avLst/>
          </a:prstGeom>
          <a:noFill/>
        </p:spPr>
        <p:txBody>
          <a:bodyPr wrap="square" rtlCol="0">
            <a:spAutoFit/>
          </a:bodyPr>
          <a:lstStyle/>
          <a:p>
            <a:pPr algn="ctr"/>
            <a:r>
              <a:rPr lang="en-US" sz="2000" dirty="0"/>
              <a:t>Prevent Defects by</a:t>
            </a:r>
            <a:br>
              <a:rPr lang="en-US" sz="2000" dirty="0"/>
            </a:br>
            <a:r>
              <a:rPr lang="en-US" sz="2000" dirty="0"/>
              <a:t>Centering Process</a:t>
            </a:r>
          </a:p>
        </p:txBody>
      </p:sp>
      <p:sp>
        <p:nvSpPr>
          <p:cNvPr id="47" name="Rectangle 46"/>
          <p:cNvSpPr/>
          <p:nvPr/>
        </p:nvSpPr>
        <p:spPr>
          <a:xfrm>
            <a:off x="2808383" y="4185492"/>
            <a:ext cx="2971800" cy="1752600"/>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Freeform 18"/>
          <p:cNvSpPr>
            <a:spLocks/>
          </p:cNvSpPr>
          <p:nvPr/>
        </p:nvSpPr>
        <p:spPr bwMode="auto">
          <a:xfrm>
            <a:off x="3657600" y="4478361"/>
            <a:ext cx="1219200" cy="914400"/>
          </a:xfrm>
          <a:custGeom>
            <a:avLst/>
            <a:gdLst/>
            <a:ahLst/>
            <a:cxnLst>
              <a:cxn ang="0">
                <a:pos x="65" y="968"/>
              </a:cxn>
              <a:cxn ang="0">
                <a:pos x="200" y="968"/>
              </a:cxn>
              <a:cxn ang="0">
                <a:pos x="332" y="968"/>
              </a:cxn>
              <a:cxn ang="0">
                <a:pos x="464" y="968"/>
              </a:cxn>
              <a:cxn ang="0">
                <a:pos x="596" y="962"/>
              </a:cxn>
              <a:cxn ang="0">
                <a:pos x="728" y="957"/>
              </a:cxn>
              <a:cxn ang="0">
                <a:pos x="883" y="945"/>
              </a:cxn>
              <a:cxn ang="0">
                <a:pos x="1016" y="927"/>
              </a:cxn>
              <a:cxn ang="0">
                <a:pos x="1148" y="904"/>
              </a:cxn>
              <a:cxn ang="0">
                <a:pos x="1280" y="862"/>
              </a:cxn>
              <a:cxn ang="0">
                <a:pos x="1413" y="809"/>
              </a:cxn>
              <a:cxn ang="0">
                <a:pos x="1545" y="745"/>
              </a:cxn>
              <a:cxn ang="0">
                <a:pos x="1677" y="656"/>
              </a:cxn>
              <a:cxn ang="0">
                <a:pos x="1832" y="555"/>
              </a:cxn>
              <a:cxn ang="0">
                <a:pos x="1965" y="444"/>
              </a:cxn>
              <a:cxn ang="0">
                <a:pos x="2096" y="326"/>
              </a:cxn>
              <a:cxn ang="0">
                <a:pos x="2228" y="212"/>
              </a:cxn>
              <a:cxn ang="0">
                <a:pos x="2361" y="118"/>
              </a:cxn>
              <a:cxn ang="0">
                <a:pos x="2493" y="41"/>
              </a:cxn>
              <a:cxn ang="0">
                <a:pos x="2627" y="6"/>
              </a:cxn>
              <a:cxn ang="0">
                <a:pos x="2781" y="6"/>
              </a:cxn>
              <a:cxn ang="0">
                <a:pos x="2914" y="41"/>
              </a:cxn>
              <a:cxn ang="0">
                <a:pos x="3046" y="118"/>
              </a:cxn>
              <a:cxn ang="0">
                <a:pos x="3180" y="212"/>
              </a:cxn>
              <a:cxn ang="0">
                <a:pos x="3312" y="326"/>
              </a:cxn>
              <a:cxn ang="0">
                <a:pos x="3442" y="444"/>
              </a:cxn>
              <a:cxn ang="0">
                <a:pos x="3576" y="555"/>
              </a:cxn>
              <a:cxn ang="0">
                <a:pos x="3730" y="656"/>
              </a:cxn>
              <a:cxn ang="0">
                <a:pos x="3862" y="745"/>
              </a:cxn>
              <a:cxn ang="0">
                <a:pos x="3994" y="809"/>
              </a:cxn>
              <a:cxn ang="0">
                <a:pos x="4128" y="862"/>
              </a:cxn>
              <a:cxn ang="0">
                <a:pos x="4262" y="904"/>
              </a:cxn>
              <a:cxn ang="0">
                <a:pos x="4394" y="927"/>
              </a:cxn>
              <a:cxn ang="0">
                <a:pos x="4526" y="945"/>
              </a:cxn>
              <a:cxn ang="0">
                <a:pos x="4681" y="957"/>
              </a:cxn>
              <a:cxn ang="0">
                <a:pos x="4814" y="962"/>
              </a:cxn>
              <a:cxn ang="0">
                <a:pos x="4945" y="968"/>
              </a:cxn>
              <a:cxn ang="0">
                <a:pos x="5077" y="968"/>
              </a:cxn>
              <a:cxn ang="0">
                <a:pos x="5210" y="968"/>
              </a:cxn>
              <a:cxn ang="0">
                <a:pos x="5342" y="968"/>
              </a:cxn>
            </a:cxnLst>
            <a:rect l="0" t="0" r="r" b="b"/>
            <a:pathLst>
              <a:path w="5409" h="969">
                <a:moveTo>
                  <a:pt x="0" y="968"/>
                </a:moveTo>
                <a:lnTo>
                  <a:pt x="65" y="968"/>
                </a:lnTo>
                <a:lnTo>
                  <a:pt x="132" y="968"/>
                </a:lnTo>
                <a:lnTo>
                  <a:pt x="200" y="968"/>
                </a:lnTo>
                <a:lnTo>
                  <a:pt x="265" y="968"/>
                </a:lnTo>
                <a:lnTo>
                  <a:pt x="332" y="968"/>
                </a:lnTo>
                <a:lnTo>
                  <a:pt x="397" y="968"/>
                </a:lnTo>
                <a:lnTo>
                  <a:pt x="464" y="968"/>
                </a:lnTo>
                <a:lnTo>
                  <a:pt x="528" y="962"/>
                </a:lnTo>
                <a:lnTo>
                  <a:pt x="596" y="962"/>
                </a:lnTo>
                <a:lnTo>
                  <a:pt x="661" y="962"/>
                </a:lnTo>
                <a:lnTo>
                  <a:pt x="728" y="957"/>
                </a:lnTo>
                <a:lnTo>
                  <a:pt x="793" y="951"/>
                </a:lnTo>
                <a:lnTo>
                  <a:pt x="883" y="945"/>
                </a:lnTo>
                <a:lnTo>
                  <a:pt x="948" y="939"/>
                </a:lnTo>
                <a:lnTo>
                  <a:pt x="1016" y="927"/>
                </a:lnTo>
                <a:lnTo>
                  <a:pt x="1080" y="916"/>
                </a:lnTo>
                <a:lnTo>
                  <a:pt x="1148" y="904"/>
                </a:lnTo>
                <a:lnTo>
                  <a:pt x="1213" y="886"/>
                </a:lnTo>
                <a:lnTo>
                  <a:pt x="1280" y="862"/>
                </a:lnTo>
                <a:lnTo>
                  <a:pt x="1345" y="838"/>
                </a:lnTo>
                <a:lnTo>
                  <a:pt x="1413" y="809"/>
                </a:lnTo>
                <a:lnTo>
                  <a:pt x="1479" y="780"/>
                </a:lnTo>
                <a:lnTo>
                  <a:pt x="1545" y="745"/>
                </a:lnTo>
                <a:lnTo>
                  <a:pt x="1611" y="703"/>
                </a:lnTo>
                <a:lnTo>
                  <a:pt x="1677" y="656"/>
                </a:lnTo>
                <a:lnTo>
                  <a:pt x="1744" y="608"/>
                </a:lnTo>
                <a:lnTo>
                  <a:pt x="1832" y="555"/>
                </a:lnTo>
                <a:lnTo>
                  <a:pt x="1897" y="502"/>
                </a:lnTo>
                <a:lnTo>
                  <a:pt x="1965" y="444"/>
                </a:lnTo>
                <a:lnTo>
                  <a:pt x="2031" y="384"/>
                </a:lnTo>
                <a:lnTo>
                  <a:pt x="2096" y="326"/>
                </a:lnTo>
                <a:lnTo>
                  <a:pt x="2164" y="267"/>
                </a:lnTo>
                <a:lnTo>
                  <a:pt x="2228" y="212"/>
                </a:lnTo>
                <a:lnTo>
                  <a:pt x="2296" y="160"/>
                </a:lnTo>
                <a:lnTo>
                  <a:pt x="2361" y="118"/>
                </a:lnTo>
                <a:lnTo>
                  <a:pt x="2428" y="77"/>
                </a:lnTo>
                <a:lnTo>
                  <a:pt x="2493" y="41"/>
                </a:lnTo>
                <a:lnTo>
                  <a:pt x="2561" y="24"/>
                </a:lnTo>
                <a:lnTo>
                  <a:pt x="2627" y="6"/>
                </a:lnTo>
                <a:lnTo>
                  <a:pt x="2717" y="0"/>
                </a:lnTo>
                <a:lnTo>
                  <a:pt x="2781" y="6"/>
                </a:lnTo>
                <a:lnTo>
                  <a:pt x="2849" y="24"/>
                </a:lnTo>
                <a:lnTo>
                  <a:pt x="2914" y="41"/>
                </a:lnTo>
                <a:lnTo>
                  <a:pt x="2981" y="77"/>
                </a:lnTo>
                <a:lnTo>
                  <a:pt x="3046" y="118"/>
                </a:lnTo>
                <a:lnTo>
                  <a:pt x="3114" y="160"/>
                </a:lnTo>
                <a:lnTo>
                  <a:pt x="3180" y="212"/>
                </a:lnTo>
                <a:lnTo>
                  <a:pt x="3246" y="267"/>
                </a:lnTo>
                <a:lnTo>
                  <a:pt x="3312" y="326"/>
                </a:lnTo>
                <a:lnTo>
                  <a:pt x="3377" y="384"/>
                </a:lnTo>
                <a:lnTo>
                  <a:pt x="3442" y="444"/>
                </a:lnTo>
                <a:lnTo>
                  <a:pt x="3510" y="502"/>
                </a:lnTo>
                <a:lnTo>
                  <a:pt x="3576" y="555"/>
                </a:lnTo>
                <a:lnTo>
                  <a:pt x="3665" y="608"/>
                </a:lnTo>
                <a:lnTo>
                  <a:pt x="3730" y="656"/>
                </a:lnTo>
                <a:lnTo>
                  <a:pt x="3797" y="703"/>
                </a:lnTo>
                <a:lnTo>
                  <a:pt x="3862" y="745"/>
                </a:lnTo>
                <a:lnTo>
                  <a:pt x="3929" y="780"/>
                </a:lnTo>
                <a:lnTo>
                  <a:pt x="3994" y="809"/>
                </a:lnTo>
                <a:lnTo>
                  <a:pt x="4062" y="838"/>
                </a:lnTo>
                <a:lnTo>
                  <a:pt x="4128" y="862"/>
                </a:lnTo>
                <a:lnTo>
                  <a:pt x="4194" y="886"/>
                </a:lnTo>
                <a:lnTo>
                  <a:pt x="4262" y="904"/>
                </a:lnTo>
                <a:lnTo>
                  <a:pt x="4328" y="916"/>
                </a:lnTo>
                <a:lnTo>
                  <a:pt x="4394" y="927"/>
                </a:lnTo>
                <a:lnTo>
                  <a:pt x="4460" y="939"/>
                </a:lnTo>
                <a:lnTo>
                  <a:pt x="4526" y="945"/>
                </a:lnTo>
                <a:lnTo>
                  <a:pt x="4614" y="951"/>
                </a:lnTo>
                <a:lnTo>
                  <a:pt x="4681" y="957"/>
                </a:lnTo>
                <a:lnTo>
                  <a:pt x="4746" y="962"/>
                </a:lnTo>
                <a:lnTo>
                  <a:pt x="4814" y="962"/>
                </a:lnTo>
                <a:lnTo>
                  <a:pt x="4880" y="962"/>
                </a:lnTo>
                <a:lnTo>
                  <a:pt x="4945" y="968"/>
                </a:lnTo>
                <a:lnTo>
                  <a:pt x="5010" y="968"/>
                </a:lnTo>
                <a:lnTo>
                  <a:pt x="5077" y="968"/>
                </a:lnTo>
                <a:lnTo>
                  <a:pt x="5142" y="968"/>
                </a:lnTo>
                <a:lnTo>
                  <a:pt x="5210" y="968"/>
                </a:lnTo>
                <a:lnTo>
                  <a:pt x="5276" y="968"/>
                </a:lnTo>
                <a:lnTo>
                  <a:pt x="5342" y="968"/>
                </a:lnTo>
                <a:lnTo>
                  <a:pt x="5408" y="968"/>
                </a:lnTo>
              </a:path>
            </a:pathLst>
          </a:custGeom>
          <a:noFill/>
          <a:ln w="38100" cap="rnd" cmpd="sng">
            <a:solidFill>
              <a:schemeClr val="accent2">
                <a:lumMod val="75000"/>
              </a:schemeClr>
            </a:solidFill>
            <a:prstDash val="solid"/>
            <a:round/>
            <a:headEnd type="none" w="sm" len="sm"/>
            <a:tailEnd type="none" w="sm" len="sm"/>
          </a:ln>
          <a:effectLst/>
        </p:spPr>
        <p:txBody>
          <a:bodyPr/>
          <a:lstStyle/>
          <a:p>
            <a:endParaRPr lang="en-US"/>
          </a:p>
        </p:txBody>
      </p:sp>
      <p:cxnSp>
        <p:nvCxnSpPr>
          <p:cNvPr id="49" name="Straight Connector 48"/>
          <p:cNvCxnSpPr/>
          <p:nvPr/>
        </p:nvCxnSpPr>
        <p:spPr>
          <a:xfrm>
            <a:off x="3048000" y="5084285"/>
            <a:ext cx="24384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rot="5400000">
            <a:off x="3276600" y="4935561"/>
            <a:ext cx="9144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rot="5400000">
            <a:off x="4343400" y="4935561"/>
            <a:ext cx="914400"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52" name="TextBox 51"/>
          <p:cNvSpPr txBox="1"/>
          <p:nvPr/>
        </p:nvSpPr>
        <p:spPr>
          <a:xfrm>
            <a:off x="3505200" y="4173561"/>
            <a:ext cx="457200" cy="307777"/>
          </a:xfrm>
          <a:prstGeom prst="rect">
            <a:avLst/>
          </a:prstGeom>
          <a:noFill/>
        </p:spPr>
        <p:txBody>
          <a:bodyPr wrap="square" rtlCol="0">
            <a:spAutoFit/>
          </a:bodyPr>
          <a:lstStyle/>
          <a:p>
            <a:pPr algn="ctr"/>
            <a:r>
              <a:rPr lang="en-US" sz="1400" b="1" dirty="0"/>
              <a:t>LSL</a:t>
            </a:r>
          </a:p>
        </p:txBody>
      </p:sp>
      <p:sp>
        <p:nvSpPr>
          <p:cNvPr id="53" name="TextBox 52"/>
          <p:cNvSpPr txBox="1"/>
          <p:nvPr/>
        </p:nvSpPr>
        <p:spPr>
          <a:xfrm>
            <a:off x="4572000" y="4173561"/>
            <a:ext cx="533400" cy="307777"/>
          </a:xfrm>
          <a:prstGeom prst="rect">
            <a:avLst/>
          </a:prstGeom>
          <a:noFill/>
        </p:spPr>
        <p:txBody>
          <a:bodyPr wrap="square" rtlCol="0">
            <a:spAutoFit/>
          </a:bodyPr>
          <a:lstStyle/>
          <a:p>
            <a:pPr algn="ctr"/>
            <a:r>
              <a:rPr lang="en-US" sz="1400" b="1" dirty="0"/>
              <a:t>USL</a:t>
            </a:r>
          </a:p>
        </p:txBody>
      </p:sp>
      <p:cxnSp>
        <p:nvCxnSpPr>
          <p:cNvPr id="54" name="Straight Connector 53"/>
          <p:cNvCxnSpPr/>
          <p:nvPr/>
        </p:nvCxnSpPr>
        <p:spPr>
          <a:xfrm rot="5400000">
            <a:off x="4114800" y="5392761"/>
            <a:ext cx="304800" cy="0"/>
          </a:xfrm>
          <a:prstGeom prst="line">
            <a:avLst/>
          </a:prstGeom>
        </p:spPr>
        <p:style>
          <a:lnRef idx="1">
            <a:schemeClr val="accent1"/>
          </a:lnRef>
          <a:fillRef idx="0">
            <a:schemeClr val="accent1"/>
          </a:fillRef>
          <a:effectRef idx="0">
            <a:schemeClr val="accent1"/>
          </a:effectRef>
          <a:fontRef idx="minor">
            <a:schemeClr val="tx1"/>
          </a:fontRef>
        </p:style>
      </p:cxnSp>
      <p:sp>
        <p:nvSpPr>
          <p:cNvPr id="55" name="TextBox 54"/>
          <p:cNvSpPr txBox="1"/>
          <p:nvPr/>
        </p:nvSpPr>
        <p:spPr>
          <a:xfrm>
            <a:off x="3059017" y="5490992"/>
            <a:ext cx="2362200" cy="307777"/>
          </a:xfrm>
          <a:prstGeom prst="rect">
            <a:avLst/>
          </a:prstGeom>
          <a:noFill/>
        </p:spPr>
        <p:txBody>
          <a:bodyPr wrap="square" rtlCol="0">
            <a:spAutoFit/>
          </a:bodyPr>
          <a:lstStyle/>
          <a:p>
            <a:pPr algn="ctr"/>
            <a:r>
              <a:rPr lang="en-US" sz="1400" b="1" dirty="0"/>
              <a:t>Customer Target</a:t>
            </a:r>
          </a:p>
        </p:txBody>
      </p:sp>
      <p:sp>
        <p:nvSpPr>
          <p:cNvPr id="60" name="TextBox 59"/>
          <p:cNvSpPr txBox="1"/>
          <p:nvPr/>
        </p:nvSpPr>
        <p:spPr>
          <a:xfrm>
            <a:off x="2797367" y="6079475"/>
            <a:ext cx="2895600" cy="707886"/>
          </a:xfrm>
          <a:prstGeom prst="rect">
            <a:avLst/>
          </a:prstGeom>
          <a:noFill/>
        </p:spPr>
        <p:txBody>
          <a:bodyPr wrap="square" rtlCol="0">
            <a:spAutoFit/>
          </a:bodyPr>
          <a:lstStyle/>
          <a:p>
            <a:pPr algn="ctr"/>
            <a:r>
              <a:rPr lang="en-US" sz="2000" dirty="0"/>
              <a:t>Meet Customer Requirements</a:t>
            </a:r>
          </a:p>
        </p:txBody>
      </p:sp>
      <p:sp>
        <p:nvSpPr>
          <p:cNvPr id="40" name="Tijdelijke aanduiding voor dianummer 39"/>
          <p:cNvSpPr>
            <a:spLocks noGrp="1"/>
          </p:cNvSpPr>
          <p:nvPr>
            <p:ph type="sldNum" sz="quarter" idx="12"/>
          </p:nvPr>
        </p:nvSpPr>
        <p:spPr/>
        <p:txBody>
          <a:bodyPr/>
          <a:lstStyle/>
          <a:p>
            <a:fld id="{FA1C692C-4F2D-45F6-A9A8-8A3A8FE27806}" type="slidenum">
              <a:rPr lang="en-US" smtClean="0"/>
              <a:pPr/>
              <a:t>21</a:t>
            </a:fld>
            <a:endParaRPr lang="en-US"/>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BE" dirty="0" err="1"/>
              <a:t>Six</a:t>
            </a:r>
            <a:r>
              <a:rPr lang="nl-BE" dirty="0"/>
              <a:t> Sigma = team </a:t>
            </a:r>
            <a:r>
              <a:rPr lang="nl-BE" dirty="0" err="1"/>
              <a:t>work</a:t>
            </a:r>
            <a:endParaRPr lang="nl-BE" dirty="0"/>
          </a:p>
        </p:txBody>
      </p:sp>
      <p:pic>
        <p:nvPicPr>
          <p:cNvPr id="3" name="Picture 1"/>
          <p:cNvPicPr>
            <a:picLocks noChangeAspect="1" noChangeArrowheads="1"/>
          </p:cNvPicPr>
          <p:nvPr/>
        </p:nvPicPr>
        <p:blipFill>
          <a:blip r:embed="rId3" cstate="email"/>
          <a:srcRect/>
          <a:stretch>
            <a:fillRect/>
          </a:stretch>
        </p:blipFill>
        <p:spPr bwMode="auto">
          <a:xfrm>
            <a:off x="0" y="2117461"/>
            <a:ext cx="9144000" cy="3895940"/>
          </a:xfrm>
          <a:prstGeom prst="rect">
            <a:avLst/>
          </a:prstGeom>
          <a:noFill/>
          <a:ln w="9525">
            <a:noFill/>
            <a:miter lim="800000"/>
            <a:headEnd/>
            <a:tailEnd/>
          </a:ln>
        </p:spPr>
      </p:pic>
      <p:sp>
        <p:nvSpPr>
          <p:cNvPr id="4" name="Tijdelijke aanduiding voor dianummer 3"/>
          <p:cNvSpPr>
            <a:spLocks noGrp="1"/>
          </p:cNvSpPr>
          <p:nvPr>
            <p:ph type="sldNum" sz="quarter" idx="12"/>
          </p:nvPr>
        </p:nvSpPr>
        <p:spPr/>
        <p:txBody>
          <a:bodyPr/>
          <a:lstStyle/>
          <a:p>
            <a:fld id="{FA1C692C-4F2D-45F6-A9A8-8A3A8FE27806}" type="slidenum">
              <a:rPr lang="en-US" smtClean="0"/>
              <a:pPr/>
              <a:t>22</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BE" dirty="0"/>
              <a:t>Basic </a:t>
            </a:r>
            <a:r>
              <a:rPr lang="nl-BE" dirty="0" err="1"/>
              <a:t>statistic</a:t>
            </a:r>
            <a:r>
              <a:rPr lang="nl-BE" dirty="0"/>
              <a:t> </a:t>
            </a:r>
            <a:r>
              <a:rPr lang="nl-BE" dirty="0" err="1"/>
              <a:t>techniques</a:t>
            </a:r>
            <a:r>
              <a:rPr lang="nl-BE" dirty="0"/>
              <a:t> </a:t>
            </a:r>
            <a:r>
              <a:rPr lang="nl-BE" dirty="0" err="1"/>
              <a:t>and</a:t>
            </a:r>
            <a:r>
              <a:rPr lang="nl-BE" dirty="0"/>
              <a:t> tools</a:t>
            </a:r>
          </a:p>
        </p:txBody>
      </p:sp>
      <p:sp>
        <p:nvSpPr>
          <p:cNvPr id="3" name="Tijdelijke aanduiding voor inhoud 2"/>
          <p:cNvSpPr>
            <a:spLocks noGrp="1"/>
          </p:cNvSpPr>
          <p:nvPr>
            <p:ph idx="1"/>
          </p:nvPr>
        </p:nvSpPr>
        <p:spPr/>
        <p:txBody>
          <a:bodyPr/>
          <a:lstStyle/>
          <a:p>
            <a:r>
              <a:rPr lang="nl-BE" dirty="0"/>
              <a:t>Do </a:t>
            </a:r>
            <a:r>
              <a:rPr lang="nl-BE" dirty="0" err="1"/>
              <a:t>your</a:t>
            </a:r>
            <a:r>
              <a:rPr lang="nl-BE" dirty="0"/>
              <a:t> </a:t>
            </a:r>
            <a:r>
              <a:rPr lang="nl-BE" dirty="0" err="1"/>
              <a:t>own</a:t>
            </a:r>
            <a:r>
              <a:rPr lang="nl-BE" dirty="0"/>
              <a:t> </a:t>
            </a:r>
            <a:r>
              <a:rPr lang="nl-BE" dirty="0" err="1"/>
              <a:t>calculations</a:t>
            </a:r>
            <a:r>
              <a:rPr lang="nl-BE" dirty="0"/>
              <a:t>, </a:t>
            </a:r>
            <a:r>
              <a:rPr lang="nl-BE" dirty="0" err="1"/>
              <a:t>visualize</a:t>
            </a:r>
            <a:r>
              <a:rPr lang="nl-BE" dirty="0"/>
              <a:t> data</a:t>
            </a:r>
          </a:p>
          <a:p>
            <a:r>
              <a:rPr lang="nl-BE" dirty="0"/>
              <a:t>Clean </a:t>
            </a:r>
            <a:r>
              <a:rPr lang="nl-BE" dirty="0" err="1"/>
              <a:t>your</a:t>
            </a:r>
            <a:r>
              <a:rPr lang="nl-BE" dirty="0"/>
              <a:t> data (</a:t>
            </a:r>
            <a:r>
              <a:rPr lang="nl-BE" dirty="0" err="1"/>
              <a:t>outliers</a:t>
            </a:r>
            <a:r>
              <a:rPr lang="nl-BE" dirty="0"/>
              <a:t>, bad or missing data, …)</a:t>
            </a:r>
          </a:p>
          <a:p>
            <a:r>
              <a:rPr lang="nl-BE" dirty="0"/>
              <a:t>Excel – </a:t>
            </a:r>
            <a:r>
              <a:rPr lang="nl-BE" dirty="0" err="1"/>
              <a:t>statistical</a:t>
            </a:r>
            <a:r>
              <a:rPr lang="nl-BE" dirty="0"/>
              <a:t> </a:t>
            </a:r>
            <a:r>
              <a:rPr lang="nl-BE" dirty="0" err="1"/>
              <a:t>formulas</a:t>
            </a:r>
            <a:r>
              <a:rPr lang="nl-BE" dirty="0"/>
              <a:t> </a:t>
            </a:r>
            <a:r>
              <a:rPr lang="nl-BE" dirty="0" err="1"/>
              <a:t>and</a:t>
            </a:r>
            <a:r>
              <a:rPr lang="nl-BE" dirty="0"/>
              <a:t> </a:t>
            </a:r>
            <a:r>
              <a:rPr lang="nl-BE" dirty="0" err="1"/>
              <a:t>functions</a:t>
            </a:r>
            <a:endParaRPr lang="nl-BE" dirty="0"/>
          </a:p>
          <a:p>
            <a:r>
              <a:rPr lang="nl-BE" dirty="0"/>
              <a:t>Statistical packages:</a:t>
            </a:r>
          </a:p>
          <a:p>
            <a:pPr lvl="1"/>
            <a:r>
              <a:rPr lang="nl-BE" dirty="0"/>
              <a:t>R + R studio (free software)</a:t>
            </a:r>
          </a:p>
          <a:p>
            <a:pPr lvl="1"/>
            <a:r>
              <a:rPr lang="nl-BE" dirty="0" err="1"/>
              <a:t>Minitab</a:t>
            </a:r>
            <a:endParaRPr lang="nl-BE" dirty="0"/>
          </a:p>
          <a:p>
            <a:pPr lvl="1"/>
            <a:r>
              <a:rPr lang="nl-BE" dirty="0" err="1"/>
              <a:t>Matlab</a:t>
            </a:r>
            <a:r>
              <a:rPr lang="nl-BE" dirty="0"/>
              <a:t>/Python</a:t>
            </a:r>
          </a:p>
          <a:p>
            <a:pPr lvl="1"/>
            <a:r>
              <a:rPr lang="nl-BE" dirty="0"/>
              <a:t>Statistica, SAS, …</a:t>
            </a:r>
          </a:p>
          <a:p>
            <a:pPr lvl="1"/>
            <a:endParaRPr lang="nl-BE" dirty="0"/>
          </a:p>
          <a:p>
            <a:r>
              <a:rPr lang="nl-BE" dirty="0"/>
              <a:t>A tool </a:t>
            </a:r>
            <a:r>
              <a:rPr lang="nl-BE" dirty="0" err="1"/>
              <a:t>helps</a:t>
            </a:r>
            <a:r>
              <a:rPr lang="nl-BE" dirty="0"/>
              <a:t> </a:t>
            </a:r>
            <a:r>
              <a:rPr lang="nl-BE" dirty="0" err="1"/>
              <a:t>you</a:t>
            </a:r>
            <a:r>
              <a:rPr lang="nl-BE" dirty="0"/>
              <a:t> in analysis </a:t>
            </a:r>
            <a:r>
              <a:rPr lang="nl-BE" dirty="0" err="1"/>
              <a:t>phase</a:t>
            </a:r>
            <a:r>
              <a:rPr lang="nl-BE" dirty="0"/>
              <a:t> of </a:t>
            </a:r>
            <a:r>
              <a:rPr lang="nl-BE" dirty="0" err="1"/>
              <a:t>problem</a:t>
            </a:r>
            <a:r>
              <a:rPr lang="nl-BE" dirty="0"/>
              <a:t> </a:t>
            </a:r>
            <a:r>
              <a:rPr lang="nl-BE" dirty="0" err="1"/>
              <a:t>solving</a:t>
            </a:r>
            <a:r>
              <a:rPr lang="nl-BE" dirty="0"/>
              <a:t>, awareness of </a:t>
            </a:r>
            <a:r>
              <a:rPr lang="nl-BE" dirty="0" err="1"/>
              <a:t>statistics</a:t>
            </a:r>
            <a:r>
              <a:rPr lang="nl-BE" dirty="0"/>
              <a:t> is important: </a:t>
            </a:r>
            <a:r>
              <a:rPr lang="nl-BE" dirty="0" err="1"/>
              <a:t>you</a:t>
            </a:r>
            <a:r>
              <a:rPr lang="nl-BE" dirty="0"/>
              <a:t> have </a:t>
            </a:r>
            <a:r>
              <a:rPr lang="nl-BE" dirty="0" err="1"/>
              <a:t>to</a:t>
            </a:r>
            <a:r>
              <a:rPr lang="nl-BE" dirty="0"/>
              <a:t> </a:t>
            </a:r>
            <a:r>
              <a:rPr lang="nl-BE" dirty="0" err="1"/>
              <a:t>know</a:t>
            </a:r>
            <a:r>
              <a:rPr lang="nl-BE" dirty="0"/>
              <a:t> </a:t>
            </a:r>
            <a:r>
              <a:rPr lang="nl-BE" dirty="0" err="1"/>
              <a:t>what</a:t>
            </a:r>
            <a:r>
              <a:rPr lang="nl-BE" dirty="0"/>
              <a:t> </a:t>
            </a:r>
            <a:r>
              <a:rPr lang="nl-BE" dirty="0" err="1"/>
              <a:t>you</a:t>
            </a:r>
            <a:r>
              <a:rPr lang="nl-BE" dirty="0"/>
              <a:t> are </a:t>
            </a:r>
            <a:r>
              <a:rPr lang="nl-BE" dirty="0" err="1"/>
              <a:t>doing</a:t>
            </a:r>
            <a:endParaRPr lang="nl-BE" dirty="0"/>
          </a:p>
          <a:p>
            <a:endParaRPr lang="nl-BE" dirty="0"/>
          </a:p>
        </p:txBody>
      </p:sp>
      <p:sp>
        <p:nvSpPr>
          <p:cNvPr id="4" name="Tijdelijke aanduiding voor dianummer 3"/>
          <p:cNvSpPr>
            <a:spLocks noGrp="1"/>
          </p:cNvSpPr>
          <p:nvPr>
            <p:ph type="sldNum" sz="quarter" idx="12"/>
          </p:nvPr>
        </p:nvSpPr>
        <p:spPr/>
        <p:txBody>
          <a:bodyPr/>
          <a:lstStyle/>
          <a:p>
            <a:pPr>
              <a:defRPr/>
            </a:pPr>
            <a:fld id="{3BAE3F46-7F34-4D55-854B-55B1578BB741}" type="slidenum">
              <a:rPr lang="en-US" smtClean="0"/>
              <a:pPr>
                <a:defRPr/>
              </a:pPr>
              <a:t>23</a:t>
            </a:fld>
            <a:endParaRPr lang="en-US"/>
          </a:p>
        </p:txBody>
      </p:sp>
    </p:spTree>
    <p:extLst>
      <p:ext uri="{BB962C8B-B14F-4D97-AF65-F5344CB8AC3E}">
        <p14:creationId xmlns:p14="http://schemas.microsoft.com/office/powerpoint/2010/main" val="39919919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title"/>
          </p:nvPr>
        </p:nvSpPr>
        <p:spPr>
          <a:prstGeom prst="rect">
            <a:avLst/>
          </a:prstGeom>
        </p:spPr>
        <p:txBody>
          <a:bodyPr vert="horz" wrap="square" lIns="0" tIns="223520" rIns="0" bIns="0" rtlCol="0">
            <a:spAutoFit/>
          </a:bodyPr>
          <a:lstStyle/>
          <a:p>
            <a:pPr marL="12700">
              <a:lnSpc>
                <a:spcPct val="100000"/>
              </a:lnSpc>
            </a:pPr>
            <a:r>
              <a:rPr sz="3200" dirty="0"/>
              <a:t>Process </a:t>
            </a:r>
            <a:r>
              <a:rPr sz="3200" spc="-5" dirty="0"/>
              <a:t>Variation </a:t>
            </a:r>
            <a:r>
              <a:rPr sz="3200" dirty="0"/>
              <a:t>–</a:t>
            </a:r>
            <a:r>
              <a:rPr sz="3200" spc="-60" dirty="0"/>
              <a:t> </a:t>
            </a:r>
            <a:r>
              <a:rPr sz="3200" dirty="0"/>
              <a:t>Pre-Project</a:t>
            </a:r>
          </a:p>
        </p:txBody>
      </p:sp>
      <p:sp>
        <p:nvSpPr>
          <p:cNvPr id="7" name="object 7"/>
          <p:cNvSpPr/>
          <p:nvPr/>
        </p:nvSpPr>
        <p:spPr>
          <a:xfrm>
            <a:off x="5576887" y="3301784"/>
            <a:ext cx="471805" cy="85725"/>
          </a:xfrm>
          <a:custGeom>
            <a:avLst/>
            <a:gdLst/>
            <a:ahLst/>
            <a:cxnLst/>
            <a:rect l="l" t="t" r="r" b="b"/>
            <a:pathLst>
              <a:path w="471804" h="85725">
                <a:moveTo>
                  <a:pt x="0" y="0"/>
                </a:moveTo>
                <a:lnTo>
                  <a:pt x="0" y="85725"/>
                </a:lnTo>
                <a:lnTo>
                  <a:pt x="471487" y="85725"/>
                </a:lnTo>
                <a:lnTo>
                  <a:pt x="0" y="0"/>
                </a:lnTo>
                <a:close/>
              </a:path>
            </a:pathLst>
          </a:custGeom>
          <a:solidFill>
            <a:srgbClr val="FF4C00"/>
          </a:solidFill>
        </p:spPr>
        <p:txBody>
          <a:bodyPr wrap="square" lIns="0" tIns="0" rIns="0" bIns="0" rtlCol="0"/>
          <a:lstStyle/>
          <a:p>
            <a:endParaRPr/>
          </a:p>
        </p:txBody>
      </p:sp>
      <p:sp>
        <p:nvSpPr>
          <p:cNvPr id="8" name="object 8"/>
          <p:cNvSpPr/>
          <p:nvPr/>
        </p:nvSpPr>
        <p:spPr>
          <a:xfrm>
            <a:off x="5600700" y="5767163"/>
            <a:ext cx="500380" cy="114300"/>
          </a:xfrm>
          <a:custGeom>
            <a:avLst/>
            <a:gdLst/>
            <a:ahLst/>
            <a:cxnLst/>
            <a:rect l="l" t="t" r="r" b="b"/>
            <a:pathLst>
              <a:path w="500379" h="114300">
                <a:moveTo>
                  <a:pt x="0" y="0"/>
                </a:moveTo>
                <a:lnTo>
                  <a:pt x="0" y="114300"/>
                </a:lnTo>
                <a:lnTo>
                  <a:pt x="500062" y="114300"/>
                </a:lnTo>
                <a:lnTo>
                  <a:pt x="0" y="0"/>
                </a:lnTo>
                <a:close/>
              </a:path>
            </a:pathLst>
          </a:custGeom>
          <a:solidFill>
            <a:srgbClr val="FF4C00"/>
          </a:solidFill>
        </p:spPr>
        <p:txBody>
          <a:bodyPr wrap="square" lIns="0" tIns="0" rIns="0" bIns="0" rtlCol="0"/>
          <a:lstStyle/>
          <a:p>
            <a:endParaRPr/>
          </a:p>
        </p:txBody>
      </p:sp>
      <p:sp>
        <p:nvSpPr>
          <p:cNvPr id="9" name="object 9"/>
          <p:cNvSpPr/>
          <p:nvPr/>
        </p:nvSpPr>
        <p:spPr>
          <a:xfrm>
            <a:off x="2495550" y="5765576"/>
            <a:ext cx="528955" cy="100330"/>
          </a:xfrm>
          <a:custGeom>
            <a:avLst/>
            <a:gdLst/>
            <a:ahLst/>
            <a:cxnLst/>
            <a:rect l="l" t="t" r="r" b="b"/>
            <a:pathLst>
              <a:path w="528955" h="100329">
                <a:moveTo>
                  <a:pt x="528637" y="0"/>
                </a:moveTo>
                <a:lnTo>
                  <a:pt x="0" y="100012"/>
                </a:lnTo>
                <a:lnTo>
                  <a:pt x="528637" y="100012"/>
                </a:lnTo>
                <a:lnTo>
                  <a:pt x="528637" y="0"/>
                </a:lnTo>
                <a:close/>
              </a:path>
            </a:pathLst>
          </a:custGeom>
          <a:solidFill>
            <a:srgbClr val="FF4C00"/>
          </a:solidFill>
        </p:spPr>
        <p:txBody>
          <a:bodyPr wrap="square" lIns="0" tIns="0" rIns="0" bIns="0" rtlCol="0"/>
          <a:lstStyle/>
          <a:p>
            <a:endParaRPr/>
          </a:p>
        </p:txBody>
      </p:sp>
      <p:sp>
        <p:nvSpPr>
          <p:cNvPr id="10" name="object 10"/>
          <p:cNvSpPr/>
          <p:nvPr/>
        </p:nvSpPr>
        <p:spPr>
          <a:xfrm>
            <a:off x="5595937" y="3749459"/>
            <a:ext cx="614680" cy="128905"/>
          </a:xfrm>
          <a:custGeom>
            <a:avLst/>
            <a:gdLst/>
            <a:ahLst/>
            <a:cxnLst/>
            <a:rect l="l" t="t" r="r" b="b"/>
            <a:pathLst>
              <a:path w="614679" h="128904">
                <a:moveTo>
                  <a:pt x="0" y="0"/>
                </a:moveTo>
                <a:lnTo>
                  <a:pt x="0" y="128574"/>
                </a:lnTo>
                <a:lnTo>
                  <a:pt x="614362" y="128574"/>
                </a:lnTo>
                <a:lnTo>
                  <a:pt x="0" y="0"/>
                </a:lnTo>
                <a:close/>
              </a:path>
            </a:pathLst>
          </a:custGeom>
          <a:solidFill>
            <a:srgbClr val="FF4C00"/>
          </a:solidFill>
        </p:spPr>
        <p:txBody>
          <a:bodyPr wrap="square" lIns="0" tIns="0" rIns="0" bIns="0" rtlCol="0"/>
          <a:lstStyle/>
          <a:p>
            <a:endParaRPr/>
          </a:p>
        </p:txBody>
      </p:sp>
      <p:sp>
        <p:nvSpPr>
          <p:cNvPr id="11" name="object 11"/>
          <p:cNvSpPr/>
          <p:nvPr/>
        </p:nvSpPr>
        <p:spPr>
          <a:xfrm>
            <a:off x="2466975" y="4006634"/>
            <a:ext cx="557530" cy="114300"/>
          </a:xfrm>
          <a:custGeom>
            <a:avLst/>
            <a:gdLst/>
            <a:ahLst/>
            <a:cxnLst/>
            <a:rect l="l" t="t" r="r" b="b"/>
            <a:pathLst>
              <a:path w="557530" h="114300">
                <a:moveTo>
                  <a:pt x="557212" y="0"/>
                </a:moveTo>
                <a:lnTo>
                  <a:pt x="0" y="114300"/>
                </a:lnTo>
                <a:lnTo>
                  <a:pt x="557212" y="114300"/>
                </a:lnTo>
                <a:lnTo>
                  <a:pt x="557212" y="0"/>
                </a:lnTo>
                <a:close/>
              </a:path>
            </a:pathLst>
          </a:custGeom>
          <a:solidFill>
            <a:srgbClr val="FF4C00"/>
          </a:solidFill>
        </p:spPr>
        <p:txBody>
          <a:bodyPr wrap="square" lIns="0" tIns="0" rIns="0" bIns="0" rtlCol="0"/>
          <a:lstStyle/>
          <a:p>
            <a:endParaRPr/>
          </a:p>
        </p:txBody>
      </p:sp>
      <p:sp>
        <p:nvSpPr>
          <p:cNvPr id="12" name="object 12"/>
          <p:cNvSpPr/>
          <p:nvPr/>
        </p:nvSpPr>
        <p:spPr>
          <a:xfrm>
            <a:off x="3082925" y="5889401"/>
            <a:ext cx="3502025" cy="0"/>
          </a:xfrm>
          <a:custGeom>
            <a:avLst/>
            <a:gdLst/>
            <a:ahLst/>
            <a:cxnLst/>
            <a:rect l="l" t="t" r="r" b="b"/>
            <a:pathLst>
              <a:path w="3502025">
                <a:moveTo>
                  <a:pt x="0" y="0"/>
                </a:moveTo>
                <a:lnTo>
                  <a:pt x="3502025" y="0"/>
                </a:lnTo>
              </a:path>
            </a:pathLst>
          </a:custGeom>
          <a:ln w="9525">
            <a:solidFill>
              <a:srgbClr val="000000"/>
            </a:solidFill>
          </a:ln>
        </p:spPr>
        <p:txBody>
          <a:bodyPr wrap="square" lIns="0" tIns="0" rIns="0" bIns="0" rtlCol="0"/>
          <a:lstStyle/>
          <a:p>
            <a:endParaRPr/>
          </a:p>
        </p:txBody>
      </p:sp>
      <p:sp>
        <p:nvSpPr>
          <p:cNvPr id="13" name="object 13"/>
          <p:cNvSpPr/>
          <p:nvPr/>
        </p:nvSpPr>
        <p:spPr>
          <a:xfrm>
            <a:off x="2000250" y="5889401"/>
            <a:ext cx="998855" cy="0"/>
          </a:xfrm>
          <a:custGeom>
            <a:avLst/>
            <a:gdLst/>
            <a:ahLst/>
            <a:cxnLst/>
            <a:rect l="l" t="t" r="r" b="b"/>
            <a:pathLst>
              <a:path w="998855">
                <a:moveTo>
                  <a:pt x="0" y="0"/>
                </a:moveTo>
                <a:lnTo>
                  <a:pt x="998537" y="0"/>
                </a:lnTo>
              </a:path>
            </a:pathLst>
          </a:custGeom>
          <a:ln w="9525">
            <a:solidFill>
              <a:srgbClr val="000000"/>
            </a:solidFill>
          </a:ln>
        </p:spPr>
        <p:txBody>
          <a:bodyPr wrap="square" lIns="0" tIns="0" rIns="0" bIns="0" rtlCol="0"/>
          <a:lstStyle/>
          <a:p>
            <a:endParaRPr/>
          </a:p>
        </p:txBody>
      </p:sp>
      <p:sp>
        <p:nvSpPr>
          <p:cNvPr id="14" name="object 14"/>
          <p:cNvSpPr/>
          <p:nvPr/>
        </p:nvSpPr>
        <p:spPr>
          <a:xfrm>
            <a:off x="1735137" y="5883051"/>
            <a:ext cx="5085080" cy="57150"/>
          </a:xfrm>
          <a:custGeom>
            <a:avLst/>
            <a:gdLst/>
            <a:ahLst/>
            <a:cxnLst/>
            <a:rect l="l" t="t" r="r" b="b"/>
            <a:pathLst>
              <a:path w="5085080" h="57150">
                <a:moveTo>
                  <a:pt x="0" y="0"/>
                </a:moveTo>
                <a:lnTo>
                  <a:pt x="0" y="52223"/>
                </a:lnTo>
                <a:lnTo>
                  <a:pt x="5084762" y="57150"/>
                </a:lnTo>
                <a:lnTo>
                  <a:pt x="5084762" y="4927"/>
                </a:lnTo>
                <a:lnTo>
                  <a:pt x="0" y="0"/>
                </a:lnTo>
                <a:close/>
              </a:path>
            </a:pathLst>
          </a:custGeom>
          <a:solidFill>
            <a:srgbClr val="A2A2A2"/>
          </a:solidFill>
        </p:spPr>
        <p:txBody>
          <a:bodyPr wrap="square" lIns="0" tIns="0" rIns="0" bIns="0" rtlCol="0"/>
          <a:lstStyle/>
          <a:p>
            <a:endParaRPr/>
          </a:p>
        </p:txBody>
      </p:sp>
      <p:sp>
        <p:nvSpPr>
          <p:cNvPr id="15" name="object 15"/>
          <p:cNvSpPr/>
          <p:nvPr/>
        </p:nvSpPr>
        <p:spPr>
          <a:xfrm>
            <a:off x="1735137" y="5883051"/>
            <a:ext cx="5085080" cy="57150"/>
          </a:xfrm>
          <a:custGeom>
            <a:avLst/>
            <a:gdLst/>
            <a:ahLst/>
            <a:cxnLst/>
            <a:rect l="l" t="t" r="r" b="b"/>
            <a:pathLst>
              <a:path w="5085080" h="57150">
                <a:moveTo>
                  <a:pt x="0" y="0"/>
                </a:moveTo>
                <a:lnTo>
                  <a:pt x="0" y="52223"/>
                </a:lnTo>
                <a:lnTo>
                  <a:pt x="5084756" y="57149"/>
                </a:lnTo>
                <a:lnTo>
                  <a:pt x="5084756" y="4926"/>
                </a:lnTo>
                <a:lnTo>
                  <a:pt x="0" y="0"/>
                </a:lnTo>
                <a:close/>
              </a:path>
            </a:pathLst>
          </a:custGeom>
          <a:ln w="9524">
            <a:solidFill>
              <a:srgbClr val="000000"/>
            </a:solidFill>
          </a:ln>
        </p:spPr>
        <p:txBody>
          <a:bodyPr wrap="square" lIns="0" tIns="0" rIns="0" bIns="0" rtlCol="0"/>
          <a:lstStyle/>
          <a:p>
            <a:endParaRPr/>
          </a:p>
        </p:txBody>
      </p:sp>
      <p:sp>
        <p:nvSpPr>
          <p:cNvPr id="16" name="object 16"/>
          <p:cNvSpPr/>
          <p:nvPr/>
        </p:nvSpPr>
        <p:spPr>
          <a:xfrm>
            <a:off x="7575550" y="3379558"/>
            <a:ext cx="3175" cy="0"/>
          </a:xfrm>
          <a:custGeom>
            <a:avLst/>
            <a:gdLst/>
            <a:ahLst/>
            <a:cxnLst/>
            <a:rect l="l" t="t" r="r" b="b"/>
            <a:pathLst>
              <a:path w="3175">
                <a:moveTo>
                  <a:pt x="0" y="0"/>
                </a:moveTo>
                <a:lnTo>
                  <a:pt x="3175" y="0"/>
                </a:lnTo>
              </a:path>
            </a:pathLst>
          </a:custGeom>
          <a:ln w="19050">
            <a:solidFill>
              <a:srgbClr val="A2A2A2"/>
            </a:solidFill>
          </a:ln>
        </p:spPr>
        <p:txBody>
          <a:bodyPr wrap="square" lIns="0" tIns="0" rIns="0" bIns="0" rtlCol="0"/>
          <a:lstStyle/>
          <a:p>
            <a:endParaRPr/>
          </a:p>
        </p:txBody>
      </p:sp>
      <p:sp>
        <p:nvSpPr>
          <p:cNvPr id="17" name="object 17"/>
          <p:cNvSpPr/>
          <p:nvPr/>
        </p:nvSpPr>
        <p:spPr>
          <a:xfrm>
            <a:off x="3082925" y="3379558"/>
            <a:ext cx="3394075" cy="0"/>
          </a:xfrm>
          <a:custGeom>
            <a:avLst/>
            <a:gdLst/>
            <a:ahLst/>
            <a:cxnLst/>
            <a:rect l="l" t="t" r="r" b="b"/>
            <a:pathLst>
              <a:path w="3394075">
                <a:moveTo>
                  <a:pt x="0" y="0"/>
                </a:moveTo>
                <a:lnTo>
                  <a:pt x="3394075" y="0"/>
                </a:lnTo>
              </a:path>
            </a:pathLst>
          </a:custGeom>
          <a:ln w="19050">
            <a:solidFill>
              <a:srgbClr val="A2A2A2"/>
            </a:solidFill>
          </a:ln>
        </p:spPr>
        <p:txBody>
          <a:bodyPr wrap="square" lIns="0" tIns="0" rIns="0" bIns="0" rtlCol="0"/>
          <a:lstStyle/>
          <a:p>
            <a:endParaRPr/>
          </a:p>
        </p:txBody>
      </p:sp>
      <p:sp>
        <p:nvSpPr>
          <p:cNvPr id="18" name="object 18"/>
          <p:cNvSpPr/>
          <p:nvPr/>
        </p:nvSpPr>
        <p:spPr>
          <a:xfrm>
            <a:off x="2995612" y="3379558"/>
            <a:ext cx="3175" cy="0"/>
          </a:xfrm>
          <a:custGeom>
            <a:avLst/>
            <a:gdLst/>
            <a:ahLst/>
            <a:cxnLst/>
            <a:rect l="l" t="t" r="r" b="b"/>
            <a:pathLst>
              <a:path w="3175">
                <a:moveTo>
                  <a:pt x="0" y="0"/>
                </a:moveTo>
                <a:lnTo>
                  <a:pt x="3175" y="0"/>
                </a:lnTo>
              </a:path>
            </a:pathLst>
          </a:custGeom>
          <a:ln w="19050">
            <a:solidFill>
              <a:srgbClr val="A2A2A2"/>
            </a:solidFill>
          </a:ln>
        </p:spPr>
        <p:txBody>
          <a:bodyPr wrap="square" lIns="0" tIns="0" rIns="0" bIns="0" rtlCol="0"/>
          <a:lstStyle/>
          <a:p>
            <a:endParaRPr/>
          </a:p>
        </p:txBody>
      </p:sp>
      <p:sp>
        <p:nvSpPr>
          <p:cNvPr id="19" name="object 19"/>
          <p:cNvSpPr/>
          <p:nvPr/>
        </p:nvSpPr>
        <p:spPr>
          <a:xfrm>
            <a:off x="3082925" y="3619284"/>
            <a:ext cx="2481580" cy="0"/>
          </a:xfrm>
          <a:custGeom>
            <a:avLst/>
            <a:gdLst/>
            <a:ahLst/>
            <a:cxnLst/>
            <a:rect l="l" t="t" r="r" b="b"/>
            <a:pathLst>
              <a:path w="2481579">
                <a:moveTo>
                  <a:pt x="0" y="0"/>
                </a:moveTo>
                <a:lnTo>
                  <a:pt x="2481262" y="0"/>
                </a:lnTo>
              </a:path>
            </a:pathLst>
          </a:custGeom>
          <a:ln w="19050">
            <a:solidFill>
              <a:srgbClr val="A2A2A2"/>
            </a:solidFill>
          </a:ln>
        </p:spPr>
        <p:txBody>
          <a:bodyPr wrap="square" lIns="0" tIns="0" rIns="0" bIns="0" rtlCol="0"/>
          <a:lstStyle/>
          <a:p>
            <a:endParaRPr/>
          </a:p>
        </p:txBody>
      </p:sp>
      <p:sp>
        <p:nvSpPr>
          <p:cNvPr id="20" name="object 20"/>
          <p:cNvSpPr/>
          <p:nvPr/>
        </p:nvSpPr>
        <p:spPr>
          <a:xfrm>
            <a:off x="2003425" y="3619284"/>
            <a:ext cx="995680" cy="0"/>
          </a:xfrm>
          <a:custGeom>
            <a:avLst/>
            <a:gdLst/>
            <a:ahLst/>
            <a:cxnLst/>
            <a:rect l="l" t="t" r="r" b="b"/>
            <a:pathLst>
              <a:path w="995680">
                <a:moveTo>
                  <a:pt x="0" y="0"/>
                </a:moveTo>
                <a:lnTo>
                  <a:pt x="995362" y="0"/>
                </a:lnTo>
              </a:path>
            </a:pathLst>
          </a:custGeom>
          <a:ln w="19050">
            <a:solidFill>
              <a:srgbClr val="A2A2A2"/>
            </a:solidFill>
          </a:ln>
        </p:spPr>
        <p:txBody>
          <a:bodyPr wrap="square" lIns="0" tIns="0" rIns="0" bIns="0" rtlCol="0"/>
          <a:lstStyle/>
          <a:p>
            <a:endParaRPr/>
          </a:p>
        </p:txBody>
      </p:sp>
      <p:sp>
        <p:nvSpPr>
          <p:cNvPr id="21" name="object 21"/>
          <p:cNvSpPr/>
          <p:nvPr/>
        </p:nvSpPr>
        <p:spPr>
          <a:xfrm>
            <a:off x="7589837" y="3874071"/>
            <a:ext cx="11430" cy="0"/>
          </a:xfrm>
          <a:custGeom>
            <a:avLst/>
            <a:gdLst/>
            <a:ahLst/>
            <a:cxnLst/>
            <a:rect l="l" t="t" r="r" b="b"/>
            <a:pathLst>
              <a:path w="11429">
                <a:moveTo>
                  <a:pt x="0" y="0"/>
                </a:moveTo>
                <a:lnTo>
                  <a:pt x="11112" y="0"/>
                </a:lnTo>
              </a:path>
            </a:pathLst>
          </a:custGeom>
          <a:ln w="17475">
            <a:solidFill>
              <a:srgbClr val="A2A2A2"/>
            </a:solidFill>
          </a:ln>
        </p:spPr>
        <p:txBody>
          <a:bodyPr wrap="square" lIns="0" tIns="0" rIns="0" bIns="0" rtlCol="0"/>
          <a:lstStyle/>
          <a:p>
            <a:endParaRPr/>
          </a:p>
        </p:txBody>
      </p:sp>
      <p:sp>
        <p:nvSpPr>
          <p:cNvPr id="22" name="object 22"/>
          <p:cNvSpPr/>
          <p:nvPr/>
        </p:nvSpPr>
        <p:spPr>
          <a:xfrm>
            <a:off x="3082925" y="3874071"/>
            <a:ext cx="3408679" cy="0"/>
          </a:xfrm>
          <a:custGeom>
            <a:avLst/>
            <a:gdLst/>
            <a:ahLst/>
            <a:cxnLst/>
            <a:rect l="l" t="t" r="r" b="b"/>
            <a:pathLst>
              <a:path w="3408679">
                <a:moveTo>
                  <a:pt x="0" y="0"/>
                </a:moveTo>
                <a:lnTo>
                  <a:pt x="3408362" y="0"/>
                </a:lnTo>
              </a:path>
            </a:pathLst>
          </a:custGeom>
          <a:ln w="17475">
            <a:solidFill>
              <a:srgbClr val="A2A2A2"/>
            </a:solidFill>
          </a:ln>
        </p:spPr>
        <p:txBody>
          <a:bodyPr wrap="square" lIns="0" tIns="0" rIns="0" bIns="0" rtlCol="0"/>
          <a:lstStyle/>
          <a:p>
            <a:endParaRPr/>
          </a:p>
        </p:txBody>
      </p:sp>
      <p:sp>
        <p:nvSpPr>
          <p:cNvPr id="23" name="object 23"/>
          <p:cNvSpPr/>
          <p:nvPr/>
        </p:nvSpPr>
        <p:spPr>
          <a:xfrm>
            <a:off x="2998787" y="2496908"/>
            <a:ext cx="84455" cy="3681729"/>
          </a:xfrm>
          <a:custGeom>
            <a:avLst/>
            <a:gdLst/>
            <a:ahLst/>
            <a:cxnLst/>
            <a:rect l="l" t="t" r="r" b="b"/>
            <a:pathLst>
              <a:path w="84455" h="3681729">
                <a:moveTo>
                  <a:pt x="0" y="0"/>
                </a:moveTo>
                <a:lnTo>
                  <a:pt x="84137" y="0"/>
                </a:lnTo>
                <a:lnTo>
                  <a:pt x="84137" y="3681417"/>
                </a:lnTo>
                <a:lnTo>
                  <a:pt x="0" y="3681417"/>
                </a:lnTo>
                <a:lnTo>
                  <a:pt x="0" y="0"/>
                </a:lnTo>
                <a:close/>
              </a:path>
            </a:pathLst>
          </a:custGeom>
          <a:solidFill>
            <a:srgbClr val="A2A2A2"/>
          </a:solidFill>
        </p:spPr>
        <p:txBody>
          <a:bodyPr wrap="square" lIns="0" tIns="0" rIns="0" bIns="0" rtlCol="0"/>
          <a:lstStyle/>
          <a:p>
            <a:endParaRPr/>
          </a:p>
        </p:txBody>
      </p:sp>
      <p:sp>
        <p:nvSpPr>
          <p:cNvPr id="24" name="object 24"/>
          <p:cNvSpPr/>
          <p:nvPr/>
        </p:nvSpPr>
        <p:spPr>
          <a:xfrm>
            <a:off x="2998787" y="2496909"/>
            <a:ext cx="84455" cy="3681729"/>
          </a:xfrm>
          <a:custGeom>
            <a:avLst/>
            <a:gdLst/>
            <a:ahLst/>
            <a:cxnLst/>
            <a:rect l="l" t="t" r="r" b="b"/>
            <a:pathLst>
              <a:path w="84455" h="3681729">
                <a:moveTo>
                  <a:pt x="0" y="0"/>
                </a:moveTo>
                <a:lnTo>
                  <a:pt x="84136" y="0"/>
                </a:lnTo>
                <a:lnTo>
                  <a:pt x="84136" y="3681407"/>
                </a:lnTo>
                <a:lnTo>
                  <a:pt x="0" y="3681407"/>
                </a:lnTo>
                <a:lnTo>
                  <a:pt x="0" y="0"/>
                </a:lnTo>
                <a:close/>
              </a:path>
            </a:pathLst>
          </a:custGeom>
          <a:ln w="9524">
            <a:solidFill>
              <a:srgbClr val="000000"/>
            </a:solidFill>
          </a:ln>
        </p:spPr>
        <p:txBody>
          <a:bodyPr wrap="square" lIns="0" tIns="0" rIns="0" bIns="0" rtlCol="0"/>
          <a:lstStyle/>
          <a:p>
            <a:endParaRPr/>
          </a:p>
        </p:txBody>
      </p:sp>
      <p:sp>
        <p:nvSpPr>
          <p:cNvPr id="25" name="object 25"/>
          <p:cNvSpPr/>
          <p:nvPr/>
        </p:nvSpPr>
        <p:spPr>
          <a:xfrm>
            <a:off x="5511800" y="2582633"/>
            <a:ext cx="78105" cy="3568700"/>
          </a:xfrm>
          <a:custGeom>
            <a:avLst/>
            <a:gdLst/>
            <a:ahLst/>
            <a:cxnLst/>
            <a:rect l="l" t="t" r="r" b="b"/>
            <a:pathLst>
              <a:path w="78104" h="3568700">
                <a:moveTo>
                  <a:pt x="77787" y="0"/>
                </a:moveTo>
                <a:lnTo>
                  <a:pt x="5981" y="0"/>
                </a:lnTo>
                <a:lnTo>
                  <a:pt x="0" y="3568705"/>
                </a:lnTo>
                <a:lnTo>
                  <a:pt x="71805" y="3568705"/>
                </a:lnTo>
                <a:lnTo>
                  <a:pt x="77787" y="0"/>
                </a:lnTo>
                <a:close/>
              </a:path>
            </a:pathLst>
          </a:custGeom>
          <a:solidFill>
            <a:srgbClr val="A2A2A2"/>
          </a:solidFill>
        </p:spPr>
        <p:txBody>
          <a:bodyPr wrap="square" lIns="0" tIns="0" rIns="0" bIns="0" rtlCol="0"/>
          <a:lstStyle/>
          <a:p>
            <a:endParaRPr/>
          </a:p>
        </p:txBody>
      </p:sp>
      <p:sp>
        <p:nvSpPr>
          <p:cNvPr id="26" name="object 26"/>
          <p:cNvSpPr/>
          <p:nvPr/>
        </p:nvSpPr>
        <p:spPr>
          <a:xfrm>
            <a:off x="5511800" y="2582634"/>
            <a:ext cx="78105" cy="3568700"/>
          </a:xfrm>
          <a:custGeom>
            <a:avLst/>
            <a:gdLst/>
            <a:ahLst/>
            <a:cxnLst/>
            <a:rect l="l" t="t" r="r" b="b"/>
            <a:pathLst>
              <a:path w="78104" h="3568700">
                <a:moveTo>
                  <a:pt x="0" y="3568697"/>
                </a:moveTo>
                <a:lnTo>
                  <a:pt x="71804" y="3568697"/>
                </a:lnTo>
                <a:lnTo>
                  <a:pt x="77787" y="0"/>
                </a:lnTo>
                <a:lnTo>
                  <a:pt x="5983" y="0"/>
                </a:lnTo>
                <a:lnTo>
                  <a:pt x="0" y="3568697"/>
                </a:lnTo>
                <a:close/>
              </a:path>
            </a:pathLst>
          </a:custGeom>
          <a:ln w="9524">
            <a:solidFill>
              <a:srgbClr val="000000"/>
            </a:solidFill>
          </a:ln>
        </p:spPr>
        <p:txBody>
          <a:bodyPr wrap="square" lIns="0" tIns="0" rIns="0" bIns="0" rtlCol="0"/>
          <a:lstStyle/>
          <a:p>
            <a:endParaRPr/>
          </a:p>
        </p:txBody>
      </p:sp>
      <p:sp>
        <p:nvSpPr>
          <p:cNvPr id="27" name="object 27"/>
          <p:cNvSpPr txBox="1"/>
          <p:nvPr/>
        </p:nvSpPr>
        <p:spPr>
          <a:xfrm>
            <a:off x="2843555" y="6205313"/>
            <a:ext cx="409575" cy="269875"/>
          </a:xfrm>
          <a:prstGeom prst="rect">
            <a:avLst/>
          </a:prstGeom>
        </p:spPr>
        <p:txBody>
          <a:bodyPr vert="horz" wrap="square" lIns="0" tIns="0" rIns="0" bIns="0" rtlCol="0">
            <a:spAutoFit/>
          </a:bodyPr>
          <a:lstStyle/>
          <a:p>
            <a:pPr marL="12700">
              <a:lnSpc>
                <a:spcPct val="100000"/>
              </a:lnSpc>
            </a:pPr>
            <a:r>
              <a:rPr sz="1700" dirty="0">
                <a:latin typeface="Arial"/>
                <a:cs typeface="Arial"/>
              </a:rPr>
              <a:t>LSL</a:t>
            </a:r>
            <a:endParaRPr sz="1700">
              <a:latin typeface="Arial"/>
              <a:cs typeface="Arial"/>
            </a:endParaRPr>
          </a:p>
        </p:txBody>
      </p:sp>
      <p:sp>
        <p:nvSpPr>
          <p:cNvPr id="28" name="object 28"/>
          <p:cNvSpPr txBox="1"/>
          <p:nvPr/>
        </p:nvSpPr>
        <p:spPr>
          <a:xfrm>
            <a:off x="3292106" y="6192613"/>
            <a:ext cx="2565400" cy="269304"/>
          </a:xfrm>
          <a:prstGeom prst="rect">
            <a:avLst/>
          </a:prstGeom>
        </p:spPr>
        <p:txBody>
          <a:bodyPr vert="horz" wrap="square" lIns="0" tIns="0" rIns="0" bIns="0" rtlCol="0">
            <a:spAutoFit/>
          </a:bodyPr>
          <a:lstStyle/>
          <a:p>
            <a:pPr marL="725170">
              <a:lnSpc>
                <a:spcPts val="2140"/>
              </a:lnSpc>
              <a:tabLst>
                <a:tab pos="2044064" algn="l"/>
              </a:tabLst>
            </a:pPr>
            <a:r>
              <a:rPr sz="2700" spc="-52" baseline="3086" dirty="0">
                <a:latin typeface="Arial"/>
                <a:cs typeface="Arial"/>
              </a:rPr>
              <a:t>Target	</a:t>
            </a:r>
            <a:r>
              <a:rPr sz="1700" dirty="0">
                <a:latin typeface="Arial"/>
                <a:cs typeface="Arial"/>
              </a:rPr>
              <a:t>USL</a:t>
            </a:r>
          </a:p>
        </p:txBody>
      </p:sp>
      <p:sp>
        <p:nvSpPr>
          <p:cNvPr id="29" name="object 29"/>
          <p:cNvSpPr/>
          <p:nvPr/>
        </p:nvSpPr>
        <p:spPr>
          <a:xfrm>
            <a:off x="2298700" y="4218724"/>
            <a:ext cx="1986280" cy="1666239"/>
          </a:xfrm>
          <a:custGeom>
            <a:avLst/>
            <a:gdLst/>
            <a:ahLst/>
            <a:cxnLst/>
            <a:rect l="l" t="t" r="r" b="b"/>
            <a:pathLst>
              <a:path w="1986279" h="1666239">
                <a:moveTo>
                  <a:pt x="32092" y="1655932"/>
                </a:moveTo>
                <a:lnTo>
                  <a:pt x="0" y="1655932"/>
                </a:lnTo>
                <a:lnTo>
                  <a:pt x="0" y="1665987"/>
                </a:lnTo>
                <a:lnTo>
                  <a:pt x="32092" y="1665987"/>
                </a:lnTo>
                <a:lnTo>
                  <a:pt x="33096" y="1664981"/>
                </a:lnTo>
                <a:lnTo>
                  <a:pt x="73621" y="1660959"/>
                </a:lnTo>
                <a:lnTo>
                  <a:pt x="32092" y="1660959"/>
                </a:lnTo>
                <a:lnTo>
                  <a:pt x="32092" y="1655932"/>
                </a:lnTo>
                <a:close/>
              </a:path>
              <a:path w="1986279" h="1666239">
                <a:moveTo>
                  <a:pt x="296011" y="1627003"/>
                </a:moveTo>
                <a:lnTo>
                  <a:pt x="132397" y="1646883"/>
                </a:lnTo>
                <a:lnTo>
                  <a:pt x="32092" y="1655932"/>
                </a:lnTo>
                <a:lnTo>
                  <a:pt x="32092" y="1660959"/>
                </a:lnTo>
                <a:lnTo>
                  <a:pt x="73621" y="1660959"/>
                </a:lnTo>
                <a:lnTo>
                  <a:pt x="134404" y="1654926"/>
                </a:lnTo>
                <a:lnTo>
                  <a:pt x="216662" y="1644872"/>
                </a:lnTo>
                <a:lnTo>
                  <a:pt x="299910" y="1635823"/>
                </a:lnTo>
                <a:lnTo>
                  <a:pt x="301917" y="1635823"/>
                </a:lnTo>
                <a:lnTo>
                  <a:pt x="323563" y="1630796"/>
                </a:lnTo>
                <a:lnTo>
                  <a:pt x="297903" y="1630796"/>
                </a:lnTo>
                <a:lnTo>
                  <a:pt x="296011" y="1627003"/>
                </a:lnTo>
                <a:close/>
              </a:path>
              <a:path w="1986279" h="1666239">
                <a:moveTo>
                  <a:pt x="340883" y="1626774"/>
                </a:moveTo>
                <a:lnTo>
                  <a:pt x="297903" y="1626774"/>
                </a:lnTo>
                <a:lnTo>
                  <a:pt x="297903" y="1630796"/>
                </a:lnTo>
                <a:lnTo>
                  <a:pt x="323563" y="1630796"/>
                </a:lnTo>
                <a:lnTo>
                  <a:pt x="340883" y="1626774"/>
                </a:lnTo>
                <a:close/>
              </a:path>
              <a:path w="1986279" h="1666239">
                <a:moveTo>
                  <a:pt x="462430" y="1597737"/>
                </a:moveTo>
                <a:lnTo>
                  <a:pt x="381165" y="1607672"/>
                </a:lnTo>
                <a:lnTo>
                  <a:pt x="379158" y="1607672"/>
                </a:lnTo>
                <a:lnTo>
                  <a:pt x="295897" y="1626774"/>
                </a:lnTo>
                <a:lnTo>
                  <a:pt x="296011" y="1627003"/>
                </a:lnTo>
                <a:lnTo>
                  <a:pt x="297903" y="1626774"/>
                </a:lnTo>
                <a:lnTo>
                  <a:pt x="340883" y="1626774"/>
                </a:lnTo>
                <a:lnTo>
                  <a:pt x="384175" y="1616721"/>
                </a:lnTo>
                <a:lnTo>
                  <a:pt x="382168" y="1616721"/>
                </a:lnTo>
                <a:lnTo>
                  <a:pt x="381165" y="1611693"/>
                </a:lnTo>
                <a:lnTo>
                  <a:pt x="423797" y="1611693"/>
                </a:lnTo>
                <a:lnTo>
                  <a:pt x="465416" y="1606666"/>
                </a:lnTo>
                <a:lnTo>
                  <a:pt x="485077" y="1602644"/>
                </a:lnTo>
                <a:lnTo>
                  <a:pt x="463410" y="1602644"/>
                </a:lnTo>
                <a:lnTo>
                  <a:pt x="462430" y="1597737"/>
                </a:lnTo>
                <a:close/>
              </a:path>
              <a:path w="1986279" h="1666239">
                <a:moveTo>
                  <a:pt x="384039" y="1616495"/>
                </a:moveTo>
                <a:lnTo>
                  <a:pt x="382168" y="1616721"/>
                </a:lnTo>
                <a:lnTo>
                  <a:pt x="384175" y="1616721"/>
                </a:lnTo>
                <a:lnTo>
                  <a:pt x="384039" y="1616495"/>
                </a:lnTo>
                <a:close/>
              </a:path>
              <a:path w="1986279" h="1666239">
                <a:moveTo>
                  <a:pt x="423797" y="1611693"/>
                </a:moveTo>
                <a:lnTo>
                  <a:pt x="381165" y="1611693"/>
                </a:lnTo>
                <a:lnTo>
                  <a:pt x="384039" y="1616495"/>
                </a:lnTo>
                <a:lnTo>
                  <a:pt x="423797" y="1611693"/>
                </a:lnTo>
                <a:close/>
              </a:path>
              <a:path w="1986279" h="1666239">
                <a:moveTo>
                  <a:pt x="509649" y="1597618"/>
                </a:moveTo>
                <a:lnTo>
                  <a:pt x="463410" y="1597618"/>
                </a:lnTo>
                <a:lnTo>
                  <a:pt x="463410" y="1602644"/>
                </a:lnTo>
                <a:lnTo>
                  <a:pt x="485077" y="1602644"/>
                </a:lnTo>
                <a:lnTo>
                  <a:pt x="509649" y="1597618"/>
                </a:lnTo>
                <a:close/>
              </a:path>
              <a:path w="1986279" h="1666239">
                <a:moveTo>
                  <a:pt x="511556" y="1587563"/>
                </a:moveTo>
                <a:lnTo>
                  <a:pt x="462406" y="1597618"/>
                </a:lnTo>
                <a:lnTo>
                  <a:pt x="463410" y="1597618"/>
                </a:lnTo>
                <a:lnTo>
                  <a:pt x="509649" y="1597618"/>
                </a:lnTo>
                <a:lnTo>
                  <a:pt x="514565" y="1596612"/>
                </a:lnTo>
                <a:lnTo>
                  <a:pt x="516572" y="1596612"/>
                </a:lnTo>
                <a:lnTo>
                  <a:pt x="534099" y="1592590"/>
                </a:lnTo>
                <a:lnTo>
                  <a:pt x="513562" y="1592590"/>
                </a:lnTo>
                <a:lnTo>
                  <a:pt x="511556" y="1587563"/>
                </a:lnTo>
                <a:close/>
              </a:path>
              <a:path w="1986279" h="1666239">
                <a:moveTo>
                  <a:pt x="643966" y="1559411"/>
                </a:moveTo>
                <a:lnTo>
                  <a:pt x="593801" y="1568460"/>
                </a:lnTo>
                <a:lnTo>
                  <a:pt x="511556" y="1587563"/>
                </a:lnTo>
                <a:lnTo>
                  <a:pt x="513562" y="1592590"/>
                </a:lnTo>
                <a:lnTo>
                  <a:pt x="534099" y="1592590"/>
                </a:lnTo>
                <a:lnTo>
                  <a:pt x="599820" y="1577508"/>
                </a:lnTo>
                <a:lnTo>
                  <a:pt x="597814" y="1577508"/>
                </a:lnTo>
                <a:lnTo>
                  <a:pt x="595807" y="1573488"/>
                </a:lnTo>
                <a:lnTo>
                  <a:pt x="617471" y="1573488"/>
                </a:lnTo>
                <a:lnTo>
                  <a:pt x="646963" y="1567455"/>
                </a:lnTo>
                <a:lnTo>
                  <a:pt x="648969" y="1567455"/>
                </a:lnTo>
                <a:lnTo>
                  <a:pt x="662214" y="1563433"/>
                </a:lnTo>
                <a:lnTo>
                  <a:pt x="644969" y="1563433"/>
                </a:lnTo>
                <a:lnTo>
                  <a:pt x="641959" y="1560417"/>
                </a:lnTo>
                <a:lnTo>
                  <a:pt x="644058" y="1559779"/>
                </a:lnTo>
                <a:lnTo>
                  <a:pt x="643966" y="1559411"/>
                </a:lnTo>
                <a:close/>
              </a:path>
              <a:path w="1986279" h="1666239">
                <a:moveTo>
                  <a:pt x="599480" y="1577168"/>
                </a:moveTo>
                <a:lnTo>
                  <a:pt x="597814" y="1577508"/>
                </a:lnTo>
                <a:lnTo>
                  <a:pt x="599820" y="1577508"/>
                </a:lnTo>
                <a:lnTo>
                  <a:pt x="599480" y="1577168"/>
                </a:lnTo>
                <a:close/>
              </a:path>
              <a:path w="1986279" h="1666239">
                <a:moveTo>
                  <a:pt x="617471" y="1573488"/>
                </a:moveTo>
                <a:lnTo>
                  <a:pt x="595807" y="1573488"/>
                </a:lnTo>
                <a:lnTo>
                  <a:pt x="599480" y="1577168"/>
                </a:lnTo>
                <a:lnTo>
                  <a:pt x="617471" y="1573488"/>
                </a:lnTo>
                <a:close/>
              </a:path>
              <a:path w="1986279" h="1666239">
                <a:moveTo>
                  <a:pt x="675055" y="1550362"/>
                </a:moveTo>
                <a:lnTo>
                  <a:pt x="644058" y="1559779"/>
                </a:lnTo>
                <a:lnTo>
                  <a:pt x="644969" y="1563433"/>
                </a:lnTo>
                <a:lnTo>
                  <a:pt x="662214" y="1563433"/>
                </a:lnTo>
                <a:lnTo>
                  <a:pt x="682078" y="1557401"/>
                </a:lnTo>
                <a:lnTo>
                  <a:pt x="684085" y="1557401"/>
                </a:lnTo>
                <a:lnTo>
                  <a:pt x="694433" y="1553378"/>
                </a:lnTo>
                <a:lnTo>
                  <a:pt x="679069" y="1553378"/>
                </a:lnTo>
                <a:lnTo>
                  <a:pt x="675055" y="1550362"/>
                </a:lnTo>
                <a:close/>
              </a:path>
              <a:path w="1986279" h="1666239">
                <a:moveTo>
                  <a:pt x="788821" y="1510904"/>
                </a:moveTo>
                <a:lnTo>
                  <a:pt x="726211" y="1529248"/>
                </a:lnTo>
                <a:lnTo>
                  <a:pt x="725208" y="1530254"/>
                </a:lnTo>
                <a:lnTo>
                  <a:pt x="675055" y="1550362"/>
                </a:lnTo>
                <a:lnTo>
                  <a:pt x="679069" y="1553378"/>
                </a:lnTo>
                <a:lnTo>
                  <a:pt x="694433" y="1553378"/>
                </a:lnTo>
                <a:lnTo>
                  <a:pt x="733234" y="1538297"/>
                </a:lnTo>
                <a:lnTo>
                  <a:pt x="732231" y="1538297"/>
                </a:lnTo>
                <a:lnTo>
                  <a:pt x="728218" y="1533271"/>
                </a:lnTo>
                <a:lnTo>
                  <a:pt x="749387" y="1533271"/>
                </a:lnTo>
                <a:lnTo>
                  <a:pt x="797432" y="1519194"/>
                </a:lnTo>
                <a:lnTo>
                  <a:pt x="798436" y="1519194"/>
                </a:lnTo>
                <a:lnTo>
                  <a:pt x="805653" y="1515173"/>
                </a:lnTo>
                <a:lnTo>
                  <a:pt x="793419" y="1515173"/>
                </a:lnTo>
                <a:lnTo>
                  <a:pt x="788403" y="1511151"/>
                </a:lnTo>
                <a:lnTo>
                  <a:pt x="788821" y="1510904"/>
                </a:lnTo>
                <a:close/>
              </a:path>
              <a:path w="1986279" h="1666239">
                <a:moveTo>
                  <a:pt x="733007" y="1538070"/>
                </a:moveTo>
                <a:lnTo>
                  <a:pt x="732231" y="1538297"/>
                </a:lnTo>
                <a:lnTo>
                  <a:pt x="733234" y="1538297"/>
                </a:lnTo>
                <a:lnTo>
                  <a:pt x="733007" y="1538070"/>
                </a:lnTo>
                <a:close/>
              </a:path>
              <a:path w="1986279" h="1666239">
                <a:moveTo>
                  <a:pt x="749387" y="1533271"/>
                </a:moveTo>
                <a:lnTo>
                  <a:pt x="728218" y="1533271"/>
                </a:lnTo>
                <a:lnTo>
                  <a:pt x="733007" y="1538070"/>
                </a:lnTo>
                <a:lnTo>
                  <a:pt x="749387" y="1533271"/>
                </a:lnTo>
                <a:close/>
              </a:path>
              <a:path w="1986279" h="1666239">
                <a:moveTo>
                  <a:pt x="814677" y="1510145"/>
                </a:moveTo>
                <a:lnTo>
                  <a:pt x="791413" y="1510145"/>
                </a:lnTo>
                <a:lnTo>
                  <a:pt x="793419" y="1515173"/>
                </a:lnTo>
                <a:lnTo>
                  <a:pt x="805653" y="1515173"/>
                </a:lnTo>
                <a:lnTo>
                  <a:pt x="814677" y="1510145"/>
                </a:lnTo>
                <a:close/>
              </a:path>
              <a:path w="1986279" h="1666239">
                <a:moveTo>
                  <a:pt x="805459" y="1501096"/>
                </a:moveTo>
                <a:lnTo>
                  <a:pt x="788821" y="1510904"/>
                </a:lnTo>
                <a:lnTo>
                  <a:pt x="791413" y="1510145"/>
                </a:lnTo>
                <a:lnTo>
                  <a:pt x="814677" y="1510145"/>
                </a:lnTo>
                <a:lnTo>
                  <a:pt x="816482" y="1509139"/>
                </a:lnTo>
                <a:lnTo>
                  <a:pt x="816482" y="1508135"/>
                </a:lnTo>
                <a:lnTo>
                  <a:pt x="821298" y="1505118"/>
                </a:lnTo>
                <a:lnTo>
                  <a:pt x="811466" y="1505118"/>
                </a:lnTo>
                <a:lnTo>
                  <a:pt x="805459" y="1501096"/>
                </a:lnTo>
                <a:close/>
              </a:path>
              <a:path w="1986279" h="1666239">
                <a:moveTo>
                  <a:pt x="870648" y="1462891"/>
                </a:moveTo>
                <a:lnTo>
                  <a:pt x="837552" y="1480988"/>
                </a:lnTo>
                <a:lnTo>
                  <a:pt x="805459" y="1501096"/>
                </a:lnTo>
                <a:lnTo>
                  <a:pt x="811466" y="1505118"/>
                </a:lnTo>
                <a:lnTo>
                  <a:pt x="821298" y="1505118"/>
                </a:lnTo>
                <a:lnTo>
                  <a:pt x="847811" y="1488512"/>
                </a:lnTo>
                <a:lnTo>
                  <a:pt x="842568" y="1485009"/>
                </a:lnTo>
                <a:lnTo>
                  <a:pt x="855556" y="1485009"/>
                </a:lnTo>
                <a:lnTo>
                  <a:pt x="881684" y="1469928"/>
                </a:lnTo>
                <a:lnTo>
                  <a:pt x="883691" y="1467918"/>
                </a:lnTo>
                <a:lnTo>
                  <a:pt x="885396" y="1465907"/>
                </a:lnTo>
                <a:lnTo>
                  <a:pt x="876668" y="1465907"/>
                </a:lnTo>
                <a:lnTo>
                  <a:pt x="870648" y="1463895"/>
                </a:lnTo>
                <a:lnTo>
                  <a:pt x="871270" y="1463203"/>
                </a:lnTo>
                <a:lnTo>
                  <a:pt x="870648" y="1462891"/>
                </a:lnTo>
                <a:close/>
              </a:path>
              <a:path w="1986279" h="1666239">
                <a:moveTo>
                  <a:pt x="855556" y="1485009"/>
                </a:moveTo>
                <a:lnTo>
                  <a:pt x="842568" y="1485009"/>
                </a:lnTo>
                <a:lnTo>
                  <a:pt x="848588" y="1488025"/>
                </a:lnTo>
                <a:lnTo>
                  <a:pt x="847811" y="1488512"/>
                </a:lnTo>
                <a:lnTo>
                  <a:pt x="848588" y="1489031"/>
                </a:lnTo>
                <a:lnTo>
                  <a:pt x="855556" y="1485009"/>
                </a:lnTo>
                <a:close/>
              </a:path>
              <a:path w="1986279" h="1666239">
                <a:moveTo>
                  <a:pt x="904760" y="1432727"/>
                </a:moveTo>
                <a:lnTo>
                  <a:pt x="888707" y="1442782"/>
                </a:lnTo>
                <a:lnTo>
                  <a:pt x="888707" y="1443788"/>
                </a:lnTo>
                <a:lnTo>
                  <a:pt x="871270" y="1463203"/>
                </a:lnTo>
                <a:lnTo>
                  <a:pt x="876668" y="1465907"/>
                </a:lnTo>
                <a:lnTo>
                  <a:pt x="885396" y="1465907"/>
                </a:lnTo>
                <a:lnTo>
                  <a:pt x="899295" y="1449520"/>
                </a:lnTo>
                <a:lnTo>
                  <a:pt x="893724" y="1445798"/>
                </a:lnTo>
                <a:lnTo>
                  <a:pt x="905759" y="1445798"/>
                </a:lnTo>
                <a:lnTo>
                  <a:pt x="914781" y="1439765"/>
                </a:lnTo>
                <a:lnTo>
                  <a:pt x="916787" y="1439765"/>
                </a:lnTo>
                <a:lnTo>
                  <a:pt x="921829" y="1435743"/>
                </a:lnTo>
                <a:lnTo>
                  <a:pt x="909764" y="1435743"/>
                </a:lnTo>
                <a:lnTo>
                  <a:pt x="904760" y="1432727"/>
                </a:lnTo>
                <a:close/>
              </a:path>
              <a:path w="1986279" h="1666239">
                <a:moveTo>
                  <a:pt x="905759" y="1445798"/>
                </a:moveTo>
                <a:lnTo>
                  <a:pt x="893724" y="1445798"/>
                </a:lnTo>
                <a:lnTo>
                  <a:pt x="900747" y="1447808"/>
                </a:lnTo>
                <a:lnTo>
                  <a:pt x="899295" y="1449520"/>
                </a:lnTo>
                <a:lnTo>
                  <a:pt x="899744" y="1449820"/>
                </a:lnTo>
                <a:lnTo>
                  <a:pt x="905759" y="1445798"/>
                </a:lnTo>
                <a:close/>
              </a:path>
              <a:path w="1986279" h="1666239">
                <a:moveTo>
                  <a:pt x="953909" y="1394522"/>
                </a:moveTo>
                <a:lnTo>
                  <a:pt x="904760" y="1432727"/>
                </a:lnTo>
                <a:lnTo>
                  <a:pt x="909764" y="1435743"/>
                </a:lnTo>
                <a:lnTo>
                  <a:pt x="921829" y="1435743"/>
                </a:lnTo>
                <a:lnTo>
                  <a:pt x="965936" y="1400554"/>
                </a:lnTo>
                <a:lnTo>
                  <a:pt x="965936" y="1399548"/>
                </a:lnTo>
                <a:lnTo>
                  <a:pt x="967681" y="1397538"/>
                </a:lnTo>
                <a:lnTo>
                  <a:pt x="958913" y="1397538"/>
                </a:lnTo>
                <a:lnTo>
                  <a:pt x="953909" y="1395526"/>
                </a:lnTo>
                <a:lnTo>
                  <a:pt x="954482" y="1394867"/>
                </a:lnTo>
                <a:lnTo>
                  <a:pt x="953909" y="1394522"/>
                </a:lnTo>
                <a:close/>
              </a:path>
              <a:path w="1986279" h="1666239">
                <a:moveTo>
                  <a:pt x="1103466" y="1211689"/>
                </a:moveTo>
                <a:lnTo>
                  <a:pt x="1021105" y="1318107"/>
                </a:lnTo>
                <a:lnTo>
                  <a:pt x="954482" y="1394867"/>
                </a:lnTo>
                <a:lnTo>
                  <a:pt x="958913" y="1397538"/>
                </a:lnTo>
                <a:lnTo>
                  <a:pt x="967681" y="1397538"/>
                </a:lnTo>
                <a:lnTo>
                  <a:pt x="1033145" y="1322133"/>
                </a:lnTo>
                <a:lnTo>
                  <a:pt x="1116393" y="1214551"/>
                </a:lnTo>
                <a:lnTo>
                  <a:pt x="1117735" y="1212545"/>
                </a:lnTo>
                <a:lnTo>
                  <a:pt x="1109383" y="1212545"/>
                </a:lnTo>
                <a:lnTo>
                  <a:pt x="1103466" y="1211689"/>
                </a:lnTo>
                <a:close/>
              </a:path>
              <a:path w="1986279" h="1666239">
                <a:moveTo>
                  <a:pt x="1119085" y="1210525"/>
                </a:moveTo>
                <a:lnTo>
                  <a:pt x="1104366" y="1210525"/>
                </a:lnTo>
                <a:lnTo>
                  <a:pt x="1109383" y="1212545"/>
                </a:lnTo>
                <a:lnTo>
                  <a:pt x="1117735" y="1212545"/>
                </a:lnTo>
                <a:lnTo>
                  <a:pt x="1119085" y="1210525"/>
                </a:lnTo>
                <a:close/>
              </a:path>
              <a:path w="1986279" h="1666239">
                <a:moveTo>
                  <a:pt x="1400263" y="713854"/>
                </a:moveTo>
                <a:lnTo>
                  <a:pt x="1265859" y="948118"/>
                </a:lnTo>
                <a:lnTo>
                  <a:pt x="1200658" y="1055687"/>
                </a:lnTo>
                <a:lnTo>
                  <a:pt x="1167549" y="1114005"/>
                </a:lnTo>
                <a:lnTo>
                  <a:pt x="1102360" y="1211529"/>
                </a:lnTo>
                <a:lnTo>
                  <a:pt x="1103466" y="1211689"/>
                </a:lnTo>
                <a:lnTo>
                  <a:pt x="1104366" y="1210525"/>
                </a:lnTo>
                <a:lnTo>
                  <a:pt x="1119085" y="1210525"/>
                </a:lnTo>
                <a:lnTo>
                  <a:pt x="1181595" y="1117028"/>
                </a:lnTo>
                <a:lnTo>
                  <a:pt x="1214704" y="1058710"/>
                </a:lnTo>
                <a:lnTo>
                  <a:pt x="1279893" y="951128"/>
                </a:lnTo>
                <a:lnTo>
                  <a:pt x="1414310" y="717867"/>
                </a:lnTo>
                <a:lnTo>
                  <a:pt x="1414310" y="716864"/>
                </a:lnTo>
                <a:lnTo>
                  <a:pt x="1414732" y="715860"/>
                </a:lnTo>
                <a:lnTo>
                  <a:pt x="1407287" y="715860"/>
                </a:lnTo>
                <a:lnTo>
                  <a:pt x="1400263" y="713854"/>
                </a:lnTo>
                <a:close/>
              </a:path>
              <a:path w="1986279" h="1666239">
                <a:moveTo>
                  <a:pt x="1597863" y="344855"/>
                </a:moveTo>
                <a:lnTo>
                  <a:pt x="1548714" y="432333"/>
                </a:lnTo>
                <a:lnTo>
                  <a:pt x="1481505" y="538911"/>
                </a:lnTo>
                <a:lnTo>
                  <a:pt x="1449412" y="598220"/>
                </a:lnTo>
                <a:lnTo>
                  <a:pt x="1400263" y="713854"/>
                </a:lnTo>
                <a:lnTo>
                  <a:pt x="1407287" y="715860"/>
                </a:lnTo>
                <a:lnTo>
                  <a:pt x="1414732" y="715860"/>
                </a:lnTo>
                <a:lnTo>
                  <a:pt x="1463081" y="601135"/>
                </a:lnTo>
                <a:lnTo>
                  <a:pt x="1456436" y="599236"/>
                </a:lnTo>
                <a:lnTo>
                  <a:pt x="1464563" y="599236"/>
                </a:lnTo>
                <a:lnTo>
                  <a:pt x="1495552" y="542925"/>
                </a:lnTo>
                <a:lnTo>
                  <a:pt x="1562760" y="435343"/>
                </a:lnTo>
                <a:lnTo>
                  <a:pt x="1611909" y="347878"/>
                </a:lnTo>
                <a:lnTo>
                  <a:pt x="1604886" y="345859"/>
                </a:lnTo>
                <a:lnTo>
                  <a:pt x="1597863" y="345859"/>
                </a:lnTo>
                <a:lnTo>
                  <a:pt x="1597863" y="344855"/>
                </a:lnTo>
                <a:close/>
              </a:path>
              <a:path w="1986279" h="1666239">
                <a:moveTo>
                  <a:pt x="1464563" y="599236"/>
                </a:moveTo>
                <a:lnTo>
                  <a:pt x="1456436" y="599236"/>
                </a:lnTo>
                <a:lnTo>
                  <a:pt x="1463459" y="600240"/>
                </a:lnTo>
                <a:lnTo>
                  <a:pt x="1463081" y="601135"/>
                </a:lnTo>
                <a:lnTo>
                  <a:pt x="1463459" y="601243"/>
                </a:lnTo>
                <a:lnTo>
                  <a:pt x="1464563" y="599236"/>
                </a:lnTo>
                <a:close/>
              </a:path>
              <a:path w="1986279" h="1666239">
                <a:moveTo>
                  <a:pt x="1665283" y="257421"/>
                </a:moveTo>
                <a:lnTo>
                  <a:pt x="1599869" y="343852"/>
                </a:lnTo>
                <a:lnTo>
                  <a:pt x="1597863" y="345859"/>
                </a:lnTo>
                <a:lnTo>
                  <a:pt x="1604886" y="345859"/>
                </a:lnTo>
                <a:lnTo>
                  <a:pt x="1611909" y="347878"/>
                </a:lnTo>
                <a:lnTo>
                  <a:pt x="1679117" y="260400"/>
                </a:lnTo>
                <a:lnTo>
                  <a:pt x="1679117" y="259397"/>
                </a:lnTo>
                <a:lnTo>
                  <a:pt x="1679492" y="258394"/>
                </a:lnTo>
                <a:lnTo>
                  <a:pt x="1672094" y="258394"/>
                </a:lnTo>
                <a:lnTo>
                  <a:pt x="1665283" y="257421"/>
                </a:lnTo>
                <a:close/>
              </a:path>
              <a:path w="1986279" h="1666239">
                <a:moveTo>
                  <a:pt x="1680247" y="256374"/>
                </a:moveTo>
                <a:lnTo>
                  <a:pt x="1666074" y="256374"/>
                </a:lnTo>
                <a:lnTo>
                  <a:pt x="1672094" y="258394"/>
                </a:lnTo>
                <a:lnTo>
                  <a:pt x="1679492" y="258394"/>
                </a:lnTo>
                <a:lnTo>
                  <a:pt x="1680247" y="256374"/>
                </a:lnTo>
                <a:close/>
              </a:path>
              <a:path w="1986279" h="1666239">
                <a:moveTo>
                  <a:pt x="1680121" y="217169"/>
                </a:moveTo>
                <a:lnTo>
                  <a:pt x="1665071" y="257390"/>
                </a:lnTo>
                <a:lnTo>
                  <a:pt x="1665283" y="257421"/>
                </a:lnTo>
                <a:lnTo>
                  <a:pt x="1666074" y="256374"/>
                </a:lnTo>
                <a:lnTo>
                  <a:pt x="1680247" y="256374"/>
                </a:lnTo>
                <a:lnTo>
                  <a:pt x="1693815" y="220083"/>
                </a:lnTo>
                <a:lnTo>
                  <a:pt x="1687131" y="218173"/>
                </a:lnTo>
                <a:lnTo>
                  <a:pt x="1680121" y="218173"/>
                </a:lnTo>
                <a:lnTo>
                  <a:pt x="1680121" y="217169"/>
                </a:lnTo>
                <a:close/>
              </a:path>
              <a:path w="1986279" h="1666239">
                <a:moveTo>
                  <a:pt x="1697200" y="198217"/>
                </a:moveTo>
                <a:lnTo>
                  <a:pt x="1682127" y="216166"/>
                </a:lnTo>
                <a:lnTo>
                  <a:pt x="1680121" y="218173"/>
                </a:lnTo>
                <a:lnTo>
                  <a:pt x="1687131" y="218173"/>
                </a:lnTo>
                <a:lnTo>
                  <a:pt x="1694154" y="219176"/>
                </a:lnTo>
                <a:lnTo>
                  <a:pt x="1693815" y="220083"/>
                </a:lnTo>
                <a:lnTo>
                  <a:pt x="1694154" y="220179"/>
                </a:lnTo>
                <a:lnTo>
                  <a:pt x="1710207" y="202082"/>
                </a:lnTo>
                <a:lnTo>
                  <a:pt x="1712009" y="199072"/>
                </a:lnTo>
                <a:lnTo>
                  <a:pt x="1703184" y="199072"/>
                </a:lnTo>
                <a:lnTo>
                  <a:pt x="1697200" y="198217"/>
                </a:lnTo>
                <a:close/>
              </a:path>
              <a:path w="1986279" h="1666239">
                <a:moveTo>
                  <a:pt x="1713210" y="197065"/>
                </a:moveTo>
                <a:lnTo>
                  <a:pt x="1698167" y="197065"/>
                </a:lnTo>
                <a:lnTo>
                  <a:pt x="1703184" y="199072"/>
                </a:lnTo>
                <a:lnTo>
                  <a:pt x="1712009" y="199072"/>
                </a:lnTo>
                <a:lnTo>
                  <a:pt x="1713210" y="197065"/>
                </a:lnTo>
                <a:close/>
              </a:path>
              <a:path w="1986279" h="1666239">
                <a:moveTo>
                  <a:pt x="1730273" y="139750"/>
                </a:moveTo>
                <a:lnTo>
                  <a:pt x="1714220" y="168910"/>
                </a:lnTo>
                <a:lnTo>
                  <a:pt x="1696161" y="198069"/>
                </a:lnTo>
                <a:lnTo>
                  <a:pt x="1697200" y="198217"/>
                </a:lnTo>
                <a:lnTo>
                  <a:pt x="1698167" y="197065"/>
                </a:lnTo>
                <a:lnTo>
                  <a:pt x="1713210" y="197065"/>
                </a:lnTo>
                <a:lnTo>
                  <a:pt x="1728266" y="171919"/>
                </a:lnTo>
                <a:lnTo>
                  <a:pt x="1744306" y="142773"/>
                </a:lnTo>
                <a:lnTo>
                  <a:pt x="1737296" y="140754"/>
                </a:lnTo>
                <a:lnTo>
                  <a:pt x="1730273" y="140754"/>
                </a:lnTo>
                <a:lnTo>
                  <a:pt x="1730273" y="139750"/>
                </a:lnTo>
                <a:close/>
              </a:path>
              <a:path w="1986279" h="1666239">
                <a:moveTo>
                  <a:pt x="1832584" y="30162"/>
                </a:moveTo>
                <a:lnTo>
                  <a:pt x="1814525" y="40220"/>
                </a:lnTo>
                <a:lnTo>
                  <a:pt x="1814525" y="41224"/>
                </a:lnTo>
                <a:lnTo>
                  <a:pt x="1798472" y="60325"/>
                </a:lnTo>
                <a:lnTo>
                  <a:pt x="1781428" y="79425"/>
                </a:lnTo>
                <a:lnTo>
                  <a:pt x="1765376" y="99529"/>
                </a:lnTo>
                <a:lnTo>
                  <a:pt x="1731276" y="138747"/>
                </a:lnTo>
                <a:lnTo>
                  <a:pt x="1730273" y="140754"/>
                </a:lnTo>
                <a:lnTo>
                  <a:pt x="1737296" y="140754"/>
                </a:lnTo>
                <a:lnTo>
                  <a:pt x="1744306" y="142773"/>
                </a:lnTo>
                <a:lnTo>
                  <a:pt x="1777415" y="104559"/>
                </a:lnTo>
                <a:lnTo>
                  <a:pt x="1793455" y="84455"/>
                </a:lnTo>
                <a:lnTo>
                  <a:pt x="1810512" y="64350"/>
                </a:lnTo>
                <a:lnTo>
                  <a:pt x="1824659" y="47506"/>
                </a:lnTo>
                <a:lnTo>
                  <a:pt x="1819541" y="43230"/>
                </a:lnTo>
                <a:lnTo>
                  <a:pt x="1834083" y="43230"/>
                </a:lnTo>
                <a:lnTo>
                  <a:pt x="1842604" y="38201"/>
                </a:lnTo>
                <a:lnTo>
                  <a:pt x="1842604" y="37198"/>
                </a:lnTo>
                <a:lnTo>
                  <a:pt x="1849030" y="33172"/>
                </a:lnTo>
                <a:lnTo>
                  <a:pt x="1837601" y="33172"/>
                </a:lnTo>
                <a:lnTo>
                  <a:pt x="1832584" y="30162"/>
                </a:lnTo>
                <a:close/>
              </a:path>
              <a:path w="1986279" h="1666239">
                <a:moveTo>
                  <a:pt x="1834083" y="43230"/>
                </a:moveTo>
                <a:lnTo>
                  <a:pt x="1819541" y="43230"/>
                </a:lnTo>
                <a:lnTo>
                  <a:pt x="1826564" y="45237"/>
                </a:lnTo>
                <a:lnTo>
                  <a:pt x="1824659" y="47506"/>
                </a:lnTo>
                <a:lnTo>
                  <a:pt x="1825561" y="48260"/>
                </a:lnTo>
                <a:lnTo>
                  <a:pt x="1834083" y="43230"/>
                </a:lnTo>
                <a:close/>
              </a:path>
              <a:path w="1986279" h="1666239">
                <a:moveTo>
                  <a:pt x="1900783" y="9042"/>
                </a:moveTo>
                <a:lnTo>
                  <a:pt x="1851634" y="19100"/>
                </a:lnTo>
                <a:lnTo>
                  <a:pt x="1847621" y="20104"/>
                </a:lnTo>
                <a:lnTo>
                  <a:pt x="1832584" y="30162"/>
                </a:lnTo>
                <a:lnTo>
                  <a:pt x="1837601" y="33172"/>
                </a:lnTo>
                <a:lnTo>
                  <a:pt x="1849030" y="33172"/>
                </a:lnTo>
                <a:lnTo>
                  <a:pt x="1857036" y="28155"/>
                </a:lnTo>
                <a:lnTo>
                  <a:pt x="1854644" y="28155"/>
                </a:lnTo>
                <a:lnTo>
                  <a:pt x="1853641" y="23126"/>
                </a:lnTo>
                <a:lnTo>
                  <a:pt x="1879720" y="23126"/>
                </a:lnTo>
                <a:lnTo>
                  <a:pt x="1904796" y="18097"/>
                </a:lnTo>
                <a:lnTo>
                  <a:pt x="1905800" y="18097"/>
                </a:lnTo>
                <a:lnTo>
                  <a:pt x="1924746" y="13068"/>
                </a:lnTo>
                <a:lnTo>
                  <a:pt x="1902790" y="13068"/>
                </a:lnTo>
                <a:lnTo>
                  <a:pt x="1900783" y="9042"/>
                </a:lnTo>
                <a:close/>
              </a:path>
              <a:path w="1986279" h="1666239">
                <a:moveTo>
                  <a:pt x="1858162" y="27450"/>
                </a:moveTo>
                <a:lnTo>
                  <a:pt x="1854644" y="28155"/>
                </a:lnTo>
                <a:lnTo>
                  <a:pt x="1857036" y="28155"/>
                </a:lnTo>
                <a:lnTo>
                  <a:pt x="1858162" y="27450"/>
                </a:lnTo>
                <a:close/>
              </a:path>
              <a:path w="1986279" h="1666239">
                <a:moveTo>
                  <a:pt x="1879720" y="23126"/>
                </a:moveTo>
                <a:lnTo>
                  <a:pt x="1853641" y="23126"/>
                </a:lnTo>
                <a:lnTo>
                  <a:pt x="1858657" y="27139"/>
                </a:lnTo>
                <a:lnTo>
                  <a:pt x="1858162" y="27450"/>
                </a:lnTo>
                <a:lnTo>
                  <a:pt x="1879720" y="23126"/>
                </a:lnTo>
                <a:close/>
              </a:path>
              <a:path w="1986279" h="1666239">
                <a:moveTo>
                  <a:pt x="1986051" y="0"/>
                </a:moveTo>
                <a:lnTo>
                  <a:pt x="1934895" y="0"/>
                </a:lnTo>
                <a:lnTo>
                  <a:pt x="1900783" y="9042"/>
                </a:lnTo>
                <a:lnTo>
                  <a:pt x="1902790" y="13068"/>
                </a:lnTo>
                <a:lnTo>
                  <a:pt x="1924746" y="13068"/>
                </a:lnTo>
                <a:lnTo>
                  <a:pt x="1936132" y="10045"/>
                </a:lnTo>
                <a:lnTo>
                  <a:pt x="1935899" y="10045"/>
                </a:lnTo>
                <a:lnTo>
                  <a:pt x="1935899" y="5029"/>
                </a:lnTo>
                <a:lnTo>
                  <a:pt x="1986051" y="5029"/>
                </a:lnTo>
                <a:lnTo>
                  <a:pt x="1986051" y="0"/>
                </a:lnTo>
                <a:close/>
              </a:path>
              <a:path w="1986279" h="1666239">
                <a:moveTo>
                  <a:pt x="1986051" y="5029"/>
                </a:moveTo>
                <a:lnTo>
                  <a:pt x="1935899" y="5029"/>
                </a:lnTo>
                <a:lnTo>
                  <a:pt x="1939912" y="9042"/>
                </a:lnTo>
                <a:lnTo>
                  <a:pt x="1936132" y="10045"/>
                </a:lnTo>
                <a:lnTo>
                  <a:pt x="1986051" y="10045"/>
                </a:lnTo>
                <a:lnTo>
                  <a:pt x="1986051" y="5029"/>
                </a:lnTo>
                <a:close/>
              </a:path>
            </a:pathLst>
          </a:custGeom>
          <a:solidFill>
            <a:srgbClr val="000000"/>
          </a:solidFill>
        </p:spPr>
        <p:txBody>
          <a:bodyPr wrap="square" lIns="0" tIns="0" rIns="0" bIns="0" rtlCol="0"/>
          <a:lstStyle/>
          <a:p>
            <a:endParaRPr/>
          </a:p>
        </p:txBody>
      </p:sp>
      <p:sp>
        <p:nvSpPr>
          <p:cNvPr id="30" name="object 30"/>
          <p:cNvSpPr/>
          <p:nvPr/>
        </p:nvSpPr>
        <p:spPr>
          <a:xfrm>
            <a:off x="4284751" y="4218724"/>
            <a:ext cx="1970405" cy="1666239"/>
          </a:xfrm>
          <a:custGeom>
            <a:avLst/>
            <a:gdLst/>
            <a:ahLst/>
            <a:cxnLst/>
            <a:rect l="l" t="t" r="r" b="b"/>
            <a:pathLst>
              <a:path w="1970404" h="1666239">
                <a:moveTo>
                  <a:pt x="1610189" y="1611693"/>
                </a:moveTo>
                <a:lnTo>
                  <a:pt x="1588642" y="1611693"/>
                </a:lnTo>
                <a:lnTo>
                  <a:pt x="1587639" y="1616721"/>
                </a:lnTo>
                <a:lnTo>
                  <a:pt x="1669935" y="1635823"/>
                </a:lnTo>
                <a:lnTo>
                  <a:pt x="1671942" y="1635823"/>
                </a:lnTo>
                <a:lnTo>
                  <a:pt x="1755228" y="1644872"/>
                </a:lnTo>
                <a:lnTo>
                  <a:pt x="1837524" y="1654926"/>
                </a:lnTo>
                <a:lnTo>
                  <a:pt x="1936877" y="1664981"/>
                </a:lnTo>
                <a:lnTo>
                  <a:pt x="1936877" y="1665987"/>
                </a:lnTo>
                <a:lnTo>
                  <a:pt x="1969998" y="1665987"/>
                </a:lnTo>
                <a:lnTo>
                  <a:pt x="1969998" y="1660959"/>
                </a:lnTo>
                <a:lnTo>
                  <a:pt x="1936877" y="1660959"/>
                </a:lnTo>
                <a:lnTo>
                  <a:pt x="1936877" y="1655932"/>
                </a:lnTo>
                <a:lnTo>
                  <a:pt x="1938883" y="1655932"/>
                </a:lnTo>
                <a:lnTo>
                  <a:pt x="1839531" y="1646883"/>
                </a:lnTo>
                <a:lnTo>
                  <a:pt x="1706864" y="1630796"/>
                </a:lnTo>
                <a:lnTo>
                  <a:pt x="1671942" y="1630796"/>
                </a:lnTo>
                <a:lnTo>
                  <a:pt x="1673948" y="1626774"/>
                </a:lnTo>
                <a:lnTo>
                  <a:pt x="1675955" y="1626774"/>
                </a:lnTo>
                <a:lnTo>
                  <a:pt x="1610189" y="1611693"/>
                </a:lnTo>
                <a:close/>
              </a:path>
              <a:path w="1970404" h="1666239">
                <a:moveTo>
                  <a:pt x="1969998" y="1655932"/>
                </a:moveTo>
                <a:lnTo>
                  <a:pt x="1938883" y="1655932"/>
                </a:lnTo>
                <a:lnTo>
                  <a:pt x="1936877" y="1660959"/>
                </a:lnTo>
                <a:lnTo>
                  <a:pt x="1969998" y="1660959"/>
                </a:lnTo>
                <a:lnTo>
                  <a:pt x="1969998" y="1655932"/>
                </a:lnTo>
                <a:close/>
              </a:path>
              <a:path w="1970404" h="1666239">
                <a:moveTo>
                  <a:pt x="1675737" y="1626993"/>
                </a:moveTo>
                <a:lnTo>
                  <a:pt x="1671942" y="1630796"/>
                </a:lnTo>
                <a:lnTo>
                  <a:pt x="1706864" y="1630796"/>
                </a:lnTo>
                <a:lnTo>
                  <a:pt x="1675737" y="1626993"/>
                </a:lnTo>
                <a:close/>
              </a:path>
              <a:path w="1970404" h="1666239">
                <a:moveTo>
                  <a:pt x="1675955" y="1626774"/>
                </a:moveTo>
                <a:lnTo>
                  <a:pt x="1673948" y="1626774"/>
                </a:lnTo>
                <a:lnTo>
                  <a:pt x="1675737" y="1626993"/>
                </a:lnTo>
                <a:lnTo>
                  <a:pt x="1675955" y="1626774"/>
                </a:lnTo>
                <a:close/>
              </a:path>
              <a:path w="1970404" h="1666239">
                <a:moveTo>
                  <a:pt x="1414872" y="1573488"/>
                </a:moveTo>
                <a:lnTo>
                  <a:pt x="1389938" y="1573488"/>
                </a:lnTo>
                <a:lnTo>
                  <a:pt x="1387932" y="1577508"/>
                </a:lnTo>
                <a:lnTo>
                  <a:pt x="1471218" y="1596612"/>
                </a:lnTo>
                <a:lnTo>
                  <a:pt x="1520393" y="1606666"/>
                </a:lnTo>
                <a:lnTo>
                  <a:pt x="1587639" y="1616721"/>
                </a:lnTo>
                <a:lnTo>
                  <a:pt x="1588642" y="1611693"/>
                </a:lnTo>
                <a:lnTo>
                  <a:pt x="1610189" y="1611693"/>
                </a:lnTo>
                <a:lnTo>
                  <a:pt x="1592656" y="1607672"/>
                </a:lnTo>
                <a:lnTo>
                  <a:pt x="1590649" y="1607672"/>
                </a:lnTo>
                <a:lnTo>
                  <a:pt x="1523415" y="1597618"/>
                </a:lnTo>
                <a:lnTo>
                  <a:pt x="1498825" y="1592590"/>
                </a:lnTo>
                <a:lnTo>
                  <a:pt x="1472222" y="1592590"/>
                </a:lnTo>
                <a:lnTo>
                  <a:pt x="1474241" y="1587563"/>
                </a:lnTo>
                <a:lnTo>
                  <a:pt x="1476248" y="1587563"/>
                </a:lnTo>
                <a:lnTo>
                  <a:pt x="1414872" y="1573488"/>
                </a:lnTo>
                <a:close/>
              </a:path>
              <a:path w="1970404" h="1666239">
                <a:moveTo>
                  <a:pt x="1475965" y="1587916"/>
                </a:moveTo>
                <a:lnTo>
                  <a:pt x="1472222" y="1592590"/>
                </a:lnTo>
                <a:lnTo>
                  <a:pt x="1498825" y="1592590"/>
                </a:lnTo>
                <a:lnTo>
                  <a:pt x="1475965" y="1587916"/>
                </a:lnTo>
                <a:close/>
              </a:path>
              <a:path w="1970404" h="1666239">
                <a:moveTo>
                  <a:pt x="1476248" y="1587563"/>
                </a:moveTo>
                <a:lnTo>
                  <a:pt x="1474241" y="1587563"/>
                </a:lnTo>
                <a:lnTo>
                  <a:pt x="1475965" y="1587916"/>
                </a:lnTo>
                <a:lnTo>
                  <a:pt x="1476248" y="1587563"/>
                </a:lnTo>
                <a:close/>
              </a:path>
              <a:path w="1970404" h="1666239">
                <a:moveTo>
                  <a:pt x="1187013" y="1505118"/>
                </a:moveTo>
                <a:lnTo>
                  <a:pt x="1174165" y="1505118"/>
                </a:lnTo>
                <a:lnTo>
                  <a:pt x="1171155" y="1509139"/>
                </a:lnTo>
                <a:lnTo>
                  <a:pt x="1169149" y="1509139"/>
                </a:lnTo>
                <a:lnTo>
                  <a:pt x="1187221" y="1519194"/>
                </a:lnTo>
                <a:lnTo>
                  <a:pt x="1188224" y="1519194"/>
                </a:lnTo>
                <a:lnTo>
                  <a:pt x="1287576" y="1557401"/>
                </a:lnTo>
                <a:lnTo>
                  <a:pt x="1289583" y="1557401"/>
                </a:lnTo>
                <a:lnTo>
                  <a:pt x="1387932" y="1577508"/>
                </a:lnTo>
                <a:lnTo>
                  <a:pt x="1389938" y="1573488"/>
                </a:lnTo>
                <a:lnTo>
                  <a:pt x="1414872" y="1573488"/>
                </a:lnTo>
                <a:lnTo>
                  <a:pt x="1392948" y="1568460"/>
                </a:lnTo>
                <a:lnTo>
                  <a:pt x="1391945" y="1568460"/>
                </a:lnTo>
                <a:lnTo>
                  <a:pt x="1341767" y="1559411"/>
                </a:lnTo>
                <a:lnTo>
                  <a:pt x="1312260" y="1553378"/>
                </a:lnTo>
                <a:lnTo>
                  <a:pt x="1290586" y="1553378"/>
                </a:lnTo>
                <a:lnTo>
                  <a:pt x="1292593" y="1549358"/>
                </a:lnTo>
                <a:lnTo>
                  <a:pt x="1294099" y="1549358"/>
                </a:lnTo>
                <a:lnTo>
                  <a:pt x="1246428" y="1530254"/>
                </a:lnTo>
                <a:lnTo>
                  <a:pt x="1207607" y="1515173"/>
                </a:lnTo>
                <a:lnTo>
                  <a:pt x="1192237" y="1515173"/>
                </a:lnTo>
                <a:lnTo>
                  <a:pt x="1197254" y="1511151"/>
                </a:lnTo>
                <a:lnTo>
                  <a:pt x="1193839" y="1509139"/>
                </a:lnTo>
                <a:lnTo>
                  <a:pt x="1171155" y="1509139"/>
                </a:lnTo>
                <a:lnTo>
                  <a:pt x="1169827" y="1508596"/>
                </a:lnTo>
                <a:lnTo>
                  <a:pt x="1192916" y="1508596"/>
                </a:lnTo>
                <a:lnTo>
                  <a:pt x="1187013" y="1505118"/>
                </a:lnTo>
                <a:close/>
              </a:path>
              <a:path w="1970404" h="1666239">
                <a:moveTo>
                  <a:pt x="1295668" y="1549986"/>
                </a:moveTo>
                <a:lnTo>
                  <a:pt x="1296606" y="1550362"/>
                </a:lnTo>
                <a:lnTo>
                  <a:pt x="1290586" y="1553378"/>
                </a:lnTo>
                <a:lnTo>
                  <a:pt x="1312260" y="1553378"/>
                </a:lnTo>
                <a:lnTo>
                  <a:pt x="1295668" y="1549986"/>
                </a:lnTo>
                <a:close/>
              </a:path>
              <a:path w="1970404" h="1666239">
                <a:moveTo>
                  <a:pt x="1294099" y="1549358"/>
                </a:moveTo>
                <a:lnTo>
                  <a:pt x="1292593" y="1549358"/>
                </a:lnTo>
                <a:lnTo>
                  <a:pt x="1295668" y="1549986"/>
                </a:lnTo>
                <a:lnTo>
                  <a:pt x="1294099" y="1549358"/>
                </a:lnTo>
                <a:close/>
              </a:path>
              <a:path w="1970404" h="1666239">
                <a:moveTo>
                  <a:pt x="1197254" y="1511151"/>
                </a:moveTo>
                <a:lnTo>
                  <a:pt x="1192237" y="1515173"/>
                </a:lnTo>
                <a:lnTo>
                  <a:pt x="1207607" y="1515173"/>
                </a:lnTo>
                <a:lnTo>
                  <a:pt x="1197254" y="1511151"/>
                </a:lnTo>
                <a:close/>
              </a:path>
              <a:path w="1970404" h="1666239">
                <a:moveTo>
                  <a:pt x="1101189" y="1455853"/>
                </a:moveTo>
                <a:lnTo>
                  <a:pt x="1091882" y="1455853"/>
                </a:lnTo>
                <a:lnTo>
                  <a:pt x="1085850" y="1458869"/>
                </a:lnTo>
                <a:lnTo>
                  <a:pt x="1119974" y="1488025"/>
                </a:lnTo>
                <a:lnTo>
                  <a:pt x="1121981" y="1489031"/>
                </a:lnTo>
                <a:lnTo>
                  <a:pt x="1169827" y="1508596"/>
                </a:lnTo>
                <a:lnTo>
                  <a:pt x="1174165" y="1505118"/>
                </a:lnTo>
                <a:lnTo>
                  <a:pt x="1187013" y="1505118"/>
                </a:lnTo>
                <a:lnTo>
                  <a:pt x="1180185" y="1501096"/>
                </a:lnTo>
                <a:lnTo>
                  <a:pt x="1140041" y="1485009"/>
                </a:lnTo>
                <a:lnTo>
                  <a:pt x="1124991" y="1485009"/>
                </a:lnTo>
                <a:lnTo>
                  <a:pt x="1129863" y="1481104"/>
                </a:lnTo>
                <a:lnTo>
                  <a:pt x="1101189" y="1455853"/>
                </a:lnTo>
                <a:close/>
              </a:path>
              <a:path w="1970404" h="1666239">
                <a:moveTo>
                  <a:pt x="1130007" y="1480988"/>
                </a:moveTo>
                <a:lnTo>
                  <a:pt x="1129863" y="1481104"/>
                </a:lnTo>
                <a:lnTo>
                  <a:pt x="1132014" y="1482999"/>
                </a:lnTo>
                <a:lnTo>
                  <a:pt x="1124991" y="1485009"/>
                </a:lnTo>
                <a:lnTo>
                  <a:pt x="1140041" y="1485009"/>
                </a:lnTo>
                <a:lnTo>
                  <a:pt x="1130007" y="1480988"/>
                </a:lnTo>
                <a:close/>
              </a:path>
              <a:path w="1970404" h="1666239">
                <a:moveTo>
                  <a:pt x="1035409" y="1397538"/>
                </a:moveTo>
                <a:lnTo>
                  <a:pt x="1026642" y="1397538"/>
                </a:lnTo>
                <a:lnTo>
                  <a:pt x="1021232" y="1400249"/>
                </a:lnTo>
                <a:lnTo>
                  <a:pt x="1054747" y="1438760"/>
                </a:lnTo>
                <a:lnTo>
                  <a:pt x="1054747" y="1439765"/>
                </a:lnTo>
                <a:lnTo>
                  <a:pt x="1070800" y="1449820"/>
                </a:lnTo>
                <a:lnTo>
                  <a:pt x="1085850" y="1458869"/>
                </a:lnTo>
                <a:lnTo>
                  <a:pt x="1091882" y="1455853"/>
                </a:lnTo>
                <a:lnTo>
                  <a:pt x="1101189" y="1455853"/>
                </a:lnTo>
                <a:lnTo>
                  <a:pt x="1098905" y="1453841"/>
                </a:lnTo>
                <a:lnTo>
                  <a:pt x="1096899" y="1452836"/>
                </a:lnTo>
                <a:lnTo>
                  <a:pt x="1069598" y="1435743"/>
                </a:lnTo>
                <a:lnTo>
                  <a:pt x="1059764" y="1435743"/>
                </a:lnTo>
                <a:lnTo>
                  <a:pt x="1064780" y="1432727"/>
                </a:lnTo>
                <a:lnTo>
                  <a:pt x="1065915" y="1432727"/>
                </a:lnTo>
                <a:lnTo>
                  <a:pt x="1035409" y="1397538"/>
                </a:lnTo>
                <a:close/>
              </a:path>
              <a:path w="1970404" h="1666239">
                <a:moveTo>
                  <a:pt x="1066512" y="1433812"/>
                </a:moveTo>
                <a:lnTo>
                  <a:pt x="1059764" y="1435743"/>
                </a:lnTo>
                <a:lnTo>
                  <a:pt x="1069598" y="1435743"/>
                </a:lnTo>
                <a:lnTo>
                  <a:pt x="1066512" y="1433812"/>
                </a:lnTo>
                <a:close/>
              </a:path>
              <a:path w="1970404" h="1666239">
                <a:moveTo>
                  <a:pt x="1065915" y="1432727"/>
                </a:moveTo>
                <a:lnTo>
                  <a:pt x="1064780" y="1432727"/>
                </a:lnTo>
                <a:lnTo>
                  <a:pt x="1066512" y="1433812"/>
                </a:lnTo>
                <a:lnTo>
                  <a:pt x="1066787" y="1433733"/>
                </a:lnTo>
                <a:lnTo>
                  <a:pt x="1065915" y="1432727"/>
                </a:lnTo>
                <a:close/>
              </a:path>
              <a:path w="1970404" h="1666239">
                <a:moveTo>
                  <a:pt x="720015" y="949121"/>
                </a:moveTo>
                <a:lnTo>
                  <a:pt x="712533" y="949121"/>
                </a:lnTo>
                <a:lnTo>
                  <a:pt x="705903" y="951012"/>
                </a:lnTo>
                <a:lnTo>
                  <a:pt x="754672" y="1057706"/>
                </a:lnTo>
                <a:lnTo>
                  <a:pt x="754672" y="1058710"/>
                </a:lnTo>
                <a:lnTo>
                  <a:pt x="787793" y="1117028"/>
                </a:lnTo>
                <a:lnTo>
                  <a:pt x="853033" y="1214551"/>
                </a:lnTo>
                <a:lnTo>
                  <a:pt x="855040" y="1214551"/>
                </a:lnTo>
                <a:lnTo>
                  <a:pt x="938326" y="1322133"/>
                </a:lnTo>
                <a:lnTo>
                  <a:pt x="938326" y="1323136"/>
                </a:lnTo>
                <a:lnTo>
                  <a:pt x="1020622" y="1400554"/>
                </a:lnTo>
                <a:lnTo>
                  <a:pt x="1021232" y="1400249"/>
                </a:lnTo>
                <a:lnTo>
                  <a:pt x="1020622" y="1399548"/>
                </a:lnTo>
                <a:lnTo>
                  <a:pt x="1026642" y="1397538"/>
                </a:lnTo>
                <a:lnTo>
                  <a:pt x="1035409" y="1397538"/>
                </a:lnTo>
                <a:lnTo>
                  <a:pt x="1033665" y="1395526"/>
                </a:lnTo>
                <a:lnTo>
                  <a:pt x="952537" y="1320114"/>
                </a:lnTo>
                <a:lnTo>
                  <a:pt x="943343" y="1320114"/>
                </a:lnTo>
                <a:lnTo>
                  <a:pt x="950379" y="1318107"/>
                </a:lnTo>
                <a:lnTo>
                  <a:pt x="868643" y="1212545"/>
                </a:lnTo>
                <a:lnTo>
                  <a:pt x="860056" y="1212545"/>
                </a:lnTo>
                <a:lnTo>
                  <a:pt x="866516" y="1210687"/>
                </a:lnTo>
                <a:lnTo>
                  <a:pt x="801839" y="1114005"/>
                </a:lnTo>
                <a:lnTo>
                  <a:pt x="769307" y="1056703"/>
                </a:lnTo>
                <a:lnTo>
                  <a:pt x="761707" y="1056703"/>
                </a:lnTo>
                <a:lnTo>
                  <a:pt x="768730" y="1055687"/>
                </a:lnTo>
                <a:lnTo>
                  <a:pt x="720015" y="949121"/>
                </a:lnTo>
                <a:close/>
              </a:path>
              <a:path w="1970404" h="1666239">
                <a:moveTo>
                  <a:pt x="950379" y="1318107"/>
                </a:moveTo>
                <a:lnTo>
                  <a:pt x="943343" y="1320114"/>
                </a:lnTo>
                <a:lnTo>
                  <a:pt x="952537" y="1320114"/>
                </a:lnTo>
                <a:lnTo>
                  <a:pt x="950379" y="1318107"/>
                </a:lnTo>
                <a:close/>
              </a:path>
              <a:path w="1970404" h="1666239">
                <a:moveTo>
                  <a:pt x="867079" y="1210525"/>
                </a:moveTo>
                <a:lnTo>
                  <a:pt x="866516" y="1210687"/>
                </a:lnTo>
                <a:lnTo>
                  <a:pt x="867079" y="1211529"/>
                </a:lnTo>
                <a:lnTo>
                  <a:pt x="860056" y="1212545"/>
                </a:lnTo>
                <a:lnTo>
                  <a:pt x="868643" y="1212545"/>
                </a:lnTo>
                <a:lnTo>
                  <a:pt x="867079" y="1210525"/>
                </a:lnTo>
                <a:close/>
              </a:path>
              <a:path w="1970404" h="1666239">
                <a:moveTo>
                  <a:pt x="768730" y="1055687"/>
                </a:moveTo>
                <a:lnTo>
                  <a:pt x="761707" y="1056703"/>
                </a:lnTo>
                <a:lnTo>
                  <a:pt x="769307" y="1056703"/>
                </a:lnTo>
                <a:lnTo>
                  <a:pt x="768730" y="1055687"/>
                </a:lnTo>
                <a:close/>
              </a:path>
              <a:path w="1970404" h="1666239">
                <a:moveTo>
                  <a:pt x="320704" y="258394"/>
                </a:moveTo>
                <a:lnTo>
                  <a:pt x="313105" y="258394"/>
                </a:lnTo>
                <a:lnTo>
                  <a:pt x="308089" y="260400"/>
                </a:lnTo>
                <a:lnTo>
                  <a:pt x="306082" y="260400"/>
                </a:lnTo>
                <a:lnTo>
                  <a:pt x="356260" y="347878"/>
                </a:lnTo>
                <a:lnTo>
                  <a:pt x="407441" y="435343"/>
                </a:lnTo>
                <a:lnTo>
                  <a:pt x="472681" y="542925"/>
                </a:lnTo>
                <a:lnTo>
                  <a:pt x="505790" y="601243"/>
                </a:lnTo>
                <a:lnTo>
                  <a:pt x="573036" y="717867"/>
                </a:lnTo>
                <a:lnTo>
                  <a:pt x="705497" y="951128"/>
                </a:lnTo>
                <a:lnTo>
                  <a:pt x="705903" y="951012"/>
                </a:lnTo>
                <a:lnTo>
                  <a:pt x="705497" y="950125"/>
                </a:lnTo>
                <a:lnTo>
                  <a:pt x="712533" y="949121"/>
                </a:lnTo>
                <a:lnTo>
                  <a:pt x="720015" y="949121"/>
                </a:lnTo>
                <a:lnTo>
                  <a:pt x="719556" y="948118"/>
                </a:lnTo>
                <a:lnTo>
                  <a:pt x="587082" y="713854"/>
                </a:lnTo>
                <a:lnTo>
                  <a:pt x="519849" y="598220"/>
                </a:lnTo>
                <a:lnTo>
                  <a:pt x="486727" y="538911"/>
                </a:lnTo>
                <a:lnTo>
                  <a:pt x="421500" y="432333"/>
                </a:lnTo>
                <a:lnTo>
                  <a:pt x="370319" y="344855"/>
                </a:lnTo>
                <a:lnTo>
                  <a:pt x="321856" y="260400"/>
                </a:lnTo>
                <a:lnTo>
                  <a:pt x="308089" y="260400"/>
                </a:lnTo>
                <a:lnTo>
                  <a:pt x="307726" y="259931"/>
                </a:lnTo>
                <a:lnTo>
                  <a:pt x="321586" y="259931"/>
                </a:lnTo>
                <a:lnTo>
                  <a:pt x="320704" y="258394"/>
                </a:lnTo>
                <a:close/>
              </a:path>
              <a:path w="1970404" h="1666239">
                <a:moveTo>
                  <a:pt x="241883" y="161725"/>
                </a:moveTo>
                <a:lnTo>
                  <a:pt x="240855" y="161874"/>
                </a:lnTo>
                <a:lnTo>
                  <a:pt x="256908" y="200075"/>
                </a:lnTo>
                <a:lnTo>
                  <a:pt x="276987" y="220179"/>
                </a:lnTo>
                <a:lnTo>
                  <a:pt x="307726" y="259931"/>
                </a:lnTo>
                <a:lnTo>
                  <a:pt x="313105" y="258394"/>
                </a:lnTo>
                <a:lnTo>
                  <a:pt x="320704" y="258394"/>
                </a:lnTo>
                <a:lnTo>
                  <a:pt x="320128" y="257390"/>
                </a:lnTo>
                <a:lnTo>
                  <a:pt x="320128" y="256374"/>
                </a:lnTo>
                <a:lnTo>
                  <a:pt x="289026" y="216166"/>
                </a:lnTo>
                <a:lnTo>
                  <a:pt x="272853" y="199072"/>
                </a:lnTo>
                <a:lnTo>
                  <a:pt x="263931" y="199072"/>
                </a:lnTo>
                <a:lnTo>
                  <a:pt x="270578" y="197173"/>
                </a:lnTo>
                <a:lnTo>
                  <a:pt x="256171" y="162877"/>
                </a:lnTo>
                <a:lnTo>
                  <a:pt x="242862" y="162877"/>
                </a:lnTo>
                <a:lnTo>
                  <a:pt x="241883" y="161725"/>
                </a:lnTo>
                <a:close/>
              </a:path>
              <a:path w="1970404" h="1666239">
                <a:moveTo>
                  <a:pt x="270954" y="197065"/>
                </a:moveTo>
                <a:lnTo>
                  <a:pt x="270578" y="197173"/>
                </a:lnTo>
                <a:lnTo>
                  <a:pt x="270954" y="198069"/>
                </a:lnTo>
                <a:lnTo>
                  <a:pt x="263931" y="199072"/>
                </a:lnTo>
                <a:lnTo>
                  <a:pt x="272853" y="199072"/>
                </a:lnTo>
                <a:lnTo>
                  <a:pt x="270954" y="197065"/>
                </a:lnTo>
                <a:close/>
              </a:path>
              <a:path w="1970404" h="1666239">
                <a:moveTo>
                  <a:pt x="255323" y="160858"/>
                </a:moveTo>
                <a:lnTo>
                  <a:pt x="247878" y="160858"/>
                </a:lnTo>
                <a:lnTo>
                  <a:pt x="242862" y="162877"/>
                </a:lnTo>
                <a:lnTo>
                  <a:pt x="256171" y="162877"/>
                </a:lnTo>
                <a:lnTo>
                  <a:pt x="255323" y="160858"/>
                </a:lnTo>
                <a:close/>
              </a:path>
              <a:path w="1970404" h="1666239">
                <a:moveTo>
                  <a:pt x="222332" y="111594"/>
                </a:moveTo>
                <a:lnTo>
                  <a:pt x="214756" y="111594"/>
                </a:lnTo>
                <a:lnTo>
                  <a:pt x="209740" y="114617"/>
                </a:lnTo>
                <a:lnTo>
                  <a:pt x="207733" y="114617"/>
                </a:lnTo>
                <a:lnTo>
                  <a:pt x="223786" y="142773"/>
                </a:lnTo>
                <a:lnTo>
                  <a:pt x="225793" y="142773"/>
                </a:lnTo>
                <a:lnTo>
                  <a:pt x="241883" y="161725"/>
                </a:lnTo>
                <a:lnTo>
                  <a:pt x="247878" y="160858"/>
                </a:lnTo>
                <a:lnTo>
                  <a:pt x="255323" y="160858"/>
                </a:lnTo>
                <a:lnTo>
                  <a:pt x="254901" y="159854"/>
                </a:lnTo>
                <a:lnTo>
                  <a:pt x="254901" y="158851"/>
                </a:lnTo>
                <a:lnTo>
                  <a:pt x="239547" y="140754"/>
                </a:lnTo>
                <a:lnTo>
                  <a:pt x="230822" y="140754"/>
                </a:lnTo>
                <a:lnTo>
                  <a:pt x="237368" y="138883"/>
                </a:lnTo>
                <a:lnTo>
                  <a:pt x="223998" y="114617"/>
                </a:lnTo>
                <a:lnTo>
                  <a:pt x="209740" y="114617"/>
                </a:lnTo>
                <a:lnTo>
                  <a:pt x="209227" y="113974"/>
                </a:lnTo>
                <a:lnTo>
                  <a:pt x="223644" y="113974"/>
                </a:lnTo>
                <a:lnTo>
                  <a:pt x="222332" y="111594"/>
                </a:lnTo>
                <a:close/>
              </a:path>
              <a:path w="1970404" h="1666239">
                <a:moveTo>
                  <a:pt x="237845" y="138747"/>
                </a:moveTo>
                <a:lnTo>
                  <a:pt x="237368" y="138883"/>
                </a:lnTo>
                <a:lnTo>
                  <a:pt x="237845" y="139750"/>
                </a:lnTo>
                <a:lnTo>
                  <a:pt x="230822" y="140754"/>
                </a:lnTo>
                <a:lnTo>
                  <a:pt x="239547" y="140754"/>
                </a:lnTo>
                <a:lnTo>
                  <a:pt x="237845" y="138747"/>
                </a:lnTo>
                <a:close/>
              </a:path>
              <a:path w="1970404" h="1666239">
                <a:moveTo>
                  <a:pt x="174302" y="53289"/>
                </a:moveTo>
                <a:lnTo>
                  <a:pt x="165582" y="53289"/>
                </a:lnTo>
                <a:lnTo>
                  <a:pt x="160643" y="56581"/>
                </a:lnTo>
                <a:lnTo>
                  <a:pt x="175615" y="74396"/>
                </a:lnTo>
                <a:lnTo>
                  <a:pt x="193687" y="94513"/>
                </a:lnTo>
                <a:lnTo>
                  <a:pt x="209227" y="113974"/>
                </a:lnTo>
                <a:lnTo>
                  <a:pt x="214756" y="111594"/>
                </a:lnTo>
                <a:lnTo>
                  <a:pt x="222332" y="111594"/>
                </a:lnTo>
                <a:lnTo>
                  <a:pt x="221780" y="110591"/>
                </a:lnTo>
                <a:lnTo>
                  <a:pt x="221780" y="109588"/>
                </a:lnTo>
                <a:lnTo>
                  <a:pt x="205727" y="89484"/>
                </a:lnTo>
                <a:lnTo>
                  <a:pt x="188671" y="70383"/>
                </a:lnTo>
                <a:lnTo>
                  <a:pt x="174302" y="53289"/>
                </a:lnTo>
                <a:close/>
              </a:path>
              <a:path w="1970404" h="1666239">
                <a:moveTo>
                  <a:pt x="111647" y="27928"/>
                </a:moveTo>
                <a:lnTo>
                  <a:pt x="126441" y="37198"/>
                </a:lnTo>
                <a:lnTo>
                  <a:pt x="142506" y="46253"/>
                </a:lnTo>
                <a:lnTo>
                  <a:pt x="142506" y="48260"/>
                </a:lnTo>
                <a:lnTo>
                  <a:pt x="159562" y="57302"/>
                </a:lnTo>
                <a:lnTo>
                  <a:pt x="160643" y="56581"/>
                </a:lnTo>
                <a:lnTo>
                  <a:pt x="159562" y="55295"/>
                </a:lnTo>
                <a:lnTo>
                  <a:pt x="165582" y="53289"/>
                </a:lnTo>
                <a:lnTo>
                  <a:pt x="174302" y="53289"/>
                </a:lnTo>
                <a:lnTo>
                  <a:pt x="172605" y="51269"/>
                </a:lnTo>
                <a:lnTo>
                  <a:pt x="170599" y="50266"/>
                </a:lnTo>
                <a:lnTo>
                  <a:pt x="157950" y="43230"/>
                </a:lnTo>
                <a:lnTo>
                  <a:pt x="147523" y="43230"/>
                </a:lnTo>
                <a:lnTo>
                  <a:pt x="152539" y="40220"/>
                </a:lnTo>
                <a:lnTo>
                  <a:pt x="137490" y="30162"/>
                </a:lnTo>
                <a:lnTo>
                  <a:pt x="134285" y="28155"/>
                </a:lnTo>
                <a:lnTo>
                  <a:pt x="112395" y="28155"/>
                </a:lnTo>
                <a:lnTo>
                  <a:pt x="111647" y="27928"/>
                </a:lnTo>
                <a:close/>
              </a:path>
              <a:path w="1970404" h="1666239">
                <a:moveTo>
                  <a:pt x="152539" y="40220"/>
                </a:moveTo>
                <a:lnTo>
                  <a:pt x="147523" y="43230"/>
                </a:lnTo>
                <a:lnTo>
                  <a:pt x="157950" y="43230"/>
                </a:lnTo>
                <a:lnTo>
                  <a:pt x="152539" y="40220"/>
                </a:lnTo>
                <a:close/>
              </a:path>
              <a:path w="1970404" h="1666239">
                <a:moveTo>
                  <a:pt x="126252" y="23126"/>
                </a:moveTo>
                <a:lnTo>
                  <a:pt x="116408" y="23126"/>
                </a:lnTo>
                <a:lnTo>
                  <a:pt x="112395" y="28155"/>
                </a:lnTo>
                <a:lnTo>
                  <a:pt x="134285" y="28155"/>
                </a:lnTo>
                <a:lnTo>
                  <a:pt x="126252" y="23126"/>
                </a:lnTo>
                <a:close/>
              </a:path>
              <a:path w="1970404" h="1666239">
                <a:moveTo>
                  <a:pt x="99561" y="13068"/>
                </a:moveTo>
                <a:lnTo>
                  <a:pt x="82283" y="13068"/>
                </a:lnTo>
                <a:lnTo>
                  <a:pt x="80276" y="18097"/>
                </a:lnTo>
                <a:lnTo>
                  <a:pt x="79273" y="18097"/>
                </a:lnTo>
                <a:lnTo>
                  <a:pt x="111647" y="27928"/>
                </a:lnTo>
                <a:lnTo>
                  <a:pt x="110388" y="27139"/>
                </a:lnTo>
                <a:lnTo>
                  <a:pt x="116408" y="23126"/>
                </a:lnTo>
                <a:lnTo>
                  <a:pt x="126252" y="23126"/>
                </a:lnTo>
                <a:lnTo>
                  <a:pt x="121424" y="20104"/>
                </a:lnTo>
                <a:lnTo>
                  <a:pt x="119418" y="19100"/>
                </a:lnTo>
                <a:lnTo>
                  <a:pt x="116115" y="18097"/>
                </a:lnTo>
                <a:lnTo>
                  <a:pt x="80276" y="18097"/>
                </a:lnTo>
                <a:lnTo>
                  <a:pt x="79414" y="17861"/>
                </a:lnTo>
                <a:lnTo>
                  <a:pt x="115339" y="17861"/>
                </a:lnTo>
                <a:lnTo>
                  <a:pt x="99561" y="13068"/>
                </a:lnTo>
                <a:close/>
              </a:path>
              <a:path w="1970404" h="1666239">
                <a:moveTo>
                  <a:pt x="71163" y="5029"/>
                </a:moveTo>
                <a:lnTo>
                  <a:pt x="49174" y="5029"/>
                </a:lnTo>
                <a:lnTo>
                  <a:pt x="49174" y="9591"/>
                </a:lnTo>
                <a:lnTo>
                  <a:pt x="79414" y="17861"/>
                </a:lnTo>
                <a:lnTo>
                  <a:pt x="82283" y="13068"/>
                </a:lnTo>
                <a:lnTo>
                  <a:pt x="99561" y="13068"/>
                </a:lnTo>
                <a:lnTo>
                  <a:pt x="86309" y="9042"/>
                </a:lnTo>
                <a:lnTo>
                  <a:pt x="71163" y="5029"/>
                </a:lnTo>
                <a:close/>
              </a:path>
              <a:path w="1970404" h="1666239">
                <a:moveTo>
                  <a:pt x="52184" y="0"/>
                </a:moveTo>
                <a:lnTo>
                  <a:pt x="0" y="0"/>
                </a:lnTo>
                <a:lnTo>
                  <a:pt x="0" y="10045"/>
                </a:lnTo>
                <a:lnTo>
                  <a:pt x="49174" y="10045"/>
                </a:lnTo>
                <a:lnTo>
                  <a:pt x="49174" y="9591"/>
                </a:lnTo>
                <a:lnTo>
                  <a:pt x="47167" y="9042"/>
                </a:lnTo>
                <a:lnTo>
                  <a:pt x="49174" y="5029"/>
                </a:lnTo>
                <a:lnTo>
                  <a:pt x="71163" y="5029"/>
                </a:lnTo>
                <a:lnTo>
                  <a:pt x="52184" y="0"/>
                </a:lnTo>
                <a:close/>
              </a:path>
            </a:pathLst>
          </a:custGeom>
          <a:solidFill>
            <a:srgbClr val="000000"/>
          </a:solidFill>
        </p:spPr>
        <p:txBody>
          <a:bodyPr wrap="square" lIns="0" tIns="0" rIns="0" bIns="0" rtlCol="0"/>
          <a:lstStyle/>
          <a:p>
            <a:endParaRPr/>
          </a:p>
        </p:txBody>
      </p:sp>
      <p:sp>
        <p:nvSpPr>
          <p:cNvPr id="31" name="object 31"/>
          <p:cNvSpPr/>
          <p:nvPr/>
        </p:nvSpPr>
        <p:spPr>
          <a:xfrm>
            <a:off x="4285754" y="4047909"/>
            <a:ext cx="0" cy="1957705"/>
          </a:xfrm>
          <a:custGeom>
            <a:avLst/>
            <a:gdLst/>
            <a:ahLst/>
            <a:cxnLst/>
            <a:rect l="l" t="t" r="r" b="b"/>
            <a:pathLst>
              <a:path h="1957704">
                <a:moveTo>
                  <a:pt x="0" y="0"/>
                </a:moveTo>
                <a:lnTo>
                  <a:pt x="0" y="1957379"/>
                </a:lnTo>
              </a:path>
            </a:pathLst>
          </a:custGeom>
          <a:ln w="18059">
            <a:solidFill>
              <a:srgbClr val="000000"/>
            </a:solidFill>
          </a:ln>
        </p:spPr>
        <p:txBody>
          <a:bodyPr wrap="square" lIns="0" tIns="0" rIns="0" bIns="0" rtlCol="0"/>
          <a:lstStyle/>
          <a:p>
            <a:endParaRPr/>
          </a:p>
        </p:txBody>
      </p:sp>
      <p:sp>
        <p:nvSpPr>
          <p:cNvPr id="32" name="object 32"/>
          <p:cNvSpPr/>
          <p:nvPr/>
        </p:nvSpPr>
        <p:spPr>
          <a:xfrm>
            <a:off x="4140301" y="5796287"/>
            <a:ext cx="318973" cy="186895"/>
          </a:xfrm>
          <a:prstGeom prst="rect">
            <a:avLst/>
          </a:prstGeom>
          <a:blipFill>
            <a:blip r:embed="rId3" cstate="email"/>
            <a:stretch>
              <a:fillRect/>
            </a:stretch>
          </a:blipFill>
        </p:spPr>
        <p:txBody>
          <a:bodyPr wrap="square" lIns="0" tIns="0" rIns="0" bIns="0" rtlCol="0"/>
          <a:lstStyle/>
          <a:p>
            <a:endParaRPr/>
          </a:p>
        </p:txBody>
      </p:sp>
      <p:sp>
        <p:nvSpPr>
          <p:cNvPr id="33" name="object 33"/>
          <p:cNvSpPr/>
          <p:nvPr/>
        </p:nvSpPr>
        <p:spPr>
          <a:xfrm>
            <a:off x="2508250" y="2316435"/>
            <a:ext cx="3708394" cy="1914124"/>
          </a:xfrm>
          <a:prstGeom prst="rect">
            <a:avLst/>
          </a:prstGeom>
          <a:blipFill>
            <a:blip r:embed="rId4" cstate="email"/>
            <a:stretch>
              <a:fillRect/>
            </a:stretch>
          </a:blipFill>
        </p:spPr>
        <p:txBody>
          <a:bodyPr wrap="square" lIns="0" tIns="0" rIns="0" bIns="0" rtlCol="0"/>
          <a:lstStyle/>
          <a:p>
            <a:endParaRPr/>
          </a:p>
        </p:txBody>
      </p:sp>
      <p:sp>
        <p:nvSpPr>
          <p:cNvPr id="34" name="object 34"/>
          <p:cNvSpPr/>
          <p:nvPr/>
        </p:nvSpPr>
        <p:spPr>
          <a:xfrm>
            <a:off x="5466283" y="2093950"/>
            <a:ext cx="3089275" cy="1187450"/>
          </a:xfrm>
          <a:custGeom>
            <a:avLst/>
            <a:gdLst/>
            <a:ahLst/>
            <a:cxnLst/>
            <a:rect l="l" t="t" r="r" b="b"/>
            <a:pathLst>
              <a:path w="3089275" h="1187450">
                <a:moveTo>
                  <a:pt x="752817" y="565950"/>
                </a:moveTo>
                <a:lnTo>
                  <a:pt x="476478" y="565950"/>
                </a:lnTo>
                <a:lnTo>
                  <a:pt x="194983" y="1187183"/>
                </a:lnTo>
                <a:lnTo>
                  <a:pt x="752817" y="565950"/>
                </a:lnTo>
                <a:close/>
              </a:path>
              <a:path w="3089275" h="1187450">
                <a:moveTo>
                  <a:pt x="3088754" y="0"/>
                </a:moveTo>
                <a:lnTo>
                  <a:pt x="0" y="0"/>
                </a:lnTo>
                <a:lnTo>
                  <a:pt x="0" y="565950"/>
                </a:lnTo>
                <a:lnTo>
                  <a:pt x="3088754" y="565950"/>
                </a:lnTo>
                <a:lnTo>
                  <a:pt x="3088754" y="0"/>
                </a:lnTo>
                <a:close/>
              </a:path>
            </a:pathLst>
          </a:custGeom>
          <a:solidFill>
            <a:srgbClr val="A2A2A2"/>
          </a:solidFill>
        </p:spPr>
        <p:txBody>
          <a:bodyPr wrap="square" lIns="0" tIns="0" rIns="0" bIns="0" rtlCol="0"/>
          <a:lstStyle/>
          <a:p>
            <a:endParaRPr/>
          </a:p>
        </p:txBody>
      </p:sp>
      <p:sp>
        <p:nvSpPr>
          <p:cNvPr id="35" name="object 35"/>
          <p:cNvSpPr/>
          <p:nvPr/>
        </p:nvSpPr>
        <p:spPr>
          <a:xfrm>
            <a:off x="5357812" y="2039721"/>
            <a:ext cx="3089275" cy="1187450"/>
          </a:xfrm>
          <a:custGeom>
            <a:avLst/>
            <a:gdLst/>
            <a:ahLst/>
            <a:cxnLst/>
            <a:rect l="l" t="t" r="r" b="b"/>
            <a:pathLst>
              <a:path w="3089275" h="1187450">
                <a:moveTo>
                  <a:pt x="753795" y="566953"/>
                </a:moveTo>
                <a:lnTo>
                  <a:pt x="476288" y="566953"/>
                </a:lnTo>
                <a:lnTo>
                  <a:pt x="194906" y="1187183"/>
                </a:lnTo>
                <a:lnTo>
                  <a:pt x="753795" y="566953"/>
                </a:lnTo>
                <a:close/>
              </a:path>
              <a:path w="3089275" h="1187450">
                <a:moveTo>
                  <a:pt x="3088754" y="0"/>
                </a:moveTo>
                <a:lnTo>
                  <a:pt x="0" y="0"/>
                </a:lnTo>
                <a:lnTo>
                  <a:pt x="0" y="566953"/>
                </a:lnTo>
                <a:lnTo>
                  <a:pt x="3088754" y="566953"/>
                </a:lnTo>
                <a:lnTo>
                  <a:pt x="3088754" y="0"/>
                </a:lnTo>
                <a:close/>
              </a:path>
            </a:pathLst>
          </a:custGeom>
          <a:solidFill>
            <a:srgbClr val="E1E1E1"/>
          </a:solidFill>
        </p:spPr>
        <p:txBody>
          <a:bodyPr wrap="square" lIns="0" tIns="0" rIns="0" bIns="0" rtlCol="0"/>
          <a:lstStyle/>
          <a:p>
            <a:endParaRPr/>
          </a:p>
        </p:txBody>
      </p:sp>
      <p:sp>
        <p:nvSpPr>
          <p:cNvPr id="36" name="object 36"/>
          <p:cNvSpPr/>
          <p:nvPr/>
        </p:nvSpPr>
        <p:spPr>
          <a:xfrm>
            <a:off x="5357812" y="2039721"/>
            <a:ext cx="3089275" cy="1187450"/>
          </a:xfrm>
          <a:custGeom>
            <a:avLst/>
            <a:gdLst/>
            <a:ahLst/>
            <a:cxnLst/>
            <a:rect l="l" t="t" r="r" b="b"/>
            <a:pathLst>
              <a:path w="3089275" h="1187450">
                <a:moveTo>
                  <a:pt x="0" y="0"/>
                </a:moveTo>
                <a:lnTo>
                  <a:pt x="3088757" y="0"/>
                </a:lnTo>
                <a:lnTo>
                  <a:pt x="3088757" y="566954"/>
                </a:lnTo>
                <a:lnTo>
                  <a:pt x="753795" y="566954"/>
                </a:lnTo>
                <a:lnTo>
                  <a:pt x="194902" y="1187189"/>
                </a:lnTo>
                <a:lnTo>
                  <a:pt x="476284" y="566954"/>
                </a:lnTo>
                <a:lnTo>
                  <a:pt x="0" y="566954"/>
                </a:lnTo>
                <a:lnTo>
                  <a:pt x="0" y="0"/>
                </a:lnTo>
              </a:path>
            </a:pathLst>
          </a:custGeom>
          <a:ln w="11112">
            <a:solidFill>
              <a:srgbClr val="000000"/>
            </a:solidFill>
          </a:ln>
        </p:spPr>
        <p:txBody>
          <a:bodyPr wrap="square" lIns="0" tIns="0" rIns="0" bIns="0" rtlCol="0"/>
          <a:lstStyle/>
          <a:p>
            <a:endParaRPr/>
          </a:p>
        </p:txBody>
      </p:sp>
      <p:sp>
        <p:nvSpPr>
          <p:cNvPr id="37" name="object 37"/>
          <p:cNvSpPr/>
          <p:nvPr/>
        </p:nvSpPr>
        <p:spPr>
          <a:xfrm>
            <a:off x="434017" y="4449533"/>
            <a:ext cx="3034665" cy="1222375"/>
          </a:xfrm>
          <a:custGeom>
            <a:avLst/>
            <a:gdLst/>
            <a:ahLst/>
            <a:cxnLst/>
            <a:rect l="l" t="t" r="r" b="b"/>
            <a:pathLst>
              <a:path w="3034665" h="1222375">
                <a:moveTo>
                  <a:pt x="2567894" y="583044"/>
                </a:moveTo>
                <a:lnTo>
                  <a:pt x="2294691" y="583044"/>
                </a:lnTo>
                <a:lnTo>
                  <a:pt x="2843547" y="1222380"/>
                </a:lnTo>
                <a:lnTo>
                  <a:pt x="2567894" y="583044"/>
                </a:lnTo>
                <a:close/>
              </a:path>
              <a:path w="3034665" h="1222375">
                <a:moveTo>
                  <a:pt x="3034670" y="0"/>
                </a:moveTo>
                <a:lnTo>
                  <a:pt x="0" y="0"/>
                </a:lnTo>
                <a:lnTo>
                  <a:pt x="0" y="583044"/>
                </a:lnTo>
                <a:lnTo>
                  <a:pt x="3034670" y="583044"/>
                </a:lnTo>
                <a:lnTo>
                  <a:pt x="3034670" y="0"/>
                </a:lnTo>
                <a:close/>
              </a:path>
            </a:pathLst>
          </a:custGeom>
          <a:solidFill>
            <a:srgbClr val="A2A2A2"/>
          </a:solidFill>
        </p:spPr>
        <p:txBody>
          <a:bodyPr wrap="square" lIns="0" tIns="0" rIns="0" bIns="0" rtlCol="0"/>
          <a:lstStyle/>
          <a:p>
            <a:endParaRPr/>
          </a:p>
        </p:txBody>
      </p:sp>
      <p:sp>
        <p:nvSpPr>
          <p:cNvPr id="38" name="object 38"/>
          <p:cNvSpPr/>
          <p:nvPr/>
        </p:nvSpPr>
        <p:spPr>
          <a:xfrm>
            <a:off x="328612" y="4395241"/>
            <a:ext cx="3037205" cy="1224915"/>
          </a:xfrm>
          <a:custGeom>
            <a:avLst/>
            <a:gdLst/>
            <a:ahLst/>
            <a:cxnLst/>
            <a:rect l="l" t="t" r="r" b="b"/>
            <a:pathLst>
              <a:path w="3037204" h="1224914">
                <a:moveTo>
                  <a:pt x="2568740" y="584009"/>
                </a:moveTo>
                <a:lnTo>
                  <a:pt x="2295309" y="584009"/>
                </a:lnTo>
                <a:lnTo>
                  <a:pt x="2844622" y="1224399"/>
                </a:lnTo>
                <a:lnTo>
                  <a:pt x="2568740" y="584009"/>
                </a:lnTo>
                <a:close/>
              </a:path>
              <a:path w="3037204" h="1224914">
                <a:moveTo>
                  <a:pt x="3037116" y="0"/>
                </a:moveTo>
                <a:lnTo>
                  <a:pt x="0" y="0"/>
                </a:lnTo>
                <a:lnTo>
                  <a:pt x="0" y="584009"/>
                </a:lnTo>
                <a:lnTo>
                  <a:pt x="3037116" y="584009"/>
                </a:lnTo>
                <a:lnTo>
                  <a:pt x="3037116" y="0"/>
                </a:lnTo>
                <a:close/>
              </a:path>
            </a:pathLst>
          </a:custGeom>
          <a:solidFill>
            <a:srgbClr val="E1E1E1"/>
          </a:solidFill>
        </p:spPr>
        <p:txBody>
          <a:bodyPr wrap="square" lIns="0" tIns="0" rIns="0" bIns="0" rtlCol="0"/>
          <a:lstStyle/>
          <a:p>
            <a:endParaRPr/>
          </a:p>
        </p:txBody>
      </p:sp>
      <p:sp>
        <p:nvSpPr>
          <p:cNvPr id="39" name="object 39"/>
          <p:cNvSpPr/>
          <p:nvPr/>
        </p:nvSpPr>
        <p:spPr>
          <a:xfrm>
            <a:off x="328612" y="4395241"/>
            <a:ext cx="3037205" cy="1224915"/>
          </a:xfrm>
          <a:custGeom>
            <a:avLst/>
            <a:gdLst/>
            <a:ahLst/>
            <a:cxnLst/>
            <a:rect l="l" t="t" r="r" b="b"/>
            <a:pathLst>
              <a:path w="3037204" h="1224914">
                <a:moveTo>
                  <a:pt x="3037117" y="0"/>
                </a:moveTo>
                <a:lnTo>
                  <a:pt x="0" y="0"/>
                </a:lnTo>
                <a:lnTo>
                  <a:pt x="0" y="584003"/>
                </a:lnTo>
                <a:lnTo>
                  <a:pt x="2295308" y="584003"/>
                </a:lnTo>
                <a:lnTo>
                  <a:pt x="2844617" y="1224389"/>
                </a:lnTo>
                <a:lnTo>
                  <a:pt x="2568738" y="584003"/>
                </a:lnTo>
                <a:lnTo>
                  <a:pt x="3037117" y="584003"/>
                </a:lnTo>
                <a:lnTo>
                  <a:pt x="3037117" y="0"/>
                </a:lnTo>
              </a:path>
            </a:pathLst>
          </a:custGeom>
          <a:ln w="11112">
            <a:solidFill>
              <a:srgbClr val="000000"/>
            </a:solidFill>
          </a:ln>
        </p:spPr>
        <p:txBody>
          <a:bodyPr wrap="square" lIns="0" tIns="0" rIns="0" bIns="0" rtlCol="0"/>
          <a:lstStyle/>
          <a:p>
            <a:endParaRPr/>
          </a:p>
        </p:txBody>
      </p:sp>
      <p:sp>
        <p:nvSpPr>
          <p:cNvPr id="40" name="object 40"/>
          <p:cNvSpPr txBox="1"/>
          <p:nvPr/>
        </p:nvSpPr>
        <p:spPr>
          <a:xfrm>
            <a:off x="1884718" y="4829517"/>
            <a:ext cx="46990" cy="103505"/>
          </a:xfrm>
          <a:prstGeom prst="rect">
            <a:avLst/>
          </a:prstGeom>
        </p:spPr>
        <p:txBody>
          <a:bodyPr vert="horz" wrap="square" lIns="0" tIns="0" rIns="0" bIns="0" rtlCol="0">
            <a:spAutoFit/>
          </a:bodyPr>
          <a:lstStyle/>
          <a:p>
            <a:pPr marL="12700">
              <a:lnSpc>
                <a:spcPct val="100000"/>
              </a:lnSpc>
            </a:pPr>
            <a:r>
              <a:rPr sz="600" dirty="0">
                <a:latin typeface="Arial"/>
                <a:cs typeface="Arial"/>
              </a:rPr>
              <a:t>.</a:t>
            </a:r>
            <a:endParaRPr sz="600">
              <a:latin typeface="Arial"/>
              <a:cs typeface="Arial"/>
            </a:endParaRPr>
          </a:p>
        </p:txBody>
      </p:sp>
      <p:sp>
        <p:nvSpPr>
          <p:cNvPr id="41" name="object 41"/>
          <p:cNvSpPr/>
          <p:nvPr/>
        </p:nvSpPr>
        <p:spPr>
          <a:xfrm>
            <a:off x="6477000" y="3074771"/>
            <a:ext cx="1098550" cy="418465"/>
          </a:xfrm>
          <a:custGeom>
            <a:avLst/>
            <a:gdLst/>
            <a:ahLst/>
            <a:cxnLst/>
            <a:rect l="l" t="t" r="r" b="b"/>
            <a:pathLst>
              <a:path w="1098550" h="418464">
                <a:moveTo>
                  <a:pt x="0" y="0"/>
                </a:moveTo>
                <a:lnTo>
                  <a:pt x="1098550" y="0"/>
                </a:lnTo>
                <a:lnTo>
                  <a:pt x="1098550" y="418287"/>
                </a:lnTo>
                <a:lnTo>
                  <a:pt x="0" y="418287"/>
                </a:lnTo>
                <a:lnTo>
                  <a:pt x="0" y="0"/>
                </a:lnTo>
                <a:close/>
              </a:path>
            </a:pathLst>
          </a:custGeom>
          <a:solidFill>
            <a:srgbClr val="3B419C"/>
          </a:solidFill>
        </p:spPr>
        <p:txBody>
          <a:bodyPr wrap="square" lIns="0" tIns="0" rIns="0" bIns="0" rtlCol="0"/>
          <a:lstStyle/>
          <a:p>
            <a:endParaRPr/>
          </a:p>
        </p:txBody>
      </p:sp>
      <p:sp>
        <p:nvSpPr>
          <p:cNvPr id="42" name="object 42"/>
          <p:cNvSpPr/>
          <p:nvPr/>
        </p:nvSpPr>
        <p:spPr>
          <a:xfrm>
            <a:off x="6476999" y="3074771"/>
            <a:ext cx="1098550" cy="418465"/>
          </a:xfrm>
          <a:custGeom>
            <a:avLst/>
            <a:gdLst/>
            <a:ahLst/>
            <a:cxnLst/>
            <a:rect l="l" t="t" r="r" b="b"/>
            <a:pathLst>
              <a:path w="1098550" h="418464">
                <a:moveTo>
                  <a:pt x="0" y="0"/>
                </a:moveTo>
                <a:lnTo>
                  <a:pt x="1098549" y="0"/>
                </a:lnTo>
                <a:lnTo>
                  <a:pt x="1098549" y="418291"/>
                </a:lnTo>
                <a:lnTo>
                  <a:pt x="0" y="418291"/>
                </a:lnTo>
                <a:lnTo>
                  <a:pt x="0" y="0"/>
                </a:lnTo>
                <a:close/>
              </a:path>
            </a:pathLst>
          </a:custGeom>
          <a:ln w="25399">
            <a:solidFill>
              <a:srgbClr val="282D77"/>
            </a:solidFill>
          </a:ln>
        </p:spPr>
        <p:txBody>
          <a:bodyPr wrap="square" lIns="0" tIns="0" rIns="0" bIns="0" rtlCol="0"/>
          <a:lstStyle/>
          <a:p>
            <a:endParaRPr/>
          </a:p>
        </p:txBody>
      </p:sp>
      <p:sp>
        <p:nvSpPr>
          <p:cNvPr id="43" name="object 43"/>
          <p:cNvSpPr/>
          <p:nvPr/>
        </p:nvSpPr>
        <p:spPr>
          <a:xfrm>
            <a:off x="976312" y="3309708"/>
            <a:ext cx="1027430" cy="440055"/>
          </a:xfrm>
          <a:custGeom>
            <a:avLst/>
            <a:gdLst/>
            <a:ahLst/>
            <a:cxnLst/>
            <a:rect l="l" t="t" r="r" b="b"/>
            <a:pathLst>
              <a:path w="1027430" h="440054">
                <a:moveTo>
                  <a:pt x="0" y="0"/>
                </a:moveTo>
                <a:lnTo>
                  <a:pt x="1027112" y="0"/>
                </a:lnTo>
                <a:lnTo>
                  <a:pt x="1027112" y="439750"/>
                </a:lnTo>
                <a:lnTo>
                  <a:pt x="0" y="439750"/>
                </a:lnTo>
                <a:lnTo>
                  <a:pt x="0" y="0"/>
                </a:lnTo>
                <a:close/>
              </a:path>
            </a:pathLst>
          </a:custGeom>
          <a:solidFill>
            <a:srgbClr val="C6E6E9"/>
          </a:solidFill>
        </p:spPr>
        <p:txBody>
          <a:bodyPr wrap="square" lIns="0" tIns="0" rIns="0" bIns="0" rtlCol="0"/>
          <a:lstStyle/>
          <a:p>
            <a:endParaRPr/>
          </a:p>
        </p:txBody>
      </p:sp>
      <p:sp>
        <p:nvSpPr>
          <p:cNvPr id="44" name="object 44"/>
          <p:cNvSpPr/>
          <p:nvPr/>
        </p:nvSpPr>
        <p:spPr>
          <a:xfrm>
            <a:off x="976312" y="3309708"/>
            <a:ext cx="1027430" cy="440055"/>
          </a:xfrm>
          <a:custGeom>
            <a:avLst/>
            <a:gdLst/>
            <a:ahLst/>
            <a:cxnLst/>
            <a:rect l="l" t="t" r="r" b="b"/>
            <a:pathLst>
              <a:path w="1027430" h="440054">
                <a:moveTo>
                  <a:pt x="0" y="0"/>
                </a:moveTo>
                <a:lnTo>
                  <a:pt x="1027109" y="0"/>
                </a:lnTo>
                <a:lnTo>
                  <a:pt x="1027109" y="439737"/>
                </a:lnTo>
                <a:lnTo>
                  <a:pt x="0" y="439737"/>
                </a:lnTo>
                <a:lnTo>
                  <a:pt x="0" y="0"/>
                </a:lnTo>
                <a:close/>
              </a:path>
            </a:pathLst>
          </a:custGeom>
          <a:ln w="25399">
            <a:solidFill>
              <a:srgbClr val="9AB3B6"/>
            </a:solidFill>
          </a:ln>
        </p:spPr>
        <p:txBody>
          <a:bodyPr wrap="square" lIns="0" tIns="0" rIns="0" bIns="0" rtlCol="0"/>
          <a:lstStyle/>
          <a:p>
            <a:endParaRPr/>
          </a:p>
        </p:txBody>
      </p:sp>
      <p:sp>
        <p:nvSpPr>
          <p:cNvPr id="45" name="object 45"/>
          <p:cNvSpPr txBox="1"/>
          <p:nvPr/>
        </p:nvSpPr>
        <p:spPr>
          <a:xfrm>
            <a:off x="1055052" y="3355428"/>
            <a:ext cx="801370" cy="285115"/>
          </a:xfrm>
          <a:prstGeom prst="rect">
            <a:avLst/>
          </a:prstGeom>
        </p:spPr>
        <p:txBody>
          <a:bodyPr vert="horz" wrap="square" lIns="0" tIns="0" rIns="0" bIns="0" rtlCol="0">
            <a:spAutoFit/>
          </a:bodyPr>
          <a:lstStyle/>
          <a:p>
            <a:pPr marL="12700">
              <a:lnSpc>
                <a:spcPct val="100000"/>
              </a:lnSpc>
            </a:pPr>
            <a:r>
              <a:rPr sz="1800" dirty="0">
                <a:solidFill>
                  <a:srgbClr val="FFFFFF"/>
                </a:solidFill>
                <a:latin typeface="Arial"/>
                <a:cs typeface="Arial"/>
              </a:rPr>
              <a:t>group</a:t>
            </a:r>
            <a:r>
              <a:rPr sz="1800" spc="-100" dirty="0">
                <a:solidFill>
                  <a:srgbClr val="FFFFFF"/>
                </a:solidFill>
                <a:latin typeface="Arial"/>
                <a:cs typeface="Arial"/>
              </a:rPr>
              <a:t> </a:t>
            </a:r>
            <a:r>
              <a:rPr sz="1800" dirty="0">
                <a:solidFill>
                  <a:srgbClr val="FFFFFF"/>
                </a:solidFill>
                <a:latin typeface="Arial"/>
                <a:cs typeface="Arial"/>
              </a:rPr>
              <a:t>3</a:t>
            </a:r>
            <a:endParaRPr sz="1800">
              <a:latin typeface="Arial"/>
              <a:cs typeface="Arial"/>
            </a:endParaRPr>
          </a:p>
        </p:txBody>
      </p:sp>
      <p:sp>
        <p:nvSpPr>
          <p:cNvPr id="46" name="object 46"/>
          <p:cNvSpPr txBox="1"/>
          <p:nvPr/>
        </p:nvSpPr>
        <p:spPr>
          <a:xfrm>
            <a:off x="6478587" y="3562134"/>
            <a:ext cx="1123950" cy="430530"/>
          </a:xfrm>
          <a:prstGeom prst="rect">
            <a:avLst/>
          </a:prstGeom>
          <a:solidFill>
            <a:srgbClr val="000000"/>
          </a:solidFill>
        </p:spPr>
        <p:txBody>
          <a:bodyPr vert="horz" wrap="square" lIns="0" tIns="58419" rIns="0" bIns="0" rtlCol="0">
            <a:spAutoFit/>
          </a:bodyPr>
          <a:lstStyle/>
          <a:p>
            <a:pPr marL="103505">
              <a:lnSpc>
                <a:spcPct val="100000"/>
              </a:lnSpc>
              <a:spcBef>
                <a:spcPts val="459"/>
              </a:spcBef>
            </a:pPr>
            <a:r>
              <a:rPr sz="1800" dirty="0">
                <a:solidFill>
                  <a:srgbClr val="FFFFFF"/>
                </a:solidFill>
                <a:latin typeface="Arial"/>
                <a:cs typeface="Arial"/>
              </a:rPr>
              <a:t>group</a:t>
            </a:r>
            <a:r>
              <a:rPr sz="1800" spc="-100" dirty="0">
                <a:solidFill>
                  <a:srgbClr val="FFFFFF"/>
                </a:solidFill>
                <a:latin typeface="Arial"/>
                <a:cs typeface="Arial"/>
              </a:rPr>
              <a:t> </a:t>
            </a:r>
            <a:r>
              <a:rPr sz="1800" dirty="0">
                <a:solidFill>
                  <a:srgbClr val="FFFFFF"/>
                </a:solidFill>
                <a:latin typeface="Arial"/>
                <a:cs typeface="Arial"/>
              </a:rPr>
              <a:t>2</a:t>
            </a:r>
            <a:endParaRPr sz="1800">
              <a:latin typeface="Arial"/>
              <a:cs typeface="Arial"/>
            </a:endParaRPr>
          </a:p>
        </p:txBody>
      </p:sp>
      <p:sp>
        <p:nvSpPr>
          <p:cNvPr id="47" name="object 47"/>
          <p:cNvSpPr txBox="1"/>
          <p:nvPr/>
        </p:nvSpPr>
        <p:spPr>
          <a:xfrm>
            <a:off x="415290" y="4555578"/>
            <a:ext cx="2792095" cy="314960"/>
          </a:xfrm>
          <a:prstGeom prst="rect">
            <a:avLst/>
          </a:prstGeom>
        </p:spPr>
        <p:txBody>
          <a:bodyPr vert="horz" wrap="square" lIns="0" tIns="0" rIns="0" bIns="0" rtlCol="0">
            <a:spAutoFit/>
          </a:bodyPr>
          <a:lstStyle/>
          <a:p>
            <a:pPr marL="12700">
              <a:lnSpc>
                <a:spcPct val="100000"/>
              </a:lnSpc>
            </a:pPr>
            <a:r>
              <a:rPr sz="2000" b="1" dirty="0">
                <a:latin typeface="Arial"/>
                <a:cs typeface="Arial"/>
              </a:rPr>
              <a:t>long term</a:t>
            </a:r>
            <a:r>
              <a:rPr sz="2000" b="1" spc="-105" dirty="0">
                <a:latin typeface="Arial"/>
                <a:cs typeface="Arial"/>
              </a:rPr>
              <a:t> </a:t>
            </a:r>
            <a:r>
              <a:rPr sz="2000" b="1" dirty="0">
                <a:latin typeface="Arial"/>
                <a:cs typeface="Arial"/>
              </a:rPr>
              <a:t>performance</a:t>
            </a:r>
            <a:endParaRPr sz="2000">
              <a:latin typeface="Arial"/>
              <a:cs typeface="Arial"/>
            </a:endParaRPr>
          </a:p>
        </p:txBody>
      </p:sp>
      <p:sp>
        <p:nvSpPr>
          <p:cNvPr id="48" name="object 48"/>
          <p:cNvSpPr/>
          <p:nvPr/>
        </p:nvSpPr>
        <p:spPr>
          <a:xfrm>
            <a:off x="2003425" y="4114584"/>
            <a:ext cx="3556000" cy="0"/>
          </a:xfrm>
          <a:custGeom>
            <a:avLst/>
            <a:gdLst/>
            <a:ahLst/>
            <a:cxnLst/>
            <a:rect l="l" t="t" r="r" b="b"/>
            <a:pathLst>
              <a:path w="3556000">
                <a:moveTo>
                  <a:pt x="0" y="0"/>
                </a:moveTo>
                <a:lnTo>
                  <a:pt x="3556000" y="0"/>
                </a:lnTo>
              </a:path>
            </a:pathLst>
          </a:custGeom>
          <a:ln w="19050">
            <a:solidFill>
              <a:srgbClr val="A2A2A2"/>
            </a:solidFill>
          </a:ln>
        </p:spPr>
        <p:txBody>
          <a:bodyPr wrap="square" lIns="0" tIns="0" rIns="0" bIns="0" rtlCol="0"/>
          <a:lstStyle/>
          <a:p>
            <a:endParaRPr/>
          </a:p>
        </p:txBody>
      </p:sp>
      <p:sp>
        <p:nvSpPr>
          <p:cNvPr id="49" name="object 49"/>
          <p:cNvSpPr/>
          <p:nvPr/>
        </p:nvSpPr>
        <p:spPr>
          <a:xfrm>
            <a:off x="976312" y="3812959"/>
            <a:ext cx="1027430" cy="409575"/>
          </a:xfrm>
          <a:custGeom>
            <a:avLst/>
            <a:gdLst/>
            <a:ahLst/>
            <a:cxnLst/>
            <a:rect l="l" t="t" r="r" b="b"/>
            <a:pathLst>
              <a:path w="1027430" h="409575">
                <a:moveTo>
                  <a:pt x="0" y="0"/>
                </a:moveTo>
                <a:lnTo>
                  <a:pt x="1027112" y="0"/>
                </a:lnTo>
                <a:lnTo>
                  <a:pt x="1027112" y="409575"/>
                </a:lnTo>
                <a:lnTo>
                  <a:pt x="0" y="409575"/>
                </a:lnTo>
                <a:lnTo>
                  <a:pt x="0" y="0"/>
                </a:lnTo>
                <a:close/>
              </a:path>
            </a:pathLst>
          </a:custGeom>
          <a:solidFill>
            <a:srgbClr val="4349AA"/>
          </a:solidFill>
        </p:spPr>
        <p:txBody>
          <a:bodyPr wrap="square" lIns="0" tIns="0" rIns="0" bIns="0" rtlCol="0"/>
          <a:lstStyle/>
          <a:p>
            <a:endParaRPr/>
          </a:p>
        </p:txBody>
      </p:sp>
      <p:sp>
        <p:nvSpPr>
          <p:cNvPr id="50" name="object 50"/>
          <p:cNvSpPr/>
          <p:nvPr/>
        </p:nvSpPr>
        <p:spPr>
          <a:xfrm>
            <a:off x="976312" y="3812959"/>
            <a:ext cx="1027430" cy="409575"/>
          </a:xfrm>
          <a:custGeom>
            <a:avLst/>
            <a:gdLst/>
            <a:ahLst/>
            <a:cxnLst/>
            <a:rect l="l" t="t" r="r" b="b"/>
            <a:pathLst>
              <a:path w="1027430" h="409575">
                <a:moveTo>
                  <a:pt x="0" y="0"/>
                </a:moveTo>
                <a:lnTo>
                  <a:pt x="1027109" y="0"/>
                </a:lnTo>
                <a:lnTo>
                  <a:pt x="1027109" y="409574"/>
                </a:lnTo>
                <a:lnTo>
                  <a:pt x="0" y="409574"/>
                </a:lnTo>
                <a:lnTo>
                  <a:pt x="0" y="0"/>
                </a:lnTo>
                <a:close/>
              </a:path>
            </a:pathLst>
          </a:custGeom>
          <a:ln w="25399">
            <a:solidFill>
              <a:srgbClr val="2F3482"/>
            </a:solidFill>
          </a:ln>
        </p:spPr>
        <p:txBody>
          <a:bodyPr wrap="square" lIns="0" tIns="0" rIns="0" bIns="0" rtlCol="0"/>
          <a:lstStyle/>
          <a:p>
            <a:endParaRPr/>
          </a:p>
        </p:txBody>
      </p:sp>
      <p:sp>
        <p:nvSpPr>
          <p:cNvPr id="51" name="object 51"/>
          <p:cNvSpPr txBox="1"/>
          <p:nvPr/>
        </p:nvSpPr>
        <p:spPr>
          <a:xfrm>
            <a:off x="1092048" y="3858679"/>
            <a:ext cx="801370" cy="285115"/>
          </a:xfrm>
          <a:prstGeom prst="rect">
            <a:avLst/>
          </a:prstGeom>
        </p:spPr>
        <p:txBody>
          <a:bodyPr vert="horz" wrap="square" lIns="0" tIns="0" rIns="0" bIns="0" rtlCol="0">
            <a:spAutoFit/>
          </a:bodyPr>
          <a:lstStyle/>
          <a:p>
            <a:pPr marL="12700">
              <a:lnSpc>
                <a:spcPct val="100000"/>
              </a:lnSpc>
            </a:pPr>
            <a:r>
              <a:rPr sz="1800" dirty="0">
                <a:solidFill>
                  <a:srgbClr val="FFFFFF"/>
                </a:solidFill>
                <a:latin typeface="Arial"/>
                <a:cs typeface="Arial"/>
              </a:rPr>
              <a:t>group</a:t>
            </a:r>
            <a:r>
              <a:rPr sz="1800" spc="-100" dirty="0">
                <a:solidFill>
                  <a:srgbClr val="FFFFFF"/>
                </a:solidFill>
                <a:latin typeface="Arial"/>
                <a:cs typeface="Arial"/>
              </a:rPr>
              <a:t> </a:t>
            </a:r>
            <a:r>
              <a:rPr sz="1800" dirty="0">
                <a:solidFill>
                  <a:srgbClr val="FFFFFF"/>
                </a:solidFill>
                <a:latin typeface="Arial"/>
                <a:cs typeface="Arial"/>
              </a:rPr>
              <a:t>1</a:t>
            </a:r>
            <a:endParaRPr sz="1800">
              <a:latin typeface="Arial"/>
              <a:cs typeface="Arial"/>
            </a:endParaRPr>
          </a:p>
        </p:txBody>
      </p:sp>
      <p:sp>
        <p:nvSpPr>
          <p:cNvPr id="52" name="object 52"/>
          <p:cNvSpPr txBox="1"/>
          <p:nvPr/>
        </p:nvSpPr>
        <p:spPr>
          <a:xfrm>
            <a:off x="6218693" y="4507738"/>
            <a:ext cx="2548890" cy="1661993"/>
          </a:xfrm>
          <a:prstGeom prst="rect">
            <a:avLst/>
          </a:prstGeom>
        </p:spPr>
        <p:txBody>
          <a:bodyPr vert="horz" wrap="square" lIns="0" tIns="0" rIns="0" bIns="0" rtlCol="0">
            <a:spAutoFit/>
          </a:bodyPr>
          <a:lstStyle/>
          <a:p>
            <a:pPr marL="12700" marR="5080" algn="ctr">
              <a:lnSpc>
                <a:spcPct val="99500"/>
              </a:lnSpc>
            </a:pPr>
            <a:r>
              <a:rPr lang="nl-BE" sz="1800" b="1" dirty="0">
                <a:latin typeface="Arial"/>
                <a:cs typeface="Arial"/>
              </a:rPr>
              <a:t>G</a:t>
            </a:r>
            <a:r>
              <a:rPr sz="1800" b="1" dirty="0" err="1">
                <a:latin typeface="Arial"/>
                <a:cs typeface="Arial"/>
              </a:rPr>
              <a:t>roups</a:t>
            </a:r>
            <a:r>
              <a:rPr lang="nl-BE" sz="1800" b="1" dirty="0">
                <a:latin typeface="Arial"/>
                <a:cs typeface="Arial"/>
              </a:rPr>
              <a:t> of</a:t>
            </a:r>
            <a:r>
              <a:rPr sz="1800" spc="-70" dirty="0">
                <a:latin typeface="Arial"/>
                <a:cs typeface="Arial"/>
              </a:rPr>
              <a:t> </a:t>
            </a:r>
            <a:r>
              <a:rPr sz="1800" b="1" dirty="0">
                <a:latin typeface="Arial"/>
                <a:cs typeface="Arial"/>
              </a:rPr>
              <a:t>days,</a:t>
            </a:r>
            <a:r>
              <a:rPr sz="1800" b="1" spc="-40" dirty="0">
                <a:latin typeface="Arial"/>
                <a:cs typeface="Arial"/>
              </a:rPr>
              <a:t> </a:t>
            </a:r>
            <a:r>
              <a:rPr sz="1800" b="1" dirty="0">
                <a:latin typeface="Arial"/>
                <a:cs typeface="Arial"/>
              </a:rPr>
              <a:t>weeks,  batches, customers,  business units, sites,  sales reps, marketing  strategies,</a:t>
            </a:r>
            <a:r>
              <a:rPr sz="1800" b="1" spc="-105" dirty="0">
                <a:latin typeface="Arial"/>
                <a:cs typeface="Arial"/>
              </a:rPr>
              <a:t> </a:t>
            </a:r>
            <a:r>
              <a:rPr sz="1800" b="1" dirty="0">
                <a:latin typeface="Arial"/>
                <a:cs typeface="Arial"/>
              </a:rPr>
              <a:t>etc…</a:t>
            </a:r>
            <a:endParaRPr sz="1800" dirty="0">
              <a:latin typeface="Arial"/>
              <a:cs typeface="Arial"/>
            </a:endParaRPr>
          </a:p>
        </p:txBody>
      </p:sp>
      <p:sp>
        <p:nvSpPr>
          <p:cNvPr id="53" name="object 53"/>
          <p:cNvSpPr/>
          <p:nvPr/>
        </p:nvSpPr>
        <p:spPr>
          <a:xfrm>
            <a:off x="3286125" y="1268183"/>
            <a:ext cx="1971675" cy="757555"/>
          </a:xfrm>
          <a:custGeom>
            <a:avLst/>
            <a:gdLst/>
            <a:ahLst/>
            <a:cxnLst/>
            <a:rect l="l" t="t" r="r" b="b"/>
            <a:pathLst>
              <a:path w="1971675" h="757555">
                <a:moveTo>
                  <a:pt x="394335" y="0"/>
                </a:moveTo>
                <a:lnTo>
                  <a:pt x="0" y="378625"/>
                </a:lnTo>
                <a:lnTo>
                  <a:pt x="394335" y="757250"/>
                </a:lnTo>
                <a:lnTo>
                  <a:pt x="394335" y="567931"/>
                </a:lnTo>
                <a:lnTo>
                  <a:pt x="1774514" y="567931"/>
                </a:lnTo>
                <a:lnTo>
                  <a:pt x="1971675" y="378625"/>
                </a:lnTo>
                <a:lnTo>
                  <a:pt x="1774514" y="189318"/>
                </a:lnTo>
                <a:lnTo>
                  <a:pt x="394335" y="189318"/>
                </a:lnTo>
                <a:lnTo>
                  <a:pt x="394335" y="0"/>
                </a:lnTo>
                <a:close/>
              </a:path>
              <a:path w="1971675" h="757555">
                <a:moveTo>
                  <a:pt x="1774514" y="567931"/>
                </a:moveTo>
                <a:lnTo>
                  <a:pt x="1577339" y="567931"/>
                </a:lnTo>
                <a:lnTo>
                  <a:pt x="1577339" y="757250"/>
                </a:lnTo>
                <a:lnTo>
                  <a:pt x="1774514" y="567931"/>
                </a:lnTo>
                <a:close/>
              </a:path>
              <a:path w="1971675" h="757555">
                <a:moveTo>
                  <a:pt x="1577339" y="0"/>
                </a:moveTo>
                <a:lnTo>
                  <a:pt x="1577339" y="189318"/>
                </a:lnTo>
                <a:lnTo>
                  <a:pt x="1774514" y="189318"/>
                </a:lnTo>
                <a:lnTo>
                  <a:pt x="1577339" y="0"/>
                </a:lnTo>
                <a:close/>
              </a:path>
            </a:pathLst>
          </a:custGeom>
          <a:solidFill>
            <a:srgbClr val="407AAA"/>
          </a:solidFill>
        </p:spPr>
        <p:txBody>
          <a:bodyPr wrap="square" lIns="0" tIns="0" rIns="0" bIns="0" rtlCol="0"/>
          <a:lstStyle/>
          <a:p>
            <a:endParaRPr/>
          </a:p>
        </p:txBody>
      </p:sp>
      <p:sp>
        <p:nvSpPr>
          <p:cNvPr id="54" name="object 54"/>
          <p:cNvSpPr/>
          <p:nvPr/>
        </p:nvSpPr>
        <p:spPr>
          <a:xfrm>
            <a:off x="3286125" y="1268184"/>
            <a:ext cx="1971675" cy="757555"/>
          </a:xfrm>
          <a:custGeom>
            <a:avLst/>
            <a:gdLst/>
            <a:ahLst/>
            <a:cxnLst/>
            <a:rect l="l" t="t" r="r" b="b"/>
            <a:pathLst>
              <a:path w="1971675" h="757555">
                <a:moveTo>
                  <a:pt x="0" y="378618"/>
                </a:moveTo>
                <a:lnTo>
                  <a:pt x="394331" y="0"/>
                </a:lnTo>
                <a:lnTo>
                  <a:pt x="394331" y="189310"/>
                </a:lnTo>
                <a:lnTo>
                  <a:pt x="1577338" y="189310"/>
                </a:lnTo>
                <a:lnTo>
                  <a:pt x="1577338" y="0"/>
                </a:lnTo>
                <a:lnTo>
                  <a:pt x="1971678" y="378618"/>
                </a:lnTo>
                <a:lnTo>
                  <a:pt x="1577338" y="757237"/>
                </a:lnTo>
                <a:lnTo>
                  <a:pt x="1577338" y="567928"/>
                </a:lnTo>
                <a:lnTo>
                  <a:pt x="394331" y="567928"/>
                </a:lnTo>
                <a:lnTo>
                  <a:pt x="394331" y="757237"/>
                </a:lnTo>
                <a:lnTo>
                  <a:pt x="0" y="378618"/>
                </a:lnTo>
                <a:close/>
              </a:path>
            </a:pathLst>
          </a:custGeom>
          <a:ln w="9524">
            <a:solidFill>
              <a:srgbClr val="000000"/>
            </a:solidFill>
          </a:ln>
        </p:spPr>
        <p:txBody>
          <a:bodyPr wrap="square" lIns="0" tIns="0" rIns="0" bIns="0" rtlCol="0"/>
          <a:lstStyle/>
          <a:p>
            <a:endParaRPr/>
          </a:p>
        </p:txBody>
      </p:sp>
      <p:sp>
        <p:nvSpPr>
          <p:cNvPr id="55" name="object 55"/>
          <p:cNvSpPr txBox="1"/>
          <p:nvPr/>
        </p:nvSpPr>
        <p:spPr>
          <a:xfrm>
            <a:off x="3727132" y="1509648"/>
            <a:ext cx="4617720" cy="1896110"/>
          </a:xfrm>
          <a:prstGeom prst="rect">
            <a:avLst/>
          </a:prstGeom>
        </p:spPr>
        <p:txBody>
          <a:bodyPr vert="horz" wrap="square" lIns="0" tIns="0" rIns="0" bIns="0" rtlCol="0">
            <a:spAutoFit/>
          </a:bodyPr>
          <a:lstStyle/>
          <a:p>
            <a:pPr marL="12700">
              <a:lnSpc>
                <a:spcPct val="100000"/>
              </a:lnSpc>
            </a:pPr>
            <a:r>
              <a:rPr sz="1800" dirty="0">
                <a:solidFill>
                  <a:srgbClr val="FFFFFF"/>
                </a:solidFill>
                <a:latin typeface="Arial"/>
                <a:cs typeface="Arial"/>
              </a:rPr>
              <a:t>mean</a:t>
            </a:r>
            <a:r>
              <a:rPr sz="1800" spc="-100" dirty="0">
                <a:solidFill>
                  <a:srgbClr val="FFFFFF"/>
                </a:solidFill>
                <a:latin typeface="Arial"/>
                <a:cs typeface="Arial"/>
              </a:rPr>
              <a:t> </a:t>
            </a:r>
            <a:r>
              <a:rPr sz="1800" dirty="0">
                <a:solidFill>
                  <a:srgbClr val="FFFFFF"/>
                </a:solidFill>
                <a:latin typeface="Arial"/>
                <a:cs typeface="Arial"/>
              </a:rPr>
              <a:t>shift</a:t>
            </a:r>
            <a:endParaRPr sz="1800">
              <a:latin typeface="Arial"/>
              <a:cs typeface="Arial"/>
            </a:endParaRPr>
          </a:p>
          <a:p>
            <a:pPr>
              <a:lnSpc>
                <a:spcPct val="100000"/>
              </a:lnSpc>
            </a:pPr>
            <a:endParaRPr sz="1800">
              <a:latin typeface="Times New Roman"/>
              <a:cs typeface="Times New Roman"/>
            </a:endParaRPr>
          </a:p>
          <a:p>
            <a:pPr marL="1726564" algn="ctr">
              <a:lnSpc>
                <a:spcPct val="100000"/>
              </a:lnSpc>
              <a:spcBef>
                <a:spcPts val="1040"/>
              </a:spcBef>
            </a:pPr>
            <a:r>
              <a:rPr sz="2000" b="1" dirty="0">
                <a:latin typeface="Arial"/>
                <a:cs typeface="Arial"/>
              </a:rPr>
              <a:t>short term</a:t>
            </a:r>
            <a:r>
              <a:rPr sz="2000" b="1" spc="-100" dirty="0">
                <a:latin typeface="Arial"/>
                <a:cs typeface="Arial"/>
              </a:rPr>
              <a:t> </a:t>
            </a:r>
            <a:r>
              <a:rPr sz="2000" b="1" dirty="0">
                <a:latin typeface="Arial"/>
                <a:cs typeface="Arial"/>
              </a:rPr>
              <a:t>performance</a:t>
            </a:r>
            <a:endParaRPr sz="2000">
              <a:latin typeface="Arial"/>
              <a:cs typeface="Arial"/>
            </a:endParaRPr>
          </a:p>
          <a:p>
            <a:pPr>
              <a:lnSpc>
                <a:spcPct val="100000"/>
              </a:lnSpc>
            </a:pPr>
            <a:endParaRPr sz="2000">
              <a:latin typeface="Times New Roman"/>
              <a:cs typeface="Times New Roman"/>
            </a:endParaRPr>
          </a:p>
          <a:p>
            <a:pPr>
              <a:lnSpc>
                <a:spcPct val="100000"/>
              </a:lnSpc>
              <a:spcBef>
                <a:spcPts val="10"/>
              </a:spcBef>
            </a:pPr>
            <a:endParaRPr sz="2350">
              <a:latin typeface="Times New Roman"/>
              <a:cs typeface="Times New Roman"/>
            </a:endParaRPr>
          </a:p>
          <a:p>
            <a:pPr marL="1840230" algn="ctr">
              <a:lnSpc>
                <a:spcPct val="100000"/>
              </a:lnSpc>
            </a:pPr>
            <a:r>
              <a:rPr sz="1800" dirty="0">
                <a:solidFill>
                  <a:srgbClr val="FFFFFF"/>
                </a:solidFill>
                <a:latin typeface="Arial"/>
                <a:cs typeface="Arial"/>
              </a:rPr>
              <a:t>group</a:t>
            </a:r>
            <a:r>
              <a:rPr sz="1800" spc="-100" dirty="0">
                <a:solidFill>
                  <a:srgbClr val="FFFFFF"/>
                </a:solidFill>
                <a:latin typeface="Arial"/>
                <a:cs typeface="Arial"/>
              </a:rPr>
              <a:t> </a:t>
            </a:r>
            <a:r>
              <a:rPr sz="1800" dirty="0">
                <a:solidFill>
                  <a:srgbClr val="FFFFFF"/>
                </a:solidFill>
                <a:latin typeface="Arial"/>
                <a:cs typeface="Arial"/>
              </a:rPr>
              <a:t>4</a:t>
            </a:r>
            <a:endParaRPr sz="1800">
              <a:latin typeface="Arial"/>
              <a:cs typeface="Arial"/>
            </a:endParaRPr>
          </a:p>
        </p:txBody>
      </p:sp>
      <p:sp>
        <p:nvSpPr>
          <p:cNvPr id="56" name="Tijdelijke aanduiding voor dianummer 55"/>
          <p:cNvSpPr>
            <a:spLocks noGrp="1"/>
          </p:cNvSpPr>
          <p:nvPr>
            <p:ph type="sldNum" sz="quarter" idx="12"/>
          </p:nvPr>
        </p:nvSpPr>
        <p:spPr/>
        <p:txBody>
          <a:bodyPr/>
          <a:lstStyle/>
          <a:p>
            <a:pPr>
              <a:defRPr/>
            </a:pPr>
            <a:fld id="{3BAE3F46-7F34-4D55-854B-55B1578BB741}" type="slidenum">
              <a:rPr lang="en-US" smtClean="0"/>
              <a:pPr>
                <a:defRPr/>
              </a:pPr>
              <a:t>24</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title"/>
          </p:nvPr>
        </p:nvSpPr>
        <p:spPr>
          <a:xfrm>
            <a:off x="438150" y="450123"/>
            <a:ext cx="8234363" cy="792163"/>
          </a:xfrm>
          <a:prstGeom prst="rect">
            <a:avLst/>
          </a:prstGeom>
        </p:spPr>
        <p:txBody>
          <a:bodyPr vert="horz" wrap="square" lIns="0" tIns="223520" rIns="0" bIns="0" rtlCol="0">
            <a:spAutoFit/>
          </a:bodyPr>
          <a:lstStyle/>
          <a:p>
            <a:pPr marL="302260">
              <a:lnSpc>
                <a:spcPct val="100000"/>
              </a:lnSpc>
            </a:pPr>
            <a:r>
              <a:rPr sz="3200" dirty="0"/>
              <a:t>Process </a:t>
            </a:r>
            <a:r>
              <a:rPr sz="3200" spc="-5" dirty="0"/>
              <a:t>Variation </a:t>
            </a:r>
            <a:r>
              <a:rPr sz="3200" dirty="0"/>
              <a:t>–</a:t>
            </a:r>
            <a:r>
              <a:rPr sz="3200" spc="-5" dirty="0"/>
              <a:t> Post-Project</a:t>
            </a:r>
            <a:endParaRPr sz="3200" dirty="0"/>
          </a:p>
        </p:txBody>
      </p:sp>
      <p:sp>
        <p:nvSpPr>
          <p:cNvPr id="8" name="object 8"/>
          <p:cNvSpPr/>
          <p:nvPr/>
        </p:nvSpPr>
        <p:spPr>
          <a:xfrm>
            <a:off x="3348354" y="5889401"/>
            <a:ext cx="3502025" cy="0"/>
          </a:xfrm>
          <a:custGeom>
            <a:avLst/>
            <a:gdLst/>
            <a:ahLst/>
            <a:cxnLst/>
            <a:rect l="l" t="t" r="r" b="b"/>
            <a:pathLst>
              <a:path w="3502025">
                <a:moveTo>
                  <a:pt x="0" y="0"/>
                </a:moveTo>
                <a:lnTo>
                  <a:pt x="3502025" y="0"/>
                </a:lnTo>
              </a:path>
            </a:pathLst>
          </a:custGeom>
          <a:ln w="9525">
            <a:solidFill>
              <a:srgbClr val="000000"/>
            </a:solidFill>
          </a:ln>
        </p:spPr>
        <p:txBody>
          <a:bodyPr wrap="square" lIns="0" tIns="0" rIns="0" bIns="0" rtlCol="0"/>
          <a:lstStyle/>
          <a:p>
            <a:endParaRPr/>
          </a:p>
        </p:txBody>
      </p:sp>
      <p:sp>
        <p:nvSpPr>
          <p:cNvPr id="9" name="object 9"/>
          <p:cNvSpPr/>
          <p:nvPr/>
        </p:nvSpPr>
        <p:spPr>
          <a:xfrm>
            <a:off x="2265679" y="5889401"/>
            <a:ext cx="998855" cy="0"/>
          </a:xfrm>
          <a:custGeom>
            <a:avLst/>
            <a:gdLst/>
            <a:ahLst/>
            <a:cxnLst/>
            <a:rect l="l" t="t" r="r" b="b"/>
            <a:pathLst>
              <a:path w="998854">
                <a:moveTo>
                  <a:pt x="0" y="0"/>
                </a:moveTo>
                <a:lnTo>
                  <a:pt x="998537" y="0"/>
                </a:lnTo>
              </a:path>
            </a:pathLst>
          </a:custGeom>
          <a:ln w="9525">
            <a:solidFill>
              <a:srgbClr val="000000"/>
            </a:solidFill>
          </a:ln>
        </p:spPr>
        <p:txBody>
          <a:bodyPr wrap="square" lIns="0" tIns="0" rIns="0" bIns="0" rtlCol="0"/>
          <a:lstStyle/>
          <a:p>
            <a:endParaRPr/>
          </a:p>
        </p:txBody>
      </p:sp>
      <p:sp>
        <p:nvSpPr>
          <p:cNvPr id="10" name="object 10"/>
          <p:cNvSpPr/>
          <p:nvPr/>
        </p:nvSpPr>
        <p:spPr>
          <a:xfrm>
            <a:off x="2000567" y="5883051"/>
            <a:ext cx="5085080" cy="57150"/>
          </a:xfrm>
          <a:custGeom>
            <a:avLst/>
            <a:gdLst/>
            <a:ahLst/>
            <a:cxnLst/>
            <a:rect l="l" t="t" r="r" b="b"/>
            <a:pathLst>
              <a:path w="5085080" h="57150">
                <a:moveTo>
                  <a:pt x="0" y="0"/>
                </a:moveTo>
                <a:lnTo>
                  <a:pt x="0" y="52223"/>
                </a:lnTo>
                <a:lnTo>
                  <a:pt x="5084762" y="57150"/>
                </a:lnTo>
                <a:lnTo>
                  <a:pt x="5084762" y="4927"/>
                </a:lnTo>
                <a:lnTo>
                  <a:pt x="0" y="0"/>
                </a:lnTo>
                <a:close/>
              </a:path>
            </a:pathLst>
          </a:custGeom>
          <a:solidFill>
            <a:srgbClr val="A2A2A2"/>
          </a:solidFill>
        </p:spPr>
        <p:txBody>
          <a:bodyPr wrap="square" lIns="0" tIns="0" rIns="0" bIns="0" rtlCol="0"/>
          <a:lstStyle/>
          <a:p>
            <a:endParaRPr/>
          </a:p>
        </p:txBody>
      </p:sp>
      <p:sp>
        <p:nvSpPr>
          <p:cNvPr id="11" name="object 11"/>
          <p:cNvSpPr/>
          <p:nvPr/>
        </p:nvSpPr>
        <p:spPr>
          <a:xfrm>
            <a:off x="2000567" y="5883051"/>
            <a:ext cx="5085080" cy="57150"/>
          </a:xfrm>
          <a:custGeom>
            <a:avLst/>
            <a:gdLst/>
            <a:ahLst/>
            <a:cxnLst/>
            <a:rect l="l" t="t" r="r" b="b"/>
            <a:pathLst>
              <a:path w="5085080" h="57150">
                <a:moveTo>
                  <a:pt x="0" y="0"/>
                </a:moveTo>
                <a:lnTo>
                  <a:pt x="0" y="52223"/>
                </a:lnTo>
                <a:lnTo>
                  <a:pt x="5084756" y="57149"/>
                </a:lnTo>
                <a:lnTo>
                  <a:pt x="5084756" y="4926"/>
                </a:lnTo>
                <a:lnTo>
                  <a:pt x="0" y="0"/>
                </a:lnTo>
                <a:close/>
              </a:path>
            </a:pathLst>
          </a:custGeom>
          <a:ln w="9524">
            <a:solidFill>
              <a:srgbClr val="000000"/>
            </a:solidFill>
          </a:ln>
        </p:spPr>
        <p:txBody>
          <a:bodyPr wrap="square" lIns="0" tIns="0" rIns="0" bIns="0" rtlCol="0"/>
          <a:lstStyle/>
          <a:p>
            <a:endParaRPr/>
          </a:p>
        </p:txBody>
      </p:sp>
      <p:sp>
        <p:nvSpPr>
          <p:cNvPr id="12" name="object 12"/>
          <p:cNvSpPr/>
          <p:nvPr/>
        </p:nvSpPr>
        <p:spPr>
          <a:xfrm>
            <a:off x="3348354" y="3379558"/>
            <a:ext cx="4495800" cy="0"/>
          </a:xfrm>
          <a:custGeom>
            <a:avLst/>
            <a:gdLst/>
            <a:ahLst/>
            <a:cxnLst/>
            <a:rect l="l" t="t" r="r" b="b"/>
            <a:pathLst>
              <a:path w="4495800">
                <a:moveTo>
                  <a:pt x="0" y="0"/>
                </a:moveTo>
                <a:lnTo>
                  <a:pt x="4495800" y="0"/>
                </a:lnTo>
              </a:path>
            </a:pathLst>
          </a:custGeom>
          <a:ln w="19050">
            <a:solidFill>
              <a:srgbClr val="A2A2A2"/>
            </a:solidFill>
          </a:ln>
        </p:spPr>
        <p:txBody>
          <a:bodyPr wrap="square" lIns="0" tIns="0" rIns="0" bIns="0" rtlCol="0"/>
          <a:lstStyle/>
          <a:p>
            <a:endParaRPr/>
          </a:p>
        </p:txBody>
      </p:sp>
      <p:sp>
        <p:nvSpPr>
          <p:cNvPr id="13" name="object 13"/>
          <p:cNvSpPr/>
          <p:nvPr/>
        </p:nvSpPr>
        <p:spPr>
          <a:xfrm>
            <a:off x="3261042" y="3379558"/>
            <a:ext cx="3175" cy="0"/>
          </a:xfrm>
          <a:custGeom>
            <a:avLst/>
            <a:gdLst/>
            <a:ahLst/>
            <a:cxnLst/>
            <a:rect l="l" t="t" r="r" b="b"/>
            <a:pathLst>
              <a:path w="3175">
                <a:moveTo>
                  <a:pt x="0" y="0"/>
                </a:moveTo>
                <a:lnTo>
                  <a:pt x="3175" y="0"/>
                </a:lnTo>
              </a:path>
            </a:pathLst>
          </a:custGeom>
          <a:ln w="19050">
            <a:solidFill>
              <a:srgbClr val="A2A2A2"/>
            </a:solidFill>
          </a:ln>
        </p:spPr>
        <p:txBody>
          <a:bodyPr wrap="square" lIns="0" tIns="0" rIns="0" bIns="0" rtlCol="0"/>
          <a:lstStyle/>
          <a:p>
            <a:endParaRPr/>
          </a:p>
        </p:txBody>
      </p:sp>
      <p:sp>
        <p:nvSpPr>
          <p:cNvPr id="14" name="object 14"/>
          <p:cNvSpPr/>
          <p:nvPr/>
        </p:nvSpPr>
        <p:spPr>
          <a:xfrm>
            <a:off x="3348354" y="3619284"/>
            <a:ext cx="2481580" cy="0"/>
          </a:xfrm>
          <a:custGeom>
            <a:avLst/>
            <a:gdLst/>
            <a:ahLst/>
            <a:cxnLst/>
            <a:rect l="l" t="t" r="r" b="b"/>
            <a:pathLst>
              <a:path w="2481579">
                <a:moveTo>
                  <a:pt x="0" y="0"/>
                </a:moveTo>
                <a:lnTo>
                  <a:pt x="2481262" y="0"/>
                </a:lnTo>
              </a:path>
            </a:pathLst>
          </a:custGeom>
          <a:ln w="19050">
            <a:solidFill>
              <a:srgbClr val="A2A2A2"/>
            </a:solidFill>
          </a:ln>
        </p:spPr>
        <p:txBody>
          <a:bodyPr wrap="square" lIns="0" tIns="0" rIns="0" bIns="0" rtlCol="0"/>
          <a:lstStyle/>
          <a:p>
            <a:endParaRPr/>
          </a:p>
        </p:txBody>
      </p:sp>
      <p:sp>
        <p:nvSpPr>
          <p:cNvPr id="15" name="object 15"/>
          <p:cNvSpPr/>
          <p:nvPr/>
        </p:nvSpPr>
        <p:spPr>
          <a:xfrm>
            <a:off x="1246508" y="3619284"/>
            <a:ext cx="2018030" cy="0"/>
          </a:xfrm>
          <a:custGeom>
            <a:avLst/>
            <a:gdLst/>
            <a:ahLst/>
            <a:cxnLst/>
            <a:rect l="l" t="t" r="r" b="b"/>
            <a:pathLst>
              <a:path w="2018029">
                <a:moveTo>
                  <a:pt x="0" y="0"/>
                </a:moveTo>
                <a:lnTo>
                  <a:pt x="2017708" y="0"/>
                </a:lnTo>
              </a:path>
            </a:pathLst>
          </a:custGeom>
          <a:ln w="19050">
            <a:solidFill>
              <a:srgbClr val="A2A2A2"/>
            </a:solidFill>
          </a:ln>
        </p:spPr>
        <p:txBody>
          <a:bodyPr wrap="square" lIns="0" tIns="0" rIns="0" bIns="0" rtlCol="0"/>
          <a:lstStyle/>
          <a:p>
            <a:endParaRPr/>
          </a:p>
        </p:txBody>
      </p:sp>
      <p:sp>
        <p:nvSpPr>
          <p:cNvPr id="16" name="object 16"/>
          <p:cNvSpPr/>
          <p:nvPr/>
        </p:nvSpPr>
        <p:spPr>
          <a:xfrm>
            <a:off x="7855267" y="3874071"/>
            <a:ext cx="11430" cy="0"/>
          </a:xfrm>
          <a:custGeom>
            <a:avLst/>
            <a:gdLst/>
            <a:ahLst/>
            <a:cxnLst/>
            <a:rect l="l" t="t" r="r" b="b"/>
            <a:pathLst>
              <a:path w="11429">
                <a:moveTo>
                  <a:pt x="0" y="0"/>
                </a:moveTo>
                <a:lnTo>
                  <a:pt x="11112" y="0"/>
                </a:lnTo>
              </a:path>
            </a:pathLst>
          </a:custGeom>
          <a:ln w="17475">
            <a:solidFill>
              <a:srgbClr val="A2A2A2"/>
            </a:solidFill>
          </a:ln>
        </p:spPr>
        <p:txBody>
          <a:bodyPr wrap="square" lIns="0" tIns="0" rIns="0" bIns="0" rtlCol="0"/>
          <a:lstStyle/>
          <a:p>
            <a:endParaRPr/>
          </a:p>
        </p:txBody>
      </p:sp>
      <p:sp>
        <p:nvSpPr>
          <p:cNvPr id="17" name="object 17"/>
          <p:cNvSpPr/>
          <p:nvPr/>
        </p:nvSpPr>
        <p:spPr>
          <a:xfrm>
            <a:off x="3348354" y="3874071"/>
            <a:ext cx="3408679" cy="0"/>
          </a:xfrm>
          <a:custGeom>
            <a:avLst/>
            <a:gdLst/>
            <a:ahLst/>
            <a:cxnLst/>
            <a:rect l="l" t="t" r="r" b="b"/>
            <a:pathLst>
              <a:path w="3408679">
                <a:moveTo>
                  <a:pt x="0" y="0"/>
                </a:moveTo>
                <a:lnTo>
                  <a:pt x="3408362" y="0"/>
                </a:lnTo>
              </a:path>
            </a:pathLst>
          </a:custGeom>
          <a:ln w="17475">
            <a:solidFill>
              <a:srgbClr val="A2A2A2"/>
            </a:solidFill>
          </a:ln>
        </p:spPr>
        <p:txBody>
          <a:bodyPr wrap="square" lIns="0" tIns="0" rIns="0" bIns="0" rtlCol="0"/>
          <a:lstStyle/>
          <a:p>
            <a:endParaRPr/>
          </a:p>
        </p:txBody>
      </p:sp>
      <p:sp>
        <p:nvSpPr>
          <p:cNvPr id="18" name="object 18"/>
          <p:cNvSpPr/>
          <p:nvPr/>
        </p:nvSpPr>
        <p:spPr>
          <a:xfrm>
            <a:off x="3264217" y="2496908"/>
            <a:ext cx="84455" cy="3681729"/>
          </a:xfrm>
          <a:custGeom>
            <a:avLst/>
            <a:gdLst/>
            <a:ahLst/>
            <a:cxnLst/>
            <a:rect l="l" t="t" r="r" b="b"/>
            <a:pathLst>
              <a:path w="84454" h="3681729">
                <a:moveTo>
                  <a:pt x="0" y="0"/>
                </a:moveTo>
                <a:lnTo>
                  <a:pt x="84137" y="0"/>
                </a:lnTo>
                <a:lnTo>
                  <a:pt x="84137" y="3681417"/>
                </a:lnTo>
                <a:lnTo>
                  <a:pt x="0" y="3681417"/>
                </a:lnTo>
                <a:lnTo>
                  <a:pt x="0" y="0"/>
                </a:lnTo>
                <a:close/>
              </a:path>
            </a:pathLst>
          </a:custGeom>
          <a:solidFill>
            <a:srgbClr val="A2A2A2"/>
          </a:solidFill>
        </p:spPr>
        <p:txBody>
          <a:bodyPr wrap="square" lIns="0" tIns="0" rIns="0" bIns="0" rtlCol="0"/>
          <a:lstStyle/>
          <a:p>
            <a:endParaRPr/>
          </a:p>
        </p:txBody>
      </p:sp>
      <p:sp>
        <p:nvSpPr>
          <p:cNvPr id="19" name="object 19"/>
          <p:cNvSpPr/>
          <p:nvPr/>
        </p:nvSpPr>
        <p:spPr>
          <a:xfrm>
            <a:off x="3264217" y="2496909"/>
            <a:ext cx="84455" cy="3681729"/>
          </a:xfrm>
          <a:custGeom>
            <a:avLst/>
            <a:gdLst/>
            <a:ahLst/>
            <a:cxnLst/>
            <a:rect l="l" t="t" r="r" b="b"/>
            <a:pathLst>
              <a:path w="84454" h="3681729">
                <a:moveTo>
                  <a:pt x="0" y="0"/>
                </a:moveTo>
                <a:lnTo>
                  <a:pt x="84137" y="0"/>
                </a:lnTo>
                <a:lnTo>
                  <a:pt x="84137" y="3681407"/>
                </a:lnTo>
                <a:lnTo>
                  <a:pt x="0" y="3681407"/>
                </a:lnTo>
                <a:lnTo>
                  <a:pt x="0" y="0"/>
                </a:lnTo>
                <a:close/>
              </a:path>
            </a:pathLst>
          </a:custGeom>
          <a:ln w="9524">
            <a:solidFill>
              <a:srgbClr val="000000"/>
            </a:solidFill>
          </a:ln>
        </p:spPr>
        <p:txBody>
          <a:bodyPr wrap="square" lIns="0" tIns="0" rIns="0" bIns="0" rtlCol="0"/>
          <a:lstStyle/>
          <a:p>
            <a:endParaRPr/>
          </a:p>
        </p:txBody>
      </p:sp>
      <p:sp>
        <p:nvSpPr>
          <p:cNvPr id="20" name="object 20"/>
          <p:cNvSpPr/>
          <p:nvPr/>
        </p:nvSpPr>
        <p:spPr>
          <a:xfrm>
            <a:off x="5777229" y="2582633"/>
            <a:ext cx="78105" cy="3568700"/>
          </a:xfrm>
          <a:custGeom>
            <a:avLst/>
            <a:gdLst/>
            <a:ahLst/>
            <a:cxnLst/>
            <a:rect l="l" t="t" r="r" b="b"/>
            <a:pathLst>
              <a:path w="78104" h="3568700">
                <a:moveTo>
                  <a:pt x="77787" y="0"/>
                </a:moveTo>
                <a:lnTo>
                  <a:pt x="5981" y="0"/>
                </a:lnTo>
                <a:lnTo>
                  <a:pt x="0" y="3568705"/>
                </a:lnTo>
                <a:lnTo>
                  <a:pt x="71805" y="3568705"/>
                </a:lnTo>
                <a:lnTo>
                  <a:pt x="77787" y="0"/>
                </a:lnTo>
                <a:close/>
              </a:path>
            </a:pathLst>
          </a:custGeom>
          <a:solidFill>
            <a:srgbClr val="A2A2A2"/>
          </a:solidFill>
        </p:spPr>
        <p:txBody>
          <a:bodyPr wrap="square" lIns="0" tIns="0" rIns="0" bIns="0" rtlCol="0"/>
          <a:lstStyle/>
          <a:p>
            <a:endParaRPr/>
          </a:p>
        </p:txBody>
      </p:sp>
      <p:sp>
        <p:nvSpPr>
          <p:cNvPr id="21" name="object 21"/>
          <p:cNvSpPr/>
          <p:nvPr/>
        </p:nvSpPr>
        <p:spPr>
          <a:xfrm>
            <a:off x="5777229" y="2582634"/>
            <a:ext cx="78105" cy="3568700"/>
          </a:xfrm>
          <a:custGeom>
            <a:avLst/>
            <a:gdLst/>
            <a:ahLst/>
            <a:cxnLst/>
            <a:rect l="l" t="t" r="r" b="b"/>
            <a:pathLst>
              <a:path w="78104" h="3568700">
                <a:moveTo>
                  <a:pt x="0" y="3568697"/>
                </a:moveTo>
                <a:lnTo>
                  <a:pt x="71804" y="3568697"/>
                </a:lnTo>
                <a:lnTo>
                  <a:pt x="77787" y="0"/>
                </a:lnTo>
                <a:lnTo>
                  <a:pt x="5983" y="0"/>
                </a:lnTo>
                <a:lnTo>
                  <a:pt x="0" y="3568697"/>
                </a:lnTo>
                <a:close/>
              </a:path>
            </a:pathLst>
          </a:custGeom>
          <a:ln w="9524">
            <a:solidFill>
              <a:srgbClr val="000000"/>
            </a:solidFill>
          </a:ln>
        </p:spPr>
        <p:txBody>
          <a:bodyPr wrap="square" lIns="0" tIns="0" rIns="0" bIns="0" rtlCol="0"/>
          <a:lstStyle/>
          <a:p>
            <a:endParaRPr/>
          </a:p>
        </p:txBody>
      </p:sp>
      <p:sp>
        <p:nvSpPr>
          <p:cNvPr id="22" name="object 22"/>
          <p:cNvSpPr txBox="1"/>
          <p:nvPr/>
        </p:nvSpPr>
        <p:spPr>
          <a:xfrm>
            <a:off x="3159785" y="6205313"/>
            <a:ext cx="306705" cy="276225"/>
          </a:xfrm>
          <a:prstGeom prst="rect">
            <a:avLst/>
          </a:prstGeom>
        </p:spPr>
        <p:txBody>
          <a:bodyPr vert="horz" wrap="square" lIns="0" tIns="0" rIns="0" bIns="0" rtlCol="0">
            <a:spAutoFit/>
          </a:bodyPr>
          <a:lstStyle/>
          <a:p>
            <a:pPr marL="12700">
              <a:lnSpc>
                <a:spcPct val="100000"/>
              </a:lnSpc>
            </a:pPr>
            <a:r>
              <a:rPr sz="1700" dirty="0">
                <a:latin typeface="Calibri"/>
                <a:cs typeface="Calibri"/>
              </a:rPr>
              <a:t>LSL</a:t>
            </a:r>
            <a:endParaRPr sz="1700">
              <a:latin typeface="Calibri"/>
              <a:cs typeface="Calibri"/>
            </a:endParaRPr>
          </a:p>
        </p:txBody>
      </p:sp>
      <p:sp>
        <p:nvSpPr>
          <p:cNvPr id="23" name="object 23"/>
          <p:cNvSpPr txBox="1"/>
          <p:nvPr/>
        </p:nvSpPr>
        <p:spPr>
          <a:xfrm>
            <a:off x="5627192" y="6205313"/>
            <a:ext cx="354330" cy="276225"/>
          </a:xfrm>
          <a:prstGeom prst="rect">
            <a:avLst/>
          </a:prstGeom>
        </p:spPr>
        <p:txBody>
          <a:bodyPr vert="horz" wrap="square" lIns="0" tIns="0" rIns="0" bIns="0" rtlCol="0">
            <a:spAutoFit/>
          </a:bodyPr>
          <a:lstStyle/>
          <a:p>
            <a:pPr marL="12700">
              <a:lnSpc>
                <a:spcPct val="100000"/>
              </a:lnSpc>
            </a:pPr>
            <a:r>
              <a:rPr sz="1700" dirty="0">
                <a:latin typeface="Calibri"/>
                <a:cs typeface="Calibri"/>
              </a:rPr>
              <a:t>USL</a:t>
            </a:r>
            <a:endParaRPr sz="1700">
              <a:latin typeface="Calibri"/>
              <a:cs typeface="Calibri"/>
            </a:endParaRPr>
          </a:p>
        </p:txBody>
      </p:sp>
      <p:sp>
        <p:nvSpPr>
          <p:cNvPr id="24" name="object 24"/>
          <p:cNvSpPr txBox="1"/>
          <p:nvPr/>
        </p:nvSpPr>
        <p:spPr>
          <a:xfrm>
            <a:off x="4211148" y="6181501"/>
            <a:ext cx="624205" cy="292100"/>
          </a:xfrm>
          <a:prstGeom prst="rect">
            <a:avLst/>
          </a:prstGeom>
        </p:spPr>
        <p:txBody>
          <a:bodyPr vert="horz" wrap="square" lIns="0" tIns="0" rIns="0" bIns="0" rtlCol="0">
            <a:spAutoFit/>
          </a:bodyPr>
          <a:lstStyle/>
          <a:p>
            <a:pPr marL="12700">
              <a:lnSpc>
                <a:spcPct val="100000"/>
              </a:lnSpc>
            </a:pPr>
            <a:r>
              <a:rPr sz="1800" dirty="0">
                <a:latin typeface="Calibri"/>
                <a:cs typeface="Calibri"/>
              </a:rPr>
              <a:t>Target</a:t>
            </a:r>
          </a:p>
        </p:txBody>
      </p:sp>
      <p:sp>
        <p:nvSpPr>
          <p:cNvPr id="25" name="object 25"/>
          <p:cNvSpPr/>
          <p:nvPr/>
        </p:nvSpPr>
        <p:spPr>
          <a:xfrm>
            <a:off x="3738879" y="4209834"/>
            <a:ext cx="1625604" cy="1684338"/>
          </a:xfrm>
          <a:prstGeom prst="rect">
            <a:avLst/>
          </a:prstGeom>
          <a:blipFill>
            <a:blip r:embed="rId3" cstate="email"/>
            <a:stretch>
              <a:fillRect/>
            </a:stretch>
          </a:blipFill>
        </p:spPr>
        <p:txBody>
          <a:bodyPr wrap="square" lIns="0" tIns="0" rIns="0" bIns="0" rtlCol="0"/>
          <a:lstStyle/>
          <a:p>
            <a:endParaRPr/>
          </a:p>
        </p:txBody>
      </p:sp>
      <p:sp>
        <p:nvSpPr>
          <p:cNvPr id="26" name="object 26"/>
          <p:cNvSpPr/>
          <p:nvPr/>
        </p:nvSpPr>
        <p:spPr>
          <a:xfrm>
            <a:off x="4550886" y="4047909"/>
            <a:ext cx="0" cy="1957705"/>
          </a:xfrm>
          <a:custGeom>
            <a:avLst/>
            <a:gdLst/>
            <a:ahLst/>
            <a:cxnLst/>
            <a:rect l="l" t="t" r="r" b="b"/>
            <a:pathLst>
              <a:path h="1957704">
                <a:moveTo>
                  <a:pt x="0" y="0"/>
                </a:moveTo>
                <a:lnTo>
                  <a:pt x="0" y="1957381"/>
                </a:lnTo>
              </a:path>
            </a:pathLst>
          </a:custGeom>
          <a:ln w="17462">
            <a:solidFill>
              <a:srgbClr val="000000"/>
            </a:solidFill>
          </a:ln>
        </p:spPr>
        <p:txBody>
          <a:bodyPr wrap="square" lIns="0" tIns="0" rIns="0" bIns="0" rtlCol="0"/>
          <a:lstStyle/>
          <a:p>
            <a:endParaRPr/>
          </a:p>
        </p:txBody>
      </p:sp>
      <p:sp>
        <p:nvSpPr>
          <p:cNvPr id="27" name="object 27"/>
          <p:cNvSpPr/>
          <p:nvPr/>
        </p:nvSpPr>
        <p:spPr>
          <a:xfrm>
            <a:off x="4405629" y="5795738"/>
            <a:ext cx="319087" cy="187326"/>
          </a:xfrm>
          <a:prstGeom prst="rect">
            <a:avLst/>
          </a:prstGeom>
          <a:blipFill>
            <a:blip r:embed="rId4" cstate="email"/>
            <a:stretch>
              <a:fillRect/>
            </a:stretch>
          </a:blipFill>
        </p:spPr>
        <p:txBody>
          <a:bodyPr wrap="square" lIns="0" tIns="0" rIns="0" bIns="0" rtlCol="0"/>
          <a:lstStyle/>
          <a:p>
            <a:endParaRPr/>
          </a:p>
        </p:txBody>
      </p:sp>
      <p:sp>
        <p:nvSpPr>
          <p:cNvPr id="28" name="object 28"/>
          <p:cNvSpPr/>
          <p:nvPr/>
        </p:nvSpPr>
        <p:spPr>
          <a:xfrm>
            <a:off x="3873817" y="2315933"/>
            <a:ext cx="1358899" cy="1914537"/>
          </a:xfrm>
          <a:prstGeom prst="rect">
            <a:avLst/>
          </a:prstGeom>
          <a:blipFill>
            <a:blip r:embed="rId5" cstate="email"/>
            <a:stretch>
              <a:fillRect/>
            </a:stretch>
          </a:blipFill>
        </p:spPr>
        <p:txBody>
          <a:bodyPr wrap="square" lIns="0" tIns="0" rIns="0" bIns="0" rtlCol="0"/>
          <a:lstStyle/>
          <a:p>
            <a:endParaRPr/>
          </a:p>
        </p:txBody>
      </p:sp>
      <p:sp>
        <p:nvSpPr>
          <p:cNvPr id="29" name="object 29"/>
          <p:cNvSpPr/>
          <p:nvPr/>
        </p:nvSpPr>
        <p:spPr>
          <a:xfrm>
            <a:off x="5731713" y="2093950"/>
            <a:ext cx="3089275" cy="1187450"/>
          </a:xfrm>
          <a:custGeom>
            <a:avLst/>
            <a:gdLst/>
            <a:ahLst/>
            <a:cxnLst/>
            <a:rect l="l" t="t" r="r" b="b"/>
            <a:pathLst>
              <a:path w="3089275" h="1187450">
                <a:moveTo>
                  <a:pt x="752817" y="565950"/>
                </a:moveTo>
                <a:lnTo>
                  <a:pt x="476478" y="565950"/>
                </a:lnTo>
                <a:lnTo>
                  <a:pt x="194983" y="1187183"/>
                </a:lnTo>
                <a:lnTo>
                  <a:pt x="752817" y="565950"/>
                </a:lnTo>
                <a:close/>
              </a:path>
              <a:path w="3089275" h="1187450">
                <a:moveTo>
                  <a:pt x="3088754" y="0"/>
                </a:moveTo>
                <a:lnTo>
                  <a:pt x="0" y="0"/>
                </a:lnTo>
                <a:lnTo>
                  <a:pt x="0" y="565950"/>
                </a:lnTo>
                <a:lnTo>
                  <a:pt x="3088754" y="565950"/>
                </a:lnTo>
                <a:lnTo>
                  <a:pt x="3088754" y="0"/>
                </a:lnTo>
                <a:close/>
              </a:path>
            </a:pathLst>
          </a:custGeom>
          <a:solidFill>
            <a:srgbClr val="A2A2A2"/>
          </a:solidFill>
        </p:spPr>
        <p:txBody>
          <a:bodyPr wrap="square" lIns="0" tIns="0" rIns="0" bIns="0" rtlCol="0"/>
          <a:lstStyle/>
          <a:p>
            <a:endParaRPr/>
          </a:p>
        </p:txBody>
      </p:sp>
      <p:sp>
        <p:nvSpPr>
          <p:cNvPr id="30" name="object 30"/>
          <p:cNvSpPr/>
          <p:nvPr/>
        </p:nvSpPr>
        <p:spPr>
          <a:xfrm>
            <a:off x="5623242" y="2039721"/>
            <a:ext cx="3089275" cy="1187450"/>
          </a:xfrm>
          <a:custGeom>
            <a:avLst/>
            <a:gdLst/>
            <a:ahLst/>
            <a:cxnLst/>
            <a:rect l="l" t="t" r="r" b="b"/>
            <a:pathLst>
              <a:path w="3089275" h="1187450">
                <a:moveTo>
                  <a:pt x="753795" y="566953"/>
                </a:moveTo>
                <a:lnTo>
                  <a:pt x="476288" y="566953"/>
                </a:lnTo>
                <a:lnTo>
                  <a:pt x="194906" y="1187183"/>
                </a:lnTo>
                <a:lnTo>
                  <a:pt x="753795" y="566953"/>
                </a:lnTo>
                <a:close/>
              </a:path>
              <a:path w="3089275" h="1187450">
                <a:moveTo>
                  <a:pt x="3088754" y="0"/>
                </a:moveTo>
                <a:lnTo>
                  <a:pt x="0" y="0"/>
                </a:lnTo>
                <a:lnTo>
                  <a:pt x="0" y="566953"/>
                </a:lnTo>
                <a:lnTo>
                  <a:pt x="3088754" y="566953"/>
                </a:lnTo>
                <a:lnTo>
                  <a:pt x="3088754" y="0"/>
                </a:lnTo>
                <a:close/>
              </a:path>
            </a:pathLst>
          </a:custGeom>
          <a:solidFill>
            <a:srgbClr val="E1E1E1"/>
          </a:solidFill>
        </p:spPr>
        <p:txBody>
          <a:bodyPr wrap="square" lIns="0" tIns="0" rIns="0" bIns="0" rtlCol="0"/>
          <a:lstStyle/>
          <a:p>
            <a:endParaRPr/>
          </a:p>
        </p:txBody>
      </p:sp>
      <p:sp>
        <p:nvSpPr>
          <p:cNvPr id="31" name="object 31"/>
          <p:cNvSpPr/>
          <p:nvPr/>
        </p:nvSpPr>
        <p:spPr>
          <a:xfrm>
            <a:off x="5623242" y="2039721"/>
            <a:ext cx="3089275" cy="1187450"/>
          </a:xfrm>
          <a:custGeom>
            <a:avLst/>
            <a:gdLst/>
            <a:ahLst/>
            <a:cxnLst/>
            <a:rect l="l" t="t" r="r" b="b"/>
            <a:pathLst>
              <a:path w="3089275" h="1187450">
                <a:moveTo>
                  <a:pt x="0" y="0"/>
                </a:moveTo>
                <a:lnTo>
                  <a:pt x="3088758" y="0"/>
                </a:lnTo>
                <a:lnTo>
                  <a:pt x="3088758" y="566954"/>
                </a:lnTo>
                <a:lnTo>
                  <a:pt x="753795" y="566954"/>
                </a:lnTo>
                <a:lnTo>
                  <a:pt x="194903" y="1187189"/>
                </a:lnTo>
                <a:lnTo>
                  <a:pt x="476284" y="566954"/>
                </a:lnTo>
                <a:lnTo>
                  <a:pt x="0" y="566954"/>
                </a:lnTo>
                <a:lnTo>
                  <a:pt x="0" y="0"/>
                </a:lnTo>
              </a:path>
            </a:pathLst>
          </a:custGeom>
          <a:ln w="11112">
            <a:solidFill>
              <a:srgbClr val="000000"/>
            </a:solidFill>
          </a:ln>
        </p:spPr>
        <p:txBody>
          <a:bodyPr wrap="square" lIns="0" tIns="0" rIns="0" bIns="0" rtlCol="0"/>
          <a:lstStyle/>
          <a:p>
            <a:endParaRPr/>
          </a:p>
        </p:txBody>
      </p:sp>
      <p:sp>
        <p:nvSpPr>
          <p:cNvPr id="32" name="object 32"/>
          <p:cNvSpPr/>
          <p:nvPr/>
        </p:nvSpPr>
        <p:spPr>
          <a:xfrm>
            <a:off x="699452" y="4449533"/>
            <a:ext cx="3034665" cy="1222375"/>
          </a:xfrm>
          <a:custGeom>
            <a:avLst/>
            <a:gdLst/>
            <a:ahLst/>
            <a:cxnLst/>
            <a:rect l="l" t="t" r="r" b="b"/>
            <a:pathLst>
              <a:path w="3034665" h="1222375">
                <a:moveTo>
                  <a:pt x="2567889" y="583044"/>
                </a:moveTo>
                <a:lnTo>
                  <a:pt x="2294686" y="583044"/>
                </a:lnTo>
                <a:lnTo>
                  <a:pt x="2843542" y="1222380"/>
                </a:lnTo>
                <a:lnTo>
                  <a:pt x="2567889" y="583044"/>
                </a:lnTo>
                <a:close/>
              </a:path>
              <a:path w="3034665" h="1222375">
                <a:moveTo>
                  <a:pt x="3034665" y="0"/>
                </a:moveTo>
                <a:lnTo>
                  <a:pt x="0" y="0"/>
                </a:lnTo>
                <a:lnTo>
                  <a:pt x="0" y="583044"/>
                </a:lnTo>
                <a:lnTo>
                  <a:pt x="3034665" y="583044"/>
                </a:lnTo>
                <a:lnTo>
                  <a:pt x="3034665" y="0"/>
                </a:lnTo>
                <a:close/>
              </a:path>
            </a:pathLst>
          </a:custGeom>
          <a:solidFill>
            <a:srgbClr val="A2A2A2"/>
          </a:solidFill>
        </p:spPr>
        <p:txBody>
          <a:bodyPr wrap="square" lIns="0" tIns="0" rIns="0" bIns="0" rtlCol="0"/>
          <a:lstStyle/>
          <a:p>
            <a:endParaRPr/>
          </a:p>
        </p:txBody>
      </p:sp>
      <p:sp>
        <p:nvSpPr>
          <p:cNvPr id="33" name="object 33"/>
          <p:cNvSpPr/>
          <p:nvPr/>
        </p:nvSpPr>
        <p:spPr>
          <a:xfrm>
            <a:off x="594047" y="4395241"/>
            <a:ext cx="3037205" cy="1224915"/>
          </a:xfrm>
          <a:custGeom>
            <a:avLst/>
            <a:gdLst/>
            <a:ahLst/>
            <a:cxnLst/>
            <a:rect l="l" t="t" r="r" b="b"/>
            <a:pathLst>
              <a:path w="3037204" h="1224914">
                <a:moveTo>
                  <a:pt x="2568735" y="584009"/>
                </a:moveTo>
                <a:lnTo>
                  <a:pt x="2295316" y="584009"/>
                </a:lnTo>
                <a:lnTo>
                  <a:pt x="2844617" y="1224399"/>
                </a:lnTo>
                <a:lnTo>
                  <a:pt x="2568735" y="584009"/>
                </a:lnTo>
                <a:close/>
              </a:path>
              <a:path w="3037204" h="1224914">
                <a:moveTo>
                  <a:pt x="3037123" y="0"/>
                </a:moveTo>
                <a:lnTo>
                  <a:pt x="0" y="0"/>
                </a:lnTo>
                <a:lnTo>
                  <a:pt x="0" y="584009"/>
                </a:lnTo>
                <a:lnTo>
                  <a:pt x="3037123" y="584009"/>
                </a:lnTo>
                <a:lnTo>
                  <a:pt x="3037123" y="0"/>
                </a:lnTo>
                <a:close/>
              </a:path>
            </a:pathLst>
          </a:custGeom>
          <a:solidFill>
            <a:srgbClr val="E1E1E1"/>
          </a:solidFill>
        </p:spPr>
        <p:txBody>
          <a:bodyPr wrap="square" lIns="0" tIns="0" rIns="0" bIns="0" rtlCol="0"/>
          <a:lstStyle/>
          <a:p>
            <a:endParaRPr/>
          </a:p>
        </p:txBody>
      </p:sp>
      <p:sp>
        <p:nvSpPr>
          <p:cNvPr id="34" name="object 34"/>
          <p:cNvSpPr/>
          <p:nvPr/>
        </p:nvSpPr>
        <p:spPr>
          <a:xfrm>
            <a:off x="594047" y="4395241"/>
            <a:ext cx="3173722" cy="1224915"/>
          </a:xfrm>
          <a:custGeom>
            <a:avLst/>
            <a:gdLst/>
            <a:ahLst/>
            <a:cxnLst/>
            <a:rect l="l" t="t" r="r" b="b"/>
            <a:pathLst>
              <a:path w="3037204" h="1224914">
                <a:moveTo>
                  <a:pt x="3037117" y="0"/>
                </a:moveTo>
                <a:lnTo>
                  <a:pt x="0" y="0"/>
                </a:lnTo>
                <a:lnTo>
                  <a:pt x="0" y="584003"/>
                </a:lnTo>
                <a:lnTo>
                  <a:pt x="2295308" y="584003"/>
                </a:lnTo>
                <a:lnTo>
                  <a:pt x="2844617" y="1224389"/>
                </a:lnTo>
                <a:lnTo>
                  <a:pt x="2568738" y="584003"/>
                </a:lnTo>
                <a:lnTo>
                  <a:pt x="3037117" y="584003"/>
                </a:lnTo>
                <a:lnTo>
                  <a:pt x="3037117" y="0"/>
                </a:lnTo>
              </a:path>
            </a:pathLst>
          </a:custGeom>
          <a:ln w="11112">
            <a:solidFill>
              <a:srgbClr val="000000"/>
            </a:solidFill>
          </a:ln>
        </p:spPr>
        <p:txBody>
          <a:bodyPr wrap="square" lIns="0" tIns="0" rIns="0" bIns="0" rtlCol="0"/>
          <a:lstStyle/>
          <a:p>
            <a:endParaRPr/>
          </a:p>
        </p:txBody>
      </p:sp>
      <p:sp>
        <p:nvSpPr>
          <p:cNvPr id="35" name="object 35"/>
          <p:cNvSpPr txBox="1"/>
          <p:nvPr/>
        </p:nvSpPr>
        <p:spPr>
          <a:xfrm>
            <a:off x="2150160" y="4829517"/>
            <a:ext cx="45085" cy="106045"/>
          </a:xfrm>
          <a:prstGeom prst="rect">
            <a:avLst/>
          </a:prstGeom>
        </p:spPr>
        <p:txBody>
          <a:bodyPr vert="horz" wrap="square" lIns="0" tIns="0" rIns="0" bIns="0" rtlCol="0">
            <a:spAutoFit/>
          </a:bodyPr>
          <a:lstStyle/>
          <a:p>
            <a:pPr marL="12700">
              <a:lnSpc>
                <a:spcPct val="100000"/>
              </a:lnSpc>
            </a:pPr>
            <a:r>
              <a:rPr sz="600" dirty="0">
                <a:latin typeface="Calibri"/>
                <a:cs typeface="Calibri"/>
              </a:rPr>
              <a:t>.</a:t>
            </a:r>
            <a:endParaRPr sz="600">
              <a:latin typeface="Calibri"/>
              <a:cs typeface="Calibri"/>
            </a:endParaRPr>
          </a:p>
        </p:txBody>
      </p:sp>
      <p:sp>
        <p:nvSpPr>
          <p:cNvPr id="36" name="object 36"/>
          <p:cNvSpPr/>
          <p:nvPr/>
        </p:nvSpPr>
        <p:spPr>
          <a:xfrm>
            <a:off x="6742430" y="3074771"/>
            <a:ext cx="1098550" cy="311150"/>
          </a:xfrm>
          <a:custGeom>
            <a:avLst/>
            <a:gdLst/>
            <a:ahLst/>
            <a:cxnLst/>
            <a:rect l="l" t="t" r="r" b="b"/>
            <a:pathLst>
              <a:path w="1098550" h="311150">
                <a:moveTo>
                  <a:pt x="0" y="0"/>
                </a:moveTo>
                <a:lnTo>
                  <a:pt x="1098550" y="0"/>
                </a:lnTo>
                <a:lnTo>
                  <a:pt x="1098550" y="311150"/>
                </a:lnTo>
                <a:lnTo>
                  <a:pt x="0" y="311150"/>
                </a:lnTo>
                <a:lnTo>
                  <a:pt x="0" y="0"/>
                </a:lnTo>
                <a:close/>
              </a:path>
            </a:pathLst>
          </a:custGeom>
          <a:solidFill>
            <a:srgbClr val="FF7C00"/>
          </a:solidFill>
        </p:spPr>
        <p:txBody>
          <a:bodyPr wrap="square" lIns="0" tIns="0" rIns="0" bIns="0" rtlCol="0"/>
          <a:lstStyle/>
          <a:p>
            <a:endParaRPr/>
          </a:p>
        </p:txBody>
      </p:sp>
      <p:sp>
        <p:nvSpPr>
          <p:cNvPr id="37" name="object 37"/>
          <p:cNvSpPr/>
          <p:nvPr/>
        </p:nvSpPr>
        <p:spPr>
          <a:xfrm>
            <a:off x="1241746" y="3309708"/>
            <a:ext cx="1027430" cy="313055"/>
          </a:xfrm>
          <a:custGeom>
            <a:avLst/>
            <a:gdLst/>
            <a:ahLst/>
            <a:cxnLst/>
            <a:rect l="l" t="t" r="r" b="b"/>
            <a:pathLst>
              <a:path w="1027430" h="313054">
                <a:moveTo>
                  <a:pt x="0" y="0"/>
                </a:moveTo>
                <a:lnTo>
                  <a:pt x="1027108" y="0"/>
                </a:lnTo>
                <a:lnTo>
                  <a:pt x="1027108" y="312750"/>
                </a:lnTo>
                <a:lnTo>
                  <a:pt x="0" y="312750"/>
                </a:lnTo>
                <a:lnTo>
                  <a:pt x="0" y="0"/>
                </a:lnTo>
                <a:close/>
              </a:path>
            </a:pathLst>
          </a:custGeom>
          <a:solidFill>
            <a:srgbClr val="C6E6E9"/>
          </a:solidFill>
        </p:spPr>
        <p:txBody>
          <a:bodyPr wrap="square" lIns="0" tIns="0" rIns="0" bIns="0" rtlCol="0"/>
          <a:lstStyle/>
          <a:p>
            <a:endParaRPr/>
          </a:p>
        </p:txBody>
      </p:sp>
      <p:sp>
        <p:nvSpPr>
          <p:cNvPr id="38" name="object 38"/>
          <p:cNvSpPr/>
          <p:nvPr/>
        </p:nvSpPr>
        <p:spPr>
          <a:xfrm>
            <a:off x="6756717" y="3574834"/>
            <a:ext cx="1098550" cy="313055"/>
          </a:xfrm>
          <a:custGeom>
            <a:avLst/>
            <a:gdLst/>
            <a:ahLst/>
            <a:cxnLst/>
            <a:rect l="l" t="t" r="r" b="b"/>
            <a:pathLst>
              <a:path w="1098550" h="313054">
                <a:moveTo>
                  <a:pt x="0" y="0"/>
                </a:moveTo>
                <a:lnTo>
                  <a:pt x="1098550" y="0"/>
                </a:lnTo>
                <a:lnTo>
                  <a:pt x="1098550" y="312724"/>
                </a:lnTo>
                <a:lnTo>
                  <a:pt x="0" y="312724"/>
                </a:lnTo>
                <a:lnTo>
                  <a:pt x="0" y="0"/>
                </a:lnTo>
                <a:close/>
              </a:path>
            </a:pathLst>
          </a:custGeom>
          <a:solidFill>
            <a:srgbClr val="407AAA"/>
          </a:solidFill>
        </p:spPr>
        <p:txBody>
          <a:bodyPr wrap="square" lIns="0" tIns="0" rIns="0" bIns="0" rtlCol="0"/>
          <a:lstStyle/>
          <a:p>
            <a:endParaRPr/>
          </a:p>
        </p:txBody>
      </p:sp>
      <p:sp>
        <p:nvSpPr>
          <p:cNvPr id="39" name="object 39"/>
          <p:cNvSpPr txBox="1"/>
          <p:nvPr/>
        </p:nvSpPr>
        <p:spPr>
          <a:xfrm>
            <a:off x="5719445" y="2179104"/>
            <a:ext cx="2571750" cy="322580"/>
          </a:xfrm>
          <a:prstGeom prst="rect">
            <a:avLst/>
          </a:prstGeom>
        </p:spPr>
        <p:txBody>
          <a:bodyPr vert="horz" wrap="square" lIns="0" tIns="0" rIns="0" bIns="0" rtlCol="0">
            <a:spAutoFit/>
          </a:bodyPr>
          <a:lstStyle/>
          <a:p>
            <a:pPr marL="12700">
              <a:lnSpc>
                <a:spcPct val="100000"/>
              </a:lnSpc>
            </a:pPr>
            <a:r>
              <a:rPr sz="2000" b="1" dirty="0">
                <a:latin typeface="Calibri"/>
                <a:cs typeface="Calibri"/>
              </a:rPr>
              <a:t>short term</a:t>
            </a:r>
            <a:r>
              <a:rPr sz="2000" b="1" spc="-100" dirty="0">
                <a:latin typeface="Calibri"/>
                <a:cs typeface="Calibri"/>
              </a:rPr>
              <a:t> </a:t>
            </a:r>
            <a:r>
              <a:rPr sz="2000" b="1" dirty="0">
                <a:latin typeface="Calibri"/>
                <a:cs typeface="Calibri"/>
              </a:rPr>
              <a:t>performance</a:t>
            </a:r>
            <a:endParaRPr sz="2000">
              <a:latin typeface="Calibri"/>
              <a:cs typeface="Calibri"/>
            </a:endParaRPr>
          </a:p>
        </p:txBody>
      </p:sp>
      <p:sp>
        <p:nvSpPr>
          <p:cNvPr id="40" name="object 40"/>
          <p:cNvSpPr/>
          <p:nvPr/>
        </p:nvSpPr>
        <p:spPr>
          <a:xfrm>
            <a:off x="2268854" y="4114584"/>
            <a:ext cx="3556000" cy="0"/>
          </a:xfrm>
          <a:custGeom>
            <a:avLst/>
            <a:gdLst/>
            <a:ahLst/>
            <a:cxnLst/>
            <a:rect l="l" t="t" r="r" b="b"/>
            <a:pathLst>
              <a:path w="3556000">
                <a:moveTo>
                  <a:pt x="0" y="0"/>
                </a:moveTo>
                <a:lnTo>
                  <a:pt x="3556000" y="0"/>
                </a:lnTo>
              </a:path>
            </a:pathLst>
          </a:custGeom>
          <a:ln w="19050">
            <a:solidFill>
              <a:srgbClr val="A2A2A2"/>
            </a:solidFill>
          </a:ln>
        </p:spPr>
        <p:txBody>
          <a:bodyPr wrap="square" lIns="0" tIns="0" rIns="0" bIns="0" rtlCol="0"/>
          <a:lstStyle/>
          <a:p>
            <a:endParaRPr/>
          </a:p>
        </p:txBody>
      </p:sp>
      <p:sp>
        <p:nvSpPr>
          <p:cNvPr id="41" name="object 41"/>
          <p:cNvSpPr/>
          <p:nvPr/>
        </p:nvSpPr>
        <p:spPr>
          <a:xfrm>
            <a:off x="1241746" y="3812959"/>
            <a:ext cx="1027430" cy="313055"/>
          </a:xfrm>
          <a:custGeom>
            <a:avLst/>
            <a:gdLst/>
            <a:ahLst/>
            <a:cxnLst/>
            <a:rect l="l" t="t" r="r" b="b"/>
            <a:pathLst>
              <a:path w="1027430" h="313054">
                <a:moveTo>
                  <a:pt x="0" y="0"/>
                </a:moveTo>
                <a:lnTo>
                  <a:pt x="1027108" y="0"/>
                </a:lnTo>
                <a:lnTo>
                  <a:pt x="1027108" y="312724"/>
                </a:lnTo>
                <a:lnTo>
                  <a:pt x="0" y="312724"/>
                </a:lnTo>
                <a:lnTo>
                  <a:pt x="0" y="0"/>
                </a:lnTo>
                <a:close/>
              </a:path>
            </a:pathLst>
          </a:custGeom>
          <a:solidFill>
            <a:srgbClr val="FF2600"/>
          </a:solidFill>
        </p:spPr>
        <p:txBody>
          <a:bodyPr wrap="square" lIns="0" tIns="0" rIns="0" bIns="0" rtlCol="0"/>
          <a:lstStyle/>
          <a:p>
            <a:endParaRPr/>
          </a:p>
        </p:txBody>
      </p:sp>
      <p:sp>
        <p:nvSpPr>
          <p:cNvPr id="42" name="object 42"/>
          <p:cNvSpPr txBox="1"/>
          <p:nvPr/>
        </p:nvSpPr>
        <p:spPr>
          <a:xfrm>
            <a:off x="680723" y="3120478"/>
            <a:ext cx="6896100" cy="1808187"/>
          </a:xfrm>
          <a:prstGeom prst="rect">
            <a:avLst/>
          </a:prstGeom>
        </p:spPr>
        <p:txBody>
          <a:bodyPr vert="horz" wrap="square" lIns="0" tIns="0" rIns="0" bIns="0" rtlCol="0">
            <a:spAutoFit/>
          </a:bodyPr>
          <a:lstStyle/>
          <a:p>
            <a:pPr marR="19050" algn="r">
              <a:lnSpc>
                <a:spcPts val="2005"/>
              </a:lnSpc>
            </a:pPr>
            <a:r>
              <a:rPr sz="1800" dirty="0">
                <a:solidFill>
                  <a:srgbClr val="FFFFFF"/>
                </a:solidFill>
                <a:latin typeface="Calibri"/>
                <a:cs typeface="Calibri"/>
              </a:rPr>
              <a:t>group</a:t>
            </a:r>
            <a:r>
              <a:rPr sz="1800" spc="-105" dirty="0">
                <a:solidFill>
                  <a:srgbClr val="FFFFFF"/>
                </a:solidFill>
                <a:latin typeface="Calibri"/>
                <a:cs typeface="Calibri"/>
              </a:rPr>
              <a:t> </a:t>
            </a:r>
            <a:r>
              <a:rPr sz="1800" dirty="0">
                <a:solidFill>
                  <a:srgbClr val="FFFFFF"/>
                </a:solidFill>
                <a:latin typeface="Calibri"/>
                <a:cs typeface="Calibri"/>
              </a:rPr>
              <a:t>4</a:t>
            </a:r>
            <a:endParaRPr sz="1800" dirty="0">
              <a:latin typeface="Calibri"/>
              <a:cs typeface="Calibri"/>
            </a:endParaRPr>
          </a:p>
          <a:p>
            <a:pPr marL="652145">
              <a:lnSpc>
                <a:spcPts val="1970"/>
              </a:lnSpc>
            </a:pPr>
            <a:r>
              <a:rPr sz="1800" dirty="0">
                <a:solidFill>
                  <a:srgbClr val="FFFFFF"/>
                </a:solidFill>
                <a:latin typeface="Calibri"/>
                <a:cs typeface="Calibri"/>
              </a:rPr>
              <a:t>group</a:t>
            </a:r>
            <a:r>
              <a:rPr sz="1800" spc="-105" dirty="0">
                <a:solidFill>
                  <a:srgbClr val="FFFFFF"/>
                </a:solidFill>
                <a:latin typeface="Calibri"/>
                <a:cs typeface="Calibri"/>
              </a:rPr>
              <a:t> </a:t>
            </a:r>
            <a:r>
              <a:rPr sz="1800" dirty="0">
                <a:solidFill>
                  <a:srgbClr val="FFFFFF"/>
                </a:solidFill>
                <a:latin typeface="Calibri"/>
                <a:cs typeface="Calibri"/>
              </a:rPr>
              <a:t>3</a:t>
            </a:r>
            <a:endParaRPr sz="1800" dirty="0">
              <a:latin typeface="Calibri"/>
              <a:cs typeface="Calibri"/>
            </a:endParaRPr>
          </a:p>
          <a:p>
            <a:pPr marR="5080" algn="r">
              <a:lnSpc>
                <a:spcPts val="1980"/>
              </a:lnSpc>
            </a:pPr>
            <a:r>
              <a:rPr sz="1800" dirty="0">
                <a:solidFill>
                  <a:srgbClr val="FFFFFF"/>
                </a:solidFill>
                <a:latin typeface="Calibri"/>
                <a:cs typeface="Calibri"/>
              </a:rPr>
              <a:t>group</a:t>
            </a:r>
            <a:r>
              <a:rPr sz="1800" spc="-105" dirty="0">
                <a:solidFill>
                  <a:srgbClr val="FFFFFF"/>
                </a:solidFill>
                <a:latin typeface="Calibri"/>
                <a:cs typeface="Calibri"/>
              </a:rPr>
              <a:t> </a:t>
            </a:r>
            <a:r>
              <a:rPr sz="1800" dirty="0">
                <a:solidFill>
                  <a:srgbClr val="FFFFFF"/>
                </a:solidFill>
                <a:latin typeface="Calibri"/>
                <a:cs typeface="Calibri"/>
              </a:rPr>
              <a:t>2</a:t>
            </a:r>
            <a:endParaRPr sz="1800" dirty="0">
              <a:latin typeface="Calibri"/>
              <a:cs typeface="Calibri"/>
            </a:endParaRPr>
          </a:p>
          <a:p>
            <a:pPr marL="718820">
              <a:lnSpc>
                <a:spcPts val="2014"/>
              </a:lnSpc>
            </a:pPr>
            <a:r>
              <a:rPr sz="1800" dirty="0">
                <a:solidFill>
                  <a:srgbClr val="FFFFFF"/>
                </a:solidFill>
                <a:latin typeface="Calibri"/>
                <a:cs typeface="Calibri"/>
              </a:rPr>
              <a:t>group</a:t>
            </a:r>
            <a:r>
              <a:rPr sz="1800" spc="-105" dirty="0">
                <a:solidFill>
                  <a:srgbClr val="FFFFFF"/>
                </a:solidFill>
                <a:latin typeface="Calibri"/>
                <a:cs typeface="Calibri"/>
              </a:rPr>
              <a:t> </a:t>
            </a:r>
            <a:r>
              <a:rPr sz="1800" dirty="0">
                <a:solidFill>
                  <a:srgbClr val="FFFFFF"/>
                </a:solidFill>
                <a:latin typeface="Calibri"/>
                <a:cs typeface="Calibri"/>
              </a:rPr>
              <a:t>1</a:t>
            </a:r>
            <a:endParaRPr sz="1800" dirty="0">
              <a:latin typeface="Calibri"/>
              <a:cs typeface="Calibri"/>
            </a:endParaRPr>
          </a:p>
          <a:p>
            <a:pPr marL="12700" algn="l">
              <a:lnSpc>
                <a:spcPct val="100000"/>
              </a:lnSpc>
              <a:spcBef>
                <a:spcPts val="1255"/>
              </a:spcBef>
            </a:pPr>
            <a:br>
              <a:rPr lang="nl-BE" sz="2000" b="1" dirty="0">
                <a:latin typeface="Calibri"/>
                <a:cs typeface="Calibri"/>
              </a:rPr>
            </a:br>
            <a:r>
              <a:rPr sz="2000" b="1" dirty="0">
                <a:latin typeface="Calibri"/>
                <a:cs typeface="Calibri"/>
              </a:rPr>
              <a:t>long </a:t>
            </a:r>
            <a:r>
              <a:rPr sz="2000" b="1" spc="-5" dirty="0">
                <a:latin typeface="Calibri"/>
                <a:cs typeface="Calibri"/>
              </a:rPr>
              <a:t>term</a:t>
            </a:r>
            <a:r>
              <a:rPr sz="2000" b="1" spc="-40" dirty="0">
                <a:latin typeface="Calibri"/>
                <a:cs typeface="Calibri"/>
              </a:rPr>
              <a:t> </a:t>
            </a:r>
            <a:r>
              <a:rPr sz="2000" b="1" spc="-5" dirty="0">
                <a:latin typeface="Calibri"/>
                <a:cs typeface="Calibri"/>
              </a:rPr>
              <a:t>performance</a:t>
            </a:r>
            <a:endParaRPr sz="2000" dirty="0">
              <a:latin typeface="Calibri"/>
              <a:cs typeface="Calibri"/>
            </a:endParaRPr>
          </a:p>
        </p:txBody>
      </p:sp>
      <p:sp>
        <p:nvSpPr>
          <p:cNvPr id="43" name="object 43"/>
          <p:cNvSpPr/>
          <p:nvPr/>
        </p:nvSpPr>
        <p:spPr>
          <a:xfrm>
            <a:off x="465458" y="1255483"/>
            <a:ext cx="2656205" cy="1641475"/>
          </a:xfrm>
          <a:custGeom>
            <a:avLst/>
            <a:gdLst/>
            <a:ahLst/>
            <a:cxnLst/>
            <a:rect l="l" t="t" r="r" b="b"/>
            <a:pathLst>
              <a:path w="2656205" h="1641475">
                <a:moveTo>
                  <a:pt x="0" y="0"/>
                </a:moveTo>
                <a:lnTo>
                  <a:pt x="2655883" y="0"/>
                </a:lnTo>
                <a:lnTo>
                  <a:pt x="2655883" y="1641475"/>
                </a:lnTo>
                <a:lnTo>
                  <a:pt x="0" y="1641475"/>
                </a:lnTo>
                <a:lnTo>
                  <a:pt x="0" y="0"/>
                </a:lnTo>
                <a:close/>
              </a:path>
            </a:pathLst>
          </a:custGeom>
          <a:solidFill>
            <a:srgbClr val="FFFED5"/>
          </a:solidFill>
        </p:spPr>
        <p:txBody>
          <a:bodyPr wrap="square" lIns="0" tIns="0" rIns="0" bIns="0" rtlCol="0"/>
          <a:lstStyle/>
          <a:p>
            <a:endParaRPr/>
          </a:p>
        </p:txBody>
      </p:sp>
      <p:sp>
        <p:nvSpPr>
          <p:cNvPr id="44" name="object 44"/>
          <p:cNvSpPr txBox="1"/>
          <p:nvPr/>
        </p:nvSpPr>
        <p:spPr>
          <a:xfrm>
            <a:off x="465458" y="1255484"/>
            <a:ext cx="2656205" cy="1641475"/>
          </a:xfrm>
          <a:prstGeom prst="rect">
            <a:avLst/>
          </a:prstGeom>
          <a:ln w="9524">
            <a:solidFill>
              <a:srgbClr val="000000"/>
            </a:solidFill>
          </a:ln>
        </p:spPr>
        <p:txBody>
          <a:bodyPr vert="horz" wrap="square" lIns="0" tIns="177165" rIns="0" bIns="0" rtlCol="0">
            <a:spAutoFit/>
          </a:bodyPr>
          <a:lstStyle/>
          <a:p>
            <a:pPr marL="759460" marR="765810" indent="13335" algn="ctr">
              <a:lnSpc>
                <a:spcPct val="99500"/>
              </a:lnSpc>
              <a:spcBef>
                <a:spcPts val="1395"/>
              </a:spcBef>
            </a:pPr>
            <a:r>
              <a:rPr sz="1800" spc="-5" dirty="0">
                <a:latin typeface="Calibri"/>
                <a:cs typeface="Calibri"/>
              </a:rPr>
              <a:t>reduce  dispersion  </a:t>
            </a:r>
            <a:r>
              <a:rPr sz="1800" dirty="0">
                <a:latin typeface="Calibri"/>
                <a:cs typeface="Calibri"/>
              </a:rPr>
              <a:t>or</a:t>
            </a:r>
            <a:r>
              <a:rPr sz="1800" spc="-100" dirty="0">
                <a:latin typeface="Calibri"/>
                <a:cs typeface="Calibri"/>
              </a:rPr>
              <a:t> </a:t>
            </a:r>
            <a:r>
              <a:rPr sz="1800" dirty="0">
                <a:latin typeface="MS PGothic"/>
                <a:cs typeface="MS PGothic"/>
              </a:rPr>
              <a:t>“</a:t>
            </a:r>
            <a:r>
              <a:rPr sz="1800" dirty="0">
                <a:latin typeface="Calibri"/>
                <a:cs typeface="Calibri"/>
              </a:rPr>
              <a:t>spread</a:t>
            </a:r>
            <a:r>
              <a:rPr sz="1800" dirty="0">
                <a:latin typeface="MS PGothic"/>
                <a:cs typeface="MS PGothic"/>
              </a:rPr>
              <a:t>”</a:t>
            </a:r>
          </a:p>
          <a:p>
            <a:pPr marL="5715" algn="ctr">
              <a:lnSpc>
                <a:spcPct val="100000"/>
              </a:lnSpc>
              <a:spcBef>
                <a:spcPts val="1440"/>
              </a:spcBef>
            </a:pPr>
            <a:r>
              <a:rPr sz="1800" spc="-10" dirty="0">
                <a:latin typeface="Calibri"/>
                <a:cs typeface="Calibri"/>
              </a:rPr>
              <a:t>shift</a:t>
            </a:r>
            <a:r>
              <a:rPr sz="1800" spc="-95" dirty="0">
                <a:latin typeface="Calibri"/>
                <a:cs typeface="Calibri"/>
              </a:rPr>
              <a:t> </a:t>
            </a:r>
            <a:r>
              <a:rPr sz="1800" dirty="0">
                <a:latin typeface="Calibri"/>
                <a:cs typeface="Calibri"/>
              </a:rPr>
              <a:t>mean</a:t>
            </a:r>
          </a:p>
        </p:txBody>
      </p:sp>
      <p:sp>
        <p:nvSpPr>
          <p:cNvPr id="45" name="object 45"/>
          <p:cNvSpPr/>
          <p:nvPr/>
        </p:nvSpPr>
        <p:spPr>
          <a:xfrm>
            <a:off x="697233" y="1587284"/>
            <a:ext cx="377825" cy="450850"/>
          </a:xfrm>
          <a:custGeom>
            <a:avLst/>
            <a:gdLst/>
            <a:ahLst/>
            <a:cxnLst/>
            <a:rect l="l" t="t" r="r" b="b"/>
            <a:pathLst>
              <a:path w="377825" h="450850">
                <a:moveTo>
                  <a:pt x="283368" y="0"/>
                </a:moveTo>
                <a:lnTo>
                  <a:pt x="283368" y="112699"/>
                </a:lnTo>
                <a:lnTo>
                  <a:pt x="0" y="112699"/>
                </a:lnTo>
                <a:lnTo>
                  <a:pt x="0" y="338137"/>
                </a:lnTo>
                <a:lnTo>
                  <a:pt x="283368" y="338137"/>
                </a:lnTo>
                <a:lnTo>
                  <a:pt x="283368" y="450850"/>
                </a:lnTo>
                <a:lnTo>
                  <a:pt x="377825" y="225425"/>
                </a:lnTo>
                <a:lnTo>
                  <a:pt x="283368" y="0"/>
                </a:lnTo>
                <a:close/>
              </a:path>
            </a:pathLst>
          </a:custGeom>
          <a:solidFill>
            <a:srgbClr val="007AAA"/>
          </a:solidFill>
        </p:spPr>
        <p:txBody>
          <a:bodyPr wrap="square" lIns="0" tIns="0" rIns="0" bIns="0" rtlCol="0"/>
          <a:lstStyle/>
          <a:p>
            <a:endParaRPr/>
          </a:p>
        </p:txBody>
      </p:sp>
      <p:sp>
        <p:nvSpPr>
          <p:cNvPr id="46" name="object 46"/>
          <p:cNvSpPr/>
          <p:nvPr/>
        </p:nvSpPr>
        <p:spPr>
          <a:xfrm>
            <a:off x="697233" y="1587284"/>
            <a:ext cx="377825" cy="450850"/>
          </a:xfrm>
          <a:custGeom>
            <a:avLst/>
            <a:gdLst/>
            <a:ahLst/>
            <a:cxnLst/>
            <a:rect l="l" t="t" r="r" b="b"/>
            <a:pathLst>
              <a:path w="377825" h="450850">
                <a:moveTo>
                  <a:pt x="0" y="112712"/>
                </a:moveTo>
                <a:lnTo>
                  <a:pt x="283368" y="112712"/>
                </a:lnTo>
                <a:lnTo>
                  <a:pt x="283368" y="0"/>
                </a:lnTo>
                <a:lnTo>
                  <a:pt x="377824" y="225424"/>
                </a:lnTo>
                <a:lnTo>
                  <a:pt x="283368" y="450849"/>
                </a:lnTo>
                <a:lnTo>
                  <a:pt x="283368" y="338137"/>
                </a:lnTo>
                <a:lnTo>
                  <a:pt x="0" y="338137"/>
                </a:lnTo>
                <a:lnTo>
                  <a:pt x="0" y="112712"/>
                </a:lnTo>
                <a:close/>
              </a:path>
            </a:pathLst>
          </a:custGeom>
          <a:ln w="9524">
            <a:solidFill>
              <a:srgbClr val="000000"/>
            </a:solidFill>
          </a:ln>
        </p:spPr>
        <p:txBody>
          <a:bodyPr wrap="square" lIns="0" tIns="0" rIns="0" bIns="0" rtlCol="0"/>
          <a:lstStyle/>
          <a:p>
            <a:endParaRPr/>
          </a:p>
        </p:txBody>
      </p:sp>
      <p:sp>
        <p:nvSpPr>
          <p:cNvPr id="47" name="object 47"/>
          <p:cNvSpPr/>
          <p:nvPr/>
        </p:nvSpPr>
        <p:spPr>
          <a:xfrm>
            <a:off x="2564129" y="1596809"/>
            <a:ext cx="377825" cy="450850"/>
          </a:xfrm>
          <a:custGeom>
            <a:avLst/>
            <a:gdLst/>
            <a:ahLst/>
            <a:cxnLst/>
            <a:rect l="l" t="t" r="r" b="b"/>
            <a:pathLst>
              <a:path w="377825" h="450850">
                <a:moveTo>
                  <a:pt x="94462" y="0"/>
                </a:moveTo>
                <a:lnTo>
                  <a:pt x="0" y="225425"/>
                </a:lnTo>
                <a:lnTo>
                  <a:pt x="94462" y="450850"/>
                </a:lnTo>
                <a:lnTo>
                  <a:pt x="94462" y="338124"/>
                </a:lnTo>
                <a:lnTo>
                  <a:pt x="377825" y="338124"/>
                </a:lnTo>
                <a:lnTo>
                  <a:pt x="377825" y="112712"/>
                </a:lnTo>
                <a:lnTo>
                  <a:pt x="94462" y="112712"/>
                </a:lnTo>
                <a:lnTo>
                  <a:pt x="94462" y="0"/>
                </a:lnTo>
                <a:close/>
              </a:path>
            </a:pathLst>
          </a:custGeom>
          <a:solidFill>
            <a:srgbClr val="007AAA"/>
          </a:solidFill>
        </p:spPr>
        <p:txBody>
          <a:bodyPr wrap="square" lIns="0" tIns="0" rIns="0" bIns="0" rtlCol="0"/>
          <a:lstStyle/>
          <a:p>
            <a:endParaRPr/>
          </a:p>
        </p:txBody>
      </p:sp>
      <p:sp>
        <p:nvSpPr>
          <p:cNvPr id="48" name="object 48"/>
          <p:cNvSpPr/>
          <p:nvPr/>
        </p:nvSpPr>
        <p:spPr>
          <a:xfrm>
            <a:off x="2564130" y="1596809"/>
            <a:ext cx="377825" cy="450850"/>
          </a:xfrm>
          <a:custGeom>
            <a:avLst/>
            <a:gdLst/>
            <a:ahLst/>
            <a:cxnLst/>
            <a:rect l="l" t="t" r="r" b="b"/>
            <a:pathLst>
              <a:path w="377825" h="450850">
                <a:moveTo>
                  <a:pt x="377824" y="112712"/>
                </a:moveTo>
                <a:lnTo>
                  <a:pt x="94455" y="112712"/>
                </a:lnTo>
                <a:lnTo>
                  <a:pt x="94455" y="0"/>
                </a:lnTo>
                <a:lnTo>
                  <a:pt x="0" y="225424"/>
                </a:lnTo>
                <a:lnTo>
                  <a:pt x="94455" y="450849"/>
                </a:lnTo>
                <a:lnTo>
                  <a:pt x="94455" y="338137"/>
                </a:lnTo>
                <a:lnTo>
                  <a:pt x="377824" y="338137"/>
                </a:lnTo>
                <a:lnTo>
                  <a:pt x="377824" y="112712"/>
                </a:lnTo>
                <a:close/>
              </a:path>
            </a:pathLst>
          </a:custGeom>
          <a:ln w="9524">
            <a:solidFill>
              <a:srgbClr val="000000"/>
            </a:solidFill>
          </a:ln>
        </p:spPr>
        <p:txBody>
          <a:bodyPr wrap="square" lIns="0" tIns="0" rIns="0" bIns="0" rtlCol="0"/>
          <a:lstStyle/>
          <a:p>
            <a:endParaRPr/>
          </a:p>
        </p:txBody>
      </p:sp>
      <p:sp>
        <p:nvSpPr>
          <p:cNvPr id="49" name="object 49"/>
          <p:cNvSpPr/>
          <p:nvPr/>
        </p:nvSpPr>
        <p:spPr>
          <a:xfrm>
            <a:off x="692472" y="2368334"/>
            <a:ext cx="377825" cy="450850"/>
          </a:xfrm>
          <a:custGeom>
            <a:avLst/>
            <a:gdLst/>
            <a:ahLst/>
            <a:cxnLst/>
            <a:rect l="l" t="t" r="r" b="b"/>
            <a:pathLst>
              <a:path w="377825" h="450850">
                <a:moveTo>
                  <a:pt x="94454" y="0"/>
                </a:moveTo>
                <a:lnTo>
                  <a:pt x="0" y="225425"/>
                </a:lnTo>
                <a:lnTo>
                  <a:pt x="94454" y="450850"/>
                </a:lnTo>
                <a:lnTo>
                  <a:pt x="94454" y="338137"/>
                </a:lnTo>
                <a:lnTo>
                  <a:pt x="377823" y="338137"/>
                </a:lnTo>
                <a:lnTo>
                  <a:pt x="377823" y="112699"/>
                </a:lnTo>
                <a:lnTo>
                  <a:pt x="94454" y="112699"/>
                </a:lnTo>
                <a:lnTo>
                  <a:pt x="94454" y="0"/>
                </a:lnTo>
                <a:close/>
              </a:path>
            </a:pathLst>
          </a:custGeom>
          <a:solidFill>
            <a:srgbClr val="007AAA"/>
          </a:solidFill>
        </p:spPr>
        <p:txBody>
          <a:bodyPr wrap="square" lIns="0" tIns="0" rIns="0" bIns="0" rtlCol="0"/>
          <a:lstStyle/>
          <a:p>
            <a:endParaRPr/>
          </a:p>
        </p:txBody>
      </p:sp>
      <p:sp>
        <p:nvSpPr>
          <p:cNvPr id="50" name="object 50"/>
          <p:cNvSpPr/>
          <p:nvPr/>
        </p:nvSpPr>
        <p:spPr>
          <a:xfrm>
            <a:off x="692471" y="2368333"/>
            <a:ext cx="377825" cy="450850"/>
          </a:xfrm>
          <a:custGeom>
            <a:avLst/>
            <a:gdLst/>
            <a:ahLst/>
            <a:cxnLst/>
            <a:rect l="l" t="t" r="r" b="b"/>
            <a:pathLst>
              <a:path w="377825" h="450850">
                <a:moveTo>
                  <a:pt x="377824" y="112713"/>
                </a:moveTo>
                <a:lnTo>
                  <a:pt x="94455" y="112713"/>
                </a:lnTo>
                <a:lnTo>
                  <a:pt x="94455" y="0"/>
                </a:lnTo>
                <a:lnTo>
                  <a:pt x="0" y="225424"/>
                </a:lnTo>
                <a:lnTo>
                  <a:pt x="94455" y="450849"/>
                </a:lnTo>
                <a:lnTo>
                  <a:pt x="94455" y="338137"/>
                </a:lnTo>
                <a:lnTo>
                  <a:pt x="377824" y="338137"/>
                </a:lnTo>
                <a:lnTo>
                  <a:pt x="377824" y="112713"/>
                </a:lnTo>
                <a:close/>
              </a:path>
            </a:pathLst>
          </a:custGeom>
          <a:ln w="9524">
            <a:solidFill>
              <a:srgbClr val="000000"/>
            </a:solidFill>
          </a:ln>
        </p:spPr>
        <p:txBody>
          <a:bodyPr wrap="square" lIns="0" tIns="0" rIns="0" bIns="0" rtlCol="0"/>
          <a:lstStyle/>
          <a:p>
            <a:endParaRPr/>
          </a:p>
        </p:txBody>
      </p:sp>
      <p:sp>
        <p:nvSpPr>
          <p:cNvPr id="51" name="object 51"/>
          <p:cNvSpPr/>
          <p:nvPr/>
        </p:nvSpPr>
        <p:spPr>
          <a:xfrm>
            <a:off x="2559367" y="2377859"/>
            <a:ext cx="377825" cy="450850"/>
          </a:xfrm>
          <a:custGeom>
            <a:avLst/>
            <a:gdLst/>
            <a:ahLst/>
            <a:cxnLst/>
            <a:rect l="l" t="t" r="r" b="b"/>
            <a:pathLst>
              <a:path w="377825" h="450850">
                <a:moveTo>
                  <a:pt x="283375" y="0"/>
                </a:moveTo>
                <a:lnTo>
                  <a:pt x="283375" y="112712"/>
                </a:lnTo>
                <a:lnTo>
                  <a:pt x="0" y="112712"/>
                </a:lnTo>
                <a:lnTo>
                  <a:pt x="0" y="338124"/>
                </a:lnTo>
                <a:lnTo>
                  <a:pt x="283375" y="338124"/>
                </a:lnTo>
                <a:lnTo>
                  <a:pt x="283375" y="450850"/>
                </a:lnTo>
                <a:lnTo>
                  <a:pt x="377825" y="225425"/>
                </a:lnTo>
                <a:lnTo>
                  <a:pt x="283375" y="0"/>
                </a:lnTo>
                <a:close/>
              </a:path>
            </a:pathLst>
          </a:custGeom>
          <a:solidFill>
            <a:srgbClr val="007AAA"/>
          </a:solidFill>
        </p:spPr>
        <p:txBody>
          <a:bodyPr wrap="square" lIns="0" tIns="0" rIns="0" bIns="0" rtlCol="0"/>
          <a:lstStyle/>
          <a:p>
            <a:endParaRPr/>
          </a:p>
        </p:txBody>
      </p:sp>
      <p:sp>
        <p:nvSpPr>
          <p:cNvPr id="52" name="object 52"/>
          <p:cNvSpPr/>
          <p:nvPr/>
        </p:nvSpPr>
        <p:spPr>
          <a:xfrm>
            <a:off x="2559367" y="2377858"/>
            <a:ext cx="377825" cy="450850"/>
          </a:xfrm>
          <a:custGeom>
            <a:avLst/>
            <a:gdLst/>
            <a:ahLst/>
            <a:cxnLst/>
            <a:rect l="l" t="t" r="r" b="b"/>
            <a:pathLst>
              <a:path w="377825" h="450850">
                <a:moveTo>
                  <a:pt x="0" y="112713"/>
                </a:moveTo>
                <a:lnTo>
                  <a:pt x="283368" y="112713"/>
                </a:lnTo>
                <a:lnTo>
                  <a:pt x="283368" y="0"/>
                </a:lnTo>
                <a:lnTo>
                  <a:pt x="377824" y="225424"/>
                </a:lnTo>
                <a:lnTo>
                  <a:pt x="283368" y="450849"/>
                </a:lnTo>
                <a:lnTo>
                  <a:pt x="283368" y="338137"/>
                </a:lnTo>
                <a:lnTo>
                  <a:pt x="0" y="338137"/>
                </a:lnTo>
                <a:lnTo>
                  <a:pt x="0" y="112713"/>
                </a:lnTo>
                <a:close/>
              </a:path>
            </a:pathLst>
          </a:custGeom>
          <a:ln w="9524">
            <a:solidFill>
              <a:srgbClr val="000000"/>
            </a:solidFill>
          </a:ln>
        </p:spPr>
        <p:txBody>
          <a:bodyPr wrap="square" lIns="0" tIns="0" rIns="0" bIns="0" rtlCol="0"/>
          <a:lstStyle/>
          <a:p>
            <a:endParaRPr/>
          </a:p>
        </p:txBody>
      </p:sp>
      <p:sp>
        <p:nvSpPr>
          <p:cNvPr id="53" name="Tijdelijke aanduiding voor dianummer 52"/>
          <p:cNvSpPr>
            <a:spLocks noGrp="1"/>
          </p:cNvSpPr>
          <p:nvPr>
            <p:ph type="sldNum" sz="quarter" idx="12"/>
          </p:nvPr>
        </p:nvSpPr>
        <p:spPr/>
        <p:txBody>
          <a:bodyPr/>
          <a:lstStyle/>
          <a:p>
            <a:pPr>
              <a:defRPr/>
            </a:pPr>
            <a:fld id="{3BAE3F46-7F34-4D55-854B-55B1578BB741}" type="slidenum">
              <a:rPr lang="en-US" smtClean="0"/>
              <a:pPr>
                <a:defRPr/>
              </a:pPr>
              <a:t>25</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Text Box 2"/>
          <p:cNvSpPr txBox="1">
            <a:spLocks noChangeArrowheads="1"/>
          </p:cNvSpPr>
          <p:nvPr/>
        </p:nvSpPr>
        <p:spPr bwMode="auto">
          <a:xfrm>
            <a:off x="230380" y="1280023"/>
            <a:ext cx="8639175" cy="4894263"/>
          </a:xfrm>
          <a:prstGeom prst="rect">
            <a:avLst/>
          </a:prstGeom>
          <a:noFill/>
          <a:ln w="9525">
            <a:noFill/>
            <a:miter lim="800000"/>
            <a:headEnd/>
            <a:tailEnd/>
          </a:ln>
        </p:spPr>
        <p:txBody>
          <a:bodyPr lIns="0" tIns="0" rIns="0" bIns="0">
            <a:spAutoFit/>
          </a:bodyPr>
          <a:lstStyle/>
          <a:p>
            <a:pPr marL="174525" indent="-174525" defTabSz="706032">
              <a:buClr>
                <a:srgbClr val="FF3700"/>
              </a:buClr>
              <a:defRPr/>
            </a:pPr>
            <a:r>
              <a:rPr kumimoji="1" lang="en-GB" altLang="ja-JP" sz="1800" dirty="0">
                <a:latin typeface="Arial" charset="0"/>
              </a:rPr>
              <a:t>Basic laws of physics teach that:</a:t>
            </a:r>
          </a:p>
          <a:p>
            <a:pPr marL="174525" indent="-174525" defTabSz="706032">
              <a:buClr>
                <a:srgbClr val="FF3700"/>
              </a:buClr>
              <a:buFontTx/>
              <a:buChar char="•"/>
              <a:defRPr/>
            </a:pPr>
            <a:r>
              <a:rPr kumimoji="1" lang="en-GB" altLang="ja-JP" sz="1800" dirty="0">
                <a:highlight>
                  <a:srgbClr val="FFFF00"/>
                </a:highlight>
                <a:latin typeface="Arial" charset="0"/>
              </a:rPr>
              <a:t>A stable process has a minimum dispersion</a:t>
            </a:r>
          </a:p>
          <a:p>
            <a:pPr marL="174525" indent="-174525" defTabSz="706032">
              <a:buClr>
                <a:srgbClr val="FF3700"/>
              </a:buClr>
              <a:buFontTx/>
              <a:buChar char="•"/>
              <a:defRPr/>
            </a:pPr>
            <a:r>
              <a:rPr kumimoji="1" lang="en-GB" altLang="ja-JP" sz="1800" dirty="0">
                <a:highlight>
                  <a:srgbClr val="FFFF00"/>
                </a:highlight>
                <a:latin typeface="Arial" charset="0"/>
              </a:rPr>
              <a:t>Each process, running on its own, eventually becomes unstable</a:t>
            </a:r>
          </a:p>
          <a:p>
            <a:pPr marL="174525" indent="-174525" defTabSz="706032">
              <a:buClr>
                <a:srgbClr val="FF3700"/>
              </a:buClr>
              <a:buFontTx/>
              <a:buChar char="•"/>
              <a:defRPr/>
            </a:pPr>
            <a:r>
              <a:rPr kumimoji="1" lang="en-GB" altLang="ja-JP" sz="1800" dirty="0">
                <a:highlight>
                  <a:srgbClr val="FFFF00"/>
                </a:highlight>
                <a:latin typeface="Arial" charset="0"/>
              </a:rPr>
              <a:t>The dispersion of such a process will increase in a natural but unavoidable way</a:t>
            </a:r>
          </a:p>
          <a:p>
            <a:pPr marL="174525" indent="-174525" defTabSz="706032">
              <a:buClr>
                <a:srgbClr val="FF3700"/>
              </a:buClr>
              <a:buFontTx/>
              <a:buChar char="•"/>
              <a:defRPr/>
            </a:pPr>
            <a:r>
              <a:rPr kumimoji="1" lang="en-GB" altLang="ja-JP" sz="1800" dirty="0">
                <a:highlight>
                  <a:srgbClr val="FFFF00"/>
                </a:highlight>
                <a:latin typeface="Arial" charset="0"/>
              </a:rPr>
              <a:t>Eventually, there comes a time that we have problems due to process instability</a:t>
            </a:r>
          </a:p>
          <a:p>
            <a:pPr marL="174525" indent="-174525" defTabSz="706032">
              <a:buClr>
                <a:srgbClr val="FF3700"/>
              </a:buClr>
              <a:defRPr/>
            </a:pPr>
            <a:endParaRPr kumimoji="1" lang="en-GB" altLang="ja-JP" sz="1800" dirty="0">
              <a:latin typeface="Arial" charset="0"/>
            </a:endParaRPr>
          </a:p>
          <a:p>
            <a:pPr marL="174525" indent="-174525" defTabSz="706032">
              <a:buClr>
                <a:srgbClr val="FF3700"/>
              </a:buClr>
              <a:defRPr/>
            </a:pPr>
            <a:endParaRPr kumimoji="1" lang="en-GB" altLang="ja-JP" sz="1800" dirty="0">
              <a:latin typeface="Arial" charset="0"/>
            </a:endParaRPr>
          </a:p>
          <a:p>
            <a:pPr marL="174525" indent="-174525" defTabSz="706032">
              <a:buClr>
                <a:srgbClr val="FF3700"/>
              </a:buClr>
              <a:defRPr/>
            </a:pPr>
            <a:r>
              <a:rPr kumimoji="1" lang="en-GB" altLang="ja-JP" sz="1800" dirty="0">
                <a:latin typeface="Arial" charset="0"/>
              </a:rPr>
              <a:t>Most processes can be described using statistical principles:</a:t>
            </a:r>
          </a:p>
          <a:p>
            <a:pPr marL="174525" indent="-174525" defTabSz="706032">
              <a:buClr>
                <a:srgbClr val="FF3700"/>
              </a:buClr>
              <a:defRPr/>
            </a:pPr>
            <a:endParaRPr kumimoji="1" lang="en-GB" altLang="ja-JP" sz="1800" dirty="0">
              <a:latin typeface="Arial" charset="0"/>
            </a:endParaRPr>
          </a:p>
          <a:p>
            <a:pPr marL="174525" indent="-174525" defTabSz="706032">
              <a:buClr>
                <a:srgbClr val="FF3700"/>
              </a:buClr>
              <a:defRPr/>
            </a:pPr>
            <a:endParaRPr kumimoji="1" lang="en-GB" altLang="ja-JP" sz="1800" dirty="0">
              <a:latin typeface="Arial" charset="0"/>
            </a:endParaRPr>
          </a:p>
          <a:p>
            <a:pPr marL="174525" indent="-174525" defTabSz="706032">
              <a:buClr>
                <a:srgbClr val="FF3700"/>
              </a:buClr>
              <a:defRPr/>
            </a:pPr>
            <a:endParaRPr kumimoji="1" lang="en-GB" altLang="ja-JP" sz="1800" dirty="0">
              <a:latin typeface="Arial" charset="0"/>
            </a:endParaRPr>
          </a:p>
          <a:p>
            <a:pPr marL="174525" indent="-174525" defTabSz="706032">
              <a:buClr>
                <a:srgbClr val="FF3700"/>
              </a:buClr>
              <a:defRPr/>
            </a:pPr>
            <a:endParaRPr kumimoji="1" lang="en-GB" altLang="ja-JP" sz="1800" dirty="0">
              <a:latin typeface="Arial" charset="0"/>
            </a:endParaRPr>
          </a:p>
          <a:p>
            <a:pPr marL="174525" indent="-174525" defTabSz="706032">
              <a:buClr>
                <a:srgbClr val="FF3700"/>
              </a:buClr>
              <a:defRPr/>
            </a:pPr>
            <a:endParaRPr kumimoji="1" lang="en-GB" altLang="ja-JP" sz="1800" dirty="0">
              <a:latin typeface="Arial" charset="0"/>
            </a:endParaRPr>
          </a:p>
          <a:p>
            <a:pPr marL="174525" indent="-174525" defTabSz="706032">
              <a:buClr>
                <a:srgbClr val="FF3700"/>
              </a:buClr>
              <a:defRPr/>
            </a:pPr>
            <a:endParaRPr kumimoji="1" lang="en-GB" altLang="ja-JP" sz="1800" dirty="0">
              <a:latin typeface="Arial" charset="0"/>
            </a:endParaRPr>
          </a:p>
          <a:p>
            <a:pPr marL="174525" indent="-174525" defTabSz="706032">
              <a:buClr>
                <a:srgbClr val="FF3700"/>
              </a:buClr>
              <a:defRPr/>
            </a:pPr>
            <a:endParaRPr kumimoji="1" lang="en-GB" altLang="ja-JP" sz="1800" dirty="0">
              <a:latin typeface="Arial" charset="0"/>
            </a:endParaRPr>
          </a:p>
          <a:p>
            <a:pPr defTabSz="706032">
              <a:buClr>
                <a:srgbClr val="FF3700"/>
              </a:buClr>
              <a:defRPr/>
            </a:pPr>
            <a:r>
              <a:rPr kumimoji="1" lang="en-GB" altLang="ja-JP" sz="1800" dirty="0">
                <a:latin typeface="Arial" charset="0"/>
              </a:rPr>
              <a:t>This forms the foundation of the </a:t>
            </a:r>
            <a:r>
              <a:rPr kumimoji="1" lang="en-GB" altLang="ja-JP" sz="1800" b="1" dirty="0">
                <a:solidFill>
                  <a:schemeClr val="tx2"/>
                </a:solidFill>
                <a:latin typeface="Arial" charset="0"/>
              </a:rPr>
              <a:t>Statistical Process Control (SPC)</a:t>
            </a:r>
            <a:r>
              <a:rPr kumimoji="1" lang="en-GB" altLang="ja-JP" sz="1800" dirty="0">
                <a:latin typeface="Arial" charset="0"/>
              </a:rPr>
              <a:t>, which can be used to stabilize a process, thus </a:t>
            </a:r>
            <a:r>
              <a:rPr kumimoji="1" lang="en-GB" altLang="ja-JP" sz="1800" b="1" u="sng" dirty="0">
                <a:latin typeface="Arial" charset="0"/>
              </a:rPr>
              <a:t>improving the process capability</a:t>
            </a:r>
            <a:r>
              <a:rPr kumimoji="1" lang="en-GB" altLang="ja-JP" sz="1800" dirty="0">
                <a:latin typeface="Arial" charset="0"/>
              </a:rPr>
              <a:t>.</a:t>
            </a:r>
          </a:p>
        </p:txBody>
      </p:sp>
      <p:sp>
        <p:nvSpPr>
          <p:cNvPr id="35843" name="Rectangle 6"/>
          <p:cNvSpPr>
            <a:spLocks noGrp="1" noChangeArrowheads="1"/>
          </p:cNvSpPr>
          <p:nvPr>
            <p:ph type="title"/>
            <p:custDataLst>
              <p:tags r:id="rId1"/>
            </p:custDataLst>
          </p:nvPr>
        </p:nvSpPr>
        <p:spPr bwMode="gray">
          <a:xfrm>
            <a:off x="119063" y="230187"/>
            <a:ext cx="6838950" cy="1058785"/>
          </a:xfrm>
        </p:spPr>
        <p:txBody>
          <a:bodyPr/>
          <a:lstStyle/>
          <a:p>
            <a:pPr eaLnBrk="1" hangingPunct="1"/>
            <a:r>
              <a:rPr lang="en-US" dirty="0"/>
              <a:t>Process stability and capability must be improved in order to improve product and process quality</a:t>
            </a:r>
          </a:p>
        </p:txBody>
      </p:sp>
      <p:sp>
        <p:nvSpPr>
          <p:cNvPr id="35844" name="Foliennummernplatzhalter 2"/>
          <p:cNvSpPr>
            <a:spLocks noGrp="1"/>
          </p:cNvSpPr>
          <p:nvPr>
            <p:ph type="sldNum" sz="quarter" idx="10"/>
          </p:nvPr>
        </p:nvSpPr>
        <p:spPr>
          <a:noFill/>
        </p:spPr>
        <p:txBody>
          <a:bodyPr/>
          <a:lstStyle/>
          <a:p>
            <a:pPr defTabSz="909638"/>
            <a:fld id="{11212923-7274-47EA-AA81-C52848EFD3FC}" type="slidenum">
              <a:rPr lang="en-US" smtClean="0">
                <a:latin typeface="Arial" pitchFamily="34" charset="0"/>
              </a:rPr>
              <a:pPr defTabSz="909638"/>
              <a:t>26</a:t>
            </a:fld>
            <a:endParaRPr lang="en-US">
              <a:latin typeface="Arial" pitchFamily="34" charset="0"/>
            </a:endParaRPr>
          </a:p>
        </p:txBody>
      </p:sp>
      <p:grpSp>
        <p:nvGrpSpPr>
          <p:cNvPr id="2" name="Group 5"/>
          <p:cNvGrpSpPr>
            <a:grpSpLocks/>
          </p:cNvGrpSpPr>
          <p:nvPr/>
        </p:nvGrpSpPr>
        <p:grpSpPr bwMode="auto">
          <a:xfrm>
            <a:off x="566738" y="3457824"/>
            <a:ext cx="7970837" cy="1733550"/>
            <a:chOff x="218" y="1817"/>
            <a:chExt cx="4921" cy="1821"/>
          </a:xfrm>
        </p:grpSpPr>
        <p:pic>
          <p:nvPicPr>
            <p:cNvPr id="35851" name="Picture 6" descr="Papier2"/>
            <p:cNvPicPr>
              <a:picLocks noChangeAspect="1" noChangeArrowheads="1"/>
            </p:cNvPicPr>
            <p:nvPr>
              <p:custDataLst>
                <p:tags r:id="rId2"/>
              </p:custDataLst>
            </p:nvPr>
          </p:nvPicPr>
          <p:blipFill>
            <a:blip r:embed="rId6" cstate="email"/>
            <a:srcRect/>
            <a:stretch>
              <a:fillRect/>
            </a:stretch>
          </p:blipFill>
          <p:spPr bwMode="gray">
            <a:xfrm>
              <a:off x="218" y="1817"/>
              <a:ext cx="4921" cy="1821"/>
            </a:xfrm>
            <a:prstGeom prst="rect">
              <a:avLst/>
            </a:prstGeom>
            <a:noFill/>
            <a:ln w="9525">
              <a:noFill/>
              <a:miter lim="800000"/>
              <a:headEnd/>
              <a:tailEnd/>
            </a:ln>
          </p:spPr>
        </p:pic>
        <p:sp>
          <p:nvSpPr>
            <p:cNvPr id="35852" name="Rectangle 7"/>
            <p:cNvSpPr>
              <a:spLocks noChangeArrowheads="1"/>
            </p:cNvSpPr>
            <p:nvPr>
              <p:custDataLst>
                <p:tags r:id="rId3"/>
              </p:custDataLst>
            </p:nvPr>
          </p:nvSpPr>
          <p:spPr bwMode="auto">
            <a:xfrm>
              <a:off x="630" y="2233"/>
              <a:ext cx="4092" cy="873"/>
            </a:xfrm>
            <a:prstGeom prst="rect">
              <a:avLst/>
            </a:prstGeom>
            <a:noFill/>
            <a:ln w="9525">
              <a:noFill/>
              <a:miter lim="800000"/>
              <a:headEnd/>
              <a:tailEnd/>
            </a:ln>
          </p:spPr>
          <p:txBody>
            <a:bodyPr lIns="0" tIns="0" rIns="0" bIns="0" anchor="ctr">
              <a:spAutoFit/>
            </a:bodyPr>
            <a:lstStyle/>
            <a:p>
              <a:pPr eaLnBrk="0" hangingPunct="0"/>
              <a:r>
                <a:rPr kumimoji="1" lang="en-GB" altLang="ja-JP" sz="1800" b="1" i="1" dirty="0">
                  <a:highlight>
                    <a:srgbClr val="FFFF00"/>
                  </a:highlight>
                </a:rPr>
                <a:t>If</a:t>
              </a:r>
              <a:r>
                <a:rPr kumimoji="1" lang="en-GB" altLang="ja-JP" sz="1800" i="1" dirty="0">
                  <a:highlight>
                    <a:srgbClr val="FFFF00"/>
                  </a:highlight>
                </a:rPr>
                <a:t> a characteristic of a product is the result of a process with only </a:t>
              </a:r>
              <a:r>
                <a:rPr kumimoji="1" lang="en-GB" altLang="ja-JP" sz="1800" b="1" i="1" dirty="0">
                  <a:solidFill>
                    <a:srgbClr val="00B050"/>
                  </a:solidFill>
                  <a:highlight>
                    <a:srgbClr val="FFFF00"/>
                  </a:highlight>
                </a:rPr>
                <a:t>natural</a:t>
              </a:r>
              <a:r>
                <a:rPr kumimoji="1" lang="en-GB" altLang="ja-JP" sz="1800" i="1" dirty="0">
                  <a:highlight>
                    <a:srgbClr val="FFFF00"/>
                  </a:highlight>
                </a:rPr>
                <a:t> deteriorations, </a:t>
              </a:r>
              <a:r>
                <a:rPr kumimoji="1" lang="en-GB" altLang="ja-JP" sz="1800" b="1" i="1" dirty="0">
                  <a:highlight>
                    <a:srgbClr val="FFFF00"/>
                  </a:highlight>
                </a:rPr>
                <a:t>then</a:t>
              </a:r>
              <a:r>
                <a:rPr kumimoji="1" lang="en-GB" altLang="ja-JP" sz="1800" i="1" dirty="0">
                  <a:highlight>
                    <a:srgbClr val="FFFF00"/>
                  </a:highlight>
                </a:rPr>
                <a:t> the measurement distribution of this characteristic will follow a </a:t>
              </a:r>
              <a:r>
                <a:rPr kumimoji="1" lang="en-GB" altLang="ja-JP" sz="1800" b="1" i="1" dirty="0">
                  <a:solidFill>
                    <a:schemeClr val="tx2"/>
                  </a:solidFill>
                  <a:highlight>
                    <a:srgbClr val="FFFF00"/>
                  </a:highlight>
                </a:rPr>
                <a:t>normal distribution</a:t>
              </a:r>
            </a:p>
          </p:txBody>
        </p:sp>
      </p:grpSp>
      <p:grpSp>
        <p:nvGrpSpPr>
          <p:cNvPr id="3" name="Group 18"/>
          <p:cNvGrpSpPr>
            <a:grpSpLocks/>
          </p:cNvGrpSpPr>
          <p:nvPr/>
        </p:nvGrpSpPr>
        <p:grpSpPr bwMode="auto">
          <a:xfrm>
            <a:off x="378245" y="5975350"/>
            <a:ext cx="7707313" cy="719138"/>
            <a:chOff x="609600" y="5974862"/>
            <a:chExt cx="7707086" cy="720000"/>
          </a:xfrm>
        </p:grpSpPr>
        <p:pic>
          <p:nvPicPr>
            <p:cNvPr id="35847" name="Picture 36"/>
            <p:cNvPicPr>
              <a:picLocks noChangeAspect="1" noChangeArrowheads="1"/>
            </p:cNvPicPr>
            <p:nvPr/>
          </p:nvPicPr>
          <p:blipFill>
            <a:blip r:embed="rId7" cstate="email"/>
            <a:srcRect/>
            <a:stretch>
              <a:fillRect/>
            </a:stretch>
          </p:blipFill>
          <p:spPr bwMode="auto">
            <a:xfrm>
              <a:off x="5929985" y="5982437"/>
              <a:ext cx="2251075" cy="704850"/>
            </a:xfrm>
            <a:prstGeom prst="rect">
              <a:avLst/>
            </a:prstGeom>
            <a:noFill/>
            <a:ln w="6350" algn="ctr">
              <a:noFill/>
              <a:miter lim="800000"/>
              <a:headEnd/>
              <a:tailEnd/>
            </a:ln>
          </p:spPr>
        </p:pic>
        <p:pic>
          <p:nvPicPr>
            <p:cNvPr id="35848" name="Picture 2" descr="https://encrypted-tbn1.google.com/images?q=tbn:ANd9GcRRBQs-Z_0_ILEHteIX6Mdt2Gb4df-KhXX_Pl6NG4yBSH-H6OXz"/>
            <p:cNvPicPr>
              <a:picLocks noChangeAspect="1" noChangeArrowheads="1"/>
            </p:cNvPicPr>
            <p:nvPr/>
          </p:nvPicPr>
          <p:blipFill>
            <a:blip r:embed="rId8" cstate="email"/>
            <a:srcRect/>
            <a:stretch>
              <a:fillRect/>
            </a:stretch>
          </p:blipFill>
          <p:spPr bwMode="auto">
            <a:xfrm>
              <a:off x="752061" y="5974862"/>
              <a:ext cx="720000" cy="720000"/>
            </a:xfrm>
            <a:prstGeom prst="rect">
              <a:avLst/>
            </a:prstGeom>
            <a:noFill/>
            <a:ln w="9525">
              <a:noFill/>
              <a:miter lim="800000"/>
              <a:headEnd/>
              <a:tailEnd/>
            </a:ln>
          </p:spPr>
        </p:pic>
        <p:sp>
          <p:nvSpPr>
            <p:cNvPr id="35849" name="TextBox 16"/>
            <p:cNvSpPr txBox="1">
              <a:spLocks noChangeArrowheads="1"/>
            </p:cNvSpPr>
            <p:nvPr/>
          </p:nvSpPr>
          <p:spPr bwMode="auto">
            <a:xfrm>
              <a:off x="1564272" y="6211752"/>
              <a:ext cx="4230197" cy="246221"/>
            </a:xfrm>
            <a:prstGeom prst="rect">
              <a:avLst/>
            </a:prstGeom>
            <a:noFill/>
            <a:ln w="9525">
              <a:noFill/>
              <a:miter lim="800000"/>
              <a:headEnd/>
              <a:tailEnd/>
            </a:ln>
          </p:spPr>
          <p:txBody>
            <a:bodyPr wrap="none" lIns="0" tIns="0" rIns="0" bIns="0">
              <a:spAutoFit/>
            </a:bodyPr>
            <a:lstStyle/>
            <a:p>
              <a:pPr algn="ctr" eaLnBrk="0" hangingPunct="0"/>
              <a:r>
                <a:rPr lang="en-US" sz="1600" dirty="0"/>
                <a:t>A standard Normal Distribution is governed by:</a:t>
              </a:r>
            </a:p>
          </p:txBody>
        </p:sp>
        <p:sp>
          <p:nvSpPr>
            <p:cNvPr id="35850" name="Rectangle 17"/>
            <p:cNvSpPr>
              <a:spLocks noChangeArrowheads="1"/>
            </p:cNvSpPr>
            <p:nvPr/>
          </p:nvSpPr>
          <p:spPr bwMode="gray">
            <a:xfrm>
              <a:off x="609600" y="5974862"/>
              <a:ext cx="7707086" cy="720000"/>
            </a:xfrm>
            <a:prstGeom prst="rect">
              <a:avLst/>
            </a:prstGeom>
            <a:noFill/>
            <a:ln w="9525">
              <a:solidFill>
                <a:schemeClr val="tx1"/>
              </a:solidFill>
              <a:miter lim="800000"/>
              <a:headEnd/>
              <a:tailEnd/>
            </a:ln>
          </p:spPr>
          <p:txBody>
            <a:bodyPr lIns="36000" tIns="36000" rIns="36000" bIns="36000" anchor="ctr"/>
            <a:lstStyle/>
            <a:p>
              <a:pPr marL="142875" indent="-141288" algn="ctr" defTabSz="893763" eaLnBrk="0" hangingPunct="0">
                <a:buClr>
                  <a:schemeClr val="tx2"/>
                </a:buClr>
                <a:buFontTx/>
                <a:buChar char="•"/>
              </a:pPr>
              <a:endParaRPr lang="en-US" sz="1800"/>
            </a:p>
          </p:txBody>
        </p:sp>
      </p:gr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BE" dirty="0" err="1"/>
              <a:t>Normal</a:t>
            </a:r>
            <a:r>
              <a:rPr lang="nl-BE" dirty="0"/>
              <a:t> distribution</a:t>
            </a:r>
          </a:p>
        </p:txBody>
      </p:sp>
      <p:sp>
        <p:nvSpPr>
          <p:cNvPr id="3" name="Tijdelijke aanduiding voor inhoud 2"/>
          <p:cNvSpPr>
            <a:spLocks noGrp="1"/>
          </p:cNvSpPr>
          <p:nvPr>
            <p:ph idx="1"/>
          </p:nvPr>
        </p:nvSpPr>
        <p:spPr>
          <a:xfrm>
            <a:off x="403880" y="1960563"/>
            <a:ext cx="8235950" cy="4114800"/>
          </a:xfrm>
        </p:spPr>
        <p:txBody>
          <a:bodyPr/>
          <a:lstStyle/>
          <a:p>
            <a:r>
              <a:rPr lang="nl-BE" dirty="0"/>
              <a:t>Common distribution is </a:t>
            </a:r>
            <a:r>
              <a:rPr lang="nl-BE" dirty="0" err="1"/>
              <a:t>normal</a:t>
            </a:r>
            <a:r>
              <a:rPr lang="nl-BE" dirty="0"/>
              <a:t> distribution</a:t>
            </a:r>
            <a:br>
              <a:rPr lang="nl-BE" dirty="0"/>
            </a:br>
            <a:r>
              <a:rPr lang="nl-BE" dirty="0" err="1"/>
              <a:t>Dispersion</a:t>
            </a:r>
            <a:r>
              <a:rPr lang="nl-BE" dirty="0"/>
              <a:t> </a:t>
            </a:r>
            <a:r>
              <a:rPr lang="nl-BE" dirty="0" err="1"/>
              <a:t>by</a:t>
            </a:r>
            <a:r>
              <a:rPr lang="nl-BE" dirty="0"/>
              <a:t> </a:t>
            </a:r>
            <a:r>
              <a:rPr lang="nl-BE" u="sng" dirty="0" err="1"/>
              <a:t>natural</a:t>
            </a:r>
            <a:r>
              <a:rPr lang="nl-BE" u="sng" dirty="0"/>
              <a:t>/</a:t>
            </a:r>
            <a:r>
              <a:rPr lang="nl-BE" u="sng" dirty="0" err="1"/>
              <a:t>physical</a:t>
            </a:r>
            <a:r>
              <a:rPr lang="nl-BE" u="sng" dirty="0"/>
              <a:t> </a:t>
            </a:r>
            <a:r>
              <a:rPr lang="nl-BE" u="sng" dirty="0" err="1"/>
              <a:t>causes</a:t>
            </a:r>
            <a:r>
              <a:rPr lang="nl-BE" dirty="0"/>
              <a:t> are </a:t>
            </a:r>
            <a:r>
              <a:rPr lang="nl-BE" dirty="0" err="1"/>
              <a:t>normal</a:t>
            </a:r>
            <a:r>
              <a:rPr lang="nl-BE" dirty="0"/>
              <a:t> </a:t>
            </a:r>
            <a:r>
              <a:rPr lang="nl-BE" dirty="0" err="1"/>
              <a:t>distributed</a:t>
            </a:r>
            <a:endParaRPr lang="nl-BE" dirty="0"/>
          </a:p>
          <a:p>
            <a:r>
              <a:rPr lang="nl-BE" b="1" dirty="0">
                <a:highlight>
                  <a:srgbClr val="FFFF00"/>
                </a:highlight>
              </a:rPr>
              <a:t>Central limit </a:t>
            </a:r>
            <a:r>
              <a:rPr lang="nl-BE" b="1" dirty="0" err="1">
                <a:highlight>
                  <a:srgbClr val="FFFF00"/>
                </a:highlight>
              </a:rPr>
              <a:t>theorem</a:t>
            </a:r>
            <a:r>
              <a:rPr lang="nl-BE" dirty="0">
                <a:highlight>
                  <a:srgbClr val="FFFF00"/>
                </a:highlight>
              </a:rPr>
              <a:t>: </a:t>
            </a:r>
          </a:p>
          <a:p>
            <a:pPr lvl="1"/>
            <a:r>
              <a:rPr lang="nl-BE" dirty="0">
                <a:highlight>
                  <a:srgbClr val="FFFF00"/>
                </a:highlight>
              </a:rPr>
              <a:t>Averages of different samples </a:t>
            </a:r>
            <a:r>
              <a:rPr lang="nl-BE" dirty="0" err="1">
                <a:highlight>
                  <a:srgbClr val="FFFF00"/>
                </a:highlight>
              </a:rPr>
              <a:t>with</a:t>
            </a:r>
            <a:r>
              <a:rPr lang="nl-BE" dirty="0">
                <a:highlight>
                  <a:srgbClr val="FFFF00"/>
                </a:highlight>
              </a:rPr>
              <a:t> sample </a:t>
            </a:r>
            <a:r>
              <a:rPr lang="nl-BE" dirty="0" err="1">
                <a:highlight>
                  <a:srgbClr val="FFFF00"/>
                </a:highlight>
              </a:rPr>
              <a:t>number</a:t>
            </a:r>
            <a:r>
              <a:rPr lang="nl-BE" dirty="0">
                <a:highlight>
                  <a:srgbClr val="FFFF00"/>
                </a:highlight>
              </a:rPr>
              <a:t> n are </a:t>
            </a:r>
            <a:r>
              <a:rPr lang="nl-BE" dirty="0" err="1">
                <a:highlight>
                  <a:srgbClr val="FFFF00"/>
                </a:highlight>
              </a:rPr>
              <a:t>normal</a:t>
            </a:r>
            <a:r>
              <a:rPr lang="nl-BE" dirty="0">
                <a:highlight>
                  <a:srgbClr val="FFFF00"/>
                </a:highlight>
              </a:rPr>
              <a:t> </a:t>
            </a:r>
            <a:r>
              <a:rPr lang="nl-BE" dirty="0" err="1">
                <a:highlight>
                  <a:srgbClr val="FFFF00"/>
                </a:highlight>
              </a:rPr>
              <a:t>distributed</a:t>
            </a:r>
            <a:endParaRPr lang="nl-BE" dirty="0">
              <a:highlight>
                <a:srgbClr val="FFFF00"/>
              </a:highlight>
            </a:endParaRPr>
          </a:p>
          <a:p>
            <a:pPr lvl="1"/>
            <a:r>
              <a:rPr lang="nl-BE" dirty="0">
                <a:highlight>
                  <a:srgbClr val="FFFF00"/>
                </a:highlight>
              </a:rPr>
              <a:t>Spread = spread </a:t>
            </a:r>
            <a:r>
              <a:rPr lang="nl-BE" dirty="0" err="1">
                <a:highlight>
                  <a:srgbClr val="FFFF00"/>
                </a:highlight>
              </a:rPr>
              <a:t>population</a:t>
            </a:r>
            <a:r>
              <a:rPr lang="nl-BE" dirty="0">
                <a:highlight>
                  <a:srgbClr val="FFFF00"/>
                </a:highlight>
              </a:rPr>
              <a:t> / </a:t>
            </a:r>
            <a:r>
              <a:rPr lang="nl-BE" dirty="0" err="1">
                <a:highlight>
                  <a:srgbClr val="FFFF00"/>
                </a:highlight>
              </a:rPr>
              <a:t>sqrt</a:t>
            </a:r>
            <a:r>
              <a:rPr lang="nl-BE" dirty="0">
                <a:highlight>
                  <a:srgbClr val="FFFF00"/>
                </a:highlight>
              </a:rPr>
              <a:t> (sample </a:t>
            </a:r>
            <a:r>
              <a:rPr lang="nl-BE" dirty="0" err="1">
                <a:highlight>
                  <a:srgbClr val="FFFF00"/>
                </a:highlight>
              </a:rPr>
              <a:t>number</a:t>
            </a:r>
            <a:r>
              <a:rPr lang="nl-BE" dirty="0">
                <a:highlight>
                  <a:srgbClr val="FFFF00"/>
                </a:highlight>
              </a:rPr>
              <a:t> n)</a:t>
            </a:r>
          </a:p>
          <a:p>
            <a:pPr lvl="1"/>
            <a:endParaRPr lang="nl-BE" dirty="0"/>
          </a:p>
          <a:p>
            <a:r>
              <a:rPr lang="nl-BE" dirty="0" err="1"/>
              <a:t>There</a:t>
            </a:r>
            <a:r>
              <a:rPr lang="nl-BE" dirty="0"/>
              <a:t> are </a:t>
            </a:r>
            <a:r>
              <a:rPr lang="nl-BE" dirty="0" err="1"/>
              <a:t>also</a:t>
            </a:r>
            <a:r>
              <a:rPr lang="nl-BE" dirty="0"/>
              <a:t> </a:t>
            </a:r>
            <a:r>
              <a:rPr lang="nl-BE" dirty="0" err="1"/>
              <a:t>other</a:t>
            </a:r>
            <a:r>
              <a:rPr lang="nl-BE" dirty="0"/>
              <a:t> </a:t>
            </a:r>
            <a:r>
              <a:rPr lang="nl-BE" dirty="0" err="1"/>
              <a:t>distributions</a:t>
            </a:r>
            <a:r>
              <a:rPr lang="nl-BE" dirty="0"/>
              <a:t> – </a:t>
            </a:r>
            <a:r>
              <a:rPr lang="nl-BE" dirty="0" err="1"/>
              <a:t>examples</a:t>
            </a:r>
            <a:endParaRPr lang="nl-BE" dirty="0"/>
          </a:p>
          <a:p>
            <a:r>
              <a:rPr lang="nl-BE" b="1" dirty="0" err="1"/>
              <a:t>Visualize</a:t>
            </a:r>
            <a:r>
              <a:rPr lang="nl-BE" dirty="0"/>
              <a:t> data to </a:t>
            </a:r>
            <a:r>
              <a:rPr lang="nl-BE" dirty="0" err="1"/>
              <a:t>see</a:t>
            </a:r>
            <a:r>
              <a:rPr lang="nl-BE" dirty="0"/>
              <a:t> the distribution / </a:t>
            </a:r>
            <a:r>
              <a:rPr lang="nl-BE" dirty="0" err="1"/>
              <a:t>outliers</a:t>
            </a:r>
            <a:r>
              <a:rPr lang="nl-BE" dirty="0"/>
              <a:t> / …</a:t>
            </a:r>
          </a:p>
          <a:p>
            <a:endParaRPr lang="nl-BE" dirty="0"/>
          </a:p>
          <a:p>
            <a:r>
              <a:rPr lang="nl-BE" dirty="0"/>
              <a:t>Statistical </a:t>
            </a:r>
            <a:r>
              <a:rPr lang="nl-BE" dirty="0" err="1"/>
              <a:t>calculation</a:t>
            </a:r>
            <a:r>
              <a:rPr lang="nl-BE" dirty="0"/>
              <a:t> </a:t>
            </a:r>
            <a:r>
              <a:rPr lang="nl-BE" dirty="0" err="1"/>
              <a:t>such</a:t>
            </a:r>
            <a:r>
              <a:rPr lang="nl-BE" dirty="0"/>
              <a:t> as averages, spread … </a:t>
            </a:r>
            <a:r>
              <a:rPr lang="nl-BE" dirty="0" err="1"/>
              <a:t>only</a:t>
            </a:r>
            <a:r>
              <a:rPr lang="nl-BE" dirty="0"/>
              <a:t> correct </a:t>
            </a:r>
            <a:r>
              <a:rPr lang="nl-BE" dirty="0" err="1"/>
              <a:t>when</a:t>
            </a:r>
            <a:r>
              <a:rPr lang="nl-BE" dirty="0"/>
              <a:t> the distribution is a </a:t>
            </a:r>
            <a:r>
              <a:rPr lang="nl-BE" dirty="0" err="1"/>
              <a:t>normal</a:t>
            </a:r>
            <a:r>
              <a:rPr lang="nl-BE" dirty="0"/>
              <a:t> distribution</a:t>
            </a:r>
          </a:p>
        </p:txBody>
      </p:sp>
      <p:sp>
        <p:nvSpPr>
          <p:cNvPr id="4" name="Tijdelijke aanduiding voor dianummer 3"/>
          <p:cNvSpPr>
            <a:spLocks noGrp="1"/>
          </p:cNvSpPr>
          <p:nvPr>
            <p:ph type="sldNum" sz="quarter" idx="12"/>
          </p:nvPr>
        </p:nvSpPr>
        <p:spPr/>
        <p:txBody>
          <a:bodyPr/>
          <a:lstStyle/>
          <a:p>
            <a:pPr>
              <a:defRPr/>
            </a:pPr>
            <a:fld id="{3BAE3F46-7F34-4D55-854B-55B1578BB741}" type="slidenum">
              <a:rPr lang="en-US" smtClean="0"/>
              <a:pPr>
                <a:defRPr/>
              </a:pPr>
              <a:t>27</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BE" dirty="0"/>
              <a:t>Agenda</a:t>
            </a:r>
          </a:p>
        </p:txBody>
      </p:sp>
      <p:sp>
        <p:nvSpPr>
          <p:cNvPr id="3" name="Tijdelijke aanduiding voor inhoud 2"/>
          <p:cNvSpPr>
            <a:spLocks noGrp="1"/>
          </p:cNvSpPr>
          <p:nvPr>
            <p:ph idx="1"/>
          </p:nvPr>
        </p:nvSpPr>
        <p:spPr/>
        <p:txBody>
          <a:bodyPr/>
          <a:lstStyle/>
          <a:p>
            <a:r>
              <a:rPr lang="nl-BE" dirty="0"/>
              <a:t>13u30-15u30: deel 1 	</a:t>
            </a:r>
            <a:r>
              <a:rPr lang="nl-BE" dirty="0">
                <a:solidFill>
                  <a:schemeClr val="tx2"/>
                </a:solidFill>
              </a:rPr>
              <a:t> </a:t>
            </a:r>
            <a:r>
              <a:rPr lang="nl-BE" dirty="0"/>
              <a:t>Intro &amp; </a:t>
            </a:r>
            <a:r>
              <a:rPr lang="nl-BE" dirty="0" err="1">
                <a:solidFill>
                  <a:schemeClr val="tx2"/>
                </a:solidFill>
              </a:rPr>
              <a:t>Process</a:t>
            </a:r>
            <a:r>
              <a:rPr lang="nl-BE" dirty="0">
                <a:solidFill>
                  <a:schemeClr val="tx2"/>
                </a:solidFill>
              </a:rPr>
              <a:t> </a:t>
            </a:r>
            <a:r>
              <a:rPr lang="nl-BE" dirty="0" err="1">
                <a:solidFill>
                  <a:schemeClr val="tx2"/>
                </a:solidFill>
              </a:rPr>
              <a:t>Capability</a:t>
            </a:r>
            <a:br>
              <a:rPr lang="nl-BE" dirty="0"/>
            </a:br>
            <a:r>
              <a:rPr lang="nl-BE" dirty="0"/>
              <a:t>				</a:t>
            </a:r>
          </a:p>
          <a:p>
            <a:r>
              <a:rPr lang="nl-BE" dirty="0"/>
              <a:t>15u30-15u45: pauze</a:t>
            </a:r>
          </a:p>
          <a:p>
            <a:endParaRPr lang="nl-BE" dirty="0"/>
          </a:p>
          <a:p>
            <a:r>
              <a:rPr lang="nl-BE" dirty="0"/>
              <a:t>15u45-17u45: deel 2	Statistical </a:t>
            </a:r>
            <a:r>
              <a:rPr lang="nl-BE" dirty="0" err="1"/>
              <a:t>Process</a:t>
            </a:r>
            <a:r>
              <a:rPr lang="nl-BE" dirty="0"/>
              <a:t> Control (</a:t>
            </a:r>
            <a:r>
              <a:rPr lang="nl-BE" dirty="0" err="1"/>
              <a:t>charts</a:t>
            </a:r>
            <a:r>
              <a:rPr lang="nl-BE" dirty="0"/>
              <a:t>)</a:t>
            </a:r>
            <a:br>
              <a:rPr lang="nl-BE" dirty="0"/>
            </a:br>
            <a:endParaRPr lang="nl-BE" dirty="0"/>
          </a:p>
          <a:p>
            <a:r>
              <a:rPr lang="nl-BE" dirty="0"/>
              <a:t>17u45-18u15: pauze (broodjes)</a:t>
            </a:r>
          </a:p>
          <a:p>
            <a:endParaRPr lang="nl-BE" dirty="0"/>
          </a:p>
          <a:p>
            <a:r>
              <a:rPr lang="nl-BE" dirty="0"/>
              <a:t>18u15-20u15: deel 3	</a:t>
            </a:r>
            <a:r>
              <a:rPr lang="nl-BE" dirty="0" err="1"/>
              <a:t>Exercises</a:t>
            </a:r>
            <a:endParaRPr lang="nl-BE" dirty="0"/>
          </a:p>
        </p:txBody>
      </p:sp>
      <p:sp>
        <p:nvSpPr>
          <p:cNvPr id="4" name="Tijdelijke aanduiding voor dianummer 3"/>
          <p:cNvSpPr>
            <a:spLocks noGrp="1"/>
          </p:cNvSpPr>
          <p:nvPr>
            <p:ph type="sldNum" sz="quarter" idx="12"/>
          </p:nvPr>
        </p:nvSpPr>
        <p:spPr/>
        <p:txBody>
          <a:bodyPr/>
          <a:lstStyle/>
          <a:p>
            <a:pPr>
              <a:defRPr/>
            </a:pPr>
            <a:fld id="{3BAE3F46-7F34-4D55-854B-55B1578BB741}" type="slidenum">
              <a:rPr lang="en-US" smtClean="0"/>
              <a:pPr>
                <a:defRPr/>
              </a:pPr>
              <a:t>28</a:t>
            </a:fld>
            <a:endParaRPr lang="en-US"/>
          </a:p>
        </p:txBody>
      </p:sp>
    </p:spTree>
    <p:extLst>
      <p:ext uri="{BB962C8B-B14F-4D97-AF65-F5344CB8AC3E}">
        <p14:creationId xmlns:p14="http://schemas.microsoft.com/office/powerpoint/2010/main" val="27803902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idx="4294967295"/>
          </p:nvPr>
        </p:nvSpPr>
        <p:spPr>
          <a:xfrm>
            <a:off x="418641" y="418640"/>
            <a:ext cx="6577069" cy="517793"/>
          </a:xfrm>
        </p:spPr>
        <p:txBody>
          <a:bodyPr>
            <a:normAutofit/>
          </a:bodyPr>
          <a:lstStyle/>
          <a:p>
            <a:r>
              <a:rPr lang="en-GB" altLang="nl-BE" dirty="0" err="1"/>
              <a:t>Oorzaken</a:t>
            </a:r>
            <a:r>
              <a:rPr lang="en-GB" altLang="nl-BE" dirty="0"/>
              <a:t> van </a:t>
            </a:r>
            <a:r>
              <a:rPr lang="en-GB" altLang="nl-BE" dirty="0" err="1"/>
              <a:t>niet-stabiliteit</a:t>
            </a:r>
            <a:endParaRPr lang="en-GB" altLang="nl-BE" dirty="0"/>
          </a:p>
        </p:txBody>
      </p:sp>
      <p:sp>
        <p:nvSpPr>
          <p:cNvPr id="28675" name="Rectangle 3"/>
          <p:cNvSpPr>
            <a:spLocks noGrp="1" noChangeArrowheads="1"/>
          </p:cNvSpPr>
          <p:nvPr>
            <p:ph idx="1"/>
          </p:nvPr>
        </p:nvSpPr>
        <p:spPr/>
        <p:txBody>
          <a:bodyPr/>
          <a:lstStyle/>
          <a:p>
            <a:pPr>
              <a:lnSpc>
                <a:spcPct val="70000"/>
              </a:lnSpc>
              <a:buFont typeface="Arial" pitchFamily="34" charset="0"/>
              <a:buChar char="•"/>
            </a:pPr>
            <a:r>
              <a:rPr lang="en-GB" altLang="nl-BE" dirty="0" err="1">
                <a:solidFill>
                  <a:schemeClr val="tx1"/>
                </a:solidFill>
              </a:rPr>
              <a:t>Stabiliteit</a:t>
            </a:r>
            <a:r>
              <a:rPr lang="en-GB" altLang="nl-BE" dirty="0">
                <a:solidFill>
                  <a:schemeClr val="tx1"/>
                </a:solidFill>
              </a:rPr>
              <a:t>: </a:t>
            </a:r>
            <a:r>
              <a:rPr lang="en-GB" altLang="nl-BE" dirty="0" err="1">
                <a:solidFill>
                  <a:schemeClr val="tx1"/>
                </a:solidFill>
              </a:rPr>
              <a:t>proces</a:t>
            </a:r>
            <a:r>
              <a:rPr lang="en-GB" altLang="nl-BE" dirty="0">
                <a:solidFill>
                  <a:schemeClr val="tx1"/>
                </a:solidFill>
              </a:rPr>
              <a:t> </a:t>
            </a:r>
            <a:r>
              <a:rPr lang="en-GB" altLang="nl-BE" dirty="0" err="1">
                <a:solidFill>
                  <a:schemeClr val="tx1"/>
                </a:solidFill>
              </a:rPr>
              <a:t>enkel</a:t>
            </a:r>
            <a:r>
              <a:rPr lang="en-GB" altLang="nl-BE" dirty="0">
                <a:solidFill>
                  <a:schemeClr val="tx1"/>
                </a:solidFill>
              </a:rPr>
              <a:t> op </a:t>
            </a:r>
            <a:r>
              <a:rPr lang="en-GB" altLang="nl-BE" dirty="0" err="1">
                <a:solidFill>
                  <a:schemeClr val="tx1"/>
                </a:solidFill>
              </a:rPr>
              <a:t>toevallige</a:t>
            </a:r>
            <a:r>
              <a:rPr lang="en-GB" altLang="nl-BE" dirty="0">
                <a:solidFill>
                  <a:schemeClr val="tx1"/>
                </a:solidFill>
              </a:rPr>
              <a:t> </a:t>
            </a:r>
            <a:r>
              <a:rPr lang="en-GB" altLang="nl-BE" dirty="0" err="1">
                <a:solidFill>
                  <a:schemeClr val="tx1"/>
                </a:solidFill>
              </a:rPr>
              <a:t>wijze</a:t>
            </a:r>
            <a:r>
              <a:rPr lang="en-GB" altLang="nl-BE" dirty="0">
                <a:solidFill>
                  <a:schemeClr val="tx1"/>
                </a:solidFill>
              </a:rPr>
              <a:t> </a:t>
            </a:r>
            <a:r>
              <a:rPr lang="en-GB" altLang="nl-BE" dirty="0" err="1">
                <a:solidFill>
                  <a:schemeClr val="tx1"/>
                </a:solidFill>
              </a:rPr>
              <a:t>beïnvloed</a:t>
            </a:r>
            <a:r>
              <a:rPr lang="en-GB" altLang="nl-BE" dirty="0">
                <a:solidFill>
                  <a:schemeClr val="tx1"/>
                </a:solidFill>
              </a:rPr>
              <a:t> - </a:t>
            </a:r>
            <a:r>
              <a:rPr lang="en-GB" altLang="nl-BE" dirty="0" err="1">
                <a:solidFill>
                  <a:schemeClr val="tx1"/>
                </a:solidFill>
              </a:rPr>
              <a:t>proceskenmerken</a:t>
            </a:r>
            <a:r>
              <a:rPr lang="en-GB" altLang="nl-BE" dirty="0">
                <a:solidFill>
                  <a:schemeClr val="tx1"/>
                </a:solidFill>
              </a:rPr>
              <a:t> </a:t>
            </a:r>
            <a:r>
              <a:rPr lang="en-GB" altLang="nl-BE" dirty="0" err="1">
                <a:solidFill>
                  <a:schemeClr val="tx1"/>
                </a:solidFill>
              </a:rPr>
              <a:t>vertonen</a:t>
            </a:r>
            <a:r>
              <a:rPr lang="en-GB" altLang="nl-BE" dirty="0">
                <a:solidFill>
                  <a:schemeClr val="tx1"/>
                </a:solidFill>
              </a:rPr>
              <a:t> </a:t>
            </a:r>
            <a:r>
              <a:rPr lang="en-GB" altLang="nl-BE" dirty="0" err="1">
                <a:solidFill>
                  <a:schemeClr val="tx1"/>
                </a:solidFill>
              </a:rPr>
              <a:t>toevallige</a:t>
            </a:r>
            <a:r>
              <a:rPr lang="en-GB" altLang="nl-BE" dirty="0">
                <a:solidFill>
                  <a:schemeClr val="tx1"/>
                </a:solidFill>
              </a:rPr>
              <a:t> </a:t>
            </a:r>
            <a:r>
              <a:rPr lang="en-GB" altLang="nl-BE" dirty="0" err="1">
                <a:solidFill>
                  <a:schemeClr val="tx1"/>
                </a:solidFill>
              </a:rPr>
              <a:t>variaties</a:t>
            </a:r>
            <a:br>
              <a:rPr lang="en-GB" altLang="nl-BE" dirty="0">
                <a:solidFill>
                  <a:schemeClr val="tx1"/>
                </a:solidFill>
              </a:rPr>
            </a:br>
            <a:r>
              <a:rPr lang="en-GB" altLang="nl-BE" dirty="0">
                <a:solidFill>
                  <a:schemeClr val="tx1"/>
                </a:solidFill>
              </a:rPr>
              <a:t>“common causes” versus “special causes”</a:t>
            </a:r>
          </a:p>
          <a:p>
            <a:pPr>
              <a:lnSpc>
                <a:spcPct val="40000"/>
              </a:lnSpc>
              <a:buFont typeface="Arial" pitchFamily="34" charset="0"/>
              <a:buChar char="•"/>
            </a:pPr>
            <a:endParaRPr lang="en-GB" altLang="nl-BE" u="sng" dirty="0">
              <a:solidFill>
                <a:schemeClr val="tx1"/>
              </a:solidFill>
            </a:endParaRPr>
          </a:p>
          <a:p>
            <a:pPr>
              <a:lnSpc>
                <a:spcPct val="40000"/>
              </a:lnSpc>
              <a:buFont typeface="Arial" pitchFamily="34" charset="0"/>
              <a:buChar char="•"/>
            </a:pPr>
            <a:r>
              <a:rPr lang="en-GB" altLang="nl-BE" u="sng" dirty="0" err="1">
                <a:solidFill>
                  <a:schemeClr val="tx1"/>
                </a:solidFill>
              </a:rPr>
              <a:t>Systematische</a:t>
            </a:r>
            <a:r>
              <a:rPr lang="en-GB" altLang="nl-BE" u="sng" dirty="0">
                <a:solidFill>
                  <a:schemeClr val="tx1"/>
                </a:solidFill>
              </a:rPr>
              <a:t> </a:t>
            </a:r>
            <a:r>
              <a:rPr lang="en-GB" altLang="nl-BE" u="sng" dirty="0" err="1">
                <a:solidFill>
                  <a:schemeClr val="tx1"/>
                </a:solidFill>
              </a:rPr>
              <a:t>oorzaak</a:t>
            </a:r>
            <a:r>
              <a:rPr lang="en-GB" altLang="nl-BE" dirty="0">
                <a:solidFill>
                  <a:schemeClr val="tx1"/>
                </a:solidFill>
              </a:rPr>
              <a:t> : </a:t>
            </a:r>
            <a:r>
              <a:rPr lang="en-GB" altLang="nl-BE" dirty="0" err="1">
                <a:solidFill>
                  <a:schemeClr val="tx1"/>
                </a:solidFill>
              </a:rPr>
              <a:t>geleidelijk</a:t>
            </a:r>
            <a:r>
              <a:rPr lang="en-GB" altLang="nl-BE" dirty="0">
                <a:solidFill>
                  <a:schemeClr val="tx1"/>
                </a:solidFill>
              </a:rPr>
              <a:t> </a:t>
            </a:r>
            <a:r>
              <a:rPr lang="en-GB" altLang="nl-BE" dirty="0" err="1">
                <a:solidFill>
                  <a:schemeClr val="tx1"/>
                </a:solidFill>
              </a:rPr>
              <a:t>verloop</a:t>
            </a:r>
            <a:r>
              <a:rPr lang="en-GB" altLang="nl-BE" dirty="0">
                <a:solidFill>
                  <a:schemeClr val="tx1"/>
                </a:solidFill>
              </a:rPr>
              <a:t> </a:t>
            </a:r>
            <a:r>
              <a:rPr lang="en-GB" altLang="nl-BE" dirty="0" err="1">
                <a:solidFill>
                  <a:schemeClr val="tx1"/>
                </a:solidFill>
              </a:rPr>
              <a:t>distributie</a:t>
            </a:r>
            <a:r>
              <a:rPr lang="en-GB" altLang="nl-BE" dirty="0">
                <a:solidFill>
                  <a:schemeClr val="tx1"/>
                </a:solidFill>
              </a:rPr>
              <a:t> </a:t>
            </a:r>
            <a:r>
              <a:rPr lang="en-GB" altLang="nl-BE" sz="1600" dirty="0">
                <a:solidFill>
                  <a:schemeClr val="tx1"/>
                </a:solidFill>
              </a:rPr>
              <a:t>(ST)</a:t>
            </a:r>
            <a:endParaRPr lang="en-GB" altLang="nl-BE" dirty="0">
              <a:solidFill>
                <a:schemeClr val="tx1"/>
              </a:solidFill>
            </a:endParaRPr>
          </a:p>
          <a:p>
            <a:pPr>
              <a:buFont typeface="Arial" pitchFamily="34" charset="0"/>
              <a:buChar char="•"/>
            </a:pPr>
            <a:endParaRPr lang="en-GB" altLang="nl-BE" dirty="0">
              <a:solidFill>
                <a:schemeClr val="tx1"/>
              </a:solidFill>
            </a:endParaRPr>
          </a:p>
          <a:p>
            <a:pPr>
              <a:buFont typeface="Arial" pitchFamily="34" charset="0"/>
              <a:buChar char="•"/>
            </a:pPr>
            <a:endParaRPr lang="en-GB" altLang="nl-BE" dirty="0">
              <a:solidFill>
                <a:schemeClr val="tx1"/>
              </a:solidFill>
            </a:endParaRPr>
          </a:p>
          <a:p>
            <a:pPr>
              <a:buFont typeface="Arial" pitchFamily="34" charset="0"/>
              <a:buChar char="•"/>
            </a:pPr>
            <a:endParaRPr lang="en-GB" altLang="nl-BE" dirty="0">
              <a:solidFill>
                <a:schemeClr val="tx1"/>
              </a:solidFill>
            </a:endParaRPr>
          </a:p>
          <a:p>
            <a:pPr>
              <a:lnSpc>
                <a:spcPct val="70000"/>
              </a:lnSpc>
              <a:buFont typeface="Arial" pitchFamily="34" charset="0"/>
              <a:buChar char="•"/>
            </a:pPr>
            <a:endParaRPr lang="en-GB" altLang="nl-BE" u="sng" dirty="0">
              <a:solidFill>
                <a:schemeClr val="tx1"/>
              </a:solidFill>
            </a:endParaRPr>
          </a:p>
          <a:p>
            <a:pPr>
              <a:lnSpc>
                <a:spcPct val="70000"/>
              </a:lnSpc>
              <a:buFont typeface="Arial" pitchFamily="34" charset="0"/>
              <a:buChar char="•"/>
            </a:pPr>
            <a:r>
              <a:rPr lang="en-GB" altLang="nl-BE" u="sng" dirty="0" err="1">
                <a:solidFill>
                  <a:schemeClr val="tx1"/>
                </a:solidFill>
              </a:rPr>
              <a:t>Aanwijsbare</a:t>
            </a:r>
            <a:r>
              <a:rPr lang="en-GB" altLang="nl-BE" u="sng" dirty="0">
                <a:solidFill>
                  <a:schemeClr val="tx1"/>
                </a:solidFill>
              </a:rPr>
              <a:t> </a:t>
            </a:r>
            <a:r>
              <a:rPr lang="en-GB" altLang="nl-BE" u="sng" dirty="0" err="1">
                <a:solidFill>
                  <a:schemeClr val="tx1"/>
                </a:solidFill>
              </a:rPr>
              <a:t>oorzaak</a:t>
            </a:r>
            <a:r>
              <a:rPr lang="en-GB" altLang="nl-BE" dirty="0">
                <a:solidFill>
                  <a:schemeClr val="tx1"/>
                </a:solidFill>
              </a:rPr>
              <a:t> : </a:t>
            </a:r>
            <a:r>
              <a:rPr lang="en-GB" altLang="nl-BE" dirty="0" err="1">
                <a:solidFill>
                  <a:schemeClr val="tx1"/>
                </a:solidFill>
              </a:rPr>
              <a:t>abrupte</a:t>
            </a:r>
            <a:r>
              <a:rPr lang="en-GB" altLang="nl-BE" dirty="0">
                <a:solidFill>
                  <a:schemeClr val="tx1"/>
                </a:solidFill>
              </a:rPr>
              <a:t> </a:t>
            </a:r>
            <a:r>
              <a:rPr lang="en-GB" altLang="nl-BE" dirty="0" err="1">
                <a:solidFill>
                  <a:schemeClr val="tx1"/>
                </a:solidFill>
              </a:rPr>
              <a:t>wijziging</a:t>
            </a:r>
            <a:r>
              <a:rPr lang="en-GB" altLang="nl-BE" dirty="0">
                <a:solidFill>
                  <a:schemeClr val="tx1"/>
                </a:solidFill>
              </a:rPr>
              <a:t> </a:t>
            </a:r>
            <a:r>
              <a:rPr lang="en-GB" altLang="nl-BE" dirty="0" err="1">
                <a:solidFill>
                  <a:schemeClr val="tx1"/>
                </a:solidFill>
              </a:rPr>
              <a:t>distributie</a:t>
            </a:r>
            <a:r>
              <a:rPr lang="en-GB" altLang="nl-BE" dirty="0">
                <a:solidFill>
                  <a:schemeClr val="tx1"/>
                </a:solidFill>
              </a:rPr>
              <a:t> </a:t>
            </a:r>
            <a:r>
              <a:rPr lang="en-GB" altLang="nl-BE" sz="1600" dirty="0">
                <a:solidFill>
                  <a:schemeClr val="tx1"/>
                </a:solidFill>
              </a:rPr>
              <a:t>(LT)</a:t>
            </a:r>
          </a:p>
        </p:txBody>
      </p:sp>
      <p:graphicFrame>
        <p:nvGraphicFramePr>
          <p:cNvPr id="28676" name="Object 4"/>
          <p:cNvGraphicFramePr>
            <a:graphicFrameLocks noChangeAspect="1"/>
          </p:cNvGraphicFramePr>
          <p:nvPr/>
        </p:nvGraphicFramePr>
        <p:xfrm>
          <a:off x="1779649" y="2508835"/>
          <a:ext cx="5321795" cy="1563597"/>
        </p:xfrm>
        <a:graphic>
          <a:graphicData uri="http://schemas.openxmlformats.org/presentationml/2006/ole">
            <mc:AlternateContent xmlns:mc="http://schemas.openxmlformats.org/markup-compatibility/2006">
              <mc:Choice xmlns:v="urn:schemas-microsoft-com:vml" Requires="v">
                <p:oleObj name="STATISTICA Graph" r:id="rId3" imgW="2140968" imgH="3004284" progId="">
                  <p:embed/>
                </p:oleObj>
              </mc:Choice>
              <mc:Fallback>
                <p:oleObj name="STATISTICA Graph" r:id="rId3" imgW="2140968" imgH="3004284" progId="">
                  <p:embed/>
                  <p:pic>
                    <p:nvPicPr>
                      <p:cNvPr id="28676"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79649" y="2508835"/>
                        <a:ext cx="5321795" cy="156359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677" name="Object 5"/>
          <p:cNvGraphicFramePr>
            <a:graphicFrameLocks noChangeAspect="1"/>
          </p:cNvGraphicFramePr>
          <p:nvPr/>
        </p:nvGraphicFramePr>
        <p:xfrm>
          <a:off x="1779649" y="4514092"/>
          <a:ext cx="5325031" cy="1740845"/>
        </p:xfrm>
        <a:graphic>
          <a:graphicData uri="http://schemas.openxmlformats.org/presentationml/2006/ole">
            <mc:AlternateContent xmlns:mc="http://schemas.openxmlformats.org/markup-compatibility/2006">
              <mc:Choice xmlns:v="urn:schemas-microsoft-com:vml" Requires="v">
                <p:oleObj name="STATISTICA Graph" r:id="rId5" imgW="2140968" imgH="3004284" progId="">
                  <p:embed/>
                </p:oleObj>
              </mc:Choice>
              <mc:Fallback>
                <p:oleObj name="STATISTICA Graph" r:id="rId5" imgW="2140968" imgH="3004284" progId="">
                  <p:embed/>
                  <p:pic>
                    <p:nvPicPr>
                      <p:cNvPr id="28677"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79649" y="4514092"/>
                        <a:ext cx="5325031" cy="174084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Tijdelijke aanduiding voor dianummer 5"/>
          <p:cNvSpPr>
            <a:spLocks noGrp="1"/>
          </p:cNvSpPr>
          <p:nvPr>
            <p:ph type="sldNum" sz="quarter" idx="12"/>
          </p:nvPr>
        </p:nvSpPr>
        <p:spPr/>
        <p:txBody>
          <a:bodyPr/>
          <a:lstStyle/>
          <a:p>
            <a:fld id="{42031524-F447-4BDB-9429-C46C4DFCF371}" type="slidenum">
              <a:rPr lang="nl-NL" smtClean="0"/>
              <a:pPr/>
              <a:t>29</a:t>
            </a:fld>
            <a:endParaRPr lang="nl-NL" dirty="0"/>
          </a:p>
        </p:txBody>
      </p:sp>
    </p:spTree>
    <p:extLst>
      <p:ext uri="{BB962C8B-B14F-4D97-AF65-F5344CB8AC3E}">
        <p14:creationId xmlns:p14="http://schemas.microsoft.com/office/powerpoint/2010/main" val="2061571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title"/>
          </p:nvPr>
        </p:nvSpPr>
        <p:spPr>
          <a:prstGeom prst="rect">
            <a:avLst/>
          </a:prstGeom>
        </p:spPr>
        <p:txBody>
          <a:bodyPr vert="horz" wrap="square" lIns="0" tIns="0" rIns="0" bIns="0" rtlCol="0">
            <a:spAutoFit/>
          </a:bodyPr>
          <a:lstStyle/>
          <a:p>
            <a:pPr marL="12700" marR="5080">
              <a:lnSpc>
                <a:spcPts val="3800"/>
              </a:lnSpc>
            </a:pPr>
            <a:r>
              <a:rPr sz="3200" spc="-5" dirty="0">
                <a:latin typeface="Tahoma"/>
                <a:cs typeface="Tahoma"/>
              </a:rPr>
              <a:t>Common vs. Special </a:t>
            </a:r>
            <a:r>
              <a:rPr sz="3200" dirty="0">
                <a:latin typeface="Tahoma"/>
                <a:cs typeface="Tahoma"/>
              </a:rPr>
              <a:t>Causes</a:t>
            </a:r>
            <a:r>
              <a:rPr sz="3200" spc="-30" dirty="0">
                <a:latin typeface="Tahoma"/>
                <a:cs typeface="Tahoma"/>
              </a:rPr>
              <a:t> </a:t>
            </a:r>
            <a:r>
              <a:rPr sz="3200" dirty="0">
                <a:latin typeface="Tahoma"/>
                <a:cs typeface="Tahoma"/>
              </a:rPr>
              <a:t>of  Variation</a:t>
            </a:r>
            <a:endParaRPr sz="3200">
              <a:latin typeface="Tahoma"/>
              <a:cs typeface="Tahoma"/>
            </a:endParaRPr>
          </a:p>
        </p:txBody>
      </p:sp>
      <p:sp>
        <p:nvSpPr>
          <p:cNvPr id="8" name="object 8"/>
          <p:cNvSpPr/>
          <p:nvPr/>
        </p:nvSpPr>
        <p:spPr>
          <a:xfrm>
            <a:off x="251519" y="2750718"/>
            <a:ext cx="8585200" cy="3996054"/>
          </a:xfrm>
          <a:custGeom>
            <a:avLst/>
            <a:gdLst/>
            <a:ahLst/>
            <a:cxnLst/>
            <a:rect l="l" t="t" r="r" b="b"/>
            <a:pathLst>
              <a:path w="8585200" h="3996054">
                <a:moveTo>
                  <a:pt x="0" y="3995734"/>
                </a:moveTo>
                <a:lnTo>
                  <a:pt x="8585203" y="3995734"/>
                </a:lnTo>
                <a:lnTo>
                  <a:pt x="8585203" y="0"/>
                </a:lnTo>
                <a:lnTo>
                  <a:pt x="0" y="0"/>
                </a:lnTo>
                <a:lnTo>
                  <a:pt x="0" y="3995734"/>
                </a:lnTo>
                <a:close/>
              </a:path>
            </a:pathLst>
          </a:custGeom>
          <a:solidFill>
            <a:srgbClr val="FFFFFF"/>
          </a:solidFill>
        </p:spPr>
        <p:txBody>
          <a:bodyPr wrap="square" lIns="0" tIns="0" rIns="0" bIns="0" rtlCol="0"/>
          <a:lstStyle/>
          <a:p>
            <a:endParaRPr/>
          </a:p>
        </p:txBody>
      </p:sp>
      <p:graphicFrame>
        <p:nvGraphicFramePr>
          <p:cNvPr id="9" name="object 9"/>
          <p:cNvGraphicFramePr>
            <a:graphicFrameLocks noGrp="1"/>
          </p:cNvGraphicFramePr>
          <p:nvPr>
            <p:extLst>
              <p:ext uri="{D42A27DB-BD31-4B8C-83A1-F6EECF244321}">
                <p14:modId xmlns:p14="http://schemas.microsoft.com/office/powerpoint/2010/main" val="3685839177"/>
              </p:ext>
            </p:extLst>
          </p:nvPr>
        </p:nvGraphicFramePr>
        <p:xfrm>
          <a:off x="256406" y="1672389"/>
          <a:ext cx="8585192" cy="4908885"/>
        </p:xfrm>
        <a:graphic>
          <a:graphicData uri="http://schemas.openxmlformats.org/drawingml/2006/table">
            <a:tbl>
              <a:tblPr firstRow="1" bandRow="1">
                <a:tableStyleId>{2D5ABB26-0587-4C30-8999-92F81FD0307C}</a:tableStyleId>
              </a:tblPr>
              <a:tblGrid>
                <a:gridCol w="2808291">
                  <a:extLst>
                    <a:ext uri="{9D8B030D-6E8A-4147-A177-3AD203B41FA5}">
                      <a16:colId xmlns:a16="http://schemas.microsoft.com/office/drawing/2014/main" val="20000"/>
                    </a:ext>
                  </a:extLst>
                </a:gridCol>
                <a:gridCol w="2482850">
                  <a:extLst>
                    <a:ext uri="{9D8B030D-6E8A-4147-A177-3AD203B41FA5}">
                      <a16:colId xmlns:a16="http://schemas.microsoft.com/office/drawing/2014/main" val="20001"/>
                    </a:ext>
                  </a:extLst>
                </a:gridCol>
                <a:gridCol w="3294051">
                  <a:extLst>
                    <a:ext uri="{9D8B030D-6E8A-4147-A177-3AD203B41FA5}">
                      <a16:colId xmlns:a16="http://schemas.microsoft.com/office/drawing/2014/main" val="20002"/>
                    </a:ext>
                  </a:extLst>
                </a:gridCol>
              </a:tblGrid>
              <a:tr h="965798">
                <a:tc>
                  <a:txBody>
                    <a:bodyPr/>
                    <a:lstStyle/>
                    <a:p>
                      <a:pPr marL="65405">
                        <a:lnSpc>
                          <a:spcPct val="100000"/>
                        </a:lnSpc>
                        <a:spcBef>
                          <a:spcPts val="1100"/>
                        </a:spcBef>
                      </a:pPr>
                      <a:r>
                        <a:rPr sz="1800" dirty="0">
                          <a:latin typeface="Calibri"/>
                          <a:cs typeface="Calibri"/>
                        </a:rPr>
                        <a:t>Type of</a:t>
                      </a:r>
                      <a:r>
                        <a:rPr sz="1800" spc="-70" dirty="0">
                          <a:latin typeface="Calibri"/>
                          <a:cs typeface="Calibri"/>
                        </a:rPr>
                        <a:t> </a:t>
                      </a:r>
                      <a:r>
                        <a:rPr sz="1800" spc="-5" dirty="0">
                          <a:latin typeface="Calibri"/>
                          <a:cs typeface="Calibri"/>
                        </a:rPr>
                        <a:t>Variation</a:t>
                      </a:r>
                      <a:endParaRPr sz="1800" dirty="0">
                        <a:latin typeface="Calibri"/>
                        <a:cs typeface="Calibri"/>
                      </a:endParaRPr>
                    </a:p>
                  </a:txBody>
                  <a:tcPr marL="0" marR="0" marT="0" marB="0">
                    <a:lnL w="14287">
                      <a:solidFill>
                        <a:srgbClr val="000000"/>
                      </a:solidFill>
                      <a:prstDash val="solid"/>
                    </a:lnL>
                    <a:lnR w="12700">
                      <a:solidFill>
                        <a:srgbClr val="000000"/>
                      </a:solidFill>
                      <a:prstDash val="solid"/>
                    </a:lnR>
                    <a:lnT w="14287">
                      <a:solidFill>
                        <a:srgbClr val="000000"/>
                      </a:solidFill>
                      <a:prstDash val="solid"/>
                    </a:lnT>
                    <a:lnB w="14287">
                      <a:solidFill>
                        <a:srgbClr val="000000"/>
                      </a:solidFill>
                      <a:prstDash val="solid"/>
                    </a:lnB>
                    <a:solidFill>
                      <a:srgbClr val="E1E1E1"/>
                    </a:solidFill>
                  </a:tcPr>
                </a:tc>
                <a:tc>
                  <a:txBody>
                    <a:bodyPr/>
                    <a:lstStyle/>
                    <a:p>
                      <a:pPr marL="467995">
                        <a:lnSpc>
                          <a:spcPct val="100000"/>
                        </a:lnSpc>
                        <a:spcBef>
                          <a:spcPts val="1100"/>
                        </a:spcBef>
                      </a:pPr>
                      <a:r>
                        <a:rPr sz="1800" spc="-10" dirty="0">
                          <a:latin typeface="Calibri"/>
                          <a:cs typeface="Calibri"/>
                        </a:rPr>
                        <a:t>Deﬁnition</a:t>
                      </a:r>
                      <a:endParaRPr sz="1800">
                        <a:latin typeface="Calibri"/>
                        <a:cs typeface="Calibri"/>
                      </a:endParaRPr>
                    </a:p>
                  </a:txBody>
                  <a:tcPr marL="0" marR="0" marT="0" marB="0">
                    <a:lnL w="12700">
                      <a:solidFill>
                        <a:srgbClr val="000000"/>
                      </a:solidFill>
                      <a:prstDash val="solid"/>
                    </a:lnL>
                    <a:lnR w="12701">
                      <a:solidFill>
                        <a:srgbClr val="000000"/>
                      </a:solidFill>
                      <a:prstDash val="solid"/>
                    </a:lnR>
                    <a:lnT w="14287">
                      <a:solidFill>
                        <a:srgbClr val="000000"/>
                      </a:solidFill>
                      <a:prstDash val="solid"/>
                    </a:lnT>
                    <a:lnB w="14287">
                      <a:solidFill>
                        <a:srgbClr val="000000"/>
                      </a:solidFill>
                      <a:prstDash val="solid"/>
                    </a:lnB>
                    <a:solidFill>
                      <a:srgbClr val="E1E1E1"/>
                    </a:solidFill>
                  </a:tcPr>
                </a:tc>
                <a:tc>
                  <a:txBody>
                    <a:bodyPr/>
                    <a:lstStyle/>
                    <a:p>
                      <a:pPr marL="167640">
                        <a:lnSpc>
                          <a:spcPct val="100000"/>
                        </a:lnSpc>
                        <a:spcBef>
                          <a:spcPts val="1100"/>
                        </a:spcBef>
                      </a:pPr>
                      <a:r>
                        <a:rPr sz="1800" dirty="0">
                          <a:latin typeface="Calibri"/>
                          <a:cs typeface="Calibri"/>
                        </a:rPr>
                        <a:t>Typical</a:t>
                      </a:r>
                      <a:r>
                        <a:rPr sz="1800" spc="-40" dirty="0">
                          <a:latin typeface="Calibri"/>
                          <a:cs typeface="Calibri"/>
                        </a:rPr>
                        <a:t> </a:t>
                      </a:r>
                      <a:r>
                        <a:rPr sz="1800" spc="-5" dirty="0">
                          <a:latin typeface="Calibri"/>
                          <a:cs typeface="Calibri"/>
                        </a:rPr>
                        <a:t>Characteristics</a:t>
                      </a:r>
                      <a:endParaRPr sz="1800" dirty="0">
                        <a:latin typeface="Calibri"/>
                        <a:cs typeface="Calibri"/>
                      </a:endParaRPr>
                    </a:p>
                  </a:txBody>
                  <a:tcPr marL="0" marR="0" marT="0" marB="0">
                    <a:lnL w="12701">
                      <a:solidFill>
                        <a:srgbClr val="000000"/>
                      </a:solidFill>
                      <a:prstDash val="solid"/>
                    </a:lnL>
                    <a:lnR w="14287">
                      <a:solidFill>
                        <a:srgbClr val="000000"/>
                      </a:solidFill>
                      <a:prstDash val="solid"/>
                    </a:lnR>
                    <a:lnT w="14287">
                      <a:solidFill>
                        <a:srgbClr val="000000"/>
                      </a:solidFill>
                      <a:prstDash val="solid"/>
                    </a:lnT>
                    <a:lnB w="14287">
                      <a:solidFill>
                        <a:srgbClr val="000000"/>
                      </a:solidFill>
                      <a:prstDash val="solid"/>
                    </a:lnB>
                    <a:solidFill>
                      <a:srgbClr val="E1E1E1"/>
                    </a:solidFill>
                  </a:tcPr>
                </a:tc>
                <a:extLst>
                  <a:ext uri="{0D108BD9-81ED-4DB2-BD59-A6C34878D82A}">
                    <a16:rowId xmlns:a16="http://schemas.microsoft.com/office/drawing/2014/main" val="10000"/>
                  </a:ext>
                </a:extLst>
              </a:tr>
              <a:tr h="3943087">
                <a:tc>
                  <a:txBody>
                    <a:bodyPr/>
                    <a:lstStyle/>
                    <a:p>
                      <a:pPr>
                        <a:lnSpc>
                          <a:spcPct val="100000"/>
                        </a:lnSpc>
                      </a:pPr>
                      <a:endParaRPr sz="2100">
                        <a:latin typeface="Times New Roman"/>
                        <a:cs typeface="Times New Roman"/>
                      </a:endParaRPr>
                    </a:p>
                    <a:p>
                      <a:pPr marL="495934">
                        <a:lnSpc>
                          <a:spcPct val="100000"/>
                        </a:lnSpc>
                        <a:spcBef>
                          <a:spcPts val="1500"/>
                        </a:spcBef>
                      </a:pPr>
                      <a:r>
                        <a:rPr sz="2100" dirty="0">
                          <a:latin typeface="Calibri"/>
                          <a:cs typeface="Calibri"/>
                        </a:rPr>
                        <a:t>Common</a:t>
                      </a:r>
                      <a:r>
                        <a:rPr sz="2100" spc="-100" dirty="0">
                          <a:latin typeface="Calibri"/>
                          <a:cs typeface="Calibri"/>
                        </a:rPr>
                        <a:t> </a:t>
                      </a:r>
                      <a:r>
                        <a:rPr sz="2100" dirty="0">
                          <a:latin typeface="Calibri"/>
                          <a:cs typeface="Calibri"/>
                        </a:rPr>
                        <a:t>Cause</a:t>
                      </a:r>
                      <a:endParaRPr sz="2100">
                        <a:latin typeface="Calibri"/>
                        <a:cs typeface="Calibri"/>
                      </a:endParaRPr>
                    </a:p>
                    <a:p>
                      <a:pPr>
                        <a:lnSpc>
                          <a:spcPct val="100000"/>
                        </a:lnSpc>
                      </a:pPr>
                      <a:endParaRPr sz="2100">
                        <a:latin typeface="Times New Roman"/>
                        <a:cs typeface="Times New Roman"/>
                      </a:endParaRPr>
                    </a:p>
                    <a:p>
                      <a:pPr>
                        <a:lnSpc>
                          <a:spcPct val="100000"/>
                        </a:lnSpc>
                      </a:pPr>
                      <a:endParaRPr sz="2100">
                        <a:latin typeface="Times New Roman"/>
                        <a:cs typeface="Times New Roman"/>
                      </a:endParaRPr>
                    </a:p>
                    <a:p>
                      <a:pPr>
                        <a:lnSpc>
                          <a:spcPct val="100000"/>
                        </a:lnSpc>
                      </a:pPr>
                      <a:endParaRPr sz="2100">
                        <a:latin typeface="Times New Roman"/>
                        <a:cs typeface="Times New Roman"/>
                      </a:endParaRPr>
                    </a:p>
                    <a:p>
                      <a:pPr>
                        <a:lnSpc>
                          <a:spcPct val="100000"/>
                        </a:lnSpc>
                      </a:pPr>
                      <a:endParaRPr sz="2100">
                        <a:latin typeface="Times New Roman"/>
                        <a:cs typeface="Times New Roman"/>
                      </a:endParaRPr>
                    </a:p>
                    <a:p>
                      <a:pPr>
                        <a:lnSpc>
                          <a:spcPct val="100000"/>
                        </a:lnSpc>
                      </a:pPr>
                      <a:endParaRPr sz="2100">
                        <a:latin typeface="Times New Roman"/>
                        <a:cs typeface="Times New Roman"/>
                      </a:endParaRPr>
                    </a:p>
                    <a:p>
                      <a:pPr marL="524510">
                        <a:lnSpc>
                          <a:spcPct val="100000"/>
                        </a:lnSpc>
                        <a:spcBef>
                          <a:spcPts val="1739"/>
                        </a:spcBef>
                      </a:pPr>
                      <a:r>
                        <a:rPr sz="2100" dirty="0">
                          <a:latin typeface="Calibri"/>
                          <a:cs typeface="Calibri"/>
                        </a:rPr>
                        <a:t>Special</a:t>
                      </a:r>
                      <a:r>
                        <a:rPr sz="2100" spc="-100" dirty="0">
                          <a:latin typeface="Calibri"/>
                          <a:cs typeface="Calibri"/>
                        </a:rPr>
                        <a:t> </a:t>
                      </a:r>
                      <a:r>
                        <a:rPr sz="2100" dirty="0">
                          <a:latin typeface="Calibri"/>
                          <a:cs typeface="Calibri"/>
                        </a:rPr>
                        <a:t>Cause</a:t>
                      </a:r>
                      <a:endParaRPr sz="2100">
                        <a:latin typeface="Calibri"/>
                        <a:cs typeface="Calibri"/>
                      </a:endParaRPr>
                    </a:p>
                  </a:txBody>
                  <a:tcPr marL="0" marR="0" marT="0" marB="0">
                    <a:lnL w="14287">
                      <a:solidFill>
                        <a:srgbClr val="000000"/>
                      </a:solidFill>
                      <a:prstDash val="solid"/>
                    </a:lnL>
                    <a:lnR w="12700">
                      <a:solidFill>
                        <a:srgbClr val="000000"/>
                      </a:solidFill>
                      <a:prstDash val="solid"/>
                    </a:lnR>
                    <a:lnT w="14287">
                      <a:solidFill>
                        <a:srgbClr val="000000"/>
                      </a:solidFill>
                      <a:prstDash val="solid"/>
                    </a:lnT>
                    <a:lnB w="14287">
                      <a:solidFill>
                        <a:srgbClr val="000000"/>
                      </a:solidFill>
                      <a:prstDash val="solid"/>
                    </a:lnB>
                  </a:tcPr>
                </a:tc>
                <a:tc>
                  <a:txBody>
                    <a:bodyPr/>
                    <a:lstStyle/>
                    <a:p>
                      <a:pPr marL="145415" marR="363220">
                        <a:lnSpc>
                          <a:spcPts val="2500"/>
                        </a:lnSpc>
                        <a:spcBef>
                          <a:spcPts val="1090"/>
                        </a:spcBef>
                      </a:pPr>
                      <a:r>
                        <a:rPr sz="2100" spc="-5" dirty="0">
                          <a:latin typeface="Calibri"/>
                          <a:cs typeface="Calibri"/>
                        </a:rPr>
                        <a:t>Process </a:t>
                      </a:r>
                      <a:r>
                        <a:rPr sz="2100" dirty="0">
                          <a:latin typeface="Calibri"/>
                          <a:cs typeface="Calibri"/>
                        </a:rPr>
                        <a:t>is</a:t>
                      </a:r>
                      <a:r>
                        <a:rPr sz="2100" spc="-70" dirty="0">
                          <a:latin typeface="Calibri"/>
                          <a:cs typeface="Calibri"/>
                        </a:rPr>
                        <a:t> </a:t>
                      </a:r>
                      <a:r>
                        <a:rPr sz="2100" dirty="0">
                          <a:latin typeface="Calibri"/>
                          <a:cs typeface="Calibri"/>
                        </a:rPr>
                        <a:t>running  within its normal  </a:t>
                      </a:r>
                      <a:r>
                        <a:rPr sz="2100" spc="-5" dirty="0">
                          <a:latin typeface="Calibri"/>
                          <a:cs typeface="Calibri"/>
                        </a:rPr>
                        <a:t>operating</a:t>
                      </a:r>
                      <a:r>
                        <a:rPr sz="2100" spc="-75" dirty="0">
                          <a:latin typeface="Calibri"/>
                          <a:cs typeface="Calibri"/>
                        </a:rPr>
                        <a:t> </a:t>
                      </a:r>
                      <a:r>
                        <a:rPr sz="2100" dirty="0">
                          <a:latin typeface="Calibri"/>
                          <a:cs typeface="Calibri"/>
                        </a:rPr>
                        <a:t>range</a:t>
                      </a:r>
                      <a:br>
                        <a:rPr lang="nl-BE" sz="2100" dirty="0">
                          <a:latin typeface="Calibri"/>
                          <a:cs typeface="Calibri"/>
                        </a:rPr>
                      </a:br>
                      <a:r>
                        <a:rPr lang="nl-BE" sz="2100" dirty="0">
                          <a:latin typeface="Calibri"/>
                          <a:cs typeface="Calibri"/>
                        </a:rPr>
                        <a:t>(Short term)</a:t>
                      </a:r>
                      <a:endParaRPr sz="2100" dirty="0">
                        <a:latin typeface="Times New Roman"/>
                        <a:cs typeface="Times New Roman"/>
                      </a:endParaRPr>
                    </a:p>
                    <a:p>
                      <a:pPr>
                        <a:lnSpc>
                          <a:spcPct val="100000"/>
                        </a:lnSpc>
                      </a:pPr>
                      <a:endParaRPr sz="2100" dirty="0">
                        <a:latin typeface="Times New Roman"/>
                        <a:cs typeface="Times New Roman"/>
                      </a:endParaRPr>
                    </a:p>
                    <a:p>
                      <a:pPr>
                        <a:lnSpc>
                          <a:spcPct val="100000"/>
                        </a:lnSpc>
                      </a:pPr>
                      <a:endParaRPr sz="2100" dirty="0">
                        <a:latin typeface="Times New Roman"/>
                        <a:cs typeface="Times New Roman"/>
                      </a:endParaRPr>
                    </a:p>
                    <a:p>
                      <a:pPr>
                        <a:lnSpc>
                          <a:spcPct val="100000"/>
                        </a:lnSpc>
                        <a:spcBef>
                          <a:spcPts val="15"/>
                        </a:spcBef>
                      </a:pPr>
                      <a:endParaRPr sz="2250" dirty="0">
                        <a:latin typeface="Times New Roman"/>
                        <a:cs typeface="Times New Roman"/>
                      </a:endParaRPr>
                    </a:p>
                    <a:p>
                      <a:pPr marL="188595" marR="443230">
                        <a:lnSpc>
                          <a:spcPts val="2500"/>
                        </a:lnSpc>
                      </a:pPr>
                      <a:r>
                        <a:rPr sz="2100" dirty="0">
                          <a:latin typeface="Calibri"/>
                          <a:cs typeface="Calibri"/>
                        </a:rPr>
                        <a:t>Process displays  </a:t>
                      </a:r>
                      <a:r>
                        <a:rPr sz="2100" spc="-5" dirty="0">
                          <a:latin typeface="Calibri"/>
                          <a:cs typeface="Calibri"/>
                        </a:rPr>
                        <a:t>variation</a:t>
                      </a:r>
                      <a:r>
                        <a:rPr sz="2100" spc="-70" dirty="0">
                          <a:latin typeface="Calibri"/>
                          <a:cs typeface="Calibri"/>
                        </a:rPr>
                        <a:t> </a:t>
                      </a:r>
                      <a:r>
                        <a:rPr sz="2100" dirty="0">
                          <a:latin typeface="Calibri"/>
                          <a:cs typeface="Calibri"/>
                        </a:rPr>
                        <a:t>outside  what is</a:t>
                      </a:r>
                      <a:r>
                        <a:rPr sz="2100" spc="-100" dirty="0">
                          <a:latin typeface="Calibri"/>
                          <a:cs typeface="Calibri"/>
                        </a:rPr>
                        <a:t> </a:t>
                      </a:r>
                      <a:r>
                        <a:rPr sz="2100" dirty="0">
                          <a:latin typeface="Calibri"/>
                          <a:cs typeface="Calibri"/>
                        </a:rPr>
                        <a:t>expected</a:t>
                      </a:r>
                      <a:br>
                        <a:rPr lang="nl-BE" sz="2100" dirty="0">
                          <a:latin typeface="Calibri"/>
                          <a:cs typeface="Calibri"/>
                        </a:rPr>
                      </a:br>
                      <a:r>
                        <a:rPr lang="nl-BE" sz="2100" dirty="0">
                          <a:latin typeface="Calibri"/>
                          <a:cs typeface="Calibri"/>
                        </a:rPr>
                        <a:t>(Long term)</a:t>
                      </a:r>
                      <a:endParaRPr sz="2100" dirty="0">
                        <a:latin typeface="Calibri"/>
                        <a:cs typeface="Calibri"/>
                      </a:endParaRPr>
                    </a:p>
                  </a:txBody>
                  <a:tcPr marL="0" marR="0" marT="0" marB="0">
                    <a:lnL w="12700">
                      <a:solidFill>
                        <a:srgbClr val="000000"/>
                      </a:solidFill>
                      <a:prstDash val="solid"/>
                    </a:lnL>
                    <a:lnR w="12701">
                      <a:solidFill>
                        <a:srgbClr val="000000"/>
                      </a:solidFill>
                      <a:prstDash val="solid"/>
                    </a:lnR>
                    <a:lnT w="14287">
                      <a:solidFill>
                        <a:srgbClr val="000000"/>
                      </a:solidFill>
                      <a:prstDash val="solid"/>
                    </a:lnT>
                    <a:lnB w="14287">
                      <a:solidFill>
                        <a:srgbClr val="000000"/>
                      </a:solidFill>
                      <a:prstDash val="solid"/>
                    </a:lnB>
                  </a:tcPr>
                </a:tc>
                <a:tc>
                  <a:txBody>
                    <a:bodyPr/>
                    <a:lstStyle/>
                    <a:p>
                      <a:pPr marL="744220" indent="-330200">
                        <a:lnSpc>
                          <a:spcPts val="2490"/>
                        </a:lnSpc>
                        <a:buChar char="•"/>
                        <a:tabLst>
                          <a:tab pos="755015" algn="l"/>
                          <a:tab pos="755650" algn="l"/>
                        </a:tabLst>
                      </a:pPr>
                      <a:r>
                        <a:rPr sz="2100" dirty="0">
                          <a:latin typeface="Calibri"/>
                          <a:cs typeface="Calibri"/>
                        </a:rPr>
                        <a:t>Expected</a:t>
                      </a:r>
                    </a:p>
                    <a:p>
                      <a:pPr marL="744220" marR="326390" indent="-330200">
                        <a:lnSpc>
                          <a:spcPts val="2240"/>
                        </a:lnSpc>
                        <a:spcBef>
                          <a:spcPts val="1245"/>
                        </a:spcBef>
                        <a:buChar char="•"/>
                        <a:tabLst>
                          <a:tab pos="755015" algn="l"/>
                          <a:tab pos="755650" algn="l"/>
                        </a:tabLst>
                      </a:pPr>
                      <a:r>
                        <a:rPr sz="2100" dirty="0">
                          <a:latin typeface="Calibri"/>
                          <a:cs typeface="Calibri"/>
                        </a:rPr>
                        <a:t>Predictable range</a:t>
                      </a:r>
                      <a:r>
                        <a:rPr sz="2100" spc="-100" dirty="0">
                          <a:latin typeface="Calibri"/>
                          <a:cs typeface="Calibri"/>
                        </a:rPr>
                        <a:t> </a:t>
                      </a:r>
                      <a:r>
                        <a:rPr sz="2100" dirty="0">
                          <a:latin typeface="Calibri"/>
                          <a:cs typeface="Calibri"/>
                        </a:rPr>
                        <a:t>of  values</a:t>
                      </a:r>
                    </a:p>
                    <a:p>
                      <a:pPr marL="755650" indent="-341630">
                        <a:lnSpc>
                          <a:spcPct val="100000"/>
                        </a:lnSpc>
                        <a:spcBef>
                          <a:spcPts val="1010"/>
                        </a:spcBef>
                        <a:buChar char="•"/>
                        <a:tabLst>
                          <a:tab pos="755015" algn="l"/>
                          <a:tab pos="755650" algn="l"/>
                        </a:tabLst>
                      </a:pPr>
                      <a:r>
                        <a:rPr sz="2100" dirty="0">
                          <a:latin typeface="Calibri"/>
                          <a:cs typeface="Calibri"/>
                        </a:rPr>
                        <a:t>Purely</a:t>
                      </a:r>
                      <a:r>
                        <a:rPr sz="2100" spc="-100" dirty="0">
                          <a:latin typeface="Calibri"/>
                          <a:cs typeface="Calibri"/>
                        </a:rPr>
                        <a:t> </a:t>
                      </a:r>
                      <a:r>
                        <a:rPr sz="2100" dirty="0">
                          <a:latin typeface="Calibri"/>
                          <a:cs typeface="Calibri"/>
                        </a:rPr>
                        <a:t>Random</a:t>
                      </a:r>
                    </a:p>
                    <a:p>
                      <a:pPr>
                        <a:lnSpc>
                          <a:spcPct val="100000"/>
                        </a:lnSpc>
                      </a:pPr>
                      <a:endParaRPr sz="2100" dirty="0">
                        <a:latin typeface="Times New Roman"/>
                        <a:cs typeface="Times New Roman"/>
                      </a:endParaRPr>
                    </a:p>
                    <a:p>
                      <a:pPr>
                        <a:lnSpc>
                          <a:spcPct val="100000"/>
                        </a:lnSpc>
                        <a:spcBef>
                          <a:spcPts val="20"/>
                        </a:spcBef>
                      </a:pPr>
                      <a:endParaRPr sz="1650" dirty="0">
                        <a:latin typeface="Times New Roman"/>
                        <a:cs typeface="Times New Roman"/>
                      </a:endParaRPr>
                    </a:p>
                    <a:p>
                      <a:pPr marL="687070" indent="-330200">
                        <a:lnSpc>
                          <a:spcPct val="100000"/>
                        </a:lnSpc>
                        <a:buChar char="•"/>
                        <a:tabLst>
                          <a:tab pos="697865" algn="l"/>
                          <a:tab pos="698500" algn="l"/>
                        </a:tabLst>
                      </a:pPr>
                      <a:r>
                        <a:rPr sz="2100" dirty="0">
                          <a:latin typeface="Calibri"/>
                          <a:cs typeface="Calibri"/>
                        </a:rPr>
                        <a:t>Unexpected</a:t>
                      </a:r>
                    </a:p>
                    <a:p>
                      <a:pPr marL="687070" marR="352425" indent="-330200">
                        <a:lnSpc>
                          <a:spcPts val="2240"/>
                        </a:lnSpc>
                        <a:spcBef>
                          <a:spcPts val="1245"/>
                        </a:spcBef>
                        <a:buChar char="•"/>
                        <a:tabLst>
                          <a:tab pos="697865" algn="l"/>
                          <a:tab pos="698500" algn="l"/>
                        </a:tabLst>
                      </a:pPr>
                      <a:r>
                        <a:rPr sz="2100" dirty="0">
                          <a:latin typeface="Calibri"/>
                          <a:cs typeface="Calibri"/>
                        </a:rPr>
                        <a:t>Unpredictable</a:t>
                      </a:r>
                      <a:r>
                        <a:rPr sz="2100" spc="-100" dirty="0">
                          <a:latin typeface="Calibri"/>
                          <a:cs typeface="Calibri"/>
                        </a:rPr>
                        <a:t> </a:t>
                      </a:r>
                      <a:r>
                        <a:rPr sz="2100" dirty="0">
                          <a:latin typeface="Calibri"/>
                          <a:cs typeface="Calibri"/>
                        </a:rPr>
                        <a:t>range  of</a:t>
                      </a:r>
                      <a:r>
                        <a:rPr sz="2100" spc="-100" dirty="0">
                          <a:latin typeface="Calibri"/>
                          <a:cs typeface="Calibri"/>
                        </a:rPr>
                        <a:t> </a:t>
                      </a:r>
                      <a:r>
                        <a:rPr sz="2100" dirty="0">
                          <a:latin typeface="Calibri"/>
                          <a:cs typeface="Calibri"/>
                        </a:rPr>
                        <a:t>values</a:t>
                      </a:r>
                    </a:p>
                    <a:p>
                      <a:pPr marL="698500" indent="-341630">
                        <a:lnSpc>
                          <a:spcPct val="100000"/>
                        </a:lnSpc>
                        <a:spcBef>
                          <a:spcPts val="1010"/>
                        </a:spcBef>
                        <a:buChar char="•"/>
                        <a:tabLst>
                          <a:tab pos="697865" algn="l"/>
                          <a:tab pos="698500" algn="l"/>
                        </a:tabLst>
                      </a:pPr>
                      <a:r>
                        <a:rPr sz="2100" dirty="0">
                          <a:latin typeface="Calibri"/>
                          <a:cs typeface="Calibri"/>
                        </a:rPr>
                        <a:t>Not Purely</a:t>
                      </a:r>
                      <a:r>
                        <a:rPr sz="2100" spc="-100" dirty="0">
                          <a:latin typeface="Calibri"/>
                          <a:cs typeface="Calibri"/>
                        </a:rPr>
                        <a:t> </a:t>
                      </a:r>
                      <a:r>
                        <a:rPr sz="2100" dirty="0">
                          <a:latin typeface="Calibri"/>
                          <a:cs typeface="Calibri"/>
                        </a:rPr>
                        <a:t>Random</a:t>
                      </a:r>
                    </a:p>
                  </a:txBody>
                  <a:tcPr marL="0" marR="0" marT="0" marB="0">
                    <a:lnL w="12701">
                      <a:solidFill>
                        <a:srgbClr val="000000"/>
                      </a:solidFill>
                      <a:prstDash val="solid"/>
                    </a:lnL>
                    <a:lnR w="14287">
                      <a:solidFill>
                        <a:srgbClr val="000000"/>
                      </a:solidFill>
                      <a:prstDash val="solid"/>
                    </a:lnR>
                    <a:lnT w="14287">
                      <a:solidFill>
                        <a:srgbClr val="000000"/>
                      </a:solidFill>
                      <a:prstDash val="solid"/>
                    </a:lnT>
                    <a:lnB w="14287">
                      <a:solidFill>
                        <a:srgbClr val="000000"/>
                      </a:solidFill>
                      <a:prstDash val="solid"/>
                    </a:lnB>
                  </a:tcPr>
                </a:tc>
                <a:extLst>
                  <a:ext uri="{0D108BD9-81ED-4DB2-BD59-A6C34878D82A}">
                    <a16:rowId xmlns:a16="http://schemas.microsoft.com/office/drawing/2014/main" val="10001"/>
                  </a:ext>
                </a:extLst>
              </a:tr>
            </a:tbl>
          </a:graphicData>
        </a:graphic>
      </p:graphicFrame>
      <p:sp>
        <p:nvSpPr>
          <p:cNvPr id="6" name="Tijdelijke aanduiding voor dianummer 5"/>
          <p:cNvSpPr>
            <a:spLocks noGrp="1"/>
          </p:cNvSpPr>
          <p:nvPr>
            <p:ph type="sldNum" sz="quarter" idx="12"/>
          </p:nvPr>
        </p:nvSpPr>
        <p:spPr/>
        <p:txBody>
          <a:bodyPr/>
          <a:lstStyle/>
          <a:p>
            <a:pPr>
              <a:defRPr/>
            </a:pPr>
            <a:fld id="{58282971-9F67-4B8D-956D-CE27B12C28F5}" type="slidenum">
              <a:rPr lang="en-US" smtClean="0"/>
              <a:pPr>
                <a:defRPr/>
              </a:pPr>
              <a:t>30</a:t>
            </a:fld>
            <a:endParaRPr lang="en-US"/>
          </a:p>
        </p:txBody>
      </p:sp>
    </p:spTree>
    <p:extLst>
      <p:ext uri="{BB962C8B-B14F-4D97-AF65-F5344CB8AC3E}">
        <p14:creationId xmlns:p14="http://schemas.microsoft.com/office/powerpoint/2010/main" val="4368724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9" name="Rectangle 51"/>
          <p:cNvSpPr>
            <a:spLocks noGrp="1" noChangeArrowheads="1"/>
          </p:cNvSpPr>
          <p:nvPr>
            <p:ph type="title"/>
            <p:custDataLst>
              <p:tags r:id="rId1"/>
            </p:custDataLst>
          </p:nvPr>
        </p:nvSpPr>
        <p:spPr bwMode="gray"/>
        <p:txBody>
          <a:bodyPr/>
          <a:lstStyle/>
          <a:p>
            <a:pPr eaLnBrk="1" hangingPunct="1"/>
            <a:r>
              <a:rPr lang="en-US" sz="2500" dirty="0"/>
              <a:t>A process is said to be stable, predictable and in control if only common cause variability is present</a:t>
            </a:r>
          </a:p>
        </p:txBody>
      </p:sp>
      <p:sp>
        <p:nvSpPr>
          <p:cNvPr id="72706" name="Tijdelijke aanduiding voor dianummer 2"/>
          <p:cNvSpPr>
            <a:spLocks noGrp="1"/>
          </p:cNvSpPr>
          <p:nvPr>
            <p:ph type="sldNum" sz="quarter" idx="12"/>
          </p:nvPr>
        </p:nvSpPr>
        <p:spPr>
          <a:noFill/>
        </p:spPr>
        <p:txBody>
          <a:bodyPr/>
          <a:lstStyle/>
          <a:p>
            <a:pPr defTabSz="913526"/>
            <a:fld id="{A5EF0BE8-7BC8-4AAE-B8D7-F82C36AC6C24}" type="slidenum">
              <a:rPr lang="en-US"/>
              <a:pPr defTabSz="913526"/>
              <a:t>31</a:t>
            </a:fld>
            <a:endParaRPr lang="en-US" dirty="0"/>
          </a:p>
        </p:txBody>
      </p:sp>
      <p:grpSp>
        <p:nvGrpSpPr>
          <p:cNvPr id="2" name="Group 2"/>
          <p:cNvGrpSpPr>
            <a:grpSpLocks/>
          </p:cNvGrpSpPr>
          <p:nvPr/>
        </p:nvGrpSpPr>
        <p:grpSpPr bwMode="auto">
          <a:xfrm>
            <a:off x="771738" y="1342985"/>
            <a:ext cx="7631068" cy="5225297"/>
            <a:chOff x="175" y="515"/>
            <a:chExt cx="5176" cy="3544"/>
          </a:xfrm>
        </p:grpSpPr>
        <p:grpSp>
          <p:nvGrpSpPr>
            <p:cNvPr id="3" name="Group 3"/>
            <p:cNvGrpSpPr>
              <a:grpSpLocks/>
            </p:cNvGrpSpPr>
            <p:nvPr/>
          </p:nvGrpSpPr>
          <p:grpSpPr bwMode="auto">
            <a:xfrm>
              <a:off x="3007" y="2399"/>
              <a:ext cx="2344" cy="1660"/>
              <a:chOff x="3007" y="2399"/>
              <a:chExt cx="2344" cy="1660"/>
            </a:xfrm>
          </p:grpSpPr>
          <p:sp>
            <p:nvSpPr>
              <p:cNvPr id="72749" name="Rectangle 4"/>
              <p:cNvSpPr>
                <a:spLocks noChangeArrowheads="1"/>
              </p:cNvSpPr>
              <p:nvPr/>
            </p:nvSpPr>
            <p:spPr bwMode="gray">
              <a:xfrm>
                <a:off x="3007" y="3806"/>
                <a:ext cx="2344" cy="253"/>
              </a:xfrm>
              <a:prstGeom prst="rect">
                <a:avLst/>
              </a:prstGeom>
              <a:noFill/>
              <a:ln w="9525">
                <a:noFill/>
                <a:miter lim="800000"/>
                <a:headEnd/>
                <a:tailEnd/>
              </a:ln>
            </p:spPr>
            <p:txBody>
              <a:bodyPr lIns="0" tIns="0" rIns="0" bIns="0">
                <a:spAutoFit/>
              </a:bodyPr>
              <a:lstStyle/>
              <a:p>
                <a:pPr marL="166832" indent="-166832" defTabSz="785568">
                  <a:buFontTx/>
                  <a:buChar char="•"/>
                </a:pPr>
                <a:r>
                  <a:rPr lang="en-US" sz="1200" dirty="0"/>
                  <a:t>High variability</a:t>
                </a:r>
              </a:p>
              <a:p>
                <a:pPr marL="166832" indent="-166832" defTabSz="785568">
                  <a:buFontTx/>
                  <a:buChar char="•"/>
                </a:pPr>
                <a:r>
                  <a:rPr lang="en-US" sz="1200" dirty="0"/>
                  <a:t>Impossible to predict future condition </a:t>
                </a:r>
              </a:p>
            </p:txBody>
          </p:sp>
          <p:sp>
            <p:nvSpPr>
              <p:cNvPr id="72750" name="Line 5"/>
              <p:cNvSpPr>
                <a:spLocks noChangeShapeType="1"/>
              </p:cNvSpPr>
              <p:nvPr/>
            </p:nvSpPr>
            <p:spPr bwMode="gray">
              <a:xfrm>
                <a:off x="3158" y="2399"/>
                <a:ext cx="0" cy="1254"/>
              </a:xfrm>
              <a:prstGeom prst="line">
                <a:avLst/>
              </a:prstGeom>
              <a:noFill/>
              <a:ln w="25400">
                <a:solidFill>
                  <a:schemeClr val="tx1"/>
                </a:solidFill>
                <a:round/>
                <a:headEnd/>
                <a:tailEnd/>
              </a:ln>
            </p:spPr>
            <p:txBody>
              <a:bodyPr/>
              <a:lstStyle/>
              <a:p>
                <a:endParaRPr lang="nl-BE"/>
              </a:p>
            </p:txBody>
          </p:sp>
          <p:sp>
            <p:nvSpPr>
              <p:cNvPr id="72751" name="Line 6"/>
              <p:cNvSpPr>
                <a:spLocks noChangeShapeType="1"/>
              </p:cNvSpPr>
              <p:nvPr/>
            </p:nvSpPr>
            <p:spPr bwMode="gray">
              <a:xfrm>
                <a:off x="3158" y="3011"/>
                <a:ext cx="1613" cy="0"/>
              </a:xfrm>
              <a:prstGeom prst="line">
                <a:avLst/>
              </a:prstGeom>
              <a:noFill/>
              <a:ln w="25400">
                <a:solidFill>
                  <a:srgbClr val="00FF00"/>
                </a:solidFill>
                <a:prstDash val="lgDashDotDot"/>
                <a:round/>
                <a:headEnd/>
                <a:tailEnd/>
              </a:ln>
            </p:spPr>
            <p:txBody>
              <a:bodyPr/>
              <a:lstStyle/>
              <a:p>
                <a:endParaRPr lang="nl-BE"/>
              </a:p>
            </p:txBody>
          </p:sp>
          <p:sp>
            <p:nvSpPr>
              <p:cNvPr id="72752" name="Line 7"/>
              <p:cNvSpPr>
                <a:spLocks noChangeShapeType="1"/>
              </p:cNvSpPr>
              <p:nvPr/>
            </p:nvSpPr>
            <p:spPr bwMode="gray">
              <a:xfrm>
                <a:off x="3183" y="2640"/>
                <a:ext cx="1613" cy="0"/>
              </a:xfrm>
              <a:prstGeom prst="line">
                <a:avLst/>
              </a:prstGeom>
              <a:noFill/>
              <a:ln w="25400">
                <a:solidFill>
                  <a:srgbClr val="00FFFF"/>
                </a:solidFill>
                <a:prstDash val="lgDashDotDot"/>
                <a:round/>
                <a:headEnd/>
                <a:tailEnd/>
              </a:ln>
            </p:spPr>
            <p:txBody>
              <a:bodyPr/>
              <a:lstStyle/>
              <a:p>
                <a:endParaRPr lang="nl-BE"/>
              </a:p>
            </p:txBody>
          </p:sp>
          <p:sp>
            <p:nvSpPr>
              <p:cNvPr id="72753" name="Line 8"/>
              <p:cNvSpPr>
                <a:spLocks noChangeShapeType="1"/>
              </p:cNvSpPr>
              <p:nvPr/>
            </p:nvSpPr>
            <p:spPr bwMode="gray">
              <a:xfrm>
                <a:off x="3158" y="3382"/>
                <a:ext cx="1613" cy="0"/>
              </a:xfrm>
              <a:prstGeom prst="line">
                <a:avLst/>
              </a:prstGeom>
              <a:noFill/>
              <a:ln w="25400">
                <a:solidFill>
                  <a:srgbClr val="00FFFF"/>
                </a:solidFill>
                <a:prstDash val="lgDashDotDot"/>
                <a:round/>
                <a:headEnd/>
                <a:tailEnd/>
              </a:ln>
            </p:spPr>
            <p:txBody>
              <a:bodyPr/>
              <a:lstStyle/>
              <a:p>
                <a:endParaRPr lang="nl-BE"/>
              </a:p>
            </p:txBody>
          </p:sp>
          <p:sp>
            <p:nvSpPr>
              <p:cNvPr id="72754" name="Freeform 9"/>
              <p:cNvSpPr>
                <a:spLocks/>
              </p:cNvSpPr>
              <p:nvPr/>
            </p:nvSpPr>
            <p:spPr bwMode="gray">
              <a:xfrm>
                <a:off x="3166" y="2519"/>
                <a:ext cx="1613" cy="1004"/>
              </a:xfrm>
              <a:custGeom>
                <a:avLst/>
                <a:gdLst>
                  <a:gd name="T0" fmla="*/ 0 w 1520"/>
                  <a:gd name="T1" fmla="*/ 384 h 800"/>
                  <a:gd name="T2" fmla="*/ 88 w 1520"/>
                  <a:gd name="T3" fmla="*/ 240 h 800"/>
                  <a:gd name="T4" fmla="*/ 104 w 1520"/>
                  <a:gd name="T5" fmla="*/ 264 h 800"/>
                  <a:gd name="T6" fmla="*/ 112 w 1520"/>
                  <a:gd name="T7" fmla="*/ 296 h 800"/>
                  <a:gd name="T8" fmla="*/ 120 w 1520"/>
                  <a:gd name="T9" fmla="*/ 272 h 800"/>
                  <a:gd name="T10" fmla="*/ 144 w 1520"/>
                  <a:gd name="T11" fmla="*/ 256 h 800"/>
                  <a:gd name="T12" fmla="*/ 168 w 1520"/>
                  <a:gd name="T13" fmla="*/ 224 h 800"/>
                  <a:gd name="T14" fmla="*/ 200 w 1520"/>
                  <a:gd name="T15" fmla="*/ 112 h 800"/>
                  <a:gd name="T16" fmla="*/ 216 w 1520"/>
                  <a:gd name="T17" fmla="*/ 64 h 800"/>
                  <a:gd name="T18" fmla="*/ 224 w 1520"/>
                  <a:gd name="T19" fmla="*/ 40 h 800"/>
                  <a:gd name="T20" fmla="*/ 248 w 1520"/>
                  <a:gd name="T21" fmla="*/ 176 h 800"/>
                  <a:gd name="T22" fmla="*/ 264 w 1520"/>
                  <a:gd name="T23" fmla="*/ 104 h 800"/>
                  <a:gd name="T24" fmla="*/ 280 w 1520"/>
                  <a:gd name="T25" fmla="*/ 40 h 800"/>
                  <a:gd name="T26" fmla="*/ 336 w 1520"/>
                  <a:gd name="T27" fmla="*/ 184 h 800"/>
                  <a:gd name="T28" fmla="*/ 344 w 1520"/>
                  <a:gd name="T29" fmla="*/ 224 h 800"/>
                  <a:gd name="T30" fmla="*/ 352 w 1520"/>
                  <a:gd name="T31" fmla="*/ 200 h 800"/>
                  <a:gd name="T32" fmla="*/ 384 w 1520"/>
                  <a:gd name="T33" fmla="*/ 280 h 800"/>
                  <a:gd name="T34" fmla="*/ 456 w 1520"/>
                  <a:gd name="T35" fmla="*/ 312 h 800"/>
                  <a:gd name="T36" fmla="*/ 496 w 1520"/>
                  <a:gd name="T37" fmla="*/ 400 h 800"/>
                  <a:gd name="T38" fmla="*/ 528 w 1520"/>
                  <a:gd name="T39" fmla="*/ 456 h 800"/>
                  <a:gd name="T40" fmla="*/ 568 w 1520"/>
                  <a:gd name="T41" fmla="*/ 608 h 800"/>
                  <a:gd name="T42" fmla="*/ 576 w 1520"/>
                  <a:gd name="T43" fmla="*/ 584 h 800"/>
                  <a:gd name="T44" fmla="*/ 584 w 1520"/>
                  <a:gd name="T45" fmla="*/ 608 h 800"/>
                  <a:gd name="T46" fmla="*/ 592 w 1520"/>
                  <a:gd name="T47" fmla="*/ 640 h 800"/>
                  <a:gd name="T48" fmla="*/ 616 w 1520"/>
                  <a:gd name="T49" fmla="*/ 744 h 800"/>
                  <a:gd name="T50" fmla="*/ 648 w 1520"/>
                  <a:gd name="T51" fmla="*/ 720 h 800"/>
                  <a:gd name="T52" fmla="*/ 712 w 1520"/>
                  <a:gd name="T53" fmla="*/ 504 h 800"/>
                  <a:gd name="T54" fmla="*/ 728 w 1520"/>
                  <a:gd name="T55" fmla="*/ 680 h 800"/>
                  <a:gd name="T56" fmla="*/ 752 w 1520"/>
                  <a:gd name="T57" fmla="*/ 752 h 800"/>
                  <a:gd name="T58" fmla="*/ 768 w 1520"/>
                  <a:gd name="T59" fmla="*/ 800 h 800"/>
                  <a:gd name="T60" fmla="*/ 808 w 1520"/>
                  <a:gd name="T61" fmla="*/ 608 h 800"/>
                  <a:gd name="T62" fmla="*/ 824 w 1520"/>
                  <a:gd name="T63" fmla="*/ 80 h 800"/>
                  <a:gd name="T64" fmla="*/ 848 w 1520"/>
                  <a:gd name="T65" fmla="*/ 48 h 800"/>
                  <a:gd name="T66" fmla="*/ 864 w 1520"/>
                  <a:gd name="T67" fmla="*/ 0 h 800"/>
                  <a:gd name="T68" fmla="*/ 960 w 1520"/>
                  <a:gd name="T69" fmla="*/ 392 h 800"/>
                  <a:gd name="T70" fmla="*/ 984 w 1520"/>
                  <a:gd name="T71" fmla="*/ 560 h 800"/>
                  <a:gd name="T72" fmla="*/ 1008 w 1520"/>
                  <a:gd name="T73" fmla="*/ 728 h 800"/>
                  <a:gd name="T74" fmla="*/ 1040 w 1520"/>
                  <a:gd name="T75" fmla="*/ 784 h 800"/>
                  <a:gd name="T76" fmla="*/ 1112 w 1520"/>
                  <a:gd name="T77" fmla="*/ 664 h 800"/>
                  <a:gd name="T78" fmla="*/ 1144 w 1520"/>
                  <a:gd name="T79" fmla="*/ 616 h 800"/>
                  <a:gd name="T80" fmla="*/ 1160 w 1520"/>
                  <a:gd name="T81" fmla="*/ 592 h 800"/>
                  <a:gd name="T82" fmla="*/ 1184 w 1520"/>
                  <a:gd name="T83" fmla="*/ 616 h 800"/>
                  <a:gd name="T84" fmla="*/ 1192 w 1520"/>
                  <a:gd name="T85" fmla="*/ 640 h 800"/>
                  <a:gd name="T86" fmla="*/ 1216 w 1520"/>
                  <a:gd name="T87" fmla="*/ 592 h 800"/>
                  <a:gd name="T88" fmla="*/ 1288 w 1520"/>
                  <a:gd name="T89" fmla="*/ 384 h 800"/>
                  <a:gd name="T90" fmla="*/ 1336 w 1520"/>
                  <a:gd name="T91" fmla="*/ 392 h 800"/>
                  <a:gd name="T92" fmla="*/ 1344 w 1520"/>
                  <a:gd name="T93" fmla="*/ 368 h 800"/>
                  <a:gd name="T94" fmla="*/ 1384 w 1520"/>
                  <a:gd name="T95" fmla="*/ 352 h 800"/>
                  <a:gd name="T96" fmla="*/ 1424 w 1520"/>
                  <a:gd name="T97" fmla="*/ 304 h 800"/>
                  <a:gd name="T98" fmla="*/ 1440 w 1520"/>
                  <a:gd name="T99" fmla="*/ 280 h 800"/>
                  <a:gd name="T100" fmla="*/ 1464 w 1520"/>
                  <a:gd name="T101" fmla="*/ 288 h 800"/>
                  <a:gd name="T102" fmla="*/ 1520 w 1520"/>
                  <a:gd name="T103" fmla="*/ 200 h 800"/>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520"/>
                  <a:gd name="T157" fmla="*/ 0 h 800"/>
                  <a:gd name="T158" fmla="*/ 1520 w 1520"/>
                  <a:gd name="T159" fmla="*/ 800 h 800"/>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520" h="800">
                    <a:moveTo>
                      <a:pt x="0" y="384"/>
                    </a:moveTo>
                    <a:cubicBezTo>
                      <a:pt x="18" y="329"/>
                      <a:pt x="57" y="287"/>
                      <a:pt x="88" y="240"/>
                    </a:cubicBezTo>
                    <a:cubicBezTo>
                      <a:pt x="93" y="248"/>
                      <a:pt x="100" y="255"/>
                      <a:pt x="104" y="264"/>
                    </a:cubicBezTo>
                    <a:cubicBezTo>
                      <a:pt x="108" y="274"/>
                      <a:pt x="102" y="291"/>
                      <a:pt x="112" y="296"/>
                    </a:cubicBezTo>
                    <a:cubicBezTo>
                      <a:pt x="120" y="300"/>
                      <a:pt x="115" y="279"/>
                      <a:pt x="120" y="272"/>
                    </a:cubicBezTo>
                    <a:cubicBezTo>
                      <a:pt x="126" y="264"/>
                      <a:pt x="137" y="263"/>
                      <a:pt x="144" y="256"/>
                    </a:cubicBezTo>
                    <a:cubicBezTo>
                      <a:pt x="153" y="247"/>
                      <a:pt x="160" y="235"/>
                      <a:pt x="168" y="224"/>
                    </a:cubicBezTo>
                    <a:cubicBezTo>
                      <a:pt x="177" y="186"/>
                      <a:pt x="189" y="149"/>
                      <a:pt x="200" y="112"/>
                    </a:cubicBezTo>
                    <a:cubicBezTo>
                      <a:pt x="205" y="96"/>
                      <a:pt x="211" y="80"/>
                      <a:pt x="216" y="64"/>
                    </a:cubicBezTo>
                    <a:cubicBezTo>
                      <a:pt x="219" y="56"/>
                      <a:pt x="224" y="40"/>
                      <a:pt x="224" y="40"/>
                    </a:cubicBezTo>
                    <a:cubicBezTo>
                      <a:pt x="233" y="85"/>
                      <a:pt x="233" y="132"/>
                      <a:pt x="248" y="176"/>
                    </a:cubicBezTo>
                    <a:cubicBezTo>
                      <a:pt x="265" y="76"/>
                      <a:pt x="247" y="166"/>
                      <a:pt x="264" y="104"/>
                    </a:cubicBezTo>
                    <a:cubicBezTo>
                      <a:pt x="270" y="83"/>
                      <a:pt x="280" y="40"/>
                      <a:pt x="280" y="40"/>
                    </a:cubicBezTo>
                    <a:cubicBezTo>
                      <a:pt x="309" y="83"/>
                      <a:pt x="313" y="137"/>
                      <a:pt x="336" y="184"/>
                    </a:cubicBezTo>
                    <a:cubicBezTo>
                      <a:pt x="339" y="197"/>
                      <a:pt x="334" y="214"/>
                      <a:pt x="344" y="224"/>
                    </a:cubicBezTo>
                    <a:cubicBezTo>
                      <a:pt x="350" y="230"/>
                      <a:pt x="344" y="200"/>
                      <a:pt x="352" y="200"/>
                    </a:cubicBezTo>
                    <a:cubicBezTo>
                      <a:pt x="366" y="200"/>
                      <a:pt x="382" y="272"/>
                      <a:pt x="384" y="280"/>
                    </a:cubicBezTo>
                    <a:cubicBezTo>
                      <a:pt x="424" y="267"/>
                      <a:pt x="428" y="284"/>
                      <a:pt x="456" y="312"/>
                    </a:cubicBezTo>
                    <a:cubicBezTo>
                      <a:pt x="466" y="351"/>
                      <a:pt x="472" y="367"/>
                      <a:pt x="496" y="400"/>
                    </a:cubicBezTo>
                    <a:cubicBezTo>
                      <a:pt x="505" y="437"/>
                      <a:pt x="488" y="516"/>
                      <a:pt x="528" y="456"/>
                    </a:cubicBezTo>
                    <a:cubicBezTo>
                      <a:pt x="558" y="501"/>
                      <a:pt x="555" y="556"/>
                      <a:pt x="568" y="608"/>
                    </a:cubicBezTo>
                    <a:cubicBezTo>
                      <a:pt x="571" y="600"/>
                      <a:pt x="568" y="584"/>
                      <a:pt x="576" y="584"/>
                    </a:cubicBezTo>
                    <a:cubicBezTo>
                      <a:pt x="584" y="584"/>
                      <a:pt x="582" y="600"/>
                      <a:pt x="584" y="608"/>
                    </a:cubicBezTo>
                    <a:cubicBezTo>
                      <a:pt x="587" y="619"/>
                      <a:pt x="590" y="629"/>
                      <a:pt x="592" y="640"/>
                    </a:cubicBezTo>
                    <a:cubicBezTo>
                      <a:pt x="613" y="739"/>
                      <a:pt x="598" y="691"/>
                      <a:pt x="616" y="744"/>
                    </a:cubicBezTo>
                    <a:cubicBezTo>
                      <a:pt x="627" y="736"/>
                      <a:pt x="641" y="731"/>
                      <a:pt x="648" y="720"/>
                    </a:cubicBezTo>
                    <a:cubicBezTo>
                      <a:pt x="677" y="677"/>
                      <a:pt x="695" y="554"/>
                      <a:pt x="712" y="504"/>
                    </a:cubicBezTo>
                    <a:cubicBezTo>
                      <a:pt x="719" y="562"/>
                      <a:pt x="719" y="622"/>
                      <a:pt x="728" y="680"/>
                    </a:cubicBezTo>
                    <a:cubicBezTo>
                      <a:pt x="728" y="680"/>
                      <a:pt x="748" y="740"/>
                      <a:pt x="752" y="752"/>
                    </a:cubicBezTo>
                    <a:cubicBezTo>
                      <a:pt x="757" y="768"/>
                      <a:pt x="768" y="800"/>
                      <a:pt x="768" y="800"/>
                    </a:cubicBezTo>
                    <a:cubicBezTo>
                      <a:pt x="784" y="736"/>
                      <a:pt x="795" y="672"/>
                      <a:pt x="808" y="608"/>
                    </a:cubicBezTo>
                    <a:cubicBezTo>
                      <a:pt x="813" y="432"/>
                      <a:pt x="811" y="256"/>
                      <a:pt x="824" y="80"/>
                    </a:cubicBezTo>
                    <a:cubicBezTo>
                      <a:pt x="825" y="67"/>
                      <a:pt x="842" y="60"/>
                      <a:pt x="848" y="48"/>
                    </a:cubicBezTo>
                    <a:cubicBezTo>
                      <a:pt x="856" y="33"/>
                      <a:pt x="864" y="0"/>
                      <a:pt x="864" y="0"/>
                    </a:cubicBezTo>
                    <a:cubicBezTo>
                      <a:pt x="915" y="127"/>
                      <a:pt x="938" y="258"/>
                      <a:pt x="960" y="392"/>
                    </a:cubicBezTo>
                    <a:cubicBezTo>
                      <a:pt x="969" y="447"/>
                      <a:pt x="977" y="504"/>
                      <a:pt x="984" y="560"/>
                    </a:cubicBezTo>
                    <a:cubicBezTo>
                      <a:pt x="990" y="610"/>
                      <a:pt x="987" y="679"/>
                      <a:pt x="1008" y="728"/>
                    </a:cubicBezTo>
                    <a:cubicBezTo>
                      <a:pt x="1016" y="748"/>
                      <a:pt x="1030" y="765"/>
                      <a:pt x="1040" y="784"/>
                    </a:cubicBezTo>
                    <a:cubicBezTo>
                      <a:pt x="1067" y="744"/>
                      <a:pt x="1089" y="705"/>
                      <a:pt x="1112" y="664"/>
                    </a:cubicBezTo>
                    <a:cubicBezTo>
                      <a:pt x="1121" y="647"/>
                      <a:pt x="1133" y="632"/>
                      <a:pt x="1144" y="616"/>
                    </a:cubicBezTo>
                    <a:cubicBezTo>
                      <a:pt x="1149" y="608"/>
                      <a:pt x="1160" y="592"/>
                      <a:pt x="1160" y="592"/>
                    </a:cubicBezTo>
                    <a:cubicBezTo>
                      <a:pt x="1168" y="600"/>
                      <a:pt x="1178" y="607"/>
                      <a:pt x="1184" y="616"/>
                    </a:cubicBezTo>
                    <a:cubicBezTo>
                      <a:pt x="1189" y="623"/>
                      <a:pt x="1184" y="640"/>
                      <a:pt x="1192" y="640"/>
                    </a:cubicBezTo>
                    <a:cubicBezTo>
                      <a:pt x="1203" y="640"/>
                      <a:pt x="1213" y="598"/>
                      <a:pt x="1216" y="592"/>
                    </a:cubicBezTo>
                    <a:cubicBezTo>
                      <a:pt x="1247" y="522"/>
                      <a:pt x="1275" y="460"/>
                      <a:pt x="1288" y="384"/>
                    </a:cubicBezTo>
                    <a:cubicBezTo>
                      <a:pt x="1304" y="395"/>
                      <a:pt x="1316" y="412"/>
                      <a:pt x="1336" y="392"/>
                    </a:cubicBezTo>
                    <a:cubicBezTo>
                      <a:pt x="1342" y="386"/>
                      <a:pt x="1338" y="373"/>
                      <a:pt x="1344" y="368"/>
                    </a:cubicBezTo>
                    <a:cubicBezTo>
                      <a:pt x="1355" y="359"/>
                      <a:pt x="1371" y="357"/>
                      <a:pt x="1384" y="352"/>
                    </a:cubicBezTo>
                    <a:cubicBezTo>
                      <a:pt x="1397" y="336"/>
                      <a:pt x="1411" y="320"/>
                      <a:pt x="1424" y="304"/>
                    </a:cubicBezTo>
                    <a:cubicBezTo>
                      <a:pt x="1430" y="296"/>
                      <a:pt x="1431" y="284"/>
                      <a:pt x="1440" y="280"/>
                    </a:cubicBezTo>
                    <a:cubicBezTo>
                      <a:pt x="1448" y="277"/>
                      <a:pt x="1456" y="285"/>
                      <a:pt x="1464" y="288"/>
                    </a:cubicBezTo>
                    <a:cubicBezTo>
                      <a:pt x="1472" y="211"/>
                      <a:pt x="1455" y="200"/>
                      <a:pt x="1520" y="200"/>
                    </a:cubicBezTo>
                  </a:path>
                </a:pathLst>
              </a:custGeom>
              <a:noFill/>
              <a:ln w="25400">
                <a:solidFill>
                  <a:schemeClr val="tx1"/>
                </a:solidFill>
                <a:round/>
                <a:headEnd/>
                <a:tailEnd/>
              </a:ln>
            </p:spPr>
            <p:txBody>
              <a:bodyPr/>
              <a:lstStyle/>
              <a:p>
                <a:endParaRPr lang="nl-BE"/>
              </a:p>
            </p:txBody>
          </p:sp>
        </p:grpSp>
        <p:grpSp>
          <p:nvGrpSpPr>
            <p:cNvPr id="4" name="Group 10"/>
            <p:cNvGrpSpPr>
              <a:grpSpLocks/>
            </p:cNvGrpSpPr>
            <p:nvPr/>
          </p:nvGrpSpPr>
          <p:grpSpPr bwMode="auto">
            <a:xfrm>
              <a:off x="2994" y="515"/>
              <a:ext cx="2045" cy="1653"/>
              <a:chOff x="2994" y="515"/>
              <a:chExt cx="2045" cy="1653"/>
            </a:xfrm>
          </p:grpSpPr>
          <p:sp>
            <p:nvSpPr>
              <p:cNvPr id="72736" name="Rectangle 11"/>
              <p:cNvSpPr>
                <a:spLocks noChangeArrowheads="1"/>
              </p:cNvSpPr>
              <p:nvPr/>
            </p:nvSpPr>
            <p:spPr bwMode="gray">
              <a:xfrm>
                <a:off x="2994" y="515"/>
                <a:ext cx="1445" cy="126"/>
              </a:xfrm>
              <a:prstGeom prst="rect">
                <a:avLst/>
              </a:prstGeom>
              <a:noFill/>
              <a:ln w="9525">
                <a:noFill/>
                <a:miter lim="800000"/>
                <a:headEnd/>
                <a:tailEnd/>
              </a:ln>
            </p:spPr>
            <p:txBody>
              <a:bodyPr lIns="0" tIns="0" rIns="0" bIns="0">
                <a:spAutoFit/>
              </a:bodyPr>
              <a:lstStyle/>
              <a:p>
                <a:pPr defTabSz="801765"/>
                <a:r>
                  <a:rPr lang="en-US" sz="1200" dirty="0"/>
                  <a:t>With assignable causes</a:t>
                </a:r>
              </a:p>
            </p:txBody>
          </p:sp>
          <p:sp>
            <p:nvSpPr>
              <p:cNvPr id="72737" name="Line 12"/>
              <p:cNvSpPr>
                <a:spLocks noChangeShapeType="1"/>
              </p:cNvSpPr>
              <p:nvPr/>
            </p:nvSpPr>
            <p:spPr bwMode="gray">
              <a:xfrm flipV="1">
                <a:off x="3241" y="938"/>
                <a:ext cx="1217" cy="1154"/>
              </a:xfrm>
              <a:prstGeom prst="line">
                <a:avLst/>
              </a:prstGeom>
              <a:noFill/>
              <a:ln w="9525">
                <a:solidFill>
                  <a:schemeClr val="tx1"/>
                </a:solidFill>
                <a:prstDash val="lgDashDotDot"/>
                <a:round/>
                <a:headEnd/>
                <a:tailEnd/>
              </a:ln>
            </p:spPr>
            <p:txBody>
              <a:bodyPr/>
              <a:lstStyle/>
              <a:p>
                <a:endParaRPr lang="nl-BE"/>
              </a:p>
            </p:txBody>
          </p:sp>
          <p:sp>
            <p:nvSpPr>
              <p:cNvPr id="72738" name="Line 13"/>
              <p:cNvSpPr>
                <a:spLocks noChangeShapeType="1"/>
              </p:cNvSpPr>
              <p:nvPr/>
            </p:nvSpPr>
            <p:spPr bwMode="gray">
              <a:xfrm flipV="1">
                <a:off x="3727" y="973"/>
                <a:ext cx="1218" cy="1154"/>
              </a:xfrm>
              <a:prstGeom prst="line">
                <a:avLst/>
              </a:prstGeom>
              <a:noFill/>
              <a:ln w="9525">
                <a:solidFill>
                  <a:schemeClr val="tx1"/>
                </a:solidFill>
                <a:prstDash val="lgDashDotDot"/>
                <a:round/>
                <a:headEnd/>
                <a:tailEnd/>
              </a:ln>
            </p:spPr>
            <p:txBody>
              <a:bodyPr/>
              <a:lstStyle/>
              <a:p>
                <a:endParaRPr lang="nl-BE"/>
              </a:p>
            </p:txBody>
          </p:sp>
          <p:sp>
            <p:nvSpPr>
              <p:cNvPr id="72739" name="Line 14"/>
              <p:cNvSpPr>
                <a:spLocks noChangeShapeType="1"/>
              </p:cNvSpPr>
              <p:nvPr/>
            </p:nvSpPr>
            <p:spPr bwMode="gray">
              <a:xfrm flipV="1">
                <a:off x="3418" y="785"/>
                <a:ext cx="1439" cy="1383"/>
              </a:xfrm>
              <a:prstGeom prst="line">
                <a:avLst/>
              </a:prstGeom>
              <a:noFill/>
              <a:ln w="9525">
                <a:solidFill>
                  <a:schemeClr val="tx1"/>
                </a:solidFill>
                <a:prstDash val="lgDashDotDot"/>
                <a:round/>
                <a:headEnd/>
                <a:tailEnd type="triangle" w="sm" len="lg"/>
              </a:ln>
            </p:spPr>
            <p:txBody>
              <a:bodyPr/>
              <a:lstStyle/>
              <a:p>
                <a:endParaRPr lang="nl-BE"/>
              </a:p>
            </p:txBody>
          </p:sp>
          <p:grpSp>
            <p:nvGrpSpPr>
              <p:cNvPr id="5" name="Group 15"/>
              <p:cNvGrpSpPr>
                <a:grpSpLocks/>
              </p:cNvGrpSpPr>
              <p:nvPr/>
            </p:nvGrpSpPr>
            <p:grpSpPr bwMode="auto">
              <a:xfrm>
                <a:off x="3922" y="776"/>
                <a:ext cx="1117" cy="551"/>
                <a:chOff x="4713" y="1297"/>
                <a:chExt cx="1254" cy="495"/>
              </a:xfrm>
            </p:grpSpPr>
            <p:sp>
              <p:nvSpPr>
                <p:cNvPr id="72747" name="Freeform 16"/>
                <p:cNvSpPr>
                  <a:spLocks/>
                </p:cNvSpPr>
                <p:nvPr/>
              </p:nvSpPr>
              <p:spPr bwMode="gray">
                <a:xfrm>
                  <a:off x="4713" y="1297"/>
                  <a:ext cx="1254" cy="470"/>
                </a:xfrm>
                <a:custGeom>
                  <a:avLst/>
                  <a:gdLst>
                    <a:gd name="T0" fmla="*/ 0 w 1200"/>
                    <a:gd name="T1" fmla="*/ 647 h 647"/>
                    <a:gd name="T2" fmla="*/ 176 w 1200"/>
                    <a:gd name="T3" fmla="*/ 591 h 647"/>
                    <a:gd name="T4" fmla="*/ 304 w 1200"/>
                    <a:gd name="T5" fmla="*/ 431 h 647"/>
                    <a:gd name="T6" fmla="*/ 416 w 1200"/>
                    <a:gd name="T7" fmla="*/ 215 h 647"/>
                    <a:gd name="T8" fmla="*/ 528 w 1200"/>
                    <a:gd name="T9" fmla="*/ 55 h 647"/>
                    <a:gd name="T10" fmla="*/ 640 w 1200"/>
                    <a:gd name="T11" fmla="*/ 31 h 647"/>
                    <a:gd name="T12" fmla="*/ 800 w 1200"/>
                    <a:gd name="T13" fmla="*/ 239 h 647"/>
                    <a:gd name="T14" fmla="*/ 944 w 1200"/>
                    <a:gd name="T15" fmla="*/ 471 h 647"/>
                    <a:gd name="T16" fmla="*/ 1040 w 1200"/>
                    <a:gd name="T17" fmla="*/ 583 h 647"/>
                    <a:gd name="T18" fmla="*/ 1200 w 1200"/>
                    <a:gd name="T19" fmla="*/ 631 h 64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00"/>
                    <a:gd name="T31" fmla="*/ 0 h 647"/>
                    <a:gd name="T32" fmla="*/ 1200 w 1200"/>
                    <a:gd name="T33" fmla="*/ 647 h 64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00" h="647">
                      <a:moveTo>
                        <a:pt x="0" y="647"/>
                      </a:moveTo>
                      <a:cubicBezTo>
                        <a:pt x="62" y="637"/>
                        <a:pt x="125" y="627"/>
                        <a:pt x="176" y="591"/>
                      </a:cubicBezTo>
                      <a:cubicBezTo>
                        <a:pt x="227" y="555"/>
                        <a:pt x="264" y="494"/>
                        <a:pt x="304" y="431"/>
                      </a:cubicBezTo>
                      <a:cubicBezTo>
                        <a:pt x="344" y="368"/>
                        <a:pt x="379" y="278"/>
                        <a:pt x="416" y="215"/>
                      </a:cubicBezTo>
                      <a:cubicBezTo>
                        <a:pt x="453" y="152"/>
                        <a:pt x="491" y="86"/>
                        <a:pt x="528" y="55"/>
                      </a:cubicBezTo>
                      <a:cubicBezTo>
                        <a:pt x="565" y="24"/>
                        <a:pt x="595" y="0"/>
                        <a:pt x="640" y="31"/>
                      </a:cubicBezTo>
                      <a:cubicBezTo>
                        <a:pt x="685" y="62"/>
                        <a:pt x="749" y="166"/>
                        <a:pt x="800" y="239"/>
                      </a:cubicBezTo>
                      <a:cubicBezTo>
                        <a:pt x="851" y="312"/>
                        <a:pt x="904" y="414"/>
                        <a:pt x="944" y="471"/>
                      </a:cubicBezTo>
                      <a:cubicBezTo>
                        <a:pt x="984" y="528"/>
                        <a:pt x="997" y="556"/>
                        <a:pt x="1040" y="583"/>
                      </a:cubicBezTo>
                      <a:cubicBezTo>
                        <a:pt x="1083" y="610"/>
                        <a:pt x="1141" y="620"/>
                        <a:pt x="1200" y="631"/>
                      </a:cubicBezTo>
                    </a:path>
                  </a:pathLst>
                </a:custGeom>
                <a:noFill/>
                <a:ln w="25400" cap="flat" cmpd="sng">
                  <a:solidFill>
                    <a:schemeClr val="tx1"/>
                  </a:solidFill>
                  <a:prstDash val="solid"/>
                  <a:round/>
                  <a:headEnd type="none" w="med" len="med"/>
                  <a:tailEnd type="none" w="med" len="med"/>
                </a:ln>
              </p:spPr>
              <p:txBody>
                <a:bodyPr/>
                <a:lstStyle/>
                <a:p>
                  <a:endParaRPr lang="nl-BE"/>
                </a:p>
              </p:txBody>
            </p:sp>
            <p:sp>
              <p:nvSpPr>
                <p:cNvPr id="72748" name="Line 17"/>
                <p:cNvSpPr>
                  <a:spLocks noChangeShapeType="1"/>
                </p:cNvSpPr>
                <p:nvPr/>
              </p:nvSpPr>
              <p:spPr bwMode="gray">
                <a:xfrm>
                  <a:off x="4761" y="1792"/>
                  <a:ext cx="1201" cy="0"/>
                </a:xfrm>
                <a:prstGeom prst="line">
                  <a:avLst/>
                </a:prstGeom>
                <a:noFill/>
                <a:ln w="25400">
                  <a:solidFill>
                    <a:schemeClr val="tx1"/>
                  </a:solidFill>
                  <a:round/>
                  <a:headEnd/>
                  <a:tailEnd/>
                </a:ln>
              </p:spPr>
              <p:txBody>
                <a:bodyPr/>
                <a:lstStyle/>
                <a:p>
                  <a:endParaRPr lang="nl-BE"/>
                </a:p>
              </p:txBody>
            </p:sp>
          </p:grpSp>
          <p:grpSp>
            <p:nvGrpSpPr>
              <p:cNvPr id="6" name="Group 18"/>
              <p:cNvGrpSpPr>
                <a:grpSpLocks/>
              </p:cNvGrpSpPr>
              <p:nvPr/>
            </p:nvGrpSpPr>
            <p:grpSpPr bwMode="auto">
              <a:xfrm>
                <a:off x="3051" y="1389"/>
                <a:ext cx="838" cy="700"/>
                <a:chOff x="3735" y="1847"/>
                <a:chExt cx="940" cy="629"/>
              </a:xfrm>
            </p:grpSpPr>
            <p:sp>
              <p:nvSpPr>
                <p:cNvPr id="72745" name="Freeform 19"/>
                <p:cNvSpPr>
                  <a:spLocks/>
                </p:cNvSpPr>
                <p:nvPr/>
              </p:nvSpPr>
              <p:spPr bwMode="gray">
                <a:xfrm>
                  <a:off x="3798" y="1847"/>
                  <a:ext cx="747" cy="616"/>
                </a:xfrm>
                <a:custGeom>
                  <a:avLst/>
                  <a:gdLst>
                    <a:gd name="T0" fmla="*/ 0 w 864"/>
                    <a:gd name="T1" fmla="*/ 937 h 937"/>
                    <a:gd name="T2" fmla="*/ 112 w 864"/>
                    <a:gd name="T3" fmla="*/ 873 h 937"/>
                    <a:gd name="T4" fmla="*/ 176 w 864"/>
                    <a:gd name="T5" fmla="*/ 721 h 937"/>
                    <a:gd name="T6" fmla="*/ 224 w 864"/>
                    <a:gd name="T7" fmla="*/ 521 h 937"/>
                    <a:gd name="T8" fmla="*/ 304 w 864"/>
                    <a:gd name="T9" fmla="*/ 193 h 937"/>
                    <a:gd name="T10" fmla="*/ 360 w 864"/>
                    <a:gd name="T11" fmla="*/ 33 h 937"/>
                    <a:gd name="T12" fmla="*/ 424 w 864"/>
                    <a:gd name="T13" fmla="*/ 49 h 937"/>
                    <a:gd name="T14" fmla="*/ 504 w 864"/>
                    <a:gd name="T15" fmla="*/ 329 h 937"/>
                    <a:gd name="T16" fmla="*/ 584 w 864"/>
                    <a:gd name="T17" fmla="*/ 601 h 937"/>
                    <a:gd name="T18" fmla="*/ 672 w 864"/>
                    <a:gd name="T19" fmla="*/ 833 h 937"/>
                    <a:gd name="T20" fmla="*/ 736 w 864"/>
                    <a:gd name="T21" fmla="*/ 881 h 937"/>
                    <a:gd name="T22" fmla="*/ 864 w 864"/>
                    <a:gd name="T23" fmla="*/ 929 h 93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64"/>
                    <a:gd name="T37" fmla="*/ 0 h 937"/>
                    <a:gd name="T38" fmla="*/ 864 w 864"/>
                    <a:gd name="T39" fmla="*/ 937 h 93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64" h="937">
                      <a:moveTo>
                        <a:pt x="0" y="937"/>
                      </a:moveTo>
                      <a:cubicBezTo>
                        <a:pt x="41" y="923"/>
                        <a:pt x="83" y="909"/>
                        <a:pt x="112" y="873"/>
                      </a:cubicBezTo>
                      <a:cubicBezTo>
                        <a:pt x="141" y="837"/>
                        <a:pt x="157" y="780"/>
                        <a:pt x="176" y="721"/>
                      </a:cubicBezTo>
                      <a:cubicBezTo>
                        <a:pt x="195" y="662"/>
                        <a:pt x="203" y="609"/>
                        <a:pt x="224" y="521"/>
                      </a:cubicBezTo>
                      <a:cubicBezTo>
                        <a:pt x="245" y="433"/>
                        <a:pt x="281" y="274"/>
                        <a:pt x="304" y="193"/>
                      </a:cubicBezTo>
                      <a:cubicBezTo>
                        <a:pt x="327" y="112"/>
                        <a:pt x="340" y="57"/>
                        <a:pt x="360" y="33"/>
                      </a:cubicBezTo>
                      <a:cubicBezTo>
                        <a:pt x="380" y="9"/>
                        <a:pt x="400" y="0"/>
                        <a:pt x="424" y="49"/>
                      </a:cubicBezTo>
                      <a:cubicBezTo>
                        <a:pt x="448" y="98"/>
                        <a:pt x="477" y="237"/>
                        <a:pt x="504" y="329"/>
                      </a:cubicBezTo>
                      <a:cubicBezTo>
                        <a:pt x="531" y="421"/>
                        <a:pt x="556" y="517"/>
                        <a:pt x="584" y="601"/>
                      </a:cubicBezTo>
                      <a:cubicBezTo>
                        <a:pt x="612" y="685"/>
                        <a:pt x="647" y="786"/>
                        <a:pt x="672" y="833"/>
                      </a:cubicBezTo>
                      <a:cubicBezTo>
                        <a:pt x="697" y="880"/>
                        <a:pt x="704" y="865"/>
                        <a:pt x="736" y="881"/>
                      </a:cubicBezTo>
                      <a:cubicBezTo>
                        <a:pt x="768" y="897"/>
                        <a:pt x="816" y="913"/>
                        <a:pt x="864" y="929"/>
                      </a:cubicBezTo>
                    </a:path>
                  </a:pathLst>
                </a:custGeom>
                <a:noFill/>
                <a:ln w="25400">
                  <a:solidFill>
                    <a:schemeClr val="tx1"/>
                  </a:solidFill>
                  <a:round/>
                  <a:headEnd/>
                  <a:tailEnd/>
                </a:ln>
              </p:spPr>
              <p:txBody>
                <a:bodyPr/>
                <a:lstStyle/>
                <a:p>
                  <a:endParaRPr lang="nl-BE"/>
                </a:p>
              </p:txBody>
            </p:sp>
            <p:sp>
              <p:nvSpPr>
                <p:cNvPr id="72746" name="Line 20"/>
                <p:cNvSpPr>
                  <a:spLocks noChangeShapeType="1"/>
                </p:cNvSpPr>
                <p:nvPr/>
              </p:nvSpPr>
              <p:spPr bwMode="gray">
                <a:xfrm>
                  <a:off x="3735" y="2476"/>
                  <a:ext cx="940" cy="0"/>
                </a:xfrm>
                <a:prstGeom prst="line">
                  <a:avLst/>
                </a:prstGeom>
                <a:noFill/>
                <a:ln w="25400">
                  <a:solidFill>
                    <a:schemeClr val="tx1"/>
                  </a:solidFill>
                  <a:round/>
                  <a:headEnd/>
                  <a:tailEnd/>
                </a:ln>
              </p:spPr>
              <p:txBody>
                <a:bodyPr/>
                <a:lstStyle/>
                <a:p>
                  <a:endParaRPr lang="nl-BE"/>
                </a:p>
              </p:txBody>
            </p:sp>
          </p:grpSp>
          <p:grpSp>
            <p:nvGrpSpPr>
              <p:cNvPr id="7" name="Group 21"/>
              <p:cNvGrpSpPr>
                <a:grpSpLocks/>
              </p:cNvGrpSpPr>
              <p:nvPr/>
            </p:nvGrpSpPr>
            <p:grpSpPr bwMode="auto">
              <a:xfrm>
                <a:off x="3613" y="1329"/>
                <a:ext cx="837" cy="500"/>
                <a:chOff x="4365" y="1793"/>
                <a:chExt cx="940" cy="449"/>
              </a:xfrm>
            </p:grpSpPr>
            <p:sp>
              <p:nvSpPr>
                <p:cNvPr id="72743" name="Freeform 22"/>
                <p:cNvSpPr>
                  <a:spLocks/>
                </p:cNvSpPr>
                <p:nvPr/>
              </p:nvSpPr>
              <p:spPr bwMode="gray">
                <a:xfrm>
                  <a:off x="4409" y="1793"/>
                  <a:ext cx="857" cy="449"/>
                </a:xfrm>
                <a:custGeom>
                  <a:avLst/>
                  <a:gdLst>
                    <a:gd name="T0" fmla="*/ 0 w 960"/>
                    <a:gd name="T1" fmla="*/ 665 h 710"/>
                    <a:gd name="T2" fmla="*/ 112 w 960"/>
                    <a:gd name="T3" fmla="*/ 601 h 710"/>
                    <a:gd name="T4" fmla="*/ 424 w 960"/>
                    <a:gd name="T5" fmla="*/ 9 h 710"/>
                    <a:gd name="T6" fmla="*/ 840 w 960"/>
                    <a:gd name="T7" fmla="*/ 545 h 710"/>
                    <a:gd name="T8" fmla="*/ 960 w 960"/>
                    <a:gd name="T9" fmla="*/ 633 h 710"/>
                    <a:gd name="T10" fmla="*/ 0 60000 65536"/>
                    <a:gd name="T11" fmla="*/ 0 60000 65536"/>
                    <a:gd name="T12" fmla="*/ 0 60000 65536"/>
                    <a:gd name="T13" fmla="*/ 0 60000 65536"/>
                    <a:gd name="T14" fmla="*/ 0 60000 65536"/>
                    <a:gd name="T15" fmla="*/ 0 w 960"/>
                    <a:gd name="T16" fmla="*/ 0 h 710"/>
                    <a:gd name="T17" fmla="*/ 960 w 960"/>
                    <a:gd name="T18" fmla="*/ 710 h 710"/>
                  </a:gdLst>
                  <a:ahLst/>
                  <a:cxnLst>
                    <a:cxn ang="T10">
                      <a:pos x="T0" y="T1"/>
                    </a:cxn>
                    <a:cxn ang="T11">
                      <a:pos x="T2" y="T3"/>
                    </a:cxn>
                    <a:cxn ang="T12">
                      <a:pos x="T4" y="T5"/>
                    </a:cxn>
                    <a:cxn ang="T13">
                      <a:pos x="T6" y="T7"/>
                    </a:cxn>
                    <a:cxn ang="T14">
                      <a:pos x="T8" y="T9"/>
                    </a:cxn>
                  </a:cxnLst>
                  <a:rect l="T15" t="T16" r="T17" b="T18"/>
                  <a:pathLst>
                    <a:path w="960" h="710">
                      <a:moveTo>
                        <a:pt x="0" y="665"/>
                      </a:moveTo>
                      <a:cubicBezTo>
                        <a:pt x="20" y="687"/>
                        <a:pt x="41" y="710"/>
                        <a:pt x="112" y="601"/>
                      </a:cubicBezTo>
                      <a:cubicBezTo>
                        <a:pt x="183" y="492"/>
                        <a:pt x="303" y="18"/>
                        <a:pt x="424" y="9"/>
                      </a:cubicBezTo>
                      <a:cubicBezTo>
                        <a:pt x="545" y="0"/>
                        <a:pt x="751" y="441"/>
                        <a:pt x="840" y="545"/>
                      </a:cubicBezTo>
                      <a:cubicBezTo>
                        <a:pt x="929" y="649"/>
                        <a:pt x="944" y="641"/>
                        <a:pt x="960" y="633"/>
                      </a:cubicBezTo>
                    </a:path>
                  </a:pathLst>
                </a:custGeom>
                <a:noFill/>
                <a:ln w="25400" cap="flat" cmpd="sng">
                  <a:solidFill>
                    <a:schemeClr val="tx1"/>
                  </a:solidFill>
                  <a:prstDash val="solid"/>
                  <a:round/>
                  <a:headEnd type="none" w="med" len="med"/>
                  <a:tailEnd type="none" w="med" len="med"/>
                </a:ln>
              </p:spPr>
              <p:txBody>
                <a:bodyPr/>
                <a:lstStyle/>
                <a:p>
                  <a:endParaRPr lang="nl-BE"/>
                </a:p>
              </p:txBody>
            </p:sp>
            <p:sp>
              <p:nvSpPr>
                <p:cNvPr id="72744" name="Line 23"/>
                <p:cNvSpPr>
                  <a:spLocks noChangeShapeType="1"/>
                </p:cNvSpPr>
                <p:nvPr/>
              </p:nvSpPr>
              <p:spPr bwMode="gray">
                <a:xfrm>
                  <a:off x="4365" y="2242"/>
                  <a:ext cx="940" cy="0"/>
                </a:xfrm>
                <a:prstGeom prst="line">
                  <a:avLst/>
                </a:prstGeom>
                <a:noFill/>
                <a:ln w="25400">
                  <a:solidFill>
                    <a:schemeClr val="tx1"/>
                  </a:solidFill>
                  <a:round/>
                  <a:headEnd/>
                  <a:tailEnd/>
                </a:ln>
              </p:spPr>
              <p:txBody>
                <a:bodyPr/>
                <a:lstStyle/>
                <a:p>
                  <a:endParaRPr lang="nl-BE"/>
                </a:p>
              </p:txBody>
            </p:sp>
          </p:grpSp>
        </p:grpSp>
        <p:grpSp>
          <p:nvGrpSpPr>
            <p:cNvPr id="8" name="Group 24"/>
            <p:cNvGrpSpPr>
              <a:grpSpLocks/>
            </p:cNvGrpSpPr>
            <p:nvPr/>
          </p:nvGrpSpPr>
          <p:grpSpPr bwMode="auto">
            <a:xfrm>
              <a:off x="189" y="2409"/>
              <a:ext cx="2345" cy="1645"/>
              <a:chOff x="189" y="2409"/>
              <a:chExt cx="2345" cy="1645"/>
            </a:xfrm>
          </p:grpSpPr>
          <p:sp>
            <p:nvSpPr>
              <p:cNvPr id="72730" name="Rectangle 25"/>
              <p:cNvSpPr>
                <a:spLocks noChangeArrowheads="1"/>
              </p:cNvSpPr>
              <p:nvPr/>
            </p:nvSpPr>
            <p:spPr bwMode="gray">
              <a:xfrm>
                <a:off x="189" y="3801"/>
                <a:ext cx="2345" cy="253"/>
              </a:xfrm>
              <a:prstGeom prst="rect">
                <a:avLst/>
              </a:prstGeom>
              <a:noFill/>
              <a:ln w="9525">
                <a:noFill/>
                <a:miter lim="800000"/>
                <a:headEnd/>
                <a:tailEnd/>
              </a:ln>
            </p:spPr>
            <p:txBody>
              <a:bodyPr lIns="0" tIns="0" rIns="0" bIns="0">
                <a:spAutoFit/>
              </a:bodyPr>
              <a:lstStyle/>
              <a:p>
                <a:pPr marL="166832" indent="-166832" defTabSz="785568">
                  <a:buFontTx/>
                  <a:buChar char="•"/>
                </a:pPr>
                <a:r>
                  <a:rPr lang="en-US" sz="1200" dirty="0"/>
                  <a:t>Consistent &amp; stable </a:t>
                </a:r>
              </a:p>
              <a:p>
                <a:pPr marL="166832" indent="-166832" defTabSz="785568">
                  <a:buFontTx/>
                  <a:buChar char="•"/>
                </a:pPr>
                <a:r>
                  <a:rPr lang="en-US" sz="1200" dirty="0"/>
                  <a:t>Distribution can be predicted</a:t>
                </a:r>
              </a:p>
            </p:txBody>
          </p:sp>
          <p:sp>
            <p:nvSpPr>
              <p:cNvPr id="72731" name="Line 26"/>
              <p:cNvSpPr>
                <a:spLocks noChangeShapeType="1"/>
              </p:cNvSpPr>
              <p:nvPr/>
            </p:nvSpPr>
            <p:spPr bwMode="gray">
              <a:xfrm>
                <a:off x="337" y="2409"/>
                <a:ext cx="0" cy="1254"/>
              </a:xfrm>
              <a:prstGeom prst="line">
                <a:avLst/>
              </a:prstGeom>
              <a:noFill/>
              <a:ln w="25400">
                <a:solidFill>
                  <a:schemeClr val="tx1"/>
                </a:solidFill>
                <a:round/>
                <a:headEnd/>
                <a:tailEnd/>
              </a:ln>
            </p:spPr>
            <p:txBody>
              <a:bodyPr/>
              <a:lstStyle/>
              <a:p>
                <a:endParaRPr lang="nl-BE"/>
              </a:p>
            </p:txBody>
          </p:sp>
          <p:sp>
            <p:nvSpPr>
              <p:cNvPr id="72732" name="Line 27"/>
              <p:cNvSpPr>
                <a:spLocks noChangeShapeType="1"/>
              </p:cNvSpPr>
              <p:nvPr/>
            </p:nvSpPr>
            <p:spPr bwMode="gray">
              <a:xfrm>
                <a:off x="337" y="3020"/>
                <a:ext cx="1613" cy="0"/>
              </a:xfrm>
              <a:prstGeom prst="line">
                <a:avLst/>
              </a:prstGeom>
              <a:noFill/>
              <a:ln w="25400">
                <a:solidFill>
                  <a:srgbClr val="00FF00"/>
                </a:solidFill>
                <a:prstDash val="lgDashDotDot"/>
                <a:round/>
                <a:headEnd/>
                <a:tailEnd/>
              </a:ln>
            </p:spPr>
            <p:txBody>
              <a:bodyPr/>
              <a:lstStyle/>
              <a:p>
                <a:endParaRPr lang="nl-BE"/>
              </a:p>
            </p:txBody>
          </p:sp>
          <p:sp>
            <p:nvSpPr>
              <p:cNvPr id="72733" name="Line 28"/>
              <p:cNvSpPr>
                <a:spLocks noChangeShapeType="1"/>
              </p:cNvSpPr>
              <p:nvPr/>
            </p:nvSpPr>
            <p:spPr bwMode="gray">
              <a:xfrm>
                <a:off x="363" y="2650"/>
                <a:ext cx="1613" cy="0"/>
              </a:xfrm>
              <a:prstGeom prst="line">
                <a:avLst/>
              </a:prstGeom>
              <a:noFill/>
              <a:ln w="25400">
                <a:solidFill>
                  <a:srgbClr val="00FFFF"/>
                </a:solidFill>
                <a:prstDash val="lgDashDotDot"/>
                <a:round/>
                <a:headEnd/>
                <a:tailEnd/>
              </a:ln>
            </p:spPr>
            <p:txBody>
              <a:bodyPr/>
              <a:lstStyle/>
              <a:p>
                <a:endParaRPr lang="nl-BE"/>
              </a:p>
            </p:txBody>
          </p:sp>
          <p:sp>
            <p:nvSpPr>
              <p:cNvPr id="72734" name="Line 29"/>
              <p:cNvSpPr>
                <a:spLocks noChangeShapeType="1"/>
              </p:cNvSpPr>
              <p:nvPr/>
            </p:nvSpPr>
            <p:spPr bwMode="gray">
              <a:xfrm>
                <a:off x="337" y="3392"/>
                <a:ext cx="1613" cy="0"/>
              </a:xfrm>
              <a:prstGeom prst="line">
                <a:avLst/>
              </a:prstGeom>
              <a:noFill/>
              <a:ln w="25400">
                <a:solidFill>
                  <a:srgbClr val="00FFFF"/>
                </a:solidFill>
                <a:prstDash val="lgDashDotDot"/>
                <a:round/>
                <a:headEnd/>
                <a:tailEnd/>
              </a:ln>
            </p:spPr>
            <p:txBody>
              <a:bodyPr/>
              <a:lstStyle/>
              <a:p>
                <a:endParaRPr lang="nl-BE"/>
              </a:p>
            </p:txBody>
          </p:sp>
          <p:sp>
            <p:nvSpPr>
              <p:cNvPr id="72735" name="Freeform 30"/>
              <p:cNvSpPr>
                <a:spLocks/>
              </p:cNvSpPr>
              <p:nvPr/>
            </p:nvSpPr>
            <p:spPr bwMode="gray">
              <a:xfrm>
                <a:off x="344" y="2743"/>
                <a:ext cx="1562" cy="573"/>
              </a:xfrm>
              <a:custGeom>
                <a:avLst/>
                <a:gdLst>
                  <a:gd name="T0" fmla="*/ 0 w 1755"/>
                  <a:gd name="T1" fmla="*/ 240 h 514"/>
                  <a:gd name="T2" fmla="*/ 99 w 1755"/>
                  <a:gd name="T3" fmla="*/ 15 h 514"/>
                  <a:gd name="T4" fmla="*/ 126 w 1755"/>
                  <a:gd name="T5" fmla="*/ 33 h 514"/>
                  <a:gd name="T6" fmla="*/ 171 w 1755"/>
                  <a:gd name="T7" fmla="*/ 177 h 514"/>
                  <a:gd name="T8" fmla="*/ 207 w 1755"/>
                  <a:gd name="T9" fmla="*/ 267 h 514"/>
                  <a:gd name="T10" fmla="*/ 225 w 1755"/>
                  <a:gd name="T11" fmla="*/ 330 h 514"/>
                  <a:gd name="T12" fmla="*/ 288 w 1755"/>
                  <a:gd name="T13" fmla="*/ 447 h 514"/>
                  <a:gd name="T14" fmla="*/ 342 w 1755"/>
                  <a:gd name="T15" fmla="*/ 402 h 514"/>
                  <a:gd name="T16" fmla="*/ 369 w 1755"/>
                  <a:gd name="T17" fmla="*/ 429 h 514"/>
                  <a:gd name="T18" fmla="*/ 396 w 1755"/>
                  <a:gd name="T19" fmla="*/ 447 h 514"/>
                  <a:gd name="T20" fmla="*/ 405 w 1755"/>
                  <a:gd name="T21" fmla="*/ 483 h 514"/>
                  <a:gd name="T22" fmla="*/ 423 w 1755"/>
                  <a:gd name="T23" fmla="*/ 510 h 514"/>
                  <a:gd name="T24" fmla="*/ 495 w 1755"/>
                  <a:gd name="T25" fmla="*/ 420 h 514"/>
                  <a:gd name="T26" fmla="*/ 549 w 1755"/>
                  <a:gd name="T27" fmla="*/ 141 h 514"/>
                  <a:gd name="T28" fmla="*/ 576 w 1755"/>
                  <a:gd name="T29" fmla="*/ 69 h 514"/>
                  <a:gd name="T30" fmla="*/ 603 w 1755"/>
                  <a:gd name="T31" fmla="*/ 87 h 514"/>
                  <a:gd name="T32" fmla="*/ 729 w 1755"/>
                  <a:gd name="T33" fmla="*/ 285 h 514"/>
                  <a:gd name="T34" fmla="*/ 783 w 1755"/>
                  <a:gd name="T35" fmla="*/ 204 h 514"/>
                  <a:gd name="T36" fmla="*/ 945 w 1755"/>
                  <a:gd name="T37" fmla="*/ 375 h 514"/>
                  <a:gd name="T38" fmla="*/ 972 w 1755"/>
                  <a:gd name="T39" fmla="*/ 312 h 514"/>
                  <a:gd name="T40" fmla="*/ 1107 w 1755"/>
                  <a:gd name="T41" fmla="*/ 96 h 514"/>
                  <a:gd name="T42" fmla="*/ 1269 w 1755"/>
                  <a:gd name="T43" fmla="*/ 267 h 514"/>
                  <a:gd name="T44" fmla="*/ 1341 w 1755"/>
                  <a:gd name="T45" fmla="*/ 366 h 514"/>
                  <a:gd name="T46" fmla="*/ 1431 w 1755"/>
                  <a:gd name="T47" fmla="*/ 249 h 514"/>
                  <a:gd name="T48" fmla="*/ 1503 w 1755"/>
                  <a:gd name="T49" fmla="*/ 168 h 514"/>
                  <a:gd name="T50" fmla="*/ 1557 w 1755"/>
                  <a:gd name="T51" fmla="*/ 249 h 514"/>
                  <a:gd name="T52" fmla="*/ 1575 w 1755"/>
                  <a:gd name="T53" fmla="*/ 276 h 514"/>
                  <a:gd name="T54" fmla="*/ 1665 w 1755"/>
                  <a:gd name="T55" fmla="*/ 366 h 514"/>
                  <a:gd name="T56" fmla="*/ 1692 w 1755"/>
                  <a:gd name="T57" fmla="*/ 231 h 514"/>
                  <a:gd name="T58" fmla="*/ 1728 w 1755"/>
                  <a:gd name="T59" fmla="*/ 51 h 514"/>
                  <a:gd name="T60" fmla="*/ 1755 w 1755"/>
                  <a:gd name="T61" fmla="*/ 6 h 51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755"/>
                  <a:gd name="T94" fmla="*/ 0 h 514"/>
                  <a:gd name="T95" fmla="*/ 1755 w 1755"/>
                  <a:gd name="T96" fmla="*/ 514 h 514"/>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755" h="514">
                    <a:moveTo>
                      <a:pt x="0" y="240"/>
                    </a:moveTo>
                    <a:cubicBezTo>
                      <a:pt x="60" y="180"/>
                      <a:pt x="53" y="84"/>
                      <a:pt x="99" y="15"/>
                    </a:cubicBezTo>
                    <a:cubicBezTo>
                      <a:pt x="108" y="21"/>
                      <a:pt x="120" y="24"/>
                      <a:pt x="126" y="33"/>
                    </a:cubicBezTo>
                    <a:cubicBezTo>
                      <a:pt x="148" y="68"/>
                      <a:pt x="158" y="139"/>
                      <a:pt x="171" y="177"/>
                    </a:cubicBezTo>
                    <a:cubicBezTo>
                      <a:pt x="182" y="209"/>
                      <a:pt x="194" y="236"/>
                      <a:pt x="207" y="267"/>
                    </a:cubicBezTo>
                    <a:cubicBezTo>
                      <a:pt x="215" y="285"/>
                      <a:pt x="218" y="313"/>
                      <a:pt x="225" y="330"/>
                    </a:cubicBezTo>
                    <a:cubicBezTo>
                      <a:pt x="242" y="370"/>
                      <a:pt x="268" y="407"/>
                      <a:pt x="288" y="447"/>
                    </a:cubicBezTo>
                    <a:cubicBezTo>
                      <a:pt x="291" y="444"/>
                      <a:pt x="331" y="400"/>
                      <a:pt x="342" y="402"/>
                    </a:cubicBezTo>
                    <a:cubicBezTo>
                      <a:pt x="355" y="404"/>
                      <a:pt x="359" y="421"/>
                      <a:pt x="369" y="429"/>
                    </a:cubicBezTo>
                    <a:cubicBezTo>
                      <a:pt x="377" y="436"/>
                      <a:pt x="387" y="441"/>
                      <a:pt x="396" y="447"/>
                    </a:cubicBezTo>
                    <a:cubicBezTo>
                      <a:pt x="399" y="459"/>
                      <a:pt x="400" y="472"/>
                      <a:pt x="405" y="483"/>
                    </a:cubicBezTo>
                    <a:cubicBezTo>
                      <a:pt x="409" y="493"/>
                      <a:pt x="413" y="514"/>
                      <a:pt x="423" y="510"/>
                    </a:cubicBezTo>
                    <a:cubicBezTo>
                      <a:pt x="462" y="495"/>
                      <a:pt x="478" y="453"/>
                      <a:pt x="495" y="420"/>
                    </a:cubicBezTo>
                    <a:cubicBezTo>
                      <a:pt x="501" y="284"/>
                      <a:pt x="485" y="237"/>
                      <a:pt x="549" y="141"/>
                    </a:cubicBezTo>
                    <a:cubicBezTo>
                      <a:pt x="552" y="131"/>
                      <a:pt x="563" y="74"/>
                      <a:pt x="576" y="69"/>
                    </a:cubicBezTo>
                    <a:cubicBezTo>
                      <a:pt x="586" y="65"/>
                      <a:pt x="594" y="81"/>
                      <a:pt x="603" y="87"/>
                    </a:cubicBezTo>
                    <a:cubicBezTo>
                      <a:pt x="638" y="158"/>
                      <a:pt x="685" y="219"/>
                      <a:pt x="729" y="285"/>
                    </a:cubicBezTo>
                    <a:cubicBezTo>
                      <a:pt x="748" y="248"/>
                      <a:pt x="749" y="227"/>
                      <a:pt x="783" y="204"/>
                    </a:cubicBezTo>
                    <a:cubicBezTo>
                      <a:pt x="847" y="236"/>
                      <a:pt x="904" y="314"/>
                      <a:pt x="945" y="375"/>
                    </a:cubicBezTo>
                    <a:cubicBezTo>
                      <a:pt x="952" y="353"/>
                      <a:pt x="965" y="334"/>
                      <a:pt x="972" y="312"/>
                    </a:cubicBezTo>
                    <a:cubicBezTo>
                      <a:pt x="1004" y="215"/>
                      <a:pt x="1015" y="157"/>
                      <a:pt x="1107" y="96"/>
                    </a:cubicBezTo>
                    <a:cubicBezTo>
                      <a:pt x="1203" y="134"/>
                      <a:pt x="1204" y="202"/>
                      <a:pt x="1269" y="267"/>
                    </a:cubicBezTo>
                    <a:cubicBezTo>
                      <a:pt x="1303" y="301"/>
                      <a:pt x="1320" y="324"/>
                      <a:pt x="1341" y="366"/>
                    </a:cubicBezTo>
                    <a:cubicBezTo>
                      <a:pt x="1369" y="323"/>
                      <a:pt x="1395" y="285"/>
                      <a:pt x="1431" y="249"/>
                    </a:cubicBezTo>
                    <a:cubicBezTo>
                      <a:pt x="1452" y="187"/>
                      <a:pt x="1440" y="189"/>
                      <a:pt x="1503" y="168"/>
                    </a:cubicBezTo>
                    <a:cubicBezTo>
                      <a:pt x="1504" y="169"/>
                      <a:pt x="1548" y="235"/>
                      <a:pt x="1557" y="249"/>
                    </a:cubicBezTo>
                    <a:cubicBezTo>
                      <a:pt x="1563" y="258"/>
                      <a:pt x="1575" y="276"/>
                      <a:pt x="1575" y="276"/>
                    </a:cubicBezTo>
                    <a:cubicBezTo>
                      <a:pt x="1603" y="191"/>
                      <a:pt x="1647" y="339"/>
                      <a:pt x="1665" y="366"/>
                    </a:cubicBezTo>
                    <a:cubicBezTo>
                      <a:pt x="1673" y="320"/>
                      <a:pt x="1681" y="276"/>
                      <a:pt x="1692" y="231"/>
                    </a:cubicBezTo>
                    <a:cubicBezTo>
                      <a:pt x="1699" y="167"/>
                      <a:pt x="1713" y="113"/>
                      <a:pt x="1728" y="51"/>
                    </a:cubicBezTo>
                    <a:cubicBezTo>
                      <a:pt x="1741" y="0"/>
                      <a:pt x="1721" y="6"/>
                      <a:pt x="1755" y="6"/>
                    </a:cubicBezTo>
                  </a:path>
                </a:pathLst>
              </a:custGeom>
              <a:noFill/>
              <a:ln w="25400" cap="flat" cmpd="sng">
                <a:solidFill>
                  <a:schemeClr val="tx1"/>
                </a:solidFill>
                <a:prstDash val="solid"/>
                <a:round/>
                <a:headEnd type="none" w="med" len="med"/>
                <a:tailEnd type="none" w="med" len="med"/>
              </a:ln>
            </p:spPr>
            <p:txBody>
              <a:bodyPr/>
              <a:lstStyle/>
              <a:p>
                <a:endParaRPr lang="nl-BE"/>
              </a:p>
            </p:txBody>
          </p:sp>
        </p:grpSp>
        <p:grpSp>
          <p:nvGrpSpPr>
            <p:cNvPr id="9" name="Group 31"/>
            <p:cNvGrpSpPr>
              <a:grpSpLocks/>
            </p:cNvGrpSpPr>
            <p:nvPr/>
          </p:nvGrpSpPr>
          <p:grpSpPr bwMode="auto">
            <a:xfrm>
              <a:off x="175" y="515"/>
              <a:ext cx="1926" cy="1903"/>
              <a:chOff x="175" y="515"/>
              <a:chExt cx="1926" cy="1903"/>
            </a:xfrm>
          </p:grpSpPr>
          <p:grpSp>
            <p:nvGrpSpPr>
              <p:cNvPr id="10" name="Group 32"/>
              <p:cNvGrpSpPr>
                <a:grpSpLocks/>
              </p:cNvGrpSpPr>
              <p:nvPr/>
            </p:nvGrpSpPr>
            <p:grpSpPr bwMode="auto">
              <a:xfrm>
                <a:off x="847" y="1041"/>
                <a:ext cx="764" cy="771"/>
                <a:chOff x="1258" y="1536"/>
                <a:chExt cx="858" cy="692"/>
              </a:xfrm>
            </p:grpSpPr>
            <p:sp>
              <p:nvSpPr>
                <p:cNvPr id="72728" name="Freeform 33"/>
                <p:cNvSpPr>
                  <a:spLocks/>
                </p:cNvSpPr>
                <p:nvPr/>
              </p:nvSpPr>
              <p:spPr bwMode="gray">
                <a:xfrm>
                  <a:off x="1258" y="1536"/>
                  <a:ext cx="858" cy="692"/>
                </a:xfrm>
                <a:custGeom>
                  <a:avLst/>
                  <a:gdLst>
                    <a:gd name="T0" fmla="*/ 0 w 920"/>
                    <a:gd name="T1" fmla="*/ 899 h 907"/>
                    <a:gd name="T2" fmla="*/ 136 w 920"/>
                    <a:gd name="T3" fmla="*/ 795 h 907"/>
                    <a:gd name="T4" fmla="*/ 264 w 920"/>
                    <a:gd name="T5" fmla="*/ 571 h 907"/>
                    <a:gd name="T6" fmla="*/ 432 w 920"/>
                    <a:gd name="T7" fmla="*/ 3 h 907"/>
                    <a:gd name="T8" fmla="*/ 640 w 920"/>
                    <a:gd name="T9" fmla="*/ 555 h 907"/>
                    <a:gd name="T10" fmla="*/ 744 w 920"/>
                    <a:gd name="T11" fmla="*/ 787 h 907"/>
                    <a:gd name="T12" fmla="*/ 920 w 920"/>
                    <a:gd name="T13" fmla="*/ 907 h 907"/>
                    <a:gd name="T14" fmla="*/ 0 60000 65536"/>
                    <a:gd name="T15" fmla="*/ 0 60000 65536"/>
                    <a:gd name="T16" fmla="*/ 0 60000 65536"/>
                    <a:gd name="T17" fmla="*/ 0 60000 65536"/>
                    <a:gd name="T18" fmla="*/ 0 60000 65536"/>
                    <a:gd name="T19" fmla="*/ 0 60000 65536"/>
                    <a:gd name="T20" fmla="*/ 0 60000 65536"/>
                    <a:gd name="T21" fmla="*/ 0 w 920"/>
                    <a:gd name="T22" fmla="*/ 0 h 907"/>
                    <a:gd name="T23" fmla="*/ 920 w 920"/>
                    <a:gd name="T24" fmla="*/ 907 h 90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20" h="907">
                      <a:moveTo>
                        <a:pt x="0" y="899"/>
                      </a:moveTo>
                      <a:cubicBezTo>
                        <a:pt x="46" y="874"/>
                        <a:pt x="92" y="850"/>
                        <a:pt x="136" y="795"/>
                      </a:cubicBezTo>
                      <a:cubicBezTo>
                        <a:pt x="180" y="740"/>
                        <a:pt x="215" y="703"/>
                        <a:pt x="264" y="571"/>
                      </a:cubicBezTo>
                      <a:cubicBezTo>
                        <a:pt x="313" y="439"/>
                        <a:pt x="369" y="6"/>
                        <a:pt x="432" y="3"/>
                      </a:cubicBezTo>
                      <a:cubicBezTo>
                        <a:pt x="495" y="0"/>
                        <a:pt x="588" y="424"/>
                        <a:pt x="640" y="555"/>
                      </a:cubicBezTo>
                      <a:cubicBezTo>
                        <a:pt x="692" y="686"/>
                        <a:pt x="697" y="728"/>
                        <a:pt x="744" y="787"/>
                      </a:cubicBezTo>
                      <a:cubicBezTo>
                        <a:pt x="791" y="846"/>
                        <a:pt x="855" y="876"/>
                        <a:pt x="920" y="907"/>
                      </a:cubicBezTo>
                    </a:path>
                  </a:pathLst>
                </a:custGeom>
                <a:noFill/>
                <a:ln w="25400" cap="flat" cmpd="sng">
                  <a:solidFill>
                    <a:schemeClr val="tx1"/>
                  </a:solidFill>
                  <a:prstDash val="solid"/>
                  <a:round/>
                  <a:headEnd type="none" w="med" len="med"/>
                  <a:tailEnd type="none" w="med" len="med"/>
                </a:ln>
              </p:spPr>
              <p:txBody>
                <a:bodyPr/>
                <a:lstStyle/>
                <a:p>
                  <a:endParaRPr lang="nl-BE"/>
                </a:p>
              </p:txBody>
            </p:sp>
            <p:sp>
              <p:nvSpPr>
                <p:cNvPr id="72729" name="Line 34"/>
                <p:cNvSpPr>
                  <a:spLocks noChangeShapeType="1"/>
                </p:cNvSpPr>
                <p:nvPr/>
              </p:nvSpPr>
              <p:spPr bwMode="gray">
                <a:xfrm>
                  <a:off x="1281" y="2222"/>
                  <a:ext cx="812" cy="0"/>
                </a:xfrm>
                <a:prstGeom prst="line">
                  <a:avLst/>
                </a:prstGeom>
                <a:noFill/>
                <a:ln w="25400">
                  <a:solidFill>
                    <a:schemeClr val="tx1"/>
                  </a:solidFill>
                  <a:round/>
                  <a:headEnd/>
                  <a:tailEnd/>
                </a:ln>
              </p:spPr>
              <p:txBody>
                <a:bodyPr/>
                <a:lstStyle/>
                <a:p>
                  <a:endParaRPr lang="nl-BE"/>
                </a:p>
              </p:txBody>
            </p:sp>
          </p:grpSp>
          <p:grpSp>
            <p:nvGrpSpPr>
              <p:cNvPr id="11" name="Group 35"/>
              <p:cNvGrpSpPr>
                <a:grpSpLocks/>
              </p:cNvGrpSpPr>
              <p:nvPr/>
            </p:nvGrpSpPr>
            <p:grpSpPr bwMode="auto">
              <a:xfrm>
                <a:off x="1166" y="680"/>
                <a:ext cx="762" cy="786"/>
                <a:chOff x="1616" y="1212"/>
                <a:chExt cx="857" cy="705"/>
              </a:xfrm>
            </p:grpSpPr>
            <p:sp>
              <p:nvSpPr>
                <p:cNvPr id="72726" name="Freeform 36"/>
                <p:cNvSpPr>
                  <a:spLocks/>
                </p:cNvSpPr>
                <p:nvPr/>
              </p:nvSpPr>
              <p:spPr bwMode="gray">
                <a:xfrm>
                  <a:off x="1616" y="1212"/>
                  <a:ext cx="857" cy="693"/>
                </a:xfrm>
                <a:custGeom>
                  <a:avLst/>
                  <a:gdLst>
                    <a:gd name="T0" fmla="*/ 0 w 920"/>
                    <a:gd name="T1" fmla="*/ 899 h 907"/>
                    <a:gd name="T2" fmla="*/ 136 w 920"/>
                    <a:gd name="T3" fmla="*/ 795 h 907"/>
                    <a:gd name="T4" fmla="*/ 264 w 920"/>
                    <a:gd name="T5" fmla="*/ 571 h 907"/>
                    <a:gd name="T6" fmla="*/ 432 w 920"/>
                    <a:gd name="T7" fmla="*/ 3 h 907"/>
                    <a:gd name="T8" fmla="*/ 640 w 920"/>
                    <a:gd name="T9" fmla="*/ 555 h 907"/>
                    <a:gd name="T10" fmla="*/ 744 w 920"/>
                    <a:gd name="T11" fmla="*/ 787 h 907"/>
                    <a:gd name="T12" fmla="*/ 920 w 920"/>
                    <a:gd name="T13" fmla="*/ 907 h 907"/>
                    <a:gd name="T14" fmla="*/ 0 60000 65536"/>
                    <a:gd name="T15" fmla="*/ 0 60000 65536"/>
                    <a:gd name="T16" fmla="*/ 0 60000 65536"/>
                    <a:gd name="T17" fmla="*/ 0 60000 65536"/>
                    <a:gd name="T18" fmla="*/ 0 60000 65536"/>
                    <a:gd name="T19" fmla="*/ 0 60000 65536"/>
                    <a:gd name="T20" fmla="*/ 0 60000 65536"/>
                    <a:gd name="T21" fmla="*/ 0 w 920"/>
                    <a:gd name="T22" fmla="*/ 0 h 907"/>
                    <a:gd name="T23" fmla="*/ 920 w 920"/>
                    <a:gd name="T24" fmla="*/ 907 h 90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20" h="907">
                      <a:moveTo>
                        <a:pt x="0" y="899"/>
                      </a:moveTo>
                      <a:cubicBezTo>
                        <a:pt x="46" y="874"/>
                        <a:pt x="92" y="850"/>
                        <a:pt x="136" y="795"/>
                      </a:cubicBezTo>
                      <a:cubicBezTo>
                        <a:pt x="180" y="740"/>
                        <a:pt x="215" y="703"/>
                        <a:pt x="264" y="571"/>
                      </a:cubicBezTo>
                      <a:cubicBezTo>
                        <a:pt x="313" y="439"/>
                        <a:pt x="369" y="6"/>
                        <a:pt x="432" y="3"/>
                      </a:cubicBezTo>
                      <a:cubicBezTo>
                        <a:pt x="495" y="0"/>
                        <a:pt x="588" y="424"/>
                        <a:pt x="640" y="555"/>
                      </a:cubicBezTo>
                      <a:cubicBezTo>
                        <a:pt x="692" y="686"/>
                        <a:pt x="697" y="728"/>
                        <a:pt x="744" y="787"/>
                      </a:cubicBezTo>
                      <a:cubicBezTo>
                        <a:pt x="791" y="846"/>
                        <a:pt x="855" y="876"/>
                        <a:pt x="920" y="907"/>
                      </a:cubicBezTo>
                    </a:path>
                  </a:pathLst>
                </a:custGeom>
                <a:noFill/>
                <a:ln w="25400" cap="flat" cmpd="sng">
                  <a:solidFill>
                    <a:schemeClr val="tx1"/>
                  </a:solidFill>
                  <a:prstDash val="solid"/>
                  <a:round/>
                  <a:headEnd type="none" w="med" len="med"/>
                  <a:tailEnd type="none" w="med" len="med"/>
                </a:ln>
              </p:spPr>
              <p:txBody>
                <a:bodyPr/>
                <a:lstStyle/>
                <a:p>
                  <a:endParaRPr lang="nl-BE"/>
                </a:p>
              </p:txBody>
            </p:sp>
            <p:sp>
              <p:nvSpPr>
                <p:cNvPr id="72727" name="Line 37"/>
                <p:cNvSpPr>
                  <a:spLocks noChangeShapeType="1"/>
                </p:cNvSpPr>
                <p:nvPr/>
              </p:nvSpPr>
              <p:spPr bwMode="gray">
                <a:xfrm>
                  <a:off x="1624" y="1917"/>
                  <a:ext cx="812" cy="0"/>
                </a:xfrm>
                <a:prstGeom prst="line">
                  <a:avLst/>
                </a:prstGeom>
                <a:noFill/>
                <a:ln w="25400">
                  <a:solidFill>
                    <a:schemeClr val="tx1"/>
                  </a:solidFill>
                  <a:round/>
                  <a:headEnd/>
                  <a:tailEnd/>
                </a:ln>
              </p:spPr>
              <p:txBody>
                <a:bodyPr/>
                <a:lstStyle/>
                <a:p>
                  <a:endParaRPr lang="nl-BE"/>
                </a:p>
              </p:txBody>
            </p:sp>
          </p:grpSp>
          <p:sp>
            <p:nvSpPr>
              <p:cNvPr id="72716" name="Freeform 38"/>
              <p:cNvSpPr>
                <a:spLocks/>
              </p:cNvSpPr>
              <p:nvPr/>
            </p:nvSpPr>
            <p:spPr bwMode="gray">
              <a:xfrm>
                <a:off x="502" y="1362"/>
                <a:ext cx="763" cy="770"/>
              </a:xfrm>
              <a:custGeom>
                <a:avLst/>
                <a:gdLst>
                  <a:gd name="T0" fmla="*/ 0 w 920"/>
                  <a:gd name="T1" fmla="*/ 899 h 907"/>
                  <a:gd name="T2" fmla="*/ 136 w 920"/>
                  <a:gd name="T3" fmla="*/ 795 h 907"/>
                  <a:gd name="T4" fmla="*/ 264 w 920"/>
                  <a:gd name="T5" fmla="*/ 571 h 907"/>
                  <a:gd name="T6" fmla="*/ 432 w 920"/>
                  <a:gd name="T7" fmla="*/ 3 h 907"/>
                  <a:gd name="T8" fmla="*/ 640 w 920"/>
                  <a:gd name="T9" fmla="*/ 555 h 907"/>
                  <a:gd name="T10" fmla="*/ 744 w 920"/>
                  <a:gd name="T11" fmla="*/ 787 h 907"/>
                  <a:gd name="T12" fmla="*/ 920 w 920"/>
                  <a:gd name="T13" fmla="*/ 907 h 907"/>
                  <a:gd name="T14" fmla="*/ 0 60000 65536"/>
                  <a:gd name="T15" fmla="*/ 0 60000 65536"/>
                  <a:gd name="T16" fmla="*/ 0 60000 65536"/>
                  <a:gd name="T17" fmla="*/ 0 60000 65536"/>
                  <a:gd name="T18" fmla="*/ 0 60000 65536"/>
                  <a:gd name="T19" fmla="*/ 0 60000 65536"/>
                  <a:gd name="T20" fmla="*/ 0 60000 65536"/>
                  <a:gd name="T21" fmla="*/ 0 w 920"/>
                  <a:gd name="T22" fmla="*/ 0 h 907"/>
                  <a:gd name="T23" fmla="*/ 920 w 920"/>
                  <a:gd name="T24" fmla="*/ 907 h 90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20" h="907">
                    <a:moveTo>
                      <a:pt x="0" y="899"/>
                    </a:moveTo>
                    <a:cubicBezTo>
                      <a:pt x="46" y="874"/>
                      <a:pt x="92" y="850"/>
                      <a:pt x="136" y="795"/>
                    </a:cubicBezTo>
                    <a:cubicBezTo>
                      <a:pt x="180" y="740"/>
                      <a:pt x="215" y="703"/>
                      <a:pt x="264" y="571"/>
                    </a:cubicBezTo>
                    <a:cubicBezTo>
                      <a:pt x="313" y="439"/>
                      <a:pt x="369" y="6"/>
                      <a:pt x="432" y="3"/>
                    </a:cubicBezTo>
                    <a:cubicBezTo>
                      <a:pt x="495" y="0"/>
                      <a:pt x="588" y="424"/>
                      <a:pt x="640" y="555"/>
                    </a:cubicBezTo>
                    <a:cubicBezTo>
                      <a:pt x="692" y="686"/>
                      <a:pt x="697" y="728"/>
                      <a:pt x="744" y="787"/>
                    </a:cubicBezTo>
                    <a:cubicBezTo>
                      <a:pt x="791" y="846"/>
                      <a:pt x="855" y="876"/>
                      <a:pt x="920" y="907"/>
                    </a:cubicBezTo>
                  </a:path>
                </a:pathLst>
              </a:custGeom>
              <a:noFill/>
              <a:ln w="25400">
                <a:solidFill>
                  <a:schemeClr val="tx1"/>
                </a:solidFill>
                <a:round/>
                <a:headEnd/>
                <a:tailEnd/>
              </a:ln>
            </p:spPr>
            <p:txBody>
              <a:bodyPr/>
              <a:lstStyle/>
              <a:p>
                <a:endParaRPr lang="nl-BE"/>
              </a:p>
            </p:txBody>
          </p:sp>
          <p:sp>
            <p:nvSpPr>
              <p:cNvPr id="72717" name="Rectangle 39"/>
              <p:cNvSpPr>
                <a:spLocks noChangeArrowheads="1"/>
              </p:cNvSpPr>
              <p:nvPr/>
            </p:nvSpPr>
            <p:spPr bwMode="gray">
              <a:xfrm>
                <a:off x="396" y="515"/>
                <a:ext cx="1445" cy="126"/>
              </a:xfrm>
              <a:prstGeom prst="rect">
                <a:avLst/>
              </a:prstGeom>
              <a:noFill/>
              <a:ln w="9525">
                <a:noFill/>
                <a:miter lim="800000"/>
                <a:headEnd/>
                <a:tailEnd/>
              </a:ln>
            </p:spPr>
            <p:txBody>
              <a:bodyPr lIns="0" tIns="0" rIns="0" bIns="0">
                <a:spAutoFit/>
              </a:bodyPr>
              <a:lstStyle/>
              <a:p>
                <a:pPr defTabSz="801765"/>
                <a:r>
                  <a:rPr lang="en-US" sz="1200" dirty="0"/>
                  <a:t>With common cause only </a:t>
                </a:r>
              </a:p>
            </p:txBody>
          </p:sp>
          <p:sp>
            <p:nvSpPr>
              <p:cNvPr id="72718" name="Line 40"/>
              <p:cNvSpPr>
                <a:spLocks noChangeShapeType="1"/>
              </p:cNvSpPr>
              <p:nvPr/>
            </p:nvSpPr>
            <p:spPr bwMode="gray">
              <a:xfrm flipH="1">
                <a:off x="933" y="1234"/>
                <a:ext cx="1168" cy="1184"/>
              </a:xfrm>
              <a:prstGeom prst="line">
                <a:avLst/>
              </a:prstGeom>
              <a:noFill/>
              <a:ln w="9525">
                <a:solidFill>
                  <a:schemeClr val="tx1"/>
                </a:solidFill>
                <a:prstDash val="lgDashDotDot"/>
                <a:round/>
                <a:headEnd/>
                <a:tailEnd/>
              </a:ln>
            </p:spPr>
            <p:txBody>
              <a:bodyPr/>
              <a:lstStyle/>
              <a:p>
                <a:endParaRPr lang="nl-BE"/>
              </a:p>
            </p:txBody>
          </p:sp>
          <p:sp>
            <p:nvSpPr>
              <p:cNvPr id="72719" name="Line 41"/>
              <p:cNvSpPr>
                <a:spLocks noChangeShapeType="1"/>
              </p:cNvSpPr>
              <p:nvPr/>
            </p:nvSpPr>
            <p:spPr bwMode="gray">
              <a:xfrm flipH="1">
                <a:off x="410" y="1051"/>
                <a:ext cx="1167" cy="1184"/>
              </a:xfrm>
              <a:prstGeom prst="line">
                <a:avLst/>
              </a:prstGeom>
              <a:noFill/>
              <a:ln w="9525">
                <a:solidFill>
                  <a:schemeClr val="tx1"/>
                </a:solidFill>
                <a:prstDash val="lgDashDotDot"/>
                <a:round/>
                <a:headEnd/>
                <a:tailEnd/>
              </a:ln>
            </p:spPr>
            <p:txBody>
              <a:bodyPr/>
              <a:lstStyle/>
              <a:p>
                <a:endParaRPr lang="nl-BE"/>
              </a:p>
            </p:txBody>
          </p:sp>
          <p:sp>
            <p:nvSpPr>
              <p:cNvPr id="72720" name="Line 42"/>
              <p:cNvSpPr>
                <a:spLocks noChangeShapeType="1"/>
              </p:cNvSpPr>
              <p:nvPr/>
            </p:nvSpPr>
            <p:spPr bwMode="gray">
              <a:xfrm flipH="1">
                <a:off x="649" y="1160"/>
                <a:ext cx="1167" cy="1184"/>
              </a:xfrm>
              <a:prstGeom prst="line">
                <a:avLst/>
              </a:prstGeom>
              <a:noFill/>
              <a:ln w="9525">
                <a:solidFill>
                  <a:schemeClr val="tx1"/>
                </a:solidFill>
                <a:prstDash val="lgDashDotDot"/>
                <a:round/>
                <a:headEnd type="triangle" w="sm" len="lg"/>
                <a:tailEnd type="none" w="sm" len="lg"/>
              </a:ln>
            </p:spPr>
            <p:txBody>
              <a:bodyPr/>
              <a:lstStyle/>
              <a:p>
                <a:endParaRPr lang="nl-BE"/>
              </a:p>
            </p:txBody>
          </p:sp>
          <p:sp>
            <p:nvSpPr>
              <p:cNvPr id="72721" name="Line 43"/>
              <p:cNvSpPr>
                <a:spLocks noChangeShapeType="1"/>
              </p:cNvSpPr>
              <p:nvPr/>
            </p:nvSpPr>
            <p:spPr bwMode="gray">
              <a:xfrm>
                <a:off x="342" y="2140"/>
                <a:ext cx="1249" cy="0"/>
              </a:xfrm>
              <a:prstGeom prst="line">
                <a:avLst/>
              </a:prstGeom>
              <a:noFill/>
              <a:ln w="25400">
                <a:solidFill>
                  <a:schemeClr val="tx1"/>
                </a:solidFill>
                <a:round/>
                <a:headEnd/>
                <a:tailEnd type="triangle" w="med" len="med"/>
              </a:ln>
            </p:spPr>
            <p:txBody>
              <a:bodyPr/>
              <a:lstStyle/>
              <a:p>
                <a:endParaRPr lang="nl-BE"/>
              </a:p>
            </p:txBody>
          </p:sp>
          <p:sp>
            <p:nvSpPr>
              <p:cNvPr id="72722" name="Line 44"/>
              <p:cNvSpPr>
                <a:spLocks noChangeShapeType="1"/>
              </p:cNvSpPr>
              <p:nvPr/>
            </p:nvSpPr>
            <p:spPr bwMode="gray">
              <a:xfrm rot="-5400000">
                <a:off x="-401" y="1383"/>
                <a:ext cx="1501" cy="0"/>
              </a:xfrm>
              <a:prstGeom prst="line">
                <a:avLst/>
              </a:prstGeom>
              <a:noFill/>
              <a:ln w="25400">
                <a:solidFill>
                  <a:schemeClr val="tx1"/>
                </a:solidFill>
                <a:round/>
                <a:headEnd/>
                <a:tailEnd type="triangle" w="med" len="med"/>
              </a:ln>
            </p:spPr>
            <p:txBody>
              <a:bodyPr/>
              <a:lstStyle/>
              <a:p>
                <a:endParaRPr lang="nl-BE"/>
              </a:p>
            </p:txBody>
          </p:sp>
          <p:sp>
            <p:nvSpPr>
              <p:cNvPr id="72723" name="Rectangle 45"/>
              <p:cNvSpPr>
                <a:spLocks noChangeArrowheads="1"/>
              </p:cNvSpPr>
              <p:nvPr>
                <p:custDataLst>
                  <p:tags r:id="rId3"/>
                </p:custDataLst>
              </p:nvPr>
            </p:nvSpPr>
            <p:spPr bwMode="gray">
              <a:xfrm>
                <a:off x="1174" y="2228"/>
                <a:ext cx="590" cy="125"/>
              </a:xfrm>
              <a:prstGeom prst="rect">
                <a:avLst/>
              </a:prstGeom>
              <a:noFill/>
              <a:ln w="9525">
                <a:noFill/>
                <a:miter lim="800000"/>
                <a:headEnd/>
                <a:tailEnd/>
              </a:ln>
            </p:spPr>
            <p:txBody>
              <a:bodyPr wrap="none" lIns="0" tIns="0" rIns="0" bIns="0">
                <a:spAutoFit/>
              </a:bodyPr>
              <a:lstStyle/>
              <a:p>
                <a:pPr defTabSz="801765"/>
                <a:r>
                  <a:rPr lang="en-US" sz="1200" dirty="0"/>
                  <a:t>Product Size</a:t>
                </a:r>
              </a:p>
            </p:txBody>
          </p:sp>
          <p:sp>
            <p:nvSpPr>
              <p:cNvPr id="72724" name="Rectangle 46"/>
              <p:cNvSpPr>
                <a:spLocks noChangeArrowheads="1"/>
              </p:cNvSpPr>
              <p:nvPr>
                <p:custDataLst>
                  <p:tags r:id="rId4"/>
                </p:custDataLst>
              </p:nvPr>
            </p:nvSpPr>
            <p:spPr bwMode="gray">
              <a:xfrm rot="16200000">
                <a:off x="-318" y="1258"/>
                <a:ext cx="1111" cy="125"/>
              </a:xfrm>
              <a:prstGeom prst="rect">
                <a:avLst/>
              </a:prstGeom>
              <a:noFill/>
              <a:ln w="9525">
                <a:noFill/>
                <a:miter lim="800000"/>
                <a:headEnd/>
                <a:tailEnd/>
              </a:ln>
            </p:spPr>
            <p:txBody>
              <a:bodyPr wrap="none" lIns="0" tIns="0" rIns="0" bIns="0">
                <a:spAutoFit/>
              </a:bodyPr>
              <a:lstStyle/>
              <a:p>
                <a:pPr defTabSz="801765"/>
                <a:r>
                  <a:rPr lang="en-US" sz="1200" dirty="0"/>
                  <a:t>Frequency for each size</a:t>
                </a:r>
              </a:p>
            </p:txBody>
          </p:sp>
          <p:sp>
            <p:nvSpPr>
              <p:cNvPr id="72725" name="Rectangle 47"/>
              <p:cNvSpPr>
                <a:spLocks noChangeArrowheads="1"/>
              </p:cNvSpPr>
              <p:nvPr>
                <p:custDataLst>
                  <p:tags r:id="rId5"/>
                </p:custDataLst>
              </p:nvPr>
            </p:nvSpPr>
            <p:spPr bwMode="gray">
              <a:xfrm>
                <a:off x="1780" y="1052"/>
                <a:ext cx="228" cy="125"/>
              </a:xfrm>
              <a:prstGeom prst="rect">
                <a:avLst/>
              </a:prstGeom>
              <a:noFill/>
              <a:ln w="9525">
                <a:noFill/>
                <a:miter lim="800000"/>
                <a:headEnd/>
                <a:tailEnd/>
              </a:ln>
            </p:spPr>
            <p:txBody>
              <a:bodyPr wrap="none" lIns="0" tIns="0" rIns="0" bIns="0">
                <a:spAutoFit/>
              </a:bodyPr>
              <a:lstStyle/>
              <a:p>
                <a:pPr defTabSz="801765"/>
                <a:r>
                  <a:rPr lang="en-US" sz="1200" dirty="0"/>
                  <a:t>Time</a:t>
                </a:r>
              </a:p>
            </p:txBody>
          </p:sp>
        </p:grpSp>
      </p:grpSp>
      <p:sp>
        <p:nvSpPr>
          <p:cNvPr id="72708" name="McK Footnote"/>
          <p:cNvSpPr txBox="1">
            <a:spLocks noChangeArrowheads="1"/>
          </p:cNvSpPr>
          <p:nvPr>
            <p:custDataLst>
              <p:tags r:id="rId2"/>
            </p:custDataLst>
          </p:nvPr>
        </p:nvSpPr>
        <p:spPr bwMode="gray">
          <a:xfrm>
            <a:off x="121489" y="6629616"/>
            <a:ext cx="8439369" cy="155496"/>
          </a:xfrm>
          <a:prstGeom prst="rect">
            <a:avLst/>
          </a:prstGeom>
          <a:noFill/>
          <a:ln w="9525" algn="ctr">
            <a:noFill/>
            <a:miter lim="800000"/>
            <a:headEnd/>
            <a:tailEnd/>
          </a:ln>
        </p:spPr>
        <p:txBody>
          <a:bodyPr lIns="0" tIns="0" rIns="0" bIns="0" anchor="b">
            <a:spAutoFit/>
          </a:bodyPr>
          <a:lstStyle/>
          <a:p>
            <a:pPr marL="586341" indent="-586341" defTabSz="913526">
              <a:tabLst>
                <a:tab pos="544228" algn="r"/>
              </a:tabLst>
            </a:pPr>
            <a:r>
              <a:rPr lang="en-US" sz="1000" dirty="0">
                <a:solidFill>
                  <a:srgbClr val="696969"/>
                </a:solidFill>
              </a:rPr>
              <a:t>	Source:	McKinsey</a:t>
            </a:r>
          </a:p>
        </p:txBody>
      </p:sp>
    </p:spTree>
    <p:extLst>
      <p:ext uri="{BB962C8B-B14F-4D97-AF65-F5344CB8AC3E}">
        <p14:creationId xmlns:p14="http://schemas.microsoft.com/office/powerpoint/2010/main" val="3249172379"/>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5F40CCEC-49A9-BD44-A99C-8908B119FEF2}"/>
              </a:ext>
            </a:extLst>
          </p:cNvPr>
          <p:cNvGraphicFramePr>
            <a:graphicFrameLocks/>
          </p:cNvGraphicFramePr>
          <p:nvPr>
            <p:custDataLst>
              <p:tags r:id="rId1"/>
            </p:custDataLst>
            <p:extLst>
              <p:ext uri="{D42A27DB-BD31-4B8C-83A1-F6EECF244321}">
                <p14:modId xmlns:p14="http://schemas.microsoft.com/office/powerpoint/2010/main" val="3156138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6" progId="TCLayout.ActiveDocument.1">
                  <p:embed/>
                </p:oleObj>
              </mc:Choice>
              <mc:Fallback>
                <p:oleObj name="think-cell Slide" r:id="rId4" imgW="473" imgH="476" progId="TCLayout.ActiveDocument.1">
                  <p:embed/>
                  <p:pic>
                    <p:nvPicPr>
                      <p:cNvPr id="6" name="think-cell data - do not delete" hidden="1">
                        <a:extLst>
                          <a:ext uri="{FF2B5EF4-FFF2-40B4-BE49-F238E27FC236}">
                            <a16:creationId xmlns:a16="http://schemas.microsoft.com/office/drawing/2014/main" id="{5F40CCEC-49A9-BD44-A99C-8908B119FEF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el 1"/>
          <p:cNvSpPr>
            <a:spLocks noGrp="1"/>
          </p:cNvSpPr>
          <p:nvPr>
            <p:ph type="title"/>
          </p:nvPr>
        </p:nvSpPr>
        <p:spPr>
          <a:xfrm>
            <a:off x="454818" y="919163"/>
            <a:ext cx="8234363" cy="792163"/>
          </a:xfrm>
        </p:spPr>
        <p:txBody>
          <a:bodyPr vert="horz"/>
          <a:lstStyle/>
          <a:p>
            <a:r>
              <a:rPr lang="nl-BE" dirty="0" err="1"/>
              <a:t>Process</a:t>
            </a:r>
            <a:r>
              <a:rPr lang="nl-BE" dirty="0"/>
              <a:t> </a:t>
            </a:r>
            <a:r>
              <a:rPr lang="nl-BE" dirty="0" err="1"/>
              <a:t>capability</a:t>
            </a:r>
            <a:r>
              <a:rPr lang="nl-BE" dirty="0"/>
              <a:t> - </a:t>
            </a:r>
            <a:r>
              <a:rPr lang="nl-BE" dirty="0" err="1"/>
              <a:t>C</a:t>
            </a:r>
            <a:r>
              <a:rPr lang="nl-BE" baseline="-25000" dirty="0" err="1"/>
              <a:t>p</a:t>
            </a:r>
            <a:r>
              <a:rPr lang="nl-BE" dirty="0"/>
              <a:t> – </a:t>
            </a:r>
            <a:r>
              <a:rPr lang="nl-BE" dirty="0" err="1"/>
              <a:t>C</a:t>
            </a:r>
            <a:r>
              <a:rPr lang="nl-BE" baseline="-25000" dirty="0" err="1"/>
              <a:t>pk</a:t>
            </a:r>
            <a:br>
              <a:rPr lang="nl-BE" baseline="-25000" dirty="0"/>
            </a:br>
            <a:r>
              <a:rPr lang="nl-BE" baseline="-25000" dirty="0"/>
              <a:t>C = </a:t>
            </a:r>
            <a:r>
              <a:rPr lang="nl-BE" baseline="-25000" dirty="0" err="1"/>
              <a:t>Capability</a:t>
            </a:r>
            <a:r>
              <a:rPr lang="nl-BE" baseline="-25000" dirty="0"/>
              <a:t>, p = </a:t>
            </a:r>
            <a:r>
              <a:rPr lang="nl-BE" baseline="-25000" dirty="0" err="1"/>
              <a:t>process</a:t>
            </a:r>
            <a:r>
              <a:rPr lang="nl-BE" baseline="-25000" dirty="0"/>
              <a:t>, pk = </a:t>
            </a:r>
            <a:r>
              <a:rPr lang="nl-BE" baseline="-25000" dirty="0" err="1"/>
              <a:t>process</a:t>
            </a:r>
            <a:r>
              <a:rPr lang="nl-BE" baseline="-25000" dirty="0"/>
              <a:t> + Japans woord voor off-center</a:t>
            </a:r>
            <a:br>
              <a:rPr lang="nl-BE" baseline="-25000" dirty="0"/>
            </a:br>
            <a:br>
              <a:rPr lang="nl-BE" baseline="-25000" dirty="0"/>
            </a:br>
            <a:r>
              <a:rPr lang="nl-BE" baseline="-25000" dirty="0"/>
              <a:t>2 </a:t>
            </a:r>
            <a:r>
              <a:rPr lang="nl-BE" baseline="-25000" dirty="0" err="1"/>
              <a:t>sided</a:t>
            </a:r>
            <a:r>
              <a:rPr lang="nl-BE" baseline="-25000" dirty="0"/>
              <a:t> </a:t>
            </a:r>
            <a:r>
              <a:rPr lang="nl-BE" baseline="-25000" dirty="0" err="1"/>
              <a:t>specification</a:t>
            </a:r>
            <a:r>
              <a:rPr lang="nl-BE" baseline="-25000" dirty="0"/>
              <a:t> </a:t>
            </a:r>
            <a:r>
              <a:rPr lang="nl-BE" baseline="-25000" dirty="0" err="1"/>
              <a:t>limits</a:t>
            </a:r>
            <a:r>
              <a:rPr lang="nl-BE" baseline="-25000" dirty="0"/>
              <a:t>, </a:t>
            </a:r>
            <a:r>
              <a:rPr lang="nl-BE" baseline="-25000" dirty="0" err="1"/>
              <a:t>one</a:t>
            </a:r>
            <a:r>
              <a:rPr lang="nl-BE" baseline="-25000" dirty="0"/>
              <a:t> side: </a:t>
            </a:r>
            <a:r>
              <a:rPr lang="nl-BE" baseline="-25000" dirty="0" err="1"/>
              <a:t>only</a:t>
            </a:r>
            <a:r>
              <a:rPr lang="nl-BE" baseline="-25000" dirty="0"/>
              <a:t> </a:t>
            </a:r>
            <a:r>
              <a:rPr lang="nl-BE" baseline="-25000" dirty="0" err="1"/>
              <a:t>Cpk</a:t>
            </a:r>
            <a:r>
              <a:rPr lang="nl-BE" baseline="-25000" dirty="0"/>
              <a:t> </a:t>
            </a:r>
            <a:r>
              <a:rPr lang="nl-BE" baseline="-25000" dirty="0" err="1"/>
              <a:t>can</a:t>
            </a:r>
            <a:r>
              <a:rPr lang="nl-BE" baseline="-25000" dirty="0"/>
              <a:t> </a:t>
            </a:r>
            <a:r>
              <a:rPr lang="nl-BE" baseline="-25000" dirty="0" err="1"/>
              <a:t>be</a:t>
            </a:r>
            <a:r>
              <a:rPr lang="nl-BE" baseline="-25000" dirty="0"/>
              <a:t> </a:t>
            </a:r>
            <a:r>
              <a:rPr lang="nl-BE" baseline="-25000" dirty="0" err="1"/>
              <a:t>calculated</a:t>
            </a:r>
            <a:r>
              <a:rPr lang="nl-BE" baseline="-25000" dirty="0"/>
              <a:t> (</a:t>
            </a:r>
            <a:r>
              <a:rPr lang="nl-BE" baseline="-25000" dirty="0" err="1"/>
              <a:t>example</a:t>
            </a:r>
            <a:r>
              <a:rPr lang="nl-BE" baseline="-25000" dirty="0"/>
              <a:t> Zn </a:t>
            </a:r>
            <a:r>
              <a:rPr lang="nl-BE" baseline="-25000" dirty="0" err="1"/>
              <a:t>layer</a:t>
            </a:r>
            <a:r>
              <a:rPr lang="nl-BE" baseline="-25000" dirty="0"/>
              <a:t> </a:t>
            </a:r>
            <a:r>
              <a:rPr lang="nl-BE" baseline="-25000" dirty="0" err="1"/>
              <a:t>thickness</a:t>
            </a:r>
            <a:r>
              <a:rPr lang="nl-BE" baseline="-25000" dirty="0"/>
              <a:t>)</a:t>
            </a:r>
          </a:p>
        </p:txBody>
      </p:sp>
      <p:sp>
        <p:nvSpPr>
          <p:cNvPr id="3" name="Tijdelijke aanduiding voor inhoud 2"/>
          <p:cNvSpPr>
            <a:spLocks noGrp="1"/>
          </p:cNvSpPr>
          <p:nvPr>
            <p:ph idx="1"/>
          </p:nvPr>
        </p:nvSpPr>
        <p:spPr/>
        <p:txBody>
          <a:bodyPr/>
          <a:lstStyle/>
          <a:p>
            <a:r>
              <a:rPr lang="nl-BE" dirty="0" err="1"/>
              <a:t>C</a:t>
            </a:r>
            <a:r>
              <a:rPr lang="nl-BE" baseline="-25000" dirty="0" err="1"/>
              <a:t>p</a:t>
            </a:r>
            <a:br>
              <a:rPr lang="nl-BE" dirty="0"/>
            </a:br>
            <a:r>
              <a:rPr lang="nl-BE" dirty="0"/>
              <a:t>Breedte van de distributie (spreiding) t.o.v. toegelaten interval, Op zich niet voldoende. </a:t>
            </a:r>
            <a:br>
              <a:rPr lang="nl-BE" dirty="0"/>
            </a:br>
            <a:r>
              <a:rPr lang="nl-BE" dirty="0"/>
              <a:t>(common </a:t>
            </a:r>
            <a:r>
              <a:rPr lang="nl-BE" dirty="0" err="1"/>
              <a:t>cause</a:t>
            </a:r>
            <a:r>
              <a:rPr lang="nl-BE" dirty="0"/>
              <a:t> – </a:t>
            </a:r>
            <a:r>
              <a:rPr lang="nl-BE" dirty="0" err="1"/>
              <a:t>process</a:t>
            </a:r>
            <a:r>
              <a:rPr lang="nl-BE" dirty="0"/>
              <a:t> engineer)</a:t>
            </a:r>
          </a:p>
          <a:p>
            <a:endParaRPr lang="nl-BE" dirty="0"/>
          </a:p>
          <a:p>
            <a:r>
              <a:rPr lang="nl-BE" dirty="0" err="1"/>
              <a:t>C</a:t>
            </a:r>
            <a:r>
              <a:rPr lang="nl-BE" baseline="-25000" dirty="0" err="1"/>
              <a:t>pk</a:t>
            </a:r>
            <a:br>
              <a:rPr lang="nl-BE" dirty="0"/>
            </a:br>
            <a:r>
              <a:rPr lang="nl-BE" dirty="0"/>
              <a:t>Ligging van gemiddelde t.o.v. toegelaten interval </a:t>
            </a:r>
            <a:br>
              <a:rPr lang="nl-BE" dirty="0"/>
            </a:br>
            <a:r>
              <a:rPr lang="nl-BE" dirty="0"/>
              <a:t>(special </a:t>
            </a:r>
            <a:r>
              <a:rPr lang="nl-BE" dirty="0" err="1"/>
              <a:t>cause</a:t>
            </a:r>
            <a:r>
              <a:rPr lang="nl-BE" dirty="0"/>
              <a:t> – operator </a:t>
            </a:r>
            <a:r>
              <a:rPr lang="nl-BE" dirty="0" err="1"/>
              <a:t>by</a:t>
            </a:r>
            <a:r>
              <a:rPr lang="nl-BE" dirty="0"/>
              <a:t> </a:t>
            </a:r>
            <a:r>
              <a:rPr lang="nl-BE" dirty="0" err="1"/>
              <a:t>doing</a:t>
            </a:r>
            <a:r>
              <a:rPr lang="nl-BE" dirty="0"/>
              <a:t> </a:t>
            </a:r>
            <a:r>
              <a:rPr lang="nl-BE" dirty="0" err="1"/>
              <a:t>adjustments</a:t>
            </a:r>
            <a:r>
              <a:rPr lang="nl-BE" dirty="0"/>
              <a:t>)</a:t>
            </a:r>
          </a:p>
          <a:p>
            <a:endParaRPr lang="nl-BE" dirty="0"/>
          </a:p>
          <a:p>
            <a:endParaRPr lang="nl-BE" dirty="0"/>
          </a:p>
          <a:p>
            <a:r>
              <a:rPr lang="nl-BE" dirty="0"/>
              <a:t>Korte termijn: </a:t>
            </a:r>
            <a:r>
              <a:rPr lang="nl-BE" dirty="0" err="1"/>
              <a:t>C</a:t>
            </a:r>
            <a:r>
              <a:rPr lang="nl-BE" baseline="-25000" dirty="0" err="1"/>
              <a:t>p</a:t>
            </a:r>
            <a:r>
              <a:rPr lang="nl-BE" dirty="0"/>
              <a:t> / </a:t>
            </a:r>
            <a:r>
              <a:rPr lang="nl-BE" dirty="0" err="1"/>
              <a:t>C</a:t>
            </a:r>
            <a:r>
              <a:rPr lang="nl-BE" baseline="-25000" dirty="0" err="1"/>
              <a:t>pk</a:t>
            </a:r>
            <a:endParaRPr lang="nl-BE" baseline="-25000" dirty="0"/>
          </a:p>
          <a:p>
            <a:r>
              <a:rPr lang="nl-BE" dirty="0"/>
              <a:t>Lange termijn (waarin de klant geïnteresseerd is): P</a:t>
            </a:r>
            <a:r>
              <a:rPr lang="nl-BE" baseline="-25000" dirty="0"/>
              <a:t>p</a:t>
            </a:r>
            <a:r>
              <a:rPr lang="nl-BE" dirty="0"/>
              <a:t> / </a:t>
            </a:r>
            <a:r>
              <a:rPr lang="nl-BE" dirty="0" err="1"/>
              <a:t>P</a:t>
            </a:r>
            <a:r>
              <a:rPr lang="nl-BE" baseline="-25000" dirty="0" err="1"/>
              <a:t>pk</a:t>
            </a:r>
            <a:br>
              <a:rPr lang="nl-BE" baseline="-25000" dirty="0"/>
            </a:br>
            <a:r>
              <a:rPr lang="nl-BE" baseline="-25000" dirty="0"/>
              <a:t>P = Performance</a:t>
            </a:r>
          </a:p>
        </p:txBody>
      </p:sp>
      <p:sp>
        <p:nvSpPr>
          <p:cNvPr id="4" name="Tijdelijke aanduiding voor dianummer 3"/>
          <p:cNvSpPr>
            <a:spLocks noGrp="1"/>
          </p:cNvSpPr>
          <p:nvPr>
            <p:ph type="sldNum" sz="quarter" idx="12"/>
          </p:nvPr>
        </p:nvSpPr>
        <p:spPr/>
        <p:txBody>
          <a:bodyPr/>
          <a:lstStyle/>
          <a:p>
            <a:pPr>
              <a:defRPr/>
            </a:pPr>
            <a:fld id="{3BAE3F46-7F34-4D55-854B-55B1578BB741}" type="slidenum">
              <a:rPr lang="en-US" smtClean="0"/>
              <a:pPr>
                <a:defRPr/>
              </a:pPr>
              <a:t>32</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6"/>
          <p:cNvSpPr>
            <a:spLocks noGrp="1" noChangeArrowheads="1"/>
          </p:cNvSpPr>
          <p:nvPr>
            <p:ph type="title"/>
            <p:custDataLst>
              <p:tags r:id="rId1"/>
            </p:custDataLst>
          </p:nvPr>
        </p:nvSpPr>
        <p:spPr bwMode="gray">
          <a:xfrm>
            <a:off x="119063" y="230188"/>
            <a:ext cx="6838950" cy="877887"/>
          </a:xfrm>
        </p:spPr>
        <p:txBody>
          <a:bodyPr/>
          <a:lstStyle/>
          <a:p>
            <a:pPr eaLnBrk="1" hangingPunct="1"/>
            <a:r>
              <a:rPr lang="en-US" sz="2400" dirty="0"/>
              <a:t>The Process Capability (C</a:t>
            </a:r>
            <a:r>
              <a:rPr lang="en-US" sz="2400" baseline="-25000" dirty="0"/>
              <a:t>P</a:t>
            </a:r>
            <a:r>
              <a:rPr lang="en-US" sz="2400" dirty="0"/>
              <a:t>) compares the process dispersion with the target given by the specification (U</a:t>
            </a:r>
            <a:r>
              <a:rPr lang="en-US" sz="2400" baseline="-25000" dirty="0"/>
              <a:t>L</a:t>
            </a:r>
            <a:r>
              <a:rPr lang="en-US" sz="2400" dirty="0"/>
              <a:t> and L</a:t>
            </a:r>
            <a:r>
              <a:rPr lang="en-US" sz="2400" baseline="-25000" dirty="0"/>
              <a:t>L</a:t>
            </a:r>
            <a:r>
              <a:rPr lang="en-US" sz="2400" dirty="0"/>
              <a:t>)</a:t>
            </a:r>
            <a:r>
              <a:rPr lang="en-US" sz="2400" baseline="30000" dirty="0"/>
              <a:t>1</a:t>
            </a:r>
            <a:endParaRPr lang="en-US" sz="2400" dirty="0"/>
          </a:p>
        </p:txBody>
      </p:sp>
      <p:sp>
        <p:nvSpPr>
          <p:cNvPr id="10244" name="Foliennummernplatzhalter 2"/>
          <p:cNvSpPr>
            <a:spLocks noGrp="1"/>
          </p:cNvSpPr>
          <p:nvPr>
            <p:ph type="sldNum" sz="quarter" idx="10"/>
          </p:nvPr>
        </p:nvSpPr>
        <p:spPr>
          <a:noFill/>
        </p:spPr>
        <p:txBody>
          <a:bodyPr/>
          <a:lstStyle/>
          <a:p>
            <a:pPr defTabSz="909638"/>
            <a:fld id="{7434ACA6-9EE1-4C03-811E-826FC9FEACC9}" type="slidenum">
              <a:rPr lang="en-US" smtClean="0">
                <a:latin typeface="Arial" pitchFamily="34" charset="0"/>
              </a:rPr>
              <a:pPr defTabSz="909638"/>
              <a:t>33</a:t>
            </a:fld>
            <a:endParaRPr lang="en-US">
              <a:latin typeface="Arial" pitchFamily="34" charset="0"/>
            </a:endParaRPr>
          </a:p>
        </p:txBody>
      </p:sp>
      <p:graphicFrame>
        <p:nvGraphicFramePr>
          <p:cNvPr id="10242" name="Object 45"/>
          <p:cNvGraphicFramePr>
            <a:graphicFrameLocks noGrp="1" noChangeAspect="1"/>
          </p:cNvGraphicFramePr>
          <p:nvPr>
            <p:ph sz="half" idx="4294967295"/>
          </p:nvPr>
        </p:nvGraphicFramePr>
        <p:xfrm>
          <a:off x="252413" y="1350963"/>
          <a:ext cx="2425700" cy="1089025"/>
        </p:xfrm>
        <a:graphic>
          <a:graphicData uri="http://schemas.openxmlformats.org/presentationml/2006/ole">
            <mc:AlternateContent xmlns:mc="http://schemas.openxmlformats.org/markup-compatibility/2006">
              <mc:Choice xmlns:v="urn:schemas-microsoft-com:vml" Requires="v">
                <p:oleObj name="Equation" r:id="rId5" imgW="875920" imgH="393529" progId="Equation.3">
                  <p:embed/>
                </p:oleObj>
              </mc:Choice>
              <mc:Fallback>
                <p:oleObj name="Equation" r:id="rId5" imgW="875920" imgH="393529" progId="Equation.3">
                  <p:embed/>
                  <p:pic>
                    <p:nvPicPr>
                      <p:cNvPr id="10242" name="Object 4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2413" y="1350963"/>
                        <a:ext cx="2425700" cy="1089025"/>
                      </a:xfrm>
                      <a:prstGeom prst="rect">
                        <a:avLst/>
                      </a:prstGeom>
                      <a:noFill/>
                      <a:extLst>
                        <a:ext uri="{909E8E84-426E-40DD-AFC4-6F175D3DCCD1}">
                          <a14:hiddenFill xmlns:a14="http://schemas.microsoft.com/office/drawing/2010/main">
                            <a:solidFill>
                              <a:srgbClr val="FFFF99"/>
                            </a:solidFill>
                          </a14:hiddenFill>
                        </a:ext>
                      </a:extLst>
                    </p:spPr>
                  </p:pic>
                </p:oleObj>
              </mc:Fallback>
            </mc:AlternateContent>
          </a:graphicData>
        </a:graphic>
      </p:graphicFrame>
      <p:pic>
        <p:nvPicPr>
          <p:cNvPr id="10245" name="Picture 44"/>
          <p:cNvPicPr>
            <a:picLocks noChangeAspect="1" noChangeArrowheads="1"/>
          </p:cNvPicPr>
          <p:nvPr/>
        </p:nvPicPr>
        <p:blipFill>
          <a:blip r:embed="rId7" cstate="email"/>
          <a:srcRect/>
          <a:stretch>
            <a:fillRect/>
          </a:stretch>
        </p:blipFill>
        <p:spPr bwMode="auto">
          <a:xfrm>
            <a:off x="4630738" y="869950"/>
            <a:ext cx="3211512" cy="2052638"/>
          </a:xfrm>
          <a:prstGeom prst="rect">
            <a:avLst/>
          </a:prstGeom>
          <a:noFill/>
          <a:ln w="6350" algn="ctr">
            <a:noFill/>
            <a:miter lim="800000"/>
            <a:headEnd/>
            <a:tailEnd/>
          </a:ln>
        </p:spPr>
      </p:pic>
      <p:sp>
        <p:nvSpPr>
          <p:cNvPr id="10246" name="Isosceles Triangle 11"/>
          <p:cNvSpPr>
            <a:spLocks noChangeArrowheads="1"/>
          </p:cNvSpPr>
          <p:nvPr/>
        </p:nvSpPr>
        <p:spPr bwMode="gray">
          <a:xfrm rot="5400000">
            <a:off x="3187700" y="1663700"/>
            <a:ext cx="1625600" cy="463550"/>
          </a:xfrm>
          <a:prstGeom prst="triangle">
            <a:avLst>
              <a:gd name="adj" fmla="val 50000"/>
            </a:avLst>
          </a:prstGeom>
          <a:solidFill>
            <a:schemeClr val="bg2"/>
          </a:solidFill>
          <a:ln w="9525">
            <a:noFill/>
            <a:miter lim="800000"/>
            <a:headEnd/>
            <a:tailEnd/>
          </a:ln>
        </p:spPr>
        <p:txBody>
          <a:bodyPr lIns="35980" tIns="35980" rIns="35980" bIns="35980" anchor="ctr"/>
          <a:lstStyle/>
          <a:p>
            <a:pPr marL="142875" indent="-141288" algn="ctr" defTabSz="893763" eaLnBrk="0" hangingPunct="0">
              <a:buClr>
                <a:schemeClr val="tx2"/>
              </a:buClr>
              <a:buFontTx/>
              <a:buChar char="•"/>
            </a:pPr>
            <a:endParaRPr lang="en-US" sz="1800"/>
          </a:p>
        </p:txBody>
      </p:sp>
      <p:grpSp>
        <p:nvGrpSpPr>
          <p:cNvPr id="2" name="Group 13"/>
          <p:cNvGrpSpPr>
            <a:grpSpLocks/>
          </p:cNvGrpSpPr>
          <p:nvPr/>
        </p:nvGrpSpPr>
        <p:grpSpPr bwMode="auto">
          <a:xfrm>
            <a:off x="252413" y="3025775"/>
            <a:ext cx="7875587" cy="539750"/>
            <a:chOff x="1003605" y="3809750"/>
            <a:chExt cx="7875999" cy="540000"/>
          </a:xfrm>
        </p:grpSpPr>
        <p:sp>
          <p:nvSpPr>
            <p:cNvPr id="10272" name="Text Box 20"/>
            <p:cNvSpPr txBox="1">
              <a:spLocks noChangeArrowheads="1"/>
            </p:cNvSpPr>
            <p:nvPr/>
          </p:nvSpPr>
          <p:spPr bwMode="auto">
            <a:xfrm>
              <a:off x="1709287" y="3941251"/>
              <a:ext cx="7170317" cy="276999"/>
            </a:xfrm>
            <a:prstGeom prst="rect">
              <a:avLst/>
            </a:prstGeom>
            <a:noFill/>
            <a:ln w="6350" algn="ctr">
              <a:noFill/>
              <a:miter lim="800000"/>
              <a:headEnd/>
              <a:tailEnd/>
            </a:ln>
          </p:spPr>
          <p:txBody>
            <a:bodyPr lIns="0" tIns="0" rIns="0" bIns="0">
              <a:spAutoFit/>
            </a:bodyPr>
            <a:lstStyle/>
            <a:p>
              <a:pPr eaLnBrk="0" hangingPunct="0">
                <a:spcBef>
                  <a:spcPct val="50000"/>
                </a:spcBef>
              </a:pPr>
              <a:r>
                <a:rPr kumimoji="1" lang="en-GB" altLang="ja-JP" sz="1800">
                  <a:solidFill>
                    <a:schemeClr val="tx2"/>
                  </a:solidFill>
                </a:rPr>
                <a:t>C</a:t>
              </a:r>
              <a:r>
                <a:rPr kumimoji="1" lang="en-GB" altLang="ja-JP" sz="1800" baseline="-25000">
                  <a:solidFill>
                    <a:schemeClr val="tx2"/>
                  </a:solidFill>
                </a:rPr>
                <a:t>P</a:t>
              </a:r>
              <a:r>
                <a:rPr kumimoji="1" lang="en-GB" altLang="ja-JP" sz="1800">
                  <a:solidFill>
                    <a:schemeClr val="tx2"/>
                  </a:solidFill>
                </a:rPr>
                <a:t> is however </a:t>
              </a:r>
              <a:r>
                <a:rPr kumimoji="1" lang="en-GB" altLang="ja-JP" sz="1800" b="1" u="sng">
                  <a:solidFill>
                    <a:schemeClr val="tx2"/>
                  </a:solidFill>
                </a:rPr>
                <a:t>not sufficient </a:t>
              </a:r>
              <a:r>
                <a:rPr kumimoji="1" lang="en-GB" altLang="ja-JP" sz="1800">
                  <a:solidFill>
                    <a:schemeClr val="tx2"/>
                  </a:solidFill>
                </a:rPr>
                <a:t>to define if a process is capable or not:</a:t>
              </a:r>
            </a:p>
          </p:txBody>
        </p:sp>
        <p:pic>
          <p:nvPicPr>
            <p:cNvPr id="10273" name="Picture 4" descr="https://encrypted-tbn1.google.com/images?q=tbn:ANd9GcQh85JCdgHmrgDZP2wVnH8amt37jN3vnyZxRH-kRWhnbZqXO9fX"/>
            <p:cNvPicPr>
              <a:picLocks noChangeAspect="1" noChangeArrowheads="1"/>
            </p:cNvPicPr>
            <p:nvPr/>
          </p:nvPicPr>
          <p:blipFill>
            <a:blip r:embed="rId8" cstate="email"/>
            <a:srcRect/>
            <a:stretch>
              <a:fillRect/>
            </a:stretch>
          </p:blipFill>
          <p:spPr bwMode="auto">
            <a:xfrm>
              <a:off x="1003605" y="3809750"/>
              <a:ext cx="648000" cy="540000"/>
            </a:xfrm>
            <a:prstGeom prst="rect">
              <a:avLst/>
            </a:prstGeom>
            <a:noFill/>
            <a:ln w="9525">
              <a:noFill/>
              <a:miter lim="800000"/>
              <a:headEnd/>
              <a:tailEnd/>
            </a:ln>
          </p:spPr>
        </p:pic>
      </p:grpSp>
      <p:grpSp>
        <p:nvGrpSpPr>
          <p:cNvPr id="3" name="Group 47"/>
          <p:cNvGrpSpPr>
            <a:grpSpLocks/>
          </p:cNvGrpSpPr>
          <p:nvPr/>
        </p:nvGrpSpPr>
        <p:grpSpPr bwMode="auto">
          <a:xfrm>
            <a:off x="252413" y="3911600"/>
            <a:ext cx="3932237" cy="2308225"/>
            <a:chOff x="740229" y="2351314"/>
            <a:chExt cx="3933371" cy="2307772"/>
          </a:xfrm>
        </p:grpSpPr>
        <p:pic>
          <p:nvPicPr>
            <p:cNvPr id="10263" name="Picture 4" descr="Loi normale"/>
            <p:cNvPicPr>
              <a:picLocks noChangeAspect="1" noChangeArrowheads="1"/>
            </p:cNvPicPr>
            <p:nvPr/>
          </p:nvPicPr>
          <p:blipFill>
            <a:blip r:embed="rId9" cstate="email"/>
            <a:srcRect/>
            <a:stretch>
              <a:fillRect/>
            </a:stretch>
          </p:blipFill>
          <p:spPr bwMode="auto">
            <a:xfrm>
              <a:off x="1234088" y="2701471"/>
              <a:ext cx="2889600" cy="1548000"/>
            </a:xfrm>
            <a:prstGeom prst="rect">
              <a:avLst/>
            </a:prstGeom>
            <a:noFill/>
            <a:ln w="9525">
              <a:noFill/>
              <a:miter lim="800000"/>
              <a:headEnd/>
              <a:tailEnd/>
            </a:ln>
          </p:spPr>
        </p:pic>
        <p:sp>
          <p:nvSpPr>
            <p:cNvPr id="10264" name="Line 5"/>
            <p:cNvSpPr>
              <a:spLocks noChangeShapeType="1"/>
            </p:cNvSpPr>
            <p:nvPr/>
          </p:nvSpPr>
          <p:spPr bwMode="auto">
            <a:xfrm>
              <a:off x="2637973" y="2665187"/>
              <a:ext cx="0" cy="1584000"/>
            </a:xfrm>
            <a:prstGeom prst="line">
              <a:avLst/>
            </a:prstGeom>
            <a:noFill/>
            <a:ln w="9525">
              <a:solidFill>
                <a:schemeClr val="tx1"/>
              </a:solidFill>
              <a:prstDash val="dash"/>
              <a:round/>
              <a:headEnd/>
              <a:tailEnd/>
            </a:ln>
          </p:spPr>
          <p:txBody>
            <a:bodyPr wrap="none" anchor="ctr"/>
            <a:lstStyle/>
            <a:p>
              <a:endParaRPr lang="nl-BE"/>
            </a:p>
          </p:txBody>
        </p:sp>
        <p:sp>
          <p:nvSpPr>
            <p:cNvPr id="10265" name="Line 9"/>
            <p:cNvSpPr>
              <a:spLocks noChangeShapeType="1"/>
            </p:cNvSpPr>
            <p:nvPr/>
          </p:nvSpPr>
          <p:spPr bwMode="auto">
            <a:xfrm>
              <a:off x="1111635" y="2665187"/>
              <a:ext cx="0" cy="1620000"/>
            </a:xfrm>
            <a:prstGeom prst="line">
              <a:avLst/>
            </a:prstGeom>
            <a:noFill/>
            <a:ln w="12700">
              <a:solidFill>
                <a:schemeClr val="tx2"/>
              </a:solidFill>
              <a:prstDash val="lgDashDot"/>
              <a:round/>
              <a:headEnd/>
              <a:tailEnd/>
            </a:ln>
          </p:spPr>
          <p:txBody>
            <a:bodyPr wrap="none" anchor="ctr"/>
            <a:lstStyle/>
            <a:p>
              <a:endParaRPr lang="nl-BE"/>
            </a:p>
          </p:txBody>
        </p:sp>
        <p:sp>
          <p:nvSpPr>
            <p:cNvPr id="10266" name="Text Box 32"/>
            <p:cNvSpPr txBox="1">
              <a:spLocks noChangeArrowheads="1"/>
            </p:cNvSpPr>
            <p:nvPr/>
          </p:nvSpPr>
          <p:spPr bwMode="auto">
            <a:xfrm>
              <a:off x="931635" y="4299857"/>
              <a:ext cx="360000" cy="215444"/>
            </a:xfrm>
            <a:prstGeom prst="rect">
              <a:avLst/>
            </a:prstGeom>
            <a:noFill/>
            <a:ln w="9525">
              <a:noFill/>
              <a:miter lim="800000"/>
              <a:headEnd/>
              <a:tailEnd/>
            </a:ln>
          </p:spPr>
          <p:txBody>
            <a:bodyPr lIns="0" tIns="0" rIns="0" bIns="0">
              <a:spAutoFit/>
            </a:bodyPr>
            <a:lstStyle/>
            <a:p>
              <a:pPr algn="ctr" eaLnBrk="0" hangingPunct="0">
                <a:spcBef>
                  <a:spcPct val="50000"/>
                </a:spcBef>
              </a:pPr>
              <a:r>
                <a:rPr lang="en-GB" sz="1400" b="1"/>
                <a:t>L</a:t>
              </a:r>
              <a:r>
                <a:rPr lang="en-GB" sz="1400" b="1" baseline="-25000"/>
                <a:t>L</a:t>
              </a:r>
              <a:endParaRPr lang="en-GB" sz="1400" b="1"/>
            </a:p>
          </p:txBody>
        </p:sp>
        <p:sp>
          <p:nvSpPr>
            <p:cNvPr id="10267" name="Line 5"/>
            <p:cNvSpPr>
              <a:spLocks noChangeShapeType="1"/>
            </p:cNvSpPr>
            <p:nvPr/>
          </p:nvSpPr>
          <p:spPr bwMode="auto">
            <a:xfrm rot="5400000">
              <a:off x="2678888" y="2335079"/>
              <a:ext cx="0" cy="3600000"/>
            </a:xfrm>
            <a:prstGeom prst="line">
              <a:avLst/>
            </a:prstGeom>
            <a:noFill/>
            <a:ln w="38100">
              <a:solidFill>
                <a:schemeClr val="tx1"/>
              </a:solidFill>
              <a:round/>
              <a:headEnd/>
              <a:tailEnd/>
            </a:ln>
          </p:spPr>
          <p:txBody>
            <a:bodyPr wrap="none" anchor="ctr"/>
            <a:lstStyle/>
            <a:p>
              <a:endParaRPr lang="nl-BE"/>
            </a:p>
          </p:txBody>
        </p:sp>
        <p:sp>
          <p:nvSpPr>
            <p:cNvPr id="10268" name="Line 9"/>
            <p:cNvSpPr>
              <a:spLocks noChangeShapeType="1"/>
            </p:cNvSpPr>
            <p:nvPr/>
          </p:nvSpPr>
          <p:spPr bwMode="auto">
            <a:xfrm>
              <a:off x="4268492" y="2665187"/>
              <a:ext cx="0" cy="1620000"/>
            </a:xfrm>
            <a:prstGeom prst="line">
              <a:avLst/>
            </a:prstGeom>
            <a:noFill/>
            <a:ln w="12700">
              <a:solidFill>
                <a:schemeClr val="tx2"/>
              </a:solidFill>
              <a:prstDash val="lgDashDot"/>
              <a:round/>
              <a:headEnd/>
              <a:tailEnd/>
            </a:ln>
          </p:spPr>
          <p:txBody>
            <a:bodyPr wrap="none" anchor="ctr"/>
            <a:lstStyle/>
            <a:p>
              <a:endParaRPr lang="nl-BE"/>
            </a:p>
          </p:txBody>
        </p:sp>
        <p:sp>
          <p:nvSpPr>
            <p:cNvPr id="10269" name="Text Box 32"/>
            <p:cNvSpPr txBox="1">
              <a:spLocks noChangeArrowheads="1"/>
            </p:cNvSpPr>
            <p:nvPr/>
          </p:nvSpPr>
          <p:spPr bwMode="auto">
            <a:xfrm>
              <a:off x="4088492" y="4299857"/>
              <a:ext cx="360000" cy="215444"/>
            </a:xfrm>
            <a:prstGeom prst="rect">
              <a:avLst/>
            </a:prstGeom>
            <a:noFill/>
            <a:ln w="9525">
              <a:noFill/>
              <a:miter lim="800000"/>
              <a:headEnd/>
              <a:tailEnd/>
            </a:ln>
          </p:spPr>
          <p:txBody>
            <a:bodyPr lIns="0" tIns="0" rIns="0" bIns="0">
              <a:spAutoFit/>
            </a:bodyPr>
            <a:lstStyle/>
            <a:p>
              <a:pPr algn="ctr" eaLnBrk="0" hangingPunct="0">
                <a:spcBef>
                  <a:spcPct val="50000"/>
                </a:spcBef>
              </a:pPr>
              <a:r>
                <a:rPr lang="en-GB" sz="1400" b="1"/>
                <a:t>U</a:t>
              </a:r>
              <a:r>
                <a:rPr lang="en-GB" sz="1400" b="1" baseline="-25000"/>
                <a:t>L</a:t>
              </a:r>
              <a:endParaRPr lang="en-GB" sz="1400" b="1"/>
            </a:p>
          </p:txBody>
        </p:sp>
        <p:sp>
          <p:nvSpPr>
            <p:cNvPr id="10270" name="Rectangle 55"/>
            <p:cNvSpPr>
              <a:spLocks noChangeArrowheads="1"/>
            </p:cNvSpPr>
            <p:nvPr/>
          </p:nvSpPr>
          <p:spPr bwMode="gray">
            <a:xfrm>
              <a:off x="740229" y="2351314"/>
              <a:ext cx="3933371" cy="2307772"/>
            </a:xfrm>
            <a:prstGeom prst="rect">
              <a:avLst/>
            </a:prstGeom>
            <a:noFill/>
            <a:ln w="9525">
              <a:solidFill>
                <a:schemeClr val="tx1"/>
              </a:solidFill>
              <a:miter lim="800000"/>
              <a:headEnd/>
              <a:tailEnd/>
            </a:ln>
          </p:spPr>
          <p:txBody>
            <a:bodyPr lIns="36000" tIns="36000" rIns="36000" bIns="36000" anchor="ctr"/>
            <a:lstStyle/>
            <a:p>
              <a:pPr marL="142875" indent="-141288" algn="ctr" defTabSz="893763" eaLnBrk="0" hangingPunct="0">
                <a:buClr>
                  <a:schemeClr val="tx2"/>
                </a:buClr>
                <a:buFontTx/>
                <a:buChar char="•"/>
              </a:pPr>
              <a:endParaRPr lang="en-US" sz="1800"/>
            </a:p>
          </p:txBody>
        </p:sp>
        <p:sp>
          <p:nvSpPr>
            <p:cNvPr id="10271" name="Text Box 32"/>
            <p:cNvSpPr txBox="1">
              <a:spLocks noChangeArrowheads="1"/>
            </p:cNvSpPr>
            <p:nvPr/>
          </p:nvSpPr>
          <p:spPr bwMode="auto">
            <a:xfrm>
              <a:off x="4081219" y="2362201"/>
              <a:ext cx="576000" cy="215444"/>
            </a:xfrm>
            <a:prstGeom prst="rect">
              <a:avLst/>
            </a:prstGeom>
            <a:noFill/>
            <a:ln w="9525">
              <a:noFill/>
              <a:miter lim="800000"/>
              <a:headEnd/>
              <a:tailEnd/>
            </a:ln>
          </p:spPr>
          <p:txBody>
            <a:bodyPr lIns="0" tIns="0" rIns="0" bIns="0">
              <a:spAutoFit/>
            </a:bodyPr>
            <a:lstStyle/>
            <a:p>
              <a:pPr algn="ctr" eaLnBrk="0" hangingPunct="0">
                <a:spcBef>
                  <a:spcPct val="50000"/>
                </a:spcBef>
              </a:pPr>
              <a:r>
                <a:rPr lang="en-GB" sz="1400" b="1"/>
                <a:t>C</a:t>
              </a:r>
              <a:r>
                <a:rPr lang="en-GB" sz="1400" b="1" baseline="-25000"/>
                <a:t>P</a:t>
              </a:r>
              <a:r>
                <a:rPr lang="en-GB" sz="1400" b="1"/>
                <a:t> = 2</a:t>
              </a:r>
            </a:p>
          </p:txBody>
        </p:sp>
      </p:grpSp>
      <p:grpSp>
        <p:nvGrpSpPr>
          <p:cNvPr id="4" name="Group 80"/>
          <p:cNvGrpSpPr>
            <a:grpSpLocks/>
          </p:cNvGrpSpPr>
          <p:nvPr/>
        </p:nvGrpSpPr>
        <p:grpSpPr bwMode="auto">
          <a:xfrm>
            <a:off x="4381500" y="3919538"/>
            <a:ext cx="4516438" cy="2306637"/>
            <a:chOff x="4381314" y="3918857"/>
            <a:chExt cx="4515943" cy="2307772"/>
          </a:xfrm>
        </p:grpSpPr>
        <p:pic>
          <p:nvPicPr>
            <p:cNvPr id="10253" name="Picture 4" descr="Loi normale"/>
            <p:cNvPicPr>
              <a:picLocks noChangeAspect="1" noChangeArrowheads="1"/>
            </p:cNvPicPr>
            <p:nvPr/>
          </p:nvPicPr>
          <p:blipFill>
            <a:blip r:embed="rId10" cstate="email"/>
            <a:srcRect/>
            <a:stretch>
              <a:fillRect/>
            </a:stretch>
          </p:blipFill>
          <p:spPr bwMode="auto">
            <a:xfrm>
              <a:off x="5891153" y="4269014"/>
              <a:ext cx="2889600" cy="1548000"/>
            </a:xfrm>
            <a:prstGeom prst="rect">
              <a:avLst/>
            </a:prstGeom>
            <a:noFill/>
            <a:ln w="9525">
              <a:noFill/>
              <a:miter lim="800000"/>
              <a:headEnd/>
              <a:tailEnd/>
            </a:ln>
          </p:spPr>
        </p:pic>
        <p:sp>
          <p:nvSpPr>
            <p:cNvPr id="10254" name="Line 5"/>
            <p:cNvSpPr>
              <a:spLocks noChangeShapeType="1"/>
            </p:cNvSpPr>
            <p:nvPr/>
          </p:nvSpPr>
          <p:spPr bwMode="auto">
            <a:xfrm>
              <a:off x="6279058" y="4232730"/>
              <a:ext cx="0" cy="1584000"/>
            </a:xfrm>
            <a:prstGeom prst="line">
              <a:avLst/>
            </a:prstGeom>
            <a:noFill/>
            <a:ln w="9525">
              <a:solidFill>
                <a:schemeClr val="tx1"/>
              </a:solidFill>
              <a:prstDash val="dash"/>
              <a:round/>
              <a:headEnd/>
              <a:tailEnd/>
            </a:ln>
          </p:spPr>
          <p:txBody>
            <a:bodyPr wrap="none" anchor="ctr"/>
            <a:lstStyle/>
            <a:p>
              <a:endParaRPr lang="nl-BE"/>
            </a:p>
          </p:txBody>
        </p:sp>
        <p:sp>
          <p:nvSpPr>
            <p:cNvPr id="10255" name="Line 9"/>
            <p:cNvSpPr>
              <a:spLocks noChangeShapeType="1"/>
            </p:cNvSpPr>
            <p:nvPr/>
          </p:nvSpPr>
          <p:spPr bwMode="auto">
            <a:xfrm>
              <a:off x="4752720" y="4232730"/>
              <a:ext cx="0" cy="1620000"/>
            </a:xfrm>
            <a:prstGeom prst="line">
              <a:avLst/>
            </a:prstGeom>
            <a:noFill/>
            <a:ln w="12700">
              <a:solidFill>
                <a:schemeClr val="tx2"/>
              </a:solidFill>
              <a:prstDash val="lgDashDot"/>
              <a:round/>
              <a:headEnd/>
              <a:tailEnd/>
            </a:ln>
          </p:spPr>
          <p:txBody>
            <a:bodyPr wrap="none" anchor="ctr"/>
            <a:lstStyle/>
            <a:p>
              <a:endParaRPr lang="nl-BE"/>
            </a:p>
          </p:txBody>
        </p:sp>
        <p:sp>
          <p:nvSpPr>
            <p:cNvPr id="10256" name="Text Box 32"/>
            <p:cNvSpPr txBox="1">
              <a:spLocks noChangeArrowheads="1"/>
            </p:cNvSpPr>
            <p:nvPr/>
          </p:nvSpPr>
          <p:spPr bwMode="auto">
            <a:xfrm>
              <a:off x="4572720" y="5867400"/>
              <a:ext cx="360000" cy="215444"/>
            </a:xfrm>
            <a:prstGeom prst="rect">
              <a:avLst/>
            </a:prstGeom>
            <a:noFill/>
            <a:ln w="9525">
              <a:noFill/>
              <a:miter lim="800000"/>
              <a:headEnd/>
              <a:tailEnd/>
            </a:ln>
          </p:spPr>
          <p:txBody>
            <a:bodyPr lIns="0" tIns="0" rIns="0" bIns="0">
              <a:spAutoFit/>
            </a:bodyPr>
            <a:lstStyle/>
            <a:p>
              <a:pPr algn="ctr" eaLnBrk="0" hangingPunct="0">
                <a:spcBef>
                  <a:spcPct val="50000"/>
                </a:spcBef>
              </a:pPr>
              <a:r>
                <a:rPr lang="en-GB" sz="1400" b="1"/>
                <a:t>L</a:t>
              </a:r>
              <a:r>
                <a:rPr lang="en-GB" sz="1400" b="1" baseline="-25000"/>
                <a:t>L</a:t>
              </a:r>
              <a:endParaRPr lang="en-GB" sz="1400" b="1"/>
            </a:p>
          </p:txBody>
        </p:sp>
        <p:sp>
          <p:nvSpPr>
            <p:cNvPr id="10257" name="Line 5"/>
            <p:cNvSpPr>
              <a:spLocks noChangeShapeType="1"/>
            </p:cNvSpPr>
            <p:nvPr/>
          </p:nvSpPr>
          <p:spPr bwMode="auto">
            <a:xfrm rot="5400000">
              <a:off x="6660000" y="3596622"/>
              <a:ext cx="0" cy="4212000"/>
            </a:xfrm>
            <a:prstGeom prst="line">
              <a:avLst/>
            </a:prstGeom>
            <a:noFill/>
            <a:ln w="38100">
              <a:solidFill>
                <a:schemeClr val="tx1"/>
              </a:solidFill>
              <a:round/>
              <a:headEnd/>
              <a:tailEnd/>
            </a:ln>
          </p:spPr>
          <p:txBody>
            <a:bodyPr wrap="none" anchor="ctr"/>
            <a:lstStyle/>
            <a:p>
              <a:endParaRPr lang="nl-BE"/>
            </a:p>
          </p:txBody>
        </p:sp>
        <p:sp>
          <p:nvSpPr>
            <p:cNvPr id="10258" name="Line 9"/>
            <p:cNvSpPr>
              <a:spLocks noChangeShapeType="1"/>
            </p:cNvSpPr>
            <p:nvPr/>
          </p:nvSpPr>
          <p:spPr bwMode="auto">
            <a:xfrm>
              <a:off x="7909577" y="4232730"/>
              <a:ext cx="0" cy="1620000"/>
            </a:xfrm>
            <a:prstGeom prst="line">
              <a:avLst/>
            </a:prstGeom>
            <a:noFill/>
            <a:ln w="12700">
              <a:solidFill>
                <a:schemeClr val="tx2"/>
              </a:solidFill>
              <a:prstDash val="lgDashDot"/>
              <a:round/>
              <a:headEnd/>
              <a:tailEnd/>
            </a:ln>
          </p:spPr>
          <p:txBody>
            <a:bodyPr wrap="none" anchor="ctr"/>
            <a:lstStyle/>
            <a:p>
              <a:endParaRPr lang="nl-BE"/>
            </a:p>
          </p:txBody>
        </p:sp>
        <p:sp>
          <p:nvSpPr>
            <p:cNvPr id="10259" name="Text Box 32"/>
            <p:cNvSpPr txBox="1">
              <a:spLocks noChangeArrowheads="1"/>
            </p:cNvSpPr>
            <p:nvPr/>
          </p:nvSpPr>
          <p:spPr bwMode="auto">
            <a:xfrm>
              <a:off x="7729577" y="5867400"/>
              <a:ext cx="360000" cy="215444"/>
            </a:xfrm>
            <a:prstGeom prst="rect">
              <a:avLst/>
            </a:prstGeom>
            <a:noFill/>
            <a:ln w="9525">
              <a:noFill/>
              <a:miter lim="800000"/>
              <a:headEnd/>
              <a:tailEnd/>
            </a:ln>
          </p:spPr>
          <p:txBody>
            <a:bodyPr lIns="0" tIns="0" rIns="0" bIns="0">
              <a:spAutoFit/>
            </a:bodyPr>
            <a:lstStyle/>
            <a:p>
              <a:pPr algn="ctr" eaLnBrk="0" hangingPunct="0">
                <a:spcBef>
                  <a:spcPct val="50000"/>
                </a:spcBef>
              </a:pPr>
              <a:r>
                <a:rPr lang="en-GB" sz="1400" b="1"/>
                <a:t>U</a:t>
              </a:r>
              <a:r>
                <a:rPr lang="en-GB" sz="1400" b="1" baseline="-25000"/>
                <a:t>L</a:t>
              </a:r>
              <a:endParaRPr lang="en-GB" sz="1400" b="1"/>
            </a:p>
          </p:txBody>
        </p:sp>
        <p:sp>
          <p:nvSpPr>
            <p:cNvPr id="10260" name="Rectangle 75"/>
            <p:cNvSpPr>
              <a:spLocks noChangeArrowheads="1"/>
            </p:cNvSpPr>
            <p:nvPr/>
          </p:nvSpPr>
          <p:spPr bwMode="gray">
            <a:xfrm>
              <a:off x="4381314" y="3918857"/>
              <a:ext cx="4515943" cy="2307772"/>
            </a:xfrm>
            <a:prstGeom prst="rect">
              <a:avLst/>
            </a:prstGeom>
            <a:noFill/>
            <a:ln w="9525">
              <a:solidFill>
                <a:schemeClr val="tx1"/>
              </a:solidFill>
              <a:miter lim="800000"/>
              <a:headEnd/>
              <a:tailEnd/>
            </a:ln>
          </p:spPr>
          <p:txBody>
            <a:bodyPr lIns="36000" tIns="36000" rIns="36000" bIns="36000" anchor="ctr"/>
            <a:lstStyle/>
            <a:p>
              <a:pPr marL="142875" indent="-141288" algn="ctr" defTabSz="893763" eaLnBrk="0" hangingPunct="0">
                <a:buClr>
                  <a:schemeClr val="tx2"/>
                </a:buClr>
                <a:buFontTx/>
                <a:buChar char="•"/>
              </a:pPr>
              <a:endParaRPr lang="en-US" sz="1800"/>
            </a:p>
          </p:txBody>
        </p:sp>
        <p:sp>
          <p:nvSpPr>
            <p:cNvPr id="10261" name="Text Box 32"/>
            <p:cNvSpPr txBox="1">
              <a:spLocks noChangeArrowheads="1"/>
            </p:cNvSpPr>
            <p:nvPr/>
          </p:nvSpPr>
          <p:spPr bwMode="auto">
            <a:xfrm>
              <a:off x="8317378" y="3929744"/>
              <a:ext cx="576000" cy="215444"/>
            </a:xfrm>
            <a:prstGeom prst="rect">
              <a:avLst/>
            </a:prstGeom>
            <a:noFill/>
            <a:ln w="9525">
              <a:noFill/>
              <a:miter lim="800000"/>
              <a:headEnd/>
              <a:tailEnd/>
            </a:ln>
          </p:spPr>
          <p:txBody>
            <a:bodyPr lIns="0" tIns="0" rIns="0" bIns="0">
              <a:spAutoFit/>
            </a:bodyPr>
            <a:lstStyle/>
            <a:p>
              <a:pPr algn="ctr" eaLnBrk="0" hangingPunct="0">
                <a:spcBef>
                  <a:spcPct val="50000"/>
                </a:spcBef>
              </a:pPr>
              <a:r>
                <a:rPr lang="en-GB" sz="1400" b="1"/>
                <a:t>C</a:t>
              </a:r>
              <a:r>
                <a:rPr lang="en-GB" sz="1400" b="1" baseline="-25000"/>
                <a:t>P</a:t>
              </a:r>
              <a:r>
                <a:rPr lang="en-GB" sz="1400" b="1"/>
                <a:t> = 2</a:t>
              </a:r>
            </a:p>
          </p:txBody>
        </p:sp>
        <p:sp>
          <p:nvSpPr>
            <p:cNvPr id="10262" name="Line 5"/>
            <p:cNvSpPr>
              <a:spLocks noChangeShapeType="1"/>
            </p:cNvSpPr>
            <p:nvPr/>
          </p:nvSpPr>
          <p:spPr bwMode="auto">
            <a:xfrm>
              <a:off x="7287784" y="4232730"/>
              <a:ext cx="0" cy="1584000"/>
            </a:xfrm>
            <a:prstGeom prst="line">
              <a:avLst/>
            </a:prstGeom>
            <a:noFill/>
            <a:ln w="9525">
              <a:solidFill>
                <a:schemeClr val="tx1"/>
              </a:solidFill>
              <a:prstDash val="dash"/>
              <a:round/>
              <a:headEnd/>
              <a:tailEnd/>
            </a:ln>
          </p:spPr>
          <p:txBody>
            <a:bodyPr wrap="none" anchor="ctr"/>
            <a:lstStyle/>
            <a:p>
              <a:endParaRPr lang="nl-BE"/>
            </a:p>
          </p:txBody>
        </p:sp>
      </p:grpSp>
      <p:pic>
        <p:nvPicPr>
          <p:cNvPr id="79" name="Picture 5"/>
          <p:cNvPicPr>
            <a:picLocks noChangeAspect="1" noChangeArrowheads="1"/>
          </p:cNvPicPr>
          <p:nvPr/>
        </p:nvPicPr>
        <p:blipFill>
          <a:blip r:embed="rId11" cstate="email"/>
          <a:srcRect/>
          <a:stretch>
            <a:fillRect/>
          </a:stretch>
        </p:blipFill>
        <p:spPr bwMode="auto">
          <a:xfrm>
            <a:off x="4381500" y="3919538"/>
            <a:ext cx="431800" cy="431800"/>
          </a:xfrm>
          <a:prstGeom prst="rect">
            <a:avLst/>
          </a:prstGeom>
          <a:noFill/>
          <a:ln w="9525">
            <a:noFill/>
            <a:miter lim="800000"/>
            <a:headEnd/>
            <a:tailEnd/>
          </a:ln>
        </p:spPr>
      </p:pic>
      <p:pic>
        <p:nvPicPr>
          <p:cNvPr id="80" name="Picture 6"/>
          <p:cNvPicPr>
            <a:picLocks noChangeAspect="1" noChangeArrowheads="1"/>
          </p:cNvPicPr>
          <p:nvPr/>
        </p:nvPicPr>
        <p:blipFill>
          <a:blip r:embed="rId12" cstate="email"/>
          <a:srcRect/>
          <a:stretch>
            <a:fillRect/>
          </a:stretch>
        </p:blipFill>
        <p:spPr bwMode="auto">
          <a:xfrm>
            <a:off x="252413" y="3911600"/>
            <a:ext cx="431800" cy="431800"/>
          </a:xfrm>
          <a:prstGeom prst="rect">
            <a:avLst/>
          </a:prstGeom>
          <a:noFill/>
          <a:ln w="9525">
            <a:noFill/>
            <a:miter lim="800000"/>
            <a:headEnd/>
            <a:tailEnd/>
          </a:ln>
        </p:spPr>
      </p:pic>
      <p:sp>
        <p:nvSpPr>
          <p:cNvPr id="10252" name="McK Footnote"/>
          <p:cNvSpPr txBox="1">
            <a:spLocks noChangeArrowheads="1"/>
          </p:cNvSpPr>
          <p:nvPr>
            <p:custDataLst>
              <p:tags r:id="rId2"/>
            </p:custDataLst>
          </p:nvPr>
        </p:nvSpPr>
        <p:spPr bwMode="gray">
          <a:xfrm>
            <a:off x="19050" y="6480175"/>
            <a:ext cx="5400675" cy="153988"/>
          </a:xfrm>
          <a:prstGeom prst="rect">
            <a:avLst/>
          </a:prstGeom>
          <a:noFill/>
          <a:ln w="9525">
            <a:noFill/>
            <a:miter lim="800000"/>
            <a:headEnd/>
            <a:tailEnd/>
          </a:ln>
        </p:spPr>
        <p:txBody>
          <a:bodyPr lIns="0" tIns="0" rIns="0" bIns="0" anchor="b">
            <a:spAutoFit/>
          </a:bodyPr>
          <a:lstStyle/>
          <a:p>
            <a:pPr defTabSz="439738" eaLnBrk="0" hangingPunct="0"/>
            <a:r>
              <a:rPr lang="en-GB" sz="1000" baseline="30000"/>
              <a:t>1</a:t>
            </a:r>
            <a:r>
              <a:rPr lang="en-GB" sz="1000"/>
              <a:t> U</a:t>
            </a:r>
            <a:r>
              <a:rPr lang="en-GB" sz="1000" baseline="-25000"/>
              <a:t>L</a:t>
            </a:r>
            <a:r>
              <a:rPr lang="en-GB" sz="1000"/>
              <a:t> – Upper Limit; L</a:t>
            </a:r>
            <a:r>
              <a:rPr lang="en-GB" sz="1000" baseline="-25000"/>
              <a:t>L</a:t>
            </a:r>
            <a:r>
              <a:rPr lang="en-GB" sz="1000"/>
              <a:t> – Lower Limit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9" presetClass="entr" presetSubtype="0" fill="hold" nodeType="withEffect">
                                  <p:stCondLst>
                                    <p:cond delay="1000"/>
                                  </p:stCondLst>
                                  <p:childTnLst>
                                    <p:set>
                                      <p:cBhvr>
                                        <p:cTn id="12" dur="1" fill="hold">
                                          <p:stCondLst>
                                            <p:cond delay="0"/>
                                          </p:stCondLst>
                                        </p:cTn>
                                        <p:tgtEl>
                                          <p:spTgt spid="80"/>
                                        </p:tgtEl>
                                        <p:attrNameLst>
                                          <p:attrName>style.visibility</p:attrName>
                                        </p:attrNameLst>
                                      </p:cBhvr>
                                      <p:to>
                                        <p:strVal val="visible"/>
                                      </p:to>
                                    </p:set>
                                    <p:animEffect transition="in" filter="dissolve">
                                      <p:cBhvr>
                                        <p:cTn id="13" dur="1000"/>
                                        <p:tgtEl>
                                          <p:spTgt spid="80"/>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childTnLst>
                                </p:cTn>
                              </p:par>
                              <p:par>
                                <p:cTn id="18" presetID="9" presetClass="entr" presetSubtype="0" fill="hold" nodeType="withEffect">
                                  <p:stCondLst>
                                    <p:cond delay="1000"/>
                                  </p:stCondLst>
                                  <p:childTnLst>
                                    <p:set>
                                      <p:cBhvr>
                                        <p:cTn id="19" dur="1" fill="hold">
                                          <p:stCondLst>
                                            <p:cond delay="0"/>
                                          </p:stCondLst>
                                        </p:cTn>
                                        <p:tgtEl>
                                          <p:spTgt spid="79"/>
                                        </p:tgtEl>
                                        <p:attrNameLst>
                                          <p:attrName>style.visibility</p:attrName>
                                        </p:attrNameLst>
                                      </p:cBhvr>
                                      <p:to>
                                        <p:strVal val="visible"/>
                                      </p:to>
                                    </p:set>
                                    <p:animEffect transition="in" filter="dissolve">
                                      <p:cBhvr>
                                        <p:cTn id="20" dur="100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6"/>
          <p:cNvSpPr>
            <a:spLocks noGrp="1" noChangeArrowheads="1"/>
          </p:cNvSpPr>
          <p:nvPr>
            <p:ph type="title"/>
            <p:custDataLst>
              <p:tags r:id="rId1"/>
            </p:custDataLst>
          </p:nvPr>
        </p:nvSpPr>
        <p:spPr bwMode="gray">
          <a:xfrm>
            <a:off x="119063" y="230188"/>
            <a:ext cx="6838950" cy="882516"/>
          </a:xfrm>
        </p:spPr>
        <p:txBody>
          <a:bodyPr/>
          <a:lstStyle/>
          <a:p>
            <a:pPr eaLnBrk="1" hangingPunct="1"/>
            <a:r>
              <a:rPr lang="en-US" sz="2400" dirty="0"/>
              <a:t>The Process Capability (C</a:t>
            </a:r>
            <a:r>
              <a:rPr lang="en-US" sz="2400" baseline="-25000" dirty="0"/>
              <a:t>PK</a:t>
            </a:r>
            <a:r>
              <a:rPr lang="en-US" sz="2400" dirty="0"/>
              <a:t>) compares the process dispersion with the target given by the specification</a:t>
            </a:r>
          </a:p>
        </p:txBody>
      </p:sp>
      <p:sp>
        <p:nvSpPr>
          <p:cNvPr id="11268" name="Foliennummernplatzhalter 2"/>
          <p:cNvSpPr>
            <a:spLocks noGrp="1"/>
          </p:cNvSpPr>
          <p:nvPr>
            <p:ph type="sldNum" sz="quarter" idx="10"/>
          </p:nvPr>
        </p:nvSpPr>
        <p:spPr>
          <a:noFill/>
        </p:spPr>
        <p:txBody>
          <a:bodyPr/>
          <a:lstStyle/>
          <a:p>
            <a:pPr defTabSz="909638"/>
            <a:fld id="{A495161F-837C-4C8B-BFB8-AEFF4DD05338}" type="slidenum">
              <a:rPr lang="en-US" smtClean="0">
                <a:latin typeface="Arial" pitchFamily="34" charset="0"/>
              </a:rPr>
              <a:pPr defTabSz="909638"/>
              <a:t>34</a:t>
            </a:fld>
            <a:endParaRPr lang="en-US">
              <a:latin typeface="Arial" pitchFamily="34" charset="0"/>
            </a:endParaRPr>
          </a:p>
        </p:txBody>
      </p:sp>
      <p:graphicFrame>
        <p:nvGraphicFramePr>
          <p:cNvPr id="11266" name="Object 46"/>
          <p:cNvGraphicFramePr>
            <a:graphicFrameLocks noGrp="1" noChangeAspect="1"/>
          </p:cNvGraphicFramePr>
          <p:nvPr>
            <p:ph sz="half" idx="4294967295"/>
          </p:nvPr>
        </p:nvGraphicFramePr>
        <p:xfrm>
          <a:off x="252413" y="1362075"/>
          <a:ext cx="3889375" cy="1065213"/>
        </p:xfrm>
        <a:graphic>
          <a:graphicData uri="http://schemas.openxmlformats.org/presentationml/2006/ole">
            <mc:AlternateContent xmlns:mc="http://schemas.openxmlformats.org/markup-compatibility/2006">
              <mc:Choice xmlns:v="urn:schemas-microsoft-com:vml" Requires="v">
                <p:oleObj name="Equation" r:id="rId4" imgW="2412720" imgH="660240" progId="Equation.3">
                  <p:embed/>
                </p:oleObj>
              </mc:Choice>
              <mc:Fallback>
                <p:oleObj name="Equation" r:id="rId4" imgW="2412720" imgH="660240" progId="Equation.3">
                  <p:embed/>
                  <p:pic>
                    <p:nvPicPr>
                      <p:cNvPr id="11266" name="Object 4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2413" y="1362075"/>
                        <a:ext cx="3889375" cy="1065213"/>
                      </a:xfrm>
                      <a:prstGeom prst="rect">
                        <a:avLst/>
                      </a:prstGeom>
                      <a:noFill/>
                      <a:extLst>
                        <a:ext uri="{909E8E84-426E-40DD-AFC4-6F175D3DCCD1}">
                          <a14:hiddenFill xmlns:a14="http://schemas.microsoft.com/office/drawing/2010/main">
                            <a:solidFill>
                              <a:srgbClr val="FFFF99"/>
                            </a:solidFill>
                          </a14:hiddenFill>
                        </a:ext>
                      </a:extLst>
                    </p:spPr>
                  </p:pic>
                </p:oleObj>
              </mc:Fallback>
            </mc:AlternateContent>
          </a:graphicData>
        </a:graphic>
      </p:graphicFrame>
      <p:pic>
        <p:nvPicPr>
          <p:cNvPr id="11269" name="Picture 45"/>
          <p:cNvPicPr>
            <a:picLocks noChangeAspect="1" noChangeArrowheads="1"/>
          </p:cNvPicPr>
          <p:nvPr/>
        </p:nvPicPr>
        <p:blipFill>
          <a:blip r:embed="rId6" cstate="email"/>
          <a:srcRect/>
          <a:stretch>
            <a:fillRect/>
          </a:stretch>
        </p:blipFill>
        <p:spPr bwMode="auto">
          <a:xfrm>
            <a:off x="4760913" y="868363"/>
            <a:ext cx="4071937" cy="2052637"/>
          </a:xfrm>
          <a:prstGeom prst="rect">
            <a:avLst/>
          </a:prstGeom>
          <a:noFill/>
          <a:ln w="6350" algn="ctr">
            <a:noFill/>
            <a:miter lim="800000"/>
            <a:headEnd/>
            <a:tailEnd/>
          </a:ln>
        </p:spPr>
      </p:pic>
      <p:sp>
        <p:nvSpPr>
          <p:cNvPr id="11270" name="Isosceles Triangle 10"/>
          <p:cNvSpPr>
            <a:spLocks noChangeArrowheads="1"/>
          </p:cNvSpPr>
          <p:nvPr/>
        </p:nvSpPr>
        <p:spPr bwMode="gray">
          <a:xfrm rot="5400000">
            <a:off x="3782219" y="1662906"/>
            <a:ext cx="1625600" cy="465138"/>
          </a:xfrm>
          <a:prstGeom prst="triangle">
            <a:avLst>
              <a:gd name="adj" fmla="val 50000"/>
            </a:avLst>
          </a:prstGeom>
          <a:solidFill>
            <a:schemeClr val="bg2"/>
          </a:solidFill>
          <a:ln w="9525">
            <a:noFill/>
            <a:miter lim="800000"/>
            <a:headEnd/>
            <a:tailEnd/>
          </a:ln>
        </p:spPr>
        <p:txBody>
          <a:bodyPr lIns="35980" tIns="35980" rIns="35980" bIns="35980" anchor="ctr"/>
          <a:lstStyle/>
          <a:p>
            <a:pPr marL="142875" indent="-141288" algn="ctr" defTabSz="893763" eaLnBrk="0" hangingPunct="0">
              <a:buClr>
                <a:schemeClr val="tx2"/>
              </a:buClr>
              <a:buFontTx/>
              <a:buChar char="•"/>
            </a:pPr>
            <a:endParaRPr lang="en-US" sz="1800"/>
          </a:p>
        </p:txBody>
      </p:sp>
      <p:grpSp>
        <p:nvGrpSpPr>
          <p:cNvPr id="2" name="Group 34"/>
          <p:cNvGrpSpPr>
            <a:grpSpLocks/>
          </p:cNvGrpSpPr>
          <p:nvPr/>
        </p:nvGrpSpPr>
        <p:grpSpPr bwMode="auto">
          <a:xfrm>
            <a:off x="447675" y="3425825"/>
            <a:ext cx="4516438" cy="2873375"/>
            <a:chOff x="622115" y="3788227"/>
            <a:chExt cx="4515943" cy="2873829"/>
          </a:xfrm>
        </p:grpSpPr>
        <p:pic>
          <p:nvPicPr>
            <p:cNvPr id="11273" name="Picture 4" descr="Loi normale"/>
            <p:cNvPicPr>
              <a:picLocks noChangeAspect="1" noChangeArrowheads="1"/>
            </p:cNvPicPr>
            <p:nvPr/>
          </p:nvPicPr>
          <p:blipFill>
            <a:blip r:embed="rId7" cstate="email"/>
            <a:srcRect/>
            <a:stretch>
              <a:fillRect/>
            </a:stretch>
          </p:blipFill>
          <p:spPr bwMode="auto">
            <a:xfrm>
              <a:off x="1754589" y="4283528"/>
              <a:ext cx="2889600" cy="1548000"/>
            </a:xfrm>
            <a:prstGeom prst="rect">
              <a:avLst/>
            </a:prstGeom>
            <a:noFill/>
            <a:ln w="9525">
              <a:noFill/>
              <a:miter lim="800000"/>
              <a:headEnd/>
              <a:tailEnd/>
            </a:ln>
          </p:spPr>
        </p:pic>
        <p:sp>
          <p:nvSpPr>
            <p:cNvPr id="11274" name="Line 5"/>
            <p:cNvSpPr>
              <a:spLocks noChangeShapeType="1"/>
            </p:cNvSpPr>
            <p:nvPr/>
          </p:nvSpPr>
          <p:spPr bwMode="auto">
            <a:xfrm>
              <a:off x="2505344" y="4044048"/>
              <a:ext cx="0" cy="1800000"/>
            </a:xfrm>
            <a:prstGeom prst="line">
              <a:avLst/>
            </a:prstGeom>
            <a:noFill/>
            <a:ln w="9525">
              <a:solidFill>
                <a:schemeClr val="tx1"/>
              </a:solidFill>
              <a:prstDash val="dash"/>
              <a:round/>
              <a:headEnd/>
              <a:tailEnd/>
            </a:ln>
          </p:spPr>
          <p:txBody>
            <a:bodyPr wrap="none" anchor="ctr"/>
            <a:lstStyle/>
            <a:p>
              <a:endParaRPr lang="nl-BE"/>
            </a:p>
          </p:txBody>
        </p:sp>
        <p:sp>
          <p:nvSpPr>
            <p:cNvPr id="11275" name="Line 9"/>
            <p:cNvSpPr>
              <a:spLocks noChangeShapeType="1"/>
            </p:cNvSpPr>
            <p:nvPr/>
          </p:nvSpPr>
          <p:spPr bwMode="auto">
            <a:xfrm>
              <a:off x="1269286" y="4247244"/>
              <a:ext cx="0" cy="1800000"/>
            </a:xfrm>
            <a:prstGeom prst="line">
              <a:avLst/>
            </a:prstGeom>
            <a:noFill/>
            <a:ln w="12700">
              <a:solidFill>
                <a:schemeClr val="tx2"/>
              </a:solidFill>
              <a:prstDash val="lgDashDot"/>
              <a:round/>
              <a:headEnd/>
              <a:tailEnd/>
            </a:ln>
          </p:spPr>
          <p:txBody>
            <a:bodyPr wrap="none" anchor="ctr"/>
            <a:lstStyle/>
            <a:p>
              <a:endParaRPr lang="nl-BE"/>
            </a:p>
          </p:txBody>
        </p:sp>
        <p:sp>
          <p:nvSpPr>
            <p:cNvPr id="11276" name="Text Box 32"/>
            <p:cNvSpPr txBox="1">
              <a:spLocks noChangeArrowheads="1"/>
            </p:cNvSpPr>
            <p:nvPr/>
          </p:nvSpPr>
          <p:spPr bwMode="auto">
            <a:xfrm>
              <a:off x="1089286" y="4038972"/>
              <a:ext cx="360000" cy="215444"/>
            </a:xfrm>
            <a:prstGeom prst="rect">
              <a:avLst/>
            </a:prstGeom>
            <a:noFill/>
            <a:ln w="9525">
              <a:noFill/>
              <a:miter lim="800000"/>
              <a:headEnd/>
              <a:tailEnd/>
            </a:ln>
          </p:spPr>
          <p:txBody>
            <a:bodyPr lIns="0" tIns="0" rIns="0" bIns="0">
              <a:spAutoFit/>
            </a:bodyPr>
            <a:lstStyle/>
            <a:p>
              <a:pPr algn="ctr" eaLnBrk="0" hangingPunct="0">
                <a:spcBef>
                  <a:spcPct val="50000"/>
                </a:spcBef>
              </a:pPr>
              <a:r>
                <a:rPr lang="en-GB" sz="1400" b="1"/>
                <a:t>L</a:t>
              </a:r>
              <a:r>
                <a:rPr lang="en-GB" sz="1400" b="1" baseline="-25000"/>
                <a:t>L</a:t>
              </a:r>
              <a:endParaRPr lang="en-GB" sz="1400" b="1"/>
            </a:p>
          </p:txBody>
        </p:sp>
        <p:sp>
          <p:nvSpPr>
            <p:cNvPr id="11277" name="Line 5"/>
            <p:cNvSpPr>
              <a:spLocks noChangeShapeType="1"/>
            </p:cNvSpPr>
            <p:nvPr/>
          </p:nvSpPr>
          <p:spPr bwMode="auto">
            <a:xfrm rot="5400000">
              <a:off x="2886286" y="3611136"/>
              <a:ext cx="0" cy="4212000"/>
            </a:xfrm>
            <a:prstGeom prst="line">
              <a:avLst/>
            </a:prstGeom>
            <a:noFill/>
            <a:ln w="38100">
              <a:solidFill>
                <a:schemeClr val="tx1"/>
              </a:solidFill>
              <a:round/>
              <a:headEnd/>
              <a:tailEnd/>
            </a:ln>
          </p:spPr>
          <p:txBody>
            <a:bodyPr wrap="none" anchor="ctr"/>
            <a:lstStyle/>
            <a:p>
              <a:endParaRPr lang="nl-BE"/>
            </a:p>
          </p:txBody>
        </p:sp>
        <p:sp>
          <p:nvSpPr>
            <p:cNvPr id="11278" name="Line 9"/>
            <p:cNvSpPr>
              <a:spLocks noChangeShapeType="1"/>
            </p:cNvSpPr>
            <p:nvPr/>
          </p:nvSpPr>
          <p:spPr bwMode="auto">
            <a:xfrm>
              <a:off x="3874611" y="4247244"/>
              <a:ext cx="0" cy="1800000"/>
            </a:xfrm>
            <a:prstGeom prst="line">
              <a:avLst/>
            </a:prstGeom>
            <a:noFill/>
            <a:ln w="12700">
              <a:solidFill>
                <a:schemeClr val="tx2"/>
              </a:solidFill>
              <a:prstDash val="lgDashDot"/>
              <a:round/>
              <a:headEnd/>
              <a:tailEnd/>
            </a:ln>
          </p:spPr>
          <p:txBody>
            <a:bodyPr wrap="none" anchor="ctr"/>
            <a:lstStyle/>
            <a:p>
              <a:endParaRPr lang="nl-BE"/>
            </a:p>
          </p:txBody>
        </p:sp>
        <p:sp>
          <p:nvSpPr>
            <p:cNvPr id="11279" name="Text Box 32"/>
            <p:cNvSpPr txBox="1">
              <a:spLocks noChangeArrowheads="1"/>
            </p:cNvSpPr>
            <p:nvPr/>
          </p:nvSpPr>
          <p:spPr bwMode="auto">
            <a:xfrm>
              <a:off x="3694611" y="4038972"/>
              <a:ext cx="360000" cy="215444"/>
            </a:xfrm>
            <a:prstGeom prst="rect">
              <a:avLst/>
            </a:prstGeom>
            <a:noFill/>
            <a:ln w="9525">
              <a:noFill/>
              <a:miter lim="800000"/>
              <a:headEnd/>
              <a:tailEnd/>
            </a:ln>
          </p:spPr>
          <p:txBody>
            <a:bodyPr lIns="0" tIns="0" rIns="0" bIns="0">
              <a:spAutoFit/>
            </a:bodyPr>
            <a:lstStyle/>
            <a:p>
              <a:pPr algn="ctr" eaLnBrk="0" hangingPunct="0">
                <a:spcBef>
                  <a:spcPct val="50000"/>
                </a:spcBef>
              </a:pPr>
              <a:r>
                <a:rPr lang="en-GB" sz="1400" b="1"/>
                <a:t>U</a:t>
              </a:r>
              <a:r>
                <a:rPr lang="en-GB" sz="1400" b="1" baseline="-25000"/>
                <a:t>L</a:t>
              </a:r>
              <a:endParaRPr lang="en-GB" sz="1400" b="1"/>
            </a:p>
          </p:txBody>
        </p:sp>
        <p:sp>
          <p:nvSpPr>
            <p:cNvPr id="11280" name="Rectangle 19"/>
            <p:cNvSpPr>
              <a:spLocks noChangeArrowheads="1"/>
            </p:cNvSpPr>
            <p:nvPr/>
          </p:nvSpPr>
          <p:spPr bwMode="gray">
            <a:xfrm>
              <a:off x="622115" y="3788227"/>
              <a:ext cx="4515943" cy="2873829"/>
            </a:xfrm>
            <a:prstGeom prst="rect">
              <a:avLst/>
            </a:prstGeom>
            <a:noFill/>
            <a:ln w="9525">
              <a:solidFill>
                <a:schemeClr val="tx1"/>
              </a:solidFill>
              <a:miter lim="800000"/>
              <a:headEnd/>
              <a:tailEnd/>
            </a:ln>
          </p:spPr>
          <p:txBody>
            <a:bodyPr lIns="36000" tIns="36000" rIns="36000" bIns="36000" anchor="ctr"/>
            <a:lstStyle/>
            <a:p>
              <a:pPr marL="142875" indent="-141288" algn="ctr" defTabSz="893763" eaLnBrk="0" hangingPunct="0">
                <a:buClr>
                  <a:schemeClr val="tx2"/>
                </a:buClr>
                <a:buFontTx/>
                <a:buChar char="•"/>
              </a:pPr>
              <a:endParaRPr lang="en-US" sz="1800"/>
            </a:p>
          </p:txBody>
        </p:sp>
        <p:sp>
          <p:nvSpPr>
            <p:cNvPr id="11281" name="Line 5"/>
            <p:cNvSpPr>
              <a:spLocks noChangeShapeType="1"/>
            </p:cNvSpPr>
            <p:nvPr/>
          </p:nvSpPr>
          <p:spPr bwMode="auto">
            <a:xfrm>
              <a:off x="3151220" y="4044048"/>
              <a:ext cx="0" cy="2376000"/>
            </a:xfrm>
            <a:prstGeom prst="line">
              <a:avLst/>
            </a:prstGeom>
            <a:noFill/>
            <a:ln w="9525">
              <a:solidFill>
                <a:schemeClr val="tx1"/>
              </a:solidFill>
              <a:prstDash val="dash"/>
              <a:round/>
              <a:headEnd/>
              <a:tailEnd/>
            </a:ln>
          </p:spPr>
          <p:txBody>
            <a:bodyPr wrap="none" anchor="ctr"/>
            <a:lstStyle/>
            <a:p>
              <a:endParaRPr lang="nl-BE"/>
            </a:p>
          </p:txBody>
        </p:sp>
        <p:cxnSp>
          <p:nvCxnSpPr>
            <p:cNvPr id="11282" name="Straight Connector 24"/>
            <p:cNvCxnSpPr>
              <a:cxnSpLocks noChangeShapeType="1"/>
            </p:cNvCxnSpPr>
            <p:nvPr/>
          </p:nvCxnSpPr>
          <p:spPr bwMode="auto">
            <a:xfrm>
              <a:off x="2539999" y="4209139"/>
              <a:ext cx="576000" cy="0"/>
            </a:xfrm>
            <a:prstGeom prst="line">
              <a:avLst/>
            </a:prstGeom>
            <a:noFill/>
            <a:ln w="9525" algn="ctr">
              <a:solidFill>
                <a:schemeClr val="tx1"/>
              </a:solidFill>
              <a:round/>
              <a:headEnd/>
              <a:tailEnd/>
            </a:ln>
          </p:spPr>
        </p:cxnSp>
        <p:sp>
          <p:nvSpPr>
            <p:cNvPr id="11283" name="TextBox 25"/>
            <p:cNvSpPr txBox="1">
              <a:spLocks noChangeArrowheads="1"/>
            </p:cNvSpPr>
            <p:nvPr/>
          </p:nvSpPr>
          <p:spPr bwMode="auto">
            <a:xfrm>
              <a:off x="2568068" y="3889828"/>
              <a:ext cx="524181" cy="307777"/>
            </a:xfrm>
            <a:prstGeom prst="rect">
              <a:avLst/>
            </a:prstGeom>
            <a:noFill/>
            <a:ln w="9525">
              <a:noFill/>
              <a:miter lim="800000"/>
              <a:headEnd/>
              <a:tailEnd/>
            </a:ln>
          </p:spPr>
          <p:txBody>
            <a:bodyPr wrap="none" lIns="0" tIns="0" rIns="0" bIns="0">
              <a:spAutoFit/>
            </a:bodyPr>
            <a:lstStyle/>
            <a:p>
              <a:pPr algn="ctr" eaLnBrk="0" hangingPunct="0"/>
              <a:r>
                <a:rPr lang="en-US" sz="1000"/>
                <a:t>Forced</a:t>
              </a:r>
            </a:p>
            <a:p>
              <a:pPr algn="ctr" eaLnBrk="0" hangingPunct="0"/>
              <a:r>
                <a:rPr lang="en-US" sz="1000"/>
                <a:t>Evolution</a:t>
              </a:r>
            </a:p>
          </p:txBody>
        </p:sp>
        <p:sp>
          <p:nvSpPr>
            <p:cNvPr id="11284" name="Line 5"/>
            <p:cNvSpPr>
              <a:spLocks noChangeShapeType="1"/>
            </p:cNvSpPr>
            <p:nvPr/>
          </p:nvSpPr>
          <p:spPr bwMode="auto">
            <a:xfrm>
              <a:off x="4370430" y="5299540"/>
              <a:ext cx="0" cy="1080000"/>
            </a:xfrm>
            <a:prstGeom prst="line">
              <a:avLst/>
            </a:prstGeom>
            <a:noFill/>
            <a:ln w="9525">
              <a:solidFill>
                <a:schemeClr val="tx1"/>
              </a:solidFill>
              <a:prstDash val="dash"/>
              <a:round/>
              <a:headEnd/>
              <a:tailEnd/>
            </a:ln>
          </p:spPr>
          <p:txBody>
            <a:bodyPr wrap="none" anchor="ctr"/>
            <a:lstStyle/>
            <a:p>
              <a:endParaRPr lang="nl-BE"/>
            </a:p>
          </p:txBody>
        </p:sp>
        <p:cxnSp>
          <p:nvCxnSpPr>
            <p:cNvPr id="11285" name="Straight Connector 27"/>
            <p:cNvCxnSpPr>
              <a:cxnSpLocks noChangeShapeType="1"/>
            </p:cNvCxnSpPr>
            <p:nvPr/>
          </p:nvCxnSpPr>
          <p:spPr bwMode="auto">
            <a:xfrm>
              <a:off x="3185884" y="6045196"/>
              <a:ext cx="648000" cy="0"/>
            </a:xfrm>
            <a:prstGeom prst="line">
              <a:avLst/>
            </a:prstGeom>
            <a:noFill/>
            <a:ln w="9525" algn="ctr">
              <a:solidFill>
                <a:schemeClr val="tx1"/>
              </a:solidFill>
              <a:round/>
              <a:headEnd/>
              <a:tailEnd/>
            </a:ln>
          </p:spPr>
        </p:cxnSp>
        <p:sp>
          <p:nvSpPr>
            <p:cNvPr id="11286" name="TextBox 28"/>
            <p:cNvSpPr txBox="1">
              <a:spLocks noChangeArrowheads="1"/>
            </p:cNvSpPr>
            <p:nvPr/>
          </p:nvSpPr>
          <p:spPr bwMode="auto">
            <a:xfrm>
              <a:off x="3460927" y="5871025"/>
              <a:ext cx="146345" cy="157061"/>
            </a:xfrm>
            <a:prstGeom prst="rect">
              <a:avLst/>
            </a:prstGeom>
            <a:noFill/>
            <a:ln w="9525">
              <a:noFill/>
              <a:miter lim="800000"/>
              <a:headEnd/>
              <a:tailEnd/>
            </a:ln>
          </p:spPr>
          <p:txBody>
            <a:bodyPr wrap="none" lIns="0" tIns="0" rIns="0" bIns="0">
              <a:spAutoFit/>
            </a:bodyPr>
            <a:lstStyle/>
            <a:p>
              <a:pPr algn="ctr" eaLnBrk="0" hangingPunct="0"/>
              <a:r>
                <a:rPr lang="en-US" sz="1000"/>
                <a:t>D</a:t>
              </a:r>
              <a:r>
                <a:rPr lang="en-US" sz="1000" baseline="-25000"/>
                <a:t>1</a:t>
              </a:r>
            </a:p>
          </p:txBody>
        </p:sp>
        <p:cxnSp>
          <p:nvCxnSpPr>
            <p:cNvPr id="11287" name="Straight Connector 29"/>
            <p:cNvCxnSpPr>
              <a:cxnSpLocks noChangeShapeType="1"/>
            </p:cNvCxnSpPr>
            <p:nvPr/>
          </p:nvCxnSpPr>
          <p:spPr bwMode="auto">
            <a:xfrm>
              <a:off x="3185884" y="6342736"/>
              <a:ext cx="1152000" cy="0"/>
            </a:xfrm>
            <a:prstGeom prst="line">
              <a:avLst/>
            </a:prstGeom>
            <a:noFill/>
            <a:ln w="9525" algn="ctr">
              <a:solidFill>
                <a:schemeClr val="tx1"/>
              </a:solidFill>
              <a:round/>
              <a:headEnd/>
              <a:tailEnd/>
            </a:ln>
          </p:spPr>
        </p:cxnSp>
        <p:sp>
          <p:nvSpPr>
            <p:cNvPr id="11288" name="TextBox 30"/>
            <p:cNvSpPr txBox="1">
              <a:spLocks noChangeArrowheads="1"/>
            </p:cNvSpPr>
            <p:nvPr/>
          </p:nvSpPr>
          <p:spPr bwMode="auto">
            <a:xfrm>
              <a:off x="3743953" y="6168565"/>
              <a:ext cx="146345" cy="157061"/>
            </a:xfrm>
            <a:prstGeom prst="rect">
              <a:avLst/>
            </a:prstGeom>
            <a:noFill/>
            <a:ln w="9525">
              <a:noFill/>
              <a:miter lim="800000"/>
              <a:headEnd/>
              <a:tailEnd/>
            </a:ln>
          </p:spPr>
          <p:txBody>
            <a:bodyPr wrap="none" lIns="0" tIns="0" rIns="0" bIns="0">
              <a:spAutoFit/>
            </a:bodyPr>
            <a:lstStyle/>
            <a:p>
              <a:pPr algn="ctr" eaLnBrk="0" hangingPunct="0"/>
              <a:r>
                <a:rPr lang="en-US" sz="1000"/>
                <a:t>D</a:t>
              </a:r>
              <a:r>
                <a:rPr lang="en-US" sz="1000" baseline="-25000"/>
                <a:t>2</a:t>
              </a:r>
            </a:p>
          </p:txBody>
        </p:sp>
        <p:sp>
          <p:nvSpPr>
            <p:cNvPr id="11289" name="TextBox 31"/>
            <p:cNvSpPr txBox="1">
              <a:spLocks noChangeArrowheads="1"/>
            </p:cNvSpPr>
            <p:nvPr/>
          </p:nvSpPr>
          <p:spPr bwMode="auto">
            <a:xfrm>
              <a:off x="3933372" y="5297713"/>
              <a:ext cx="396000" cy="157061"/>
            </a:xfrm>
            <a:prstGeom prst="rect">
              <a:avLst/>
            </a:prstGeom>
            <a:noFill/>
            <a:ln w="9525">
              <a:noFill/>
              <a:miter lim="800000"/>
              <a:headEnd/>
              <a:tailEnd/>
            </a:ln>
          </p:spPr>
          <p:txBody>
            <a:bodyPr lIns="0" tIns="0" rIns="0" bIns="0">
              <a:spAutoFit/>
            </a:bodyPr>
            <a:lstStyle/>
            <a:p>
              <a:pPr eaLnBrk="0" hangingPunct="0"/>
              <a:r>
                <a:rPr lang="en-US" sz="1000"/>
                <a:t>Waste</a:t>
              </a:r>
            </a:p>
          </p:txBody>
        </p:sp>
        <p:sp>
          <p:nvSpPr>
            <p:cNvPr id="11290" name="TextBox 33"/>
            <p:cNvSpPr txBox="1">
              <a:spLocks noChangeArrowheads="1"/>
            </p:cNvSpPr>
            <p:nvPr/>
          </p:nvSpPr>
          <p:spPr bwMode="auto">
            <a:xfrm>
              <a:off x="2881086" y="6451598"/>
              <a:ext cx="504000" cy="157061"/>
            </a:xfrm>
            <a:prstGeom prst="rect">
              <a:avLst/>
            </a:prstGeom>
            <a:noFill/>
            <a:ln w="9525">
              <a:noFill/>
              <a:miter lim="800000"/>
              <a:headEnd/>
              <a:tailEnd/>
            </a:ln>
          </p:spPr>
          <p:txBody>
            <a:bodyPr lIns="0" tIns="0" rIns="0" bIns="0">
              <a:spAutoFit/>
            </a:bodyPr>
            <a:lstStyle/>
            <a:p>
              <a:pPr eaLnBrk="0" hangingPunct="0"/>
              <a:r>
                <a:rPr lang="en-US" sz="1000"/>
                <a:t>Average</a:t>
              </a:r>
            </a:p>
          </p:txBody>
        </p:sp>
      </p:grpSp>
      <p:sp>
        <p:nvSpPr>
          <p:cNvPr id="11272" name="TextBox 35"/>
          <p:cNvSpPr txBox="1">
            <a:spLocks noChangeArrowheads="1"/>
          </p:cNvSpPr>
          <p:nvPr/>
        </p:nvSpPr>
        <p:spPr bwMode="auto">
          <a:xfrm>
            <a:off x="465138" y="3135313"/>
            <a:ext cx="1335087" cy="276225"/>
          </a:xfrm>
          <a:prstGeom prst="rect">
            <a:avLst/>
          </a:prstGeom>
          <a:noFill/>
          <a:ln w="9525">
            <a:noFill/>
            <a:miter lim="800000"/>
            <a:headEnd/>
            <a:tailEnd/>
          </a:ln>
        </p:spPr>
        <p:txBody>
          <a:bodyPr wrap="none" lIns="0" tIns="0" rIns="0" bIns="0">
            <a:spAutoFit/>
          </a:bodyPr>
          <a:lstStyle/>
          <a:p>
            <a:pPr eaLnBrk="0" hangingPunct="0"/>
            <a:r>
              <a:rPr lang="en-US" sz="1800"/>
              <a:t>C</a:t>
            </a:r>
            <a:r>
              <a:rPr lang="en-US" sz="1800" baseline="-25000"/>
              <a:t>PK</a:t>
            </a:r>
            <a:r>
              <a:rPr lang="en-US" sz="1800"/>
              <a:t> = D</a:t>
            </a:r>
            <a:r>
              <a:rPr lang="en-US" sz="1800" baseline="-25000"/>
              <a:t>1</a:t>
            </a:r>
            <a:r>
              <a:rPr lang="en-US" sz="1800"/>
              <a:t> / D</a:t>
            </a:r>
            <a:r>
              <a:rPr lang="en-US" sz="1800" baseline="-25000"/>
              <a:t>2</a:t>
            </a: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Freeform 2"/>
          <p:cNvSpPr>
            <a:spLocks/>
          </p:cNvSpPr>
          <p:nvPr/>
        </p:nvSpPr>
        <p:spPr bwMode="auto">
          <a:xfrm flipH="1">
            <a:off x="5257800" y="2728913"/>
            <a:ext cx="442913" cy="74612"/>
          </a:xfrm>
          <a:custGeom>
            <a:avLst/>
            <a:gdLst>
              <a:gd name="T0" fmla="*/ 0 w 561"/>
              <a:gd name="T1" fmla="*/ 408 h 411"/>
              <a:gd name="T2" fmla="*/ 3 w 561"/>
              <a:gd name="T3" fmla="*/ 0 h 411"/>
              <a:gd name="T4" fmla="*/ 60 w 561"/>
              <a:gd name="T5" fmla="*/ 84 h 411"/>
              <a:gd name="T6" fmla="*/ 129 w 561"/>
              <a:gd name="T7" fmla="*/ 168 h 411"/>
              <a:gd name="T8" fmla="*/ 195 w 561"/>
              <a:gd name="T9" fmla="*/ 246 h 411"/>
              <a:gd name="T10" fmla="*/ 267 w 561"/>
              <a:gd name="T11" fmla="*/ 312 h 411"/>
              <a:gd name="T12" fmla="*/ 357 w 561"/>
              <a:gd name="T13" fmla="*/ 363 h 411"/>
              <a:gd name="T14" fmla="*/ 426 w 561"/>
              <a:gd name="T15" fmla="*/ 390 h 411"/>
              <a:gd name="T16" fmla="*/ 561 w 561"/>
              <a:gd name="T17" fmla="*/ 411 h 4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61"/>
              <a:gd name="T28" fmla="*/ 0 h 411"/>
              <a:gd name="T29" fmla="*/ 561 w 561"/>
              <a:gd name="T30" fmla="*/ 411 h 4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61" h="411">
                <a:moveTo>
                  <a:pt x="0" y="408"/>
                </a:moveTo>
                <a:lnTo>
                  <a:pt x="3" y="0"/>
                </a:lnTo>
                <a:lnTo>
                  <a:pt x="60" y="84"/>
                </a:lnTo>
                <a:lnTo>
                  <a:pt x="129" y="168"/>
                </a:lnTo>
                <a:lnTo>
                  <a:pt x="195" y="246"/>
                </a:lnTo>
                <a:lnTo>
                  <a:pt x="267" y="312"/>
                </a:lnTo>
                <a:lnTo>
                  <a:pt x="357" y="363"/>
                </a:lnTo>
                <a:lnTo>
                  <a:pt x="426" y="390"/>
                </a:lnTo>
                <a:lnTo>
                  <a:pt x="561" y="411"/>
                </a:lnTo>
              </a:path>
            </a:pathLst>
          </a:custGeom>
          <a:solidFill>
            <a:srgbClr val="FF0000"/>
          </a:solidFill>
          <a:ln w="9525">
            <a:solidFill>
              <a:schemeClr val="tx1"/>
            </a:solidFill>
            <a:round/>
            <a:headEnd/>
            <a:tailEnd/>
          </a:ln>
        </p:spPr>
        <p:txBody>
          <a:bodyPr wrap="none" anchor="ctr"/>
          <a:lstStyle/>
          <a:p>
            <a:endParaRPr lang="nl-BE"/>
          </a:p>
        </p:txBody>
      </p:sp>
      <p:sp>
        <p:nvSpPr>
          <p:cNvPr id="54275" name="Freeform 3"/>
          <p:cNvSpPr>
            <a:spLocks/>
          </p:cNvSpPr>
          <p:nvPr/>
        </p:nvSpPr>
        <p:spPr bwMode="auto">
          <a:xfrm>
            <a:off x="3305175" y="2328863"/>
            <a:ext cx="271463" cy="471487"/>
          </a:xfrm>
          <a:custGeom>
            <a:avLst/>
            <a:gdLst>
              <a:gd name="T0" fmla="*/ 0 w 561"/>
              <a:gd name="T1" fmla="*/ 408 h 411"/>
              <a:gd name="T2" fmla="*/ 3 w 561"/>
              <a:gd name="T3" fmla="*/ 0 h 411"/>
              <a:gd name="T4" fmla="*/ 60 w 561"/>
              <a:gd name="T5" fmla="*/ 84 h 411"/>
              <a:gd name="T6" fmla="*/ 129 w 561"/>
              <a:gd name="T7" fmla="*/ 168 h 411"/>
              <a:gd name="T8" fmla="*/ 195 w 561"/>
              <a:gd name="T9" fmla="*/ 246 h 411"/>
              <a:gd name="T10" fmla="*/ 267 w 561"/>
              <a:gd name="T11" fmla="*/ 312 h 411"/>
              <a:gd name="T12" fmla="*/ 357 w 561"/>
              <a:gd name="T13" fmla="*/ 363 h 411"/>
              <a:gd name="T14" fmla="*/ 426 w 561"/>
              <a:gd name="T15" fmla="*/ 390 h 411"/>
              <a:gd name="T16" fmla="*/ 561 w 561"/>
              <a:gd name="T17" fmla="*/ 411 h 4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61"/>
              <a:gd name="T28" fmla="*/ 0 h 411"/>
              <a:gd name="T29" fmla="*/ 561 w 561"/>
              <a:gd name="T30" fmla="*/ 411 h 4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61" h="411">
                <a:moveTo>
                  <a:pt x="0" y="408"/>
                </a:moveTo>
                <a:lnTo>
                  <a:pt x="3" y="0"/>
                </a:lnTo>
                <a:lnTo>
                  <a:pt x="60" y="84"/>
                </a:lnTo>
                <a:lnTo>
                  <a:pt x="129" y="168"/>
                </a:lnTo>
                <a:lnTo>
                  <a:pt x="195" y="246"/>
                </a:lnTo>
                <a:lnTo>
                  <a:pt x="267" y="312"/>
                </a:lnTo>
                <a:lnTo>
                  <a:pt x="357" y="363"/>
                </a:lnTo>
                <a:lnTo>
                  <a:pt x="426" y="390"/>
                </a:lnTo>
                <a:lnTo>
                  <a:pt x="561" y="411"/>
                </a:lnTo>
              </a:path>
            </a:pathLst>
          </a:custGeom>
          <a:solidFill>
            <a:srgbClr val="FF0000"/>
          </a:solidFill>
          <a:ln w="9525">
            <a:solidFill>
              <a:schemeClr val="tx1"/>
            </a:solidFill>
            <a:round/>
            <a:headEnd/>
            <a:tailEnd/>
          </a:ln>
        </p:spPr>
        <p:txBody>
          <a:bodyPr wrap="none" anchor="ctr"/>
          <a:lstStyle/>
          <a:p>
            <a:endParaRPr lang="nl-BE"/>
          </a:p>
        </p:txBody>
      </p:sp>
      <p:sp>
        <p:nvSpPr>
          <p:cNvPr id="54276" name="Rectangle 4"/>
          <p:cNvSpPr>
            <a:spLocks noChangeArrowheads="1"/>
          </p:cNvSpPr>
          <p:nvPr/>
        </p:nvSpPr>
        <p:spPr bwMode="auto">
          <a:xfrm>
            <a:off x="429658" y="914400"/>
            <a:ext cx="7428467" cy="407988"/>
          </a:xfrm>
          <a:prstGeom prst="rect">
            <a:avLst/>
          </a:prstGeom>
          <a:noFill/>
          <a:ln w="9525">
            <a:noFill/>
            <a:miter lim="800000"/>
            <a:headEnd/>
            <a:tailEnd/>
          </a:ln>
        </p:spPr>
        <p:txBody>
          <a:bodyPr lIns="92075" tIns="46038" rIns="92075" bIns="46038" anchor="ctr"/>
          <a:lstStyle/>
          <a:p>
            <a:pPr algn="l"/>
            <a:r>
              <a:rPr lang="en-US" sz="2800" dirty="0">
                <a:solidFill>
                  <a:schemeClr val="tx2"/>
                </a:solidFill>
              </a:rPr>
              <a:t>What do we Need?</a:t>
            </a:r>
          </a:p>
        </p:txBody>
      </p:sp>
      <p:sp>
        <p:nvSpPr>
          <p:cNvPr id="54277" name="Freeform 5"/>
          <p:cNvSpPr>
            <a:spLocks/>
          </p:cNvSpPr>
          <p:nvPr/>
        </p:nvSpPr>
        <p:spPr bwMode="auto">
          <a:xfrm>
            <a:off x="588963" y="1862138"/>
            <a:ext cx="7937" cy="12700"/>
          </a:xfrm>
          <a:custGeom>
            <a:avLst/>
            <a:gdLst>
              <a:gd name="T0" fmla="*/ 5 w 5"/>
              <a:gd name="T1" fmla="*/ 8 h 8"/>
              <a:gd name="T2" fmla="*/ 5 w 5"/>
              <a:gd name="T3" fmla="*/ 0 h 8"/>
              <a:gd name="T4" fmla="*/ 0 w 5"/>
              <a:gd name="T5" fmla="*/ 0 h 8"/>
              <a:gd name="T6" fmla="*/ 5 w 5"/>
              <a:gd name="T7" fmla="*/ 8 h 8"/>
              <a:gd name="T8" fmla="*/ 0 60000 65536"/>
              <a:gd name="T9" fmla="*/ 0 60000 65536"/>
              <a:gd name="T10" fmla="*/ 0 60000 65536"/>
              <a:gd name="T11" fmla="*/ 0 60000 65536"/>
              <a:gd name="T12" fmla="*/ 0 w 5"/>
              <a:gd name="T13" fmla="*/ 0 h 8"/>
              <a:gd name="T14" fmla="*/ 5 w 5"/>
              <a:gd name="T15" fmla="*/ 8 h 8"/>
            </a:gdLst>
            <a:ahLst/>
            <a:cxnLst>
              <a:cxn ang="T8">
                <a:pos x="T0" y="T1"/>
              </a:cxn>
              <a:cxn ang="T9">
                <a:pos x="T2" y="T3"/>
              </a:cxn>
              <a:cxn ang="T10">
                <a:pos x="T4" y="T5"/>
              </a:cxn>
              <a:cxn ang="T11">
                <a:pos x="T6" y="T7"/>
              </a:cxn>
            </a:cxnLst>
            <a:rect l="T12" t="T13" r="T14" b="T15"/>
            <a:pathLst>
              <a:path w="5" h="8">
                <a:moveTo>
                  <a:pt x="5" y="8"/>
                </a:moveTo>
                <a:lnTo>
                  <a:pt x="5" y="0"/>
                </a:lnTo>
                <a:lnTo>
                  <a:pt x="0" y="0"/>
                </a:lnTo>
                <a:lnTo>
                  <a:pt x="5" y="8"/>
                </a:lnTo>
                <a:close/>
              </a:path>
            </a:pathLst>
          </a:custGeom>
          <a:solidFill>
            <a:srgbClr val="000000"/>
          </a:solidFill>
          <a:ln w="9525">
            <a:noFill/>
            <a:round/>
            <a:headEnd/>
            <a:tailEnd/>
          </a:ln>
        </p:spPr>
        <p:txBody>
          <a:bodyPr/>
          <a:lstStyle/>
          <a:p>
            <a:endParaRPr lang="nl-BE"/>
          </a:p>
        </p:txBody>
      </p:sp>
      <p:sp>
        <p:nvSpPr>
          <p:cNvPr id="54278" name="Freeform 6"/>
          <p:cNvSpPr>
            <a:spLocks/>
          </p:cNvSpPr>
          <p:nvPr/>
        </p:nvSpPr>
        <p:spPr bwMode="auto">
          <a:xfrm>
            <a:off x="596900" y="1862138"/>
            <a:ext cx="19050" cy="12700"/>
          </a:xfrm>
          <a:custGeom>
            <a:avLst/>
            <a:gdLst>
              <a:gd name="T0" fmla="*/ 13 w 13"/>
              <a:gd name="T1" fmla="*/ 8 h 8"/>
              <a:gd name="T2" fmla="*/ 0 w 13"/>
              <a:gd name="T3" fmla="*/ 0 h 8"/>
              <a:gd name="T4" fmla="*/ 0 w 13"/>
              <a:gd name="T5" fmla="*/ 8 h 8"/>
              <a:gd name="T6" fmla="*/ 13 w 13"/>
              <a:gd name="T7" fmla="*/ 8 h 8"/>
              <a:gd name="T8" fmla="*/ 0 60000 65536"/>
              <a:gd name="T9" fmla="*/ 0 60000 65536"/>
              <a:gd name="T10" fmla="*/ 0 60000 65536"/>
              <a:gd name="T11" fmla="*/ 0 60000 65536"/>
              <a:gd name="T12" fmla="*/ 0 w 13"/>
              <a:gd name="T13" fmla="*/ 0 h 8"/>
              <a:gd name="T14" fmla="*/ 13 w 13"/>
              <a:gd name="T15" fmla="*/ 8 h 8"/>
            </a:gdLst>
            <a:ahLst/>
            <a:cxnLst>
              <a:cxn ang="T8">
                <a:pos x="T0" y="T1"/>
              </a:cxn>
              <a:cxn ang="T9">
                <a:pos x="T2" y="T3"/>
              </a:cxn>
              <a:cxn ang="T10">
                <a:pos x="T4" y="T5"/>
              </a:cxn>
              <a:cxn ang="T11">
                <a:pos x="T6" y="T7"/>
              </a:cxn>
            </a:cxnLst>
            <a:rect l="T12" t="T13" r="T14" b="T15"/>
            <a:pathLst>
              <a:path w="13" h="8">
                <a:moveTo>
                  <a:pt x="13" y="8"/>
                </a:moveTo>
                <a:lnTo>
                  <a:pt x="0" y="0"/>
                </a:lnTo>
                <a:lnTo>
                  <a:pt x="0" y="8"/>
                </a:lnTo>
                <a:lnTo>
                  <a:pt x="13" y="8"/>
                </a:lnTo>
                <a:close/>
              </a:path>
            </a:pathLst>
          </a:custGeom>
          <a:solidFill>
            <a:srgbClr val="000000"/>
          </a:solidFill>
          <a:ln w="9525">
            <a:noFill/>
            <a:round/>
            <a:headEnd/>
            <a:tailEnd/>
          </a:ln>
        </p:spPr>
        <p:txBody>
          <a:bodyPr/>
          <a:lstStyle/>
          <a:p>
            <a:endParaRPr lang="nl-BE"/>
          </a:p>
        </p:txBody>
      </p:sp>
      <p:sp>
        <p:nvSpPr>
          <p:cNvPr id="54279" name="Line 7"/>
          <p:cNvSpPr>
            <a:spLocks noChangeShapeType="1"/>
          </p:cNvSpPr>
          <p:nvPr/>
        </p:nvSpPr>
        <p:spPr bwMode="auto">
          <a:xfrm>
            <a:off x="1936750" y="2859088"/>
            <a:ext cx="2154238" cy="1587"/>
          </a:xfrm>
          <a:prstGeom prst="line">
            <a:avLst/>
          </a:prstGeom>
          <a:noFill/>
          <a:ln w="6350">
            <a:solidFill>
              <a:srgbClr val="0000FF"/>
            </a:solidFill>
            <a:round/>
            <a:headEnd/>
            <a:tailEnd/>
          </a:ln>
        </p:spPr>
        <p:txBody>
          <a:bodyPr/>
          <a:lstStyle/>
          <a:p>
            <a:endParaRPr lang="nl-BE"/>
          </a:p>
        </p:txBody>
      </p:sp>
      <p:sp>
        <p:nvSpPr>
          <p:cNvPr id="54280" name="Freeform 8"/>
          <p:cNvSpPr>
            <a:spLocks/>
          </p:cNvSpPr>
          <p:nvPr/>
        </p:nvSpPr>
        <p:spPr bwMode="auto">
          <a:xfrm>
            <a:off x="2819400" y="1992313"/>
            <a:ext cx="763588" cy="804862"/>
          </a:xfrm>
          <a:custGeom>
            <a:avLst/>
            <a:gdLst>
              <a:gd name="T0" fmla="*/ 13 w 1422"/>
              <a:gd name="T1" fmla="*/ 505 h 505"/>
              <a:gd name="T2" fmla="*/ 39 w 1422"/>
              <a:gd name="T3" fmla="*/ 500 h 505"/>
              <a:gd name="T4" fmla="*/ 70 w 1422"/>
              <a:gd name="T5" fmla="*/ 496 h 505"/>
              <a:gd name="T6" fmla="*/ 96 w 1422"/>
              <a:gd name="T7" fmla="*/ 492 h 505"/>
              <a:gd name="T8" fmla="*/ 126 w 1422"/>
              <a:gd name="T9" fmla="*/ 487 h 505"/>
              <a:gd name="T10" fmla="*/ 157 w 1422"/>
              <a:gd name="T11" fmla="*/ 479 h 505"/>
              <a:gd name="T12" fmla="*/ 183 w 1422"/>
              <a:gd name="T13" fmla="*/ 466 h 505"/>
              <a:gd name="T14" fmla="*/ 213 w 1422"/>
              <a:gd name="T15" fmla="*/ 453 h 505"/>
              <a:gd name="T16" fmla="*/ 239 w 1422"/>
              <a:gd name="T17" fmla="*/ 439 h 505"/>
              <a:gd name="T18" fmla="*/ 270 w 1422"/>
              <a:gd name="T19" fmla="*/ 422 h 505"/>
              <a:gd name="T20" fmla="*/ 296 w 1422"/>
              <a:gd name="T21" fmla="*/ 400 h 505"/>
              <a:gd name="T22" fmla="*/ 326 w 1422"/>
              <a:gd name="T23" fmla="*/ 374 h 505"/>
              <a:gd name="T24" fmla="*/ 352 w 1422"/>
              <a:gd name="T25" fmla="*/ 344 h 505"/>
              <a:gd name="T26" fmla="*/ 383 w 1422"/>
              <a:gd name="T27" fmla="*/ 313 h 505"/>
              <a:gd name="T28" fmla="*/ 409 w 1422"/>
              <a:gd name="T29" fmla="*/ 279 h 505"/>
              <a:gd name="T30" fmla="*/ 439 w 1422"/>
              <a:gd name="T31" fmla="*/ 244 h 505"/>
              <a:gd name="T32" fmla="*/ 470 w 1422"/>
              <a:gd name="T33" fmla="*/ 209 h 505"/>
              <a:gd name="T34" fmla="*/ 496 w 1422"/>
              <a:gd name="T35" fmla="*/ 170 h 505"/>
              <a:gd name="T36" fmla="*/ 526 w 1422"/>
              <a:gd name="T37" fmla="*/ 135 h 505"/>
              <a:gd name="T38" fmla="*/ 552 w 1422"/>
              <a:gd name="T39" fmla="*/ 100 h 505"/>
              <a:gd name="T40" fmla="*/ 583 w 1422"/>
              <a:gd name="T41" fmla="*/ 70 h 505"/>
              <a:gd name="T42" fmla="*/ 609 w 1422"/>
              <a:gd name="T43" fmla="*/ 44 h 505"/>
              <a:gd name="T44" fmla="*/ 639 w 1422"/>
              <a:gd name="T45" fmla="*/ 22 h 505"/>
              <a:gd name="T46" fmla="*/ 665 w 1422"/>
              <a:gd name="T47" fmla="*/ 9 h 505"/>
              <a:gd name="T48" fmla="*/ 696 w 1422"/>
              <a:gd name="T49" fmla="*/ 0 h 505"/>
              <a:gd name="T50" fmla="*/ 722 w 1422"/>
              <a:gd name="T51" fmla="*/ 0 h 505"/>
              <a:gd name="T52" fmla="*/ 752 w 1422"/>
              <a:gd name="T53" fmla="*/ 9 h 505"/>
              <a:gd name="T54" fmla="*/ 778 w 1422"/>
              <a:gd name="T55" fmla="*/ 22 h 505"/>
              <a:gd name="T56" fmla="*/ 809 w 1422"/>
              <a:gd name="T57" fmla="*/ 44 h 505"/>
              <a:gd name="T58" fmla="*/ 839 w 1422"/>
              <a:gd name="T59" fmla="*/ 70 h 505"/>
              <a:gd name="T60" fmla="*/ 865 w 1422"/>
              <a:gd name="T61" fmla="*/ 100 h 505"/>
              <a:gd name="T62" fmla="*/ 896 w 1422"/>
              <a:gd name="T63" fmla="*/ 135 h 505"/>
              <a:gd name="T64" fmla="*/ 922 w 1422"/>
              <a:gd name="T65" fmla="*/ 170 h 505"/>
              <a:gd name="T66" fmla="*/ 952 w 1422"/>
              <a:gd name="T67" fmla="*/ 209 h 505"/>
              <a:gd name="T68" fmla="*/ 978 w 1422"/>
              <a:gd name="T69" fmla="*/ 244 h 505"/>
              <a:gd name="T70" fmla="*/ 1009 w 1422"/>
              <a:gd name="T71" fmla="*/ 279 h 505"/>
              <a:gd name="T72" fmla="*/ 1035 w 1422"/>
              <a:gd name="T73" fmla="*/ 313 h 505"/>
              <a:gd name="T74" fmla="*/ 1065 w 1422"/>
              <a:gd name="T75" fmla="*/ 344 h 505"/>
              <a:gd name="T76" fmla="*/ 1091 w 1422"/>
              <a:gd name="T77" fmla="*/ 374 h 505"/>
              <a:gd name="T78" fmla="*/ 1122 w 1422"/>
              <a:gd name="T79" fmla="*/ 400 h 505"/>
              <a:gd name="T80" fmla="*/ 1148 w 1422"/>
              <a:gd name="T81" fmla="*/ 422 h 505"/>
              <a:gd name="T82" fmla="*/ 1178 w 1422"/>
              <a:gd name="T83" fmla="*/ 439 h 505"/>
              <a:gd name="T84" fmla="*/ 1209 w 1422"/>
              <a:gd name="T85" fmla="*/ 453 h 505"/>
              <a:gd name="T86" fmla="*/ 1235 w 1422"/>
              <a:gd name="T87" fmla="*/ 466 h 505"/>
              <a:gd name="T88" fmla="*/ 1265 w 1422"/>
              <a:gd name="T89" fmla="*/ 479 h 505"/>
              <a:gd name="T90" fmla="*/ 1291 w 1422"/>
              <a:gd name="T91" fmla="*/ 487 h 505"/>
              <a:gd name="T92" fmla="*/ 1322 w 1422"/>
              <a:gd name="T93" fmla="*/ 492 h 505"/>
              <a:gd name="T94" fmla="*/ 1348 w 1422"/>
              <a:gd name="T95" fmla="*/ 496 h 505"/>
              <a:gd name="T96" fmla="*/ 1378 w 1422"/>
              <a:gd name="T97" fmla="*/ 500 h 505"/>
              <a:gd name="T98" fmla="*/ 1404 w 1422"/>
              <a:gd name="T99" fmla="*/ 505 h 505"/>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422"/>
              <a:gd name="T151" fmla="*/ 0 h 505"/>
              <a:gd name="T152" fmla="*/ 1422 w 1422"/>
              <a:gd name="T153" fmla="*/ 505 h 505"/>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422" h="505">
                <a:moveTo>
                  <a:pt x="0" y="505"/>
                </a:moveTo>
                <a:lnTo>
                  <a:pt x="13" y="505"/>
                </a:lnTo>
                <a:lnTo>
                  <a:pt x="26" y="500"/>
                </a:lnTo>
                <a:lnTo>
                  <a:pt x="39" y="500"/>
                </a:lnTo>
                <a:lnTo>
                  <a:pt x="57" y="500"/>
                </a:lnTo>
                <a:lnTo>
                  <a:pt x="70" y="496"/>
                </a:lnTo>
                <a:lnTo>
                  <a:pt x="83" y="496"/>
                </a:lnTo>
                <a:lnTo>
                  <a:pt x="96" y="492"/>
                </a:lnTo>
                <a:lnTo>
                  <a:pt x="113" y="487"/>
                </a:lnTo>
                <a:lnTo>
                  <a:pt x="126" y="487"/>
                </a:lnTo>
                <a:lnTo>
                  <a:pt x="139" y="483"/>
                </a:lnTo>
                <a:lnTo>
                  <a:pt x="157" y="479"/>
                </a:lnTo>
                <a:lnTo>
                  <a:pt x="170" y="474"/>
                </a:lnTo>
                <a:lnTo>
                  <a:pt x="183" y="466"/>
                </a:lnTo>
                <a:lnTo>
                  <a:pt x="196" y="461"/>
                </a:lnTo>
                <a:lnTo>
                  <a:pt x="213" y="453"/>
                </a:lnTo>
                <a:lnTo>
                  <a:pt x="226" y="448"/>
                </a:lnTo>
                <a:lnTo>
                  <a:pt x="239" y="439"/>
                </a:lnTo>
                <a:lnTo>
                  <a:pt x="252" y="431"/>
                </a:lnTo>
                <a:lnTo>
                  <a:pt x="270" y="422"/>
                </a:lnTo>
                <a:lnTo>
                  <a:pt x="283" y="409"/>
                </a:lnTo>
                <a:lnTo>
                  <a:pt x="296" y="400"/>
                </a:lnTo>
                <a:lnTo>
                  <a:pt x="313" y="387"/>
                </a:lnTo>
                <a:lnTo>
                  <a:pt x="326" y="374"/>
                </a:lnTo>
                <a:lnTo>
                  <a:pt x="339" y="361"/>
                </a:lnTo>
                <a:lnTo>
                  <a:pt x="352" y="344"/>
                </a:lnTo>
                <a:lnTo>
                  <a:pt x="370" y="331"/>
                </a:lnTo>
                <a:lnTo>
                  <a:pt x="383" y="313"/>
                </a:lnTo>
                <a:lnTo>
                  <a:pt x="396" y="296"/>
                </a:lnTo>
                <a:lnTo>
                  <a:pt x="409" y="279"/>
                </a:lnTo>
                <a:lnTo>
                  <a:pt x="426" y="261"/>
                </a:lnTo>
                <a:lnTo>
                  <a:pt x="439" y="244"/>
                </a:lnTo>
                <a:lnTo>
                  <a:pt x="452" y="226"/>
                </a:lnTo>
                <a:lnTo>
                  <a:pt x="470" y="209"/>
                </a:lnTo>
                <a:lnTo>
                  <a:pt x="483" y="187"/>
                </a:lnTo>
                <a:lnTo>
                  <a:pt x="496" y="170"/>
                </a:lnTo>
                <a:lnTo>
                  <a:pt x="509" y="153"/>
                </a:lnTo>
                <a:lnTo>
                  <a:pt x="526" y="135"/>
                </a:lnTo>
                <a:lnTo>
                  <a:pt x="539" y="118"/>
                </a:lnTo>
                <a:lnTo>
                  <a:pt x="552" y="100"/>
                </a:lnTo>
                <a:lnTo>
                  <a:pt x="565" y="87"/>
                </a:lnTo>
                <a:lnTo>
                  <a:pt x="583" y="70"/>
                </a:lnTo>
                <a:lnTo>
                  <a:pt x="596" y="57"/>
                </a:lnTo>
                <a:lnTo>
                  <a:pt x="609" y="44"/>
                </a:lnTo>
                <a:lnTo>
                  <a:pt x="622" y="35"/>
                </a:lnTo>
                <a:lnTo>
                  <a:pt x="639" y="22"/>
                </a:lnTo>
                <a:lnTo>
                  <a:pt x="652" y="18"/>
                </a:lnTo>
                <a:lnTo>
                  <a:pt x="665" y="9"/>
                </a:lnTo>
                <a:lnTo>
                  <a:pt x="683" y="5"/>
                </a:lnTo>
                <a:lnTo>
                  <a:pt x="696" y="0"/>
                </a:lnTo>
                <a:lnTo>
                  <a:pt x="709" y="0"/>
                </a:lnTo>
                <a:lnTo>
                  <a:pt x="722" y="0"/>
                </a:lnTo>
                <a:lnTo>
                  <a:pt x="739" y="5"/>
                </a:lnTo>
                <a:lnTo>
                  <a:pt x="752" y="9"/>
                </a:lnTo>
                <a:lnTo>
                  <a:pt x="765" y="18"/>
                </a:lnTo>
                <a:lnTo>
                  <a:pt x="778" y="22"/>
                </a:lnTo>
                <a:lnTo>
                  <a:pt x="796" y="35"/>
                </a:lnTo>
                <a:lnTo>
                  <a:pt x="809" y="44"/>
                </a:lnTo>
                <a:lnTo>
                  <a:pt x="822" y="57"/>
                </a:lnTo>
                <a:lnTo>
                  <a:pt x="839" y="70"/>
                </a:lnTo>
                <a:lnTo>
                  <a:pt x="852" y="87"/>
                </a:lnTo>
                <a:lnTo>
                  <a:pt x="865" y="100"/>
                </a:lnTo>
                <a:lnTo>
                  <a:pt x="878" y="118"/>
                </a:lnTo>
                <a:lnTo>
                  <a:pt x="896" y="135"/>
                </a:lnTo>
                <a:lnTo>
                  <a:pt x="909" y="153"/>
                </a:lnTo>
                <a:lnTo>
                  <a:pt x="922" y="170"/>
                </a:lnTo>
                <a:lnTo>
                  <a:pt x="935" y="187"/>
                </a:lnTo>
                <a:lnTo>
                  <a:pt x="952" y="209"/>
                </a:lnTo>
                <a:lnTo>
                  <a:pt x="965" y="226"/>
                </a:lnTo>
                <a:lnTo>
                  <a:pt x="978" y="244"/>
                </a:lnTo>
                <a:lnTo>
                  <a:pt x="996" y="261"/>
                </a:lnTo>
                <a:lnTo>
                  <a:pt x="1009" y="279"/>
                </a:lnTo>
                <a:lnTo>
                  <a:pt x="1022" y="296"/>
                </a:lnTo>
                <a:lnTo>
                  <a:pt x="1035" y="313"/>
                </a:lnTo>
                <a:lnTo>
                  <a:pt x="1052" y="331"/>
                </a:lnTo>
                <a:lnTo>
                  <a:pt x="1065" y="344"/>
                </a:lnTo>
                <a:lnTo>
                  <a:pt x="1078" y="361"/>
                </a:lnTo>
                <a:lnTo>
                  <a:pt x="1091" y="374"/>
                </a:lnTo>
                <a:lnTo>
                  <a:pt x="1109" y="387"/>
                </a:lnTo>
                <a:lnTo>
                  <a:pt x="1122" y="400"/>
                </a:lnTo>
                <a:lnTo>
                  <a:pt x="1135" y="409"/>
                </a:lnTo>
                <a:lnTo>
                  <a:pt x="1148" y="422"/>
                </a:lnTo>
                <a:lnTo>
                  <a:pt x="1165" y="431"/>
                </a:lnTo>
                <a:lnTo>
                  <a:pt x="1178" y="439"/>
                </a:lnTo>
                <a:lnTo>
                  <a:pt x="1191" y="448"/>
                </a:lnTo>
                <a:lnTo>
                  <a:pt x="1209" y="453"/>
                </a:lnTo>
                <a:lnTo>
                  <a:pt x="1222" y="461"/>
                </a:lnTo>
                <a:lnTo>
                  <a:pt x="1235" y="466"/>
                </a:lnTo>
                <a:lnTo>
                  <a:pt x="1248" y="474"/>
                </a:lnTo>
                <a:lnTo>
                  <a:pt x="1265" y="479"/>
                </a:lnTo>
                <a:lnTo>
                  <a:pt x="1278" y="483"/>
                </a:lnTo>
                <a:lnTo>
                  <a:pt x="1291" y="487"/>
                </a:lnTo>
                <a:lnTo>
                  <a:pt x="1304" y="487"/>
                </a:lnTo>
                <a:lnTo>
                  <a:pt x="1322" y="492"/>
                </a:lnTo>
                <a:lnTo>
                  <a:pt x="1335" y="496"/>
                </a:lnTo>
                <a:lnTo>
                  <a:pt x="1348" y="496"/>
                </a:lnTo>
                <a:lnTo>
                  <a:pt x="1365" y="500"/>
                </a:lnTo>
                <a:lnTo>
                  <a:pt x="1378" y="500"/>
                </a:lnTo>
                <a:lnTo>
                  <a:pt x="1391" y="500"/>
                </a:lnTo>
                <a:lnTo>
                  <a:pt x="1404" y="505"/>
                </a:lnTo>
                <a:lnTo>
                  <a:pt x="1422" y="505"/>
                </a:lnTo>
              </a:path>
            </a:pathLst>
          </a:custGeom>
          <a:noFill/>
          <a:ln w="38100" cmpd="sng">
            <a:solidFill>
              <a:schemeClr val="tx1"/>
            </a:solidFill>
            <a:prstDash val="solid"/>
            <a:round/>
            <a:headEnd/>
            <a:tailEnd/>
          </a:ln>
        </p:spPr>
        <p:txBody>
          <a:bodyPr/>
          <a:lstStyle/>
          <a:p>
            <a:endParaRPr lang="nl-BE"/>
          </a:p>
        </p:txBody>
      </p:sp>
      <p:sp>
        <p:nvSpPr>
          <p:cNvPr id="54281" name="Line 9"/>
          <p:cNvSpPr>
            <a:spLocks noChangeShapeType="1"/>
          </p:cNvSpPr>
          <p:nvPr/>
        </p:nvSpPr>
        <p:spPr bwMode="auto">
          <a:xfrm flipV="1">
            <a:off x="3303588" y="1936750"/>
            <a:ext cx="0" cy="919163"/>
          </a:xfrm>
          <a:prstGeom prst="line">
            <a:avLst/>
          </a:prstGeom>
          <a:noFill/>
          <a:ln w="9525">
            <a:solidFill>
              <a:schemeClr val="tx1"/>
            </a:solidFill>
            <a:round/>
            <a:headEnd/>
            <a:tailEnd/>
          </a:ln>
        </p:spPr>
        <p:txBody>
          <a:bodyPr wrap="none" anchor="ctr"/>
          <a:lstStyle/>
          <a:p>
            <a:endParaRPr lang="nl-BE"/>
          </a:p>
        </p:txBody>
      </p:sp>
      <p:sp>
        <p:nvSpPr>
          <p:cNvPr id="54282" name="Line 10"/>
          <p:cNvSpPr>
            <a:spLocks noChangeShapeType="1"/>
          </p:cNvSpPr>
          <p:nvPr/>
        </p:nvSpPr>
        <p:spPr bwMode="auto">
          <a:xfrm>
            <a:off x="5270500" y="2859088"/>
            <a:ext cx="2154238" cy="1587"/>
          </a:xfrm>
          <a:prstGeom prst="line">
            <a:avLst/>
          </a:prstGeom>
          <a:noFill/>
          <a:ln w="6350">
            <a:solidFill>
              <a:srgbClr val="0000FF"/>
            </a:solidFill>
            <a:round/>
            <a:headEnd/>
            <a:tailEnd/>
          </a:ln>
        </p:spPr>
        <p:txBody>
          <a:bodyPr/>
          <a:lstStyle/>
          <a:p>
            <a:endParaRPr lang="nl-BE"/>
          </a:p>
        </p:txBody>
      </p:sp>
      <p:sp>
        <p:nvSpPr>
          <p:cNvPr id="54283" name="Freeform 11"/>
          <p:cNvSpPr>
            <a:spLocks/>
          </p:cNvSpPr>
          <p:nvPr/>
        </p:nvSpPr>
        <p:spPr bwMode="auto">
          <a:xfrm>
            <a:off x="5248275" y="2401888"/>
            <a:ext cx="2125663" cy="395287"/>
          </a:xfrm>
          <a:custGeom>
            <a:avLst/>
            <a:gdLst>
              <a:gd name="T0" fmla="*/ 13 w 1422"/>
              <a:gd name="T1" fmla="*/ 505 h 505"/>
              <a:gd name="T2" fmla="*/ 39 w 1422"/>
              <a:gd name="T3" fmla="*/ 500 h 505"/>
              <a:gd name="T4" fmla="*/ 70 w 1422"/>
              <a:gd name="T5" fmla="*/ 496 h 505"/>
              <a:gd name="T6" fmla="*/ 96 w 1422"/>
              <a:gd name="T7" fmla="*/ 492 h 505"/>
              <a:gd name="T8" fmla="*/ 126 w 1422"/>
              <a:gd name="T9" fmla="*/ 487 h 505"/>
              <a:gd name="T10" fmla="*/ 157 w 1422"/>
              <a:gd name="T11" fmla="*/ 479 h 505"/>
              <a:gd name="T12" fmla="*/ 183 w 1422"/>
              <a:gd name="T13" fmla="*/ 466 h 505"/>
              <a:gd name="T14" fmla="*/ 213 w 1422"/>
              <a:gd name="T15" fmla="*/ 453 h 505"/>
              <a:gd name="T16" fmla="*/ 239 w 1422"/>
              <a:gd name="T17" fmla="*/ 439 h 505"/>
              <a:gd name="T18" fmla="*/ 270 w 1422"/>
              <a:gd name="T19" fmla="*/ 422 h 505"/>
              <a:gd name="T20" fmla="*/ 296 w 1422"/>
              <a:gd name="T21" fmla="*/ 400 h 505"/>
              <a:gd name="T22" fmla="*/ 326 w 1422"/>
              <a:gd name="T23" fmla="*/ 374 h 505"/>
              <a:gd name="T24" fmla="*/ 352 w 1422"/>
              <a:gd name="T25" fmla="*/ 344 h 505"/>
              <a:gd name="T26" fmla="*/ 383 w 1422"/>
              <a:gd name="T27" fmla="*/ 313 h 505"/>
              <a:gd name="T28" fmla="*/ 409 w 1422"/>
              <a:gd name="T29" fmla="*/ 279 h 505"/>
              <a:gd name="T30" fmla="*/ 439 w 1422"/>
              <a:gd name="T31" fmla="*/ 244 h 505"/>
              <a:gd name="T32" fmla="*/ 470 w 1422"/>
              <a:gd name="T33" fmla="*/ 209 h 505"/>
              <a:gd name="T34" fmla="*/ 496 w 1422"/>
              <a:gd name="T35" fmla="*/ 170 h 505"/>
              <a:gd name="T36" fmla="*/ 526 w 1422"/>
              <a:gd name="T37" fmla="*/ 135 h 505"/>
              <a:gd name="T38" fmla="*/ 552 w 1422"/>
              <a:gd name="T39" fmla="*/ 100 h 505"/>
              <a:gd name="T40" fmla="*/ 583 w 1422"/>
              <a:gd name="T41" fmla="*/ 70 h 505"/>
              <a:gd name="T42" fmla="*/ 609 w 1422"/>
              <a:gd name="T43" fmla="*/ 44 h 505"/>
              <a:gd name="T44" fmla="*/ 639 w 1422"/>
              <a:gd name="T45" fmla="*/ 22 h 505"/>
              <a:gd name="T46" fmla="*/ 665 w 1422"/>
              <a:gd name="T47" fmla="*/ 9 h 505"/>
              <a:gd name="T48" fmla="*/ 696 w 1422"/>
              <a:gd name="T49" fmla="*/ 0 h 505"/>
              <a:gd name="T50" fmla="*/ 722 w 1422"/>
              <a:gd name="T51" fmla="*/ 0 h 505"/>
              <a:gd name="T52" fmla="*/ 752 w 1422"/>
              <a:gd name="T53" fmla="*/ 9 h 505"/>
              <a:gd name="T54" fmla="*/ 778 w 1422"/>
              <a:gd name="T55" fmla="*/ 22 h 505"/>
              <a:gd name="T56" fmla="*/ 809 w 1422"/>
              <a:gd name="T57" fmla="*/ 44 h 505"/>
              <a:gd name="T58" fmla="*/ 839 w 1422"/>
              <a:gd name="T59" fmla="*/ 70 h 505"/>
              <a:gd name="T60" fmla="*/ 865 w 1422"/>
              <a:gd name="T61" fmla="*/ 100 h 505"/>
              <a:gd name="T62" fmla="*/ 896 w 1422"/>
              <a:gd name="T63" fmla="*/ 135 h 505"/>
              <a:gd name="T64" fmla="*/ 922 w 1422"/>
              <a:gd name="T65" fmla="*/ 170 h 505"/>
              <a:gd name="T66" fmla="*/ 952 w 1422"/>
              <a:gd name="T67" fmla="*/ 209 h 505"/>
              <a:gd name="T68" fmla="*/ 978 w 1422"/>
              <a:gd name="T69" fmla="*/ 244 h 505"/>
              <a:gd name="T70" fmla="*/ 1009 w 1422"/>
              <a:gd name="T71" fmla="*/ 279 h 505"/>
              <a:gd name="T72" fmla="*/ 1035 w 1422"/>
              <a:gd name="T73" fmla="*/ 313 h 505"/>
              <a:gd name="T74" fmla="*/ 1065 w 1422"/>
              <a:gd name="T75" fmla="*/ 344 h 505"/>
              <a:gd name="T76" fmla="*/ 1091 w 1422"/>
              <a:gd name="T77" fmla="*/ 374 h 505"/>
              <a:gd name="T78" fmla="*/ 1122 w 1422"/>
              <a:gd name="T79" fmla="*/ 400 h 505"/>
              <a:gd name="T80" fmla="*/ 1148 w 1422"/>
              <a:gd name="T81" fmla="*/ 422 h 505"/>
              <a:gd name="T82" fmla="*/ 1178 w 1422"/>
              <a:gd name="T83" fmla="*/ 439 h 505"/>
              <a:gd name="T84" fmla="*/ 1209 w 1422"/>
              <a:gd name="T85" fmla="*/ 453 h 505"/>
              <a:gd name="T86" fmla="*/ 1235 w 1422"/>
              <a:gd name="T87" fmla="*/ 466 h 505"/>
              <a:gd name="T88" fmla="*/ 1265 w 1422"/>
              <a:gd name="T89" fmla="*/ 479 h 505"/>
              <a:gd name="T90" fmla="*/ 1291 w 1422"/>
              <a:gd name="T91" fmla="*/ 487 h 505"/>
              <a:gd name="T92" fmla="*/ 1322 w 1422"/>
              <a:gd name="T93" fmla="*/ 492 h 505"/>
              <a:gd name="T94" fmla="*/ 1348 w 1422"/>
              <a:gd name="T95" fmla="*/ 496 h 505"/>
              <a:gd name="T96" fmla="*/ 1378 w 1422"/>
              <a:gd name="T97" fmla="*/ 500 h 505"/>
              <a:gd name="T98" fmla="*/ 1404 w 1422"/>
              <a:gd name="T99" fmla="*/ 505 h 505"/>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422"/>
              <a:gd name="T151" fmla="*/ 0 h 505"/>
              <a:gd name="T152" fmla="*/ 1422 w 1422"/>
              <a:gd name="T153" fmla="*/ 505 h 505"/>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422" h="505">
                <a:moveTo>
                  <a:pt x="0" y="505"/>
                </a:moveTo>
                <a:lnTo>
                  <a:pt x="13" y="505"/>
                </a:lnTo>
                <a:lnTo>
                  <a:pt x="26" y="500"/>
                </a:lnTo>
                <a:lnTo>
                  <a:pt x="39" y="500"/>
                </a:lnTo>
                <a:lnTo>
                  <a:pt x="57" y="500"/>
                </a:lnTo>
                <a:lnTo>
                  <a:pt x="70" y="496"/>
                </a:lnTo>
                <a:lnTo>
                  <a:pt x="83" y="496"/>
                </a:lnTo>
                <a:lnTo>
                  <a:pt x="96" y="492"/>
                </a:lnTo>
                <a:lnTo>
                  <a:pt x="113" y="487"/>
                </a:lnTo>
                <a:lnTo>
                  <a:pt x="126" y="487"/>
                </a:lnTo>
                <a:lnTo>
                  <a:pt x="139" y="483"/>
                </a:lnTo>
                <a:lnTo>
                  <a:pt x="157" y="479"/>
                </a:lnTo>
                <a:lnTo>
                  <a:pt x="170" y="474"/>
                </a:lnTo>
                <a:lnTo>
                  <a:pt x="183" y="466"/>
                </a:lnTo>
                <a:lnTo>
                  <a:pt x="196" y="461"/>
                </a:lnTo>
                <a:lnTo>
                  <a:pt x="213" y="453"/>
                </a:lnTo>
                <a:lnTo>
                  <a:pt x="226" y="448"/>
                </a:lnTo>
                <a:lnTo>
                  <a:pt x="239" y="439"/>
                </a:lnTo>
                <a:lnTo>
                  <a:pt x="252" y="431"/>
                </a:lnTo>
                <a:lnTo>
                  <a:pt x="270" y="422"/>
                </a:lnTo>
                <a:lnTo>
                  <a:pt x="283" y="409"/>
                </a:lnTo>
                <a:lnTo>
                  <a:pt x="296" y="400"/>
                </a:lnTo>
                <a:lnTo>
                  <a:pt x="313" y="387"/>
                </a:lnTo>
                <a:lnTo>
                  <a:pt x="326" y="374"/>
                </a:lnTo>
                <a:lnTo>
                  <a:pt x="339" y="361"/>
                </a:lnTo>
                <a:lnTo>
                  <a:pt x="352" y="344"/>
                </a:lnTo>
                <a:lnTo>
                  <a:pt x="370" y="331"/>
                </a:lnTo>
                <a:lnTo>
                  <a:pt x="383" y="313"/>
                </a:lnTo>
                <a:lnTo>
                  <a:pt x="396" y="296"/>
                </a:lnTo>
                <a:lnTo>
                  <a:pt x="409" y="279"/>
                </a:lnTo>
                <a:lnTo>
                  <a:pt x="426" y="261"/>
                </a:lnTo>
                <a:lnTo>
                  <a:pt x="439" y="244"/>
                </a:lnTo>
                <a:lnTo>
                  <a:pt x="452" y="226"/>
                </a:lnTo>
                <a:lnTo>
                  <a:pt x="470" y="209"/>
                </a:lnTo>
                <a:lnTo>
                  <a:pt x="483" y="187"/>
                </a:lnTo>
                <a:lnTo>
                  <a:pt x="496" y="170"/>
                </a:lnTo>
                <a:lnTo>
                  <a:pt x="509" y="153"/>
                </a:lnTo>
                <a:lnTo>
                  <a:pt x="526" y="135"/>
                </a:lnTo>
                <a:lnTo>
                  <a:pt x="539" y="118"/>
                </a:lnTo>
                <a:lnTo>
                  <a:pt x="552" y="100"/>
                </a:lnTo>
                <a:lnTo>
                  <a:pt x="565" y="87"/>
                </a:lnTo>
                <a:lnTo>
                  <a:pt x="583" y="70"/>
                </a:lnTo>
                <a:lnTo>
                  <a:pt x="596" y="57"/>
                </a:lnTo>
                <a:lnTo>
                  <a:pt x="609" y="44"/>
                </a:lnTo>
                <a:lnTo>
                  <a:pt x="622" y="35"/>
                </a:lnTo>
                <a:lnTo>
                  <a:pt x="639" y="22"/>
                </a:lnTo>
                <a:lnTo>
                  <a:pt x="652" y="18"/>
                </a:lnTo>
                <a:lnTo>
                  <a:pt x="665" y="9"/>
                </a:lnTo>
                <a:lnTo>
                  <a:pt x="683" y="5"/>
                </a:lnTo>
                <a:lnTo>
                  <a:pt x="696" y="0"/>
                </a:lnTo>
                <a:lnTo>
                  <a:pt x="709" y="0"/>
                </a:lnTo>
                <a:lnTo>
                  <a:pt x="722" y="0"/>
                </a:lnTo>
                <a:lnTo>
                  <a:pt x="739" y="5"/>
                </a:lnTo>
                <a:lnTo>
                  <a:pt x="752" y="9"/>
                </a:lnTo>
                <a:lnTo>
                  <a:pt x="765" y="18"/>
                </a:lnTo>
                <a:lnTo>
                  <a:pt x="778" y="22"/>
                </a:lnTo>
                <a:lnTo>
                  <a:pt x="796" y="35"/>
                </a:lnTo>
                <a:lnTo>
                  <a:pt x="809" y="44"/>
                </a:lnTo>
                <a:lnTo>
                  <a:pt x="822" y="57"/>
                </a:lnTo>
                <a:lnTo>
                  <a:pt x="839" y="70"/>
                </a:lnTo>
                <a:lnTo>
                  <a:pt x="852" y="87"/>
                </a:lnTo>
                <a:lnTo>
                  <a:pt x="865" y="100"/>
                </a:lnTo>
                <a:lnTo>
                  <a:pt x="878" y="118"/>
                </a:lnTo>
                <a:lnTo>
                  <a:pt x="896" y="135"/>
                </a:lnTo>
                <a:lnTo>
                  <a:pt x="909" y="153"/>
                </a:lnTo>
                <a:lnTo>
                  <a:pt x="922" y="170"/>
                </a:lnTo>
                <a:lnTo>
                  <a:pt x="935" y="187"/>
                </a:lnTo>
                <a:lnTo>
                  <a:pt x="952" y="209"/>
                </a:lnTo>
                <a:lnTo>
                  <a:pt x="965" y="226"/>
                </a:lnTo>
                <a:lnTo>
                  <a:pt x="978" y="244"/>
                </a:lnTo>
                <a:lnTo>
                  <a:pt x="996" y="261"/>
                </a:lnTo>
                <a:lnTo>
                  <a:pt x="1009" y="279"/>
                </a:lnTo>
                <a:lnTo>
                  <a:pt x="1022" y="296"/>
                </a:lnTo>
                <a:lnTo>
                  <a:pt x="1035" y="313"/>
                </a:lnTo>
                <a:lnTo>
                  <a:pt x="1052" y="331"/>
                </a:lnTo>
                <a:lnTo>
                  <a:pt x="1065" y="344"/>
                </a:lnTo>
                <a:lnTo>
                  <a:pt x="1078" y="361"/>
                </a:lnTo>
                <a:lnTo>
                  <a:pt x="1091" y="374"/>
                </a:lnTo>
                <a:lnTo>
                  <a:pt x="1109" y="387"/>
                </a:lnTo>
                <a:lnTo>
                  <a:pt x="1122" y="400"/>
                </a:lnTo>
                <a:lnTo>
                  <a:pt x="1135" y="409"/>
                </a:lnTo>
                <a:lnTo>
                  <a:pt x="1148" y="422"/>
                </a:lnTo>
                <a:lnTo>
                  <a:pt x="1165" y="431"/>
                </a:lnTo>
                <a:lnTo>
                  <a:pt x="1178" y="439"/>
                </a:lnTo>
                <a:lnTo>
                  <a:pt x="1191" y="448"/>
                </a:lnTo>
                <a:lnTo>
                  <a:pt x="1209" y="453"/>
                </a:lnTo>
                <a:lnTo>
                  <a:pt x="1222" y="461"/>
                </a:lnTo>
                <a:lnTo>
                  <a:pt x="1235" y="466"/>
                </a:lnTo>
                <a:lnTo>
                  <a:pt x="1248" y="474"/>
                </a:lnTo>
                <a:lnTo>
                  <a:pt x="1265" y="479"/>
                </a:lnTo>
                <a:lnTo>
                  <a:pt x="1278" y="483"/>
                </a:lnTo>
                <a:lnTo>
                  <a:pt x="1291" y="487"/>
                </a:lnTo>
                <a:lnTo>
                  <a:pt x="1304" y="487"/>
                </a:lnTo>
                <a:lnTo>
                  <a:pt x="1322" y="492"/>
                </a:lnTo>
                <a:lnTo>
                  <a:pt x="1335" y="496"/>
                </a:lnTo>
                <a:lnTo>
                  <a:pt x="1348" y="496"/>
                </a:lnTo>
                <a:lnTo>
                  <a:pt x="1365" y="500"/>
                </a:lnTo>
                <a:lnTo>
                  <a:pt x="1378" y="500"/>
                </a:lnTo>
                <a:lnTo>
                  <a:pt x="1391" y="500"/>
                </a:lnTo>
                <a:lnTo>
                  <a:pt x="1404" y="505"/>
                </a:lnTo>
                <a:lnTo>
                  <a:pt x="1422" y="505"/>
                </a:lnTo>
              </a:path>
            </a:pathLst>
          </a:custGeom>
          <a:noFill/>
          <a:ln w="38100" cmpd="sng">
            <a:solidFill>
              <a:schemeClr val="tx1"/>
            </a:solidFill>
            <a:prstDash val="solid"/>
            <a:round/>
            <a:headEnd/>
            <a:tailEnd/>
          </a:ln>
        </p:spPr>
        <p:txBody>
          <a:bodyPr/>
          <a:lstStyle/>
          <a:p>
            <a:endParaRPr lang="nl-BE"/>
          </a:p>
        </p:txBody>
      </p:sp>
      <p:sp>
        <p:nvSpPr>
          <p:cNvPr id="54284" name="Line 12"/>
          <p:cNvSpPr>
            <a:spLocks noChangeShapeType="1"/>
          </p:cNvSpPr>
          <p:nvPr/>
        </p:nvSpPr>
        <p:spPr bwMode="auto">
          <a:xfrm flipV="1">
            <a:off x="5699125" y="1962150"/>
            <a:ext cx="6350" cy="893763"/>
          </a:xfrm>
          <a:prstGeom prst="line">
            <a:avLst/>
          </a:prstGeom>
          <a:noFill/>
          <a:ln w="9525">
            <a:solidFill>
              <a:schemeClr val="tx1"/>
            </a:solidFill>
            <a:round/>
            <a:headEnd/>
            <a:tailEnd/>
          </a:ln>
        </p:spPr>
        <p:txBody>
          <a:bodyPr wrap="none" anchor="ctr"/>
          <a:lstStyle/>
          <a:p>
            <a:endParaRPr lang="nl-BE"/>
          </a:p>
        </p:txBody>
      </p:sp>
      <p:sp>
        <p:nvSpPr>
          <p:cNvPr id="54285" name="Line 13"/>
          <p:cNvSpPr>
            <a:spLocks noChangeShapeType="1"/>
          </p:cNvSpPr>
          <p:nvPr/>
        </p:nvSpPr>
        <p:spPr bwMode="auto">
          <a:xfrm flipV="1">
            <a:off x="6913563" y="1936750"/>
            <a:ext cx="0" cy="919163"/>
          </a:xfrm>
          <a:prstGeom prst="line">
            <a:avLst/>
          </a:prstGeom>
          <a:noFill/>
          <a:ln w="9525">
            <a:solidFill>
              <a:schemeClr val="tx1"/>
            </a:solidFill>
            <a:round/>
            <a:headEnd/>
            <a:tailEnd/>
          </a:ln>
        </p:spPr>
        <p:txBody>
          <a:bodyPr wrap="none" anchor="ctr"/>
          <a:lstStyle/>
          <a:p>
            <a:endParaRPr lang="nl-BE"/>
          </a:p>
        </p:txBody>
      </p:sp>
      <p:sp>
        <p:nvSpPr>
          <p:cNvPr id="54286" name="Text Box 14"/>
          <p:cNvSpPr txBox="1">
            <a:spLocks noChangeArrowheads="1"/>
          </p:cNvSpPr>
          <p:nvPr/>
        </p:nvSpPr>
        <p:spPr bwMode="auto">
          <a:xfrm>
            <a:off x="1830388" y="1758950"/>
            <a:ext cx="376237" cy="214313"/>
          </a:xfrm>
          <a:prstGeom prst="rect">
            <a:avLst/>
          </a:prstGeom>
          <a:noFill/>
          <a:ln w="9525">
            <a:noFill/>
            <a:miter lim="800000"/>
            <a:headEnd/>
            <a:tailEnd/>
          </a:ln>
        </p:spPr>
        <p:txBody>
          <a:bodyPr wrap="none">
            <a:spAutoFit/>
          </a:bodyPr>
          <a:lstStyle/>
          <a:p>
            <a:pPr eaLnBrk="0" hangingPunct="0"/>
            <a:r>
              <a:rPr lang="en-US" sz="800" b="1" i="1">
                <a:latin typeface="Arial" pitchFamily="34" charset="0"/>
              </a:rPr>
              <a:t>LSL</a:t>
            </a:r>
          </a:p>
        </p:txBody>
      </p:sp>
      <p:sp>
        <p:nvSpPr>
          <p:cNvPr id="54287" name="Text Box 15"/>
          <p:cNvSpPr txBox="1">
            <a:spLocks noChangeArrowheads="1"/>
          </p:cNvSpPr>
          <p:nvPr/>
        </p:nvSpPr>
        <p:spPr bwMode="auto">
          <a:xfrm>
            <a:off x="3211513" y="1758950"/>
            <a:ext cx="387350" cy="214313"/>
          </a:xfrm>
          <a:prstGeom prst="rect">
            <a:avLst/>
          </a:prstGeom>
          <a:noFill/>
          <a:ln w="9525">
            <a:noFill/>
            <a:miter lim="800000"/>
            <a:headEnd/>
            <a:tailEnd/>
          </a:ln>
        </p:spPr>
        <p:txBody>
          <a:bodyPr wrap="none">
            <a:spAutoFit/>
          </a:bodyPr>
          <a:lstStyle/>
          <a:p>
            <a:pPr eaLnBrk="0" hangingPunct="0"/>
            <a:r>
              <a:rPr lang="en-US" sz="800" b="1" i="1">
                <a:latin typeface="Arial" pitchFamily="34" charset="0"/>
              </a:rPr>
              <a:t>USL</a:t>
            </a:r>
          </a:p>
        </p:txBody>
      </p:sp>
      <p:sp>
        <p:nvSpPr>
          <p:cNvPr id="54288" name="Text Box 16"/>
          <p:cNvSpPr txBox="1">
            <a:spLocks noChangeArrowheads="1"/>
          </p:cNvSpPr>
          <p:nvPr/>
        </p:nvSpPr>
        <p:spPr bwMode="auto">
          <a:xfrm>
            <a:off x="5430838" y="1778000"/>
            <a:ext cx="376237" cy="214313"/>
          </a:xfrm>
          <a:prstGeom prst="rect">
            <a:avLst/>
          </a:prstGeom>
          <a:noFill/>
          <a:ln w="9525">
            <a:noFill/>
            <a:miter lim="800000"/>
            <a:headEnd/>
            <a:tailEnd/>
          </a:ln>
        </p:spPr>
        <p:txBody>
          <a:bodyPr wrap="none">
            <a:spAutoFit/>
          </a:bodyPr>
          <a:lstStyle/>
          <a:p>
            <a:pPr eaLnBrk="0" hangingPunct="0"/>
            <a:r>
              <a:rPr lang="en-US" sz="800" b="1" i="1">
                <a:latin typeface="Arial" pitchFamily="34" charset="0"/>
              </a:rPr>
              <a:t>LSL</a:t>
            </a:r>
          </a:p>
        </p:txBody>
      </p:sp>
      <p:sp>
        <p:nvSpPr>
          <p:cNvPr id="54289" name="Text Box 17"/>
          <p:cNvSpPr txBox="1">
            <a:spLocks noChangeArrowheads="1"/>
          </p:cNvSpPr>
          <p:nvPr/>
        </p:nvSpPr>
        <p:spPr bwMode="auto">
          <a:xfrm>
            <a:off x="6811963" y="1778000"/>
            <a:ext cx="387350" cy="214313"/>
          </a:xfrm>
          <a:prstGeom prst="rect">
            <a:avLst/>
          </a:prstGeom>
          <a:noFill/>
          <a:ln w="9525">
            <a:noFill/>
            <a:miter lim="800000"/>
            <a:headEnd/>
            <a:tailEnd/>
          </a:ln>
        </p:spPr>
        <p:txBody>
          <a:bodyPr wrap="none">
            <a:spAutoFit/>
          </a:bodyPr>
          <a:lstStyle/>
          <a:p>
            <a:pPr eaLnBrk="0" hangingPunct="0"/>
            <a:r>
              <a:rPr lang="en-US" sz="800" b="1" i="1">
                <a:latin typeface="Arial" pitchFamily="34" charset="0"/>
              </a:rPr>
              <a:t>USL</a:t>
            </a:r>
          </a:p>
        </p:txBody>
      </p:sp>
      <p:sp>
        <p:nvSpPr>
          <p:cNvPr id="54290" name="Freeform 18"/>
          <p:cNvSpPr>
            <a:spLocks/>
          </p:cNvSpPr>
          <p:nvPr/>
        </p:nvSpPr>
        <p:spPr bwMode="auto">
          <a:xfrm>
            <a:off x="6915150" y="2738438"/>
            <a:ext cx="442913" cy="74612"/>
          </a:xfrm>
          <a:custGeom>
            <a:avLst/>
            <a:gdLst>
              <a:gd name="T0" fmla="*/ 0 w 561"/>
              <a:gd name="T1" fmla="*/ 408 h 411"/>
              <a:gd name="T2" fmla="*/ 3 w 561"/>
              <a:gd name="T3" fmla="*/ 0 h 411"/>
              <a:gd name="T4" fmla="*/ 60 w 561"/>
              <a:gd name="T5" fmla="*/ 84 h 411"/>
              <a:gd name="T6" fmla="*/ 129 w 561"/>
              <a:gd name="T7" fmla="*/ 168 h 411"/>
              <a:gd name="T8" fmla="*/ 195 w 561"/>
              <a:gd name="T9" fmla="*/ 246 h 411"/>
              <a:gd name="T10" fmla="*/ 267 w 561"/>
              <a:gd name="T11" fmla="*/ 312 h 411"/>
              <a:gd name="T12" fmla="*/ 357 w 561"/>
              <a:gd name="T13" fmla="*/ 363 h 411"/>
              <a:gd name="T14" fmla="*/ 426 w 561"/>
              <a:gd name="T15" fmla="*/ 390 h 411"/>
              <a:gd name="T16" fmla="*/ 561 w 561"/>
              <a:gd name="T17" fmla="*/ 411 h 4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61"/>
              <a:gd name="T28" fmla="*/ 0 h 411"/>
              <a:gd name="T29" fmla="*/ 561 w 561"/>
              <a:gd name="T30" fmla="*/ 411 h 4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61" h="411">
                <a:moveTo>
                  <a:pt x="0" y="408"/>
                </a:moveTo>
                <a:lnTo>
                  <a:pt x="3" y="0"/>
                </a:lnTo>
                <a:lnTo>
                  <a:pt x="60" y="84"/>
                </a:lnTo>
                <a:lnTo>
                  <a:pt x="129" y="168"/>
                </a:lnTo>
                <a:lnTo>
                  <a:pt x="195" y="246"/>
                </a:lnTo>
                <a:lnTo>
                  <a:pt x="267" y="312"/>
                </a:lnTo>
                <a:lnTo>
                  <a:pt x="357" y="363"/>
                </a:lnTo>
                <a:lnTo>
                  <a:pt x="426" y="390"/>
                </a:lnTo>
                <a:lnTo>
                  <a:pt x="561" y="411"/>
                </a:lnTo>
              </a:path>
            </a:pathLst>
          </a:custGeom>
          <a:solidFill>
            <a:srgbClr val="FF0000"/>
          </a:solidFill>
          <a:ln w="9525">
            <a:solidFill>
              <a:schemeClr val="tx1"/>
            </a:solidFill>
            <a:round/>
            <a:headEnd/>
            <a:tailEnd/>
          </a:ln>
        </p:spPr>
        <p:txBody>
          <a:bodyPr wrap="none" anchor="ctr"/>
          <a:lstStyle/>
          <a:p>
            <a:endParaRPr lang="nl-BE"/>
          </a:p>
        </p:txBody>
      </p:sp>
      <p:sp>
        <p:nvSpPr>
          <p:cNvPr id="54291" name="Line 19"/>
          <p:cNvSpPr>
            <a:spLocks noChangeShapeType="1"/>
          </p:cNvSpPr>
          <p:nvPr/>
        </p:nvSpPr>
        <p:spPr bwMode="auto">
          <a:xfrm>
            <a:off x="2889250" y="5316538"/>
            <a:ext cx="2154238" cy="1587"/>
          </a:xfrm>
          <a:prstGeom prst="line">
            <a:avLst/>
          </a:prstGeom>
          <a:noFill/>
          <a:ln w="6350">
            <a:solidFill>
              <a:srgbClr val="0000FF"/>
            </a:solidFill>
            <a:round/>
            <a:headEnd/>
            <a:tailEnd/>
          </a:ln>
        </p:spPr>
        <p:txBody>
          <a:bodyPr/>
          <a:lstStyle/>
          <a:p>
            <a:endParaRPr lang="nl-BE"/>
          </a:p>
        </p:txBody>
      </p:sp>
      <p:sp>
        <p:nvSpPr>
          <p:cNvPr id="54292" name="Freeform 20"/>
          <p:cNvSpPr>
            <a:spLocks/>
          </p:cNvSpPr>
          <p:nvPr/>
        </p:nvSpPr>
        <p:spPr bwMode="auto">
          <a:xfrm>
            <a:off x="3629025" y="4449763"/>
            <a:ext cx="763588" cy="804862"/>
          </a:xfrm>
          <a:custGeom>
            <a:avLst/>
            <a:gdLst>
              <a:gd name="T0" fmla="*/ 13 w 1422"/>
              <a:gd name="T1" fmla="*/ 505 h 505"/>
              <a:gd name="T2" fmla="*/ 39 w 1422"/>
              <a:gd name="T3" fmla="*/ 500 h 505"/>
              <a:gd name="T4" fmla="*/ 70 w 1422"/>
              <a:gd name="T5" fmla="*/ 496 h 505"/>
              <a:gd name="T6" fmla="*/ 96 w 1422"/>
              <a:gd name="T7" fmla="*/ 492 h 505"/>
              <a:gd name="T8" fmla="*/ 126 w 1422"/>
              <a:gd name="T9" fmla="*/ 487 h 505"/>
              <a:gd name="T10" fmla="*/ 157 w 1422"/>
              <a:gd name="T11" fmla="*/ 479 h 505"/>
              <a:gd name="T12" fmla="*/ 183 w 1422"/>
              <a:gd name="T13" fmla="*/ 466 h 505"/>
              <a:gd name="T14" fmla="*/ 213 w 1422"/>
              <a:gd name="T15" fmla="*/ 453 h 505"/>
              <a:gd name="T16" fmla="*/ 239 w 1422"/>
              <a:gd name="T17" fmla="*/ 439 h 505"/>
              <a:gd name="T18" fmla="*/ 270 w 1422"/>
              <a:gd name="T19" fmla="*/ 422 h 505"/>
              <a:gd name="T20" fmla="*/ 296 w 1422"/>
              <a:gd name="T21" fmla="*/ 400 h 505"/>
              <a:gd name="T22" fmla="*/ 326 w 1422"/>
              <a:gd name="T23" fmla="*/ 374 h 505"/>
              <a:gd name="T24" fmla="*/ 352 w 1422"/>
              <a:gd name="T25" fmla="*/ 344 h 505"/>
              <a:gd name="T26" fmla="*/ 383 w 1422"/>
              <a:gd name="T27" fmla="*/ 313 h 505"/>
              <a:gd name="T28" fmla="*/ 409 w 1422"/>
              <a:gd name="T29" fmla="*/ 279 h 505"/>
              <a:gd name="T30" fmla="*/ 439 w 1422"/>
              <a:gd name="T31" fmla="*/ 244 h 505"/>
              <a:gd name="T32" fmla="*/ 470 w 1422"/>
              <a:gd name="T33" fmla="*/ 209 h 505"/>
              <a:gd name="T34" fmla="*/ 496 w 1422"/>
              <a:gd name="T35" fmla="*/ 170 h 505"/>
              <a:gd name="T36" fmla="*/ 526 w 1422"/>
              <a:gd name="T37" fmla="*/ 135 h 505"/>
              <a:gd name="T38" fmla="*/ 552 w 1422"/>
              <a:gd name="T39" fmla="*/ 100 h 505"/>
              <a:gd name="T40" fmla="*/ 583 w 1422"/>
              <a:gd name="T41" fmla="*/ 70 h 505"/>
              <a:gd name="T42" fmla="*/ 609 w 1422"/>
              <a:gd name="T43" fmla="*/ 44 h 505"/>
              <a:gd name="T44" fmla="*/ 639 w 1422"/>
              <a:gd name="T45" fmla="*/ 22 h 505"/>
              <a:gd name="T46" fmla="*/ 665 w 1422"/>
              <a:gd name="T47" fmla="*/ 9 h 505"/>
              <a:gd name="T48" fmla="*/ 696 w 1422"/>
              <a:gd name="T49" fmla="*/ 0 h 505"/>
              <a:gd name="T50" fmla="*/ 722 w 1422"/>
              <a:gd name="T51" fmla="*/ 0 h 505"/>
              <a:gd name="T52" fmla="*/ 752 w 1422"/>
              <a:gd name="T53" fmla="*/ 9 h 505"/>
              <a:gd name="T54" fmla="*/ 778 w 1422"/>
              <a:gd name="T55" fmla="*/ 22 h 505"/>
              <a:gd name="T56" fmla="*/ 809 w 1422"/>
              <a:gd name="T57" fmla="*/ 44 h 505"/>
              <a:gd name="T58" fmla="*/ 839 w 1422"/>
              <a:gd name="T59" fmla="*/ 70 h 505"/>
              <a:gd name="T60" fmla="*/ 865 w 1422"/>
              <a:gd name="T61" fmla="*/ 100 h 505"/>
              <a:gd name="T62" fmla="*/ 896 w 1422"/>
              <a:gd name="T63" fmla="*/ 135 h 505"/>
              <a:gd name="T64" fmla="*/ 922 w 1422"/>
              <a:gd name="T65" fmla="*/ 170 h 505"/>
              <a:gd name="T66" fmla="*/ 952 w 1422"/>
              <a:gd name="T67" fmla="*/ 209 h 505"/>
              <a:gd name="T68" fmla="*/ 978 w 1422"/>
              <a:gd name="T69" fmla="*/ 244 h 505"/>
              <a:gd name="T70" fmla="*/ 1009 w 1422"/>
              <a:gd name="T71" fmla="*/ 279 h 505"/>
              <a:gd name="T72" fmla="*/ 1035 w 1422"/>
              <a:gd name="T73" fmla="*/ 313 h 505"/>
              <a:gd name="T74" fmla="*/ 1065 w 1422"/>
              <a:gd name="T75" fmla="*/ 344 h 505"/>
              <a:gd name="T76" fmla="*/ 1091 w 1422"/>
              <a:gd name="T77" fmla="*/ 374 h 505"/>
              <a:gd name="T78" fmla="*/ 1122 w 1422"/>
              <a:gd name="T79" fmla="*/ 400 h 505"/>
              <a:gd name="T80" fmla="*/ 1148 w 1422"/>
              <a:gd name="T81" fmla="*/ 422 h 505"/>
              <a:gd name="T82" fmla="*/ 1178 w 1422"/>
              <a:gd name="T83" fmla="*/ 439 h 505"/>
              <a:gd name="T84" fmla="*/ 1209 w 1422"/>
              <a:gd name="T85" fmla="*/ 453 h 505"/>
              <a:gd name="T86" fmla="*/ 1235 w 1422"/>
              <a:gd name="T87" fmla="*/ 466 h 505"/>
              <a:gd name="T88" fmla="*/ 1265 w 1422"/>
              <a:gd name="T89" fmla="*/ 479 h 505"/>
              <a:gd name="T90" fmla="*/ 1291 w 1422"/>
              <a:gd name="T91" fmla="*/ 487 h 505"/>
              <a:gd name="T92" fmla="*/ 1322 w 1422"/>
              <a:gd name="T93" fmla="*/ 492 h 505"/>
              <a:gd name="T94" fmla="*/ 1348 w 1422"/>
              <a:gd name="T95" fmla="*/ 496 h 505"/>
              <a:gd name="T96" fmla="*/ 1378 w 1422"/>
              <a:gd name="T97" fmla="*/ 500 h 505"/>
              <a:gd name="T98" fmla="*/ 1404 w 1422"/>
              <a:gd name="T99" fmla="*/ 505 h 505"/>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422"/>
              <a:gd name="T151" fmla="*/ 0 h 505"/>
              <a:gd name="T152" fmla="*/ 1422 w 1422"/>
              <a:gd name="T153" fmla="*/ 505 h 505"/>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422" h="505">
                <a:moveTo>
                  <a:pt x="0" y="505"/>
                </a:moveTo>
                <a:lnTo>
                  <a:pt x="13" y="505"/>
                </a:lnTo>
                <a:lnTo>
                  <a:pt x="26" y="500"/>
                </a:lnTo>
                <a:lnTo>
                  <a:pt x="39" y="500"/>
                </a:lnTo>
                <a:lnTo>
                  <a:pt x="57" y="500"/>
                </a:lnTo>
                <a:lnTo>
                  <a:pt x="70" y="496"/>
                </a:lnTo>
                <a:lnTo>
                  <a:pt x="83" y="496"/>
                </a:lnTo>
                <a:lnTo>
                  <a:pt x="96" y="492"/>
                </a:lnTo>
                <a:lnTo>
                  <a:pt x="113" y="487"/>
                </a:lnTo>
                <a:lnTo>
                  <a:pt x="126" y="487"/>
                </a:lnTo>
                <a:lnTo>
                  <a:pt x="139" y="483"/>
                </a:lnTo>
                <a:lnTo>
                  <a:pt x="157" y="479"/>
                </a:lnTo>
                <a:lnTo>
                  <a:pt x="170" y="474"/>
                </a:lnTo>
                <a:lnTo>
                  <a:pt x="183" y="466"/>
                </a:lnTo>
                <a:lnTo>
                  <a:pt x="196" y="461"/>
                </a:lnTo>
                <a:lnTo>
                  <a:pt x="213" y="453"/>
                </a:lnTo>
                <a:lnTo>
                  <a:pt x="226" y="448"/>
                </a:lnTo>
                <a:lnTo>
                  <a:pt x="239" y="439"/>
                </a:lnTo>
                <a:lnTo>
                  <a:pt x="252" y="431"/>
                </a:lnTo>
                <a:lnTo>
                  <a:pt x="270" y="422"/>
                </a:lnTo>
                <a:lnTo>
                  <a:pt x="283" y="409"/>
                </a:lnTo>
                <a:lnTo>
                  <a:pt x="296" y="400"/>
                </a:lnTo>
                <a:lnTo>
                  <a:pt x="313" y="387"/>
                </a:lnTo>
                <a:lnTo>
                  <a:pt x="326" y="374"/>
                </a:lnTo>
                <a:lnTo>
                  <a:pt x="339" y="361"/>
                </a:lnTo>
                <a:lnTo>
                  <a:pt x="352" y="344"/>
                </a:lnTo>
                <a:lnTo>
                  <a:pt x="370" y="331"/>
                </a:lnTo>
                <a:lnTo>
                  <a:pt x="383" y="313"/>
                </a:lnTo>
                <a:lnTo>
                  <a:pt x="396" y="296"/>
                </a:lnTo>
                <a:lnTo>
                  <a:pt x="409" y="279"/>
                </a:lnTo>
                <a:lnTo>
                  <a:pt x="426" y="261"/>
                </a:lnTo>
                <a:lnTo>
                  <a:pt x="439" y="244"/>
                </a:lnTo>
                <a:lnTo>
                  <a:pt x="452" y="226"/>
                </a:lnTo>
                <a:lnTo>
                  <a:pt x="470" y="209"/>
                </a:lnTo>
                <a:lnTo>
                  <a:pt x="483" y="187"/>
                </a:lnTo>
                <a:lnTo>
                  <a:pt x="496" y="170"/>
                </a:lnTo>
                <a:lnTo>
                  <a:pt x="509" y="153"/>
                </a:lnTo>
                <a:lnTo>
                  <a:pt x="526" y="135"/>
                </a:lnTo>
                <a:lnTo>
                  <a:pt x="539" y="118"/>
                </a:lnTo>
                <a:lnTo>
                  <a:pt x="552" y="100"/>
                </a:lnTo>
                <a:lnTo>
                  <a:pt x="565" y="87"/>
                </a:lnTo>
                <a:lnTo>
                  <a:pt x="583" y="70"/>
                </a:lnTo>
                <a:lnTo>
                  <a:pt x="596" y="57"/>
                </a:lnTo>
                <a:lnTo>
                  <a:pt x="609" y="44"/>
                </a:lnTo>
                <a:lnTo>
                  <a:pt x="622" y="35"/>
                </a:lnTo>
                <a:lnTo>
                  <a:pt x="639" y="22"/>
                </a:lnTo>
                <a:lnTo>
                  <a:pt x="652" y="18"/>
                </a:lnTo>
                <a:lnTo>
                  <a:pt x="665" y="9"/>
                </a:lnTo>
                <a:lnTo>
                  <a:pt x="683" y="5"/>
                </a:lnTo>
                <a:lnTo>
                  <a:pt x="696" y="0"/>
                </a:lnTo>
                <a:lnTo>
                  <a:pt x="709" y="0"/>
                </a:lnTo>
                <a:lnTo>
                  <a:pt x="722" y="0"/>
                </a:lnTo>
                <a:lnTo>
                  <a:pt x="739" y="5"/>
                </a:lnTo>
                <a:lnTo>
                  <a:pt x="752" y="9"/>
                </a:lnTo>
                <a:lnTo>
                  <a:pt x="765" y="18"/>
                </a:lnTo>
                <a:lnTo>
                  <a:pt x="778" y="22"/>
                </a:lnTo>
                <a:lnTo>
                  <a:pt x="796" y="35"/>
                </a:lnTo>
                <a:lnTo>
                  <a:pt x="809" y="44"/>
                </a:lnTo>
                <a:lnTo>
                  <a:pt x="822" y="57"/>
                </a:lnTo>
                <a:lnTo>
                  <a:pt x="839" y="70"/>
                </a:lnTo>
                <a:lnTo>
                  <a:pt x="852" y="87"/>
                </a:lnTo>
                <a:lnTo>
                  <a:pt x="865" y="100"/>
                </a:lnTo>
                <a:lnTo>
                  <a:pt x="878" y="118"/>
                </a:lnTo>
                <a:lnTo>
                  <a:pt x="896" y="135"/>
                </a:lnTo>
                <a:lnTo>
                  <a:pt x="909" y="153"/>
                </a:lnTo>
                <a:lnTo>
                  <a:pt x="922" y="170"/>
                </a:lnTo>
                <a:lnTo>
                  <a:pt x="935" y="187"/>
                </a:lnTo>
                <a:lnTo>
                  <a:pt x="952" y="209"/>
                </a:lnTo>
                <a:lnTo>
                  <a:pt x="965" y="226"/>
                </a:lnTo>
                <a:lnTo>
                  <a:pt x="978" y="244"/>
                </a:lnTo>
                <a:lnTo>
                  <a:pt x="996" y="261"/>
                </a:lnTo>
                <a:lnTo>
                  <a:pt x="1009" y="279"/>
                </a:lnTo>
                <a:lnTo>
                  <a:pt x="1022" y="296"/>
                </a:lnTo>
                <a:lnTo>
                  <a:pt x="1035" y="313"/>
                </a:lnTo>
                <a:lnTo>
                  <a:pt x="1052" y="331"/>
                </a:lnTo>
                <a:lnTo>
                  <a:pt x="1065" y="344"/>
                </a:lnTo>
                <a:lnTo>
                  <a:pt x="1078" y="361"/>
                </a:lnTo>
                <a:lnTo>
                  <a:pt x="1091" y="374"/>
                </a:lnTo>
                <a:lnTo>
                  <a:pt x="1109" y="387"/>
                </a:lnTo>
                <a:lnTo>
                  <a:pt x="1122" y="400"/>
                </a:lnTo>
                <a:lnTo>
                  <a:pt x="1135" y="409"/>
                </a:lnTo>
                <a:lnTo>
                  <a:pt x="1148" y="422"/>
                </a:lnTo>
                <a:lnTo>
                  <a:pt x="1165" y="431"/>
                </a:lnTo>
                <a:lnTo>
                  <a:pt x="1178" y="439"/>
                </a:lnTo>
                <a:lnTo>
                  <a:pt x="1191" y="448"/>
                </a:lnTo>
                <a:lnTo>
                  <a:pt x="1209" y="453"/>
                </a:lnTo>
                <a:lnTo>
                  <a:pt x="1222" y="461"/>
                </a:lnTo>
                <a:lnTo>
                  <a:pt x="1235" y="466"/>
                </a:lnTo>
                <a:lnTo>
                  <a:pt x="1248" y="474"/>
                </a:lnTo>
                <a:lnTo>
                  <a:pt x="1265" y="479"/>
                </a:lnTo>
                <a:lnTo>
                  <a:pt x="1278" y="483"/>
                </a:lnTo>
                <a:lnTo>
                  <a:pt x="1291" y="487"/>
                </a:lnTo>
                <a:lnTo>
                  <a:pt x="1304" y="487"/>
                </a:lnTo>
                <a:lnTo>
                  <a:pt x="1322" y="492"/>
                </a:lnTo>
                <a:lnTo>
                  <a:pt x="1335" y="496"/>
                </a:lnTo>
                <a:lnTo>
                  <a:pt x="1348" y="496"/>
                </a:lnTo>
                <a:lnTo>
                  <a:pt x="1365" y="500"/>
                </a:lnTo>
                <a:lnTo>
                  <a:pt x="1378" y="500"/>
                </a:lnTo>
                <a:lnTo>
                  <a:pt x="1391" y="500"/>
                </a:lnTo>
                <a:lnTo>
                  <a:pt x="1404" y="505"/>
                </a:lnTo>
                <a:lnTo>
                  <a:pt x="1422" y="505"/>
                </a:lnTo>
              </a:path>
            </a:pathLst>
          </a:custGeom>
          <a:noFill/>
          <a:ln w="38100" cmpd="sng">
            <a:solidFill>
              <a:schemeClr val="tx1"/>
            </a:solidFill>
            <a:prstDash val="solid"/>
            <a:round/>
            <a:headEnd/>
            <a:tailEnd/>
          </a:ln>
        </p:spPr>
        <p:txBody>
          <a:bodyPr/>
          <a:lstStyle/>
          <a:p>
            <a:endParaRPr lang="nl-BE"/>
          </a:p>
        </p:txBody>
      </p:sp>
      <p:sp>
        <p:nvSpPr>
          <p:cNvPr id="54293" name="Line 21"/>
          <p:cNvSpPr>
            <a:spLocks noChangeShapeType="1"/>
          </p:cNvSpPr>
          <p:nvPr/>
        </p:nvSpPr>
        <p:spPr bwMode="auto">
          <a:xfrm flipV="1">
            <a:off x="3409950" y="4394200"/>
            <a:ext cx="0" cy="919163"/>
          </a:xfrm>
          <a:prstGeom prst="line">
            <a:avLst/>
          </a:prstGeom>
          <a:noFill/>
          <a:ln w="9525">
            <a:solidFill>
              <a:schemeClr val="tx1"/>
            </a:solidFill>
            <a:round/>
            <a:headEnd/>
            <a:tailEnd/>
          </a:ln>
        </p:spPr>
        <p:txBody>
          <a:bodyPr wrap="none" anchor="ctr"/>
          <a:lstStyle/>
          <a:p>
            <a:endParaRPr lang="nl-BE"/>
          </a:p>
        </p:txBody>
      </p:sp>
      <p:sp>
        <p:nvSpPr>
          <p:cNvPr id="54294" name="Line 22"/>
          <p:cNvSpPr>
            <a:spLocks noChangeShapeType="1"/>
          </p:cNvSpPr>
          <p:nvPr/>
        </p:nvSpPr>
        <p:spPr bwMode="auto">
          <a:xfrm flipV="1">
            <a:off x="4618038" y="4394200"/>
            <a:ext cx="0" cy="919163"/>
          </a:xfrm>
          <a:prstGeom prst="line">
            <a:avLst/>
          </a:prstGeom>
          <a:noFill/>
          <a:ln w="9525">
            <a:solidFill>
              <a:schemeClr val="tx1"/>
            </a:solidFill>
            <a:round/>
            <a:headEnd/>
            <a:tailEnd/>
          </a:ln>
        </p:spPr>
        <p:txBody>
          <a:bodyPr wrap="none" anchor="ctr"/>
          <a:lstStyle/>
          <a:p>
            <a:endParaRPr lang="nl-BE"/>
          </a:p>
        </p:txBody>
      </p:sp>
      <p:sp>
        <p:nvSpPr>
          <p:cNvPr id="54295" name="Text Box 23"/>
          <p:cNvSpPr txBox="1">
            <a:spLocks noChangeArrowheads="1"/>
          </p:cNvSpPr>
          <p:nvPr/>
        </p:nvSpPr>
        <p:spPr bwMode="auto">
          <a:xfrm>
            <a:off x="3144838" y="4216400"/>
            <a:ext cx="376237" cy="214313"/>
          </a:xfrm>
          <a:prstGeom prst="rect">
            <a:avLst/>
          </a:prstGeom>
          <a:noFill/>
          <a:ln w="9525">
            <a:noFill/>
            <a:miter lim="800000"/>
            <a:headEnd/>
            <a:tailEnd/>
          </a:ln>
        </p:spPr>
        <p:txBody>
          <a:bodyPr wrap="none">
            <a:spAutoFit/>
          </a:bodyPr>
          <a:lstStyle/>
          <a:p>
            <a:pPr eaLnBrk="0" hangingPunct="0"/>
            <a:r>
              <a:rPr lang="en-US" sz="800" b="1" i="1">
                <a:latin typeface="Arial" pitchFamily="34" charset="0"/>
              </a:rPr>
              <a:t>LSL</a:t>
            </a:r>
          </a:p>
        </p:txBody>
      </p:sp>
      <p:sp>
        <p:nvSpPr>
          <p:cNvPr id="54296" name="Text Box 24"/>
          <p:cNvSpPr txBox="1">
            <a:spLocks noChangeArrowheads="1"/>
          </p:cNvSpPr>
          <p:nvPr/>
        </p:nvSpPr>
        <p:spPr bwMode="auto">
          <a:xfrm>
            <a:off x="4525963" y="4216400"/>
            <a:ext cx="387350" cy="214313"/>
          </a:xfrm>
          <a:prstGeom prst="rect">
            <a:avLst/>
          </a:prstGeom>
          <a:noFill/>
          <a:ln w="9525">
            <a:noFill/>
            <a:miter lim="800000"/>
            <a:headEnd/>
            <a:tailEnd/>
          </a:ln>
        </p:spPr>
        <p:txBody>
          <a:bodyPr wrap="none">
            <a:spAutoFit/>
          </a:bodyPr>
          <a:lstStyle/>
          <a:p>
            <a:pPr eaLnBrk="0" hangingPunct="0"/>
            <a:r>
              <a:rPr lang="en-US" sz="800" b="1" i="1">
                <a:latin typeface="Arial" pitchFamily="34" charset="0"/>
              </a:rPr>
              <a:t>USL</a:t>
            </a:r>
          </a:p>
        </p:txBody>
      </p:sp>
      <p:sp>
        <p:nvSpPr>
          <p:cNvPr id="54297" name="Line 25"/>
          <p:cNvSpPr>
            <a:spLocks noChangeShapeType="1"/>
          </p:cNvSpPr>
          <p:nvPr/>
        </p:nvSpPr>
        <p:spPr bwMode="auto">
          <a:xfrm>
            <a:off x="3200400" y="1838325"/>
            <a:ext cx="0" cy="1019175"/>
          </a:xfrm>
          <a:prstGeom prst="line">
            <a:avLst/>
          </a:prstGeom>
          <a:noFill/>
          <a:ln w="9525">
            <a:solidFill>
              <a:schemeClr val="tx1"/>
            </a:solidFill>
            <a:prstDash val="dash"/>
            <a:round/>
            <a:headEnd/>
            <a:tailEnd/>
          </a:ln>
        </p:spPr>
        <p:txBody>
          <a:bodyPr wrap="none" anchor="ctr"/>
          <a:lstStyle/>
          <a:p>
            <a:endParaRPr lang="nl-BE"/>
          </a:p>
        </p:txBody>
      </p:sp>
      <p:sp>
        <p:nvSpPr>
          <p:cNvPr id="54298" name="Line 26"/>
          <p:cNvSpPr>
            <a:spLocks noChangeShapeType="1"/>
          </p:cNvSpPr>
          <p:nvPr/>
        </p:nvSpPr>
        <p:spPr bwMode="auto">
          <a:xfrm>
            <a:off x="6305550" y="1838325"/>
            <a:ext cx="0" cy="1019175"/>
          </a:xfrm>
          <a:prstGeom prst="line">
            <a:avLst/>
          </a:prstGeom>
          <a:noFill/>
          <a:ln w="9525">
            <a:solidFill>
              <a:schemeClr val="tx1"/>
            </a:solidFill>
            <a:prstDash val="dash"/>
            <a:round/>
            <a:headEnd/>
            <a:tailEnd/>
          </a:ln>
        </p:spPr>
        <p:txBody>
          <a:bodyPr wrap="none" anchor="ctr"/>
          <a:lstStyle/>
          <a:p>
            <a:endParaRPr lang="nl-BE"/>
          </a:p>
        </p:txBody>
      </p:sp>
      <p:sp>
        <p:nvSpPr>
          <p:cNvPr id="54299" name="Line 27"/>
          <p:cNvSpPr>
            <a:spLocks noChangeShapeType="1"/>
          </p:cNvSpPr>
          <p:nvPr/>
        </p:nvSpPr>
        <p:spPr bwMode="auto">
          <a:xfrm>
            <a:off x="4000500" y="4295775"/>
            <a:ext cx="0" cy="1019175"/>
          </a:xfrm>
          <a:prstGeom prst="line">
            <a:avLst/>
          </a:prstGeom>
          <a:noFill/>
          <a:ln w="9525">
            <a:solidFill>
              <a:schemeClr val="tx1"/>
            </a:solidFill>
            <a:prstDash val="dash"/>
            <a:round/>
            <a:headEnd/>
            <a:tailEnd/>
          </a:ln>
        </p:spPr>
        <p:txBody>
          <a:bodyPr wrap="none" anchor="ctr"/>
          <a:lstStyle/>
          <a:p>
            <a:endParaRPr lang="nl-BE"/>
          </a:p>
        </p:txBody>
      </p:sp>
      <p:grpSp>
        <p:nvGrpSpPr>
          <p:cNvPr id="2" name="Group 28"/>
          <p:cNvGrpSpPr>
            <a:grpSpLocks/>
          </p:cNvGrpSpPr>
          <p:nvPr/>
        </p:nvGrpSpPr>
        <p:grpSpPr bwMode="auto">
          <a:xfrm>
            <a:off x="549275" y="1841500"/>
            <a:ext cx="1096963" cy="1096963"/>
            <a:chOff x="66" y="1536"/>
            <a:chExt cx="806" cy="806"/>
          </a:xfrm>
        </p:grpSpPr>
        <p:sp>
          <p:nvSpPr>
            <p:cNvPr id="54348" name="Oval 29"/>
            <p:cNvSpPr>
              <a:spLocks noChangeArrowheads="1"/>
            </p:cNvSpPr>
            <p:nvPr/>
          </p:nvSpPr>
          <p:spPr bwMode="auto">
            <a:xfrm>
              <a:off x="66" y="1536"/>
              <a:ext cx="806" cy="806"/>
            </a:xfrm>
            <a:prstGeom prst="ellipse">
              <a:avLst/>
            </a:prstGeom>
            <a:solidFill>
              <a:srgbClr val="FF0000"/>
            </a:solidFill>
            <a:ln w="9525">
              <a:solidFill>
                <a:schemeClr val="tx1"/>
              </a:solidFill>
              <a:round/>
              <a:headEnd/>
              <a:tailEnd/>
            </a:ln>
          </p:spPr>
          <p:txBody>
            <a:bodyPr wrap="none" anchor="ctr"/>
            <a:lstStyle/>
            <a:p>
              <a:endParaRPr lang="nl-BE"/>
            </a:p>
          </p:txBody>
        </p:sp>
        <p:sp>
          <p:nvSpPr>
            <p:cNvPr id="54349" name="Oval 30"/>
            <p:cNvSpPr>
              <a:spLocks noChangeArrowheads="1"/>
            </p:cNvSpPr>
            <p:nvPr/>
          </p:nvSpPr>
          <p:spPr bwMode="auto">
            <a:xfrm>
              <a:off x="124" y="1593"/>
              <a:ext cx="691" cy="691"/>
            </a:xfrm>
            <a:prstGeom prst="ellipse">
              <a:avLst/>
            </a:prstGeom>
            <a:solidFill>
              <a:schemeClr val="bg1"/>
            </a:solidFill>
            <a:ln w="9525">
              <a:solidFill>
                <a:schemeClr val="tx1"/>
              </a:solidFill>
              <a:round/>
              <a:headEnd/>
              <a:tailEnd/>
            </a:ln>
          </p:spPr>
          <p:txBody>
            <a:bodyPr wrap="none" anchor="ctr"/>
            <a:lstStyle/>
            <a:p>
              <a:endParaRPr lang="nl-BE"/>
            </a:p>
          </p:txBody>
        </p:sp>
        <p:sp>
          <p:nvSpPr>
            <p:cNvPr id="54350" name="Oval 31"/>
            <p:cNvSpPr>
              <a:spLocks noChangeArrowheads="1"/>
            </p:cNvSpPr>
            <p:nvPr/>
          </p:nvSpPr>
          <p:spPr bwMode="auto">
            <a:xfrm>
              <a:off x="181" y="1651"/>
              <a:ext cx="576" cy="576"/>
            </a:xfrm>
            <a:prstGeom prst="ellipse">
              <a:avLst/>
            </a:prstGeom>
            <a:solidFill>
              <a:srgbClr val="FF0000"/>
            </a:solidFill>
            <a:ln w="9525">
              <a:solidFill>
                <a:schemeClr val="tx1"/>
              </a:solidFill>
              <a:round/>
              <a:headEnd/>
              <a:tailEnd/>
            </a:ln>
          </p:spPr>
          <p:txBody>
            <a:bodyPr wrap="none" anchor="ctr"/>
            <a:lstStyle/>
            <a:p>
              <a:endParaRPr lang="nl-BE"/>
            </a:p>
          </p:txBody>
        </p:sp>
        <p:sp>
          <p:nvSpPr>
            <p:cNvPr id="54351" name="Oval 32"/>
            <p:cNvSpPr>
              <a:spLocks noChangeArrowheads="1"/>
            </p:cNvSpPr>
            <p:nvPr/>
          </p:nvSpPr>
          <p:spPr bwMode="auto">
            <a:xfrm>
              <a:off x="238" y="1708"/>
              <a:ext cx="461" cy="461"/>
            </a:xfrm>
            <a:prstGeom prst="ellipse">
              <a:avLst/>
            </a:prstGeom>
            <a:solidFill>
              <a:schemeClr val="bg1"/>
            </a:solidFill>
            <a:ln w="9525">
              <a:solidFill>
                <a:schemeClr val="tx1"/>
              </a:solidFill>
              <a:round/>
              <a:headEnd/>
              <a:tailEnd/>
            </a:ln>
          </p:spPr>
          <p:txBody>
            <a:bodyPr wrap="none" anchor="ctr"/>
            <a:lstStyle/>
            <a:p>
              <a:endParaRPr lang="nl-BE"/>
            </a:p>
          </p:txBody>
        </p:sp>
        <p:sp>
          <p:nvSpPr>
            <p:cNvPr id="54352" name="Oval 33"/>
            <p:cNvSpPr>
              <a:spLocks noChangeArrowheads="1"/>
            </p:cNvSpPr>
            <p:nvPr/>
          </p:nvSpPr>
          <p:spPr bwMode="auto">
            <a:xfrm>
              <a:off x="296" y="1766"/>
              <a:ext cx="345" cy="345"/>
            </a:xfrm>
            <a:prstGeom prst="ellipse">
              <a:avLst/>
            </a:prstGeom>
            <a:solidFill>
              <a:srgbClr val="FF0000"/>
            </a:solidFill>
            <a:ln w="9525">
              <a:solidFill>
                <a:schemeClr val="tx1"/>
              </a:solidFill>
              <a:round/>
              <a:headEnd/>
              <a:tailEnd/>
            </a:ln>
          </p:spPr>
          <p:txBody>
            <a:bodyPr wrap="none" anchor="ctr"/>
            <a:lstStyle/>
            <a:p>
              <a:endParaRPr lang="nl-BE"/>
            </a:p>
          </p:txBody>
        </p:sp>
        <p:sp>
          <p:nvSpPr>
            <p:cNvPr id="54353" name="Oval 34"/>
            <p:cNvSpPr>
              <a:spLocks noChangeArrowheads="1"/>
            </p:cNvSpPr>
            <p:nvPr/>
          </p:nvSpPr>
          <p:spPr bwMode="auto">
            <a:xfrm>
              <a:off x="354" y="1824"/>
              <a:ext cx="230" cy="230"/>
            </a:xfrm>
            <a:prstGeom prst="ellipse">
              <a:avLst/>
            </a:prstGeom>
            <a:solidFill>
              <a:schemeClr val="bg1"/>
            </a:solidFill>
            <a:ln w="9525">
              <a:solidFill>
                <a:schemeClr val="tx1"/>
              </a:solidFill>
              <a:round/>
              <a:headEnd/>
              <a:tailEnd/>
            </a:ln>
          </p:spPr>
          <p:txBody>
            <a:bodyPr wrap="none" anchor="ctr"/>
            <a:lstStyle/>
            <a:p>
              <a:endParaRPr lang="nl-BE"/>
            </a:p>
          </p:txBody>
        </p:sp>
        <p:sp>
          <p:nvSpPr>
            <p:cNvPr id="54354" name="Oval 35"/>
            <p:cNvSpPr>
              <a:spLocks noChangeArrowheads="1"/>
            </p:cNvSpPr>
            <p:nvPr/>
          </p:nvSpPr>
          <p:spPr bwMode="auto">
            <a:xfrm>
              <a:off x="412" y="1881"/>
              <a:ext cx="115" cy="115"/>
            </a:xfrm>
            <a:prstGeom prst="ellipse">
              <a:avLst/>
            </a:prstGeom>
            <a:solidFill>
              <a:srgbClr val="FF0000"/>
            </a:solidFill>
            <a:ln w="9525">
              <a:solidFill>
                <a:schemeClr val="tx1"/>
              </a:solidFill>
              <a:round/>
              <a:headEnd/>
              <a:tailEnd/>
            </a:ln>
          </p:spPr>
          <p:txBody>
            <a:bodyPr wrap="none" anchor="ctr"/>
            <a:lstStyle/>
            <a:p>
              <a:endParaRPr lang="nl-BE"/>
            </a:p>
          </p:txBody>
        </p:sp>
      </p:grpSp>
      <p:grpSp>
        <p:nvGrpSpPr>
          <p:cNvPr id="3" name="Group 36"/>
          <p:cNvGrpSpPr>
            <a:grpSpLocks/>
          </p:cNvGrpSpPr>
          <p:nvPr/>
        </p:nvGrpSpPr>
        <p:grpSpPr bwMode="auto">
          <a:xfrm>
            <a:off x="7515225" y="1758950"/>
            <a:ext cx="1096963" cy="1096963"/>
            <a:chOff x="66" y="1536"/>
            <a:chExt cx="806" cy="806"/>
          </a:xfrm>
        </p:grpSpPr>
        <p:sp>
          <p:nvSpPr>
            <p:cNvPr id="54341" name="Oval 37"/>
            <p:cNvSpPr>
              <a:spLocks noChangeArrowheads="1"/>
            </p:cNvSpPr>
            <p:nvPr/>
          </p:nvSpPr>
          <p:spPr bwMode="auto">
            <a:xfrm>
              <a:off x="66" y="1536"/>
              <a:ext cx="806" cy="806"/>
            </a:xfrm>
            <a:prstGeom prst="ellipse">
              <a:avLst/>
            </a:prstGeom>
            <a:solidFill>
              <a:srgbClr val="FF0000"/>
            </a:solidFill>
            <a:ln w="9525">
              <a:solidFill>
                <a:schemeClr val="tx1"/>
              </a:solidFill>
              <a:round/>
              <a:headEnd/>
              <a:tailEnd/>
            </a:ln>
          </p:spPr>
          <p:txBody>
            <a:bodyPr wrap="none" anchor="ctr"/>
            <a:lstStyle/>
            <a:p>
              <a:endParaRPr lang="nl-BE"/>
            </a:p>
          </p:txBody>
        </p:sp>
        <p:sp>
          <p:nvSpPr>
            <p:cNvPr id="54342" name="Oval 38"/>
            <p:cNvSpPr>
              <a:spLocks noChangeArrowheads="1"/>
            </p:cNvSpPr>
            <p:nvPr/>
          </p:nvSpPr>
          <p:spPr bwMode="auto">
            <a:xfrm>
              <a:off x="124" y="1593"/>
              <a:ext cx="691" cy="691"/>
            </a:xfrm>
            <a:prstGeom prst="ellipse">
              <a:avLst/>
            </a:prstGeom>
            <a:solidFill>
              <a:schemeClr val="bg1"/>
            </a:solidFill>
            <a:ln w="9525">
              <a:solidFill>
                <a:schemeClr val="tx1"/>
              </a:solidFill>
              <a:round/>
              <a:headEnd/>
              <a:tailEnd/>
            </a:ln>
          </p:spPr>
          <p:txBody>
            <a:bodyPr wrap="none" anchor="ctr"/>
            <a:lstStyle/>
            <a:p>
              <a:endParaRPr lang="nl-BE"/>
            </a:p>
          </p:txBody>
        </p:sp>
        <p:sp>
          <p:nvSpPr>
            <p:cNvPr id="54343" name="Oval 39"/>
            <p:cNvSpPr>
              <a:spLocks noChangeArrowheads="1"/>
            </p:cNvSpPr>
            <p:nvPr/>
          </p:nvSpPr>
          <p:spPr bwMode="auto">
            <a:xfrm>
              <a:off x="181" y="1651"/>
              <a:ext cx="576" cy="576"/>
            </a:xfrm>
            <a:prstGeom prst="ellipse">
              <a:avLst/>
            </a:prstGeom>
            <a:solidFill>
              <a:srgbClr val="FF0000"/>
            </a:solidFill>
            <a:ln w="9525">
              <a:solidFill>
                <a:schemeClr val="tx1"/>
              </a:solidFill>
              <a:round/>
              <a:headEnd/>
              <a:tailEnd/>
            </a:ln>
          </p:spPr>
          <p:txBody>
            <a:bodyPr wrap="none" anchor="ctr"/>
            <a:lstStyle/>
            <a:p>
              <a:endParaRPr lang="nl-BE"/>
            </a:p>
          </p:txBody>
        </p:sp>
        <p:sp>
          <p:nvSpPr>
            <p:cNvPr id="54344" name="Oval 40"/>
            <p:cNvSpPr>
              <a:spLocks noChangeArrowheads="1"/>
            </p:cNvSpPr>
            <p:nvPr/>
          </p:nvSpPr>
          <p:spPr bwMode="auto">
            <a:xfrm>
              <a:off x="238" y="1708"/>
              <a:ext cx="461" cy="461"/>
            </a:xfrm>
            <a:prstGeom prst="ellipse">
              <a:avLst/>
            </a:prstGeom>
            <a:solidFill>
              <a:schemeClr val="bg1"/>
            </a:solidFill>
            <a:ln w="9525">
              <a:solidFill>
                <a:schemeClr val="tx1"/>
              </a:solidFill>
              <a:round/>
              <a:headEnd/>
              <a:tailEnd/>
            </a:ln>
          </p:spPr>
          <p:txBody>
            <a:bodyPr wrap="none" anchor="ctr"/>
            <a:lstStyle/>
            <a:p>
              <a:endParaRPr lang="nl-BE"/>
            </a:p>
          </p:txBody>
        </p:sp>
        <p:sp>
          <p:nvSpPr>
            <p:cNvPr id="54345" name="Oval 41"/>
            <p:cNvSpPr>
              <a:spLocks noChangeArrowheads="1"/>
            </p:cNvSpPr>
            <p:nvPr/>
          </p:nvSpPr>
          <p:spPr bwMode="auto">
            <a:xfrm>
              <a:off x="296" y="1766"/>
              <a:ext cx="345" cy="345"/>
            </a:xfrm>
            <a:prstGeom prst="ellipse">
              <a:avLst/>
            </a:prstGeom>
            <a:solidFill>
              <a:srgbClr val="FF0000"/>
            </a:solidFill>
            <a:ln w="9525">
              <a:solidFill>
                <a:schemeClr val="tx1"/>
              </a:solidFill>
              <a:round/>
              <a:headEnd/>
              <a:tailEnd/>
            </a:ln>
          </p:spPr>
          <p:txBody>
            <a:bodyPr wrap="none" anchor="ctr"/>
            <a:lstStyle/>
            <a:p>
              <a:endParaRPr lang="nl-BE"/>
            </a:p>
          </p:txBody>
        </p:sp>
        <p:sp>
          <p:nvSpPr>
            <p:cNvPr id="54346" name="Oval 42"/>
            <p:cNvSpPr>
              <a:spLocks noChangeArrowheads="1"/>
            </p:cNvSpPr>
            <p:nvPr/>
          </p:nvSpPr>
          <p:spPr bwMode="auto">
            <a:xfrm>
              <a:off x="354" y="1824"/>
              <a:ext cx="230" cy="230"/>
            </a:xfrm>
            <a:prstGeom prst="ellipse">
              <a:avLst/>
            </a:prstGeom>
            <a:solidFill>
              <a:schemeClr val="bg1"/>
            </a:solidFill>
            <a:ln w="9525">
              <a:solidFill>
                <a:schemeClr val="tx1"/>
              </a:solidFill>
              <a:round/>
              <a:headEnd/>
              <a:tailEnd/>
            </a:ln>
          </p:spPr>
          <p:txBody>
            <a:bodyPr wrap="none" anchor="ctr"/>
            <a:lstStyle/>
            <a:p>
              <a:endParaRPr lang="nl-BE"/>
            </a:p>
          </p:txBody>
        </p:sp>
        <p:sp>
          <p:nvSpPr>
            <p:cNvPr id="54347" name="Oval 43"/>
            <p:cNvSpPr>
              <a:spLocks noChangeArrowheads="1"/>
            </p:cNvSpPr>
            <p:nvPr/>
          </p:nvSpPr>
          <p:spPr bwMode="auto">
            <a:xfrm>
              <a:off x="412" y="1881"/>
              <a:ext cx="115" cy="115"/>
            </a:xfrm>
            <a:prstGeom prst="ellipse">
              <a:avLst/>
            </a:prstGeom>
            <a:solidFill>
              <a:srgbClr val="FF0000"/>
            </a:solidFill>
            <a:ln w="9525">
              <a:solidFill>
                <a:schemeClr val="tx1"/>
              </a:solidFill>
              <a:round/>
              <a:headEnd/>
              <a:tailEnd/>
            </a:ln>
          </p:spPr>
          <p:txBody>
            <a:bodyPr wrap="none" anchor="ctr"/>
            <a:lstStyle/>
            <a:p>
              <a:endParaRPr lang="nl-BE"/>
            </a:p>
          </p:txBody>
        </p:sp>
      </p:grpSp>
      <p:sp>
        <p:nvSpPr>
          <p:cNvPr id="54302" name="Oval 44"/>
          <p:cNvSpPr>
            <a:spLocks noChangeArrowheads="1"/>
          </p:cNvSpPr>
          <p:nvPr/>
        </p:nvSpPr>
        <p:spPr bwMode="auto">
          <a:xfrm>
            <a:off x="7667625" y="2063750"/>
            <a:ext cx="63500" cy="63500"/>
          </a:xfrm>
          <a:prstGeom prst="ellipse">
            <a:avLst/>
          </a:prstGeom>
          <a:solidFill>
            <a:schemeClr val="tx1"/>
          </a:solidFill>
          <a:ln w="9525">
            <a:solidFill>
              <a:schemeClr val="tx1"/>
            </a:solidFill>
            <a:round/>
            <a:headEnd/>
            <a:tailEnd/>
          </a:ln>
        </p:spPr>
        <p:txBody>
          <a:bodyPr wrap="none" anchor="ctr"/>
          <a:lstStyle/>
          <a:p>
            <a:endParaRPr lang="nl-BE"/>
          </a:p>
        </p:txBody>
      </p:sp>
      <p:sp>
        <p:nvSpPr>
          <p:cNvPr id="54303" name="Oval 45"/>
          <p:cNvSpPr>
            <a:spLocks noChangeArrowheads="1"/>
          </p:cNvSpPr>
          <p:nvPr/>
        </p:nvSpPr>
        <p:spPr bwMode="auto">
          <a:xfrm>
            <a:off x="7991475" y="2336800"/>
            <a:ext cx="63500" cy="63500"/>
          </a:xfrm>
          <a:prstGeom prst="ellipse">
            <a:avLst/>
          </a:prstGeom>
          <a:solidFill>
            <a:schemeClr val="tx1"/>
          </a:solidFill>
          <a:ln w="9525">
            <a:solidFill>
              <a:schemeClr val="tx1"/>
            </a:solidFill>
            <a:round/>
            <a:headEnd/>
            <a:tailEnd/>
          </a:ln>
        </p:spPr>
        <p:txBody>
          <a:bodyPr wrap="none" anchor="ctr"/>
          <a:lstStyle/>
          <a:p>
            <a:endParaRPr lang="nl-BE"/>
          </a:p>
        </p:txBody>
      </p:sp>
      <p:sp>
        <p:nvSpPr>
          <p:cNvPr id="54304" name="Oval 46"/>
          <p:cNvSpPr>
            <a:spLocks noChangeArrowheads="1"/>
          </p:cNvSpPr>
          <p:nvPr/>
        </p:nvSpPr>
        <p:spPr bwMode="auto">
          <a:xfrm>
            <a:off x="8321675" y="2470150"/>
            <a:ext cx="63500" cy="63500"/>
          </a:xfrm>
          <a:prstGeom prst="ellipse">
            <a:avLst/>
          </a:prstGeom>
          <a:solidFill>
            <a:schemeClr val="tx1"/>
          </a:solidFill>
          <a:ln w="9525">
            <a:solidFill>
              <a:schemeClr val="tx1"/>
            </a:solidFill>
            <a:round/>
            <a:headEnd/>
            <a:tailEnd/>
          </a:ln>
        </p:spPr>
        <p:txBody>
          <a:bodyPr wrap="none" anchor="ctr"/>
          <a:lstStyle/>
          <a:p>
            <a:endParaRPr lang="nl-BE"/>
          </a:p>
        </p:txBody>
      </p:sp>
      <p:sp>
        <p:nvSpPr>
          <p:cNvPr id="54305" name="Oval 47"/>
          <p:cNvSpPr>
            <a:spLocks noChangeArrowheads="1"/>
          </p:cNvSpPr>
          <p:nvPr/>
        </p:nvSpPr>
        <p:spPr bwMode="auto">
          <a:xfrm>
            <a:off x="8435975" y="2057400"/>
            <a:ext cx="63500" cy="63500"/>
          </a:xfrm>
          <a:prstGeom prst="ellipse">
            <a:avLst/>
          </a:prstGeom>
          <a:solidFill>
            <a:schemeClr val="tx1"/>
          </a:solidFill>
          <a:ln w="9525">
            <a:solidFill>
              <a:schemeClr val="tx1"/>
            </a:solidFill>
            <a:round/>
            <a:headEnd/>
            <a:tailEnd/>
          </a:ln>
        </p:spPr>
        <p:txBody>
          <a:bodyPr wrap="none" anchor="ctr"/>
          <a:lstStyle/>
          <a:p>
            <a:endParaRPr lang="nl-BE"/>
          </a:p>
        </p:txBody>
      </p:sp>
      <p:sp>
        <p:nvSpPr>
          <p:cNvPr id="54306" name="Oval 48"/>
          <p:cNvSpPr>
            <a:spLocks noChangeArrowheads="1"/>
          </p:cNvSpPr>
          <p:nvPr/>
        </p:nvSpPr>
        <p:spPr bwMode="auto">
          <a:xfrm>
            <a:off x="8118475" y="2089150"/>
            <a:ext cx="63500" cy="63500"/>
          </a:xfrm>
          <a:prstGeom prst="ellipse">
            <a:avLst/>
          </a:prstGeom>
          <a:solidFill>
            <a:schemeClr val="tx1"/>
          </a:solidFill>
          <a:ln w="9525">
            <a:solidFill>
              <a:schemeClr val="tx1"/>
            </a:solidFill>
            <a:round/>
            <a:headEnd/>
            <a:tailEnd/>
          </a:ln>
        </p:spPr>
        <p:txBody>
          <a:bodyPr wrap="none" anchor="ctr"/>
          <a:lstStyle/>
          <a:p>
            <a:endParaRPr lang="nl-BE"/>
          </a:p>
        </p:txBody>
      </p:sp>
      <p:sp>
        <p:nvSpPr>
          <p:cNvPr id="54307" name="Oval 49"/>
          <p:cNvSpPr>
            <a:spLocks noChangeArrowheads="1"/>
          </p:cNvSpPr>
          <p:nvPr/>
        </p:nvSpPr>
        <p:spPr bwMode="auto">
          <a:xfrm>
            <a:off x="8131175" y="2705100"/>
            <a:ext cx="63500" cy="63500"/>
          </a:xfrm>
          <a:prstGeom prst="ellipse">
            <a:avLst/>
          </a:prstGeom>
          <a:solidFill>
            <a:schemeClr val="tx1"/>
          </a:solidFill>
          <a:ln w="9525">
            <a:solidFill>
              <a:schemeClr val="tx1"/>
            </a:solidFill>
            <a:round/>
            <a:headEnd/>
            <a:tailEnd/>
          </a:ln>
        </p:spPr>
        <p:txBody>
          <a:bodyPr wrap="none" anchor="ctr"/>
          <a:lstStyle/>
          <a:p>
            <a:endParaRPr lang="nl-BE"/>
          </a:p>
        </p:txBody>
      </p:sp>
      <p:sp>
        <p:nvSpPr>
          <p:cNvPr id="54308" name="Oval 50"/>
          <p:cNvSpPr>
            <a:spLocks noChangeArrowheads="1"/>
          </p:cNvSpPr>
          <p:nvPr/>
        </p:nvSpPr>
        <p:spPr bwMode="auto">
          <a:xfrm>
            <a:off x="8080375" y="1841500"/>
            <a:ext cx="63500" cy="63500"/>
          </a:xfrm>
          <a:prstGeom prst="ellipse">
            <a:avLst/>
          </a:prstGeom>
          <a:solidFill>
            <a:schemeClr val="tx1"/>
          </a:solidFill>
          <a:ln w="9525">
            <a:solidFill>
              <a:schemeClr val="tx1"/>
            </a:solidFill>
            <a:round/>
            <a:headEnd/>
            <a:tailEnd/>
          </a:ln>
        </p:spPr>
        <p:txBody>
          <a:bodyPr wrap="none" anchor="ctr"/>
          <a:lstStyle/>
          <a:p>
            <a:endParaRPr lang="nl-BE"/>
          </a:p>
        </p:txBody>
      </p:sp>
      <p:sp>
        <p:nvSpPr>
          <p:cNvPr id="54309" name="Oval 51"/>
          <p:cNvSpPr>
            <a:spLocks noChangeArrowheads="1"/>
          </p:cNvSpPr>
          <p:nvPr/>
        </p:nvSpPr>
        <p:spPr bwMode="auto">
          <a:xfrm>
            <a:off x="7623175" y="2476500"/>
            <a:ext cx="63500" cy="63500"/>
          </a:xfrm>
          <a:prstGeom prst="ellipse">
            <a:avLst/>
          </a:prstGeom>
          <a:solidFill>
            <a:schemeClr val="tx1"/>
          </a:solidFill>
          <a:ln w="9525">
            <a:solidFill>
              <a:schemeClr val="tx1"/>
            </a:solidFill>
            <a:round/>
            <a:headEnd/>
            <a:tailEnd/>
          </a:ln>
        </p:spPr>
        <p:txBody>
          <a:bodyPr wrap="none" anchor="ctr"/>
          <a:lstStyle/>
          <a:p>
            <a:endParaRPr lang="nl-BE"/>
          </a:p>
        </p:txBody>
      </p:sp>
      <p:grpSp>
        <p:nvGrpSpPr>
          <p:cNvPr id="4" name="Group 52"/>
          <p:cNvGrpSpPr>
            <a:grpSpLocks/>
          </p:cNvGrpSpPr>
          <p:nvPr/>
        </p:nvGrpSpPr>
        <p:grpSpPr bwMode="auto">
          <a:xfrm>
            <a:off x="1228725" y="2184400"/>
            <a:ext cx="285750" cy="349250"/>
            <a:chOff x="798" y="2488"/>
            <a:chExt cx="180" cy="220"/>
          </a:xfrm>
        </p:grpSpPr>
        <p:sp>
          <p:nvSpPr>
            <p:cNvPr id="54333" name="Oval 53"/>
            <p:cNvSpPr>
              <a:spLocks noChangeArrowheads="1"/>
            </p:cNvSpPr>
            <p:nvPr/>
          </p:nvSpPr>
          <p:spPr bwMode="auto">
            <a:xfrm>
              <a:off x="798" y="2536"/>
              <a:ext cx="40" cy="40"/>
            </a:xfrm>
            <a:prstGeom prst="ellipse">
              <a:avLst/>
            </a:prstGeom>
            <a:solidFill>
              <a:schemeClr val="tx1"/>
            </a:solidFill>
            <a:ln w="9525">
              <a:solidFill>
                <a:schemeClr val="tx1"/>
              </a:solidFill>
              <a:round/>
              <a:headEnd/>
              <a:tailEnd/>
            </a:ln>
          </p:spPr>
          <p:txBody>
            <a:bodyPr wrap="none" anchor="ctr"/>
            <a:lstStyle/>
            <a:p>
              <a:endParaRPr lang="nl-BE"/>
            </a:p>
          </p:txBody>
        </p:sp>
        <p:sp>
          <p:nvSpPr>
            <p:cNvPr id="54334" name="Oval 54"/>
            <p:cNvSpPr>
              <a:spLocks noChangeArrowheads="1"/>
            </p:cNvSpPr>
            <p:nvPr/>
          </p:nvSpPr>
          <p:spPr bwMode="auto">
            <a:xfrm>
              <a:off x="894" y="2632"/>
              <a:ext cx="40" cy="40"/>
            </a:xfrm>
            <a:prstGeom prst="ellipse">
              <a:avLst/>
            </a:prstGeom>
            <a:solidFill>
              <a:schemeClr val="tx1"/>
            </a:solidFill>
            <a:ln w="9525">
              <a:solidFill>
                <a:schemeClr val="tx1"/>
              </a:solidFill>
              <a:round/>
              <a:headEnd/>
              <a:tailEnd/>
            </a:ln>
          </p:spPr>
          <p:txBody>
            <a:bodyPr wrap="none" anchor="ctr"/>
            <a:lstStyle/>
            <a:p>
              <a:endParaRPr lang="nl-BE"/>
            </a:p>
          </p:txBody>
        </p:sp>
        <p:sp>
          <p:nvSpPr>
            <p:cNvPr id="54335" name="Oval 55"/>
            <p:cNvSpPr>
              <a:spLocks noChangeArrowheads="1"/>
            </p:cNvSpPr>
            <p:nvPr/>
          </p:nvSpPr>
          <p:spPr bwMode="auto">
            <a:xfrm>
              <a:off x="854" y="2560"/>
              <a:ext cx="40" cy="40"/>
            </a:xfrm>
            <a:prstGeom prst="ellipse">
              <a:avLst/>
            </a:prstGeom>
            <a:solidFill>
              <a:schemeClr val="tx1"/>
            </a:solidFill>
            <a:ln w="9525">
              <a:solidFill>
                <a:schemeClr val="tx1"/>
              </a:solidFill>
              <a:round/>
              <a:headEnd/>
              <a:tailEnd/>
            </a:ln>
          </p:spPr>
          <p:txBody>
            <a:bodyPr wrap="none" anchor="ctr"/>
            <a:lstStyle/>
            <a:p>
              <a:endParaRPr lang="nl-BE"/>
            </a:p>
          </p:txBody>
        </p:sp>
        <p:sp>
          <p:nvSpPr>
            <p:cNvPr id="54336" name="Oval 56"/>
            <p:cNvSpPr>
              <a:spLocks noChangeArrowheads="1"/>
            </p:cNvSpPr>
            <p:nvPr/>
          </p:nvSpPr>
          <p:spPr bwMode="auto">
            <a:xfrm>
              <a:off x="938" y="2572"/>
              <a:ext cx="40" cy="40"/>
            </a:xfrm>
            <a:prstGeom prst="ellipse">
              <a:avLst/>
            </a:prstGeom>
            <a:solidFill>
              <a:schemeClr val="tx1"/>
            </a:solidFill>
            <a:ln w="9525">
              <a:solidFill>
                <a:schemeClr val="tx1"/>
              </a:solidFill>
              <a:round/>
              <a:headEnd/>
              <a:tailEnd/>
            </a:ln>
          </p:spPr>
          <p:txBody>
            <a:bodyPr wrap="none" anchor="ctr"/>
            <a:lstStyle/>
            <a:p>
              <a:endParaRPr lang="nl-BE"/>
            </a:p>
          </p:txBody>
        </p:sp>
        <p:sp>
          <p:nvSpPr>
            <p:cNvPr id="54337" name="Oval 57"/>
            <p:cNvSpPr>
              <a:spLocks noChangeArrowheads="1"/>
            </p:cNvSpPr>
            <p:nvPr/>
          </p:nvSpPr>
          <p:spPr bwMode="auto">
            <a:xfrm>
              <a:off x="874" y="2488"/>
              <a:ext cx="40" cy="40"/>
            </a:xfrm>
            <a:prstGeom prst="ellipse">
              <a:avLst/>
            </a:prstGeom>
            <a:solidFill>
              <a:schemeClr val="tx1"/>
            </a:solidFill>
            <a:ln w="9525">
              <a:solidFill>
                <a:schemeClr val="tx1"/>
              </a:solidFill>
              <a:round/>
              <a:headEnd/>
              <a:tailEnd/>
            </a:ln>
          </p:spPr>
          <p:txBody>
            <a:bodyPr wrap="none" anchor="ctr"/>
            <a:lstStyle/>
            <a:p>
              <a:endParaRPr lang="nl-BE"/>
            </a:p>
          </p:txBody>
        </p:sp>
        <p:sp>
          <p:nvSpPr>
            <p:cNvPr id="54338" name="Oval 58"/>
            <p:cNvSpPr>
              <a:spLocks noChangeArrowheads="1"/>
            </p:cNvSpPr>
            <p:nvPr/>
          </p:nvSpPr>
          <p:spPr bwMode="auto">
            <a:xfrm>
              <a:off x="806" y="2600"/>
              <a:ext cx="40" cy="40"/>
            </a:xfrm>
            <a:prstGeom prst="ellipse">
              <a:avLst/>
            </a:prstGeom>
            <a:solidFill>
              <a:schemeClr val="tx1"/>
            </a:solidFill>
            <a:ln w="9525">
              <a:solidFill>
                <a:schemeClr val="tx1"/>
              </a:solidFill>
              <a:round/>
              <a:headEnd/>
              <a:tailEnd/>
            </a:ln>
          </p:spPr>
          <p:txBody>
            <a:bodyPr wrap="none" anchor="ctr"/>
            <a:lstStyle/>
            <a:p>
              <a:endParaRPr lang="nl-BE"/>
            </a:p>
          </p:txBody>
        </p:sp>
        <p:sp>
          <p:nvSpPr>
            <p:cNvPr id="54339" name="Oval 59"/>
            <p:cNvSpPr>
              <a:spLocks noChangeArrowheads="1"/>
            </p:cNvSpPr>
            <p:nvPr/>
          </p:nvSpPr>
          <p:spPr bwMode="auto">
            <a:xfrm>
              <a:off x="938" y="2504"/>
              <a:ext cx="40" cy="40"/>
            </a:xfrm>
            <a:prstGeom prst="ellipse">
              <a:avLst/>
            </a:prstGeom>
            <a:solidFill>
              <a:schemeClr val="tx1"/>
            </a:solidFill>
            <a:ln w="9525">
              <a:solidFill>
                <a:schemeClr val="tx1"/>
              </a:solidFill>
              <a:round/>
              <a:headEnd/>
              <a:tailEnd/>
            </a:ln>
          </p:spPr>
          <p:txBody>
            <a:bodyPr wrap="none" anchor="ctr"/>
            <a:lstStyle/>
            <a:p>
              <a:endParaRPr lang="nl-BE"/>
            </a:p>
          </p:txBody>
        </p:sp>
        <p:sp>
          <p:nvSpPr>
            <p:cNvPr id="54340" name="Oval 60"/>
            <p:cNvSpPr>
              <a:spLocks noChangeArrowheads="1"/>
            </p:cNvSpPr>
            <p:nvPr/>
          </p:nvSpPr>
          <p:spPr bwMode="auto">
            <a:xfrm>
              <a:off x="830" y="2668"/>
              <a:ext cx="40" cy="40"/>
            </a:xfrm>
            <a:prstGeom prst="ellipse">
              <a:avLst/>
            </a:prstGeom>
            <a:solidFill>
              <a:schemeClr val="tx1"/>
            </a:solidFill>
            <a:ln w="9525">
              <a:solidFill>
                <a:schemeClr val="tx1"/>
              </a:solidFill>
              <a:round/>
              <a:headEnd/>
              <a:tailEnd/>
            </a:ln>
          </p:spPr>
          <p:txBody>
            <a:bodyPr wrap="none" anchor="ctr"/>
            <a:lstStyle/>
            <a:p>
              <a:endParaRPr lang="nl-BE"/>
            </a:p>
          </p:txBody>
        </p:sp>
      </p:grpSp>
      <p:sp>
        <p:nvSpPr>
          <p:cNvPr id="54311" name="Line 61"/>
          <p:cNvSpPr>
            <a:spLocks noChangeShapeType="1"/>
          </p:cNvSpPr>
          <p:nvPr/>
        </p:nvSpPr>
        <p:spPr bwMode="auto">
          <a:xfrm flipV="1">
            <a:off x="2073275" y="1943100"/>
            <a:ext cx="6350" cy="912813"/>
          </a:xfrm>
          <a:prstGeom prst="line">
            <a:avLst/>
          </a:prstGeom>
          <a:noFill/>
          <a:ln w="9525">
            <a:solidFill>
              <a:schemeClr val="tx1"/>
            </a:solidFill>
            <a:round/>
            <a:headEnd/>
            <a:tailEnd/>
          </a:ln>
        </p:spPr>
        <p:txBody>
          <a:bodyPr wrap="none" anchor="ctr"/>
          <a:lstStyle/>
          <a:p>
            <a:endParaRPr lang="nl-BE"/>
          </a:p>
        </p:txBody>
      </p:sp>
      <p:grpSp>
        <p:nvGrpSpPr>
          <p:cNvPr id="5" name="Group 62"/>
          <p:cNvGrpSpPr>
            <a:grpSpLocks/>
          </p:cNvGrpSpPr>
          <p:nvPr/>
        </p:nvGrpSpPr>
        <p:grpSpPr bwMode="auto">
          <a:xfrm>
            <a:off x="1501775" y="4298950"/>
            <a:ext cx="1096963" cy="1096963"/>
            <a:chOff x="66" y="1536"/>
            <a:chExt cx="806" cy="806"/>
          </a:xfrm>
        </p:grpSpPr>
        <p:sp>
          <p:nvSpPr>
            <p:cNvPr id="54326" name="Oval 63"/>
            <p:cNvSpPr>
              <a:spLocks noChangeArrowheads="1"/>
            </p:cNvSpPr>
            <p:nvPr/>
          </p:nvSpPr>
          <p:spPr bwMode="auto">
            <a:xfrm>
              <a:off x="66" y="1536"/>
              <a:ext cx="806" cy="806"/>
            </a:xfrm>
            <a:prstGeom prst="ellipse">
              <a:avLst/>
            </a:prstGeom>
            <a:solidFill>
              <a:srgbClr val="FF0000"/>
            </a:solidFill>
            <a:ln w="9525">
              <a:solidFill>
                <a:schemeClr val="tx1"/>
              </a:solidFill>
              <a:round/>
              <a:headEnd/>
              <a:tailEnd/>
            </a:ln>
          </p:spPr>
          <p:txBody>
            <a:bodyPr wrap="none" anchor="ctr"/>
            <a:lstStyle/>
            <a:p>
              <a:endParaRPr lang="nl-BE"/>
            </a:p>
          </p:txBody>
        </p:sp>
        <p:sp>
          <p:nvSpPr>
            <p:cNvPr id="54327" name="Oval 64"/>
            <p:cNvSpPr>
              <a:spLocks noChangeArrowheads="1"/>
            </p:cNvSpPr>
            <p:nvPr/>
          </p:nvSpPr>
          <p:spPr bwMode="auto">
            <a:xfrm>
              <a:off x="124" y="1593"/>
              <a:ext cx="691" cy="691"/>
            </a:xfrm>
            <a:prstGeom prst="ellipse">
              <a:avLst/>
            </a:prstGeom>
            <a:solidFill>
              <a:schemeClr val="bg1"/>
            </a:solidFill>
            <a:ln w="9525">
              <a:solidFill>
                <a:schemeClr val="tx1"/>
              </a:solidFill>
              <a:round/>
              <a:headEnd/>
              <a:tailEnd/>
            </a:ln>
          </p:spPr>
          <p:txBody>
            <a:bodyPr wrap="none" anchor="ctr"/>
            <a:lstStyle/>
            <a:p>
              <a:endParaRPr lang="nl-BE"/>
            </a:p>
          </p:txBody>
        </p:sp>
        <p:sp>
          <p:nvSpPr>
            <p:cNvPr id="54328" name="Oval 65"/>
            <p:cNvSpPr>
              <a:spLocks noChangeArrowheads="1"/>
            </p:cNvSpPr>
            <p:nvPr/>
          </p:nvSpPr>
          <p:spPr bwMode="auto">
            <a:xfrm>
              <a:off x="181" y="1651"/>
              <a:ext cx="576" cy="576"/>
            </a:xfrm>
            <a:prstGeom prst="ellipse">
              <a:avLst/>
            </a:prstGeom>
            <a:solidFill>
              <a:srgbClr val="FF0000"/>
            </a:solidFill>
            <a:ln w="9525">
              <a:solidFill>
                <a:schemeClr val="tx1"/>
              </a:solidFill>
              <a:round/>
              <a:headEnd/>
              <a:tailEnd/>
            </a:ln>
          </p:spPr>
          <p:txBody>
            <a:bodyPr wrap="none" anchor="ctr"/>
            <a:lstStyle/>
            <a:p>
              <a:endParaRPr lang="nl-BE"/>
            </a:p>
          </p:txBody>
        </p:sp>
        <p:sp>
          <p:nvSpPr>
            <p:cNvPr id="54329" name="Oval 66"/>
            <p:cNvSpPr>
              <a:spLocks noChangeArrowheads="1"/>
            </p:cNvSpPr>
            <p:nvPr/>
          </p:nvSpPr>
          <p:spPr bwMode="auto">
            <a:xfrm>
              <a:off x="238" y="1708"/>
              <a:ext cx="461" cy="461"/>
            </a:xfrm>
            <a:prstGeom prst="ellipse">
              <a:avLst/>
            </a:prstGeom>
            <a:solidFill>
              <a:schemeClr val="bg1"/>
            </a:solidFill>
            <a:ln w="9525">
              <a:solidFill>
                <a:schemeClr val="tx1"/>
              </a:solidFill>
              <a:round/>
              <a:headEnd/>
              <a:tailEnd/>
            </a:ln>
          </p:spPr>
          <p:txBody>
            <a:bodyPr wrap="none" anchor="ctr"/>
            <a:lstStyle/>
            <a:p>
              <a:endParaRPr lang="nl-BE"/>
            </a:p>
          </p:txBody>
        </p:sp>
        <p:sp>
          <p:nvSpPr>
            <p:cNvPr id="54330" name="Oval 67"/>
            <p:cNvSpPr>
              <a:spLocks noChangeArrowheads="1"/>
            </p:cNvSpPr>
            <p:nvPr/>
          </p:nvSpPr>
          <p:spPr bwMode="auto">
            <a:xfrm>
              <a:off x="296" y="1766"/>
              <a:ext cx="345" cy="345"/>
            </a:xfrm>
            <a:prstGeom prst="ellipse">
              <a:avLst/>
            </a:prstGeom>
            <a:solidFill>
              <a:srgbClr val="FF0000"/>
            </a:solidFill>
            <a:ln w="9525">
              <a:solidFill>
                <a:schemeClr val="tx1"/>
              </a:solidFill>
              <a:round/>
              <a:headEnd/>
              <a:tailEnd/>
            </a:ln>
          </p:spPr>
          <p:txBody>
            <a:bodyPr wrap="none" anchor="ctr"/>
            <a:lstStyle/>
            <a:p>
              <a:endParaRPr lang="nl-BE"/>
            </a:p>
          </p:txBody>
        </p:sp>
        <p:sp>
          <p:nvSpPr>
            <p:cNvPr id="54331" name="Oval 68"/>
            <p:cNvSpPr>
              <a:spLocks noChangeArrowheads="1"/>
            </p:cNvSpPr>
            <p:nvPr/>
          </p:nvSpPr>
          <p:spPr bwMode="auto">
            <a:xfrm>
              <a:off x="354" y="1824"/>
              <a:ext cx="230" cy="230"/>
            </a:xfrm>
            <a:prstGeom prst="ellipse">
              <a:avLst/>
            </a:prstGeom>
            <a:solidFill>
              <a:schemeClr val="bg1"/>
            </a:solidFill>
            <a:ln w="9525">
              <a:solidFill>
                <a:schemeClr val="tx1"/>
              </a:solidFill>
              <a:round/>
              <a:headEnd/>
              <a:tailEnd/>
            </a:ln>
          </p:spPr>
          <p:txBody>
            <a:bodyPr wrap="none" anchor="ctr"/>
            <a:lstStyle/>
            <a:p>
              <a:endParaRPr lang="nl-BE"/>
            </a:p>
          </p:txBody>
        </p:sp>
        <p:sp>
          <p:nvSpPr>
            <p:cNvPr id="54332" name="Oval 69"/>
            <p:cNvSpPr>
              <a:spLocks noChangeArrowheads="1"/>
            </p:cNvSpPr>
            <p:nvPr/>
          </p:nvSpPr>
          <p:spPr bwMode="auto">
            <a:xfrm>
              <a:off x="412" y="1881"/>
              <a:ext cx="115" cy="115"/>
            </a:xfrm>
            <a:prstGeom prst="ellipse">
              <a:avLst/>
            </a:prstGeom>
            <a:solidFill>
              <a:srgbClr val="FF0000"/>
            </a:solidFill>
            <a:ln w="9525">
              <a:solidFill>
                <a:schemeClr val="tx1"/>
              </a:solidFill>
              <a:round/>
              <a:headEnd/>
              <a:tailEnd/>
            </a:ln>
          </p:spPr>
          <p:txBody>
            <a:bodyPr wrap="none" anchor="ctr"/>
            <a:lstStyle/>
            <a:p>
              <a:endParaRPr lang="nl-BE"/>
            </a:p>
          </p:txBody>
        </p:sp>
      </p:grpSp>
      <p:grpSp>
        <p:nvGrpSpPr>
          <p:cNvPr id="6" name="Group 70"/>
          <p:cNvGrpSpPr>
            <a:grpSpLocks/>
          </p:cNvGrpSpPr>
          <p:nvPr/>
        </p:nvGrpSpPr>
        <p:grpSpPr bwMode="auto">
          <a:xfrm>
            <a:off x="1914525" y="4660900"/>
            <a:ext cx="285750" cy="349250"/>
            <a:chOff x="798" y="2488"/>
            <a:chExt cx="180" cy="220"/>
          </a:xfrm>
        </p:grpSpPr>
        <p:sp>
          <p:nvSpPr>
            <p:cNvPr id="54318" name="Oval 71"/>
            <p:cNvSpPr>
              <a:spLocks noChangeArrowheads="1"/>
            </p:cNvSpPr>
            <p:nvPr/>
          </p:nvSpPr>
          <p:spPr bwMode="auto">
            <a:xfrm>
              <a:off x="798" y="2536"/>
              <a:ext cx="40" cy="40"/>
            </a:xfrm>
            <a:prstGeom prst="ellipse">
              <a:avLst/>
            </a:prstGeom>
            <a:solidFill>
              <a:schemeClr val="tx1"/>
            </a:solidFill>
            <a:ln w="9525">
              <a:solidFill>
                <a:schemeClr val="tx1"/>
              </a:solidFill>
              <a:round/>
              <a:headEnd/>
              <a:tailEnd/>
            </a:ln>
          </p:spPr>
          <p:txBody>
            <a:bodyPr wrap="none" anchor="ctr"/>
            <a:lstStyle/>
            <a:p>
              <a:endParaRPr lang="nl-BE"/>
            </a:p>
          </p:txBody>
        </p:sp>
        <p:sp>
          <p:nvSpPr>
            <p:cNvPr id="54319" name="Oval 72"/>
            <p:cNvSpPr>
              <a:spLocks noChangeArrowheads="1"/>
            </p:cNvSpPr>
            <p:nvPr/>
          </p:nvSpPr>
          <p:spPr bwMode="auto">
            <a:xfrm>
              <a:off x="894" y="2632"/>
              <a:ext cx="40" cy="40"/>
            </a:xfrm>
            <a:prstGeom prst="ellipse">
              <a:avLst/>
            </a:prstGeom>
            <a:solidFill>
              <a:schemeClr val="tx1"/>
            </a:solidFill>
            <a:ln w="9525">
              <a:solidFill>
                <a:schemeClr val="tx1"/>
              </a:solidFill>
              <a:round/>
              <a:headEnd/>
              <a:tailEnd/>
            </a:ln>
          </p:spPr>
          <p:txBody>
            <a:bodyPr wrap="none" anchor="ctr"/>
            <a:lstStyle/>
            <a:p>
              <a:endParaRPr lang="nl-BE"/>
            </a:p>
          </p:txBody>
        </p:sp>
        <p:sp>
          <p:nvSpPr>
            <p:cNvPr id="54320" name="Oval 73"/>
            <p:cNvSpPr>
              <a:spLocks noChangeArrowheads="1"/>
            </p:cNvSpPr>
            <p:nvPr/>
          </p:nvSpPr>
          <p:spPr bwMode="auto">
            <a:xfrm>
              <a:off x="854" y="2560"/>
              <a:ext cx="40" cy="40"/>
            </a:xfrm>
            <a:prstGeom prst="ellipse">
              <a:avLst/>
            </a:prstGeom>
            <a:solidFill>
              <a:schemeClr val="tx1"/>
            </a:solidFill>
            <a:ln w="9525">
              <a:solidFill>
                <a:schemeClr val="tx1"/>
              </a:solidFill>
              <a:round/>
              <a:headEnd/>
              <a:tailEnd/>
            </a:ln>
          </p:spPr>
          <p:txBody>
            <a:bodyPr wrap="none" anchor="ctr"/>
            <a:lstStyle/>
            <a:p>
              <a:endParaRPr lang="nl-BE"/>
            </a:p>
          </p:txBody>
        </p:sp>
        <p:sp>
          <p:nvSpPr>
            <p:cNvPr id="54321" name="Oval 74"/>
            <p:cNvSpPr>
              <a:spLocks noChangeArrowheads="1"/>
            </p:cNvSpPr>
            <p:nvPr/>
          </p:nvSpPr>
          <p:spPr bwMode="auto">
            <a:xfrm>
              <a:off x="938" y="2572"/>
              <a:ext cx="40" cy="40"/>
            </a:xfrm>
            <a:prstGeom prst="ellipse">
              <a:avLst/>
            </a:prstGeom>
            <a:solidFill>
              <a:schemeClr val="tx1"/>
            </a:solidFill>
            <a:ln w="9525">
              <a:solidFill>
                <a:schemeClr val="tx1"/>
              </a:solidFill>
              <a:round/>
              <a:headEnd/>
              <a:tailEnd/>
            </a:ln>
          </p:spPr>
          <p:txBody>
            <a:bodyPr wrap="none" anchor="ctr"/>
            <a:lstStyle/>
            <a:p>
              <a:endParaRPr lang="nl-BE"/>
            </a:p>
          </p:txBody>
        </p:sp>
        <p:sp>
          <p:nvSpPr>
            <p:cNvPr id="54322" name="Oval 75"/>
            <p:cNvSpPr>
              <a:spLocks noChangeArrowheads="1"/>
            </p:cNvSpPr>
            <p:nvPr/>
          </p:nvSpPr>
          <p:spPr bwMode="auto">
            <a:xfrm>
              <a:off x="874" y="2488"/>
              <a:ext cx="40" cy="40"/>
            </a:xfrm>
            <a:prstGeom prst="ellipse">
              <a:avLst/>
            </a:prstGeom>
            <a:solidFill>
              <a:schemeClr val="tx1"/>
            </a:solidFill>
            <a:ln w="9525">
              <a:solidFill>
                <a:schemeClr val="tx1"/>
              </a:solidFill>
              <a:round/>
              <a:headEnd/>
              <a:tailEnd/>
            </a:ln>
          </p:spPr>
          <p:txBody>
            <a:bodyPr wrap="none" anchor="ctr"/>
            <a:lstStyle/>
            <a:p>
              <a:endParaRPr lang="nl-BE"/>
            </a:p>
          </p:txBody>
        </p:sp>
        <p:sp>
          <p:nvSpPr>
            <p:cNvPr id="54323" name="Oval 76"/>
            <p:cNvSpPr>
              <a:spLocks noChangeArrowheads="1"/>
            </p:cNvSpPr>
            <p:nvPr/>
          </p:nvSpPr>
          <p:spPr bwMode="auto">
            <a:xfrm>
              <a:off x="806" y="2600"/>
              <a:ext cx="40" cy="40"/>
            </a:xfrm>
            <a:prstGeom prst="ellipse">
              <a:avLst/>
            </a:prstGeom>
            <a:solidFill>
              <a:schemeClr val="tx1"/>
            </a:solidFill>
            <a:ln w="9525">
              <a:solidFill>
                <a:schemeClr val="tx1"/>
              </a:solidFill>
              <a:round/>
              <a:headEnd/>
              <a:tailEnd/>
            </a:ln>
          </p:spPr>
          <p:txBody>
            <a:bodyPr wrap="none" anchor="ctr"/>
            <a:lstStyle/>
            <a:p>
              <a:endParaRPr lang="nl-BE"/>
            </a:p>
          </p:txBody>
        </p:sp>
        <p:sp>
          <p:nvSpPr>
            <p:cNvPr id="54324" name="Oval 77"/>
            <p:cNvSpPr>
              <a:spLocks noChangeArrowheads="1"/>
            </p:cNvSpPr>
            <p:nvPr/>
          </p:nvSpPr>
          <p:spPr bwMode="auto">
            <a:xfrm>
              <a:off x="938" y="2504"/>
              <a:ext cx="40" cy="40"/>
            </a:xfrm>
            <a:prstGeom prst="ellipse">
              <a:avLst/>
            </a:prstGeom>
            <a:solidFill>
              <a:schemeClr val="tx1"/>
            </a:solidFill>
            <a:ln w="9525">
              <a:solidFill>
                <a:schemeClr val="tx1"/>
              </a:solidFill>
              <a:round/>
              <a:headEnd/>
              <a:tailEnd/>
            </a:ln>
          </p:spPr>
          <p:txBody>
            <a:bodyPr wrap="none" anchor="ctr"/>
            <a:lstStyle/>
            <a:p>
              <a:endParaRPr lang="nl-BE"/>
            </a:p>
          </p:txBody>
        </p:sp>
        <p:sp>
          <p:nvSpPr>
            <p:cNvPr id="54325" name="Oval 78"/>
            <p:cNvSpPr>
              <a:spLocks noChangeArrowheads="1"/>
            </p:cNvSpPr>
            <p:nvPr/>
          </p:nvSpPr>
          <p:spPr bwMode="auto">
            <a:xfrm>
              <a:off x="830" y="2668"/>
              <a:ext cx="40" cy="40"/>
            </a:xfrm>
            <a:prstGeom prst="ellipse">
              <a:avLst/>
            </a:prstGeom>
            <a:solidFill>
              <a:schemeClr val="tx1"/>
            </a:solidFill>
            <a:ln w="9525">
              <a:solidFill>
                <a:schemeClr val="tx1"/>
              </a:solidFill>
              <a:round/>
              <a:headEnd/>
              <a:tailEnd/>
            </a:ln>
          </p:spPr>
          <p:txBody>
            <a:bodyPr wrap="none" anchor="ctr"/>
            <a:lstStyle/>
            <a:p>
              <a:endParaRPr lang="nl-BE"/>
            </a:p>
          </p:txBody>
        </p:sp>
      </p:grpSp>
      <p:sp>
        <p:nvSpPr>
          <p:cNvPr id="54314" name="Text Box 80"/>
          <p:cNvSpPr txBox="1">
            <a:spLocks noChangeArrowheads="1"/>
          </p:cNvSpPr>
          <p:nvPr/>
        </p:nvSpPr>
        <p:spPr bwMode="auto">
          <a:xfrm>
            <a:off x="1584325" y="3027363"/>
            <a:ext cx="2736850" cy="915987"/>
          </a:xfrm>
          <a:prstGeom prst="rect">
            <a:avLst/>
          </a:prstGeom>
          <a:noFill/>
          <a:ln w="9525">
            <a:noFill/>
            <a:miter lim="800000"/>
            <a:headEnd/>
            <a:tailEnd/>
          </a:ln>
        </p:spPr>
        <p:txBody>
          <a:bodyPr wrap="none">
            <a:spAutoFit/>
          </a:bodyPr>
          <a:lstStyle/>
          <a:p>
            <a:pPr eaLnBrk="0" hangingPunct="0"/>
            <a:r>
              <a:rPr lang="en-US" sz="1800" i="1" dirty="0">
                <a:latin typeface="Arial" pitchFamily="34" charset="0"/>
              </a:rPr>
              <a:t>Off-Target, Low Variation</a:t>
            </a:r>
          </a:p>
          <a:p>
            <a:pPr eaLnBrk="0" hangingPunct="0"/>
            <a:r>
              <a:rPr lang="en-US" sz="1800" b="1" i="1" dirty="0">
                <a:latin typeface="Arial" pitchFamily="34" charset="0"/>
              </a:rPr>
              <a:t>High Potential Defects</a:t>
            </a:r>
          </a:p>
          <a:p>
            <a:pPr eaLnBrk="0" hangingPunct="0"/>
            <a:r>
              <a:rPr lang="en-US" sz="1800" b="1" i="1" dirty="0">
                <a:latin typeface="Arial" pitchFamily="34" charset="0"/>
              </a:rPr>
              <a:t>Good </a:t>
            </a:r>
            <a:r>
              <a:rPr lang="en-US" sz="1800" b="1" i="1" dirty="0" err="1">
                <a:latin typeface="Arial" pitchFamily="34" charset="0"/>
              </a:rPr>
              <a:t>C</a:t>
            </a:r>
            <a:r>
              <a:rPr lang="en-US" sz="1800" b="1" i="1" baseline="-25000" dirty="0" err="1">
                <a:latin typeface="Arial" pitchFamily="34" charset="0"/>
              </a:rPr>
              <a:t>p</a:t>
            </a:r>
            <a:r>
              <a:rPr lang="en-US" sz="1800" b="1" i="1" dirty="0">
                <a:latin typeface="Arial" pitchFamily="34" charset="0"/>
              </a:rPr>
              <a:t> but Bad </a:t>
            </a:r>
            <a:r>
              <a:rPr lang="en-US" sz="1800" b="1" i="1" dirty="0" err="1">
                <a:latin typeface="Arial" pitchFamily="34" charset="0"/>
              </a:rPr>
              <a:t>C</a:t>
            </a:r>
            <a:r>
              <a:rPr lang="en-US" sz="1800" b="1" i="1" baseline="-25000" dirty="0" err="1">
                <a:latin typeface="Arial" pitchFamily="34" charset="0"/>
              </a:rPr>
              <a:t>pk</a:t>
            </a:r>
            <a:endParaRPr lang="en-US" sz="1800" i="1" baseline="-25000" dirty="0">
              <a:latin typeface="Arial" pitchFamily="34" charset="0"/>
            </a:endParaRPr>
          </a:p>
        </p:txBody>
      </p:sp>
      <p:sp>
        <p:nvSpPr>
          <p:cNvPr id="54315" name="Text Box 81"/>
          <p:cNvSpPr txBox="1">
            <a:spLocks noChangeArrowheads="1"/>
          </p:cNvSpPr>
          <p:nvPr/>
        </p:nvSpPr>
        <p:spPr bwMode="auto">
          <a:xfrm>
            <a:off x="5601944" y="3000375"/>
            <a:ext cx="2664512" cy="1477328"/>
          </a:xfrm>
          <a:prstGeom prst="rect">
            <a:avLst/>
          </a:prstGeom>
          <a:noFill/>
          <a:ln w="9525">
            <a:noFill/>
            <a:miter lim="800000"/>
            <a:headEnd/>
            <a:tailEnd/>
          </a:ln>
        </p:spPr>
        <p:txBody>
          <a:bodyPr wrap="none">
            <a:spAutoFit/>
          </a:bodyPr>
          <a:lstStyle/>
          <a:p>
            <a:pPr eaLnBrk="0" hangingPunct="0"/>
            <a:r>
              <a:rPr lang="en-US" sz="1800" i="1" dirty="0">
                <a:latin typeface="Arial" pitchFamily="34" charset="0"/>
              </a:rPr>
              <a:t>On Target</a:t>
            </a:r>
          </a:p>
          <a:p>
            <a:pPr eaLnBrk="0" hangingPunct="0"/>
            <a:r>
              <a:rPr lang="en-US" sz="1800" i="1" dirty="0">
                <a:latin typeface="Arial" pitchFamily="34" charset="0"/>
              </a:rPr>
              <a:t>High Variation</a:t>
            </a:r>
          </a:p>
          <a:p>
            <a:pPr eaLnBrk="0" hangingPunct="0"/>
            <a:r>
              <a:rPr lang="en-US" sz="1800" b="1" i="1" dirty="0">
                <a:latin typeface="Arial" pitchFamily="34" charset="0"/>
              </a:rPr>
              <a:t>High Potential Defects</a:t>
            </a:r>
          </a:p>
          <a:p>
            <a:pPr eaLnBrk="0" hangingPunct="0"/>
            <a:r>
              <a:rPr lang="en-US" sz="1800" b="1" i="1" dirty="0">
                <a:latin typeface="Arial" pitchFamily="34" charset="0"/>
              </a:rPr>
              <a:t>No so good </a:t>
            </a:r>
            <a:r>
              <a:rPr lang="en-US" sz="1800" b="1" i="1" dirty="0" err="1">
                <a:latin typeface="Arial" pitchFamily="34" charset="0"/>
              </a:rPr>
              <a:t>C</a:t>
            </a:r>
            <a:r>
              <a:rPr lang="en-US" sz="1800" b="1" i="1" baseline="-25000" dirty="0" err="1">
                <a:latin typeface="Arial" pitchFamily="34" charset="0"/>
              </a:rPr>
              <a:t>p</a:t>
            </a:r>
            <a:r>
              <a:rPr lang="en-US" sz="1800" b="1" i="1" dirty="0">
                <a:latin typeface="Arial" pitchFamily="34" charset="0"/>
              </a:rPr>
              <a:t> and </a:t>
            </a:r>
            <a:r>
              <a:rPr lang="en-US" sz="1800" b="1" i="1" dirty="0" err="1">
                <a:latin typeface="Arial" pitchFamily="34" charset="0"/>
              </a:rPr>
              <a:t>C</a:t>
            </a:r>
            <a:r>
              <a:rPr lang="en-US" sz="1800" b="1" i="1" baseline="-25000" dirty="0" err="1">
                <a:latin typeface="Arial" pitchFamily="34" charset="0"/>
              </a:rPr>
              <a:t>pk</a:t>
            </a:r>
            <a:endParaRPr lang="en-US" sz="1800" b="1" i="1" baseline="-25000" dirty="0">
              <a:latin typeface="Arial" pitchFamily="34" charset="0"/>
            </a:endParaRPr>
          </a:p>
          <a:p>
            <a:pPr eaLnBrk="0" hangingPunct="0"/>
            <a:endParaRPr lang="en-US" sz="1800" i="1" dirty="0">
              <a:latin typeface="Arial" pitchFamily="34" charset="0"/>
            </a:endParaRPr>
          </a:p>
        </p:txBody>
      </p:sp>
      <p:sp>
        <p:nvSpPr>
          <p:cNvPr id="54316" name="Text Box 82"/>
          <p:cNvSpPr txBox="1">
            <a:spLocks noChangeArrowheads="1"/>
          </p:cNvSpPr>
          <p:nvPr/>
        </p:nvSpPr>
        <p:spPr bwMode="auto">
          <a:xfrm>
            <a:off x="2555875" y="5465763"/>
            <a:ext cx="2736850" cy="915987"/>
          </a:xfrm>
          <a:prstGeom prst="rect">
            <a:avLst/>
          </a:prstGeom>
          <a:noFill/>
          <a:ln w="9525">
            <a:noFill/>
            <a:miter lim="800000"/>
            <a:headEnd/>
            <a:tailEnd/>
          </a:ln>
        </p:spPr>
        <p:txBody>
          <a:bodyPr wrap="none">
            <a:spAutoFit/>
          </a:bodyPr>
          <a:lstStyle/>
          <a:p>
            <a:pPr eaLnBrk="0" hangingPunct="0"/>
            <a:r>
              <a:rPr lang="en-US" sz="1800" i="1" dirty="0">
                <a:latin typeface="Arial" pitchFamily="34" charset="0"/>
              </a:rPr>
              <a:t>On-Target, Low Variation</a:t>
            </a:r>
          </a:p>
          <a:p>
            <a:pPr eaLnBrk="0" hangingPunct="0"/>
            <a:r>
              <a:rPr lang="en-US" sz="1800" b="1" i="1" dirty="0">
                <a:latin typeface="Arial" pitchFamily="34" charset="0"/>
              </a:rPr>
              <a:t>Low Potential Defects</a:t>
            </a:r>
          </a:p>
          <a:p>
            <a:pPr eaLnBrk="0" hangingPunct="0"/>
            <a:r>
              <a:rPr lang="en-US" sz="1800" b="1" i="1" dirty="0">
                <a:latin typeface="Arial" pitchFamily="34" charset="0"/>
              </a:rPr>
              <a:t>Good </a:t>
            </a:r>
            <a:r>
              <a:rPr lang="en-US" sz="1800" b="1" i="1" dirty="0" err="1">
                <a:latin typeface="Arial" pitchFamily="34" charset="0"/>
              </a:rPr>
              <a:t>C</a:t>
            </a:r>
            <a:r>
              <a:rPr lang="en-US" sz="1800" b="1" i="1" baseline="-25000" dirty="0" err="1">
                <a:latin typeface="Arial" pitchFamily="34" charset="0"/>
              </a:rPr>
              <a:t>p</a:t>
            </a:r>
            <a:r>
              <a:rPr lang="en-US" sz="1800" b="1" i="1" dirty="0">
                <a:latin typeface="Arial" pitchFamily="34" charset="0"/>
              </a:rPr>
              <a:t> and </a:t>
            </a:r>
            <a:r>
              <a:rPr lang="en-US" sz="1800" b="1" i="1" dirty="0" err="1">
                <a:latin typeface="Arial" pitchFamily="34" charset="0"/>
              </a:rPr>
              <a:t>C</a:t>
            </a:r>
            <a:r>
              <a:rPr lang="en-US" sz="1800" b="1" i="1" baseline="-25000" dirty="0" err="1">
                <a:latin typeface="Arial" pitchFamily="34" charset="0"/>
              </a:rPr>
              <a:t>pk</a:t>
            </a:r>
            <a:endParaRPr lang="en-US" sz="1800" i="1" baseline="-25000" dirty="0">
              <a:latin typeface="Arial" pitchFamily="34" charset="0"/>
            </a:endParaRPr>
          </a:p>
        </p:txBody>
      </p:sp>
      <p:sp>
        <p:nvSpPr>
          <p:cNvPr id="13395" name="Text Box 83"/>
          <p:cNvSpPr txBox="1">
            <a:spLocks noChangeArrowheads="1"/>
          </p:cNvSpPr>
          <p:nvPr/>
        </p:nvSpPr>
        <p:spPr bwMode="auto">
          <a:xfrm>
            <a:off x="5218113" y="4335463"/>
            <a:ext cx="3425825" cy="1568450"/>
          </a:xfrm>
          <a:prstGeom prst="rect">
            <a:avLst/>
          </a:prstGeom>
          <a:solidFill>
            <a:schemeClr val="bg1"/>
          </a:solidFill>
          <a:ln w="9525">
            <a:solidFill>
              <a:schemeClr val="tx1"/>
            </a:solidFill>
            <a:miter lim="800000"/>
            <a:headEnd/>
            <a:tailEnd/>
          </a:ln>
          <a:effectLst>
            <a:outerShdw dist="107763" dir="2700000" algn="ctr" rotWithShape="0">
              <a:schemeClr val="accent2"/>
            </a:outerShdw>
          </a:effectLst>
        </p:spPr>
        <p:txBody>
          <a:bodyPr>
            <a:spAutoFit/>
          </a:bodyPr>
          <a:lstStyle/>
          <a:p>
            <a:pPr eaLnBrk="0" hangingPunct="0">
              <a:buClr>
                <a:srgbClr val="FF6600"/>
              </a:buClr>
              <a:buSzPct val="75000"/>
              <a:buFont typeface="Monotype Sorts" pitchFamily="2" charset="2"/>
              <a:buChar char="l"/>
              <a:defRPr/>
            </a:pPr>
            <a:r>
              <a:rPr lang="en-US" sz="1600">
                <a:latin typeface="Arial" pitchFamily="34" charset="0"/>
              </a:rPr>
              <a:t> Variation reduction and process centering create processes with less potential for defects.</a:t>
            </a:r>
          </a:p>
          <a:p>
            <a:pPr eaLnBrk="0" hangingPunct="0">
              <a:buClr>
                <a:srgbClr val="FF6600"/>
              </a:buClr>
              <a:buSzPct val="75000"/>
              <a:buFont typeface="Monotype Sorts" pitchFamily="2" charset="2"/>
              <a:buChar char="l"/>
              <a:defRPr/>
            </a:pPr>
            <a:r>
              <a:rPr lang="en-US" sz="1600">
                <a:latin typeface="Arial" pitchFamily="34" charset="0"/>
              </a:rPr>
              <a:t> The concept of defect reduction applies to </a:t>
            </a:r>
            <a:r>
              <a:rPr lang="en-US" sz="1600" b="1">
                <a:latin typeface="Arial" pitchFamily="34" charset="0"/>
              </a:rPr>
              <a:t>ALL</a:t>
            </a:r>
            <a:r>
              <a:rPr lang="en-US" sz="1600">
                <a:latin typeface="Arial" pitchFamily="34" charset="0"/>
              </a:rPr>
              <a:t> processes (not just manufacturing)</a:t>
            </a:r>
          </a:p>
        </p:txBody>
      </p:sp>
      <p:sp>
        <p:nvSpPr>
          <p:cNvPr id="83" name="Tijdelijke aanduiding voor dianummer 82"/>
          <p:cNvSpPr>
            <a:spLocks noGrp="1"/>
          </p:cNvSpPr>
          <p:nvPr>
            <p:ph type="sldNum" sz="quarter" idx="12"/>
          </p:nvPr>
        </p:nvSpPr>
        <p:spPr/>
        <p:txBody>
          <a:bodyPr/>
          <a:lstStyle/>
          <a:p>
            <a:pPr>
              <a:defRPr/>
            </a:pPr>
            <a:fld id="{B5A254CA-C3A2-4695-8DE2-3C75BFDB2D7E}" type="slidenum">
              <a:rPr lang="en-US" smtClean="0"/>
              <a:pPr>
                <a:defRPr/>
              </a:pPr>
              <a:t>35</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ChangeArrowheads="1"/>
          </p:cNvSpPr>
          <p:nvPr/>
        </p:nvSpPr>
        <p:spPr bwMode="auto">
          <a:xfrm>
            <a:off x="4572001" y="1029891"/>
            <a:ext cx="22316" cy="406301"/>
          </a:xfrm>
          <a:prstGeom prst="rect">
            <a:avLst/>
          </a:prstGeom>
          <a:noFill/>
          <a:ln w="9525">
            <a:noFill/>
            <a:miter lim="800000"/>
            <a:headEnd/>
            <a:tailEnd/>
          </a:ln>
        </p:spPr>
        <p:txBody>
          <a:bodyPr wrap="none" lIns="85707" tIns="42853" rIns="85707" bIns="42853" anchor="ctr"/>
          <a:lstStyle/>
          <a:p>
            <a:endParaRPr lang="nl-BE"/>
          </a:p>
        </p:txBody>
      </p:sp>
      <p:sp>
        <p:nvSpPr>
          <p:cNvPr id="35843" name="Rectangle 3"/>
          <p:cNvSpPr>
            <a:spLocks noChangeArrowheads="1"/>
          </p:cNvSpPr>
          <p:nvPr/>
        </p:nvSpPr>
        <p:spPr bwMode="auto">
          <a:xfrm>
            <a:off x="1780894" y="2083594"/>
            <a:ext cx="5497409" cy="1635622"/>
          </a:xfrm>
          <a:prstGeom prst="rect">
            <a:avLst/>
          </a:prstGeom>
          <a:gradFill rotWithShape="0">
            <a:gsLst>
              <a:gs pos="0">
                <a:srgbClr val="99FF99"/>
              </a:gs>
              <a:gs pos="50000">
                <a:srgbClr val="FFFFFF"/>
              </a:gs>
              <a:gs pos="100000">
                <a:srgbClr val="99FF99"/>
              </a:gs>
            </a:gsLst>
            <a:lin ang="0" scaled="1"/>
          </a:gradFill>
          <a:ln w="9525">
            <a:noFill/>
            <a:miter lim="800000"/>
            <a:headEnd/>
            <a:tailEnd/>
          </a:ln>
        </p:spPr>
        <p:txBody>
          <a:bodyPr wrap="none" lIns="85707" tIns="42853" rIns="85707" bIns="42853" anchor="ctr"/>
          <a:lstStyle/>
          <a:p>
            <a:endParaRPr lang="nl-BE"/>
          </a:p>
        </p:txBody>
      </p:sp>
      <p:sp>
        <p:nvSpPr>
          <p:cNvPr id="35844" name="Rectangle 4"/>
          <p:cNvSpPr>
            <a:spLocks noChangeArrowheads="1"/>
          </p:cNvSpPr>
          <p:nvPr/>
        </p:nvSpPr>
        <p:spPr bwMode="auto">
          <a:xfrm>
            <a:off x="1740723" y="2083594"/>
            <a:ext cx="790021" cy="1650504"/>
          </a:xfrm>
          <a:prstGeom prst="rect">
            <a:avLst/>
          </a:prstGeom>
          <a:solidFill>
            <a:srgbClr val="FFFF99"/>
          </a:solidFill>
          <a:ln w="9525">
            <a:noFill/>
            <a:miter lim="800000"/>
            <a:headEnd/>
            <a:tailEnd/>
          </a:ln>
        </p:spPr>
        <p:txBody>
          <a:bodyPr wrap="none" lIns="85707" tIns="42853" rIns="85707" bIns="42853" anchor="ctr"/>
          <a:lstStyle/>
          <a:p>
            <a:endParaRPr lang="nl-BE"/>
          </a:p>
        </p:txBody>
      </p:sp>
      <p:sp>
        <p:nvSpPr>
          <p:cNvPr id="35845" name="Rectangle 5"/>
          <p:cNvSpPr>
            <a:spLocks noChangeArrowheads="1"/>
          </p:cNvSpPr>
          <p:nvPr/>
        </p:nvSpPr>
        <p:spPr bwMode="auto">
          <a:xfrm>
            <a:off x="6561185" y="2083594"/>
            <a:ext cx="790021" cy="1650504"/>
          </a:xfrm>
          <a:prstGeom prst="rect">
            <a:avLst/>
          </a:prstGeom>
          <a:solidFill>
            <a:srgbClr val="FFFF99"/>
          </a:solidFill>
          <a:ln w="9525">
            <a:noFill/>
            <a:miter lim="800000"/>
            <a:headEnd/>
            <a:tailEnd/>
          </a:ln>
        </p:spPr>
        <p:txBody>
          <a:bodyPr wrap="none" lIns="85707" tIns="42853" rIns="85707" bIns="42853" anchor="ctr"/>
          <a:lstStyle/>
          <a:p>
            <a:endParaRPr lang="nl-BE"/>
          </a:p>
        </p:txBody>
      </p:sp>
      <p:sp>
        <p:nvSpPr>
          <p:cNvPr id="35846" name="Freeform 6"/>
          <p:cNvSpPr>
            <a:spLocks/>
          </p:cNvSpPr>
          <p:nvPr/>
        </p:nvSpPr>
        <p:spPr bwMode="auto">
          <a:xfrm>
            <a:off x="3227033" y="3659685"/>
            <a:ext cx="2750936" cy="1092398"/>
          </a:xfrm>
          <a:custGeom>
            <a:avLst/>
            <a:gdLst>
              <a:gd name="T0" fmla="*/ 0 w 1952"/>
              <a:gd name="T1" fmla="*/ 0 h 776"/>
              <a:gd name="T2" fmla="*/ 1951 w 1952"/>
              <a:gd name="T3" fmla="*/ 0 h 776"/>
              <a:gd name="T4" fmla="*/ 1951 w 1952"/>
              <a:gd name="T5" fmla="*/ 775 h 776"/>
              <a:gd name="T6" fmla="*/ 0 w 1952"/>
              <a:gd name="T7" fmla="*/ 775 h 776"/>
              <a:gd name="T8" fmla="*/ 0 w 1952"/>
              <a:gd name="T9" fmla="*/ 0 h 776"/>
              <a:gd name="T10" fmla="*/ 0 60000 65536"/>
              <a:gd name="T11" fmla="*/ 0 60000 65536"/>
              <a:gd name="T12" fmla="*/ 0 60000 65536"/>
              <a:gd name="T13" fmla="*/ 0 60000 65536"/>
              <a:gd name="T14" fmla="*/ 0 60000 65536"/>
              <a:gd name="T15" fmla="*/ 0 w 1952"/>
              <a:gd name="T16" fmla="*/ 0 h 776"/>
              <a:gd name="T17" fmla="*/ 1952 w 1952"/>
              <a:gd name="T18" fmla="*/ 776 h 776"/>
            </a:gdLst>
            <a:ahLst/>
            <a:cxnLst>
              <a:cxn ang="T10">
                <a:pos x="T0" y="T1"/>
              </a:cxn>
              <a:cxn ang="T11">
                <a:pos x="T2" y="T3"/>
              </a:cxn>
              <a:cxn ang="T12">
                <a:pos x="T4" y="T5"/>
              </a:cxn>
              <a:cxn ang="T13">
                <a:pos x="T6" y="T7"/>
              </a:cxn>
              <a:cxn ang="T14">
                <a:pos x="T8" y="T9"/>
              </a:cxn>
            </a:cxnLst>
            <a:rect l="T15" t="T16" r="T17" b="T18"/>
            <a:pathLst>
              <a:path w="1952" h="776">
                <a:moveTo>
                  <a:pt x="0" y="0"/>
                </a:moveTo>
                <a:lnTo>
                  <a:pt x="1951" y="0"/>
                </a:lnTo>
                <a:lnTo>
                  <a:pt x="1951" y="775"/>
                </a:lnTo>
                <a:lnTo>
                  <a:pt x="0" y="775"/>
                </a:lnTo>
                <a:lnTo>
                  <a:pt x="0" y="0"/>
                </a:lnTo>
              </a:path>
            </a:pathLst>
          </a:custGeom>
          <a:solidFill>
            <a:srgbClr val="FFFFFF"/>
          </a:solidFill>
          <a:ln w="9525" cap="rnd">
            <a:noFill/>
            <a:round/>
            <a:headEnd/>
            <a:tailEnd/>
          </a:ln>
        </p:spPr>
        <p:txBody>
          <a:bodyPr lIns="85707" tIns="42853" rIns="85707" bIns="42853"/>
          <a:lstStyle/>
          <a:p>
            <a:endParaRPr lang="nl-BE"/>
          </a:p>
        </p:txBody>
      </p:sp>
      <p:sp>
        <p:nvSpPr>
          <p:cNvPr id="35847" name="Freeform 7"/>
          <p:cNvSpPr>
            <a:spLocks/>
          </p:cNvSpPr>
          <p:nvPr/>
        </p:nvSpPr>
        <p:spPr bwMode="auto">
          <a:xfrm>
            <a:off x="4066149" y="3932039"/>
            <a:ext cx="904581" cy="190500"/>
          </a:xfrm>
          <a:custGeom>
            <a:avLst/>
            <a:gdLst>
              <a:gd name="T0" fmla="*/ 0 w 641"/>
              <a:gd name="T1" fmla="*/ 0 h 135"/>
              <a:gd name="T2" fmla="*/ 640 w 641"/>
              <a:gd name="T3" fmla="*/ 0 h 135"/>
              <a:gd name="T4" fmla="*/ 640 w 641"/>
              <a:gd name="T5" fmla="*/ 134 h 135"/>
              <a:gd name="T6" fmla="*/ 0 w 641"/>
              <a:gd name="T7" fmla="*/ 134 h 135"/>
              <a:gd name="T8" fmla="*/ 0 w 641"/>
              <a:gd name="T9" fmla="*/ 0 h 135"/>
              <a:gd name="T10" fmla="*/ 0 60000 65536"/>
              <a:gd name="T11" fmla="*/ 0 60000 65536"/>
              <a:gd name="T12" fmla="*/ 0 60000 65536"/>
              <a:gd name="T13" fmla="*/ 0 60000 65536"/>
              <a:gd name="T14" fmla="*/ 0 60000 65536"/>
              <a:gd name="T15" fmla="*/ 0 w 641"/>
              <a:gd name="T16" fmla="*/ 0 h 135"/>
              <a:gd name="T17" fmla="*/ 641 w 641"/>
              <a:gd name="T18" fmla="*/ 135 h 135"/>
            </a:gdLst>
            <a:ahLst/>
            <a:cxnLst>
              <a:cxn ang="T10">
                <a:pos x="T0" y="T1"/>
              </a:cxn>
              <a:cxn ang="T11">
                <a:pos x="T2" y="T3"/>
              </a:cxn>
              <a:cxn ang="T12">
                <a:pos x="T4" y="T5"/>
              </a:cxn>
              <a:cxn ang="T13">
                <a:pos x="T6" y="T7"/>
              </a:cxn>
              <a:cxn ang="T14">
                <a:pos x="T8" y="T9"/>
              </a:cxn>
            </a:cxnLst>
            <a:rect l="T15" t="T16" r="T17" b="T18"/>
            <a:pathLst>
              <a:path w="641" h="135">
                <a:moveTo>
                  <a:pt x="0" y="0"/>
                </a:moveTo>
                <a:lnTo>
                  <a:pt x="640" y="0"/>
                </a:lnTo>
                <a:lnTo>
                  <a:pt x="640" y="134"/>
                </a:lnTo>
                <a:lnTo>
                  <a:pt x="0" y="134"/>
                </a:lnTo>
                <a:lnTo>
                  <a:pt x="0" y="0"/>
                </a:lnTo>
              </a:path>
            </a:pathLst>
          </a:custGeom>
          <a:solidFill>
            <a:srgbClr val="FFFFFF"/>
          </a:solidFill>
          <a:ln w="9525" cap="rnd">
            <a:noFill/>
            <a:round/>
            <a:headEnd/>
            <a:tailEnd/>
          </a:ln>
        </p:spPr>
        <p:txBody>
          <a:bodyPr lIns="85707" tIns="42853" rIns="85707" bIns="42853"/>
          <a:lstStyle/>
          <a:p>
            <a:endParaRPr lang="nl-BE"/>
          </a:p>
        </p:txBody>
      </p:sp>
      <p:sp>
        <p:nvSpPr>
          <p:cNvPr id="35848" name="Freeform 8"/>
          <p:cNvSpPr>
            <a:spLocks/>
          </p:cNvSpPr>
          <p:nvPr/>
        </p:nvSpPr>
        <p:spPr bwMode="auto">
          <a:xfrm>
            <a:off x="3457640" y="4257974"/>
            <a:ext cx="2142428" cy="263425"/>
          </a:xfrm>
          <a:custGeom>
            <a:avLst/>
            <a:gdLst>
              <a:gd name="T0" fmla="*/ 0 w 1520"/>
              <a:gd name="T1" fmla="*/ 0 h 187"/>
              <a:gd name="T2" fmla="*/ 1519 w 1520"/>
              <a:gd name="T3" fmla="*/ 0 h 187"/>
              <a:gd name="T4" fmla="*/ 1519 w 1520"/>
              <a:gd name="T5" fmla="*/ 186 h 187"/>
              <a:gd name="T6" fmla="*/ 0 w 1520"/>
              <a:gd name="T7" fmla="*/ 186 h 187"/>
              <a:gd name="T8" fmla="*/ 0 w 1520"/>
              <a:gd name="T9" fmla="*/ 0 h 187"/>
              <a:gd name="T10" fmla="*/ 0 60000 65536"/>
              <a:gd name="T11" fmla="*/ 0 60000 65536"/>
              <a:gd name="T12" fmla="*/ 0 60000 65536"/>
              <a:gd name="T13" fmla="*/ 0 60000 65536"/>
              <a:gd name="T14" fmla="*/ 0 60000 65536"/>
              <a:gd name="T15" fmla="*/ 0 w 1520"/>
              <a:gd name="T16" fmla="*/ 0 h 187"/>
              <a:gd name="T17" fmla="*/ 1520 w 1520"/>
              <a:gd name="T18" fmla="*/ 187 h 187"/>
            </a:gdLst>
            <a:ahLst/>
            <a:cxnLst>
              <a:cxn ang="T10">
                <a:pos x="T0" y="T1"/>
              </a:cxn>
              <a:cxn ang="T11">
                <a:pos x="T2" y="T3"/>
              </a:cxn>
              <a:cxn ang="T12">
                <a:pos x="T4" y="T5"/>
              </a:cxn>
              <a:cxn ang="T13">
                <a:pos x="T6" y="T7"/>
              </a:cxn>
              <a:cxn ang="T14">
                <a:pos x="T8" y="T9"/>
              </a:cxn>
            </a:cxnLst>
            <a:rect l="T15" t="T16" r="T17" b="T18"/>
            <a:pathLst>
              <a:path w="1520" h="187">
                <a:moveTo>
                  <a:pt x="0" y="0"/>
                </a:moveTo>
                <a:lnTo>
                  <a:pt x="1519" y="0"/>
                </a:lnTo>
                <a:lnTo>
                  <a:pt x="1519" y="186"/>
                </a:lnTo>
                <a:lnTo>
                  <a:pt x="0" y="186"/>
                </a:lnTo>
                <a:lnTo>
                  <a:pt x="0" y="0"/>
                </a:lnTo>
              </a:path>
            </a:pathLst>
          </a:custGeom>
          <a:solidFill>
            <a:srgbClr val="FFFFFF"/>
          </a:solidFill>
          <a:ln w="9525" cap="rnd">
            <a:noFill/>
            <a:round/>
            <a:headEnd/>
            <a:tailEnd/>
          </a:ln>
        </p:spPr>
        <p:txBody>
          <a:bodyPr lIns="85707" tIns="42853" rIns="85707" bIns="42853"/>
          <a:lstStyle/>
          <a:p>
            <a:endParaRPr lang="nl-BE"/>
          </a:p>
        </p:txBody>
      </p:sp>
      <p:sp>
        <p:nvSpPr>
          <p:cNvPr id="35849" name="Rectangle 9"/>
          <p:cNvSpPr>
            <a:spLocks noChangeArrowheads="1"/>
          </p:cNvSpPr>
          <p:nvPr/>
        </p:nvSpPr>
        <p:spPr bwMode="auto">
          <a:xfrm>
            <a:off x="1590456" y="3824884"/>
            <a:ext cx="211267" cy="235148"/>
          </a:xfrm>
          <a:prstGeom prst="rect">
            <a:avLst/>
          </a:prstGeom>
          <a:noFill/>
          <a:ln w="9525">
            <a:noFill/>
            <a:miter lim="800000"/>
            <a:headEnd/>
            <a:tailEnd/>
          </a:ln>
        </p:spPr>
        <p:txBody>
          <a:bodyPr wrap="none" lIns="81693" tIns="40848" rIns="81693" bIns="40848">
            <a:spAutoFit/>
          </a:bodyPr>
          <a:lstStyle/>
          <a:p>
            <a:pPr defTabSz="810941">
              <a:lnSpc>
                <a:spcPct val="90000"/>
              </a:lnSpc>
            </a:pPr>
            <a:r>
              <a:rPr lang="en-US" sz="1100" dirty="0">
                <a:solidFill>
                  <a:srgbClr val="000000"/>
                </a:solidFill>
                <a:latin typeface="Book Antiqua" pitchFamily="18" charset="0"/>
              </a:rPr>
              <a:t>-</a:t>
            </a:r>
          </a:p>
        </p:txBody>
      </p:sp>
      <p:sp>
        <p:nvSpPr>
          <p:cNvPr id="35850" name="Rectangle 10"/>
          <p:cNvSpPr>
            <a:spLocks noChangeArrowheads="1"/>
          </p:cNvSpPr>
          <p:nvPr/>
        </p:nvSpPr>
        <p:spPr bwMode="auto">
          <a:xfrm>
            <a:off x="1660382" y="3824884"/>
            <a:ext cx="1472919" cy="235148"/>
          </a:xfrm>
          <a:prstGeom prst="rect">
            <a:avLst/>
          </a:prstGeom>
          <a:noFill/>
          <a:ln w="9525">
            <a:noFill/>
            <a:miter lim="800000"/>
            <a:headEnd/>
            <a:tailEnd/>
          </a:ln>
        </p:spPr>
        <p:txBody>
          <a:bodyPr wrap="none" lIns="81693" tIns="40848" rIns="81693" bIns="40848">
            <a:spAutoFit/>
          </a:bodyPr>
          <a:lstStyle/>
          <a:p>
            <a:pPr defTabSz="810941">
              <a:lnSpc>
                <a:spcPct val="90000"/>
              </a:lnSpc>
            </a:pPr>
            <a:r>
              <a:rPr lang="en-US" sz="1100" dirty="0">
                <a:solidFill>
                  <a:srgbClr val="000000"/>
                </a:solidFill>
                <a:latin typeface="Symbol" pitchFamily="18" charset="2"/>
              </a:rPr>
              <a:t>6s      -5s      -4s       </a:t>
            </a:r>
          </a:p>
        </p:txBody>
      </p:sp>
      <p:sp>
        <p:nvSpPr>
          <p:cNvPr id="35851" name="Rectangle 11"/>
          <p:cNvSpPr>
            <a:spLocks noChangeArrowheads="1"/>
          </p:cNvSpPr>
          <p:nvPr/>
        </p:nvSpPr>
        <p:spPr bwMode="auto">
          <a:xfrm>
            <a:off x="2975595" y="3824884"/>
            <a:ext cx="282681" cy="235148"/>
          </a:xfrm>
          <a:prstGeom prst="rect">
            <a:avLst/>
          </a:prstGeom>
          <a:noFill/>
          <a:ln w="9525">
            <a:noFill/>
            <a:miter lim="800000"/>
            <a:headEnd/>
            <a:tailEnd/>
          </a:ln>
        </p:spPr>
        <p:txBody>
          <a:bodyPr wrap="none" lIns="81693" tIns="40848" rIns="81693" bIns="40848">
            <a:spAutoFit/>
          </a:bodyPr>
          <a:lstStyle/>
          <a:p>
            <a:pPr defTabSz="810941">
              <a:lnSpc>
                <a:spcPct val="90000"/>
              </a:lnSpc>
            </a:pPr>
            <a:r>
              <a:rPr lang="en-US" sz="1100" dirty="0">
                <a:solidFill>
                  <a:srgbClr val="000000"/>
                </a:solidFill>
                <a:latin typeface="Book Antiqua" pitchFamily="18" charset="0"/>
              </a:rPr>
              <a:t>-3</a:t>
            </a:r>
          </a:p>
        </p:txBody>
      </p:sp>
      <p:sp>
        <p:nvSpPr>
          <p:cNvPr id="35852" name="Rectangle 12"/>
          <p:cNvSpPr>
            <a:spLocks noChangeArrowheads="1"/>
          </p:cNvSpPr>
          <p:nvPr/>
        </p:nvSpPr>
        <p:spPr bwMode="auto">
          <a:xfrm>
            <a:off x="3133301" y="3824884"/>
            <a:ext cx="4606219" cy="235148"/>
          </a:xfrm>
          <a:prstGeom prst="rect">
            <a:avLst/>
          </a:prstGeom>
          <a:noFill/>
          <a:ln w="9525">
            <a:noFill/>
            <a:miter lim="800000"/>
            <a:headEnd/>
            <a:tailEnd/>
          </a:ln>
        </p:spPr>
        <p:txBody>
          <a:bodyPr wrap="none" lIns="81693" tIns="40848" rIns="81693" bIns="40848">
            <a:spAutoFit/>
          </a:bodyPr>
          <a:lstStyle/>
          <a:p>
            <a:pPr defTabSz="810941">
              <a:lnSpc>
                <a:spcPct val="90000"/>
              </a:lnSpc>
            </a:pPr>
            <a:r>
              <a:rPr lang="en-US" sz="1100" dirty="0">
                <a:solidFill>
                  <a:srgbClr val="000000"/>
                </a:solidFill>
                <a:latin typeface="Symbol" pitchFamily="18" charset="2"/>
              </a:rPr>
              <a:t>s     -2s      -1s         0         +1s      +2s    +3s      +4s      +5s      +6s          </a:t>
            </a:r>
          </a:p>
        </p:txBody>
      </p:sp>
      <p:grpSp>
        <p:nvGrpSpPr>
          <p:cNvPr id="2" name="Group 13"/>
          <p:cNvGrpSpPr>
            <a:grpSpLocks/>
          </p:cNvGrpSpPr>
          <p:nvPr/>
        </p:nvGrpSpPr>
        <p:grpSpPr bwMode="auto">
          <a:xfrm>
            <a:off x="1777919" y="4299645"/>
            <a:ext cx="2762838" cy="63996"/>
            <a:chOff x="1290" y="3262"/>
            <a:chExt cx="1960" cy="45"/>
          </a:xfrm>
        </p:grpSpPr>
        <p:sp>
          <p:nvSpPr>
            <p:cNvPr id="35904" name="Freeform 14"/>
            <p:cNvSpPr>
              <a:spLocks/>
            </p:cNvSpPr>
            <p:nvPr/>
          </p:nvSpPr>
          <p:spPr bwMode="auto">
            <a:xfrm>
              <a:off x="1290" y="3262"/>
              <a:ext cx="91" cy="45"/>
            </a:xfrm>
            <a:custGeom>
              <a:avLst/>
              <a:gdLst>
                <a:gd name="T0" fmla="*/ 0 w 91"/>
                <a:gd name="T1" fmla="*/ 22 h 45"/>
                <a:gd name="T2" fmla="*/ 90 w 91"/>
                <a:gd name="T3" fmla="*/ 0 h 45"/>
                <a:gd name="T4" fmla="*/ 90 w 91"/>
                <a:gd name="T5" fmla="*/ 22 h 45"/>
                <a:gd name="T6" fmla="*/ 90 w 91"/>
                <a:gd name="T7" fmla="*/ 44 h 45"/>
                <a:gd name="T8" fmla="*/ 0 w 91"/>
                <a:gd name="T9" fmla="*/ 22 h 45"/>
                <a:gd name="T10" fmla="*/ 0 60000 65536"/>
                <a:gd name="T11" fmla="*/ 0 60000 65536"/>
                <a:gd name="T12" fmla="*/ 0 60000 65536"/>
                <a:gd name="T13" fmla="*/ 0 60000 65536"/>
                <a:gd name="T14" fmla="*/ 0 60000 65536"/>
                <a:gd name="T15" fmla="*/ 0 w 91"/>
                <a:gd name="T16" fmla="*/ 0 h 45"/>
                <a:gd name="T17" fmla="*/ 91 w 91"/>
                <a:gd name="T18" fmla="*/ 45 h 45"/>
              </a:gdLst>
              <a:ahLst/>
              <a:cxnLst>
                <a:cxn ang="T10">
                  <a:pos x="T0" y="T1"/>
                </a:cxn>
                <a:cxn ang="T11">
                  <a:pos x="T2" y="T3"/>
                </a:cxn>
                <a:cxn ang="T12">
                  <a:pos x="T4" y="T5"/>
                </a:cxn>
                <a:cxn ang="T13">
                  <a:pos x="T6" y="T7"/>
                </a:cxn>
                <a:cxn ang="T14">
                  <a:pos x="T8" y="T9"/>
                </a:cxn>
              </a:cxnLst>
              <a:rect l="T15" t="T16" r="T17" b="T18"/>
              <a:pathLst>
                <a:path w="91" h="45">
                  <a:moveTo>
                    <a:pt x="0" y="22"/>
                  </a:moveTo>
                  <a:lnTo>
                    <a:pt x="90" y="0"/>
                  </a:lnTo>
                  <a:lnTo>
                    <a:pt x="90" y="22"/>
                  </a:lnTo>
                  <a:lnTo>
                    <a:pt x="90" y="44"/>
                  </a:lnTo>
                  <a:lnTo>
                    <a:pt x="0" y="22"/>
                  </a:lnTo>
                </a:path>
              </a:pathLst>
            </a:custGeom>
            <a:solidFill>
              <a:srgbClr val="000000"/>
            </a:solidFill>
            <a:ln w="9525" cap="rnd">
              <a:noFill/>
              <a:round/>
              <a:headEnd/>
              <a:tailEnd/>
            </a:ln>
          </p:spPr>
          <p:txBody>
            <a:bodyPr/>
            <a:lstStyle/>
            <a:p>
              <a:endParaRPr lang="nl-BE"/>
            </a:p>
          </p:txBody>
        </p:sp>
        <p:sp>
          <p:nvSpPr>
            <p:cNvPr id="35905" name="Freeform 15"/>
            <p:cNvSpPr>
              <a:spLocks/>
            </p:cNvSpPr>
            <p:nvPr/>
          </p:nvSpPr>
          <p:spPr bwMode="auto">
            <a:xfrm>
              <a:off x="3152" y="3262"/>
              <a:ext cx="98" cy="45"/>
            </a:xfrm>
            <a:custGeom>
              <a:avLst/>
              <a:gdLst>
                <a:gd name="T0" fmla="*/ 97 w 98"/>
                <a:gd name="T1" fmla="*/ 22 h 45"/>
                <a:gd name="T2" fmla="*/ 0 w 98"/>
                <a:gd name="T3" fmla="*/ 44 h 45"/>
                <a:gd name="T4" fmla="*/ 0 w 98"/>
                <a:gd name="T5" fmla="*/ 22 h 45"/>
                <a:gd name="T6" fmla="*/ 0 w 98"/>
                <a:gd name="T7" fmla="*/ 0 h 45"/>
                <a:gd name="T8" fmla="*/ 97 w 98"/>
                <a:gd name="T9" fmla="*/ 22 h 45"/>
                <a:gd name="T10" fmla="*/ 0 60000 65536"/>
                <a:gd name="T11" fmla="*/ 0 60000 65536"/>
                <a:gd name="T12" fmla="*/ 0 60000 65536"/>
                <a:gd name="T13" fmla="*/ 0 60000 65536"/>
                <a:gd name="T14" fmla="*/ 0 60000 65536"/>
                <a:gd name="T15" fmla="*/ 0 w 98"/>
                <a:gd name="T16" fmla="*/ 0 h 45"/>
                <a:gd name="T17" fmla="*/ 98 w 98"/>
                <a:gd name="T18" fmla="*/ 45 h 45"/>
              </a:gdLst>
              <a:ahLst/>
              <a:cxnLst>
                <a:cxn ang="T10">
                  <a:pos x="T0" y="T1"/>
                </a:cxn>
                <a:cxn ang="T11">
                  <a:pos x="T2" y="T3"/>
                </a:cxn>
                <a:cxn ang="T12">
                  <a:pos x="T4" y="T5"/>
                </a:cxn>
                <a:cxn ang="T13">
                  <a:pos x="T6" y="T7"/>
                </a:cxn>
                <a:cxn ang="T14">
                  <a:pos x="T8" y="T9"/>
                </a:cxn>
              </a:cxnLst>
              <a:rect l="T15" t="T16" r="T17" b="T18"/>
              <a:pathLst>
                <a:path w="98" h="45">
                  <a:moveTo>
                    <a:pt x="97" y="22"/>
                  </a:moveTo>
                  <a:lnTo>
                    <a:pt x="0" y="44"/>
                  </a:lnTo>
                  <a:lnTo>
                    <a:pt x="0" y="22"/>
                  </a:lnTo>
                  <a:lnTo>
                    <a:pt x="0" y="0"/>
                  </a:lnTo>
                  <a:lnTo>
                    <a:pt x="97" y="22"/>
                  </a:lnTo>
                </a:path>
              </a:pathLst>
            </a:custGeom>
            <a:solidFill>
              <a:srgbClr val="000000"/>
            </a:solidFill>
            <a:ln w="9525" cap="rnd">
              <a:noFill/>
              <a:round/>
              <a:headEnd/>
              <a:tailEnd/>
            </a:ln>
          </p:spPr>
          <p:txBody>
            <a:bodyPr/>
            <a:lstStyle/>
            <a:p>
              <a:endParaRPr lang="nl-BE"/>
            </a:p>
          </p:txBody>
        </p:sp>
        <p:sp>
          <p:nvSpPr>
            <p:cNvPr id="35906" name="Line 16"/>
            <p:cNvSpPr>
              <a:spLocks noChangeShapeType="1"/>
            </p:cNvSpPr>
            <p:nvPr/>
          </p:nvSpPr>
          <p:spPr bwMode="auto">
            <a:xfrm>
              <a:off x="1380" y="3284"/>
              <a:ext cx="1772" cy="0"/>
            </a:xfrm>
            <a:prstGeom prst="line">
              <a:avLst/>
            </a:prstGeom>
            <a:noFill/>
            <a:ln w="12700">
              <a:solidFill>
                <a:srgbClr val="000000"/>
              </a:solidFill>
              <a:round/>
              <a:headEnd type="none" w="sm" len="sm"/>
              <a:tailEnd type="none" w="sm" len="sm"/>
            </a:ln>
          </p:spPr>
          <p:txBody>
            <a:bodyPr wrap="none" anchor="ctr"/>
            <a:lstStyle/>
            <a:p>
              <a:endParaRPr lang="nl-BE"/>
            </a:p>
          </p:txBody>
        </p:sp>
      </p:grpSp>
      <p:sp>
        <p:nvSpPr>
          <p:cNvPr id="35854" name="Freeform 17"/>
          <p:cNvSpPr>
            <a:spLocks/>
          </p:cNvSpPr>
          <p:nvPr/>
        </p:nvSpPr>
        <p:spPr bwMode="auto">
          <a:xfrm>
            <a:off x="2303109" y="4173141"/>
            <a:ext cx="1280994" cy="400348"/>
          </a:xfrm>
          <a:custGeom>
            <a:avLst/>
            <a:gdLst>
              <a:gd name="T0" fmla="*/ 0 w 909"/>
              <a:gd name="T1" fmla="*/ 0 h 284"/>
              <a:gd name="T2" fmla="*/ 908 w 909"/>
              <a:gd name="T3" fmla="*/ 0 h 284"/>
              <a:gd name="T4" fmla="*/ 908 w 909"/>
              <a:gd name="T5" fmla="*/ 283 h 284"/>
              <a:gd name="T6" fmla="*/ 0 w 909"/>
              <a:gd name="T7" fmla="*/ 283 h 284"/>
              <a:gd name="T8" fmla="*/ 0 w 909"/>
              <a:gd name="T9" fmla="*/ 0 h 284"/>
              <a:gd name="T10" fmla="*/ 0 60000 65536"/>
              <a:gd name="T11" fmla="*/ 0 60000 65536"/>
              <a:gd name="T12" fmla="*/ 0 60000 65536"/>
              <a:gd name="T13" fmla="*/ 0 60000 65536"/>
              <a:gd name="T14" fmla="*/ 0 60000 65536"/>
              <a:gd name="T15" fmla="*/ 0 w 909"/>
              <a:gd name="T16" fmla="*/ 0 h 284"/>
              <a:gd name="T17" fmla="*/ 909 w 909"/>
              <a:gd name="T18" fmla="*/ 284 h 284"/>
            </a:gdLst>
            <a:ahLst/>
            <a:cxnLst>
              <a:cxn ang="T10">
                <a:pos x="T0" y="T1"/>
              </a:cxn>
              <a:cxn ang="T11">
                <a:pos x="T2" y="T3"/>
              </a:cxn>
              <a:cxn ang="T12">
                <a:pos x="T4" y="T5"/>
              </a:cxn>
              <a:cxn ang="T13">
                <a:pos x="T6" y="T7"/>
              </a:cxn>
              <a:cxn ang="T14">
                <a:pos x="T8" y="T9"/>
              </a:cxn>
            </a:cxnLst>
            <a:rect l="T15" t="T16" r="T17" b="T18"/>
            <a:pathLst>
              <a:path w="909" h="284">
                <a:moveTo>
                  <a:pt x="0" y="0"/>
                </a:moveTo>
                <a:lnTo>
                  <a:pt x="908" y="0"/>
                </a:lnTo>
                <a:lnTo>
                  <a:pt x="908" y="283"/>
                </a:lnTo>
                <a:lnTo>
                  <a:pt x="0" y="283"/>
                </a:lnTo>
                <a:lnTo>
                  <a:pt x="0" y="0"/>
                </a:lnTo>
              </a:path>
            </a:pathLst>
          </a:custGeom>
          <a:solidFill>
            <a:srgbClr val="FFFFFF"/>
          </a:solidFill>
          <a:ln w="9525" cap="rnd">
            <a:noFill/>
            <a:round/>
            <a:headEnd/>
            <a:tailEnd/>
          </a:ln>
        </p:spPr>
        <p:txBody>
          <a:bodyPr lIns="85707" tIns="42853" rIns="85707" bIns="42853"/>
          <a:lstStyle/>
          <a:p>
            <a:endParaRPr lang="nl-BE"/>
          </a:p>
        </p:txBody>
      </p:sp>
      <p:grpSp>
        <p:nvGrpSpPr>
          <p:cNvPr id="3" name="Group 18"/>
          <p:cNvGrpSpPr>
            <a:grpSpLocks/>
          </p:cNvGrpSpPr>
          <p:nvPr/>
        </p:nvGrpSpPr>
        <p:grpSpPr bwMode="auto">
          <a:xfrm>
            <a:off x="4527366" y="4299645"/>
            <a:ext cx="2719693" cy="63996"/>
            <a:chOff x="3241" y="3262"/>
            <a:chExt cx="1930" cy="45"/>
          </a:xfrm>
        </p:grpSpPr>
        <p:sp>
          <p:nvSpPr>
            <p:cNvPr id="35901" name="Freeform 19"/>
            <p:cNvSpPr>
              <a:spLocks/>
            </p:cNvSpPr>
            <p:nvPr/>
          </p:nvSpPr>
          <p:spPr bwMode="auto">
            <a:xfrm>
              <a:off x="3241" y="3262"/>
              <a:ext cx="98" cy="45"/>
            </a:xfrm>
            <a:custGeom>
              <a:avLst/>
              <a:gdLst>
                <a:gd name="T0" fmla="*/ 0 w 98"/>
                <a:gd name="T1" fmla="*/ 22 h 45"/>
                <a:gd name="T2" fmla="*/ 97 w 98"/>
                <a:gd name="T3" fmla="*/ 0 h 45"/>
                <a:gd name="T4" fmla="*/ 97 w 98"/>
                <a:gd name="T5" fmla="*/ 22 h 45"/>
                <a:gd name="T6" fmla="*/ 97 w 98"/>
                <a:gd name="T7" fmla="*/ 44 h 45"/>
                <a:gd name="T8" fmla="*/ 0 w 98"/>
                <a:gd name="T9" fmla="*/ 22 h 45"/>
                <a:gd name="T10" fmla="*/ 0 60000 65536"/>
                <a:gd name="T11" fmla="*/ 0 60000 65536"/>
                <a:gd name="T12" fmla="*/ 0 60000 65536"/>
                <a:gd name="T13" fmla="*/ 0 60000 65536"/>
                <a:gd name="T14" fmla="*/ 0 60000 65536"/>
                <a:gd name="T15" fmla="*/ 0 w 98"/>
                <a:gd name="T16" fmla="*/ 0 h 45"/>
                <a:gd name="T17" fmla="*/ 98 w 98"/>
                <a:gd name="T18" fmla="*/ 45 h 45"/>
              </a:gdLst>
              <a:ahLst/>
              <a:cxnLst>
                <a:cxn ang="T10">
                  <a:pos x="T0" y="T1"/>
                </a:cxn>
                <a:cxn ang="T11">
                  <a:pos x="T2" y="T3"/>
                </a:cxn>
                <a:cxn ang="T12">
                  <a:pos x="T4" y="T5"/>
                </a:cxn>
                <a:cxn ang="T13">
                  <a:pos x="T6" y="T7"/>
                </a:cxn>
                <a:cxn ang="T14">
                  <a:pos x="T8" y="T9"/>
                </a:cxn>
              </a:cxnLst>
              <a:rect l="T15" t="T16" r="T17" b="T18"/>
              <a:pathLst>
                <a:path w="98" h="45">
                  <a:moveTo>
                    <a:pt x="0" y="22"/>
                  </a:moveTo>
                  <a:lnTo>
                    <a:pt x="97" y="0"/>
                  </a:lnTo>
                  <a:lnTo>
                    <a:pt x="97" y="22"/>
                  </a:lnTo>
                  <a:lnTo>
                    <a:pt x="97" y="44"/>
                  </a:lnTo>
                  <a:lnTo>
                    <a:pt x="0" y="22"/>
                  </a:lnTo>
                </a:path>
              </a:pathLst>
            </a:custGeom>
            <a:solidFill>
              <a:srgbClr val="000000"/>
            </a:solidFill>
            <a:ln w="9525" cap="rnd">
              <a:noFill/>
              <a:round/>
              <a:headEnd/>
              <a:tailEnd/>
            </a:ln>
          </p:spPr>
          <p:txBody>
            <a:bodyPr/>
            <a:lstStyle/>
            <a:p>
              <a:endParaRPr lang="nl-BE"/>
            </a:p>
          </p:txBody>
        </p:sp>
        <p:sp>
          <p:nvSpPr>
            <p:cNvPr id="35902" name="Freeform 20"/>
            <p:cNvSpPr>
              <a:spLocks/>
            </p:cNvSpPr>
            <p:nvPr/>
          </p:nvSpPr>
          <p:spPr bwMode="auto">
            <a:xfrm>
              <a:off x="5073" y="3262"/>
              <a:ext cx="98" cy="45"/>
            </a:xfrm>
            <a:custGeom>
              <a:avLst/>
              <a:gdLst>
                <a:gd name="T0" fmla="*/ 97 w 98"/>
                <a:gd name="T1" fmla="*/ 22 h 45"/>
                <a:gd name="T2" fmla="*/ 0 w 98"/>
                <a:gd name="T3" fmla="*/ 44 h 45"/>
                <a:gd name="T4" fmla="*/ 0 w 98"/>
                <a:gd name="T5" fmla="*/ 22 h 45"/>
                <a:gd name="T6" fmla="*/ 0 w 98"/>
                <a:gd name="T7" fmla="*/ 0 h 45"/>
                <a:gd name="T8" fmla="*/ 97 w 98"/>
                <a:gd name="T9" fmla="*/ 22 h 45"/>
                <a:gd name="T10" fmla="*/ 0 60000 65536"/>
                <a:gd name="T11" fmla="*/ 0 60000 65536"/>
                <a:gd name="T12" fmla="*/ 0 60000 65536"/>
                <a:gd name="T13" fmla="*/ 0 60000 65536"/>
                <a:gd name="T14" fmla="*/ 0 60000 65536"/>
                <a:gd name="T15" fmla="*/ 0 w 98"/>
                <a:gd name="T16" fmla="*/ 0 h 45"/>
                <a:gd name="T17" fmla="*/ 98 w 98"/>
                <a:gd name="T18" fmla="*/ 45 h 45"/>
              </a:gdLst>
              <a:ahLst/>
              <a:cxnLst>
                <a:cxn ang="T10">
                  <a:pos x="T0" y="T1"/>
                </a:cxn>
                <a:cxn ang="T11">
                  <a:pos x="T2" y="T3"/>
                </a:cxn>
                <a:cxn ang="T12">
                  <a:pos x="T4" y="T5"/>
                </a:cxn>
                <a:cxn ang="T13">
                  <a:pos x="T6" y="T7"/>
                </a:cxn>
                <a:cxn ang="T14">
                  <a:pos x="T8" y="T9"/>
                </a:cxn>
              </a:cxnLst>
              <a:rect l="T15" t="T16" r="T17" b="T18"/>
              <a:pathLst>
                <a:path w="98" h="45">
                  <a:moveTo>
                    <a:pt x="97" y="22"/>
                  </a:moveTo>
                  <a:lnTo>
                    <a:pt x="0" y="44"/>
                  </a:lnTo>
                  <a:lnTo>
                    <a:pt x="0" y="22"/>
                  </a:lnTo>
                  <a:lnTo>
                    <a:pt x="0" y="0"/>
                  </a:lnTo>
                  <a:lnTo>
                    <a:pt x="97" y="22"/>
                  </a:lnTo>
                </a:path>
              </a:pathLst>
            </a:custGeom>
            <a:solidFill>
              <a:srgbClr val="000000"/>
            </a:solidFill>
            <a:ln w="9525" cap="rnd">
              <a:noFill/>
              <a:round/>
              <a:headEnd/>
              <a:tailEnd/>
            </a:ln>
          </p:spPr>
          <p:txBody>
            <a:bodyPr/>
            <a:lstStyle/>
            <a:p>
              <a:endParaRPr lang="nl-BE"/>
            </a:p>
          </p:txBody>
        </p:sp>
        <p:sp>
          <p:nvSpPr>
            <p:cNvPr id="35903" name="Line 21"/>
            <p:cNvSpPr>
              <a:spLocks noChangeShapeType="1"/>
            </p:cNvSpPr>
            <p:nvPr/>
          </p:nvSpPr>
          <p:spPr bwMode="auto">
            <a:xfrm>
              <a:off x="3338" y="3284"/>
              <a:ext cx="1735" cy="0"/>
            </a:xfrm>
            <a:prstGeom prst="line">
              <a:avLst/>
            </a:prstGeom>
            <a:noFill/>
            <a:ln w="12700">
              <a:solidFill>
                <a:srgbClr val="000000"/>
              </a:solidFill>
              <a:round/>
              <a:headEnd type="none" w="sm" len="sm"/>
              <a:tailEnd type="none" w="sm" len="sm"/>
            </a:ln>
          </p:spPr>
          <p:txBody>
            <a:bodyPr wrap="none" anchor="ctr"/>
            <a:lstStyle/>
            <a:p>
              <a:endParaRPr lang="nl-BE"/>
            </a:p>
          </p:txBody>
        </p:sp>
      </p:grpSp>
      <p:sp>
        <p:nvSpPr>
          <p:cNvPr id="35856" name="Freeform 22"/>
          <p:cNvSpPr>
            <a:spLocks/>
          </p:cNvSpPr>
          <p:nvPr/>
        </p:nvSpPr>
        <p:spPr bwMode="auto">
          <a:xfrm>
            <a:off x="5062974" y="4162724"/>
            <a:ext cx="1280993" cy="400347"/>
          </a:xfrm>
          <a:custGeom>
            <a:avLst/>
            <a:gdLst>
              <a:gd name="T0" fmla="*/ 0 w 909"/>
              <a:gd name="T1" fmla="*/ 0 h 284"/>
              <a:gd name="T2" fmla="*/ 908 w 909"/>
              <a:gd name="T3" fmla="*/ 0 h 284"/>
              <a:gd name="T4" fmla="*/ 908 w 909"/>
              <a:gd name="T5" fmla="*/ 283 h 284"/>
              <a:gd name="T6" fmla="*/ 0 w 909"/>
              <a:gd name="T7" fmla="*/ 283 h 284"/>
              <a:gd name="T8" fmla="*/ 0 w 909"/>
              <a:gd name="T9" fmla="*/ 0 h 284"/>
              <a:gd name="T10" fmla="*/ 0 60000 65536"/>
              <a:gd name="T11" fmla="*/ 0 60000 65536"/>
              <a:gd name="T12" fmla="*/ 0 60000 65536"/>
              <a:gd name="T13" fmla="*/ 0 60000 65536"/>
              <a:gd name="T14" fmla="*/ 0 60000 65536"/>
              <a:gd name="T15" fmla="*/ 0 w 909"/>
              <a:gd name="T16" fmla="*/ 0 h 284"/>
              <a:gd name="T17" fmla="*/ 909 w 909"/>
              <a:gd name="T18" fmla="*/ 284 h 284"/>
            </a:gdLst>
            <a:ahLst/>
            <a:cxnLst>
              <a:cxn ang="T10">
                <a:pos x="T0" y="T1"/>
              </a:cxn>
              <a:cxn ang="T11">
                <a:pos x="T2" y="T3"/>
              </a:cxn>
              <a:cxn ang="T12">
                <a:pos x="T4" y="T5"/>
              </a:cxn>
              <a:cxn ang="T13">
                <a:pos x="T6" y="T7"/>
              </a:cxn>
              <a:cxn ang="T14">
                <a:pos x="T8" y="T9"/>
              </a:cxn>
            </a:cxnLst>
            <a:rect l="T15" t="T16" r="T17" b="T18"/>
            <a:pathLst>
              <a:path w="909" h="284">
                <a:moveTo>
                  <a:pt x="0" y="0"/>
                </a:moveTo>
                <a:lnTo>
                  <a:pt x="908" y="0"/>
                </a:lnTo>
                <a:lnTo>
                  <a:pt x="908" y="283"/>
                </a:lnTo>
                <a:lnTo>
                  <a:pt x="0" y="283"/>
                </a:lnTo>
                <a:lnTo>
                  <a:pt x="0" y="0"/>
                </a:lnTo>
              </a:path>
            </a:pathLst>
          </a:custGeom>
          <a:solidFill>
            <a:srgbClr val="FFFFFF"/>
          </a:solidFill>
          <a:ln w="9525" cap="rnd">
            <a:noFill/>
            <a:round/>
            <a:headEnd/>
            <a:tailEnd/>
          </a:ln>
        </p:spPr>
        <p:txBody>
          <a:bodyPr lIns="85707" tIns="42853" rIns="85707" bIns="42853"/>
          <a:lstStyle/>
          <a:p>
            <a:endParaRPr lang="nl-BE"/>
          </a:p>
        </p:txBody>
      </p:sp>
      <p:sp>
        <p:nvSpPr>
          <p:cNvPr id="35857" name="Rectangle 23"/>
          <p:cNvSpPr>
            <a:spLocks noChangeArrowheads="1"/>
          </p:cNvSpPr>
          <p:nvPr/>
        </p:nvSpPr>
        <p:spPr bwMode="auto">
          <a:xfrm>
            <a:off x="2442740" y="4124028"/>
            <a:ext cx="483980" cy="401043"/>
          </a:xfrm>
          <a:prstGeom prst="rect">
            <a:avLst/>
          </a:prstGeom>
          <a:noFill/>
          <a:ln w="9525">
            <a:noFill/>
            <a:miter lim="800000"/>
            <a:headEnd/>
            <a:tailEnd/>
          </a:ln>
        </p:spPr>
        <p:txBody>
          <a:bodyPr wrap="none" lIns="81693" tIns="40848" rIns="81693" bIns="40848">
            <a:spAutoFit/>
          </a:bodyPr>
          <a:lstStyle/>
          <a:p>
            <a:pPr defTabSz="810941">
              <a:lnSpc>
                <a:spcPct val="90000"/>
              </a:lnSpc>
            </a:pPr>
            <a:r>
              <a:rPr lang="en-US" sz="2200" dirty="0">
                <a:solidFill>
                  <a:srgbClr val="000000"/>
                </a:solidFill>
                <a:latin typeface="Book Antiqua" pitchFamily="18" charset="0"/>
              </a:rPr>
              <a:t>6</a:t>
            </a:r>
            <a:r>
              <a:rPr lang="en-US" sz="2200" dirty="0">
                <a:solidFill>
                  <a:srgbClr val="000000"/>
                </a:solidFill>
                <a:latin typeface="Symbol" pitchFamily="18" charset="2"/>
              </a:rPr>
              <a:t>s</a:t>
            </a:r>
          </a:p>
        </p:txBody>
      </p:sp>
      <p:sp>
        <p:nvSpPr>
          <p:cNvPr id="35858" name="Rectangle 24"/>
          <p:cNvSpPr>
            <a:spLocks noChangeArrowheads="1"/>
          </p:cNvSpPr>
          <p:nvPr/>
        </p:nvSpPr>
        <p:spPr bwMode="auto">
          <a:xfrm>
            <a:off x="2724743" y="4188023"/>
            <a:ext cx="213072" cy="290756"/>
          </a:xfrm>
          <a:prstGeom prst="rect">
            <a:avLst/>
          </a:prstGeom>
          <a:noFill/>
          <a:ln w="9525">
            <a:noFill/>
            <a:miter lim="800000"/>
            <a:headEnd/>
            <a:tailEnd/>
          </a:ln>
        </p:spPr>
        <p:txBody>
          <a:bodyPr wrap="none" lIns="81693" tIns="40848" rIns="81693" bIns="40848">
            <a:spAutoFit/>
          </a:bodyPr>
          <a:lstStyle/>
          <a:p>
            <a:pPr defTabSz="810941">
              <a:lnSpc>
                <a:spcPct val="90000"/>
              </a:lnSpc>
            </a:pPr>
            <a:r>
              <a:rPr lang="en-US" sz="1500" dirty="0">
                <a:solidFill>
                  <a:srgbClr val="000000"/>
                </a:solidFill>
                <a:latin typeface="Book Antiqua" pitchFamily="18" charset="0"/>
              </a:rPr>
              <a:t> </a:t>
            </a:r>
          </a:p>
        </p:txBody>
      </p:sp>
      <p:sp>
        <p:nvSpPr>
          <p:cNvPr id="35859" name="Rectangle 25"/>
          <p:cNvSpPr>
            <a:spLocks noChangeArrowheads="1"/>
          </p:cNvSpPr>
          <p:nvPr/>
        </p:nvSpPr>
        <p:spPr bwMode="auto">
          <a:xfrm>
            <a:off x="2821949" y="4177606"/>
            <a:ext cx="758093" cy="304093"/>
          </a:xfrm>
          <a:prstGeom prst="rect">
            <a:avLst/>
          </a:prstGeom>
          <a:noFill/>
          <a:ln w="9525">
            <a:noFill/>
            <a:miter lim="800000"/>
            <a:headEnd/>
            <a:tailEnd/>
          </a:ln>
        </p:spPr>
        <p:txBody>
          <a:bodyPr wrap="none" lIns="81693" tIns="40848" rIns="81693" bIns="40848">
            <a:spAutoFit/>
          </a:bodyPr>
          <a:lstStyle/>
          <a:p>
            <a:pPr defTabSz="810941">
              <a:lnSpc>
                <a:spcPct val="90000"/>
              </a:lnSpc>
            </a:pPr>
            <a:r>
              <a:rPr lang="en-US" sz="1600" dirty="0">
                <a:solidFill>
                  <a:srgbClr val="000000"/>
                </a:solidFill>
              </a:rPr>
              <a:t>to LSL</a:t>
            </a:r>
          </a:p>
        </p:txBody>
      </p:sp>
      <p:sp>
        <p:nvSpPr>
          <p:cNvPr id="35860" name="Rectangle 26"/>
          <p:cNvSpPr>
            <a:spLocks noChangeArrowheads="1"/>
          </p:cNvSpPr>
          <p:nvPr/>
        </p:nvSpPr>
        <p:spPr bwMode="auto">
          <a:xfrm>
            <a:off x="5128214" y="4124028"/>
            <a:ext cx="483980" cy="401043"/>
          </a:xfrm>
          <a:prstGeom prst="rect">
            <a:avLst/>
          </a:prstGeom>
          <a:noFill/>
          <a:ln w="9525">
            <a:noFill/>
            <a:miter lim="800000"/>
            <a:headEnd/>
            <a:tailEnd/>
          </a:ln>
        </p:spPr>
        <p:txBody>
          <a:bodyPr wrap="none" lIns="81693" tIns="40848" rIns="81693" bIns="40848">
            <a:spAutoFit/>
          </a:bodyPr>
          <a:lstStyle/>
          <a:p>
            <a:pPr defTabSz="810941">
              <a:lnSpc>
                <a:spcPct val="90000"/>
              </a:lnSpc>
            </a:pPr>
            <a:r>
              <a:rPr lang="en-US" sz="2200" dirty="0">
                <a:solidFill>
                  <a:srgbClr val="000000"/>
                </a:solidFill>
                <a:latin typeface="Book Antiqua" pitchFamily="18" charset="0"/>
              </a:rPr>
              <a:t>6</a:t>
            </a:r>
            <a:r>
              <a:rPr lang="en-US" sz="2200" dirty="0">
                <a:solidFill>
                  <a:srgbClr val="000000"/>
                </a:solidFill>
                <a:latin typeface="Symbol" pitchFamily="18" charset="2"/>
              </a:rPr>
              <a:t>s</a:t>
            </a:r>
          </a:p>
        </p:txBody>
      </p:sp>
      <p:sp>
        <p:nvSpPr>
          <p:cNvPr id="35861" name="Rectangle 27"/>
          <p:cNvSpPr>
            <a:spLocks noChangeArrowheads="1"/>
          </p:cNvSpPr>
          <p:nvPr/>
        </p:nvSpPr>
        <p:spPr bwMode="auto">
          <a:xfrm>
            <a:off x="5410216" y="4188023"/>
            <a:ext cx="213072" cy="290756"/>
          </a:xfrm>
          <a:prstGeom prst="rect">
            <a:avLst/>
          </a:prstGeom>
          <a:noFill/>
          <a:ln w="9525">
            <a:noFill/>
            <a:miter lim="800000"/>
            <a:headEnd/>
            <a:tailEnd/>
          </a:ln>
        </p:spPr>
        <p:txBody>
          <a:bodyPr wrap="none" lIns="81693" tIns="40848" rIns="81693" bIns="40848">
            <a:spAutoFit/>
          </a:bodyPr>
          <a:lstStyle/>
          <a:p>
            <a:pPr defTabSz="810941">
              <a:lnSpc>
                <a:spcPct val="90000"/>
              </a:lnSpc>
            </a:pPr>
            <a:r>
              <a:rPr lang="en-US" sz="1500" dirty="0">
                <a:solidFill>
                  <a:srgbClr val="000000"/>
                </a:solidFill>
                <a:latin typeface="Book Antiqua" pitchFamily="18" charset="0"/>
              </a:rPr>
              <a:t> </a:t>
            </a:r>
          </a:p>
        </p:txBody>
      </p:sp>
      <p:sp>
        <p:nvSpPr>
          <p:cNvPr id="35862" name="Rectangle 28"/>
          <p:cNvSpPr>
            <a:spLocks noChangeArrowheads="1"/>
          </p:cNvSpPr>
          <p:nvPr/>
        </p:nvSpPr>
        <p:spPr bwMode="auto">
          <a:xfrm>
            <a:off x="5448348" y="4177606"/>
            <a:ext cx="849464" cy="304093"/>
          </a:xfrm>
          <a:prstGeom prst="rect">
            <a:avLst/>
          </a:prstGeom>
          <a:noFill/>
          <a:ln w="9525">
            <a:noFill/>
            <a:miter lim="800000"/>
            <a:headEnd/>
            <a:tailEnd/>
          </a:ln>
        </p:spPr>
        <p:txBody>
          <a:bodyPr wrap="none" lIns="81693" tIns="40848" rIns="81693" bIns="40848">
            <a:spAutoFit/>
          </a:bodyPr>
          <a:lstStyle/>
          <a:p>
            <a:pPr defTabSz="810941">
              <a:lnSpc>
                <a:spcPct val="90000"/>
              </a:lnSpc>
            </a:pPr>
            <a:r>
              <a:rPr lang="en-US" sz="1600" dirty="0">
                <a:solidFill>
                  <a:srgbClr val="000000"/>
                </a:solidFill>
              </a:rPr>
              <a:t> to USL</a:t>
            </a:r>
          </a:p>
        </p:txBody>
      </p:sp>
      <p:sp>
        <p:nvSpPr>
          <p:cNvPr id="35863" name="Line 29"/>
          <p:cNvSpPr>
            <a:spLocks noChangeShapeType="1"/>
          </p:cNvSpPr>
          <p:nvPr/>
        </p:nvSpPr>
        <p:spPr bwMode="auto">
          <a:xfrm>
            <a:off x="3866785" y="1928812"/>
            <a:ext cx="0" cy="261938"/>
          </a:xfrm>
          <a:prstGeom prst="line">
            <a:avLst/>
          </a:prstGeom>
          <a:noFill/>
          <a:ln w="12700">
            <a:solidFill>
              <a:srgbClr val="000000"/>
            </a:solidFill>
            <a:round/>
            <a:headEnd type="none" w="sm" len="sm"/>
            <a:tailEnd type="none" w="sm" len="sm"/>
          </a:ln>
        </p:spPr>
        <p:txBody>
          <a:bodyPr wrap="none" lIns="85707" tIns="42853" rIns="85707" bIns="42853" anchor="ctr"/>
          <a:lstStyle/>
          <a:p>
            <a:endParaRPr lang="nl-BE"/>
          </a:p>
        </p:txBody>
      </p:sp>
      <p:sp>
        <p:nvSpPr>
          <p:cNvPr id="35864" name="Freeform 30"/>
          <p:cNvSpPr>
            <a:spLocks/>
          </p:cNvSpPr>
          <p:nvPr/>
        </p:nvSpPr>
        <p:spPr bwMode="auto">
          <a:xfrm>
            <a:off x="2548597" y="2096989"/>
            <a:ext cx="2782180" cy="1626691"/>
          </a:xfrm>
          <a:custGeom>
            <a:avLst/>
            <a:gdLst>
              <a:gd name="T0" fmla="*/ 44 w 1974"/>
              <a:gd name="T1" fmla="*/ 1133 h 1156"/>
              <a:gd name="T2" fmla="*/ 193 w 1974"/>
              <a:gd name="T3" fmla="*/ 1043 h 1156"/>
              <a:gd name="T4" fmla="*/ 327 w 1974"/>
              <a:gd name="T5" fmla="*/ 939 h 1156"/>
              <a:gd name="T6" fmla="*/ 424 w 1974"/>
              <a:gd name="T7" fmla="*/ 827 h 1156"/>
              <a:gd name="T8" fmla="*/ 476 w 1974"/>
              <a:gd name="T9" fmla="*/ 738 h 1156"/>
              <a:gd name="T10" fmla="*/ 565 w 1974"/>
              <a:gd name="T11" fmla="*/ 559 h 1156"/>
              <a:gd name="T12" fmla="*/ 677 w 1974"/>
              <a:gd name="T13" fmla="*/ 306 h 1156"/>
              <a:gd name="T14" fmla="*/ 707 w 1974"/>
              <a:gd name="T15" fmla="*/ 224 h 1156"/>
              <a:gd name="T16" fmla="*/ 737 w 1974"/>
              <a:gd name="T17" fmla="*/ 172 h 1156"/>
              <a:gd name="T18" fmla="*/ 759 w 1974"/>
              <a:gd name="T19" fmla="*/ 134 h 1156"/>
              <a:gd name="T20" fmla="*/ 789 w 1974"/>
              <a:gd name="T21" fmla="*/ 90 h 1156"/>
              <a:gd name="T22" fmla="*/ 826 w 1974"/>
              <a:gd name="T23" fmla="*/ 52 h 1156"/>
              <a:gd name="T24" fmla="*/ 848 w 1974"/>
              <a:gd name="T25" fmla="*/ 30 h 1156"/>
              <a:gd name="T26" fmla="*/ 886 w 1974"/>
              <a:gd name="T27" fmla="*/ 15 h 1156"/>
              <a:gd name="T28" fmla="*/ 930 w 1974"/>
              <a:gd name="T29" fmla="*/ 0 h 1156"/>
              <a:gd name="T30" fmla="*/ 953 w 1974"/>
              <a:gd name="T31" fmla="*/ 0 h 1156"/>
              <a:gd name="T32" fmla="*/ 975 w 1974"/>
              <a:gd name="T33" fmla="*/ 0 h 1156"/>
              <a:gd name="T34" fmla="*/ 1020 w 1974"/>
              <a:gd name="T35" fmla="*/ 15 h 1156"/>
              <a:gd name="T36" fmla="*/ 1057 w 1974"/>
              <a:gd name="T37" fmla="*/ 38 h 1156"/>
              <a:gd name="T38" fmla="*/ 1094 w 1974"/>
              <a:gd name="T39" fmla="*/ 67 h 1156"/>
              <a:gd name="T40" fmla="*/ 1124 w 1974"/>
              <a:gd name="T41" fmla="*/ 105 h 1156"/>
              <a:gd name="T42" fmla="*/ 1154 w 1974"/>
              <a:gd name="T43" fmla="*/ 149 h 1156"/>
              <a:gd name="T44" fmla="*/ 1191 w 1974"/>
              <a:gd name="T45" fmla="*/ 209 h 1156"/>
              <a:gd name="T46" fmla="*/ 1221 w 1974"/>
              <a:gd name="T47" fmla="*/ 276 h 1156"/>
              <a:gd name="T48" fmla="*/ 1243 w 1974"/>
              <a:gd name="T49" fmla="*/ 328 h 1156"/>
              <a:gd name="T50" fmla="*/ 1303 w 1974"/>
              <a:gd name="T51" fmla="*/ 462 h 1156"/>
              <a:gd name="T52" fmla="*/ 1370 w 1974"/>
              <a:gd name="T53" fmla="*/ 596 h 1156"/>
              <a:gd name="T54" fmla="*/ 1444 w 1974"/>
              <a:gd name="T55" fmla="*/ 723 h 1156"/>
              <a:gd name="T56" fmla="*/ 1496 w 1974"/>
              <a:gd name="T57" fmla="*/ 805 h 1156"/>
              <a:gd name="T58" fmla="*/ 1563 w 1974"/>
              <a:gd name="T59" fmla="*/ 887 h 1156"/>
              <a:gd name="T60" fmla="*/ 1660 w 1974"/>
              <a:gd name="T61" fmla="*/ 976 h 1156"/>
              <a:gd name="T62" fmla="*/ 1794 w 1974"/>
              <a:gd name="T63" fmla="*/ 1066 h 1156"/>
              <a:gd name="T64" fmla="*/ 1935 w 1974"/>
              <a:gd name="T65" fmla="*/ 1140 h 1156"/>
              <a:gd name="T66" fmla="*/ 0 w 1974"/>
              <a:gd name="T67" fmla="*/ 1155 h 115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974"/>
              <a:gd name="T103" fmla="*/ 0 h 1156"/>
              <a:gd name="T104" fmla="*/ 1974 w 1974"/>
              <a:gd name="T105" fmla="*/ 1156 h 115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974" h="1156">
                <a:moveTo>
                  <a:pt x="0" y="1155"/>
                </a:moveTo>
                <a:lnTo>
                  <a:pt x="44" y="1133"/>
                </a:lnTo>
                <a:lnTo>
                  <a:pt x="126" y="1088"/>
                </a:lnTo>
                <a:lnTo>
                  <a:pt x="193" y="1043"/>
                </a:lnTo>
                <a:lnTo>
                  <a:pt x="268" y="991"/>
                </a:lnTo>
                <a:lnTo>
                  <a:pt x="327" y="939"/>
                </a:lnTo>
                <a:lnTo>
                  <a:pt x="379" y="879"/>
                </a:lnTo>
                <a:lnTo>
                  <a:pt x="424" y="827"/>
                </a:lnTo>
                <a:lnTo>
                  <a:pt x="461" y="768"/>
                </a:lnTo>
                <a:lnTo>
                  <a:pt x="476" y="738"/>
                </a:lnTo>
                <a:lnTo>
                  <a:pt x="506" y="678"/>
                </a:lnTo>
                <a:lnTo>
                  <a:pt x="565" y="559"/>
                </a:lnTo>
                <a:lnTo>
                  <a:pt x="625" y="425"/>
                </a:lnTo>
                <a:lnTo>
                  <a:pt x="677" y="306"/>
                </a:lnTo>
                <a:lnTo>
                  <a:pt x="699" y="246"/>
                </a:lnTo>
                <a:lnTo>
                  <a:pt x="707" y="224"/>
                </a:lnTo>
                <a:lnTo>
                  <a:pt x="722" y="201"/>
                </a:lnTo>
                <a:lnTo>
                  <a:pt x="737" y="172"/>
                </a:lnTo>
                <a:lnTo>
                  <a:pt x="744" y="157"/>
                </a:lnTo>
                <a:lnTo>
                  <a:pt x="759" y="134"/>
                </a:lnTo>
                <a:lnTo>
                  <a:pt x="774" y="112"/>
                </a:lnTo>
                <a:lnTo>
                  <a:pt x="789" y="90"/>
                </a:lnTo>
                <a:lnTo>
                  <a:pt x="804" y="75"/>
                </a:lnTo>
                <a:lnTo>
                  <a:pt x="826" y="52"/>
                </a:lnTo>
                <a:lnTo>
                  <a:pt x="841" y="38"/>
                </a:lnTo>
                <a:lnTo>
                  <a:pt x="848" y="30"/>
                </a:lnTo>
                <a:lnTo>
                  <a:pt x="871" y="23"/>
                </a:lnTo>
                <a:lnTo>
                  <a:pt x="886" y="15"/>
                </a:lnTo>
                <a:lnTo>
                  <a:pt x="900" y="8"/>
                </a:lnTo>
                <a:lnTo>
                  <a:pt x="930" y="0"/>
                </a:lnTo>
                <a:lnTo>
                  <a:pt x="945" y="0"/>
                </a:lnTo>
                <a:lnTo>
                  <a:pt x="953" y="0"/>
                </a:lnTo>
                <a:lnTo>
                  <a:pt x="960" y="0"/>
                </a:lnTo>
                <a:lnTo>
                  <a:pt x="975" y="0"/>
                </a:lnTo>
                <a:lnTo>
                  <a:pt x="1005" y="8"/>
                </a:lnTo>
                <a:lnTo>
                  <a:pt x="1020" y="15"/>
                </a:lnTo>
                <a:lnTo>
                  <a:pt x="1034" y="23"/>
                </a:lnTo>
                <a:lnTo>
                  <a:pt x="1057" y="38"/>
                </a:lnTo>
                <a:lnTo>
                  <a:pt x="1064" y="45"/>
                </a:lnTo>
                <a:lnTo>
                  <a:pt x="1094" y="67"/>
                </a:lnTo>
                <a:lnTo>
                  <a:pt x="1101" y="75"/>
                </a:lnTo>
                <a:lnTo>
                  <a:pt x="1124" y="105"/>
                </a:lnTo>
                <a:lnTo>
                  <a:pt x="1139" y="127"/>
                </a:lnTo>
                <a:lnTo>
                  <a:pt x="1154" y="149"/>
                </a:lnTo>
                <a:lnTo>
                  <a:pt x="1168" y="172"/>
                </a:lnTo>
                <a:lnTo>
                  <a:pt x="1191" y="209"/>
                </a:lnTo>
                <a:lnTo>
                  <a:pt x="1206" y="239"/>
                </a:lnTo>
                <a:lnTo>
                  <a:pt x="1221" y="276"/>
                </a:lnTo>
                <a:lnTo>
                  <a:pt x="1228" y="291"/>
                </a:lnTo>
                <a:lnTo>
                  <a:pt x="1243" y="328"/>
                </a:lnTo>
                <a:lnTo>
                  <a:pt x="1273" y="395"/>
                </a:lnTo>
                <a:lnTo>
                  <a:pt x="1303" y="462"/>
                </a:lnTo>
                <a:lnTo>
                  <a:pt x="1340" y="537"/>
                </a:lnTo>
                <a:lnTo>
                  <a:pt x="1370" y="596"/>
                </a:lnTo>
                <a:lnTo>
                  <a:pt x="1407" y="663"/>
                </a:lnTo>
                <a:lnTo>
                  <a:pt x="1444" y="723"/>
                </a:lnTo>
                <a:lnTo>
                  <a:pt x="1481" y="782"/>
                </a:lnTo>
                <a:lnTo>
                  <a:pt x="1496" y="805"/>
                </a:lnTo>
                <a:lnTo>
                  <a:pt x="1518" y="835"/>
                </a:lnTo>
                <a:lnTo>
                  <a:pt x="1563" y="887"/>
                </a:lnTo>
                <a:lnTo>
                  <a:pt x="1608" y="931"/>
                </a:lnTo>
                <a:lnTo>
                  <a:pt x="1660" y="976"/>
                </a:lnTo>
                <a:lnTo>
                  <a:pt x="1719" y="1021"/>
                </a:lnTo>
                <a:lnTo>
                  <a:pt x="1794" y="1066"/>
                </a:lnTo>
                <a:lnTo>
                  <a:pt x="1861" y="1103"/>
                </a:lnTo>
                <a:lnTo>
                  <a:pt x="1935" y="1140"/>
                </a:lnTo>
                <a:lnTo>
                  <a:pt x="1973" y="1155"/>
                </a:lnTo>
                <a:lnTo>
                  <a:pt x="0" y="1155"/>
                </a:lnTo>
              </a:path>
            </a:pathLst>
          </a:custGeom>
          <a:solidFill>
            <a:srgbClr val="DDDDDD"/>
          </a:solidFill>
          <a:ln w="9525" cap="rnd">
            <a:noFill/>
            <a:round/>
            <a:headEnd/>
            <a:tailEnd/>
          </a:ln>
        </p:spPr>
        <p:txBody>
          <a:bodyPr lIns="85707" tIns="42853" rIns="85707" bIns="42853"/>
          <a:lstStyle/>
          <a:p>
            <a:endParaRPr lang="nl-BE"/>
          </a:p>
        </p:txBody>
      </p:sp>
      <p:sp>
        <p:nvSpPr>
          <p:cNvPr id="35865" name="Freeform 31"/>
          <p:cNvSpPr>
            <a:spLocks/>
          </p:cNvSpPr>
          <p:nvPr/>
        </p:nvSpPr>
        <p:spPr bwMode="auto">
          <a:xfrm>
            <a:off x="2535207" y="2096989"/>
            <a:ext cx="2782180" cy="1626691"/>
          </a:xfrm>
          <a:custGeom>
            <a:avLst/>
            <a:gdLst>
              <a:gd name="T0" fmla="*/ 44 w 1974"/>
              <a:gd name="T1" fmla="*/ 1133 h 1156"/>
              <a:gd name="T2" fmla="*/ 193 w 1974"/>
              <a:gd name="T3" fmla="*/ 1043 h 1156"/>
              <a:gd name="T4" fmla="*/ 327 w 1974"/>
              <a:gd name="T5" fmla="*/ 939 h 1156"/>
              <a:gd name="T6" fmla="*/ 424 w 1974"/>
              <a:gd name="T7" fmla="*/ 827 h 1156"/>
              <a:gd name="T8" fmla="*/ 476 w 1974"/>
              <a:gd name="T9" fmla="*/ 738 h 1156"/>
              <a:gd name="T10" fmla="*/ 565 w 1974"/>
              <a:gd name="T11" fmla="*/ 559 h 1156"/>
              <a:gd name="T12" fmla="*/ 677 w 1974"/>
              <a:gd name="T13" fmla="*/ 306 h 1156"/>
              <a:gd name="T14" fmla="*/ 707 w 1974"/>
              <a:gd name="T15" fmla="*/ 224 h 1156"/>
              <a:gd name="T16" fmla="*/ 737 w 1974"/>
              <a:gd name="T17" fmla="*/ 172 h 1156"/>
              <a:gd name="T18" fmla="*/ 759 w 1974"/>
              <a:gd name="T19" fmla="*/ 134 h 1156"/>
              <a:gd name="T20" fmla="*/ 789 w 1974"/>
              <a:gd name="T21" fmla="*/ 90 h 1156"/>
              <a:gd name="T22" fmla="*/ 826 w 1974"/>
              <a:gd name="T23" fmla="*/ 52 h 1156"/>
              <a:gd name="T24" fmla="*/ 848 w 1974"/>
              <a:gd name="T25" fmla="*/ 30 h 1156"/>
              <a:gd name="T26" fmla="*/ 886 w 1974"/>
              <a:gd name="T27" fmla="*/ 15 h 1156"/>
              <a:gd name="T28" fmla="*/ 930 w 1974"/>
              <a:gd name="T29" fmla="*/ 0 h 1156"/>
              <a:gd name="T30" fmla="*/ 953 w 1974"/>
              <a:gd name="T31" fmla="*/ 0 h 1156"/>
              <a:gd name="T32" fmla="*/ 975 w 1974"/>
              <a:gd name="T33" fmla="*/ 0 h 1156"/>
              <a:gd name="T34" fmla="*/ 1020 w 1974"/>
              <a:gd name="T35" fmla="*/ 15 h 1156"/>
              <a:gd name="T36" fmla="*/ 1057 w 1974"/>
              <a:gd name="T37" fmla="*/ 38 h 1156"/>
              <a:gd name="T38" fmla="*/ 1094 w 1974"/>
              <a:gd name="T39" fmla="*/ 67 h 1156"/>
              <a:gd name="T40" fmla="*/ 1124 w 1974"/>
              <a:gd name="T41" fmla="*/ 105 h 1156"/>
              <a:gd name="T42" fmla="*/ 1154 w 1974"/>
              <a:gd name="T43" fmla="*/ 149 h 1156"/>
              <a:gd name="T44" fmla="*/ 1191 w 1974"/>
              <a:gd name="T45" fmla="*/ 209 h 1156"/>
              <a:gd name="T46" fmla="*/ 1221 w 1974"/>
              <a:gd name="T47" fmla="*/ 276 h 1156"/>
              <a:gd name="T48" fmla="*/ 1243 w 1974"/>
              <a:gd name="T49" fmla="*/ 328 h 1156"/>
              <a:gd name="T50" fmla="*/ 1303 w 1974"/>
              <a:gd name="T51" fmla="*/ 462 h 1156"/>
              <a:gd name="T52" fmla="*/ 1370 w 1974"/>
              <a:gd name="T53" fmla="*/ 596 h 1156"/>
              <a:gd name="T54" fmla="*/ 1444 w 1974"/>
              <a:gd name="T55" fmla="*/ 723 h 1156"/>
              <a:gd name="T56" fmla="*/ 1496 w 1974"/>
              <a:gd name="T57" fmla="*/ 805 h 1156"/>
              <a:gd name="T58" fmla="*/ 1563 w 1974"/>
              <a:gd name="T59" fmla="*/ 887 h 1156"/>
              <a:gd name="T60" fmla="*/ 1660 w 1974"/>
              <a:gd name="T61" fmla="*/ 976 h 1156"/>
              <a:gd name="T62" fmla="*/ 1794 w 1974"/>
              <a:gd name="T63" fmla="*/ 1066 h 1156"/>
              <a:gd name="T64" fmla="*/ 1935 w 1974"/>
              <a:gd name="T65" fmla="*/ 1140 h 115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974"/>
              <a:gd name="T100" fmla="*/ 0 h 1156"/>
              <a:gd name="T101" fmla="*/ 1974 w 1974"/>
              <a:gd name="T102" fmla="*/ 1156 h 115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974" h="1156">
                <a:moveTo>
                  <a:pt x="0" y="1155"/>
                </a:moveTo>
                <a:lnTo>
                  <a:pt x="44" y="1133"/>
                </a:lnTo>
                <a:lnTo>
                  <a:pt x="126" y="1088"/>
                </a:lnTo>
                <a:lnTo>
                  <a:pt x="193" y="1043"/>
                </a:lnTo>
                <a:lnTo>
                  <a:pt x="268" y="991"/>
                </a:lnTo>
                <a:lnTo>
                  <a:pt x="327" y="939"/>
                </a:lnTo>
                <a:lnTo>
                  <a:pt x="379" y="879"/>
                </a:lnTo>
                <a:lnTo>
                  <a:pt x="424" y="827"/>
                </a:lnTo>
                <a:lnTo>
                  <a:pt x="461" y="768"/>
                </a:lnTo>
                <a:lnTo>
                  <a:pt x="476" y="738"/>
                </a:lnTo>
                <a:lnTo>
                  <a:pt x="506" y="678"/>
                </a:lnTo>
                <a:lnTo>
                  <a:pt x="565" y="559"/>
                </a:lnTo>
                <a:lnTo>
                  <a:pt x="625" y="425"/>
                </a:lnTo>
                <a:lnTo>
                  <a:pt x="677" y="306"/>
                </a:lnTo>
                <a:lnTo>
                  <a:pt x="699" y="246"/>
                </a:lnTo>
                <a:lnTo>
                  <a:pt x="707" y="224"/>
                </a:lnTo>
                <a:lnTo>
                  <a:pt x="722" y="201"/>
                </a:lnTo>
                <a:lnTo>
                  <a:pt x="737" y="172"/>
                </a:lnTo>
                <a:lnTo>
                  <a:pt x="744" y="157"/>
                </a:lnTo>
                <a:lnTo>
                  <a:pt x="759" y="134"/>
                </a:lnTo>
                <a:lnTo>
                  <a:pt x="774" y="112"/>
                </a:lnTo>
                <a:lnTo>
                  <a:pt x="789" y="90"/>
                </a:lnTo>
                <a:lnTo>
                  <a:pt x="804" y="75"/>
                </a:lnTo>
                <a:lnTo>
                  <a:pt x="826" y="52"/>
                </a:lnTo>
                <a:lnTo>
                  <a:pt x="841" y="38"/>
                </a:lnTo>
                <a:lnTo>
                  <a:pt x="848" y="30"/>
                </a:lnTo>
                <a:lnTo>
                  <a:pt x="871" y="23"/>
                </a:lnTo>
                <a:lnTo>
                  <a:pt x="886" y="15"/>
                </a:lnTo>
                <a:lnTo>
                  <a:pt x="900" y="8"/>
                </a:lnTo>
                <a:lnTo>
                  <a:pt x="930" y="0"/>
                </a:lnTo>
                <a:lnTo>
                  <a:pt x="945" y="0"/>
                </a:lnTo>
                <a:lnTo>
                  <a:pt x="953" y="0"/>
                </a:lnTo>
                <a:lnTo>
                  <a:pt x="960" y="0"/>
                </a:lnTo>
                <a:lnTo>
                  <a:pt x="975" y="0"/>
                </a:lnTo>
                <a:lnTo>
                  <a:pt x="1005" y="8"/>
                </a:lnTo>
                <a:lnTo>
                  <a:pt x="1020" y="15"/>
                </a:lnTo>
                <a:lnTo>
                  <a:pt x="1034" y="23"/>
                </a:lnTo>
                <a:lnTo>
                  <a:pt x="1057" y="38"/>
                </a:lnTo>
                <a:lnTo>
                  <a:pt x="1064" y="45"/>
                </a:lnTo>
                <a:lnTo>
                  <a:pt x="1094" y="67"/>
                </a:lnTo>
                <a:lnTo>
                  <a:pt x="1101" y="75"/>
                </a:lnTo>
                <a:lnTo>
                  <a:pt x="1124" y="105"/>
                </a:lnTo>
                <a:lnTo>
                  <a:pt x="1139" y="127"/>
                </a:lnTo>
                <a:lnTo>
                  <a:pt x="1154" y="149"/>
                </a:lnTo>
                <a:lnTo>
                  <a:pt x="1168" y="172"/>
                </a:lnTo>
                <a:lnTo>
                  <a:pt x="1191" y="209"/>
                </a:lnTo>
                <a:lnTo>
                  <a:pt x="1206" y="239"/>
                </a:lnTo>
                <a:lnTo>
                  <a:pt x="1221" y="276"/>
                </a:lnTo>
                <a:lnTo>
                  <a:pt x="1228" y="291"/>
                </a:lnTo>
                <a:lnTo>
                  <a:pt x="1243" y="328"/>
                </a:lnTo>
                <a:lnTo>
                  <a:pt x="1273" y="395"/>
                </a:lnTo>
                <a:lnTo>
                  <a:pt x="1303" y="462"/>
                </a:lnTo>
                <a:lnTo>
                  <a:pt x="1340" y="537"/>
                </a:lnTo>
                <a:lnTo>
                  <a:pt x="1370" y="596"/>
                </a:lnTo>
                <a:lnTo>
                  <a:pt x="1407" y="663"/>
                </a:lnTo>
                <a:lnTo>
                  <a:pt x="1444" y="723"/>
                </a:lnTo>
                <a:lnTo>
                  <a:pt x="1481" y="782"/>
                </a:lnTo>
                <a:lnTo>
                  <a:pt x="1496" y="805"/>
                </a:lnTo>
                <a:lnTo>
                  <a:pt x="1518" y="835"/>
                </a:lnTo>
                <a:lnTo>
                  <a:pt x="1563" y="887"/>
                </a:lnTo>
                <a:lnTo>
                  <a:pt x="1608" y="931"/>
                </a:lnTo>
                <a:lnTo>
                  <a:pt x="1660" y="976"/>
                </a:lnTo>
                <a:lnTo>
                  <a:pt x="1719" y="1021"/>
                </a:lnTo>
                <a:lnTo>
                  <a:pt x="1794" y="1066"/>
                </a:lnTo>
                <a:lnTo>
                  <a:pt x="1861" y="1103"/>
                </a:lnTo>
                <a:lnTo>
                  <a:pt x="1935" y="1140"/>
                </a:lnTo>
                <a:lnTo>
                  <a:pt x="1973" y="1155"/>
                </a:lnTo>
              </a:path>
            </a:pathLst>
          </a:custGeom>
          <a:noFill/>
          <a:ln w="12700" cap="rnd" cmpd="sng">
            <a:solidFill>
              <a:srgbClr val="000000"/>
            </a:solidFill>
            <a:prstDash val="solid"/>
            <a:round/>
            <a:headEnd type="none" w="sm" len="sm"/>
            <a:tailEnd type="none" w="sm" len="sm"/>
          </a:ln>
        </p:spPr>
        <p:txBody>
          <a:bodyPr lIns="85707" tIns="42853" rIns="85707" bIns="42853"/>
          <a:lstStyle/>
          <a:p>
            <a:endParaRPr lang="nl-BE"/>
          </a:p>
        </p:txBody>
      </p:sp>
      <p:sp>
        <p:nvSpPr>
          <p:cNvPr id="35866" name="Line 32"/>
          <p:cNvSpPr>
            <a:spLocks noChangeShapeType="1"/>
          </p:cNvSpPr>
          <p:nvPr/>
        </p:nvSpPr>
        <p:spPr bwMode="auto">
          <a:xfrm>
            <a:off x="5115046" y="1919883"/>
            <a:ext cx="0" cy="293192"/>
          </a:xfrm>
          <a:prstGeom prst="line">
            <a:avLst/>
          </a:prstGeom>
          <a:noFill/>
          <a:ln w="12700">
            <a:solidFill>
              <a:srgbClr val="000000"/>
            </a:solidFill>
            <a:round/>
            <a:headEnd type="none" w="sm" len="sm"/>
            <a:tailEnd type="none" w="sm" len="sm"/>
          </a:ln>
        </p:spPr>
        <p:txBody>
          <a:bodyPr wrap="none" lIns="85707" tIns="42853" rIns="85707" bIns="42853" anchor="ctr"/>
          <a:lstStyle/>
          <a:p>
            <a:endParaRPr lang="nl-BE"/>
          </a:p>
        </p:txBody>
      </p:sp>
      <p:sp>
        <p:nvSpPr>
          <p:cNvPr id="35867" name="Freeform 33"/>
          <p:cNvSpPr>
            <a:spLocks/>
          </p:cNvSpPr>
          <p:nvPr/>
        </p:nvSpPr>
        <p:spPr bwMode="auto">
          <a:xfrm>
            <a:off x="3783469" y="2096989"/>
            <a:ext cx="2782180" cy="1626691"/>
          </a:xfrm>
          <a:custGeom>
            <a:avLst/>
            <a:gdLst>
              <a:gd name="T0" fmla="*/ 44 w 1974"/>
              <a:gd name="T1" fmla="*/ 1133 h 1156"/>
              <a:gd name="T2" fmla="*/ 193 w 1974"/>
              <a:gd name="T3" fmla="*/ 1043 h 1156"/>
              <a:gd name="T4" fmla="*/ 327 w 1974"/>
              <a:gd name="T5" fmla="*/ 939 h 1156"/>
              <a:gd name="T6" fmla="*/ 424 w 1974"/>
              <a:gd name="T7" fmla="*/ 827 h 1156"/>
              <a:gd name="T8" fmla="*/ 476 w 1974"/>
              <a:gd name="T9" fmla="*/ 738 h 1156"/>
              <a:gd name="T10" fmla="*/ 565 w 1974"/>
              <a:gd name="T11" fmla="*/ 559 h 1156"/>
              <a:gd name="T12" fmla="*/ 677 w 1974"/>
              <a:gd name="T13" fmla="*/ 306 h 1156"/>
              <a:gd name="T14" fmla="*/ 707 w 1974"/>
              <a:gd name="T15" fmla="*/ 224 h 1156"/>
              <a:gd name="T16" fmla="*/ 737 w 1974"/>
              <a:gd name="T17" fmla="*/ 172 h 1156"/>
              <a:gd name="T18" fmla="*/ 759 w 1974"/>
              <a:gd name="T19" fmla="*/ 134 h 1156"/>
              <a:gd name="T20" fmla="*/ 789 w 1974"/>
              <a:gd name="T21" fmla="*/ 90 h 1156"/>
              <a:gd name="T22" fmla="*/ 826 w 1974"/>
              <a:gd name="T23" fmla="*/ 52 h 1156"/>
              <a:gd name="T24" fmla="*/ 848 w 1974"/>
              <a:gd name="T25" fmla="*/ 30 h 1156"/>
              <a:gd name="T26" fmla="*/ 886 w 1974"/>
              <a:gd name="T27" fmla="*/ 15 h 1156"/>
              <a:gd name="T28" fmla="*/ 930 w 1974"/>
              <a:gd name="T29" fmla="*/ 0 h 1156"/>
              <a:gd name="T30" fmla="*/ 953 w 1974"/>
              <a:gd name="T31" fmla="*/ 0 h 1156"/>
              <a:gd name="T32" fmla="*/ 975 w 1974"/>
              <a:gd name="T33" fmla="*/ 0 h 1156"/>
              <a:gd name="T34" fmla="*/ 1020 w 1974"/>
              <a:gd name="T35" fmla="*/ 15 h 1156"/>
              <a:gd name="T36" fmla="*/ 1057 w 1974"/>
              <a:gd name="T37" fmla="*/ 38 h 1156"/>
              <a:gd name="T38" fmla="*/ 1094 w 1974"/>
              <a:gd name="T39" fmla="*/ 67 h 1156"/>
              <a:gd name="T40" fmla="*/ 1124 w 1974"/>
              <a:gd name="T41" fmla="*/ 105 h 1156"/>
              <a:gd name="T42" fmla="*/ 1154 w 1974"/>
              <a:gd name="T43" fmla="*/ 149 h 1156"/>
              <a:gd name="T44" fmla="*/ 1191 w 1974"/>
              <a:gd name="T45" fmla="*/ 209 h 1156"/>
              <a:gd name="T46" fmla="*/ 1221 w 1974"/>
              <a:gd name="T47" fmla="*/ 276 h 1156"/>
              <a:gd name="T48" fmla="*/ 1243 w 1974"/>
              <a:gd name="T49" fmla="*/ 328 h 1156"/>
              <a:gd name="T50" fmla="*/ 1303 w 1974"/>
              <a:gd name="T51" fmla="*/ 462 h 1156"/>
              <a:gd name="T52" fmla="*/ 1370 w 1974"/>
              <a:gd name="T53" fmla="*/ 596 h 1156"/>
              <a:gd name="T54" fmla="*/ 1444 w 1974"/>
              <a:gd name="T55" fmla="*/ 723 h 1156"/>
              <a:gd name="T56" fmla="*/ 1496 w 1974"/>
              <a:gd name="T57" fmla="*/ 805 h 1156"/>
              <a:gd name="T58" fmla="*/ 1563 w 1974"/>
              <a:gd name="T59" fmla="*/ 887 h 1156"/>
              <a:gd name="T60" fmla="*/ 1660 w 1974"/>
              <a:gd name="T61" fmla="*/ 976 h 1156"/>
              <a:gd name="T62" fmla="*/ 1794 w 1974"/>
              <a:gd name="T63" fmla="*/ 1066 h 1156"/>
              <a:gd name="T64" fmla="*/ 1935 w 1974"/>
              <a:gd name="T65" fmla="*/ 1140 h 1156"/>
              <a:gd name="T66" fmla="*/ 0 w 1974"/>
              <a:gd name="T67" fmla="*/ 1155 h 115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974"/>
              <a:gd name="T103" fmla="*/ 0 h 1156"/>
              <a:gd name="T104" fmla="*/ 1974 w 1974"/>
              <a:gd name="T105" fmla="*/ 1156 h 115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974" h="1156">
                <a:moveTo>
                  <a:pt x="0" y="1155"/>
                </a:moveTo>
                <a:lnTo>
                  <a:pt x="44" y="1133"/>
                </a:lnTo>
                <a:lnTo>
                  <a:pt x="126" y="1088"/>
                </a:lnTo>
                <a:lnTo>
                  <a:pt x="193" y="1043"/>
                </a:lnTo>
                <a:lnTo>
                  <a:pt x="268" y="991"/>
                </a:lnTo>
                <a:lnTo>
                  <a:pt x="327" y="939"/>
                </a:lnTo>
                <a:lnTo>
                  <a:pt x="379" y="879"/>
                </a:lnTo>
                <a:lnTo>
                  <a:pt x="424" y="827"/>
                </a:lnTo>
                <a:lnTo>
                  <a:pt x="461" y="768"/>
                </a:lnTo>
                <a:lnTo>
                  <a:pt x="476" y="738"/>
                </a:lnTo>
                <a:lnTo>
                  <a:pt x="506" y="678"/>
                </a:lnTo>
                <a:lnTo>
                  <a:pt x="565" y="559"/>
                </a:lnTo>
                <a:lnTo>
                  <a:pt x="625" y="425"/>
                </a:lnTo>
                <a:lnTo>
                  <a:pt x="677" y="306"/>
                </a:lnTo>
                <a:lnTo>
                  <a:pt x="699" y="246"/>
                </a:lnTo>
                <a:lnTo>
                  <a:pt x="707" y="224"/>
                </a:lnTo>
                <a:lnTo>
                  <a:pt x="722" y="201"/>
                </a:lnTo>
                <a:lnTo>
                  <a:pt x="737" y="172"/>
                </a:lnTo>
                <a:lnTo>
                  <a:pt x="744" y="157"/>
                </a:lnTo>
                <a:lnTo>
                  <a:pt x="759" y="134"/>
                </a:lnTo>
                <a:lnTo>
                  <a:pt x="774" y="112"/>
                </a:lnTo>
                <a:lnTo>
                  <a:pt x="789" y="90"/>
                </a:lnTo>
                <a:lnTo>
                  <a:pt x="804" y="75"/>
                </a:lnTo>
                <a:lnTo>
                  <a:pt x="826" y="52"/>
                </a:lnTo>
                <a:lnTo>
                  <a:pt x="841" y="38"/>
                </a:lnTo>
                <a:lnTo>
                  <a:pt x="848" y="30"/>
                </a:lnTo>
                <a:lnTo>
                  <a:pt x="871" y="23"/>
                </a:lnTo>
                <a:lnTo>
                  <a:pt x="886" y="15"/>
                </a:lnTo>
                <a:lnTo>
                  <a:pt x="900" y="8"/>
                </a:lnTo>
                <a:lnTo>
                  <a:pt x="930" y="0"/>
                </a:lnTo>
                <a:lnTo>
                  <a:pt x="945" y="0"/>
                </a:lnTo>
                <a:lnTo>
                  <a:pt x="953" y="0"/>
                </a:lnTo>
                <a:lnTo>
                  <a:pt x="960" y="0"/>
                </a:lnTo>
                <a:lnTo>
                  <a:pt x="975" y="0"/>
                </a:lnTo>
                <a:lnTo>
                  <a:pt x="1005" y="8"/>
                </a:lnTo>
                <a:lnTo>
                  <a:pt x="1020" y="15"/>
                </a:lnTo>
                <a:lnTo>
                  <a:pt x="1034" y="23"/>
                </a:lnTo>
                <a:lnTo>
                  <a:pt x="1057" y="38"/>
                </a:lnTo>
                <a:lnTo>
                  <a:pt x="1064" y="45"/>
                </a:lnTo>
                <a:lnTo>
                  <a:pt x="1094" y="67"/>
                </a:lnTo>
                <a:lnTo>
                  <a:pt x="1101" y="75"/>
                </a:lnTo>
                <a:lnTo>
                  <a:pt x="1124" y="105"/>
                </a:lnTo>
                <a:lnTo>
                  <a:pt x="1139" y="127"/>
                </a:lnTo>
                <a:lnTo>
                  <a:pt x="1154" y="149"/>
                </a:lnTo>
                <a:lnTo>
                  <a:pt x="1168" y="172"/>
                </a:lnTo>
                <a:lnTo>
                  <a:pt x="1191" y="209"/>
                </a:lnTo>
                <a:lnTo>
                  <a:pt x="1206" y="239"/>
                </a:lnTo>
                <a:lnTo>
                  <a:pt x="1221" y="276"/>
                </a:lnTo>
                <a:lnTo>
                  <a:pt x="1228" y="291"/>
                </a:lnTo>
                <a:lnTo>
                  <a:pt x="1243" y="328"/>
                </a:lnTo>
                <a:lnTo>
                  <a:pt x="1273" y="395"/>
                </a:lnTo>
                <a:lnTo>
                  <a:pt x="1303" y="462"/>
                </a:lnTo>
                <a:lnTo>
                  <a:pt x="1340" y="537"/>
                </a:lnTo>
                <a:lnTo>
                  <a:pt x="1370" y="596"/>
                </a:lnTo>
                <a:lnTo>
                  <a:pt x="1407" y="663"/>
                </a:lnTo>
                <a:lnTo>
                  <a:pt x="1444" y="723"/>
                </a:lnTo>
                <a:lnTo>
                  <a:pt x="1481" y="782"/>
                </a:lnTo>
                <a:lnTo>
                  <a:pt x="1496" y="805"/>
                </a:lnTo>
                <a:lnTo>
                  <a:pt x="1518" y="835"/>
                </a:lnTo>
                <a:lnTo>
                  <a:pt x="1563" y="887"/>
                </a:lnTo>
                <a:lnTo>
                  <a:pt x="1608" y="931"/>
                </a:lnTo>
                <a:lnTo>
                  <a:pt x="1660" y="976"/>
                </a:lnTo>
                <a:lnTo>
                  <a:pt x="1719" y="1021"/>
                </a:lnTo>
                <a:lnTo>
                  <a:pt x="1794" y="1066"/>
                </a:lnTo>
                <a:lnTo>
                  <a:pt x="1861" y="1103"/>
                </a:lnTo>
                <a:lnTo>
                  <a:pt x="1935" y="1140"/>
                </a:lnTo>
                <a:lnTo>
                  <a:pt x="1973" y="1155"/>
                </a:lnTo>
                <a:lnTo>
                  <a:pt x="0" y="1155"/>
                </a:lnTo>
              </a:path>
            </a:pathLst>
          </a:custGeom>
          <a:solidFill>
            <a:srgbClr val="DDDDDD"/>
          </a:solidFill>
          <a:ln w="9525" cap="rnd">
            <a:noFill/>
            <a:round/>
            <a:headEnd/>
            <a:tailEnd/>
          </a:ln>
        </p:spPr>
        <p:txBody>
          <a:bodyPr lIns="85707" tIns="42853" rIns="85707" bIns="42853"/>
          <a:lstStyle/>
          <a:p>
            <a:endParaRPr lang="nl-BE"/>
          </a:p>
        </p:txBody>
      </p:sp>
      <p:sp>
        <p:nvSpPr>
          <p:cNvPr id="35868" name="Freeform 34"/>
          <p:cNvSpPr>
            <a:spLocks/>
          </p:cNvSpPr>
          <p:nvPr/>
        </p:nvSpPr>
        <p:spPr bwMode="auto">
          <a:xfrm>
            <a:off x="3783469" y="2096989"/>
            <a:ext cx="2782180" cy="1626691"/>
          </a:xfrm>
          <a:custGeom>
            <a:avLst/>
            <a:gdLst>
              <a:gd name="T0" fmla="*/ 44 w 1974"/>
              <a:gd name="T1" fmla="*/ 1133 h 1156"/>
              <a:gd name="T2" fmla="*/ 193 w 1974"/>
              <a:gd name="T3" fmla="*/ 1043 h 1156"/>
              <a:gd name="T4" fmla="*/ 327 w 1974"/>
              <a:gd name="T5" fmla="*/ 939 h 1156"/>
              <a:gd name="T6" fmla="*/ 424 w 1974"/>
              <a:gd name="T7" fmla="*/ 827 h 1156"/>
              <a:gd name="T8" fmla="*/ 476 w 1974"/>
              <a:gd name="T9" fmla="*/ 738 h 1156"/>
              <a:gd name="T10" fmla="*/ 565 w 1974"/>
              <a:gd name="T11" fmla="*/ 559 h 1156"/>
              <a:gd name="T12" fmla="*/ 677 w 1974"/>
              <a:gd name="T13" fmla="*/ 306 h 1156"/>
              <a:gd name="T14" fmla="*/ 707 w 1974"/>
              <a:gd name="T15" fmla="*/ 224 h 1156"/>
              <a:gd name="T16" fmla="*/ 737 w 1974"/>
              <a:gd name="T17" fmla="*/ 172 h 1156"/>
              <a:gd name="T18" fmla="*/ 759 w 1974"/>
              <a:gd name="T19" fmla="*/ 134 h 1156"/>
              <a:gd name="T20" fmla="*/ 789 w 1974"/>
              <a:gd name="T21" fmla="*/ 90 h 1156"/>
              <a:gd name="T22" fmla="*/ 826 w 1974"/>
              <a:gd name="T23" fmla="*/ 52 h 1156"/>
              <a:gd name="T24" fmla="*/ 848 w 1974"/>
              <a:gd name="T25" fmla="*/ 30 h 1156"/>
              <a:gd name="T26" fmla="*/ 886 w 1974"/>
              <a:gd name="T27" fmla="*/ 15 h 1156"/>
              <a:gd name="T28" fmla="*/ 930 w 1974"/>
              <a:gd name="T29" fmla="*/ 0 h 1156"/>
              <a:gd name="T30" fmla="*/ 953 w 1974"/>
              <a:gd name="T31" fmla="*/ 0 h 1156"/>
              <a:gd name="T32" fmla="*/ 975 w 1974"/>
              <a:gd name="T33" fmla="*/ 0 h 1156"/>
              <a:gd name="T34" fmla="*/ 1020 w 1974"/>
              <a:gd name="T35" fmla="*/ 15 h 1156"/>
              <a:gd name="T36" fmla="*/ 1057 w 1974"/>
              <a:gd name="T37" fmla="*/ 38 h 1156"/>
              <a:gd name="T38" fmla="*/ 1094 w 1974"/>
              <a:gd name="T39" fmla="*/ 67 h 1156"/>
              <a:gd name="T40" fmla="*/ 1124 w 1974"/>
              <a:gd name="T41" fmla="*/ 105 h 1156"/>
              <a:gd name="T42" fmla="*/ 1154 w 1974"/>
              <a:gd name="T43" fmla="*/ 149 h 1156"/>
              <a:gd name="T44" fmla="*/ 1191 w 1974"/>
              <a:gd name="T45" fmla="*/ 209 h 1156"/>
              <a:gd name="T46" fmla="*/ 1221 w 1974"/>
              <a:gd name="T47" fmla="*/ 276 h 1156"/>
              <a:gd name="T48" fmla="*/ 1243 w 1974"/>
              <a:gd name="T49" fmla="*/ 328 h 1156"/>
              <a:gd name="T50" fmla="*/ 1303 w 1974"/>
              <a:gd name="T51" fmla="*/ 462 h 1156"/>
              <a:gd name="T52" fmla="*/ 1370 w 1974"/>
              <a:gd name="T53" fmla="*/ 596 h 1156"/>
              <a:gd name="T54" fmla="*/ 1444 w 1974"/>
              <a:gd name="T55" fmla="*/ 723 h 1156"/>
              <a:gd name="T56" fmla="*/ 1496 w 1974"/>
              <a:gd name="T57" fmla="*/ 805 h 1156"/>
              <a:gd name="T58" fmla="*/ 1563 w 1974"/>
              <a:gd name="T59" fmla="*/ 887 h 1156"/>
              <a:gd name="T60" fmla="*/ 1660 w 1974"/>
              <a:gd name="T61" fmla="*/ 976 h 1156"/>
              <a:gd name="T62" fmla="*/ 1794 w 1974"/>
              <a:gd name="T63" fmla="*/ 1066 h 1156"/>
              <a:gd name="T64" fmla="*/ 1935 w 1974"/>
              <a:gd name="T65" fmla="*/ 1140 h 115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974"/>
              <a:gd name="T100" fmla="*/ 0 h 1156"/>
              <a:gd name="T101" fmla="*/ 1974 w 1974"/>
              <a:gd name="T102" fmla="*/ 1156 h 115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974" h="1156">
                <a:moveTo>
                  <a:pt x="0" y="1155"/>
                </a:moveTo>
                <a:lnTo>
                  <a:pt x="44" y="1133"/>
                </a:lnTo>
                <a:lnTo>
                  <a:pt x="126" y="1088"/>
                </a:lnTo>
                <a:lnTo>
                  <a:pt x="193" y="1043"/>
                </a:lnTo>
                <a:lnTo>
                  <a:pt x="268" y="991"/>
                </a:lnTo>
                <a:lnTo>
                  <a:pt x="327" y="939"/>
                </a:lnTo>
                <a:lnTo>
                  <a:pt x="379" y="879"/>
                </a:lnTo>
                <a:lnTo>
                  <a:pt x="424" y="827"/>
                </a:lnTo>
                <a:lnTo>
                  <a:pt x="461" y="768"/>
                </a:lnTo>
                <a:lnTo>
                  <a:pt x="476" y="738"/>
                </a:lnTo>
                <a:lnTo>
                  <a:pt x="506" y="678"/>
                </a:lnTo>
                <a:lnTo>
                  <a:pt x="565" y="559"/>
                </a:lnTo>
                <a:lnTo>
                  <a:pt x="625" y="425"/>
                </a:lnTo>
                <a:lnTo>
                  <a:pt x="677" y="306"/>
                </a:lnTo>
                <a:lnTo>
                  <a:pt x="699" y="246"/>
                </a:lnTo>
                <a:lnTo>
                  <a:pt x="707" y="224"/>
                </a:lnTo>
                <a:lnTo>
                  <a:pt x="722" y="201"/>
                </a:lnTo>
                <a:lnTo>
                  <a:pt x="737" y="172"/>
                </a:lnTo>
                <a:lnTo>
                  <a:pt x="744" y="157"/>
                </a:lnTo>
                <a:lnTo>
                  <a:pt x="759" y="134"/>
                </a:lnTo>
                <a:lnTo>
                  <a:pt x="774" y="112"/>
                </a:lnTo>
                <a:lnTo>
                  <a:pt x="789" y="90"/>
                </a:lnTo>
                <a:lnTo>
                  <a:pt x="804" y="75"/>
                </a:lnTo>
                <a:lnTo>
                  <a:pt x="826" y="52"/>
                </a:lnTo>
                <a:lnTo>
                  <a:pt x="841" y="38"/>
                </a:lnTo>
                <a:lnTo>
                  <a:pt x="848" y="30"/>
                </a:lnTo>
                <a:lnTo>
                  <a:pt x="871" y="23"/>
                </a:lnTo>
                <a:lnTo>
                  <a:pt x="886" y="15"/>
                </a:lnTo>
                <a:lnTo>
                  <a:pt x="900" y="8"/>
                </a:lnTo>
                <a:lnTo>
                  <a:pt x="930" y="0"/>
                </a:lnTo>
                <a:lnTo>
                  <a:pt x="945" y="0"/>
                </a:lnTo>
                <a:lnTo>
                  <a:pt x="953" y="0"/>
                </a:lnTo>
                <a:lnTo>
                  <a:pt x="960" y="0"/>
                </a:lnTo>
                <a:lnTo>
                  <a:pt x="975" y="0"/>
                </a:lnTo>
                <a:lnTo>
                  <a:pt x="1005" y="8"/>
                </a:lnTo>
                <a:lnTo>
                  <a:pt x="1020" y="15"/>
                </a:lnTo>
                <a:lnTo>
                  <a:pt x="1034" y="23"/>
                </a:lnTo>
                <a:lnTo>
                  <a:pt x="1057" y="38"/>
                </a:lnTo>
                <a:lnTo>
                  <a:pt x="1064" y="45"/>
                </a:lnTo>
                <a:lnTo>
                  <a:pt x="1094" y="67"/>
                </a:lnTo>
                <a:lnTo>
                  <a:pt x="1101" y="75"/>
                </a:lnTo>
                <a:lnTo>
                  <a:pt x="1124" y="105"/>
                </a:lnTo>
                <a:lnTo>
                  <a:pt x="1139" y="127"/>
                </a:lnTo>
                <a:lnTo>
                  <a:pt x="1154" y="149"/>
                </a:lnTo>
                <a:lnTo>
                  <a:pt x="1168" y="172"/>
                </a:lnTo>
                <a:lnTo>
                  <a:pt x="1191" y="209"/>
                </a:lnTo>
                <a:lnTo>
                  <a:pt x="1206" y="239"/>
                </a:lnTo>
                <a:lnTo>
                  <a:pt x="1221" y="276"/>
                </a:lnTo>
                <a:lnTo>
                  <a:pt x="1228" y="291"/>
                </a:lnTo>
                <a:lnTo>
                  <a:pt x="1243" y="328"/>
                </a:lnTo>
                <a:lnTo>
                  <a:pt x="1273" y="395"/>
                </a:lnTo>
                <a:lnTo>
                  <a:pt x="1303" y="462"/>
                </a:lnTo>
                <a:lnTo>
                  <a:pt x="1340" y="537"/>
                </a:lnTo>
                <a:lnTo>
                  <a:pt x="1370" y="596"/>
                </a:lnTo>
                <a:lnTo>
                  <a:pt x="1407" y="663"/>
                </a:lnTo>
                <a:lnTo>
                  <a:pt x="1444" y="723"/>
                </a:lnTo>
                <a:lnTo>
                  <a:pt x="1481" y="782"/>
                </a:lnTo>
                <a:lnTo>
                  <a:pt x="1496" y="805"/>
                </a:lnTo>
                <a:lnTo>
                  <a:pt x="1518" y="835"/>
                </a:lnTo>
                <a:lnTo>
                  <a:pt x="1563" y="887"/>
                </a:lnTo>
                <a:lnTo>
                  <a:pt x="1608" y="931"/>
                </a:lnTo>
                <a:lnTo>
                  <a:pt x="1660" y="976"/>
                </a:lnTo>
                <a:lnTo>
                  <a:pt x="1719" y="1021"/>
                </a:lnTo>
                <a:lnTo>
                  <a:pt x="1794" y="1066"/>
                </a:lnTo>
                <a:lnTo>
                  <a:pt x="1861" y="1103"/>
                </a:lnTo>
                <a:lnTo>
                  <a:pt x="1935" y="1140"/>
                </a:lnTo>
                <a:lnTo>
                  <a:pt x="1973" y="1155"/>
                </a:lnTo>
              </a:path>
            </a:pathLst>
          </a:custGeom>
          <a:noFill/>
          <a:ln w="12700" cap="rnd" cmpd="sng">
            <a:solidFill>
              <a:srgbClr val="000000"/>
            </a:solidFill>
            <a:prstDash val="solid"/>
            <a:round/>
            <a:headEnd type="none" w="sm" len="sm"/>
            <a:tailEnd type="none" w="sm" len="sm"/>
          </a:ln>
        </p:spPr>
        <p:txBody>
          <a:bodyPr lIns="85707" tIns="42853" rIns="85707" bIns="42853"/>
          <a:lstStyle/>
          <a:p>
            <a:endParaRPr lang="nl-BE"/>
          </a:p>
        </p:txBody>
      </p:sp>
      <p:sp>
        <p:nvSpPr>
          <p:cNvPr id="1786915" name="Freeform 35"/>
          <p:cNvSpPr>
            <a:spLocks/>
          </p:cNvSpPr>
          <p:nvPr/>
        </p:nvSpPr>
        <p:spPr bwMode="auto">
          <a:xfrm>
            <a:off x="3163057" y="2096989"/>
            <a:ext cx="2782180" cy="1626691"/>
          </a:xfrm>
          <a:custGeom>
            <a:avLst/>
            <a:gdLst/>
            <a:ahLst/>
            <a:cxnLst>
              <a:cxn ang="0">
                <a:pos x="45" y="1133"/>
              </a:cxn>
              <a:cxn ang="0">
                <a:pos x="194" y="1043"/>
              </a:cxn>
              <a:cxn ang="0">
                <a:pos x="328" y="939"/>
              </a:cxn>
              <a:cxn ang="0">
                <a:pos x="425" y="827"/>
              </a:cxn>
              <a:cxn ang="0">
                <a:pos x="477" y="738"/>
              </a:cxn>
              <a:cxn ang="0">
                <a:pos x="566" y="559"/>
              </a:cxn>
              <a:cxn ang="0">
                <a:pos x="678" y="306"/>
              </a:cxn>
              <a:cxn ang="0">
                <a:pos x="708" y="224"/>
              </a:cxn>
              <a:cxn ang="0">
                <a:pos x="737" y="172"/>
              </a:cxn>
              <a:cxn ang="0">
                <a:pos x="760" y="134"/>
              </a:cxn>
              <a:cxn ang="0">
                <a:pos x="790" y="90"/>
              </a:cxn>
              <a:cxn ang="0">
                <a:pos x="827" y="52"/>
              </a:cxn>
              <a:cxn ang="0">
                <a:pos x="849" y="30"/>
              </a:cxn>
              <a:cxn ang="0">
                <a:pos x="886" y="15"/>
              </a:cxn>
              <a:cxn ang="0">
                <a:pos x="931" y="0"/>
              </a:cxn>
              <a:cxn ang="0">
                <a:pos x="953" y="0"/>
              </a:cxn>
              <a:cxn ang="0">
                <a:pos x="976" y="0"/>
              </a:cxn>
              <a:cxn ang="0">
                <a:pos x="1020" y="15"/>
              </a:cxn>
              <a:cxn ang="0">
                <a:pos x="1058" y="38"/>
              </a:cxn>
              <a:cxn ang="0">
                <a:pos x="1095" y="67"/>
              </a:cxn>
              <a:cxn ang="0">
                <a:pos x="1125" y="105"/>
              </a:cxn>
              <a:cxn ang="0">
                <a:pos x="1154" y="149"/>
              </a:cxn>
              <a:cxn ang="0">
                <a:pos x="1192" y="209"/>
              </a:cxn>
              <a:cxn ang="0">
                <a:pos x="1221" y="276"/>
              </a:cxn>
              <a:cxn ang="0">
                <a:pos x="1244" y="328"/>
              </a:cxn>
              <a:cxn ang="0">
                <a:pos x="1303" y="462"/>
              </a:cxn>
              <a:cxn ang="0">
                <a:pos x="1370" y="596"/>
              </a:cxn>
              <a:cxn ang="0">
                <a:pos x="1445" y="723"/>
              </a:cxn>
              <a:cxn ang="0">
                <a:pos x="1497" y="805"/>
              </a:cxn>
              <a:cxn ang="0">
                <a:pos x="1564" y="887"/>
              </a:cxn>
              <a:cxn ang="0">
                <a:pos x="1661" y="976"/>
              </a:cxn>
              <a:cxn ang="0">
                <a:pos x="1795" y="1066"/>
              </a:cxn>
              <a:cxn ang="0">
                <a:pos x="1936" y="1140"/>
              </a:cxn>
              <a:cxn ang="0">
                <a:pos x="0" y="1155"/>
              </a:cxn>
            </a:cxnLst>
            <a:rect l="0" t="0" r="r" b="b"/>
            <a:pathLst>
              <a:path w="1974" h="1156">
                <a:moveTo>
                  <a:pt x="0" y="1155"/>
                </a:moveTo>
                <a:lnTo>
                  <a:pt x="45" y="1133"/>
                </a:lnTo>
                <a:lnTo>
                  <a:pt x="127" y="1088"/>
                </a:lnTo>
                <a:lnTo>
                  <a:pt x="194" y="1043"/>
                </a:lnTo>
                <a:lnTo>
                  <a:pt x="268" y="991"/>
                </a:lnTo>
                <a:lnTo>
                  <a:pt x="328" y="939"/>
                </a:lnTo>
                <a:lnTo>
                  <a:pt x="380" y="879"/>
                </a:lnTo>
                <a:lnTo>
                  <a:pt x="425" y="827"/>
                </a:lnTo>
                <a:lnTo>
                  <a:pt x="462" y="768"/>
                </a:lnTo>
                <a:lnTo>
                  <a:pt x="477" y="738"/>
                </a:lnTo>
                <a:lnTo>
                  <a:pt x="507" y="678"/>
                </a:lnTo>
                <a:lnTo>
                  <a:pt x="566" y="559"/>
                </a:lnTo>
                <a:lnTo>
                  <a:pt x="626" y="425"/>
                </a:lnTo>
                <a:lnTo>
                  <a:pt x="678" y="306"/>
                </a:lnTo>
                <a:lnTo>
                  <a:pt x="700" y="246"/>
                </a:lnTo>
                <a:lnTo>
                  <a:pt x="708" y="224"/>
                </a:lnTo>
                <a:lnTo>
                  <a:pt x="722" y="201"/>
                </a:lnTo>
                <a:lnTo>
                  <a:pt x="737" y="172"/>
                </a:lnTo>
                <a:lnTo>
                  <a:pt x="745" y="157"/>
                </a:lnTo>
                <a:lnTo>
                  <a:pt x="760" y="134"/>
                </a:lnTo>
                <a:lnTo>
                  <a:pt x="775" y="112"/>
                </a:lnTo>
                <a:lnTo>
                  <a:pt x="790" y="90"/>
                </a:lnTo>
                <a:lnTo>
                  <a:pt x="804" y="75"/>
                </a:lnTo>
                <a:lnTo>
                  <a:pt x="827" y="52"/>
                </a:lnTo>
                <a:lnTo>
                  <a:pt x="842" y="38"/>
                </a:lnTo>
                <a:lnTo>
                  <a:pt x="849" y="30"/>
                </a:lnTo>
                <a:lnTo>
                  <a:pt x="871" y="23"/>
                </a:lnTo>
                <a:lnTo>
                  <a:pt x="886" y="15"/>
                </a:lnTo>
                <a:lnTo>
                  <a:pt x="901" y="8"/>
                </a:lnTo>
                <a:lnTo>
                  <a:pt x="931" y="0"/>
                </a:lnTo>
                <a:lnTo>
                  <a:pt x="946" y="0"/>
                </a:lnTo>
                <a:lnTo>
                  <a:pt x="953" y="0"/>
                </a:lnTo>
                <a:lnTo>
                  <a:pt x="961" y="0"/>
                </a:lnTo>
                <a:lnTo>
                  <a:pt x="976" y="0"/>
                </a:lnTo>
                <a:lnTo>
                  <a:pt x="1005" y="8"/>
                </a:lnTo>
                <a:lnTo>
                  <a:pt x="1020" y="15"/>
                </a:lnTo>
                <a:lnTo>
                  <a:pt x="1035" y="23"/>
                </a:lnTo>
                <a:lnTo>
                  <a:pt x="1058" y="38"/>
                </a:lnTo>
                <a:lnTo>
                  <a:pt x="1065" y="45"/>
                </a:lnTo>
                <a:lnTo>
                  <a:pt x="1095" y="67"/>
                </a:lnTo>
                <a:lnTo>
                  <a:pt x="1102" y="75"/>
                </a:lnTo>
                <a:lnTo>
                  <a:pt x="1125" y="105"/>
                </a:lnTo>
                <a:lnTo>
                  <a:pt x="1139" y="127"/>
                </a:lnTo>
                <a:lnTo>
                  <a:pt x="1154" y="149"/>
                </a:lnTo>
                <a:lnTo>
                  <a:pt x="1169" y="172"/>
                </a:lnTo>
                <a:lnTo>
                  <a:pt x="1192" y="209"/>
                </a:lnTo>
                <a:lnTo>
                  <a:pt x="1206" y="239"/>
                </a:lnTo>
                <a:lnTo>
                  <a:pt x="1221" y="276"/>
                </a:lnTo>
                <a:lnTo>
                  <a:pt x="1229" y="291"/>
                </a:lnTo>
                <a:lnTo>
                  <a:pt x="1244" y="328"/>
                </a:lnTo>
                <a:lnTo>
                  <a:pt x="1273" y="395"/>
                </a:lnTo>
                <a:lnTo>
                  <a:pt x="1303" y="462"/>
                </a:lnTo>
                <a:lnTo>
                  <a:pt x="1340" y="537"/>
                </a:lnTo>
                <a:lnTo>
                  <a:pt x="1370" y="596"/>
                </a:lnTo>
                <a:lnTo>
                  <a:pt x="1407" y="663"/>
                </a:lnTo>
                <a:lnTo>
                  <a:pt x="1445" y="723"/>
                </a:lnTo>
                <a:lnTo>
                  <a:pt x="1482" y="782"/>
                </a:lnTo>
                <a:lnTo>
                  <a:pt x="1497" y="805"/>
                </a:lnTo>
                <a:lnTo>
                  <a:pt x="1519" y="835"/>
                </a:lnTo>
                <a:lnTo>
                  <a:pt x="1564" y="887"/>
                </a:lnTo>
                <a:lnTo>
                  <a:pt x="1608" y="931"/>
                </a:lnTo>
                <a:lnTo>
                  <a:pt x="1661" y="976"/>
                </a:lnTo>
                <a:lnTo>
                  <a:pt x="1720" y="1021"/>
                </a:lnTo>
                <a:lnTo>
                  <a:pt x="1795" y="1066"/>
                </a:lnTo>
                <a:lnTo>
                  <a:pt x="1862" y="1103"/>
                </a:lnTo>
                <a:lnTo>
                  <a:pt x="1936" y="1140"/>
                </a:lnTo>
                <a:lnTo>
                  <a:pt x="1973" y="1155"/>
                </a:lnTo>
                <a:lnTo>
                  <a:pt x="0" y="1155"/>
                </a:lnTo>
              </a:path>
            </a:pathLst>
          </a:custGeom>
          <a:gradFill rotWithShape="0">
            <a:gsLst>
              <a:gs pos="0">
                <a:srgbClr val="6699FF"/>
              </a:gs>
              <a:gs pos="50000">
                <a:schemeClr val="bg1"/>
              </a:gs>
              <a:gs pos="100000">
                <a:srgbClr val="6699FF"/>
              </a:gs>
            </a:gsLst>
            <a:lin ang="0" scaled="1"/>
          </a:gradFill>
          <a:ln w="9525" cap="rnd">
            <a:noFill/>
            <a:round/>
            <a:headEnd/>
            <a:tailEnd/>
          </a:ln>
          <a:effectLst/>
        </p:spPr>
        <p:txBody>
          <a:bodyPr lIns="85707" tIns="42853" rIns="85707" bIns="42853"/>
          <a:lstStyle/>
          <a:p>
            <a:pPr>
              <a:defRPr/>
            </a:pPr>
            <a:endParaRPr lang="nl-BE">
              <a:latin typeface="Arial" charset="0"/>
            </a:endParaRPr>
          </a:p>
        </p:txBody>
      </p:sp>
      <p:sp>
        <p:nvSpPr>
          <p:cNvPr id="35870" name="Freeform 36"/>
          <p:cNvSpPr>
            <a:spLocks/>
          </p:cNvSpPr>
          <p:nvPr/>
        </p:nvSpPr>
        <p:spPr bwMode="auto">
          <a:xfrm>
            <a:off x="3163057" y="2096989"/>
            <a:ext cx="2782180" cy="1626691"/>
          </a:xfrm>
          <a:custGeom>
            <a:avLst/>
            <a:gdLst>
              <a:gd name="T0" fmla="*/ 45 w 1974"/>
              <a:gd name="T1" fmla="*/ 1133 h 1156"/>
              <a:gd name="T2" fmla="*/ 194 w 1974"/>
              <a:gd name="T3" fmla="*/ 1043 h 1156"/>
              <a:gd name="T4" fmla="*/ 328 w 1974"/>
              <a:gd name="T5" fmla="*/ 939 h 1156"/>
              <a:gd name="T6" fmla="*/ 425 w 1974"/>
              <a:gd name="T7" fmla="*/ 827 h 1156"/>
              <a:gd name="T8" fmla="*/ 477 w 1974"/>
              <a:gd name="T9" fmla="*/ 738 h 1156"/>
              <a:gd name="T10" fmla="*/ 566 w 1974"/>
              <a:gd name="T11" fmla="*/ 559 h 1156"/>
              <a:gd name="T12" fmla="*/ 678 w 1974"/>
              <a:gd name="T13" fmla="*/ 306 h 1156"/>
              <a:gd name="T14" fmla="*/ 708 w 1974"/>
              <a:gd name="T15" fmla="*/ 224 h 1156"/>
              <a:gd name="T16" fmla="*/ 737 w 1974"/>
              <a:gd name="T17" fmla="*/ 172 h 1156"/>
              <a:gd name="T18" fmla="*/ 760 w 1974"/>
              <a:gd name="T19" fmla="*/ 134 h 1156"/>
              <a:gd name="T20" fmla="*/ 790 w 1974"/>
              <a:gd name="T21" fmla="*/ 90 h 1156"/>
              <a:gd name="T22" fmla="*/ 827 w 1974"/>
              <a:gd name="T23" fmla="*/ 52 h 1156"/>
              <a:gd name="T24" fmla="*/ 849 w 1974"/>
              <a:gd name="T25" fmla="*/ 30 h 1156"/>
              <a:gd name="T26" fmla="*/ 886 w 1974"/>
              <a:gd name="T27" fmla="*/ 15 h 1156"/>
              <a:gd name="T28" fmla="*/ 931 w 1974"/>
              <a:gd name="T29" fmla="*/ 0 h 1156"/>
              <a:gd name="T30" fmla="*/ 953 w 1974"/>
              <a:gd name="T31" fmla="*/ 0 h 1156"/>
              <a:gd name="T32" fmla="*/ 976 w 1974"/>
              <a:gd name="T33" fmla="*/ 0 h 1156"/>
              <a:gd name="T34" fmla="*/ 1020 w 1974"/>
              <a:gd name="T35" fmla="*/ 15 h 1156"/>
              <a:gd name="T36" fmla="*/ 1058 w 1974"/>
              <a:gd name="T37" fmla="*/ 38 h 1156"/>
              <a:gd name="T38" fmla="*/ 1095 w 1974"/>
              <a:gd name="T39" fmla="*/ 67 h 1156"/>
              <a:gd name="T40" fmla="*/ 1125 w 1974"/>
              <a:gd name="T41" fmla="*/ 105 h 1156"/>
              <a:gd name="T42" fmla="*/ 1154 w 1974"/>
              <a:gd name="T43" fmla="*/ 149 h 1156"/>
              <a:gd name="T44" fmla="*/ 1192 w 1974"/>
              <a:gd name="T45" fmla="*/ 209 h 1156"/>
              <a:gd name="T46" fmla="*/ 1221 w 1974"/>
              <a:gd name="T47" fmla="*/ 276 h 1156"/>
              <a:gd name="T48" fmla="*/ 1244 w 1974"/>
              <a:gd name="T49" fmla="*/ 328 h 1156"/>
              <a:gd name="T50" fmla="*/ 1303 w 1974"/>
              <a:gd name="T51" fmla="*/ 462 h 1156"/>
              <a:gd name="T52" fmla="*/ 1370 w 1974"/>
              <a:gd name="T53" fmla="*/ 596 h 1156"/>
              <a:gd name="T54" fmla="*/ 1445 w 1974"/>
              <a:gd name="T55" fmla="*/ 723 h 1156"/>
              <a:gd name="T56" fmla="*/ 1497 w 1974"/>
              <a:gd name="T57" fmla="*/ 805 h 1156"/>
              <a:gd name="T58" fmla="*/ 1564 w 1974"/>
              <a:gd name="T59" fmla="*/ 887 h 1156"/>
              <a:gd name="T60" fmla="*/ 1661 w 1974"/>
              <a:gd name="T61" fmla="*/ 976 h 1156"/>
              <a:gd name="T62" fmla="*/ 1795 w 1974"/>
              <a:gd name="T63" fmla="*/ 1066 h 1156"/>
              <a:gd name="T64" fmla="*/ 1936 w 1974"/>
              <a:gd name="T65" fmla="*/ 1140 h 115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974"/>
              <a:gd name="T100" fmla="*/ 0 h 1156"/>
              <a:gd name="T101" fmla="*/ 1974 w 1974"/>
              <a:gd name="T102" fmla="*/ 1156 h 115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974" h="1156">
                <a:moveTo>
                  <a:pt x="0" y="1155"/>
                </a:moveTo>
                <a:lnTo>
                  <a:pt x="45" y="1133"/>
                </a:lnTo>
                <a:lnTo>
                  <a:pt x="127" y="1088"/>
                </a:lnTo>
                <a:lnTo>
                  <a:pt x="194" y="1043"/>
                </a:lnTo>
                <a:lnTo>
                  <a:pt x="268" y="991"/>
                </a:lnTo>
                <a:lnTo>
                  <a:pt x="328" y="939"/>
                </a:lnTo>
                <a:lnTo>
                  <a:pt x="380" y="879"/>
                </a:lnTo>
                <a:lnTo>
                  <a:pt x="425" y="827"/>
                </a:lnTo>
                <a:lnTo>
                  <a:pt x="462" y="768"/>
                </a:lnTo>
                <a:lnTo>
                  <a:pt x="477" y="738"/>
                </a:lnTo>
                <a:lnTo>
                  <a:pt x="507" y="678"/>
                </a:lnTo>
                <a:lnTo>
                  <a:pt x="566" y="559"/>
                </a:lnTo>
                <a:lnTo>
                  <a:pt x="626" y="425"/>
                </a:lnTo>
                <a:lnTo>
                  <a:pt x="678" y="306"/>
                </a:lnTo>
                <a:lnTo>
                  <a:pt x="700" y="246"/>
                </a:lnTo>
                <a:lnTo>
                  <a:pt x="708" y="224"/>
                </a:lnTo>
                <a:lnTo>
                  <a:pt x="722" y="201"/>
                </a:lnTo>
                <a:lnTo>
                  <a:pt x="737" y="172"/>
                </a:lnTo>
                <a:lnTo>
                  <a:pt x="745" y="157"/>
                </a:lnTo>
                <a:lnTo>
                  <a:pt x="760" y="134"/>
                </a:lnTo>
                <a:lnTo>
                  <a:pt x="775" y="112"/>
                </a:lnTo>
                <a:lnTo>
                  <a:pt x="790" y="90"/>
                </a:lnTo>
                <a:lnTo>
                  <a:pt x="804" y="75"/>
                </a:lnTo>
                <a:lnTo>
                  <a:pt x="827" y="52"/>
                </a:lnTo>
                <a:lnTo>
                  <a:pt x="842" y="38"/>
                </a:lnTo>
                <a:lnTo>
                  <a:pt x="849" y="30"/>
                </a:lnTo>
                <a:lnTo>
                  <a:pt x="871" y="23"/>
                </a:lnTo>
                <a:lnTo>
                  <a:pt x="886" y="15"/>
                </a:lnTo>
                <a:lnTo>
                  <a:pt x="901" y="8"/>
                </a:lnTo>
                <a:lnTo>
                  <a:pt x="931" y="0"/>
                </a:lnTo>
                <a:lnTo>
                  <a:pt x="946" y="0"/>
                </a:lnTo>
                <a:lnTo>
                  <a:pt x="953" y="0"/>
                </a:lnTo>
                <a:lnTo>
                  <a:pt x="961" y="0"/>
                </a:lnTo>
                <a:lnTo>
                  <a:pt x="976" y="0"/>
                </a:lnTo>
                <a:lnTo>
                  <a:pt x="1005" y="8"/>
                </a:lnTo>
                <a:lnTo>
                  <a:pt x="1020" y="15"/>
                </a:lnTo>
                <a:lnTo>
                  <a:pt x="1035" y="23"/>
                </a:lnTo>
                <a:lnTo>
                  <a:pt x="1058" y="38"/>
                </a:lnTo>
                <a:lnTo>
                  <a:pt x="1065" y="45"/>
                </a:lnTo>
                <a:lnTo>
                  <a:pt x="1095" y="67"/>
                </a:lnTo>
                <a:lnTo>
                  <a:pt x="1102" y="75"/>
                </a:lnTo>
                <a:lnTo>
                  <a:pt x="1125" y="105"/>
                </a:lnTo>
                <a:lnTo>
                  <a:pt x="1139" y="127"/>
                </a:lnTo>
                <a:lnTo>
                  <a:pt x="1154" y="149"/>
                </a:lnTo>
                <a:lnTo>
                  <a:pt x="1169" y="172"/>
                </a:lnTo>
                <a:lnTo>
                  <a:pt x="1192" y="209"/>
                </a:lnTo>
                <a:lnTo>
                  <a:pt x="1206" y="239"/>
                </a:lnTo>
                <a:lnTo>
                  <a:pt x="1221" y="276"/>
                </a:lnTo>
                <a:lnTo>
                  <a:pt x="1229" y="291"/>
                </a:lnTo>
                <a:lnTo>
                  <a:pt x="1244" y="328"/>
                </a:lnTo>
                <a:lnTo>
                  <a:pt x="1273" y="395"/>
                </a:lnTo>
                <a:lnTo>
                  <a:pt x="1303" y="462"/>
                </a:lnTo>
                <a:lnTo>
                  <a:pt x="1340" y="537"/>
                </a:lnTo>
                <a:lnTo>
                  <a:pt x="1370" y="596"/>
                </a:lnTo>
                <a:lnTo>
                  <a:pt x="1407" y="663"/>
                </a:lnTo>
                <a:lnTo>
                  <a:pt x="1445" y="723"/>
                </a:lnTo>
                <a:lnTo>
                  <a:pt x="1482" y="782"/>
                </a:lnTo>
                <a:lnTo>
                  <a:pt x="1497" y="805"/>
                </a:lnTo>
                <a:lnTo>
                  <a:pt x="1519" y="835"/>
                </a:lnTo>
                <a:lnTo>
                  <a:pt x="1564" y="887"/>
                </a:lnTo>
                <a:lnTo>
                  <a:pt x="1608" y="931"/>
                </a:lnTo>
                <a:lnTo>
                  <a:pt x="1661" y="976"/>
                </a:lnTo>
                <a:lnTo>
                  <a:pt x="1720" y="1021"/>
                </a:lnTo>
                <a:lnTo>
                  <a:pt x="1795" y="1066"/>
                </a:lnTo>
                <a:lnTo>
                  <a:pt x="1862" y="1103"/>
                </a:lnTo>
                <a:lnTo>
                  <a:pt x="1936" y="1140"/>
                </a:lnTo>
                <a:lnTo>
                  <a:pt x="1973" y="1155"/>
                </a:lnTo>
              </a:path>
            </a:pathLst>
          </a:custGeom>
          <a:noFill/>
          <a:ln w="12700" cap="rnd" cmpd="sng">
            <a:solidFill>
              <a:srgbClr val="000000"/>
            </a:solidFill>
            <a:prstDash val="solid"/>
            <a:round/>
            <a:headEnd type="none" w="sm" len="sm"/>
            <a:tailEnd type="none" w="sm" len="sm"/>
          </a:ln>
        </p:spPr>
        <p:txBody>
          <a:bodyPr lIns="85707" tIns="42853" rIns="85707" bIns="42853"/>
          <a:lstStyle/>
          <a:p>
            <a:endParaRPr lang="nl-BE"/>
          </a:p>
        </p:txBody>
      </p:sp>
      <p:sp>
        <p:nvSpPr>
          <p:cNvPr id="35871" name="Rectangle 37"/>
          <p:cNvSpPr>
            <a:spLocks noChangeArrowheads="1"/>
          </p:cNvSpPr>
          <p:nvPr/>
        </p:nvSpPr>
        <p:spPr bwMode="auto">
          <a:xfrm>
            <a:off x="5355068" y="2760763"/>
            <a:ext cx="1354411" cy="290243"/>
          </a:xfrm>
          <a:prstGeom prst="rect">
            <a:avLst/>
          </a:prstGeom>
          <a:noFill/>
          <a:ln w="9525">
            <a:noFill/>
            <a:miter lim="800000"/>
            <a:headEnd/>
            <a:tailEnd/>
          </a:ln>
        </p:spPr>
        <p:txBody>
          <a:bodyPr wrap="none" lIns="81693" tIns="40848" rIns="81693" bIns="40848">
            <a:spAutoFit/>
          </a:bodyPr>
          <a:lstStyle/>
          <a:p>
            <a:pPr defTabSz="810941">
              <a:lnSpc>
                <a:spcPct val="90000"/>
              </a:lnSpc>
            </a:pPr>
            <a:r>
              <a:rPr lang="en-US" sz="1500" dirty="0" err="1">
                <a:solidFill>
                  <a:srgbClr val="000000"/>
                </a:solidFill>
              </a:rPr>
              <a:t>C</a:t>
            </a:r>
            <a:r>
              <a:rPr lang="en-US" sz="1500" baseline="-25000" dirty="0" err="1">
                <a:solidFill>
                  <a:srgbClr val="000000"/>
                </a:solidFill>
              </a:rPr>
              <a:t>p</a:t>
            </a:r>
            <a:r>
              <a:rPr lang="en-US" sz="1500" dirty="0">
                <a:solidFill>
                  <a:srgbClr val="000000"/>
                </a:solidFill>
              </a:rPr>
              <a:t>=2, </a:t>
            </a:r>
            <a:r>
              <a:rPr lang="en-US" sz="1500" dirty="0" err="1">
                <a:solidFill>
                  <a:srgbClr val="000000"/>
                </a:solidFill>
              </a:rPr>
              <a:t>C</a:t>
            </a:r>
            <a:r>
              <a:rPr lang="en-US" sz="1500" baseline="-25000" dirty="0" err="1">
                <a:solidFill>
                  <a:srgbClr val="000000"/>
                </a:solidFill>
              </a:rPr>
              <a:t>pk</a:t>
            </a:r>
            <a:r>
              <a:rPr lang="en-US" sz="1500" dirty="0">
                <a:solidFill>
                  <a:srgbClr val="000000"/>
                </a:solidFill>
              </a:rPr>
              <a:t>=1.5</a:t>
            </a:r>
          </a:p>
        </p:txBody>
      </p:sp>
      <p:sp>
        <p:nvSpPr>
          <p:cNvPr id="35872" name="Rectangle 38"/>
          <p:cNvSpPr>
            <a:spLocks noChangeArrowheads="1"/>
          </p:cNvSpPr>
          <p:nvPr/>
        </p:nvSpPr>
        <p:spPr bwMode="auto">
          <a:xfrm>
            <a:off x="2397328" y="2741414"/>
            <a:ext cx="1354411" cy="290243"/>
          </a:xfrm>
          <a:prstGeom prst="rect">
            <a:avLst/>
          </a:prstGeom>
          <a:noFill/>
          <a:ln w="9525">
            <a:noFill/>
            <a:miter lim="800000"/>
            <a:headEnd/>
            <a:tailEnd/>
          </a:ln>
        </p:spPr>
        <p:txBody>
          <a:bodyPr wrap="none" lIns="81693" tIns="40848" rIns="81693" bIns="40848">
            <a:spAutoFit/>
          </a:bodyPr>
          <a:lstStyle/>
          <a:p>
            <a:pPr defTabSz="810941">
              <a:lnSpc>
                <a:spcPct val="90000"/>
              </a:lnSpc>
            </a:pPr>
            <a:r>
              <a:rPr lang="en-US" sz="1500" dirty="0" err="1">
                <a:solidFill>
                  <a:srgbClr val="000000"/>
                </a:solidFill>
              </a:rPr>
              <a:t>C</a:t>
            </a:r>
            <a:r>
              <a:rPr lang="en-US" sz="1500" baseline="-25000" dirty="0" err="1">
                <a:solidFill>
                  <a:srgbClr val="000000"/>
                </a:solidFill>
              </a:rPr>
              <a:t>p</a:t>
            </a:r>
            <a:r>
              <a:rPr lang="en-US" sz="1500" dirty="0">
                <a:solidFill>
                  <a:srgbClr val="000000"/>
                </a:solidFill>
              </a:rPr>
              <a:t>=2, </a:t>
            </a:r>
            <a:r>
              <a:rPr lang="en-US" sz="1500" dirty="0" err="1">
                <a:solidFill>
                  <a:srgbClr val="000000"/>
                </a:solidFill>
              </a:rPr>
              <a:t>C</a:t>
            </a:r>
            <a:r>
              <a:rPr lang="en-US" sz="1500" baseline="-25000" dirty="0" err="1">
                <a:solidFill>
                  <a:srgbClr val="000000"/>
                </a:solidFill>
              </a:rPr>
              <a:t>pk</a:t>
            </a:r>
            <a:r>
              <a:rPr lang="en-US" sz="1500" dirty="0">
                <a:solidFill>
                  <a:srgbClr val="000000"/>
                </a:solidFill>
              </a:rPr>
              <a:t>=1.5</a:t>
            </a:r>
          </a:p>
        </p:txBody>
      </p:sp>
      <p:sp>
        <p:nvSpPr>
          <p:cNvPr id="35873" name="Rectangle 39"/>
          <p:cNvSpPr>
            <a:spLocks noChangeArrowheads="1"/>
          </p:cNvSpPr>
          <p:nvPr/>
        </p:nvSpPr>
        <p:spPr bwMode="auto">
          <a:xfrm>
            <a:off x="4031607" y="3055442"/>
            <a:ext cx="1149225" cy="304093"/>
          </a:xfrm>
          <a:prstGeom prst="rect">
            <a:avLst/>
          </a:prstGeom>
          <a:noFill/>
          <a:ln w="9525">
            <a:noFill/>
            <a:miter lim="800000"/>
            <a:headEnd/>
            <a:tailEnd/>
          </a:ln>
        </p:spPr>
        <p:txBody>
          <a:bodyPr wrap="none" lIns="81693" tIns="40848" rIns="81693" bIns="40848">
            <a:spAutoFit/>
          </a:bodyPr>
          <a:lstStyle/>
          <a:p>
            <a:pPr defTabSz="810941">
              <a:lnSpc>
                <a:spcPct val="90000"/>
              </a:lnSpc>
            </a:pPr>
            <a:r>
              <a:rPr lang="en-US" sz="1600" dirty="0">
                <a:solidFill>
                  <a:srgbClr val="000000"/>
                </a:solidFill>
              </a:rPr>
              <a:t>C</a:t>
            </a:r>
            <a:r>
              <a:rPr lang="en-US" sz="1600" baseline="-25000" dirty="0">
                <a:solidFill>
                  <a:srgbClr val="000000"/>
                </a:solidFill>
              </a:rPr>
              <a:t>p</a:t>
            </a:r>
            <a:r>
              <a:rPr lang="en-US" sz="1600" dirty="0">
                <a:solidFill>
                  <a:srgbClr val="000000"/>
                </a:solidFill>
              </a:rPr>
              <a:t>=</a:t>
            </a:r>
            <a:r>
              <a:rPr lang="en-US" sz="1600" dirty="0" err="1">
                <a:solidFill>
                  <a:srgbClr val="000000"/>
                </a:solidFill>
              </a:rPr>
              <a:t>C</a:t>
            </a:r>
            <a:r>
              <a:rPr lang="en-US" sz="1600" baseline="-25000" dirty="0" err="1">
                <a:solidFill>
                  <a:srgbClr val="000000"/>
                </a:solidFill>
              </a:rPr>
              <a:t>pk</a:t>
            </a:r>
            <a:r>
              <a:rPr lang="en-US" sz="1600" dirty="0">
                <a:solidFill>
                  <a:srgbClr val="000000"/>
                </a:solidFill>
              </a:rPr>
              <a:t> = 2</a:t>
            </a:r>
          </a:p>
        </p:txBody>
      </p:sp>
      <p:grpSp>
        <p:nvGrpSpPr>
          <p:cNvPr id="4" name="Group 40"/>
          <p:cNvGrpSpPr>
            <a:grpSpLocks/>
          </p:cNvGrpSpPr>
          <p:nvPr/>
        </p:nvGrpSpPr>
        <p:grpSpPr bwMode="auto">
          <a:xfrm>
            <a:off x="3866785" y="1919883"/>
            <a:ext cx="1249749" cy="62508"/>
            <a:chOff x="2772" y="1571"/>
            <a:chExt cx="887" cy="45"/>
          </a:xfrm>
        </p:grpSpPr>
        <p:sp>
          <p:nvSpPr>
            <p:cNvPr id="35898" name="Freeform 41"/>
            <p:cNvSpPr>
              <a:spLocks/>
            </p:cNvSpPr>
            <p:nvPr/>
          </p:nvSpPr>
          <p:spPr bwMode="auto">
            <a:xfrm>
              <a:off x="2772" y="1571"/>
              <a:ext cx="90" cy="45"/>
            </a:xfrm>
            <a:custGeom>
              <a:avLst/>
              <a:gdLst>
                <a:gd name="T0" fmla="*/ 0 w 90"/>
                <a:gd name="T1" fmla="*/ 22 h 45"/>
                <a:gd name="T2" fmla="*/ 89 w 90"/>
                <a:gd name="T3" fmla="*/ 0 h 45"/>
                <a:gd name="T4" fmla="*/ 89 w 90"/>
                <a:gd name="T5" fmla="*/ 22 h 45"/>
                <a:gd name="T6" fmla="*/ 89 w 90"/>
                <a:gd name="T7" fmla="*/ 44 h 45"/>
                <a:gd name="T8" fmla="*/ 0 w 90"/>
                <a:gd name="T9" fmla="*/ 22 h 45"/>
                <a:gd name="T10" fmla="*/ 0 60000 65536"/>
                <a:gd name="T11" fmla="*/ 0 60000 65536"/>
                <a:gd name="T12" fmla="*/ 0 60000 65536"/>
                <a:gd name="T13" fmla="*/ 0 60000 65536"/>
                <a:gd name="T14" fmla="*/ 0 60000 65536"/>
                <a:gd name="T15" fmla="*/ 0 w 90"/>
                <a:gd name="T16" fmla="*/ 0 h 45"/>
                <a:gd name="T17" fmla="*/ 90 w 90"/>
                <a:gd name="T18" fmla="*/ 45 h 45"/>
              </a:gdLst>
              <a:ahLst/>
              <a:cxnLst>
                <a:cxn ang="T10">
                  <a:pos x="T0" y="T1"/>
                </a:cxn>
                <a:cxn ang="T11">
                  <a:pos x="T2" y="T3"/>
                </a:cxn>
                <a:cxn ang="T12">
                  <a:pos x="T4" y="T5"/>
                </a:cxn>
                <a:cxn ang="T13">
                  <a:pos x="T6" y="T7"/>
                </a:cxn>
                <a:cxn ang="T14">
                  <a:pos x="T8" y="T9"/>
                </a:cxn>
              </a:cxnLst>
              <a:rect l="T15" t="T16" r="T17" b="T18"/>
              <a:pathLst>
                <a:path w="90" h="45">
                  <a:moveTo>
                    <a:pt x="0" y="22"/>
                  </a:moveTo>
                  <a:lnTo>
                    <a:pt x="89" y="0"/>
                  </a:lnTo>
                  <a:lnTo>
                    <a:pt x="89" y="22"/>
                  </a:lnTo>
                  <a:lnTo>
                    <a:pt x="89" y="44"/>
                  </a:lnTo>
                  <a:lnTo>
                    <a:pt x="0" y="22"/>
                  </a:lnTo>
                </a:path>
              </a:pathLst>
            </a:custGeom>
            <a:solidFill>
              <a:srgbClr val="000000"/>
            </a:solidFill>
            <a:ln w="9525" cap="rnd">
              <a:noFill/>
              <a:round/>
              <a:headEnd/>
              <a:tailEnd/>
            </a:ln>
          </p:spPr>
          <p:txBody>
            <a:bodyPr/>
            <a:lstStyle/>
            <a:p>
              <a:endParaRPr lang="nl-BE"/>
            </a:p>
          </p:txBody>
        </p:sp>
        <p:sp>
          <p:nvSpPr>
            <p:cNvPr id="35899" name="Freeform 42"/>
            <p:cNvSpPr>
              <a:spLocks/>
            </p:cNvSpPr>
            <p:nvPr/>
          </p:nvSpPr>
          <p:spPr bwMode="auto">
            <a:xfrm>
              <a:off x="3561" y="1571"/>
              <a:ext cx="98" cy="45"/>
            </a:xfrm>
            <a:custGeom>
              <a:avLst/>
              <a:gdLst>
                <a:gd name="T0" fmla="*/ 97 w 98"/>
                <a:gd name="T1" fmla="*/ 22 h 45"/>
                <a:gd name="T2" fmla="*/ 0 w 98"/>
                <a:gd name="T3" fmla="*/ 44 h 45"/>
                <a:gd name="T4" fmla="*/ 0 w 98"/>
                <a:gd name="T5" fmla="*/ 22 h 45"/>
                <a:gd name="T6" fmla="*/ 0 w 98"/>
                <a:gd name="T7" fmla="*/ 0 h 45"/>
                <a:gd name="T8" fmla="*/ 97 w 98"/>
                <a:gd name="T9" fmla="*/ 22 h 45"/>
                <a:gd name="T10" fmla="*/ 0 60000 65536"/>
                <a:gd name="T11" fmla="*/ 0 60000 65536"/>
                <a:gd name="T12" fmla="*/ 0 60000 65536"/>
                <a:gd name="T13" fmla="*/ 0 60000 65536"/>
                <a:gd name="T14" fmla="*/ 0 60000 65536"/>
                <a:gd name="T15" fmla="*/ 0 w 98"/>
                <a:gd name="T16" fmla="*/ 0 h 45"/>
                <a:gd name="T17" fmla="*/ 98 w 98"/>
                <a:gd name="T18" fmla="*/ 45 h 45"/>
              </a:gdLst>
              <a:ahLst/>
              <a:cxnLst>
                <a:cxn ang="T10">
                  <a:pos x="T0" y="T1"/>
                </a:cxn>
                <a:cxn ang="T11">
                  <a:pos x="T2" y="T3"/>
                </a:cxn>
                <a:cxn ang="T12">
                  <a:pos x="T4" y="T5"/>
                </a:cxn>
                <a:cxn ang="T13">
                  <a:pos x="T6" y="T7"/>
                </a:cxn>
                <a:cxn ang="T14">
                  <a:pos x="T8" y="T9"/>
                </a:cxn>
              </a:cxnLst>
              <a:rect l="T15" t="T16" r="T17" b="T18"/>
              <a:pathLst>
                <a:path w="98" h="45">
                  <a:moveTo>
                    <a:pt x="97" y="22"/>
                  </a:moveTo>
                  <a:lnTo>
                    <a:pt x="0" y="44"/>
                  </a:lnTo>
                  <a:lnTo>
                    <a:pt x="0" y="22"/>
                  </a:lnTo>
                  <a:lnTo>
                    <a:pt x="0" y="0"/>
                  </a:lnTo>
                  <a:lnTo>
                    <a:pt x="97" y="22"/>
                  </a:lnTo>
                </a:path>
              </a:pathLst>
            </a:custGeom>
            <a:solidFill>
              <a:srgbClr val="000000"/>
            </a:solidFill>
            <a:ln w="9525" cap="rnd">
              <a:noFill/>
              <a:round/>
              <a:headEnd/>
              <a:tailEnd/>
            </a:ln>
          </p:spPr>
          <p:txBody>
            <a:bodyPr/>
            <a:lstStyle/>
            <a:p>
              <a:endParaRPr lang="nl-BE"/>
            </a:p>
          </p:txBody>
        </p:sp>
        <p:sp>
          <p:nvSpPr>
            <p:cNvPr id="35900" name="Line 43"/>
            <p:cNvSpPr>
              <a:spLocks noChangeShapeType="1"/>
            </p:cNvSpPr>
            <p:nvPr/>
          </p:nvSpPr>
          <p:spPr bwMode="auto">
            <a:xfrm>
              <a:off x="2861" y="1593"/>
              <a:ext cx="700" cy="0"/>
            </a:xfrm>
            <a:prstGeom prst="line">
              <a:avLst/>
            </a:prstGeom>
            <a:noFill/>
            <a:ln w="12700">
              <a:solidFill>
                <a:srgbClr val="000000"/>
              </a:solidFill>
              <a:round/>
              <a:headEnd type="none" w="sm" len="sm"/>
              <a:tailEnd type="none" w="sm" len="sm"/>
            </a:ln>
          </p:spPr>
          <p:txBody>
            <a:bodyPr wrap="none" anchor="ctr"/>
            <a:lstStyle/>
            <a:p>
              <a:endParaRPr lang="nl-BE"/>
            </a:p>
          </p:txBody>
        </p:sp>
      </p:grpSp>
      <p:sp>
        <p:nvSpPr>
          <p:cNvPr id="35875" name="Freeform 44"/>
          <p:cNvSpPr>
            <a:spLocks/>
          </p:cNvSpPr>
          <p:nvPr/>
        </p:nvSpPr>
        <p:spPr bwMode="auto">
          <a:xfrm>
            <a:off x="4076564" y="1772544"/>
            <a:ext cx="830191" cy="284261"/>
          </a:xfrm>
          <a:custGeom>
            <a:avLst/>
            <a:gdLst>
              <a:gd name="T0" fmla="*/ 0 w 589"/>
              <a:gd name="T1" fmla="*/ 0 h 202"/>
              <a:gd name="T2" fmla="*/ 588 w 589"/>
              <a:gd name="T3" fmla="*/ 0 h 202"/>
              <a:gd name="T4" fmla="*/ 588 w 589"/>
              <a:gd name="T5" fmla="*/ 201 h 202"/>
              <a:gd name="T6" fmla="*/ 0 w 589"/>
              <a:gd name="T7" fmla="*/ 201 h 202"/>
              <a:gd name="T8" fmla="*/ 0 w 589"/>
              <a:gd name="T9" fmla="*/ 0 h 202"/>
              <a:gd name="T10" fmla="*/ 0 60000 65536"/>
              <a:gd name="T11" fmla="*/ 0 60000 65536"/>
              <a:gd name="T12" fmla="*/ 0 60000 65536"/>
              <a:gd name="T13" fmla="*/ 0 60000 65536"/>
              <a:gd name="T14" fmla="*/ 0 60000 65536"/>
              <a:gd name="T15" fmla="*/ 0 w 589"/>
              <a:gd name="T16" fmla="*/ 0 h 202"/>
              <a:gd name="T17" fmla="*/ 589 w 589"/>
              <a:gd name="T18" fmla="*/ 202 h 202"/>
            </a:gdLst>
            <a:ahLst/>
            <a:cxnLst>
              <a:cxn ang="T10">
                <a:pos x="T0" y="T1"/>
              </a:cxn>
              <a:cxn ang="T11">
                <a:pos x="T2" y="T3"/>
              </a:cxn>
              <a:cxn ang="T12">
                <a:pos x="T4" y="T5"/>
              </a:cxn>
              <a:cxn ang="T13">
                <a:pos x="T6" y="T7"/>
              </a:cxn>
              <a:cxn ang="T14">
                <a:pos x="T8" y="T9"/>
              </a:cxn>
            </a:cxnLst>
            <a:rect l="T15" t="T16" r="T17" b="T18"/>
            <a:pathLst>
              <a:path w="589" h="202">
                <a:moveTo>
                  <a:pt x="0" y="0"/>
                </a:moveTo>
                <a:lnTo>
                  <a:pt x="588" y="0"/>
                </a:lnTo>
                <a:lnTo>
                  <a:pt x="588" y="201"/>
                </a:lnTo>
                <a:lnTo>
                  <a:pt x="0" y="201"/>
                </a:lnTo>
                <a:lnTo>
                  <a:pt x="0" y="0"/>
                </a:lnTo>
              </a:path>
            </a:pathLst>
          </a:custGeom>
          <a:solidFill>
            <a:srgbClr val="FFFFFF"/>
          </a:solidFill>
          <a:ln w="9525" cap="rnd">
            <a:noFill/>
            <a:round/>
            <a:headEnd/>
            <a:tailEnd/>
          </a:ln>
        </p:spPr>
        <p:txBody>
          <a:bodyPr lIns="85707" tIns="42853" rIns="85707" bIns="42853"/>
          <a:lstStyle/>
          <a:p>
            <a:endParaRPr lang="nl-BE"/>
          </a:p>
        </p:txBody>
      </p:sp>
      <p:sp>
        <p:nvSpPr>
          <p:cNvPr id="35876" name="Rectangle 45"/>
          <p:cNvSpPr>
            <a:spLocks noChangeArrowheads="1"/>
          </p:cNvSpPr>
          <p:nvPr/>
        </p:nvSpPr>
        <p:spPr bwMode="auto">
          <a:xfrm>
            <a:off x="4050994" y="1744266"/>
            <a:ext cx="713210" cy="304093"/>
          </a:xfrm>
          <a:prstGeom prst="rect">
            <a:avLst/>
          </a:prstGeom>
          <a:noFill/>
          <a:ln w="9525">
            <a:noFill/>
            <a:miter lim="800000"/>
            <a:headEnd/>
            <a:tailEnd/>
          </a:ln>
        </p:spPr>
        <p:txBody>
          <a:bodyPr wrap="none" lIns="81693" tIns="40848" rIns="81693" bIns="40848">
            <a:spAutoFit/>
          </a:bodyPr>
          <a:lstStyle/>
          <a:p>
            <a:pPr defTabSz="810941">
              <a:lnSpc>
                <a:spcPct val="90000"/>
              </a:lnSpc>
            </a:pPr>
            <a:r>
              <a:rPr lang="en-US" sz="1600" dirty="0"/>
              <a:t> ±</a:t>
            </a:r>
            <a:r>
              <a:rPr lang="en-US" sz="1500" dirty="0">
                <a:solidFill>
                  <a:srgbClr val="000000"/>
                </a:solidFill>
              </a:rPr>
              <a:t>1.5</a:t>
            </a:r>
          </a:p>
        </p:txBody>
      </p:sp>
      <p:sp>
        <p:nvSpPr>
          <p:cNvPr id="35877" name="Rectangle 46"/>
          <p:cNvSpPr>
            <a:spLocks noChangeArrowheads="1"/>
          </p:cNvSpPr>
          <p:nvPr/>
        </p:nvSpPr>
        <p:spPr bwMode="auto">
          <a:xfrm>
            <a:off x="4561586" y="1753196"/>
            <a:ext cx="278218" cy="288727"/>
          </a:xfrm>
          <a:prstGeom prst="rect">
            <a:avLst/>
          </a:prstGeom>
          <a:noFill/>
          <a:ln w="9525">
            <a:noFill/>
            <a:miter lim="800000"/>
            <a:headEnd/>
            <a:tailEnd/>
          </a:ln>
        </p:spPr>
        <p:txBody>
          <a:bodyPr wrap="none" lIns="81693" tIns="40848" rIns="81693" bIns="40848">
            <a:spAutoFit/>
          </a:bodyPr>
          <a:lstStyle/>
          <a:p>
            <a:pPr defTabSz="810941">
              <a:lnSpc>
                <a:spcPct val="90000"/>
              </a:lnSpc>
            </a:pPr>
            <a:r>
              <a:rPr lang="en-US" sz="1500" dirty="0">
                <a:solidFill>
                  <a:srgbClr val="000000"/>
                </a:solidFill>
                <a:latin typeface="Symbol" pitchFamily="18" charset="2"/>
              </a:rPr>
              <a:t>s</a:t>
            </a:r>
          </a:p>
        </p:txBody>
      </p:sp>
      <p:sp>
        <p:nvSpPr>
          <p:cNvPr id="35878" name="Rectangle 47"/>
          <p:cNvSpPr>
            <a:spLocks noChangeArrowheads="1"/>
          </p:cNvSpPr>
          <p:nvPr/>
        </p:nvSpPr>
        <p:spPr bwMode="auto">
          <a:xfrm>
            <a:off x="1509081" y="1656458"/>
            <a:ext cx="527260" cy="290243"/>
          </a:xfrm>
          <a:prstGeom prst="rect">
            <a:avLst/>
          </a:prstGeom>
          <a:noFill/>
          <a:ln w="9525">
            <a:noFill/>
            <a:miter lim="800000"/>
            <a:headEnd/>
            <a:tailEnd/>
          </a:ln>
        </p:spPr>
        <p:txBody>
          <a:bodyPr wrap="none" lIns="81693" tIns="40848" rIns="81693" bIns="40848">
            <a:spAutoFit/>
          </a:bodyPr>
          <a:lstStyle/>
          <a:p>
            <a:pPr defTabSz="810941">
              <a:lnSpc>
                <a:spcPct val="90000"/>
              </a:lnSpc>
            </a:pPr>
            <a:r>
              <a:rPr lang="en-US" sz="1500" b="1" i="1" dirty="0">
                <a:solidFill>
                  <a:srgbClr val="000099"/>
                </a:solidFill>
              </a:rPr>
              <a:t>LSL</a:t>
            </a:r>
          </a:p>
        </p:txBody>
      </p:sp>
      <p:sp>
        <p:nvSpPr>
          <p:cNvPr id="35879" name="Rectangle 48"/>
          <p:cNvSpPr>
            <a:spLocks noChangeArrowheads="1"/>
          </p:cNvSpPr>
          <p:nvPr/>
        </p:nvSpPr>
        <p:spPr bwMode="auto">
          <a:xfrm>
            <a:off x="1868239" y="2158008"/>
            <a:ext cx="695671" cy="272049"/>
          </a:xfrm>
          <a:prstGeom prst="rect">
            <a:avLst/>
          </a:prstGeom>
          <a:noFill/>
          <a:ln w="9525">
            <a:noFill/>
            <a:miter lim="800000"/>
            <a:headEnd/>
            <a:tailEnd/>
          </a:ln>
        </p:spPr>
        <p:txBody>
          <a:bodyPr wrap="none" lIns="56340" tIns="22536" rIns="56340" bIns="22536">
            <a:spAutoFit/>
          </a:bodyPr>
          <a:lstStyle/>
          <a:p>
            <a:pPr defTabSz="810941">
              <a:lnSpc>
                <a:spcPct val="92000"/>
              </a:lnSpc>
            </a:pPr>
            <a:r>
              <a:rPr lang="en-US" sz="1600" dirty="0"/>
              <a:t>12.5%</a:t>
            </a:r>
          </a:p>
        </p:txBody>
      </p:sp>
      <p:sp>
        <p:nvSpPr>
          <p:cNvPr id="35880" name="Rectangle 49"/>
          <p:cNvSpPr>
            <a:spLocks noChangeArrowheads="1"/>
          </p:cNvSpPr>
          <p:nvPr/>
        </p:nvSpPr>
        <p:spPr bwMode="auto">
          <a:xfrm>
            <a:off x="6580092" y="2146101"/>
            <a:ext cx="695671" cy="272049"/>
          </a:xfrm>
          <a:prstGeom prst="rect">
            <a:avLst/>
          </a:prstGeom>
          <a:noFill/>
          <a:ln w="9525">
            <a:noFill/>
            <a:miter lim="800000"/>
            <a:headEnd/>
            <a:tailEnd/>
          </a:ln>
        </p:spPr>
        <p:txBody>
          <a:bodyPr wrap="none" lIns="56340" tIns="22536" rIns="56340" bIns="22536">
            <a:spAutoFit/>
          </a:bodyPr>
          <a:lstStyle/>
          <a:p>
            <a:pPr defTabSz="810941">
              <a:lnSpc>
                <a:spcPct val="92000"/>
              </a:lnSpc>
            </a:pPr>
            <a:r>
              <a:rPr lang="en-US" sz="1600" dirty="0"/>
              <a:t>12.5%</a:t>
            </a:r>
          </a:p>
        </p:txBody>
      </p:sp>
      <p:sp>
        <p:nvSpPr>
          <p:cNvPr id="35881" name="Rectangle 50"/>
          <p:cNvSpPr>
            <a:spLocks noChangeArrowheads="1"/>
          </p:cNvSpPr>
          <p:nvPr/>
        </p:nvSpPr>
        <p:spPr bwMode="auto">
          <a:xfrm>
            <a:off x="4292817" y="1470422"/>
            <a:ext cx="524149" cy="272049"/>
          </a:xfrm>
          <a:prstGeom prst="rect">
            <a:avLst/>
          </a:prstGeom>
          <a:noFill/>
          <a:ln w="9525">
            <a:noFill/>
            <a:miter lim="800000"/>
            <a:headEnd/>
            <a:tailEnd/>
          </a:ln>
        </p:spPr>
        <p:txBody>
          <a:bodyPr wrap="none" lIns="56340" tIns="22536" rIns="56340" bIns="22536">
            <a:spAutoFit/>
          </a:bodyPr>
          <a:lstStyle/>
          <a:p>
            <a:pPr defTabSz="810941">
              <a:lnSpc>
                <a:spcPct val="92000"/>
              </a:lnSpc>
            </a:pPr>
            <a:r>
              <a:rPr lang="en-US" sz="1600" dirty="0"/>
              <a:t>75%</a:t>
            </a:r>
          </a:p>
        </p:txBody>
      </p:sp>
      <p:sp>
        <p:nvSpPr>
          <p:cNvPr id="35882" name="Line 51"/>
          <p:cNvSpPr>
            <a:spLocks noChangeShapeType="1"/>
          </p:cNvSpPr>
          <p:nvPr/>
        </p:nvSpPr>
        <p:spPr bwMode="auto">
          <a:xfrm>
            <a:off x="973020" y="3729633"/>
            <a:ext cx="7096791" cy="0"/>
          </a:xfrm>
          <a:prstGeom prst="line">
            <a:avLst/>
          </a:prstGeom>
          <a:noFill/>
          <a:ln w="12700">
            <a:solidFill>
              <a:srgbClr val="000000"/>
            </a:solidFill>
            <a:round/>
            <a:headEnd type="none" w="sm" len="sm"/>
            <a:tailEnd type="none" w="sm" len="sm"/>
          </a:ln>
        </p:spPr>
        <p:txBody>
          <a:bodyPr wrap="none" lIns="85707" tIns="42853" rIns="85707" bIns="42853" anchor="ctr"/>
          <a:lstStyle/>
          <a:p>
            <a:endParaRPr lang="nl-BE"/>
          </a:p>
        </p:txBody>
      </p:sp>
      <p:sp>
        <p:nvSpPr>
          <p:cNvPr id="35883" name="Rectangle 52"/>
          <p:cNvSpPr>
            <a:spLocks noChangeArrowheads="1"/>
          </p:cNvSpPr>
          <p:nvPr/>
        </p:nvSpPr>
        <p:spPr bwMode="auto">
          <a:xfrm>
            <a:off x="981946" y="2083594"/>
            <a:ext cx="790021" cy="1635622"/>
          </a:xfrm>
          <a:prstGeom prst="rect">
            <a:avLst/>
          </a:prstGeom>
          <a:gradFill rotWithShape="0">
            <a:gsLst>
              <a:gs pos="0">
                <a:srgbClr val="FFFFFF"/>
              </a:gs>
              <a:gs pos="100000">
                <a:srgbClr val="FF9999"/>
              </a:gs>
            </a:gsLst>
            <a:lin ang="0" scaled="1"/>
          </a:gradFill>
          <a:ln w="9525">
            <a:noFill/>
            <a:miter lim="800000"/>
            <a:headEnd/>
            <a:tailEnd/>
          </a:ln>
        </p:spPr>
        <p:txBody>
          <a:bodyPr wrap="none" lIns="85707" tIns="42853" rIns="85707" bIns="42853" anchor="ctr"/>
          <a:lstStyle/>
          <a:p>
            <a:endParaRPr lang="nl-BE"/>
          </a:p>
        </p:txBody>
      </p:sp>
      <p:sp>
        <p:nvSpPr>
          <p:cNvPr id="35884" name="Line 53"/>
          <p:cNvSpPr>
            <a:spLocks noChangeShapeType="1"/>
          </p:cNvSpPr>
          <p:nvPr/>
        </p:nvSpPr>
        <p:spPr bwMode="auto">
          <a:xfrm flipV="1">
            <a:off x="1767503" y="1940719"/>
            <a:ext cx="0" cy="1781473"/>
          </a:xfrm>
          <a:prstGeom prst="line">
            <a:avLst/>
          </a:prstGeom>
          <a:noFill/>
          <a:ln w="12700">
            <a:solidFill>
              <a:srgbClr val="000000"/>
            </a:solidFill>
            <a:round/>
            <a:headEnd type="none" w="sm" len="sm"/>
            <a:tailEnd type="none" w="sm" len="sm"/>
          </a:ln>
        </p:spPr>
        <p:txBody>
          <a:bodyPr wrap="none" lIns="85707" tIns="42853" rIns="85707" bIns="42853" anchor="ctr"/>
          <a:lstStyle/>
          <a:p>
            <a:endParaRPr lang="nl-BE"/>
          </a:p>
        </p:txBody>
      </p:sp>
      <p:sp>
        <p:nvSpPr>
          <p:cNvPr id="35885" name="Rectangle 54"/>
          <p:cNvSpPr>
            <a:spLocks noChangeArrowheads="1"/>
          </p:cNvSpPr>
          <p:nvPr/>
        </p:nvSpPr>
        <p:spPr bwMode="auto">
          <a:xfrm>
            <a:off x="1224457" y="2857500"/>
            <a:ext cx="196389" cy="208359"/>
          </a:xfrm>
          <a:prstGeom prst="rect">
            <a:avLst/>
          </a:prstGeom>
          <a:noFill/>
          <a:ln w="9525">
            <a:noFill/>
            <a:miter lim="800000"/>
            <a:headEnd/>
            <a:tailEnd/>
          </a:ln>
        </p:spPr>
        <p:txBody>
          <a:bodyPr wrap="none" lIns="81693" tIns="40848" rIns="81693" bIns="40848">
            <a:spAutoFit/>
          </a:bodyPr>
          <a:lstStyle/>
          <a:p>
            <a:pPr defTabSz="810941">
              <a:lnSpc>
                <a:spcPct val="90000"/>
              </a:lnSpc>
            </a:pPr>
            <a:r>
              <a:rPr lang="en-US" sz="900" dirty="0">
                <a:solidFill>
                  <a:srgbClr val="000000"/>
                </a:solidFill>
              </a:rPr>
              <a:t> </a:t>
            </a:r>
          </a:p>
        </p:txBody>
      </p:sp>
      <p:sp>
        <p:nvSpPr>
          <p:cNvPr id="35886" name="Rectangle 55"/>
          <p:cNvSpPr>
            <a:spLocks noChangeArrowheads="1"/>
          </p:cNvSpPr>
          <p:nvPr/>
        </p:nvSpPr>
        <p:spPr bwMode="auto">
          <a:xfrm>
            <a:off x="710278" y="2918521"/>
            <a:ext cx="1123578" cy="304093"/>
          </a:xfrm>
          <a:prstGeom prst="rect">
            <a:avLst/>
          </a:prstGeom>
          <a:noFill/>
          <a:ln w="9525">
            <a:noFill/>
            <a:miter lim="800000"/>
            <a:headEnd/>
            <a:tailEnd/>
          </a:ln>
        </p:spPr>
        <p:txBody>
          <a:bodyPr wrap="none" lIns="81693" tIns="40848" rIns="81693" bIns="40848">
            <a:spAutoFit/>
          </a:bodyPr>
          <a:lstStyle/>
          <a:p>
            <a:pPr defTabSz="810941">
              <a:lnSpc>
                <a:spcPct val="90000"/>
              </a:lnSpc>
            </a:pPr>
            <a:r>
              <a:rPr lang="en-US" sz="1600" dirty="0">
                <a:solidFill>
                  <a:srgbClr val="000000"/>
                </a:solidFill>
              </a:rPr>
              <a:t>3.4 DPMO</a:t>
            </a:r>
          </a:p>
        </p:txBody>
      </p:sp>
      <p:sp>
        <p:nvSpPr>
          <p:cNvPr id="35887" name="Line 56"/>
          <p:cNvSpPr>
            <a:spLocks noChangeShapeType="1"/>
          </p:cNvSpPr>
          <p:nvPr/>
        </p:nvSpPr>
        <p:spPr bwMode="auto">
          <a:xfrm>
            <a:off x="1325628" y="3198317"/>
            <a:ext cx="432948" cy="526852"/>
          </a:xfrm>
          <a:prstGeom prst="line">
            <a:avLst/>
          </a:prstGeom>
          <a:noFill/>
          <a:ln w="12700">
            <a:solidFill>
              <a:schemeClr val="tx1"/>
            </a:solidFill>
            <a:round/>
            <a:headEnd type="none" w="sm" len="sm"/>
            <a:tailEnd type="stealth" w="med" len="lg"/>
          </a:ln>
        </p:spPr>
        <p:txBody>
          <a:bodyPr wrap="none" lIns="85707" tIns="42853" rIns="85707" bIns="42853" anchor="ctr"/>
          <a:lstStyle/>
          <a:p>
            <a:endParaRPr lang="nl-BE"/>
          </a:p>
        </p:txBody>
      </p:sp>
      <p:sp>
        <p:nvSpPr>
          <p:cNvPr id="35888" name="Rectangle 57"/>
          <p:cNvSpPr>
            <a:spLocks noChangeArrowheads="1"/>
          </p:cNvSpPr>
          <p:nvPr/>
        </p:nvSpPr>
        <p:spPr bwMode="auto">
          <a:xfrm>
            <a:off x="7284254" y="2083594"/>
            <a:ext cx="790021" cy="1635622"/>
          </a:xfrm>
          <a:prstGeom prst="rect">
            <a:avLst/>
          </a:prstGeom>
          <a:gradFill rotWithShape="0">
            <a:gsLst>
              <a:gs pos="0">
                <a:srgbClr val="FF9999"/>
              </a:gs>
              <a:gs pos="100000">
                <a:srgbClr val="FFFFFF"/>
              </a:gs>
            </a:gsLst>
            <a:lin ang="0" scaled="1"/>
          </a:gradFill>
          <a:ln w="9525">
            <a:noFill/>
            <a:miter lim="800000"/>
            <a:headEnd/>
            <a:tailEnd/>
          </a:ln>
        </p:spPr>
        <p:txBody>
          <a:bodyPr wrap="none" lIns="85707" tIns="42853" rIns="85707" bIns="42853" anchor="ctr"/>
          <a:lstStyle/>
          <a:p>
            <a:endParaRPr lang="nl-BE"/>
          </a:p>
        </p:txBody>
      </p:sp>
      <p:sp>
        <p:nvSpPr>
          <p:cNvPr id="35889" name="Rectangle 58"/>
          <p:cNvSpPr>
            <a:spLocks noChangeArrowheads="1"/>
          </p:cNvSpPr>
          <p:nvPr/>
        </p:nvSpPr>
        <p:spPr bwMode="auto">
          <a:xfrm>
            <a:off x="7258962" y="2879825"/>
            <a:ext cx="196389" cy="208359"/>
          </a:xfrm>
          <a:prstGeom prst="rect">
            <a:avLst/>
          </a:prstGeom>
          <a:noFill/>
          <a:ln w="9525">
            <a:noFill/>
            <a:miter lim="800000"/>
            <a:headEnd/>
            <a:tailEnd/>
          </a:ln>
        </p:spPr>
        <p:txBody>
          <a:bodyPr wrap="none" lIns="81693" tIns="40848" rIns="81693" bIns="40848">
            <a:spAutoFit/>
          </a:bodyPr>
          <a:lstStyle/>
          <a:p>
            <a:pPr defTabSz="810941">
              <a:lnSpc>
                <a:spcPct val="90000"/>
              </a:lnSpc>
            </a:pPr>
            <a:r>
              <a:rPr lang="en-US" sz="900" dirty="0">
                <a:solidFill>
                  <a:srgbClr val="000000"/>
                </a:solidFill>
              </a:rPr>
              <a:t> </a:t>
            </a:r>
          </a:p>
        </p:txBody>
      </p:sp>
      <p:sp>
        <p:nvSpPr>
          <p:cNvPr id="35890" name="Rectangle 59"/>
          <p:cNvSpPr>
            <a:spLocks noChangeArrowheads="1"/>
          </p:cNvSpPr>
          <p:nvPr/>
        </p:nvSpPr>
        <p:spPr bwMode="auto">
          <a:xfrm>
            <a:off x="7685070" y="2925961"/>
            <a:ext cx="1123578" cy="304093"/>
          </a:xfrm>
          <a:prstGeom prst="rect">
            <a:avLst/>
          </a:prstGeom>
          <a:noFill/>
          <a:ln w="9525">
            <a:noFill/>
            <a:miter lim="800000"/>
            <a:headEnd/>
            <a:tailEnd/>
          </a:ln>
        </p:spPr>
        <p:txBody>
          <a:bodyPr wrap="none" lIns="81693" tIns="40848" rIns="81693" bIns="40848">
            <a:spAutoFit/>
          </a:bodyPr>
          <a:lstStyle/>
          <a:p>
            <a:pPr defTabSz="810941">
              <a:lnSpc>
                <a:spcPct val="90000"/>
              </a:lnSpc>
            </a:pPr>
            <a:r>
              <a:rPr lang="en-US" sz="1600" dirty="0">
                <a:solidFill>
                  <a:srgbClr val="000000"/>
                </a:solidFill>
              </a:rPr>
              <a:t>3.4 DPMO</a:t>
            </a:r>
          </a:p>
        </p:txBody>
      </p:sp>
      <p:sp>
        <p:nvSpPr>
          <p:cNvPr id="35891" name="Line 60"/>
          <p:cNvSpPr>
            <a:spLocks noChangeShapeType="1"/>
          </p:cNvSpPr>
          <p:nvPr/>
        </p:nvSpPr>
        <p:spPr bwMode="auto">
          <a:xfrm flipV="1">
            <a:off x="7293181" y="3257849"/>
            <a:ext cx="383852" cy="459878"/>
          </a:xfrm>
          <a:prstGeom prst="line">
            <a:avLst/>
          </a:prstGeom>
          <a:noFill/>
          <a:ln w="12700">
            <a:solidFill>
              <a:srgbClr val="000000"/>
            </a:solidFill>
            <a:round/>
            <a:headEnd type="stealth" w="med" len="lg"/>
            <a:tailEnd type="none" w="sm" len="sm"/>
          </a:ln>
        </p:spPr>
        <p:txBody>
          <a:bodyPr wrap="none" lIns="85707" tIns="42853" rIns="85707" bIns="42853" anchor="ctr"/>
          <a:lstStyle/>
          <a:p>
            <a:endParaRPr lang="nl-BE"/>
          </a:p>
        </p:txBody>
      </p:sp>
      <p:sp>
        <p:nvSpPr>
          <p:cNvPr id="35892" name="Line 61"/>
          <p:cNvSpPr>
            <a:spLocks noChangeShapeType="1"/>
          </p:cNvSpPr>
          <p:nvPr/>
        </p:nvSpPr>
        <p:spPr bwMode="auto">
          <a:xfrm flipV="1">
            <a:off x="7276815" y="1940719"/>
            <a:ext cx="0" cy="1781473"/>
          </a:xfrm>
          <a:prstGeom prst="line">
            <a:avLst/>
          </a:prstGeom>
          <a:noFill/>
          <a:ln w="12700">
            <a:solidFill>
              <a:srgbClr val="000000"/>
            </a:solidFill>
            <a:round/>
            <a:headEnd type="none" w="sm" len="sm"/>
            <a:tailEnd type="none" w="sm" len="sm"/>
          </a:ln>
        </p:spPr>
        <p:txBody>
          <a:bodyPr wrap="none" lIns="85707" tIns="42853" rIns="85707" bIns="42853" anchor="ctr"/>
          <a:lstStyle/>
          <a:p>
            <a:endParaRPr lang="nl-BE"/>
          </a:p>
        </p:txBody>
      </p:sp>
      <p:sp>
        <p:nvSpPr>
          <p:cNvPr id="35893" name="Rectangle 62"/>
          <p:cNvSpPr>
            <a:spLocks noChangeArrowheads="1"/>
          </p:cNvSpPr>
          <p:nvPr/>
        </p:nvSpPr>
        <p:spPr bwMode="auto">
          <a:xfrm>
            <a:off x="7033952" y="1656458"/>
            <a:ext cx="549702" cy="290243"/>
          </a:xfrm>
          <a:prstGeom prst="rect">
            <a:avLst/>
          </a:prstGeom>
          <a:noFill/>
          <a:ln w="9525">
            <a:noFill/>
            <a:miter lim="800000"/>
            <a:headEnd/>
            <a:tailEnd/>
          </a:ln>
        </p:spPr>
        <p:txBody>
          <a:bodyPr wrap="none" lIns="81693" tIns="40848" rIns="81693" bIns="40848">
            <a:spAutoFit/>
          </a:bodyPr>
          <a:lstStyle/>
          <a:p>
            <a:pPr defTabSz="810941">
              <a:lnSpc>
                <a:spcPct val="90000"/>
              </a:lnSpc>
            </a:pPr>
            <a:r>
              <a:rPr lang="en-US" sz="1500" b="1" i="1" dirty="0">
                <a:solidFill>
                  <a:srgbClr val="000099"/>
                </a:solidFill>
              </a:rPr>
              <a:t>USL</a:t>
            </a:r>
          </a:p>
        </p:txBody>
      </p:sp>
      <p:sp>
        <p:nvSpPr>
          <p:cNvPr id="1786943" name="Rectangle 63"/>
          <p:cNvSpPr>
            <a:spLocks noGrp="1" noChangeArrowheads="1"/>
          </p:cNvSpPr>
          <p:nvPr>
            <p:ph type="title"/>
          </p:nvPr>
        </p:nvSpPr>
        <p:spPr/>
        <p:txBody>
          <a:bodyPr/>
          <a:lstStyle/>
          <a:p>
            <a:pPr>
              <a:defRPr/>
            </a:pPr>
            <a:r>
              <a:rPr lang="en-US"/>
              <a:t>Technical Definition of Six Sigma</a:t>
            </a:r>
          </a:p>
        </p:txBody>
      </p:sp>
      <p:sp>
        <p:nvSpPr>
          <p:cNvPr id="35896" name="Text Box 66"/>
          <p:cNvSpPr txBox="1">
            <a:spLocks noChangeArrowheads="1"/>
          </p:cNvSpPr>
          <p:nvPr/>
        </p:nvSpPr>
        <p:spPr bwMode="auto">
          <a:xfrm>
            <a:off x="726045" y="4659810"/>
            <a:ext cx="3047008" cy="455875"/>
          </a:xfrm>
          <a:prstGeom prst="rect">
            <a:avLst/>
          </a:prstGeom>
          <a:noFill/>
          <a:ln w="12700">
            <a:noFill/>
            <a:miter lim="800000"/>
            <a:headEnd type="none" w="sm" len="sm"/>
            <a:tailEnd type="none" w="sm" len="sm"/>
          </a:ln>
        </p:spPr>
        <p:txBody>
          <a:bodyPr lIns="85707" tIns="42853" rIns="85707" bIns="42853">
            <a:spAutoFit/>
          </a:bodyPr>
          <a:lstStyle/>
          <a:p>
            <a:pPr algn="l">
              <a:spcBef>
                <a:spcPct val="50000"/>
              </a:spcBef>
            </a:pPr>
            <a:r>
              <a:rPr lang="en-US" dirty="0"/>
              <a:t>Evolution to:</a:t>
            </a:r>
          </a:p>
        </p:txBody>
      </p:sp>
      <p:sp>
        <p:nvSpPr>
          <p:cNvPr id="35897" name="Text Box 67"/>
          <p:cNvSpPr txBox="1">
            <a:spLocks noChangeArrowheads="1"/>
          </p:cNvSpPr>
          <p:nvPr/>
        </p:nvSpPr>
        <p:spPr bwMode="auto">
          <a:xfrm>
            <a:off x="717119" y="5089923"/>
            <a:ext cx="7620496" cy="1563870"/>
          </a:xfrm>
          <a:prstGeom prst="rect">
            <a:avLst/>
          </a:prstGeom>
          <a:noFill/>
          <a:ln w="12700">
            <a:noFill/>
            <a:miter lim="800000"/>
            <a:headEnd type="none" w="sm" len="sm"/>
            <a:tailEnd type="none" w="sm" len="sm"/>
          </a:ln>
        </p:spPr>
        <p:txBody>
          <a:bodyPr lIns="85707" tIns="42853" rIns="85707" bIns="42853">
            <a:spAutoFit/>
          </a:bodyPr>
          <a:lstStyle/>
          <a:p>
            <a:pPr>
              <a:spcBef>
                <a:spcPct val="50000"/>
              </a:spcBef>
            </a:pPr>
            <a:r>
              <a:rPr lang="en-US" b="1" i="1" dirty="0"/>
              <a:t>A Management driven, scientific methodology for product and process improvement which creates breakthroughs in financial performance and Customer satisfaction</a:t>
            </a:r>
          </a:p>
        </p:txBody>
      </p:sp>
      <p:sp>
        <p:nvSpPr>
          <p:cNvPr id="66" name="Tijdelijke aanduiding voor dianummer 65"/>
          <p:cNvSpPr>
            <a:spLocks noGrp="1"/>
          </p:cNvSpPr>
          <p:nvPr>
            <p:ph type="sldNum" sz="quarter" idx="12"/>
          </p:nvPr>
        </p:nvSpPr>
        <p:spPr/>
        <p:txBody>
          <a:bodyPr/>
          <a:lstStyle/>
          <a:p>
            <a:pPr>
              <a:defRPr/>
            </a:pPr>
            <a:fld id="{3BAE3F46-7F34-4D55-854B-55B1578BB741}" type="slidenum">
              <a:rPr lang="en-US" smtClean="0"/>
              <a:pPr>
                <a:defRPr/>
              </a:pPr>
              <a:t>36</a:t>
            </a:fld>
            <a:endParaRPr lang="en-US"/>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218" name="Object 4"/>
          <p:cNvGraphicFramePr>
            <a:graphicFrameLocks noChangeAspect="1"/>
          </p:cNvGraphicFramePr>
          <p:nvPr/>
        </p:nvGraphicFramePr>
        <p:xfrm>
          <a:off x="674688" y="1452563"/>
          <a:ext cx="2887662" cy="2009775"/>
        </p:xfrm>
        <a:graphic>
          <a:graphicData uri="http://schemas.openxmlformats.org/presentationml/2006/ole">
            <mc:AlternateContent xmlns:mc="http://schemas.openxmlformats.org/markup-compatibility/2006">
              <mc:Choice xmlns:v="urn:schemas-microsoft-com:vml" Requires="v">
                <p:oleObj name="Picture" r:id="rId4" imgW="2887218" imgH="2009394" progId="Word.Picture.8">
                  <p:embed/>
                </p:oleObj>
              </mc:Choice>
              <mc:Fallback>
                <p:oleObj name="Picture" r:id="rId4" imgW="2887218" imgH="2009394" progId="Word.Picture.8">
                  <p:embed/>
                  <p:pic>
                    <p:nvPicPr>
                      <p:cNvPr id="9218"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4688" y="1452563"/>
                        <a:ext cx="2887662" cy="2009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 name="Group 115"/>
          <p:cNvGrpSpPr>
            <a:grpSpLocks/>
          </p:cNvGrpSpPr>
          <p:nvPr/>
        </p:nvGrpSpPr>
        <p:grpSpPr bwMode="auto">
          <a:xfrm>
            <a:off x="5310188" y="1452563"/>
            <a:ext cx="2774950" cy="2128837"/>
            <a:chOff x="5248049" y="1944012"/>
            <a:chExt cx="2774889" cy="2128615"/>
          </a:xfrm>
        </p:grpSpPr>
        <p:sp>
          <p:nvSpPr>
            <p:cNvPr id="9237" name="Line 13"/>
            <p:cNvSpPr>
              <a:spLocks noChangeShapeType="1"/>
            </p:cNvSpPr>
            <p:nvPr/>
          </p:nvSpPr>
          <p:spPr bwMode="auto">
            <a:xfrm flipV="1">
              <a:off x="5401582" y="2378765"/>
              <a:ext cx="2593975" cy="1693862"/>
            </a:xfrm>
            <a:prstGeom prst="line">
              <a:avLst/>
            </a:prstGeom>
            <a:noFill/>
            <a:ln w="12700">
              <a:solidFill>
                <a:srgbClr val="800000"/>
              </a:solidFill>
              <a:round/>
              <a:headEnd/>
              <a:tailEnd/>
            </a:ln>
          </p:spPr>
          <p:txBody>
            <a:bodyPr/>
            <a:lstStyle/>
            <a:p>
              <a:endParaRPr lang="nl-BE"/>
            </a:p>
          </p:txBody>
        </p:sp>
        <p:sp>
          <p:nvSpPr>
            <p:cNvPr id="9238" name="Freeform 14"/>
            <p:cNvSpPr>
              <a:spLocks/>
            </p:cNvSpPr>
            <p:nvPr/>
          </p:nvSpPr>
          <p:spPr bwMode="auto">
            <a:xfrm>
              <a:off x="5542870" y="3037577"/>
              <a:ext cx="792162" cy="911225"/>
            </a:xfrm>
            <a:custGeom>
              <a:avLst/>
              <a:gdLst>
                <a:gd name="T0" fmla="*/ 0 w 998"/>
                <a:gd name="T1" fmla="*/ 2147483647 h 1146"/>
                <a:gd name="T2" fmla="*/ 2147483647 w 998"/>
                <a:gd name="T3" fmla="*/ 2147483647 h 1146"/>
                <a:gd name="T4" fmla="*/ 2147483647 w 998"/>
                <a:gd name="T5" fmla="*/ 2147483647 h 1146"/>
                <a:gd name="T6" fmla="*/ 2147483647 w 998"/>
                <a:gd name="T7" fmla="*/ 2147483647 h 1146"/>
                <a:gd name="T8" fmla="*/ 2147483647 w 998"/>
                <a:gd name="T9" fmla="*/ 2147483647 h 1146"/>
                <a:gd name="T10" fmla="*/ 2147483647 w 998"/>
                <a:gd name="T11" fmla="*/ 2147483647 h 1146"/>
                <a:gd name="T12" fmla="*/ 2147483647 w 998"/>
                <a:gd name="T13" fmla="*/ 2147483647 h 1146"/>
                <a:gd name="T14" fmla="*/ 2147483647 w 998"/>
                <a:gd name="T15" fmla="*/ 2147483647 h 1146"/>
                <a:gd name="T16" fmla="*/ 2147483647 w 998"/>
                <a:gd name="T17" fmla="*/ 2147483647 h 1146"/>
                <a:gd name="T18" fmla="*/ 2147483647 w 998"/>
                <a:gd name="T19" fmla="*/ 2147483647 h 1146"/>
                <a:gd name="T20" fmla="*/ 2147483647 w 998"/>
                <a:gd name="T21" fmla="*/ 2147483647 h 1146"/>
                <a:gd name="T22" fmla="*/ 2147483647 w 998"/>
                <a:gd name="T23" fmla="*/ 2147483647 h 1146"/>
                <a:gd name="T24" fmla="*/ 2147483647 w 998"/>
                <a:gd name="T25" fmla="*/ 2147483647 h 1146"/>
                <a:gd name="T26" fmla="*/ 2147483647 w 998"/>
                <a:gd name="T27" fmla="*/ 2147483647 h 1146"/>
                <a:gd name="T28" fmla="*/ 2147483647 w 998"/>
                <a:gd name="T29" fmla="*/ 2147483647 h 1146"/>
                <a:gd name="T30" fmla="*/ 2147483647 w 998"/>
                <a:gd name="T31" fmla="*/ 2147483647 h 1146"/>
                <a:gd name="T32" fmla="*/ 2147483647 w 998"/>
                <a:gd name="T33" fmla="*/ 2147483647 h 1146"/>
                <a:gd name="T34" fmla="*/ 2147483647 w 998"/>
                <a:gd name="T35" fmla="*/ 0 h 1146"/>
                <a:gd name="T36" fmla="*/ 2147483647 w 998"/>
                <a:gd name="T37" fmla="*/ 0 h 1146"/>
                <a:gd name="T38" fmla="*/ 2147483647 w 998"/>
                <a:gd name="T39" fmla="*/ 2147483647 h 1146"/>
                <a:gd name="T40" fmla="*/ 2147483647 w 998"/>
                <a:gd name="T41" fmla="*/ 2147483647 h 1146"/>
                <a:gd name="T42" fmla="*/ 2147483647 w 998"/>
                <a:gd name="T43" fmla="*/ 2147483647 h 1146"/>
                <a:gd name="T44" fmla="*/ 2147483647 w 998"/>
                <a:gd name="T45" fmla="*/ 2147483647 h 1146"/>
                <a:gd name="T46" fmla="*/ 2147483647 w 998"/>
                <a:gd name="T47" fmla="*/ 2147483647 h 1146"/>
                <a:gd name="T48" fmla="*/ 2147483647 w 998"/>
                <a:gd name="T49" fmla="*/ 2147483647 h 1146"/>
                <a:gd name="T50" fmla="*/ 2147483647 w 998"/>
                <a:gd name="T51" fmla="*/ 2147483647 h 1146"/>
                <a:gd name="T52" fmla="*/ 2147483647 w 998"/>
                <a:gd name="T53" fmla="*/ 2147483647 h 1146"/>
                <a:gd name="T54" fmla="*/ 2147483647 w 998"/>
                <a:gd name="T55" fmla="*/ 2147483647 h 1146"/>
                <a:gd name="T56" fmla="*/ 2147483647 w 998"/>
                <a:gd name="T57" fmla="*/ 2147483647 h 1146"/>
                <a:gd name="T58" fmla="*/ 2147483647 w 998"/>
                <a:gd name="T59" fmla="*/ 2147483647 h 1146"/>
                <a:gd name="T60" fmla="*/ 2147483647 w 998"/>
                <a:gd name="T61" fmla="*/ 2147483647 h 1146"/>
                <a:gd name="T62" fmla="*/ 2147483647 w 998"/>
                <a:gd name="T63" fmla="*/ 2147483647 h 1146"/>
                <a:gd name="T64" fmla="*/ 2147483647 w 998"/>
                <a:gd name="T65" fmla="*/ 2147483647 h 1146"/>
                <a:gd name="T66" fmla="*/ 2147483647 w 998"/>
                <a:gd name="T67" fmla="*/ 2147483647 h 1146"/>
                <a:gd name="T68" fmla="*/ 2147483647 w 998"/>
                <a:gd name="T69" fmla="*/ 2147483647 h 1146"/>
                <a:gd name="T70" fmla="*/ 2147483647 w 998"/>
                <a:gd name="T71" fmla="*/ 2147483647 h 1146"/>
                <a:gd name="T72" fmla="*/ 2147483647 w 998"/>
                <a:gd name="T73" fmla="*/ 2147483647 h 1146"/>
                <a:gd name="T74" fmla="*/ 2147483647 w 998"/>
                <a:gd name="T75" fmla="*/ 2147483647 h 1146"/>
                <a:gd name="T76" fmla="*/ 2147483647 w 998"/>
                <a:gd name="T77" fmla="*/ 2147483647 h 1146"/>
                <a:gd name="T78" fmla="*/ 2147483647 w 998"/>
                <a:gd name="T79" fmla="*/ 2147483647 h 1146"/>
                <a:gd name="T80" fmla="*/ 0 w 998"/>
                <a:gd name="T81" fmla="*/ 2147483647 h 114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998"/>
                <a:gd name="T124" fmla="*/ 0 h 1146"/>
                <a:gd name="T125" fmla="*/ 998 w 998"/>
                <a:gd name="T126" fmla="*/ 1146 h 114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998" h="1146">
                  <a:moveTo>
                    <a:pt x="0" y="547"/>
                  </a:moveTo>
                  <a:lnTo>
                    <a:pt x="7" y="556"/>
                  </a:lnTo>
                  <a:lnTo>
                    <a:pt x="23" y="556"/>
                  </a:lnTo>
                  <a:lnTo>
                    <a:pt x="86" y="547"/>
                  </a:lnTo>
                  <a:lnTo>
                    <a:pt x="119" y="539"/>
                  </a:lnTo>
                  <a:lnTo>
                    <a:pt x="157" y="522"/>
                  </a:lnTo>
                  <a:lnTo>
                    <a:pt x="195" y="480"/>
                  </a:lnTo>
                  <a:lnTo>
                    <a:pt x="220" y="437"/>
                  </a:lnTo>
                  <a:lnTo>
                    <a:pt x="243" y="403"/>
                  </a:lnTo>
                  <a:lnTo>
                    <a:pt x="266" y="345"/>
                  </a:lnTo>
                  <a:lnTo>
                    <a:pt x="291" y="286"/>
                  </a:lnTo>
                  <a:lnTo>
                    <a:pt x="299" y="243"/>
                  </a:lnTo>
                  <a:lnTo>
                    <a:pt x="307" y="211"/>
                  </a:lnTo>
                  <a:lnTo>
                    <a:pt x="353" y="117"/>
                  </a:lnTo>
                  <a:lnTo>
                    <a:pt x="362" y="92"/>
                  </a:lnTo>
                  <a:lnTo>
                    <a:pt x="378" y="67"/>
                  </a:lnTo>
                  <a:lnTo>
                    <a:pt x="401" y="24"/>
                  </a:lnTo>
                  <a:lnTo>
                    <a:pt x="439" y="0"/>
                  </a:lnTo>
                  <a:lnTo>
                    <a:pt x="487" y="0"/>
                  </a:lnTo>
                  <a:lnTo>
                    <a:pt x="558" y="49"/>
                  </a:lnTo>
                  <a:lnTo>
                    <a:pt x="566" y="67"/>
                  </a:lnTo>
                  <a:lnTo>
                    <a:pt x="574" y="92"/>
                  </a:lnTo>
                  <a:lnTo>
                    <a:pt x="581" y="126"/>
                  </a:lnTo>
                  <a:lnTo>
                    <a:pt x="597" y="168"/>
                  </a:lnTo>
                  <a:lnTo>
                    <a:pt x="622" y="236"/>
                  </a:lnTo>
                  <a:lnTo>
                    <a:pt x="645" y="311"/>
                  </a:lnTo>
                  <a:lnTo>
                    <a:pt x="660" y="380"/>
                  </a:lnTo>
                  <a:lnTo>
                    <a:pt x="691" y="455"/>
                  </a:lnTo>
                  <a:lnTo>
                    <a:pt x="708" y="530"/>
                  </a:lnTo>
                  <a:lnTo>
                    <a:pt x="731" y="624"/>
                  </a:lnTo>
                  <a:lnTo>
                    <a:pt x="762" y="716"/>
                  </a:lnTo>
                  <a:lnTo>
                    <a:pt x="802" y="808"/>
                  </a:lnTo>
                  <a:lnTo>
                    <a:pt x="825" y="893"/>
                  </a:lnTo>
                  <a:lnTo>
                    <a:pt x="863" y="977"/>
                  </a:lnTo>
                  <a:lnTo>
                    <a:pt x="881" y="1012"/>
                  </a:lnTo>
                  <a:lnTo>
                    <a:pt x="911" y="1052"/>
                  </a:lnTo>
                  <a:lnTo>
                    <a:pt x="934" y="1071"/>
                  </a:lnTo>
                  <a:lnTo>
                    <a:pt x="957" y="1094"/>
                  </a:lnTo>
                  <a:lnTo>
                    <a:pt x="975" y="1121"/>
                  </a:lnTo>
                  <a:lnTo>
                    <a:pt x="998" y="1146"/>
                  </a:lnTo>
                  <a:lnTo>
                    <a:pt x="0" y="547"/>
                  </a:lnTo>
                  <a:close/>
                </a:path>
              </a:pathLst>
            </a:custGeom>
            <a:solidFill>
              <a:srgbClr val="FFFFFF"/>
            </a:solidFill>
            <a:ln w="9525">
              <a:solidFill>
                <a:srgbClr val="0000FF"/>
              </a:solidFill>
              <a:prstDash val="solid"/>
              <a:round/>
              <a:headEnd/>
              <a:tailEnd/>
            </a:ln>
          </p:spPr>
          <p:txBody>
            <a:bodyPr/>
            <a:lstStyle/>
            <a:p>
              <a:endParaRPr lang="nl-BE"/>
            </a:p>
          </p:txBody>
        </p:sp>
        <p:sp>
          <p:nvSpPr>
            <p:cNvPr id="9239" name="Line 17"/>
            <p:cNvSpPr>
              <a:spLocks noChangeShapeType="1"/>
            </p:cNvSpPr>
            <p:nvPr/>
          </p:nvSpPr>
          <p:spPr bwMode="auto">
            <a:xfrm>
              <a:off x="5936570" y="3037577"/>
              <a:ext cx="1587" cy="695325"/>
            </a:xfrm>
            <a:prstGeom prst="line">
              <a:avLst/>
            </a:prstGeom>
            <a:noFill/>
            <a:ln w="12700">
              <a:solidFill>
                <a:srgbClr val="0000FF"/>
              </a:solidFill>
              <a:round/>
              <a:headEnd/>
              <a:tailEnd/>
            </a:ln>
          </p:spPr>
          <p:txBody>
            <a:bodyPr/>
            <a:lstStyle/>
            <a:p>
              <a:endParaRPr lang="nl-BE"/>
            </a:p>
          </p:txBody>
        </p:sp>
        <p:sp>
          <p:nvSpPr>
            <p:cNvPr id="9240" name="Freeform 21"/>
            <p:cNvSpPr>
              <a:spLocks/>
            </p:cNvSpPr>
            <p:nvPr/>
          </p:nvSpPr>
          <p:spPr bwMode="auto">
            <a:xfrm rot="-841079">
              <a:off x="6081609" y="2297623"/>
              <a:ext cx="355669" cy="1190570"/>
            </a:xfrm>
            <a:custGeom>
              <a:avLst/>
              <a:gdLst>
                <a:gd name="T0" fmla="*/ 0 w 1004"/>
                <a:gd name="T1" fmla="*/ 2147483647 h 1147"/>
                <a:gd name="T2" fmla="*/ 2147483647 w 1004"/>
                <a:gd name="T3" fmla="*/ 2147483647 h 1147"/>
                <a:gd name="T4" fmla="*/ 2147483647 w 1004"/>
                <a:gd name="T5" fmla="*/ 2147483647 h 1147"/>
                <a:gd name="T6" fmla="*/ 2147483647 w 1004"/>
                <a:gd name="T7" fmla="*/ 2147483647 h 1147"/>
                <a:gd name="T8" fmla="*/ 2147483647 w 1004"/>
                <a:gd name="T9" fmla="*/ 2147483647 h 1147"/>
                <a:gd name="T10" fmla="*/ 2147483647 w 1004"/>
                <a:gd name="T11" fmla="*/ 2147483647 h 1147"/>
                <a:gd name="T12" fmla="*/ 2147483647 w 1004"/>
                <a:gd name="T13" fmla="*/ 2147483647 h 1147"/>
                <a:gd name="T14" fmla="*/ 2147483647 w 1004"/>
                <a:gd name="T15" fmla="*/ 2147483647 h 1147"/>
                <a:gd name="T16" fmla="*/ 2147483647 w 1004"/>
                <a:gd name="T17" fmla="*/ 2147483647 h 1147"/>
                <a:gd name="T18" fmla="*/ 2147483647 w 1004"/>
                <a:gd name="T19" fmla="*/ 2147483647 h 1147"/>
                <a:gd name="T20" fmla="*/ 2147483647 w 1004"/>
                <a:gd name="T21" fmla="*/ 2147483647 h 1147"/>
                <a:gd name="T22" fmla="*/ 2147483647 w 1004"/>
                <a:gd name="T23" fmla="*/ 2147483647 h 1147"/>
                <a:gd name="T24" fmla="*/ 2147483647 w 1004"/>
                <a:gd name="T25" fmla="*/ 2147483647 h 1147"/>
                <a:gd name="T26" fmla="*/ 2147483647 w 1004"/>
                <a:gd name="T27" fmla="*/ 2147483647 h 1147"/>
                <a:gd name="T28" fmla="*/ 2147483647 w 1004"/>
                <a:gd name="T29" fmla="*/ 2147483647 h 1147"/>
                <a:gd name="T30" fmla="*/ 2147483647 w 1004"/>
                <a:gd name="T31" fmla="*/ 2147483647 h 1147"/>
                <a:gd name="T32" fmla="*/ 2147483647 w 1004"/>
                <a:gd name="T33" fmla="*/ 2147483647 h 1147"/>
                <a:gd name="T34" fmla="*/ 2147483647 w 1004"/>
                <a:gd name="T35" fmla="*/ 0 h 1147"/>
                <a:gd name="T36" fmla="*/ 2147483647 w 1004"/>
                <a:gd name="T37" fmla="*/ 0 h 1147"/>
                <a:gd name="T38" fmla="*/ 2147483647 w 1004"/>
                <a:gd name="T39" fmla="*/ 2147483647 h 1147"/>
                <a:gd name="T40" fmla="*/ 2147483647 w 1004"/>
                <a:gd name="T41" fmla="*/ 2147483647 h 1147"/>
                <a:gd name="T42" fmla="*/ 2147483647 w 1004"/>
                <a:gd name="T43" fmla="*/ 2147483647 h 1147"/>
                <a:gd name="T44" fmla="*/ 2147483647 w 1004"/>
                <a:gd name="T45" fmla="*/ 2147483647 h 1147"/>
                <a:gd name="T46" fmla="*/ 2147483647 w 1004"/>
                <a:gd name="T47" fmla="*/ 2147483647 h 1147"/>
                <a:gd name="T48" fmla="*/ 2147483647 w 1004"/>
                <a:gd name="T49" fmla="*/ 2147483647 h 1147"/>
                <a:gd name="T50" fmla="*/ 2147483647 w 1004"/>
                <a:gd name="T51" fmla="*/ 2147483647 h 1147"/>
                <a:gd name="T52" fmla="*/ 2147483647 w 1004"/>
                <a:gd name="T53" fmla="*/ 2147483647 h 1147"/>
                <a:gd name="T54" fmla="*/ 2147483647 w 1004"/>
                <a:gd name="T55" fmla="*/ 2147483647 h 1147"/>
                <a:gd name="T56" fmla="*/ 2147483647 w 1004"/>
                <a:gd name="T57" fmla="*/ 2147483647 h 1147"/>
                <a:gd name="T58" fmla="*/ 2147483647 w 1004"/>
                <a:gd name="T59" fmla="*/ 2147483647 h 1147"/>
                <a:gd name="T60" fmla="*/ 2147483647 w 1004"/>
                <a:gd name="T61" fmla="*/ 2147483647 h 1147"/>
                <a:gd name="T62" fmla="*/ 2147483647 w 1004"/>
                <a:gd name="T63" fmla="*/ 2147483647 h 1147"/>
                <a:gd name="T64" fmla="*/ 2147483647 w 1004"/>
                <a:gd name="T65" fmla="*/ 2147483647 h 1147"/>
                <a:gd name="T66" fmla="*/ 2147483647 w 1004"/>
                <a:gd name="T67" fmla="*/ 2147483647 h 1147"/>
                <a:gd name="T68" fmla="*/ 2147483647 w 1004"/>
                <a:gd name="T69" fmla="*/ 2147483647 h 1147"/>
                <a:gd name="T70" fmla="*/ 2147483647 w 1004"/>
                <a:gd name="T71" fmla="*/ 2147483647 h 1147"/>
                <a:gd name="T72" fmla="*/ 2147483647 w 1004"/>
                <a:gd name="T73" fmla="*/ 2147483647 h 1147"/>
                <a:gd name="T74" fmla="*/ 2147483647 w 1004"/>
                <a:gd name="T75" fmla="*/ 2147483647 h 1147"/>
                <a:gd name="T76" fmla="*/ 2147483647 w 1004"/>
                <a:gd name="T77" fmla="*/ 2147483647 h 1147"/>
                <a:gd name="T78" fmla="*/ 2147483647 w 1004"/>
                <a:gd name="T79" fmla="*/ 2147483647 h 1147"/>
                <a:gd name="T80" fmla="*/ 0 w 1004"/>
                <a:gd name="T81" fmla="*/ 2147483647 h 1147"/>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004"/>
                <a:gd name="T124" fmla="*/ 0 h 1147"/>
                <a:gd name="T125" fmla="*/ 1004 w 1004"/>
                <a:gd name="T126" fmla="*/ 1147 h 1147"/>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004" h="1147">
                  <a:moveTo>
                    <a:pt x="0" y="547"/>
                  </a:moveTo>
                  <a:lnTo>
                    <a:pt x="8" y="557"/>
                  </a:lnTo>
                  <a:lnTo>
                    <a:pt x="31" y="557"/>
                  </a:lnTo>
                  <a:lnTo>
                    <a:pt x="94" y="547"/>
                  </a:lnTo>
                  <a:lnTo>
                    <a:pt x="156" y="522"/>
                  </a:lnTo>
                  <a:lnTo>
                    <a:pt x="181" y="498"/>
                  </a:lnTo>
                  <a:lnTo>
                    <a:pt x="204" y="480"/>
                  </a:lnTo>
                  <a:lnTo>
                    <a:pt x="219" y="438"/>
                  </a:lnTo>
                  <a:lnTo>
                    <a:pt x="242" y="405"/>
                  </a:lnTo>
                  <a:lnTo>
                    <a:pt x="267" y="346"/>
                  </a:lnTo>
                  <a:lnTo>
                    <a:pt x="290" y="288"/>
                  </a:lnTo>
                  <a:lnTo>
                    <a:pt x="298" y="244"/>
                  </a:lnTo>
                  <a:lnTo>
                    <a:pt x="313" y="211"/>
                  </a:lnTo>
                  <a:lnTo>
                    <a:pt x="331" y="161"/>
                  </a:lnTo>
                  <a:lnTo>
                    <a:pt x="361" y="119"/>
                  </a:lnTo>
                  <a:lnTo>
                    <a:pt x="377" y="67"/>
                  </a:lnTo>
                  <a:lnTo>
                    <a:pt x="409" y="25"/>
                  </a:lnTo>
                  <a:lnTo>
                    <a:pt x="448" y="0"/>
                  </a:lnTo>
                  <a:lnTo>
                    <a:pt x="496" y="0"/>
                  </a:lnTo>
                  <a:lnTo>
                    <a:pt x="557" y="52"/>
                  </a:lnTo>
                  <a:lnTo>
                    <a:pt x="565" y="67"/>
                  </a:lnTo>
                  <a:lnTo>
                    <a:pt x="582" y="92"/>
                  </a:lnTo>
                  <a:lnTo>
                    <a:pt x="590" y="127"/>
                  </a:lnTo>
                  <a:lnTo>
                    <a:pt x="605" y="169"/>
                  </a:lnTo>
                  <a:lnTo>
                    <a:pt x="620" y="236"/>
                  </a:lnTo>
                  <a:lnTo>
                    <a:pt x="644" y="311"/>
                  </a:lnTo>
                  <a:lnTo>
                    <a:pt x="668" y="378"/>
                  </a:lnTo>
                  <a:lnTo>
                    <a:pt x="692" y="455"/>
                  </a:lnTo>
                  <a:lnTo>
                    <a:pt x="715" y="532"/>
                  </a:lnTo>
                  <a:lnTo>
                    <a:pt x="738" y="624"/>
                  </a:lnTo>
                  <a:lnTo>
                    <a:pt x="770" y="716"/>
                  </a:lnTo>
                  <a:lnTo>
                    <a:pt x="801" y="811"/>
                  </a:lnTo>
                  <a:lnTo>
                    <a:pt x="832" y="893"/>
                  </a:lnTo>
                  <a:lnTo>
                    <a:pt x="872" y="978"/>
                  </a:lnTo>
                  <a:lnTo>
                    <a:pt x="887" y="1012"/>
                  </a:lnTo>
                  <a:lnTo>
                    <a:pt x="918" y="1054"/>
                  </a:lnTo>
                  <a:lnTo>
                    <a:pt x="935" y="1070"/>
                  </a:lnTo>
                  <a:lnTo>
                    <a:pt x="958" y="1097"/>
                  </a:lnTo>
                  <a:lnTo>
                    <a:pt x="981" y="1122"/>
                  </a:lnTo>
                  <a:lnTo>
                    <a:pt x="1004" y="1147"/>
                  </a:lnTo>
                  <a:lnTo>
                    <a:pt x="0" y="547"/>
                  </a:lnTo>
                  <a:close/>
                </a:path>
              </a:pathLst>
            </a:custGeom>
            <a:solidFill>
              <a:srgbClr val="FFFFFF"/>
            </a:solidFill>
            <a:ln w="9525">
              <a:solidFill>
                <a:srgbClr val="0000FF"/>
              </a:solidFill>
              <a:prstDash val="solid"/>
              <a:round/>
              <a:headEnd/>
              <a:tailEnd/>
            </a:ln>
          </p:spPr>
          <p:txBody>
            <a:bodyPr/>
            <a:lstStyle/>
            <a:p>
              <a:endParaRPr lang="nl-BE"/>
            </a:p>
          </p:txBody>
        </p:sp>
        <p:sp>
          <p:nvSpPr>
            <p:cNvPr id="9241" name="Freeform 25"/>
            <p:cNvSpPr>
              <a:spLocks/>
            </p:cNvSpPr>
            <p:nvPr/>
          </p:nvSpPr>
          <p:spPr bwMode="auto">
            <a:xfrm rot="1108923">
              <a:off x="6686761" y="2973289"/>
              <a:ext cx="1336177" cy="450077"/>
            </a:xfrm>
            <a:custGeom>
              <a:avLst/>
              <a:gdLst>
                <a:gd name="T0" fmla="*/ 0 w 999"/>
                <a:gd name="T1" fmla="*/ 2147483647 h 1147"/>
                <a:gd name="T2" fmla="*/ 2147483647 w 999"/>
                <a:gd name="T3" fmla="*/ 2147483647 h 1147"/>
                <a:gd name="T4" fmla="*/ 2147483647 w 999"/>
                <a:gd name="T5" fmla="*/ 2147483647 h 1147"/>
                <a:gd name="T6" fmla="*/ 2147483647 w 999"/>
                <a:gd name="T7" fmla="*/ 2147483647 h 1147"/>
                <a:gd name="T8" fmla="*/ 2147483647 w 999"/>
                <a:gd name="T9" fmla="*/ 2147483647 h 1147"/>
                <a:gd name="T10" fmla="*/ 2147483647 w 999"/>
                <a:gd name="T11" fmla="*/ 2147483647 h 1147"/>
                <a:gd name="T12" fmla="*/ 2147483647 w 999"/>
                <a:gd name="T13" fmla="*/ 2147483647 h 1147"/>
                <a:gd name="T14" fmla="*/ 2147483647 w 999"/>
                <a:gd name="T15" fmla="*/ 2147483647 h 1147"/>
                <a:gd name="T16" fmla="*/ 2147483647 w 999"/>
                <a:gd name="T17" fmla="*/ 2147483647 h 1147"/>
                <a:gd name="T18" fmla="*/ 2147483647 w 999"/>
                <a:gd name="T19" fmla="*/ 2147483647 h 1147"/>
                <a:gd name="T20" fmla="*/ 2147483647 w 999"/>
                <a:gd name="T21" fmla="*/ 2147483647 h 1147"/>
                <a:gd name="T22" fmla="*/ 2147483647 w 999"/>
                <a:gd name="T23" fmla="*/ 2147483647 h 1147"/>
                <a:gd name="T24" fmla="*/ 2147483647 w 999"/>
                <a:gd name="T25" fmla="*/ 2147483647 h 1147"/>
                <a:gd name="T26" fmla="*/ 2147483647 w 999"/>
                <a:gd name="T27" fmla="*/ 2147483647 h 1147"/>
                <a:gd name="T28" fmla="*/ 2147483647 w 999"/>
                <a:gd name="T29" fmla="*/ 2147483647 h 1147"/>
                <a:gd name="T30" fmla="*/ 2147483647 w 999"/>
                <a:gd name="T31" fmla="*/ 2147483647 h 1147"/>
                <a:gd name="T32" fmla="*/ 2147483647 w 999"/>
                <a:gd name="T33" fmla="*/ 2147483647 h 1147"/>
                <a:gd name="T34" fmla="*/ 2147483647 w 999"/>
                <a:gd name="T35" fmla="*/ 2147483647 h 1147"/>
                <a:gd name="T36" fmla="*/ 2147483647 w 999"/>
                <a:gd name="T37" fmla="*/ 0 h 1147"/>
                <a:gd name="T38" fmla="*/ 2147483647 w 999"/>
                <a:gd name="T39" fmla="*/ 0 h 1147"/>
                <a:gd name="T40" fmla="*/ 2147483647 w 999"/>
                <a:gd name="T41" fmla="*/ 2147483647 h 1147"/>
                <a:gd name="T42" fmla="*/ 2147483647 w 999"/>
                <a:gd name="T43" fmla="*/ 2147483647 h 1147"/>
                <a:gd name="T44" fmla="*/ 2147483647 w 999"/>
                <a:gd name="T45" fmla="*/ 2147483647 h 1147"/>
                <a:gd name="T46" fmla="*/ 2147483647 w 999"/>
                <a:gd name="T47" fmla="*/ 2147483647 h 1147"/>
                <a:gd name="T48" fmla="*/ 2147483647 w 999"/>
                <a:gd name="T49" fmla="*/ 2147483647 h 1147"/>
                <a:gd name="T50" fmla="*/ 2147483647 w 999"/>
                <a:gd name="T51" fmla="*/ 2147483647 h 1147"/>
                <a:gd name="T52" fmla="*/ 2147483647 w 999"/>
                <a:gd name="T53" fmla="*/ 2147483647 h 1147"/>
                <a:gd name="T54" fmla="*/ 2147483647 w 999"/>
                <a:gd name="T55" fmla="*/ 2147483647 h 1147"/>
                <a:gd name="T56" fmla="*/ 2147483647 w 999"/>
                <a:gd name="T57" fmla="*/ 2147483647 h 1147"/>
                <a:gd name="T58" fmla="*/ 2147483647 w 999"/>
                <a:gd name="T59" fmla="*/ 2147483647 h 1147"/>
                <a:gd name="T60" fmla="*/ 2147483647 w 999"/>
                <a:gd name="T61" fmla="*/ 2147483647 h 1147"/>
                <a:gd name="T62" fmla="*/ 2147483647 w 999"/>
                <a:gd name="T63" fmla="*/ 2147483647 h 1147"/>
                <a:gd name="T64" fmla="*/ 2147483647 w 999"/>
                <a:gd name="T65" fmla="*/ 2147483647 h 1147"/>
                <a:gd name="T66" fmla="*/ 2147483647 w 999"/>
                <a:gd name="T67" fmla="*/ 2147483647 h 1147"/>
                <a:gd name="T68" fmla="*/ 2147483647 w 999"/>
                <a:gd name="T69" fmla="*/ 2147483647 h 1147"/>
                <a:gd name="T70" fmla="*/ 2147483647 w 999"/>
                <a:gd name="T71" fmla="*/ 2147483647 h 1147"/>
                <a:gd name="T72" fmla="*/ 2147483647 w 999"/>
                <a:gd name="T73" fmla="*/ 2147483647 h 1147"/>
                <a:gd name="T74" fmla="*/ 2147483647 w 999"/>
                <a:gd name="T75" fmla="*/ 2147483647 h 1147"/>
                <a:gd name="T76" fmla="*/ 2147483647 w 999"/>
                <a:gd name="T77" fmla="*/ 2147483647 h 1147"/>
                <a:gd name="T78" fmla="*/ 2147483647 w 999"/>
                <a:gd name="T79" fmla="*/ 2147483647 h 1147"/>
                <a:gd name="T80" fmla="*/ 2147483647 w 999"/>
                <a:gd name="T81" fmla="*/ 2147483647 h 1147"/>
                <a:gd name="T82" fmla="*/ 2147483647 w 999"/>
                <a:gd name="T83" fmla="*/ 2147483647 h 1147"/>
                <a:gd name="T84" fmla="*/ 0 w 999"/>
                <a:gd name="T85" fmla="*/ 2147483647 h 1147"/>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999"/>
                <a:gd name="T130" fmla="*/ 0 h 1147"/>
                <a:gd name="T131" fmla="*/ 999 w 999"/>
                <a:gd name="T132" fmla="*/ 1147 h 1147"/>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999" h="1147">
                  <a:moveTo>
                    <a:pt x="0" y="550"/>
                  </a:moveTo>
                  <a:lnTo>
                    <a:pt x="8" y="557"/>
                  </a:lnTo>
                  <a:lnTo>
                    <a:pt x="25" y="557"/>
                  </a:lnTo>
                  <a:lnTo>
                    <a:pt x="87" y="550"/>
                  </a:lnTo>
                  <a:lnTo>
                    <a:pt x="150" y="523"/>
                  </a:lnTo>
                  <a:lnTo>
                    <a:pt x="173" y="498"/>
                  </a:lnTo>
                  <a:lnTo>
                    <a:pt x="198" y="480"/>
                  </a:lnTo>
                  <a:lnTo>
                    <a:pt x="221" y="440"/>
                  </a:lnTo>
                  <a:lnTo>
                    <a:pt x="244" y="406"/>
                  </a:lnTo>
                  <a:lnTo>
                    <a:pt x="259" y="346"/>
                  </a:lnTo>
                  <a:lnTo>
                    <a:pt x="284" y="286"/>
                  </a:lnTo>
                  <a:lnTo>
                    <a:pt x="290" y="254"/>
                  </a:lnTo>
                  <a:lnTo>
                    <a:pt x="307" y="219"/>
                  </a:lnTo>
                  <a:lnTo>
                    <a:pt x="330" y="169"/>
                  </a:lnTo>
                  <a:lnTo>
                    <a:pt x="354" y="117"/>
                  </a:lnTo>
                  <a:lnTo>
                    <a:pt x="363" y="94"/>
                  </a:lnTo>
                  <a:lnTo>
                    <a:pt x="378" y="77"/>
                  </a:lnTo>
                  <a:lnTo>
                    <a:pt x="402" y="27"/>
                  </a:lnTo>
                  <a:lnTo>
                    <a:pt x="440" y="0"/>
                  </a:lnTo>
                  <a:lnTo>
                    <a:pt x="488" y="0"/>
                  </a:lnTo>
                  <a:lnTo>
                    <a:pt x="519" y="18"/>
                  </a:lnTo>
                  <a:lnTo>
                    <a:pt x="551" y="50"/>
                  </a:lnTo>
                  <a:lnTo>
                    <a:pt x="567" y="68"/>
                  </a:lnTo>
                  <a:lnTo>
                    <a:pt x="574" y="94"/>
                  </a:lnTo>
                  <a:lnTo>
                    <a:pt x="582" y="127"/>
                  </a:lnTo>
                  <a:lnTo>
                    <a:pt x="597" y="169"/>
                  </a:lnTo>
                  <a:lnTo>
                    <a:pt x="622" y="237"/>
                  </a:lnTo>
                  <a:lnTo>
                    <a:pt x="645" y="313"/>
                  </a:lnTo>
                  <a:lnTo>
                    <a:pt x="661" y="381"/>
                  </a:lnTo>
                  <a:lnTo>
                    <a:pt x="684" y="455"/>
                  </a:lnTo>
                  <a:lnTo>
                    <a:pt x="709" y="540"/>
                  </a:lnTo>
                  <a:lnTo>
                    <a:pt x="732" y="624"/>
                  </a:lnTo>
                  <a:lnTo>
                    <a:pt x="762" y="717"/>
                  </a:lnTo>
                  <a:lnTo>
                    <a:pt x="803" y="818"/>
                  </a:lnTo>
                  <a:lnTo>
                    <a:pt x="826" y="895"/>
                  </a:lnTo>
                  <a:lnTo>
                    <a:pt x="864" y="978"/>
                  </a:lnTo>
                  <a:lnTo>
                    <a:pt x="881" y="1012"/>
                  </a:lnTo>
                  <a:lnTo>
                    <a:pt x="912" y="1055"/>
                  </a:lnTo>
                  <a:lnTo>
                    <a:pt x="928" y="1080"/>
                  </a:lnTo>
                  <a:lnTo>
                    <a:pt x="952" y="1105"/>
                  </a:lnTo>
                  <a:lnTo>
                    <a:pt x="976" y="1122"/>
                  </a:lnTo>
                  <a:lnTo>
                    <a:pt x="999" y="1147"/>
                  </a:lnTo>
                  <a:lnTo>
                    <a:pt x="0" y="550"/>
                  </a:lnTo>
                  <a:close/>
                </a:path>
              </a:pathLst>
            </a:custGeom>
            <a:solidFill>
              <a:srgbClr val="FFFFFF"/>
            </a:solidFill>
            <a:ln w="9525">
              <a:solidFill>
                <a:srgbClr val="0000FF"/>
              </a:solidFill>
              <a:prstDash val="solid"/>
              <a:round/>
              <a:headEnd/>
              <a:tailEnd/>
            </a:ln>
          </p:spPr>
          <p:txBody>
            <a:bodyPr/>
            <a:lstStyle/>
            <a:p>
              <a:endParaRPr lang="nl-BE"/>
            </a:p>
          </p:txBody>
        </p:sp>
        <p:sp>
          <p:nvSpPr>
            <p:cNvPr id="9242" name="Line 28"/>
            <p:cNvSpPr>
              <a:spLocks noChangeShapeType="1"/>
            </p:cNvSpPr>
            <p:nvPr/>
          </p:nvSpPr>
          <p:spPr bwMode="auto">
            <a:xfrm>
              <a:off x="7390703" y="2963619"/>
              <a:ext cx="1587" cy="395959"/>
            </a:xfrm>
            <a:prstGeom prst="line">
              <a:avLst/>
            </a:prstGeom>
            <a:noFill/>
            <a:ln w="12700">
              <a:solidFill>
                <a:srgbClr val="0000FF"/>
              </a:solidFill>
              <a:round/>
              <a:headEnd/>
              <a:tailEnd/>
            </a:ln>
          </p:spPr>
          <p:txBody>
            <a:bodyPr/>
            <a:lstStyle/>
            <a:p>
              <a:endParaRPr lang="nl-BE"/>
            </a:p>
          </p:txBody>
        </p:sp>
        <p:sp>
          <p:nvSpPr>
            <p:cNvPr id="9243" name="Freeform 149"/>
            <p:cNvSpPr>
              <a:spLocks/>
            </p:cNvSpPr>
            <p:nvPr/>
          </p:nvSpPr>
          <p:spPr bwMode="auto">
            <a:xfrm>
              <a:off x="6890884" y="1952176"/>
              <a:ext cx="793750" cy="909638"/>
            </a:xfrm>
            <a:custGeom>
              <a:avLst/>
              <a:gdLst>
                <a:gd name="T0" fmla="*/ 0 w 998"/>
                <a:gd name="T1" fmla="*/ 2147483647 h 1144"/>
                <a:gd name="T2" fmla="*/ 2147483647 w 998"/>
                <a:gd name="T3" fmla="*/ 2147483647 h 1144"/>
                <a:gd name="T4" fmla="*/ 2147483647 w 998"/>
                <a:gd name="T5" fmla="*/ 2147483647 h 1144"/>
                <a:gd name="T6" fmla="*/ 2147483647 w 998"/>
                <a:gd name="T7" fmla="*/ 2147483647 h 1144"/>
                <a:gd name="T8" fmla="*/ 2147483647 w 998"/>
                <a:gd name="T9" fmla="*/ 2147483647 h 1144"/>
                <a:gd name="T10" fmla="*/ 2147483647 w 998"/>
                <a:gd name="T11" fmla="*/ 2147483647 h 1144"/>
                <a:gd name="T12" fmla="*/ 2147483647 w 998"/>
                <a:gd name="T13" fmla="*/ 2147483647 h 1144"/>
                <a:gd name="T14" fmla="*/ 2147483647 w 998"/>
                <a:gd name="T15" fmla="*/ 2147483647 h 1144"/>
                <a:gd name="T16" fmla="*/ 2147483647 w 998"/>
                <a:gd name="T17" fmla="*/ 2147483647 h 1144"/>
                <a:gd name="T18" fmla="*/ 2147483647 w 998"/>
                <a:gd name="T19" fmla="*/ 2147483647 h 1144"/>
                <a:gd name="T20" fmla="*/ 2147483647 w 998"/>
                <a:gd name="T21" fmla="*/ 2147483647 h 1144"/>
                <a:gd name="T22" fmla="*/ 2147483647 w 998"/>
                <a:gd name="T23" fmla="*/ 2147483647 h 1144"/>
                <a:gd name="T24" fmla="*/ 2147483647 w 998"/>
                <a:gd name="T25" fmla="*/ 2147483647 h 1144"/>
                <a:gd name="T26" fmla="*/ 2147483647 w 998"/>
                <a:gd name="T27" fmla="*/ 2147483647 h 1144"/>
                <a:gd name="T28" fmla="*/ 2147483647 w 998"/>
                <a:gd name="T29" fmla="*/ 2147483647 h 1144"/>
                <a:gd name="T30" fmla="*/ 2147483647 w 998"/>
                <a:gd name="T31" fmla="*/ 2147483647 h 1144"/>
                <a:gd name="T32" fmla="*/ 2147483647 w 998"/>
                <a:gd name="T33" fmla="*/ 2147483647 h 1144"/>
                <a:gd name="T34" fmla="*/ 2147483647 w 998"/>
                <a:gd name="T35" fmla="*/ 2147483647 h 1144"/>
                <a:gd name="T36" fmla="*/ 2147483647 w 998"/>
                <a:gd name="T37" fmla="*/ 0 h 1144"/>
                <a:gd name="T38" fmla="*/ 2147483647 w 998"/>
                <a:gd name="T39" fmla="*/ 0 h 1144"/>
                <a:gd name="T40" fmla="*/ 2147483647 w 998"/>
                <a:gd name="T41" fmla="*/ 2147483647 h 1144"/>
                <a:gd name="T42" fmla="*/ 2147483647 w 998"/>
                <a:gd name="T43" fmla="*/ 2147483647 h 1144"/>
                <a:gd name="T44" fmla="*/ 2147483647 w 998"/>
                <a:gd name="T45" fmla="*/ 2147483647 h 1144"/>
                <a:gd name="T46" fmla="*/ 2147483647 w 998"/>
                <a:gd name="T47" fmla="*/ 2147483647 h 1144"/>
                <a:gd name="T48" fmla="*/ 2147483647 w 998"/>
                <a:gd name="T49" fmla="*/ 2147483647 h 1144"/>
                <a:gd name="T50" fmla="*/ 2147483647 w 998"/>
                <a:gd name="T51" fmla="*/ 2147483647 h 1144"/>
                <a:gd name="T52" fmla="*/ 2147483647 w 998"/>
                <a:gd name="T53" fmla="*/ 2147483647 h 1144"/>
                <a:gd name="T54" fmla="*/ 2147483647 w 998"/>
                <a:gd name="T55" fmla="*/ 2147483647 h 1144"/>
                <a:gd name="T56" fmla="*/ 2147483647 w 998"/>
                <a:gd name="T57" fmla="*/ 2147483647 h 1144"/>
                <a:gd name="T58" fmla="*/ 2147483647 w 998"/>
                <a:gd name="T59" fmla="*/ 2147483647 h 1144"/>
                <a:gd name="T60" fmla="*/ 2147483647 w 998"/>
                <a:gd name="T61" fmla="*/ 2147483647 h 1144"/>
                <a:gd name="T62" fmla="*/ 2147483647 w 998"/>
                <a:gd name="T63" fmla="*/ 2147483647 h 1144"/>
                <a:gd name="T64" fmla="*/ 2147483647 w 998"/>
                <a:gd name="T65" fmla="*/ 2147483647 h 1144"/>
                <a:gd name="T66" fmla="*/ 2147483647 w 998"/>
                <a:gd name="T67" fmla="*/ 2147483647 h 1144"/>
                <a:gd name="T68" fmla="*/ 2147483647 w 998"/>
                <a:gd name="T69" fmla="*/ 2147483647 h 1144"/>
                <a:gd name="T70" fmla="*/ 2147483647 w 998"/>
                <a:gd name="T71" fmla="*/ 2147483647 h 1144"/>
                <a:gd name="T72" fmla="*/ 2147483647 w 998"/>
                <a:gd name="T73" fmla="*/ 2147483647 h 1144"/>
                <a:gd name="T74" fmla="*/ 2147483647 w 998"/>
                <a:gd name="T75" fmla="*/ 2147483647 h 1144"/>
                <a:gd name="T76" fmla="*/ 2147483647 w 998"/>
                <a:gd name="T77" fmla="*/ 2147483647 h 1144"/>
                <a:gd name="T78" fmla="*/ 2147483647 w 998"/>
                <a:gd name="T79" fmla="*/ 2147483647 h 1144"/>
                <a:gd name="T80" fmla="*/ 2147483647 w 998"/>
                <a:gd name="T81" fmla="*/ 2147483647 h 1144"/>
                <a:gd name="T82" fmla="*/ 2147483647 w 998"/>
                <a:gd name="T83" fmla="*/ 2147483647 h 114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998"/>
                <a:gd name="T127" fmla="*/ 0 h 1144"/>
                <a:gd name="T128" fmla="*/ 998 w 998"/>
                <a:gd name="T129" fmla="*/ 1144 h 1144"/>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998" h="1144">
                  <a:moveTo>
                    <a:pt x="0" y="547"/>
                  </a:moveTo>
                  <a:lnTo>
                    <a:pt x="10" y="555"/>
                  </a:lnTo>
                  <a:lnTo>
                    <a:pt x="23" y="555"/>
                  </a:lnTo>
                  <a:lnTo>
                    <a:pt x="86" y="547"/>
                  </a:lnTo>
                  <a:lnTo>
                    <a:pt x="150" y="522"/>
                  </a:lnTo>
                  <a:lnTo>
                    <a:pt x="173" y="497"/>
                  </a:lnTo>
                  <a:lnTo>
                    <a:pt x="196" y="480"/>
                  </a:lnTo>
                  <a:lnTo>
                    <a:pt x="221" y="438"/>
                  </a:lnTo>
                  <a:lnTo>
                    <a:pt x="244" y="403"/>
                  </a:lnTo>
                  <a:lnTo>
                    <a:pt x="259" y="344"/>
                  </a:lnTo>
                  <a:lnTo>
                    <a:pt x="282" y="286"/>
                  </a:lnTo>
                  <a:lnTo>
                    <a:pt x="292" y="251"/>
                  </a:lnTo>
                  <a:lnTo>
                    <a:pt x="307" y="219"/>
                  </a:lnTo>
                  <a:lnTo>
                    <a:pt x="330" y="167"/>
                  </a:lnTo>
                  <a:lnTo>
                    <a:pt x="355" y="117"/>
                  </a:lnTo>
                  <a:lnTo>
                    <a:pt x="363" y="92"/>
                  </a:lnTo>
                  <a:lnTo>
                    <a:pt x="378" y="75"/>
                  </a:lnTo>
                  <a:lnTo>
                    <a:pt x="401" y="25"/>
                  </a:lnTo>
                  <a:lnTo>
                    <a:pt x="441" y="0"/>
                  </a:lnTo>
                  <a:lnTo>
                    <a:pt x="488" y="0"/>
                  </a:lnTo>
                  <a:lnTo>
                    <a:pt x="518" y="17"/>
                  </a:lnTo>
                  <a:lnTo>
                    <a:pt x="551" y="50"/>
                  </a:lnTo>
                  <a:lnTo>
                    <a:pt x="566" y="67"/>
                  </a:lnTo>
                  <a:lnTo>
                    <a:pt x="574" y="92"/>
                  </a:lnTo>
                  <a:lnTo>
                    <a:pt x="582" y="127"/>
                  </a:lnTo>
                  <a:lnTo>
                    <a:pt x="597" y="167"/>
                  </a:lnTo>
                  <a:lnTo>
                    <a:pt x="622" y="236"/>
                  </a:lnTo>
                  <a:lnTo>
                    <a:pt x="645" y="311"/>
                  </a:lnTo>
                  <a:lnTo>
                    <a:pt x="660" y="378"/>
                  </a:lnTo>
                  <a:lnTo>
                    <a:pt x="683" y="453"/>
                  </a:lnTo>
                  <a:lnTo>
                    <a:pt x="708" y="540"/>
                  </a:lnTo>
                  <a:lnTo>
                    <a:pt x="731" y="622"/>
                  </a:lnTo>
                  <a:lnTo>
                    <a:pt x="762" y="716"/>
                  </a:lnTo>
                  <a:lnTo>
                    <a:pt x="802" y="816"/>
                  </a:lnTo>
                  <a:lnTo>
                    <a:pt x="825" y="893"/>
                  </a:lnTo>
                  <a:lnTo>
                    <a:pt x="864" y="977"/>
                  </a:lnTo>
                  <a:lnTo>
                    <a:pt x="881" y="1010"/>
                  </a:lnTo>
                  <a:lnTo>
                    <a:pt x="912" y="1052"/>
                  </a:lnTo>
                  <a:lnTo>
                    <a:pt x="927" y="1077"/>
                  </a:lnTo>
                  <a:lnTo>
                    <a:pt x="950" y="1104"/>
                  </a:lnTo>
                  <a:lnTo>
                    <a:pt x="975" y="1121"/>
                  </a:lnTo>
                  <a:lnTo>
                    <a:pt x="998" y="1144"/>
                  </a:lnTo>
                </a:path>
              </a:pathLst>
            </a:custGeom>
            <a:noFill/>
            <a:ln w="12700">
              <a:solidFill>
                <a:srgbClr val="0000FF"/>
              </a:solidFill>
              <a:prstDash val="solid"/>
              <a:round/>
              <a:headEnd/>
              <a:tailEnd/>
            </a:ln>
          </p:spPr>
          <p:txBody>
            <a:bodyPr/>
            <a:lstStyle/>
            <a:p>
              <a:endParaRPr lang="nl-BE"/>
            </a:p>
          </p:txBody>
        </p:sp>
        <p:sp>
          <p:nvSpPr>
            <p:cNvPr id="9244" name="Line 150"/>
            <p:cNvSpPr>
              <a:spLocks noChangeShapeType="1"/>
            </p:cNvSpPr>
            <p:nvPr/>
          </p:nvSpPr>
          <p:spPr bwMode="auto">
            <a:xfrm>
              <a:off x="7280048" y="1944012"/>
              <a:ext cx="1587" cy="695325"/>
            </a:xfrm>
            <a:prstGeom prst="line">
              <a:avLst/>
            </a:prstGeom>
            <a:noFill/>
            <a:ln w="12700">
              <a:solidFill>
                <a:srgbClr val="0000FF"/>
              </a:solidFill>
              <a:round/>
              <a:headEnd/>
              <a:tailEnd/>
            </a:ln>
          </p:spPr>
          <p:txBody>
            <a:bodyPr/>
            <a:lstStyle/>
            <a:p>
              <a:endParaRPr lang="nl-BE"/>
            </a:p>
          </p:txBody>
        </p:sp>
        <p:sp>
          <p:nvSpPr>
            <p:cNvPr id="9245" name="Line 152"/>
            <p:cNvSpPr>
              <a:spLocks noChangeShapeType="1"/>
            </p:cNvSpPr>
            <p:nvPr/>
          </p:nvSpPr>
          <p:spPr bwMode="auto">
            <a:xfrm>
              <a:off x="6875235" y="2393275"/>
              <a:ext cx="803275" cy="482600"/>
            </a:xfrm>
            <a:prstGeom prst="line">
              <a:avLst/>
            </a:prstGeom>
            <a:noFill/>
            <a:ln w="12700">
              <a:solidFill>
                <a:srgbClr val="0000FF"/>
              </a:solidFill>
              <a:round/>
              <a:headEnd/>
              <a:tailEnd/>
            </a:ln>
          </p:spPr>
          <p:txBody>
            <a:bodyPr/>
            <a:lstStyle/>
            <a:p>
              <a:endParaRPr lang="nl-BE"/>
            </a:p>
          </p:txBody>
        </p:sp>
        <p:sp>
          <p:nvSpPr>
            <p:cNvPr id="9246" name="Text Box 153"/>
            <p:cNvSpPr txBox="1">
              <a:spLocks noChangeArrowheads="1"/>
            </p:cNvSpPr>
            <p:nvPr/>
          </p:nvSpPr>
          <p:spPr bwMode="auto">
            <a:xfrm>
              <a:off x="5248049" y="3167751"/>
              <a:ext cx="360000" cy="215444"/>
            </a:xfrm>
            <a:prstGeom prst="rect">
              <a:avLst/>
            </a:prstGeom>
            <a:noFill/>
            <a:ln w="6350" algn="ctr">
              <a:noFill/>
              <a:miter lim="800000"/>
              <a:headEnd/>
              <a:tailEnd/>
            </a:ln>
          </p:spPr>
          <p:txBody>
            <a:bodyPr lIns="0" tIns="0" rIns="0" bIns="0">
              <a:spAutoFit/>
            </a:bodyPr>
            <a:lstStyle/>
            <a:p>
              <a:pPr algn="ctr" eaLnBrk="0" hangingPunct="0">
                <a:spcBef>
                  <a:spcPct val="50000"/>
                </a:spcBef>
              </a:pPr>
              <a:r>
                <a:rPr lang="en-GB" sz="1400" b="1">
                  <a:solidFill>
                    <a:srgbClr val="040305"/>
                  </a:solidFill>
                </a:rPr>
                <a:t>8h</a:t>
              </a:r>
            </a:p>
          </p:txBody>
        </p:sp>
        <p:sp>
          <p:nvSpPr>
            <p:cNvPr id="9247" name="Text Box 154"/>
            <p:cNvSpPr txBox="1">
              <a:spLocks noChangeArrowheads="1"/>
            </p:cNvSpPr>
            <p:nvPr/>
          </p:nvSpPr>
          <p:spPr bwMode="auto">
            <a:xfrm>
              <a:off x="5534707" y="2618025"/>
              <a:ext cx="360000" cy="215444"/>
            </a:xfrm>
            <a:prstGeom prst="rect">
              <a:avLst/>
            </a:prstGeom>
            <a:noFill/>
            <a:ln w="6350" algn="ctr">
              <a:noFill/>
              <a:miter lim="800000"/>
              <a:headEnd/>
              <a:tailEnd/>
            </a:ln>
          </p:spPr>
          <p:txBody>
            <a:bodyPr lIns="0" tIns="0" rIns="0" bIns="0">
              <a:spAutoFit/>
            </a:bodyPr>
            <a:lstStyle/>
            <a:p>
              <a:pPr algn="ctr" eaLnBrk="0" hangingPunct="0">
                <a:spcBef>
                  <a:spcPct val="50000"/>
                </a:spcBef>
              </a:pPr>
              <a:r>
                <a:rPr lang="en-GB" sz="1400" b="1">
                  <a:solidFill>
                    <a:srgbClr val="040305"/>
                  </a:solidFill>
                </a:rPr>
                <a:t>9h</a:t>
              </a:r>
            </a:p>
          </p:txBody>
        </p:sp>
        <p:sp>
          <p:nvSpPr>
            <p:cNvPr id="9248" name="Text Box 155"/>
            <p:cNvSpPr txBox="1">
              <a:spLocks noChangeArrowheads="1"/>
            </p:cNvSpPr>
            <p:nvPr/>
          </p:nvSpPr>
          <p:spPr bwMode="auto">
            <a:xfrm>
              <a:off x="6601505" y="2817595"/>
              <a:ext cx="360000" cy="215444"/>
            </a:xfrm>
            <a:prstGeom prst="rect">
              <a:avLst/>
            </a:prstGeom>
            <a:noFill/>
            <a:ln w="6350" algn="ctr">
              <a:noFill/>
              <a:miter lim="800000"/>
              <a:headEnd/>
              <a:tailEnd/>
            </a:ln>
          </p:spPr>
          <p:txBody>
            <a:bodyPr lIns="0" tIns="0" rIns="0" bIns="0">
              <a:spAutoFit/>
            </a:bodyPr>
            <a:lstStyle/>
            <a:p>
              <a:pPr algn="ctr" eaLnBrk="0" hangingPunct="0">
                <a:spcBef>
                  <a:spcPct val="50000"/>
                </a:spcBef>
              </a:pPr>
              <a:r>
                <a:rPr lang="en-GB" sz="1400" b="1">
                  <a:solidFill>
                    <a:srgbClr val="040305"/>
                  </a:solidFill>
                </a:rPr>
                <a:t>10h</a:t>
              </a:r>
            </a:p>
          </p:txBody>
        </p:sp>
        <p:sp>
          <p:nvSpPr>
            <p:cNvPr id="9249" name="Text Box 156"/>
            <p:cNvSpPr txBox="1">
              <a:spLocks noChangeArrowheads="1"/>
            </p:cNvSpPr>
            <p:nvPr/>
          </p:nvSpPr>
          <p:spPr bwMode="auto">
            <a:xfrm>
              <a:off x="6608762" y="2077362"/>
              <a:ext cx="360000" cy="215444"/>
            </a:xfrm>
            <a:prstGeom prst="rect">
              <a:avLst/>
            </a:prstGeom>
            <a:noFill/>
            <a:ln w="6350" algn="ctr">
              <a:noFill/>
              <a:miter lim="800000"/>
              <a:headEnd/>
              <a:tailEnd/>
            </a:ln>
          </p:spPr>
          <p:txBody>
            <a:bodyPr lIns="0" tIns="0" rIns="0" bIns="0">
              <a:spAutoFit/>
            </a:bodyPr>
            <a:lstStyle/>
            <a:p>
              <a:pPr algn="ctr" eaLnBrk="0" hangingPunct="0">
                <a:spcBef>
                  <a:spcPct val="50000"/>
                </a:spcBef>
              </a:pPr>
              <a:r>
                <a:rPr lang="en-GB" sz="1400" b="1">
                  <a:solidFill>
                    <a:srgbClr val="040305"/>
                  </a:solidFill>
                </a:rPr>
                <a:t>11h</a:t>
              </a:r>
            </a:p>
          </p:txBody>
        </p:sp>
      </p:grpSp>
      <p:sp>
        <p:nvSpPr>
          <p:cNvPr id="9223" name="TextBox 109"/>
          <p:cNvSpPr txBox="1">
            <a:spLocks noChangeArrowheads="1"/>
          </p:cNvSpPr>
          <p:nvPr/>
        </p:nvSpPr>
        <p:spPr bwMode="auto">
          <a:xfrm>
            <a:off x="879475" y="971550"/>
            <a:ext cx="2478088" cy="307975"/>
          </a:xfrm>
          <a:prstGeom prst="rect">
            <a:avLst/>
          </a:prstGeom>
          <a:noFill/>
          <a:ln w="9525">
            <a:noFill/>
            <a:miter lim="800000"/>
            <a:headEnd/>
            <a:tailEnd/>
          </a:ln>
        </p:spPr>
        <p:txBody>
          <a:bodyPr wrap="none" lIns="0" tIns="0" rIns="0" bIns="0">
            <a:spAutoFit/>
          </a:bodyPr>
          <a:lstStyle/>
          <a:p>
            <a:pPr eaLnBrk="0" hangingPunct="0"/>
            <a:r>
              <a:rPr lang="en-US" sz="2000" b="1"/>
              <a:t>Stable &amp; Predictable</a:t>
            </a:r>
          </a:p>
        </p:txBody>
      </p:sp>
      <p:sp>
        <p:nvSpPr>
          <p:cNvPr id="9224" name="TextBox 111"/>
          <p:cNvSpPr txBox="1">
            <a:spLocks noChangeArrowheads="1"/>
          </p:cNvSpPr>
          <p:nvPr/>
        </p:nvSpPr>
        <p:spPr bwMode="auto">
          <a:xfrm>
            <a:off x="5124450" y="971550"/>
            <a:ext cx="3121025" cy="307975"/>
          </a:xfrm>
          <a:prstGeom prst="rect">
            <a:avLst/>
          </a:prstGeom>
          <a:noFill/>
          <a:ln w="9525">
            <a:noFill/>
            <a:miter lim="800000"/>
            <a:headEnd/>
            <a:tailEnd/>
          </a:ln>
        </p:spPr>
        <p:txBody>
          <a:bodyPr wrap="none" lIns="0" tIns="0" rIns="0" bIns="0">
            <a:spAutoFit/>
          </a:bodyPr>
          <a:lstStyle/>
          <a:p>
            <a:pPr eaLnBrk="0" hangingPunct="0"/>
            <a:r>
              <a:rPr lang="en-US" sz="2000" b="1"/>
              <a:t>Unstable &amp; Unpredictable</a:t>
            </a:r>
          </a:p>
        </p:txBody>
      </p:sp>
      <p:sp>
        <p:nvSpPr>
          <p:cNvPr id="9225" name="Rectangle 6"/>
          <p:cNvSpPr>
            <a:spLocks noGrp="1" noChangeArrowheads="1"/>
          </p:cNvSpPr>
          <p:nvPr>
            <p:ph type="title"/>
            <p:custDataLst>
              <p:tags r:id="rId1"/>
            </p:custDataLst>
          </p:nvPr>
        </p:nvSpPr>
        <p:spPr bwMode="gray">
          <a:xfrm>
            <a:off x="122238" y="234950"/>
            <a:ext cx="6838950" cy="584200"/>
          </a:xfrm>
        </p:spPr>
        <p:txBody>
          <a:bodyPr/>
          <a:lstStyle/>
          <a:p>
            <a:pPr eaLnBrk="1" hangingPunct="1"/>
            <a:r>
              <a:rPr lang="en-US" sz="2800" dirty="0"/>
              <a:t>Process stability influences performance, predictability and capability</a:t>
            </a:r>
          </a:p>
        </p:txBody>
      </p:sp>
      <p:sp>
        <p:nvSpPr>
          <p:cNvPr id="9234" name="TextBox 128"/>
          <p:cNvSpPr txBox="1">
            <a:spLocks noChangeArrowheads="1"/>
          </p:cNvSpPr>
          <p:nvPr/>
        </p:nvSpPr>
        <p:spPr bwMode="auto">
          <a:xfrm>
            <a:off x="1619250" y="3911600"/>
            <a:ext cx="998538" cy="307975"/>
          </a:xfrm>
          <a:prstGeom prst="rect">
            <a:avLst/>
          </a:prstGeom>
          <a:noFill/>
          <a:ln w="9525">
            <a:noFill/>
            <a:miter lim="800000"/>
            <a:headEnd/>
            <a:tailEnd/>
          </a:ln>
        </p:spPr>
        <p:txBody>
          <a:bodyPr wrap="none" lIns="0" tIns="0" rIns="0" bIns="0">
            <a:spAutoFit/>
          </a:bodyPr>
          <a:lstStyle/>
          <a:p>
            <a:pPr eaLnBrk="0" hangingPunct="0"/>
            <a:r>
              <a:rPr lang="en-US" sz="2000" b="1"/>
              <a:t>Capable</a:t>
            </a:r>
          </a:p>
        </p:txBody>
      </p:sp>
      <p:sp>
        <p:nvSpPr>
          <p:cNvPr id="9235" name="TextBox 129"/>
          <p:cNvSpPr txBox="1">
            <a:spLocks noChangeArrowheads="1"/>
          </p:cNvSpPr>
          <p:nvPr/>
        </p:nvSpPr>
        <p:spPr bwMode="auto">
          <a:xfrm>
            <a:off x="5957888" y="3911600"/>
            <a:ext cx="1454150" cy="307975"/>
          </a:xfrm>
          <a:prstGeom prst="rect">
            <a:avLst/>
          </a:prstGeom>
          <a:noFill/>
          <a:ln w="9525">
            <a:noFill/>
            <a:miter lim="800000"/>
            <a:headEnd/>
            <a:tailEnd/>
          </a:ln>
        </p:spPr>
        <p:txBody>
          <a:bodyPr wrap="none" lIns="0" tIns="0" rIns="0" bIns="0">
            <a:spAutoFit/>
          </a:bodyPr>
          <a:lstStyle/>
          <a:p>
            <a:pPr eaLnBrk="0" hangingPunct="0"/>
            <a:r>
              <a:rPr lang="en-US" sz="2000" b="1"/>
              <a:t>Not capable</a:t>
            </a:r>
          </a:p>
        </p:txBody>
      </p:sp>
      <p:cxnSp>
        <p:nvCxnSpPr>
          <p:cNvPr id="132" name="Straight Connector 131"/>
          <p:cNvCxnSpPr/>
          <p:nvPr/>
        </p:nvCxnSpPr>
        <p:spPr bwMode="auto">
          <a:xfrm>
            <a:off x="4295775" y="973138"/>
            <a:ext cx="30163" cy="5884862"/>
          </a:xfrm>
          <a:prstGeom prst="line">
            <a:avLst/>
          </a:prstGeom>
          <a:noFill/>
          <a:ln w="50800" cap="flat" cmpd="sng" algn="ctr">
            <a:solidFill>
              <a:schemeClr val="accent4">
                <a:lumMod val="50000"/>
              </a:schemeClr>
            </a:solidFill>
            <a:prstDash val="solid"/>
            <a:round/>
            <a:headEnd type="none" w="med" len="med"/>
            <a:tailEnd type="none" w="med" len="med"/>
          </a:ln>
          <a:effectLst/>
        </p:spPr>
      </p:cxn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52413" y="971550"/>
            <a:ext cx="8459787" cy="2216150"/>
          </a:xfrm>
        </p:spPr>
        <p:txBody>
          <a:bodyPr/>
          <a:lstStyle/>
          <a:p>
            <a:pPr marL="174525" indent="-174525" defTabSz="706032" eaLnBrk="1" hangingPunct="1">
              <a:buClr>
                <a:srgbClr val="FF3700"/>
              </a:buClr>
              <a:buFontTx/>
              <a:buChar char="•"/>
              <a:defRPr/>
            </a:pPr>
            <a:r>
              <a:rPr kumimoji="1" lang="en-US" altLang="ja-JP" kern="1200" dirty="0">
                <a:ea typeface="MS PGothic" pitchFamily="34" charset="-128"/>
              </a:rPr>
              <a:t>An unstable process is unpredictable; a stable process is predictable (not on a piece by piece level, but over time, in the sense like described in the previous slide).</a:t>
            </a:r>
          </a:p>
          <a:p>
            <a:pPr marL="174525" indent="-174525" defTabSz="706032" eaLnBrk="1" hangingPunct="1">
              <a:buClr>
                <a:srgbClr val="FF3700"/>
              </a:buClr>
              <a:buFontTx/>
              <a:buChar char="•"/>
              <a:defRPr/>
            </a:pPr>
            <a:endParaRPr kumimoji="1" lang="en-US" altLang="ja-JP" kern="1200" dirty="0">
              <a:ea typeface="MS PGothic" pitchFamily="34" charset="-128"/>
            </a:endParaRPr>
          </a:p>
          <a:p>
            <a:pPr marL="174525" indent="-174525" defTabSz="706032" eaLnBrk="1" hangingPunct="1">
              <a:buClr>
                <a:srgbClr val="FF3700"/>
              </a:buClr>
              <a:buFontTx/>
              <a:buChar char="•"/>
              <a:defRPr/>
            </a:pPr>
            <a:r>
              <a:rPr kumimoji="1" lang="en-US" altLang="ja-JP" kern="1200" dirty="0">
                <a:ea typeface="MS PGothic" pitchFamily="34" charset="-128"/>
              </a:rPr>
              <a:t>Stability (and hence predictability) comes from common causes of variation; lack of stability (and hence no predictability) comes from special causes of variation.</a:t>
            </a:r>
          </a:p>
          <a:p>
            <a:pPr marL="174525" indent="-174525" defTabSz="706032" eaLnBrk="1" hangingPunct="1">
              <a:buClr>
                <a:srgbClr val="FF3700"/>
              </a:buClr>
              <a:buFontTx/>
              <a:buChar char="•"/>
              <a:defRPr/>
            </a:pPr>
            <a:endParaRPr kumimoji="1" lang="en-US" altLang="ja-JP" kern="1200" dirty="0">
              <a:ea typeface="MS PGothic" pitchFamily="34" charset="-128"/>
            </a:endParaRPr>
          </a:p>
          <a:p>
            <a:pPr marL="174525" indent="-174525" defTabSz="706032" eaLnBrk="1" hangingPunct="1">
              <a:buClr>
                <a:srgbClr val="FF3700"/>
              </a:buClr>
              <a:buFontTx/>
              <a:buChar char="•"/>
              <a:defRPr/>
            </a:pPr>
            <a:r>
              <a:rPr kumimoji="1" lang="en-US" altLang="ja-JP" kern="1200" dirty="0">
                <a:ea typeface="MS PGothic" pitchFamily="34" charset="-128"/>
              </a:rPr>
              <a:t>The ideal situation is a stable and sufficiently capable process.</a:t>
            </a:r>
            <a:br>
              <a:rPr kumimoji="1" lang="en-US" altLang="ja-JP" kern="1200" dirty="0">
                <a:ea typeface="MS PGothic" pitchFamily="34" charset="-128"/>
              </a:rPr>
            </a:br>
            <a:r>
              <a:rPr kumimoji="1" lang="en-US" altLang="ja-JP" kern="1200" dirty="0">
                <a:solidFill>
                  <a:srgbClr val="FF0000"/>
                </a:solidFill>
                <a:ea typeface="MS PGothic" pitchFamily="34" charset="-128"/>
              </a:rPr>
              <a:t>So both special and common causes under control !</a:t>
            </a:r>
          </a:p>
        </p:txBody>
      </p:sp>
      <p:sp>
        <p:nvSpPr>
          <p:cNvPr id="38915" name="Title 2"/>
          <p:cNvSpPr>
            <a:spLocks noGrp="1"/>
          </p:cNvSpPr>
          <p:nvPr>
            <p:ph type="title"/>
          </p:nvPr>
        </p:nvSpPr>
        <p:spPr>
          <a:xfrm>
            <a:off x="119063" y="230188"/>
            <a:ext cx="6838950" cy="292100"/>
          </a:xfrm>
        </p:spPr>
        <p:txBody>
          <a:bodyPr/>
          <a:lstStyle/>
          <a:p>
            <a:r>
              <a:rPr lang="en-US"/>
              <a:t>Some notes on Process stability</a:t>
            </a:r>
          </a:p>
        </p:txBody>
      </p:sp>
      <p:sp>
        <p:nvSpPr>
          <p:cNvPr id="38916" name="Slide Number Placeholder 3"/>
          <p:cNvSpPr>
            <a:spLocks noGrp="1"/>
          </p:cNvSpPr>
          <p:nvPr>
            <p:ph type="sldNum" sz="quarter" idx="10"/>
          </p:nvPr>
        </p:nvSpPr>
        <p:spPr>
          <a:noFill/>
        </p:spPr>
        <p:txBody>
          <a:bodyPr/>
          <a:lstStyle/>
          <a:p>
            <a:fld id="{90E647D9-6E5A-4D87-AE9F-6F4EFB6A7108}" type="slidenum">
              <a:rPr lang="en-US" smtClean="0">
                <a:latin typeface="Arial" pitchFamily="34" charset="0"/>
              </a:rPr>
              <a:pPr/>
              <a:t>38</a:t>
            </a:fld>
            <a:endParaRPr lang="en-US">
              <a:latin typeface="Arial" pitchFamily="34"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Text Box 2"/>
          <p:cNvSpPr txBox="1">
            <a:spLocks noChangeArrowheads="1"/>
          </p:cNvSpPr>
          <p:nvPr/>
        </p:nvSpPr>
        <p:spPr bwMode="auto">
          <a:xfrm>
            <a:off x="252413" y="971550"/>
            <a:ext cx="8639175" cy="5786199"/>
          </a:xfrm>
          <a:prstGeom prst="rect">
            <a:avLst/>
          </a:prstGeom>
          <a:noFill/>
          <a:ln w="9525" algn="ctr">
            <a:noFill/>
            <a:miter lim="800000"/>
            <a:headEnd/>
            <a:tailEnd/>
          </a:ln>
        </p:spPr>
        <p:txBody>
          <a:bodyPr lIns="0" tIns="0" rIns="0" bIns="0">
            <a:spAutoFit/>
          </a:bodyPr>
          <a:lstStyle/>
          <a:p>
            <a:pPr>
              <a:spcBef>
                <a:spcPts val="0"/>
              </a:spcBef>
              <a:defRPr/>
            </a:pPr>
            <a:r>
              <a:rPr kumimoji="1" lang="en-GB" altLang="ja-JP" sz="1800" dirty="0">
                <a:latin typeface="Arial" charset="0"/>
              </a:rPr>
              <a:t>If the deviation is </a:t>
            </a:r>
            <a:r>
              <a:rPr kumimoji="1" lang="en-GB" altLang="ja-JP" sz="1800" u="sng" dirty="0">
                <a:latin typeface="Arial" charset="0"/>
              </a:rPr>
              <a:t>centred</a:t>
            </a:r>
            <a:r>
              <a:rPr kumimoji="1" lang="en-GB" altLang="ja-JP" sz="1800" dirty="0">
                <a:latin typeface="Arial" charset="0"/>
              </a:rPr>
              <a:t> between the lower and upper limits (C</a:t>
            </a:r>
            <a:r>
              <a:rPr kumimoji="1" lang="en-GB" altLang="ja-JP" sz="1800" baseline="-25000" dirty="0">
                <a:latin typeface="Arial" charset="0"/>
              </a:rPr>
              <a:t>P</a:t>
            </a:r>
            <a:r>
              <a:rPr kumimoji="1" lang="en-GB" altLang="ja-JP" sz="1800" dirty="0">
                <a:latin typeface="Arial" charset="0"/>
              </a:rPr>
              <a:t>=C</a:t>
            </a:r>
            <a:r>
              <a:rPr kumimoji="1" lang="en-GB" altLang="ja-JP" sz="1800" baseline="-25000" dirty="0">
                <a:latin typeface="Arial" charset="0"/>
              </a:rPr>
              <a:t>PK</a:t>
            </a:r>
            <a:r>
              <a:rPr kumimoji="1" lang="en-GB" altLang="ja-JP" sz="1800" dirty="0">
                <a:latin typeface="Arial" charset="0"/>
              </a:rPr>
              <a:t>):</a:t>
            </a:r>
          </a:p>
          <a:p>
            <a:pPr marL="1799192" indent="-1799192">
              <a:spcBef>
                <a:spcPts val="0"/>
              </a:spcBef>
              <a:defRPr/>
            </a:pPr>
            <a:endParaRPr kumimoji="1" lang="en-GB" altLang="ja-JP" sz="1800" dirty="0"/>
          </a:p>
          <a:p>
            <a:pPr marL="1799192" indent="-1799192" algn="l">
              <a:spcBef>
                <a:spcPts val="0"/>
              </a:spcBef>
              <a:defRPr/>
            </a:pPr>
            <a:r>
              <a:rPr kumimoji="1" lang="en-GB" altLang="ja-JP" sz="1800" dirty="0">
                <a:solidFill>
                  <a:schemeClr val="tx2"/>
                </a:solidFill>
                <a:latin typeface="Arial" charset="0"/>
              </a:rPr>
              <a:t>   C</a:t>
            </a:r>
            <a:r>
              <a:rPr kumimoji="1" lang="en-GB" altLang="ja-JP" sz="1800" baseline="-25000" dirty="0">
                <a:solidFill>
                  <a:schemeClr val="tx2"/>
                </a:solidFill>
                <a:latin typeface="Arial" charset="0"/>
              </a:rPr>
              <a:t>P</a:t>
            </a:r>
            <a:r>
              <a:rPr kumimoji="1" lang="en-GB" altLang="ja-JP" sz="1800" dirty="0">
                <a:solidFill>
                  <a:schemeClr val="tx2"/>
                </a:solidFill>
                <a:latin typeface="Arial" charset="0"/>
              </a:rPr>
              <a:t> &lt;  1</a:t>
            </a:r>
            <a:r>
              <a:rPr kumimoji="1" lang="en-GB" altLang="ja-JP" sz="1800" dirty="0">
                <a:latin typeface="Arial" charset="0"/>
              </a:rPr>
              <a:t>	   The process is </a:t>
            </a:r>
            <a:r>
              <a:rPr kumimoji="1" lang="en-GB" altLang="ja-JP" sz="1800" u="sng" dirty="0">
                <a:latin typeface="Arial" charset="0"/>
              </a:rPr>
              <a:t>not capable </a:t>
            </a:r>
            <a:r>
              <a:rPr kumimoji="1" lang="en-GB" altLang="ja-JP" sz="1800" dirty="0">
                <a:latin typeface="Arial" charset="0"/>
              </a:rPr>
              <a:t>to produce products properly. </a:t>
            </a:r>
          </a:p>
          <a:p>
            <a:pPr marL="1799192" indent="-1799192">
              <a:spcBef>
                <a:spcPts val="0"/>
              </a:spcBef>
              <a:defRPr/>
            </a:pPr>
            <a:endParaRPr kumimoji="1" lang="en-GB" altLang="ja-JP" sz="1800" dirty="0">
              <a:latin typeface="Arial" charset="0"/>
            </a:endParaRPr>
          </a:p>
          <a:p>
            <a:pPr marL="1799192" indent="-1799192">
              <a:spcBef>
                <a:spcPts val="0"/>
              </a:spcBef>
              <a:defRPr/>
            </a:pPr>
            <a:r>
              <a:rPr kumimoji="1" lang="en-GB" altLang="ja-JP" sz="1800" dirty="0">
                <a:solidFill>
                  <a:schemeClr val="tx2"/>
                </a:solidFill>
                <a:latin typeface="Arial" charset="0"/>
              </a:rPr>
              <a:t>C</a:t>
            </a:r>
            <a:r>
              <a:rPr kumimoji="1" lang="en-GB" altLang="ja-JP" sz="1800" baseline="-25000" dirty="0">
                <a:solidFill>
                  <a:schemeClr val="tx2"/>
                </a:solidFill>
                <a:latin typeface="Arial" charset="0"/>
              </a:rPr>
              <a:t>P</a:t>
            </a:r>
            <a:r>
              <a:rPr kumimoji="1" lang="en-GB" altLang="ja-JP" sz="1800" dirty="0">
                <a:solidFill>
                  <a:schemeClr val="tx2"/>
                </a:solidFill>
                <a:latin typeface="Arial" charset="0"/>
              </a:rPr>
              <a:t>  =  1</a:t>
            </a:r>
            <a:r>
              <a:rPr kumimoji="1" lang="en-GB" altLang="ja-JP" sz="1800" dirty="0">
                <a:latin typeface="Arial" charset="0"/>
              </a:rPr>
              <a:t>		The process is </a:t>
            </a:r>
            <a:r>
              <a:rPr kumimoji="1" lang="en-GB" altLang="ja-JP" sz="1800" u="sng" dirty="0">
                <a:latin typeface="Arial" charset="0"/>
              </a:rPr>
              <a:t>just capable </a:t>
            </a:r>
            <a:r>
              <a:rPr kumimoji="1" lang="en-GB" altLang="ja-JP" sz="1800" dirty="0">
                <a:latin typeface="Arial" charset="0"/>
              </a:rPr>
              <a:t>to produce products properly.  About 2700 items out of 10</a:t>
            </a:r>
            <a:r>
              <a:rPr kumimoji="1" lang="en-GB" altLang="ja-JP" sz="1800" baseline="30000" dirty="0">
                <a:latin typeface="Arial" charset="0"/>
              </a:rPr>
              <a:t>6</a:t>
            </a:r>
            <a:r>
              <a:rPr kumimoji="1" lang="en-GB" altLang="ja-JP" sz="1800" dirty="0">
                <a:latin typeface="Arial" charset="0"/>
              </a:rPr>
              <a:t> items are out of tolerances.</a:t>
            </a:r>
          </a:p>
          <a:p>
            <a:pPr marL="1799192" indent="-1799192">
              <a:spcBef>
                <a:spcPts val="0"/>
              </a:spcBef>
              <a:defRPr/>
            </a:pPr>
            <a:r>
              <a:rPr kumimoji="1" lang="en-GB" altLang="ja-JP" sz="1800" dirty="0">
                <a:latin typeface="Arial" charset="0"/>
              </a:rPr>
              <a:t>	Specification = U</a:t>
            </a:r>
            <a:r>
              <a:rPr kumimoji="1" lang="en-GB" altLang="ja-JP" sz="1800" baseline="-25000" dirty="0">
                <a:latin typeface="Arial" charset="0"/>
              </a:rPr>
              <a:t>L</a:t>
            </a:r>
            <a:r>
              <a:rPr kumimoji="1" lang="en-GB" altLang="ja-JP" sz="1800" dirty="0">
                <a:latin typeface="Arial" charset="0"/>
              </a:rPr>
              <a:t>– L</a:t>
            </a:r>
            <a:r>
              <a:rPr kumimoji="1" lang="en-GB" altLang="ja-JP" sz="1800" baseline="-25000" dirty="0">
                <a:latin typeface="Arial" charset="0"/>
              </a:rPr>
              <a:t>L</a:t>
            </a:r>
            <a:r>
              <a:rPr kumimoji="1" lang="en-GB" altLang="ja-JP" sz="1800" dirty="0">
                <a:latin typeface="Arial" charset="0"/>
              </a:rPr>
              <a:t>= 6</a:t>
            </a:r>
            <a:r>
              <a:rPr kumimoji="1" lang="el-GR" altLang="ja-JP" sz="1800" dirty="0">
                <a:latin typeface="Arial" charset="0"/>
              </a:rPr>
              <a:t>σ</a:t>
            </a:r>
            <a:r>
              <a:rPr kumimoji="1" lang="en-US" altLang="ja-JP" sz="1800" dirty="0">
                <a:latin typeface="Arial" charset="0"/>
              </a:rPr>
              <a:t> → </a:t>
            </a:r>
            <a:r>
              <a:rPr kumimoji="1" lang="en-GB" altLang="ja-JP" sz="1800" dirty="0">
                <a:latin typeface="Arial" charset="0"/>
                <a:sym typeface="Wingdings" pitchFamily="2" charset="2"/>
              </a:rPr>
              <a:t>99.73%</a:t>
            </a:r>
          </a:p>
          <a:p>
            <a:pPr marL="1799192" indent="-1799192">
              <a:spcBef>
                <a:spcPts val="0"/>
              </a:spcBef>
              <a:defRPr/>
            </a:pPr>
            <a:endParaRPr kumimoji="1" lang="en-GB" altLang="ja-JP" sz="1800" dirty="0">
              <a:latin typeface="Arial" charset="0"/>
            </a:endParaRPr>
          </a:p>
          <a:p>
            <a:pPr marL="1799192" indent="-1799192">
              <a:spcBef>
                <a:spcPts val="0"/>
              </a:spcBef>
              <a:defRPr/>
            </a:pPr>
            <a:r>
              <a:rPr kumimoji="1" lang="en-GB" altLang="ja-JP" sz="1800" dirty="0">
                <a:solidFill>
                  <a:schemeClr val="tx2"/>
                </a:solidFill>
                <a:latin typeface="Arial" charset="0"/>
              </a:rPr>
              <a:t>C</a:t>
            </a:r>
            <a:r>
              <a:rPr kumimoji="1" lang="en-GB" altLang="ja-JP" sz="1800" baseline="-25000" dirty="0">
                <a:solidFill>
                  <a:schemeClr val="tx2"/>
                </a:solidFill>
                <a:latin typeface="Arial" charset="0"/>
              </a:rPr>
              <a:t>P</a:t>
            </a:r>
            <a:r>
              <a:rPr kumimoji="1" lang="en-GB" altLang="ja-JP" sz="1800" dirty="0">
                <a:solidFill>
                  <a:schemeClr val="tx2"/>
                </a:solidFill>
                <a:latin typeface="Arial" charset="0"/>
              </a:rPr>
              <a:t> &gt;= 1.33</a:t>
            </a:r>
            <a:r>
              <a:rPr kumimoji="1" lang="en-GB" altLang="ja-JP" sz="1800" dirty="0">
                <a:latin typeface="Arial" charset="0"/>
              </a:rPr>
              <a:t>	The capability of the process is </a:t>
            </a:r>
            <a:r>
              <a:rPr kumimoji="1" lang="en-GB" altLang="ja-JP" sz="1800" u="sng" dirty="0">
                <a:latin typeface="Arial" charset="0"/>
              </a:rPr>
              <a:t>acceptable</a:t>
            </a:r>
            <a:r>
              <a:rPr kumimoji="1" lang="en-GB" altLang="ja-JP" sz="1800" dirty="0">
                <a:latin typeface="Arial" charset="0"/>
              </a:rPr>
              <a:t>. About 60 items out of 10</a:t>
            </a:r>
            <a:r>
              <a:rPr kumimoji="1" lang="en-GB" altLang="ja-JP" sz="1800" baseline="30000" dirty="0">
                <a:latin typeface="Arial" charset="0"/>
              </a:rPr>
              <a:t>6</a:t>
            </a:r>
            <a:r>
              <a:rPr kumimoji="1" lang="en-GB" altLang="ja-JP" sz="1800" dirty="0">
                <a:latin typeface="Arial" charset="0"/>
              </a:rPr>
              <a:t> items are out of tolerances (64ppm).</a:t>
            </a:r>
          </a:p>
          <a:p>
            <a:pPr marL="1799192" indent="-1799192">
              <a:spcBef>
                <a:spcPts val="0"/>
              </a:spcBef>
              <a:defRPr/>
            </a:pPr>
            <a:r>
              <a:rPr kumimoji="1" lang="en-GB" altLang="ja-JP" sz="1800" dirty="0">
                <a:latin typeface="Arial" charset="0"/>
              </a:rPr>
              <a:t>	Specification = U</a:t>
            </a:r>
            <a:r>
              <a:rPr kumimoji="1" lang="en-GB" altLang="ja-JP" sz="1800" baseline="-25000" dirty="0">
                <a:latin typeface="Arial" charset="0"/>
              </a:rPr>
              <a:t>L</a:t>
            </a:r>
            <a:r>
              <a:rPr kumimoji="1" lang="en-GB" altLang="ja-JP" sz="1800" dirty="0">
                <a:latin typeface="Arial" charset="0"/>
              </a:rPr>
              <a:t>– L</a:t>
            </a:r>
            <a:r>
              <a:rPr kumimoji="1" lang="en-GB" altLang="ja-JP" sz="1800" baseline="-25000" dirty="0">
                <a:latin typeface="Arial" charset="0"/>
              </a:rPr>
              <a:t>L</a:t>
            </a:r>
            <a:r>
              <a:rPr kumimoji="1" lang="en-GB" altLang="ja-JP" sz="1800" dirty="0">
                <a:latin typeface="Arial" charset="0"/>
              </a:rPr>
              <a:t>= 8</a:t>
            </a:r>
            <a:r>
              <a:rPr kumimoji="1" lang="el-GR" altLang="ja-JP" sz="1800" dirty="0">
                <a:latin typeface="Arial" charset="0"/>
              </a:rPr>
              <a:t>σ</a:t>
            </a:r>
            <a:r>
              <a:rPr kumimoji="1" lang="en-US" altLang="ja-JP" sz="1800" dirty="0">
                <a:latin typeface="Arial" charset="0"/>
              </a:rPr>
              <a:t> → </a:t>
            </a:r>
            <a:r>
              <a:rPr kumimoji="1" lang="en-GB" altLang="ja-JP" sz="1800" dirty="0">
                <a:latin typeface="Arial" charset="0"/>
                <a:sym typeface="Wingdings" pitchFamily="2" charset="2"/>
              </a:rPr>
              <a:t>99.9936%</a:t>
            </a:r>
          </a:p>
          <a:p>
            <a:pPr marL="1799192" indent="-1799192">
              <a:spcBef>
                <a:spcPts val="0"/>
              </a:spcBef>
              <a:defRPr/>
            </a:pPr>
            <a:endParaRPr kumimoji="1" lang="en-GB" altLang="ja-JP" sz="1800" dirty="0">
              <a:latin typeface="Arial" charset="0"/>
            </a:endParaRPr>
          </a:p>
          <a:p>
            <a:pPr marL="1799192" indent="-1799192">
              <a:spcBef>
                <a:spcPts val="0"/>
              </a:spcBef>
              <a:defRPr/>
            </a:pPr>
            <a:r>
              <a:rPr kumimoji="1" lang="en-GB" altLang="ja-JP" sz="1800" dirty="0">
                <a:solidFill>
                  <a:schemeClr val="tx2"/>
                </a:solidFill>
                <a:latin typeface="Arial" charset="0"/>
              </a:rPr>
              <a:t>C</a:t>
            </a:r>
            <a:r>
              <a:rPr kumimoji="1" lang="en-GB" altLang="ja-JP" sz="1800" baseline="-25000" dirty="0">
                <a:solidFill>
                  <a:schemeClr val="tx2"/>
                </a:solidFill>
                <a:latin typeface="Arial" charset="0"/>
              </a:rPr>
              <a:t>P</a:t>
            </a:r>
            <a:r>
              <a:rPr kumimoji="1" lang="en-GB" altLang="ja-JP" sz="1800" dirty="0">
                <a:solidFill>
                  <a:schemeClr val="tx2"/>
                </a:solidFill>
                <a:latin typeface="Arial" charset="0"/>
              </a:rPr>
              <a:t> &gt;= 1.67</a:t>
            </a:r>
            <a:r>
              <a:rPr kumimoji="1" lang="en-GB" altLang="ja-JP" sz="1800" dirty="0">
                <a:latin typeface="Arial" charset="0"/>
              </a:rPr>
              <a:t>		The capability of the process is </a:t>
            </a:r>
            <a:r>
              <a:rPr kumimoji="1" lang="en-GB" altLang="ja-JP" sz="1800" u="sng" dirty="0">
                <a:latin typeface="Arial" charset="0"/>
              </a:rPr>
              <a:t>good</a:t>
            </a:r>
            <a:r>
              <a:rPr kumimoji="1" lang="en-GB" altLang="ja-JP" sz="1800" dirty="0">
                <a:latin typeface="Arial" charset="0"/>
              </a:rPr>
              <a:t>. About 0,57 items out of 10</a:t>
            </a:r>
            <a:r>
              <a:rPr kumimoji="1" lang="en-GB" altLang="ja-JP" sz="1800" baseline="30000" dirty="0">
                <a:latin typeface="Arial" charset="0"/>
              </a:rPr>
              <a:t>6 </a:t>
            </a:r>
            <a:r>
              <a:rPr kumimoji="1" lang="en-GB" altLang="ja-JP" sz="1800" dirty="0">
                <a:latin typeface="Arial" charset="0"/>
              </a:rPr>
              <a:t>items are out of tolerances.</a:t>
            </a:r>
          </a:p>
          <a:p>
            <a:pPr marL="1799192" indent="-1799192">
              <a:spcBef>
                <a:spcPts val="0"/>
              </a:spcBef>
              <a:defRPr/>
            </a:pPr>
            <a:r>
              <a:rPr kumimoji="1" lang="en-GB" altLang="ja-JP" sz="1800" dirty="0">
                <a:latin typeface="Arial" charset="0"/>
              </a:rPr>
              <a:t>	Specification = U</a:t>
            </a:r>
            <a:r>
              <a:rPr kumimoji="1" lang="en-GB" altLang="ja-JP" sz="1800" baseline="-25000" dirty="0">
                <a:latin typeface="Arial" charset="0"/>
              </a:rPr>
              <a:t>L</a:t>
            </a:r>
            <a:r>
              <a:rPr kumimoji="1" lang="en-GB" altLang="ja-JP" sz="1800" dirty="0">
                <a:latin typeface="Arial" charset="0"/>
              </a:rPr>
              <a:t>– L</a:t>
            </a:r>
            <a:r>
              <a:rPr kumimoji="1" lang="en-GB" altLang="ja-JP" sz="1800" baseline="-25000" dirty="0">
                <a:latin typeface="Arial" charset="0"/>
              </a:rPr>
              <a:t>L</a:t>
            </a:r>
            <a:r>
              <a:rPr kumimoji="1" lang="en-GB" altLang="ja-JP" sz="1800" dirty="0">
                <a:latin typeface="Arial" charset="0"/>
              </a:rPr>
              <a:t>= 10</a:t>
            </a:r>
            <a:r>
              <a:rPr kumimoji="1" lang="el-GR" altLang="ja-JP" sz="1800" dirty="0">
                <a:latin typeface="Arial" charset="0"/>
              </a:rPr>
              <a:t>σ</a:t>
            </a:r>
            <a:r>
              <a:rPr kumimoji="1" lang="en-US" altLang="ja-JP" sz="1800" dirty="0">
                <a:latin typeface="Arial" charset="0"/>
              </a:rPr>
              <a:t> → </a:t>
            </a:r>
            <a:r>
              <a:rPr kumimoji="1" lang="en-GB" altLang="ja-JP" sz="1800" dirty="0">
                <a:latin typeface="Arial" charset="0"/>
                <a:sym typeface="Wingdings" pitchFamily="2" charset="2"/>
              </a:rPr>
              <a:t>99.999943%</a:t>
            </a:r>
          </a:p>
          <a:p>
            <a:pPr marL="1799192" indent="-1799192">
              <a:spcBef>
                <a:spcPts val="0"/>
              </a:spcBef>
              <a:defRPr/>
            </a:pPr>
            <a:endParaRPr kumimoji="1" lang="en-GB" altLang="ja-JP" sz="1800" dirty="0">
              <a:sym typeface="Wingdings" pitchFamily="2" charset="2"/>
            </a:endParaRPr>
          </a:p>
          <a:p>
            <a:pPr marL="1799192" indent="-1799192" algn="l">
              <a:spcBef>
                <a:spcPts val="0"/>
              </a:spcBef>
              <a:defRPr/>
            </a:pPr>
            <a:r>
              <a:rPr kumimoji="1" lang="en-GB" altLang="ja-JP" sz="1800" dirty="0">
                <a:solidFill>
                  <a:schemeClr val="tx2"/>
                </a:solidFill>
              </a:rPr>
              <a:t>  C</a:t>
            </a:r>
            <a:r>
              <a:rPr kumimoji="1" lang="en-GB" altLang="ja-JP" sz="1800" baseline="-25000" dirty="0">
                <a:solidFill>
                  <a:schemeClr val="tx2"/>
                </a:solidFill>
              </a:rPr>
              <a:t>P</a:t>
            </a:r>
            <a:r>
              <a:rPr kumimoji="1" lang="en-GB" altLang="ja-JP" sz="1800" dirty="0">
                <a:solidFill>
                  <a:schemeClr val="tx2"/>
                </a:solidFill>
              </a:rPr>
              <a:t> = 2</a:t>
            </a:r>
            <a:r>
              <a:rPr kumimoji="1" lang="en-GB" altLang="ja-JP" sz="1800" dirty="0"/>
              <a:t>	   6 Sigma quality level – 2 defect per billion of opportunities </a:t>
            </a:r>
            <a:br>
              <a:rPr kumimoji="1" lang="en-GB" altLang="ja-JP" sz="1800" dirty="0"/>
            </a:br>
            <a:r>
              <a:rPr kumimoji="1" lang="en-GB" altLang="ja-JP" sz="1800" dirty="0"/>
              <a:t>   (short term)</a:t>
            </a:r>
            <a:endParaRPr kumimoji="1" lang="en-GB" altLang="ja-JP" sz="1800" dirty="0">
              <a:latin typeface="Arial" charset="0"/>
              <a:sym typeface="Wingdings" pitchFamily="2" charset="2"/>
            </a:endParaRPr>
          </a:p>
          <a:p>
            <a:pPr marL="1799192" indent="-1799192">
              <a:spcBef>
                <a:spcPts val="0"/>
              </a:spcBef>
              <a:defRPr/>
            </a:pPr>
            <a:endParaRPr kumimoji="1" lang="en-GB" altLang="ja-JP" sz="1800" b="1" dirty="0">
              <a:solidFill>
                <a:srgbClr val="000000"/>
              </a:solidFill>
              <a:sym typeface="Wingdings" pitchFamily="2" charset="2"/>
            </a:endParaRPr>
          </a:p>
          <a:p>
            <a:pPr marL="1799192" indent="-1799192">
              <a:spcBef>
                <a:spcPts val="0"/>
              </a:spcBef>
              <a:defRPr/>
            </a:pPr>
            <a:endParaRPr kumimoji="1" lang="en-GB" altLang="ja-JP" sz="1800" b="1" dirty="0">
              <a:solidFill>
                <a:srgbClr val="000000"/>
              </a:solidFill>
              <a:latin typeface="Times New Roman" pitchFamily="18" charset="0"/>
              <a:sym typeface="Wingdings" pitchFamily="2" charset="2"/>
            </a:endParaRPr>
          </a:p>
          <a:p>
            <a:pPr marL="1799192" indent="-1799192">
              <a:spcBef>
                <a:spcPts val="0"/>
              </a:spcBef>
              <a:defRPr/>
            </a:pPr>
            <a:endParaRPr kumimoji="1" lang="en-GB" altLang="ja-JP" sz="1600" b="1" dirty="0">
              <a:solidFill>
                <a:srgbClr val="000000"/>
              </a:solidFill>
              <a:latin typeface="Times New Roman" pitchFamily="18" charset="0"/>
            </a:endParaRPr>
          </a:p>
        </p:txBody>
      </p:sp>
      <p:sp>
        <p:nvSpPr>
          <p:cNvPr id="39939" name="Rectangle 6"/>
          <p:cNvSpPr>
            <a:spLocks noGrp="1" noChangeArrowheads="1"/>
          </p:cNvSpPr>
          <p:nvPr>
            <p:ph type="title"/>
            <p:custDataLst>
              <p:tags r:id="rId1"/>
            </p:custDataLst>
          </p:nvPr>
        </p:nvSpPr>
        <p:spPr bwMode="gray">
          <a:xfrm>
            <a:off x="141097" y="164086"/>
            <a:ext cx="6838950" cy="805398"/>
          </a:xfrm>
        </p:spPr>
        <p:txBody>
          <a:bodyPr/>
          <a:lstStyle/>
          <a:p>
            <a:pPr eaLnBrk="1" hangingPunct="1"/>
            <a:r>
              <a:rPr lang="en-US" sz="2000" dirty="0"/>
              <a:t>The Process Capability (C</a:t>
            </a:r>
            <a:r>
              <a:rPr lang="en-US" sz="2000" baseline="-25000" dirty="0"/>
              <a:t>P</a:t>
            </a:r>
            <a:r>
              <a:rPr lang="en-US" sz="2000" dirty="0"/>
              <a:t> &amp; C</a:t>
            </a:r>
            <a:r>
              <a:rPr lang="en-US" sz="2000" baseline="-25000" dirty="0"/>
              <a:t>PK</a:t>
            </a:r>
            <a:r>
              <a:rPr lang="en-US" sz="2000" dirty="0"/>
              <a:t>) can be used to predict the capability of a process to produce a certain product</a:t>
            </a:r>
          </a:p>
        </p:txBody>
      </p:sp>
      <p:sp>
        <p:nvSpPr>
          <p:cNvPr id="39940" name="Foliennummernplatzhalter 2"/>
          <p:cNvSpPr>
            <a:spLocks noGrp="1"/>
          </p:cNvSpPr>
          <p:nvPr>
            <p:ph type="sldNum" sz="quarter" idx="10"/>
          </p:nvPr>
        </p:nvSpPr>
        <p:spPr>
          <a:noFill/>
        </p:spPr>
        <p:txBody>
          <a:bodyPr/>
          <a:lstStyle/>
          <a:p>
            <a:pPr defTabSz="909638"/>
            <a:fld id="{B47F21DA-9F10-4EB3-B715-A38CB0F24D03}" type="slidenum">
              <a:rPr lang="en-US" smtClean="0">
                <a:latin typeface="Arial" pitchFamily="34" charset="0"/>
              </a:rPr>
              <a:pPr defTabSz="909638"/>
              <a:t>39</a:t>
            </a:fld>
            <a:endParaRPr lang="en-US">
              <a:latin typeface="Arial" pitchFamily="34"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5"/>
          <p:cNvGrpSpPr>
            <a:grpSpLocks/>
          </p:cNvGrpSpPr>
          <p:nvPr/>
        </p:nvGrpSpPr>
        <p:grpSpPr bwMode="auto">
          <a:xfrm>
            <a:off x="215900" y="1079500"/>
            <a:ext cx="8753475" cy="3565525"/>
            <a:chOff x="136" y="1246"/>
            <a:chExt cx="5514" cy="2246"/>
          </a:xfrm>
        </p:grpSpPr>
        <p:pic>
          <p:nvPicPr>
            <p:cNvPr id="40965" name="Picture 4" descr="Capture01"/>
            <p:cNvPicPr>
              <a:picLocks noChangeAspect="1" noChangeArrowheads="1"/>
            </p:cNvPicPr>
            <p:nvPr/>
          </p:nvPicPr>
          <p:blipFill>
            <a:blip r:embed="rId4" cstate="email"/>
            <a:srcRect/>
            <a:stretch>
              <a:fillRect/>
            </a:stretch>
          </p:blipFill>
          <p:spPr bwMode="auto">
            <a:xfrm>
              <a:off x="136" y="1246"/>
              <a:ext cx="5514" cy="2246"/>
            </a:xfrm>
            <a:prstGeom prst="rect">
              <a:avLst/>
            </a:prstGeom>
            <a:noFill/>
            <a:ln w="9525">
              <a:noFill/>
              <a:miter lim="800000"/>
              <a:headEnd/>
              <a:tailEnd/>
            </a:ln>
          </p:spPr>
        </p:pic>
        <p:sp>
          <p:nvSpPr>
            <p:cNvPr id="40966" name="Text Box 5"/>
            <p:cNvSpPr txBox="1">
              <a:spLocks noChangeArrowheads="1"/>
            </p:cNvSpPr>
            <p:nvPr/>
          </p:nvSpPr>
          <p:spPr bwMode="auto">
            <a:xfrm>
              <a:off x="1616" y="1419"/>
              <a:ext cx="761" cy="192"/>
            </a:xfrm>
            <a:prstGeom prst="rect">
              <a:avLst/>
            </a:prstGeom>
            <a:solidFill>
              <a:schemeClr val="bg1"/>
            </a:solidFill>
            <a:ln w="6350" algn="ctr">
              <a:noFill/>
              <a:miter lim="800000"/>
              <a:headEnd/>
              <a:tailEnd/>
            </a:ln>
          </p:spPr>
          <p:txBody>
            <a:bodyPr>
              <a:spAutoFit/>
            </a:bodyPr>
            <a:lstStyle/>
            <a:p>
              <a:pPr algn="ctr" eaLnBrk="0" hangingPunct="0">
                <a:spcBef>
                  <a:spcPct val="50000"/>
                </a:spcBef>
              </a:pPr>
              <a:r>
                <a:rPr lang="en-GB" sz="1400" b="1">
                  <a:solidFill>
                    <a:srgbClr val="000000"/>
                  </a:solidFill>
                </a:rPr>
                <a:t>Not capable</a:t>
              </a:r>
            </a:p>
          </p:txBody>
        </p:sp>
        <p:sp>
          <p:nvSpPr>
            <p:cNvPr id="40967" name="Text Box 6"/>
            <p:cNvSpPr txBox="1">
              <a:spLocks noChangeArrowheads="1"/>
            </p:cNvSpPr>
            <p:nvPr/>
          </p:nvSpPr>
          <p:spPr bwMode="auto">
            <a:xfrm>
              <a:off x="1626" y="1902"/>
              <a:ext cx="798" cy="192"/>
            </a:xfrm>
            <a:prstGeom prst="rect">
              <a:avLst/>
            </a:prstGeom>
            <a:solidFill>
              <a:schemeClr val="bg1"/>
            </a:solidFill>
            <a:ln w="6350" algn="ctr">
              <a:noFill/>
              <a:miter lim="800000"/>
              <a:headEnd/>
              <a:tailEnd/>
            </a:ln>
          </p:spPr>
          <p:txBody>
            <a:bodyPr>
              <a:spAutoFit/>
            </a:bodyPr>
            <a:lstStyle/>
            <a:p>
              <a:pPr algn="ctr" eaLnBrk="0" hangingPunct="0">
                <a:spcBef>
                  <a:spcPct val="50000"/>
                </a:spcBef>
              </a:pPr>
              <a:r>
                <a:rPr lang="en-GB" sz="1400" b="1">
                  <a:solidFill>
                    <a:srgbClr val="000000"/>
                  </a:solidFill>
                </a:rPr>
                <a:t>Just capable</a:t>
              </a:r>
            </a:p>
          </p:txBody>
        </p:sp>
        <p:sp>
          <p:nvSpPr>
            <p:cNvPr id="40968" name="Text Box 7"/>
            <p:cNvSpPr txBox="1">
              <a:spLocks noChangeArrowheads="1"/>
            </p:cNvSpPr>
            <p:nvPr/>
          </p:nvSpPr>
          <p:spPr bwMode="auto">
            <a:xfrm>
              <a:off x="1629" y="2932"/>
              <a:ext cx="503" cy="192"/>
            </a:xfrm>
            <a:prstGeom prst="rect">
              <a:avLst/>
            </a:prstGeom>
            <a:solidFill>
              <a:schemeClr val="bg1"/>
            </a:solidFill>
            <a:ln w="6350" algn="ctr">
              <a:noFill/>
              <a:miter lim="800000"/>
              <a:headEnd/>
              <a:tailEnd/>
            </a:ln>
          </p:spPr>
          <p:txBody>
            <a:bodyPr>
              <a:spAutoFit/>
            </a:bodyPr>
            <a:lstStyle/>
            <a:p>
              <a:pPr algn="ctr" eaLnBrk="0" hangingPunct="0">
                <a:spcBef>
                  <a:spcPct val="50000"/>
                </a:spcBef>
              </a:pPr>
              <a:r>
                <a:rPr lang="en-GB" sz="1400" b="1">
                  <a:solidFill>
                    <a:srgbClr val="000000"/>
                  </a:solidFill>
                </a:rPr>
                <a:t>Good</a:t>
              </a:r>
            </a:p>
          </p:txBody>
        </p:sp>
        <p:sp>
          <p:nvSpPr>
            <p:cNvPr id="40969" name="Text Box 8"/>
            <p:cNvSpPr txBox="1">
              <a:spLocks noChangeArrowheads="1"/>
            </p:cNvSpPr>
            <p:nvPr/>
          </p:nvSpPr>
          <p:spPr bwMode="auto">
            <a:xfrm>
              <a:off x="1640" y="2307"/>
              <a:ext cx="798" cy="192"/>
            </a:xfrm>
            <a:prstGeom prst="rect">
              <a:avLst/>
            </a:prstGeom>
            <a:solidFill>
              <a:schemeClr val="bg1"/>
            </a:solidFill>
            <a:ln w="6350" algn="ctr">
              <a:noFill/>
              <a:miter lim="800000"/>
              <a:headEnd/>
              <a:tailEnd/>
            </a:ln>
          </p:spPr>
          <p:txBody>
            <a:bodyPr>
              <a:spAutoFit/>
            </a:bodyPr>
            <a:lstStyle/>
            <a:p>
              <a:pPr algn="ctr" eaLnBrk="0" hangingPunct="0">
                <a:spcBef>
                  <a:spcPct val="50000"/>
                </a:spcBef>
              </a:pPr>
              <a:r>
                <a:rPr lang="en-GB" sz="1400" b="1">
                  <a:solidFill>
                    <a:srgbClr val="000000"/>
                  </a:solidFill>
                </a:rPr>
                <a:t>Acceptable</a:t>
              </a:r>
            </a:p>
          </p:txBody>
        </p:sp>
        <p:sp>
          <p:nvSpPr>
            <p:cNvPr id="40970" name="Text Box 9"/>
            <p:cNvSpPr txBox="1">
              <a:spLocks noChangeArrowheads="1"/>
            </p:cNvSpPr>
            <p:nvPr/>
          </p:nvSpPr>
          <p:spPr bwMode="auto">
            <a:xfrm>
              <a:off x="4460" y="1495"/>
              <a:ext cx="459" cy="192"/>
            </a:xfrm>
            <a:prstGeom prst="rect">
              <a:avLst/>
            </a:prstGeom>
            <a:solidFill>
              <a:schemeClr val="bg1"/>
            </a:solidFill>
            <a:ln w="6350" algn="ctr">
              <a:noFill/>
              <a:miter lim="800000"/>
              <a:headEnd/>
              <a:tailEnd/>
            </a:ln>
          </p:spPr>
          <p:txBody>
            <a:bodyPr>
              <a:spAutoFit/>
            </a:bodyPr>
            <a:lstStyle/>
            <a:p>
              <a:pPr algn="ctr" eaLnBrk="0" hangingPunct="0">
                <a:spcBef>
                  <a:spcPct val="50000"/>
                </a:spcBef>
              </a:pPr>
              <a:r>
                <a:rPr lang="en-GB" sz="1400" b="1">
                  <a:solidFill>
                    <a:srgbClr val="000000"/>
                  </a:solidFill>
                </a:rPr>
                <a:t>Scrap</a:t>
              </a:r>
            </a:p>
          </p:txBody>
        </p:sp>
        <p:sp>
          <p:nvSpPr>
            <p:cNvPr id="40971" name="Text Box 10"/>
            <p:cNvSpPr txBox="1">
              <a:spLocks noChangeArrowheads="1"/>
            </p:cNvSpPr>
            <p:nvPr/>
          </p:nvSpPr>
          <p:spPr bwMode="auto">
            <a:xfrm>
              <a:off x="4380" y="2138"/>
              <a:ext cx="503" cy="192"/>
            </a:xfrm>
            <a:prstGeom prst="rect">
              <a:avLst/>
            </a:prstGeom>
            <a:solidFill>
              <a:schemeClr val="bg1"/>
            </a:solidFill>
            <a:ln w="6350" algn="ctr">
              <a:noFill/>
              <a:miter lim="800000"/>
              <a:headEnd/>
              <a:tailEnd/>
            </a:ln>
          </p:spPr>
          <p:txBody>
            <a:bodyPr>
              <a:spAutoFit/>
            </a:bodyPr>
            <a:lstStyle/>
            <a:p>
              <a:pPr algn="ctr" eaLnBrk="0" hangingPunct="0">
                <a:spcBef>
                  <a:spcPct val="50000"/>
                </a:spcBef>
              </a:pPr>
              <a:r>
                <a:rPr lang="en-GB" sz="1400" b="1">
                  <a:solidFill>
                    <a:srgbClr val="000000"/>
                  </a:solidFill>
                </a:rPr>
                <a:t>Risky</a:t>
              </a:r>
            </a:p>
          </p:txBody>
        </p:sp>
        <p:sp>
          <p:nvSpPr>
            <p:cNvPr id="40972" name="Text Box 11"/>
            <p:cNvSpPr txBox="1">
              <a:spLocks noChangeArrowheads="1"/>
            </p:cNvSpPr>
            <p:nvPr/>
          </p:nvSpPr>
          <p:spPr bwMode="auto">
            <a:xfrm>
              <a:off x="4365" y="2876"/>
              <a:ext cx="576" cy="192"/>
            </a:xfrm>
            <a:prstGeom prst="rect">
              <a:avLst/>
            </a:prstGeom>
            <a:solidFill>
              <a:schemeClr val="bg1"/>
            </a:solidFill>
            <a:ln w="6350" algn="ctr">
              <a:noFill/>
              <a:miter lim="800000"/>
              <a:headEnd/>
              <a:tailEnd/>
            </a:ln>
          </p:spPr>
          <p:txBody>
            <a:bodyPr>
              <a:spAutoFit/>
            </a:bodyPr>
            <a:lstStyle/>
            <a:p>
              <a:pPr algn="ctr" eaLnBrk="0" hangingPunct="0">
                <a:spcBef>
                  <a:spcPct val="50000"/>
                </a:spcBef>
              </a:pPr>
              <a:r>
                <a:rPr lang="en-GB" sz="1400" b="1">
                  <a:solidFill>
                    <a:srgbClr val="000000"/>
                  </a:solidFill>
                </a:rPr>
                <a:t>Good</a:t>
              </a:r>
            </a:p>
          </p:txBody>
        </p:sp>
      </p:grpSp>
      <p:sp>
        <p:nvSpPr>
          <p:cNvPr id="40963" name="Rectangle 6"/>
          <p:cNvSpPr>
            <a:spLocks noGrp="1" noChangeArrowheads="1"/>
          </p:cNvSpPr>
          <p:nvPr>
            <p:ph type="title"/>
            <p:custDataLst>
              <p:tags r:id="rId1"/>
            </p:custDataLst>
          </p:nvPr>
        </p:nvSpPr>
        <p:spPr bwMode="gray">
          <a:xfrm>
            <a:off x="190006" y="586449"/>
            <a:ext cx="6838950" cy="292100"/>
          </a:xfrm>
        </p:spPr>
        <p:txBody>
          <a:bodyPr/>
          <a:lstStyle/>
          <a:p>
            <a:pPr eaLnBrk="1" hangingPunct="1"/>
            <a:r>
              <a:rPr lang="en-US" sz="2000" dirty="0"/>
              <a:t>The Process Capability (C</a:t>
            </a:r>
            <a:r>
              <a:rPr lang="en-US" sz="2000" baseline="-25000" dirty="0"/>
              <a:t>P</a:t>
            </a:r>
            <a:r>
              <a:rPr lang="en-US" sz="2000" dirty="0"/>
              <a:t> &amp; C</a:t>
            </a:r>
            <a:r>
              <a:rPr lang="en-US" sz="2000" baseline="-25000" dirty="0"/>
              <a:t>PK</a:t>
            </a:r>
            <a:r>
              <a:rPr lang="en-US" sz="2000" dirty="0"/>
              <a:t>) can be used to predict the capability of a process to produce a certain product</a:t>
            </a:r>
          </a:p>
        </p:txBody>
      </p:sp>
      <p:sp>
        <p:nvSpPr>
          <p:cNvPr id="40964" name="Foliennummernplatzhalter 2"/>
          <p:cNvSpPr>
            <a:spLocks noGrp="1"/>
          </p:cNvSpPr>
          <p:nvPr>
            <p:ph type="sldNum" sz="quarter" idx="10"/>
          </p:nvPr>
        </p:nvSpPr>
        <p:spPr>
          <a:noFill/>
        </p:spPr>
        <p:txBody>
          <a:bodyPr/>
          <a:lstStyle/>
          <a:p>
            <a:pPr defTabSz="909638"/>
            <a:fld id="{3E0A7BA1-9AC9-48B4-B8AA-3EBD71DA9D12}" type="slidenum">
              <a:rPr lang="en-US" smtClean="0">
                <a:latin typeface="Arial" pitchFamily="34" charset="0"/>
              </a:rPr>
              <a:pPr defTabSz="909638"/>
              <a:t>40</a:t>
            </a:fld>
            <a:endParaRPr lang="en-US">
              <a:latin typeface="Arial" pitchFamily="34"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07"/>
          <p:cNvGrpSpPr>
            <a:grpSpLocks noChangeAspect="1"/>
          </p:cNvGrpSpPr>
          <p:nvPr/>
        </p:nvGrpSpPr>
        <p:grpSpPr bwMode="auto">
          <a:xfrm>
            <a:off x="252413" y="1317625"/>
            <a:ext cx="3703637" cy="2339975"/>
            <a:chOff x="655638" y="1303338"/>
            <a:chExt cx="7832725" cy="4948237"/>
          </a:xfrm>
        </p:grpSpPr>
        <p:sp>
          <p:nvSpPr>
            <p:cNvPr id="42985" name="Freeform 2"/>
            <p:cNvSpPr>
              <a:spLocks/>
            </p:cNvSpPr>
            <p:nvPr/>
          </p:nvSpPr>
          <p:spPr bwMode="auto">
            <a:xfrm>
              <a:off x="655638" y="1303338"/>
              <a:ext cx="7832725" cy="3249612"/>
            </a:xfrm>
            <a:custGeom>
              <a:avLst/>
              <a:gdLst>
                <a:gd name="T0" fmla="*/ 2147483647 w 4934"/>
                <a:gd name="T1" fmla="*/ 2147483647 h 2047"/>
                <a:gd name="T2" fmla="*/ 2147483647 w 4934"/>
                <a:gd name="T3" fmla="*/ 2147483647 h 2047"/>
                <a:gd name="T4" fmla="*/ 2147483647 w 4934"/>
                <a:gd name="T5" fmla="*/ 2147483647 h 2047"/>
                <a:gd name="T6" fmla="*/ 2147483647 w 4934"/>
                <a:gd name="T7" fmla="*/ 2147483647 h 2047"/>
                <a:gd name="T8" fmla="*/ 2147483647 w 4934"/>
                <a:gd name="T9" fmla="*/ 2147483647 h 2047"/>
                <a:gd name="T10" fmla="*/ 2147483647 w 4934"/>
                <a:gd name="T11" fmla="*/ 2147483647 h 2047"/>
                <a:gd name="T12" fmla="*/ 2147483647 w 4934"/>
                <a:gd name="T13" fmla="*/ 2147483647 h 2047"/>
                <a:gd name="T14" fmla="*/ 2147483647 w 4934"/>
                <a:gd name="T15" fmla="*/ 2147483647 h 2047"/>
                <a:gd name="T16" fmla="*/ 2147483647 w 4934"/>
                <a:gd name="T17" fmla="*/ 2147483647 h 2047"/>
                <a:gd name="T18" fmla="*/ 2147483647 w 4934"/>
                <a:gd name="T19" fmla="*/ 2147483647 h 2047"/>
                <a:gd name="T20" fmla="*/ 2147483647 w 4934"/>
                <a:gd name="T21" fmla="*/ 2147483647 h 2047"/>
                <a:gd name="T22" fmla="*/ 2147483647 w 4934"/>
                <a:gd name="T23" fmla="*/ 2147483647 h 2047"/>
                <a:gd name="T24" fmla="*/ 2147483647 w 4934"/>
                <a:gd name="T25" fmla="*/ 2147483647 h 2047"/>
                <a:gd name="T26" fmla="*/ 2147483647 w 4934"/>
                <a:gd name="T27" fmla="*/ 2147483647 h 2047"/>
                <a:gd name="T28" fmla="*/ 2147483647 w 4934"/>
                <a:gd name="T29" fmla="*/ 2147483647 h 2047"/>
                <a:gd name="T30" fmla="*/ 2147483647 w 4934"/>
                <a:gd name="T31" fmla="*/ 2147483647 h 2047"/>
                <a:gd name="T32" fmla="*/ 2147483647 w 4934"/>
                <a:gd name="T33" fmla="*/ 2147483647 h 2047"/>
                <a:gd name="T34" fmla="*/ 2147483647 w 4934"/>
                <a:gd name="T35" fmla="*/ 2147483647 h 2047"/>
                <a:gd name="T36" fmla="*/ 2147483647 w 4934"/>
                <a:gd name="T37" fmla="*/ 0 h 2047"/>
                <a:gd name="T38" fmla="*/ 2147483647 w 4934"/>
                <a:gd name="T39" fmla="*/ 2147483647 h 2047"/>
                <a:gd name="T40" fmla="*/ 2147483647 w 4934"/>
                <a:gd name="T41" fmla="*/ 2147483647 h 2047"/>
                <a:gd name="T42" fmla="*/ 2147483647 w 4934"/>
                <a:gd name="T43" fmla="*/ 2147483647 h 2047"/>
                <a:gd name="T44" fmla="*/ 2147483647 w 4934"/>
                <a:gd name="T45" fmla="*/ 2147483647 h 2047"/>
                <a:gd name="T46" fmla="*/ 2147483647 w 4934"/>
                <a:gd name="T47" fmla="*/ 2147483647 h 2047"/>
                <a:gd name="T48" fmla="*/ 2147483647 w 4934"/>
                <a:gd name="T49" fmla="*/ 2147483647 h 2047"/>
                <a:gd name="T50" fmla="*/ 2147483647 w 4934"/>
                <a:gd name="T51" fmla="*/ 2147483647 h 2047"/>
                <a:gd name="T52" fmla="*/ 2147483647 w 4934"/>
                <a:gd name="T53" fmla="*/ 2147483647 h 2047"/>
                <a:gd name="T54" fmla="*/ 0 w 4934"/>
                <a:gd name="T55" fmla="*/ 2147483647 h 2047"/>
                <a:gd name="T56" fmla="*/ 2147483647 w 4934"/>
                <a:gd name="T57" fmla="*/ 2147483647 h 2047"/>
                <a:gd name="T58" fmla="*/ 2147483647 w 4934"/>
                <a:gd name="T59" fmla="*/ 2147483647 h 2047"/>
                <a:gd name="T60" fmla="*/ 2147483647 w 4934"/>
                <a:gd name="T61" fmla="*/ 2147483647 h 2047"/>
                <a:gd name="T62" fmla="*/ 2147483647 w 4934"/>
                <a:gd name="T63" fmla="*/ 2147483647 h 2047"/>
                <a:gd name="T64" fmla="*/ 2147483647 w 4934"/>
                <a:gd name="T65" fmla="*/ 2147483647 h 2047"/>
                <a:gd name="T66" fmla="*/ 2147483647 w 4934"/>
                <a:gd name="T67" fmla="*/ 2147483647 h 2047"/>
                <a:gd name="T68" fmla="*/ 2147483647 w 4934"/>
                <a:gd name="T69" fmla="*/ 2147483647 h 204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4934"/>
                <a:gd name="T106" fmla="*/ 0 h 2047"/>
                <a:gd name="T107" fmla="*/ 4934 w 4934"/>
                <a:gd name="T108" fmla="*/ 2047 h 204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4934" h="2047">
                  <a:moveTo>
                    <a:pt x="2942" y="1869"/>
                  </a:moveTo>
                  <a:lnTo>
                    <a:pt x="3271" y="1894"/>
                  </a:lnTo>
                  <a:lnTo>
                    <a:pt x="3506" y="1956"/>
                  </a:lnTo>
                  <a:lnTo>
                    <a:pt x="3657" y="1962"/>
                  </a:lnTo>
                  <a:lnTo>
                    <a:pt x="3843" y="1986"/>
                  </a:lnTo>
                  <a:lnTo>
                    <a:pt x="3975" y="1986"/>
                  </a:lnTo>
                  <a:lnTo>
                    <a:pt x="4107" y="1979"/>
                  </a:lnTo>
                  <a:lnTo>
                    <a:pt x="4219" y="1956"/>
                  </a:lnTo>
                  <a:lnTo>
                    <a:pt x="4323" y="1924"/>
                  </a:lnTo>
                  <a:lnTo>
                    <a:pt x="4473" y="1906"/>
                  </a:lnTo>
                  <a:lnTo>
                    <a:pt x="4577" y="1894"/>
                  </a:lnTo>
                  <a:lnTo>
                    <a:pt x="4624" y="1888"/>
                  </a:lnTo>
                  <a:lnTo>
                    <a:pt x="4783" y="1906"/>
                  </a:lnTo>
                  <a:lnTo>
                    <a:pt x="4934" y="1906"/>
                  </a:lnTo>
                  <a:lnTo>
                    <a:pt x="4934" y="735"/>
                  </a:lnTo>
                  <a:lnTo>
                    <a:pt x="4839" y="661"/>
                  </a:lnTo>
                  <a:lnTo>
                    <a:pt x="4727" y="564"/>
                  </a:lnTo>
                  <a:lnTo>
                    <a:pt x="4577" y="466"/>
                  </a:lnTo>
                  <a:lnTo>
                    <a:pt x="4369" y="374"/>
                  </a:lnTo>
                  <a:lnTo>
                    <a:pt x="4247" y="319"/>
                  </a:lnTo>
                  <a:lnTo>
                    <a:pt x="4173" y="288"/>
                  </a:lnTo>
                  <a:lnTo>
                    <a:pt x="4088" y="264"/>
                  </a:lnTo>
                  <a:lnTo>
                    <a:pt x="4013" y="245"/>
                  </a:lnTo>
                  <a:lnTo>
                    <a:pt x="3881" y="239"/>
                  </a:lnTo>
                  <a:lnTo>
                    <a:pt x="3787" y="239"/>
                  </a:lnTo>
                  <a:lnTo>
                    <a:pt x="3721" y="239"/>
                  </a:lnTo>
                  <a:lnTo>
                    <a:pt x="3534" y="233"/>
                  </a:lnTo>
                  <a:lnTo>
                    <a:pt x="3346" y="196"/>
                  </a:lnTo>
                  <a:lnTo>
                    <a:pt x="3224" y="165"/>
                  </a:lnTo>
                  <a:lnTo>
                    <a:pt x="3102" y="153"/>
                  </a:lnTo>
                  <a:lnTo>
                    <a:pt x="2895" y="147"/>
                  </a:lnTo>
                  <a:lnTo>
                    <a:pt x="2744" y="141"/>
                  </a:lnTo>
                  <a:lnTo>
                    <a:pt x="2622" y="110"/>
                  </a:lnTo>
                  <a:lnTo>
                    <a:pt x="2519" y="86"/>
                  </a:lnTo>
                  <a:lnTo>
                    <a:pt x="2428" y="73"/>
                  </a:lnTo>
                  <a:lnTo>
                    <a:pt x="2226" y="30"/>
                  </a:lnTo>
                  <a:lnTo>
                    <a:pt x="2142" y="12"/>
                  </a:lnTo>
                  <a:lnTo>
                    <a:pt x="2001" y="0"/>
                  </a:lnTo>
                  <a:lnTo>
                    <a:pt x="1851" y="18"/>
                  </a:lnTo>
                  <a:lnTo>
                    <a:pt x="1671" y="55"/>
                  </a:lnTo>
                  <a:lnTo>
                    <a:pt x="1512" y="91"/>
                  </a:lnTo>
                  <a:lnTo>
                    <a:pt x="1184" y="165"/>
                  </a:lnTo>
                  <a:lnTo>
                    <a:pt x="1024" y="190"/>
                  </a:lnTo>
                  <a:lnTo>
                    <a:pt x="817" y="239"/>
                  </a:lnTo>
                  <a:lnTo>
                    <a:pt x="695" y="270"/>
                  </a:lnTo>
                  <a:lnTo>
                    <a:pt x="544" y="313"/>
                  </a:lnTo>
                  <a:lnTo>
                    <a:pt x="460" y="350"/>
                  </a:lnTo>
                  <a:lnTo>
                    <a:pt x="356" y="417"/>
                  </a:lnTo>
                  <a:lnTo>
                    <a:pt x="290" y="478"/>
                  </a:lnTo>
                  <a:lnTo>
                    <a:pt x="210" y="508"/>
                  </a:lnTo>
                  <a:lnTo>
                    <a:pt x="140" y="551"/>
                  </a:lnTo>
                  <a:lnTo>
                    <a:pt x="93" y="600"/>
                  </a:lnTo>
                  <a:lnTo>
                    <a:pt x="52" y="639"/>
                  </a:lnTo>
                  <a:lnTo>
                    <a:pt x="9" y="698"/>
                  </a:lnTo>
                  <a:lnTo>
                    <a:pt x="0" y="741"/>
                  </a:lnTo>
                  <a:lnTo>
                    <a:pt x="0" y="1999"/>
                  </a:lnTo>
                  <a:lnTo>
                    <a:pt x="178" y="2035"/>
                  </a:lnTo>
                  <a:lnTo>
                    <a:pt x="328" y="2035"/>
                  </a:lnTo>
                  <a:lnTo>
                    <a:pt x="460" y="2042"/>
                  </a:lnTo>
                  <a:lnTo>
                    <a:pt x="554" y="2047"/>
                  </a:lnTo>
                  <a:lnTo>
                    <a:pt x="648" y="2042"/>
                  </a:lnTo>
                  <a:lnTo>
                    <a:pt x="760" y="2035"/>
                  </a:lnTo>
                  <a:lnTo>
                    <a:pt x="855" y="2016"/>
                  </a:lnTo>
                  <a:lnTo>
                    <a:pt x="996" y="1992"/>
                  </a:lnTo>
                  <a:lnTo>
                    <a:pt x="1099" y="1973"/>
                  </a:lnTo>
                  <a:lnTo>
                    <a:pt x="1193" y="1962"/>
                  </a:lnTo>
                  <a:lnTo>
                    <a:pt x="1305" y="1930"/>
                  </a:lnTo>
                  <a:lnTo>
                    <a:pt x="1446" y="1888"/>
                  </a:lnTo>
                  <a:lnTo>
                    <a:pt x="1587" y="1881"/>
                  </a:lnTo>
                  <a:lnTo>
                    <a:pt x="1756" y="1869"/>
                  </a:lnTo>
                  <a:lnTo>
                    <a:pt x="2942" y="1869"/>
                  </a:lnTo>
                  <a:close/>
                </a:path>
              </a:pathLst>
            </a:custGeom>
            <a:solidFill>
              <a:srgbClr val="A05000"/>
            </a:solidFill>
            <a:ln w="9525">
              <a:noFill/>
              <a:round/>
              <a:headEnd/>
              <a:tailEnd/>
            </a:ln>
          </p:spPr>
          <p:txBody>
            <a:bodyPr/>
            <a:lstStyle/>
            <a:p>
              <a:endParaRPr lang="nl-BE"/>
            </a:p>
          </p:txBody>
        </p:sp>
        <p:sp>
          <p:nvSpPr>
            <p:cNvPr id="42986" name="Freeform 3"/>
            <p:cNvSpPr>
              <a:spLocks/>
            </p:cNvSpPr>
            <p:nvPr/>
          </p:nvSpPr>
          <p:spPr bwMode="auto">
            <a:xfrm>
              <a:off x="7148513" y="1735138"/>
              <a:ext cx="1339850" cy="1311275"/>
            </a:xfrm>
            <a:custGeom>
              <a:avLst/>
              <a:gdLst>
                <a:gd name="T0" fmla="*/ 2147483647 w 844"/>
                <a:gd name="T1" fmla="*/ 2147483647 h 826"/>
                <a:gd name="T2" fmla="*/ 2147483647 w 844"/>
                <a:gd name="T3" fmla="*/ 2147483647 h 826"/>
                <a:gd name="T4" fmla="*/ 2147483647 w 844"/>
                <a:gd name="T5" fmla="*/ 2147483647 h 826"/>
                <a:gd name="T6" fmla="*/ 2147483647 w 844"/>
                <a:gd name="T7" fmla="*/ 2147483647 h 826"/>
                <a:gd name="T8" fmla="*/ 2147483647 w 844"/>
                <a:gd name="T9" fmla="*/ 2147483647 h 826"/>
                <a:gd name="T10" fmla="*/ 2147483647 w 844"/>
                <a:gd name="T11" fmla="*/ 2147483647 h 826"/>
                <a:gd name="T12" fmla="*/ 2147483647 w 844"/>
                <a:gd name="T13" fmla="*/ 2147483647 h 826"/>
                <a:gd name="T14" fmla="*/ 0 w 844"/>
                <a:gd name="T15" fmla="*/ 0 h 826"/>
                <a:gd name="T16" fmla="*/ 2147483647 w 844"/>
                <a:gd name="T17" fmla="*/ 2147483647 h 826"/>
                <a:gd name="T18" fmla="*/ 2147483647 w 844"/>
                <a:gd name="T19" fmla="*/ 2147483647 h 826"/>
                <a:gd name="T20" fmla="*/ 2147483647 w 844"/>
                <a:gd name="T21" fmla="*/ 2147483647 h 826"/>
                <a:gd name="T22" fmla="*/ 2147483647 w 844"/>
                <a:gd name="T23" fmla="*/ 2147483647 h 826"/>
                <a:gd name="T24" fmla="*/ 2147483647 w 844"/>
                <a:gd name="T25" fmla="*/ 2147483647 h 826"/>
                <a:gd name="T26" fmla="*/ 2147483647 w 844"/>
                <a:gd name="T27" fmla="*/ 2147483647 h 826"/>
                <a:gd name="T28" fmla="*/ 2147483647 w 844"/>
                <a:gd name="T29" fmla="*/ 2147483647 h 826"/>
                <a:gd name="T30" fmla="*/ 2147483647 w 844"/>
                <a:gd name="T31" fmla="*/ 2147483647 h 826"/>
                <a:gd name="T32" fmla="*/ 2147483647 w 844"/>
                <a:gd name="T33" fmla="*/ 2147483647 h 826"/>
                <a:gd name="T34" fmla="*/ 2147483647 w 844"/>
                <a:gd name="T35" fmla="*/ 2147483647 h 826"/>
                <a:gd name="T36" fmla="*/ 2147483647 w 844"/>
                <a:gd name="T37" fmla="*/ 2147483647 h 826"/>
                <a:gd name="T38" fmla="*/ 2147483647 w 844"/>
                <a:gd name="T39" fmla="*/ 2147483647 h 826"/>
                <a:gd name="T40" fmla="*/ 2147483647 w 844"/>
                <a:gd name="T41" fmla="*/ 2147483647 h 826"/>
                <a:gd name="T42" fmla="*/ 2147483647 w 844"/>
                <a:gd name="T43" fmla="*/ 2147483647 h 826"/>
                <a:gd name="T44" fmla="*/ 2147483647 w 844"/>
                <a:gd name="T45" fmla="*/ 2147483647 h 826"/>
                <a:gd name="T46" fmla="*/ 2147483647 w 844"/>
                <a:gd name="T47" fmla="*/ 2147483647 h 82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844"/>
                <a:gd name="T73" fmla="*/ 0 h 826"/>
                <a:gd name="T74" fmla="*/ 844 w 844"/>
                <a:gd name="T75" fmla="*/ 826 h 82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844" h="826">
                  <a:moveTo>
                    <a:pt x="844" y="471"/>
                  </a:moveTo>
                  <a:lnTo>
                    <a:pt x="749" y="397"/>
                  </a:lnTo>
                  <a:lnTo>
                    <a:pt x="637" y="300"/>
                  </a:lnTo>
                  <a:lnTo>
                    <a:pt x="488" y="202"/>
                  </a:lnTo>
                  <a:lnTo>
                    <a:pt x="280" y="110"/>
                  </a:lnTo>
                  <a:lnTo>
                    <a:pt x="159" y="55"/>
                  </a:lnTo>
                  <a:lnTo>
                    <a:pt x="85" y="24"/>
                  </a:lnTo>
                  <a:lnTo>
                    <a:pt x="0" y="0"/>
                  </a:lnTo>
                  <a:lnTo>
                    <a:pt x="99" y="93"/>
                  </a:lnTo>
                  <a:lnTo>
                    <a:pt x="181" y="107"/>
                  </a:lnTo>
                  <a:lnTo>
                    <a:pt x="241" y="201"/>
                  </a:lnTo>
                  <a:lnTo>
                    <a:pt x="423" y="274"/>
                  </a:lnTo>
                  <a:lnTo>
                    <a:pt x="356" y="274"/>
                  </a:lnTo>
                  <a:lnTo>
                    <a:pt x="471" y="369"/>
                  </a:lnTo>
                  <a:lnTo>
                    <a:pt x="410" y="436"/>
                  </a:lnTo>
                  <a:lnTo>
                    <a:pt x="532" y="429"/>
                  </a:lnTo>
                  <a:lnTo>
                    <a:pt x="572" y="504"/>
                  </a:lnTo>
                  <a:lnTo>
                    <a:pt x="599" y="557"/>
                  </a:lnTo>
                  <a:lnTo>
                    <a:pt x="653" y="571"/>
                  </a:lnTo>
                  <a:lnTo>
                    <a:pt x="707" y="551"/>
                  </a:lnTo>
                  <a:lnTo>
                    <a:pt x="747" y="591"/>
                  </a:lnTo>
                  <a:lnTo>
                    <a:pt x="761" y="678"/>
                  </a:lnTo>
                  <a:lnTo>
                    <a:pt x="842" y="826"/>
                  </a:lnTo>
                  <a:lnTo>
                    <a:pt x="844" y="471"/>
                  </a:lnTo>
                  <a:close/>
                </a:path>
              </a:pathLst>
            </a:custGeom>
            <a:solidFill>
              <a:srgbClr val="402000"/>
            </a:solidFill>
            <a:ln w="9525">
              <a:noFill/>
              <a:round/>
              <a:headEnd/>
              <a:tailEnd/>
            </a:ln>
          </p:spPr>
          <p:txBody>
            <a:bodyPr/>
            <a:lstStyle/>
            <a:p>
              <a:endParaRPr lang="nl-BE"/>
            </a:p>
          </p:txBody>
        </p:sp>
        <p:sp>
          <p:nvSpPr>
            <p:cNvPr id="42987" name="Freeform 4"/>
            <p:cNvSpPr>
              <a:spLocks/>
            </p:cNvSpPr>
            <p:nvPr/>
          </p:nvSpPr>
          <p:spPr bwMode="auto">
            <a:xfrm>
              <a:off x="5402263" y="1554163"/>
              <a:ext cx="852487" cy="595312"/>
            </a:xfrm>
            <a:custGeom>
              <a:avLst/>
              <a:gdLst>
                <a:gd name="T0" fmla="*/ 2147483647 w 537"/>
                <a:gd name="T1" fmla="*/ 2147483647 h 375"/>
                <a:gd name="T2" fmla="*/ 2147483647 w 537"/>
                <a:gd name="T3" fmla="*/ 2147483647 h 375"/>
                <a:gd name="T4" fmla="*/ 2147483647 w 537"/>
                <a:gd name="T5" fmla="*/ 2147483647 h 375"/>
                <a:gd name="T6" fmla="*/ 2147483647 w 537"/>
                <a:gd name="T7" fmla="*/ 2147483647 h 375"/>
                <a:gd name="T8" fmla="*/ 2147483647 w 537"/>
                <a:gd name="T9" fmla="*/ 2147483647 h 375"/>
                <a:gd name="T10" fmla="*/ 2147483647 w 537"/>
                <a:gd name="T11" fmla="*/ 2147483647 h 375"/>
                <a:gd name="T12" fmla="*/ 2147483647 w 537"/>
                <a:gd name="T13" fmla="*/ 2147483647 h 375"/>
                <a:gd name="T14" fmla="*/ 0 w 537"/>
                <a:gd name="T15" fmla="*/ 2147483647 h 375"/>
                <a:gd name="T16" fmla="*/ 2147483647 w 537"/>
                <a:gd name="T17" fmla="*/ 2147483647 h 375"/>
                <a:gd name="T18" fmla="*/ 2147483647 w 537"/>
                <a:gd name="T19" fmla="*/ 2147483647 h 375"/>
                <a:gd name="T20" fmla="*/ 2147483647 w 537"/>
                <a:gd name="T21" fmla="*/ 2147483647 h 375"/>
                <a:gd name="T22" fmla="*/ 2147483647 w 537"/>
                <a:gd name="T23" fmla="*/ 2147483647 h 375"/>
                <a:gd name="T24" fmla="*/ 2147483647 w 537"/>
                <a:gd name="T25" fmla="*/ 2147483647 h 375"/>
                <a:gd name="T26" fmla="*/ 2147483647 w 537"/>
                <a:gd name="T27" fmla="*/ 2147483647 h 375"/>
                <a:gd name="T28" fmla="*/ 2147483647 w 537"/>
                <a:gd name="T29" fmla="*/ 2147483647 h 375"/>
                <a:gd name="T30" fmla="*/ 0 w 537"/>
                <a:gd name="T31" fmla="*/ 2147483647 h 375"/>
                <a:gd name="T32" fmla="*/ 2147483647 w 537"/>
                <a:gd name="T33" fmla="*/ 0 h 375"/>
                <a:gd name="T34" fmla="*/ 2147483647 w 537"/>
                <a:gd name="T35" fmla="*/ 2147483647 h 375"/>
                <a:gd name="T36" fmla="*/ 2147483647 w 537"/>
                <a:gd name="T37" fmla="*/ 2147483647 h 37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537"/>
                <a:gd name="T58" fmla="*/ 0 h 375"/>
                <a:gd name="T59" fmla="*/ 537 w 537"/>
                <a:gd name="T60" fmla="*/ 375 h 37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537" h="375">
                  <a:moveTo>
                    <a:pt x="218" y="18"/>
                  </a:moveTo>
                  <a:lnTo>
                    <a:pt x="360" y="53"/>
                  </a:lnTo>
                  <a:lnTo>
                    <a:pt x="537" y="83"/>
                  </a:lnTo>
                  <a:lnTo>
                    <a:pt x="325" y="153"/>
                  </a:lnTo>
                  <a:lnTo>
                    <a:pt x="228" y="204"/>
                  </a:lnTo>
                  <a:lnTo>
                    <a:pt x="137" y="264"/>
                  </a:lnTo>
                  <a:lnTo>
                    <a:pt x="112" y="294"/>
                  </a:lnTo>
                  <a:lnTo>
                    <a:pt x="0" y="375"/>
                  </a:lnTo>
                  <a:lnTo>
                    <a:pt x="36" y="284"/>
                  </a:lnTo>
                  <a:lnTo>
                    <a:pt x="16" y="209"/>
                  </a:lnTo>
                  <a:lnTo>
                    <a:pt x="72" y="204"/>
                  </a:lnTo>
                  <a:lnTo>
                    <a:pt x="97" y="158"/>
                  </a:lnTo>
                  <a:lnTo>
                    <a:pt x="21" y="118"/>
                  </a:lnTo>
                  <a:lnTo>
                    <a:pt x="102" y="83"/>
                  </a:lnTo>
                  <a:lnTo>
                    <a:pt x="82" y="43"/>
                  </a:lnTo>
                  <a:lnTo>
                    <a:pt x="0" y="3"/>
                  </a:lnTo>
                  <a:lnTo>
                    <a:pt x="88" y="0"/>
                  </a:lnTo>
                  <a:lnTo>
                    <a:pt x="152" y="8"/>
                  </a:lnTo>
                  <a:lnTo>
                    <a:pt x="218" y="18"/>
                  </a:lnTo>
                  <a:close/>
                </a:path>
              </a:pathLst>
            </a:custGeom>
            <a:solidFill>
              <a:srgbClr val="603000"/>
            </a:solidFill>
            <a:ln w="9525">
              <a:noFill/>
              <a:round/>
              <a:headEnd/>
              <a:tailEnd/>
            </a:ln>
          </p:spPr>
          <p:txBody>
            <a:bodyPr/>
            <a:lstStyle/>
            <a:p>
              <a:endParaRPr lang="nl-BE"/>
            </a:p>
          </p:txBody>
        </p:sp>
        <p:sp>
          <p:nvSpPr>
            <p:cNvPr id="42988" name="Freeform 5"/>
            <p:cNvSpPr>
              <a:spLocks/>
            </p:cNvSpPr>
            <p:nvPr/>
          </p:nvSpPr>
          <p:spPr bwMode="auto">
            <a:xfrm>
              <a:off x="4305300" y="1446213"/>
              <a:ext cx="708025" cy="646112"/>
            </a:xfrm>
            <a:custGeom>
              <a:avLst/>
              <a:gdLst>
                <a:gd name="T0" fmla="*/ 2147483647 w 446"/>
                <a:gd name="T1" fmla="*/ 2147483647 h 407"/>
                <a:gd name="T2" fmla="*/ 2147483647 w 446"/>
                <a:gd name="T3" fmla="*/ 2147483647 h 407"/>
                <a:gd name="T4" fmla="*/ 2147483647 w 446"/>
                <a:gd name="T5" fmla="*/ 0 h 407"/>
                <a:gd name="T6" fmla="*/ 2147483647 w 446"/>
                <a:gd name="T7" fmla="*/ 0 h 407"/>
                <a:gd name="T8" fmla="*/ 2147483647 w 446"/>
                <a:gd name="T9" fmla="*/ 2147483647 h 407"/>
                <a:gd name="T10" fmla="*/ 2147483647 w 446"/>
                <a:gd name="T11" fmla="*/ 2147483647 h 407"/>
                <a:gd name="T12" fmla="*/ 2147483647 w 446"/>
                <a:gd name="T13" fmla="*/ 2147483647 h 407"/>
                <a:gd name="T14" fmla="*/ 2147483647 w 446"/>
                <a:gd name="T15" fmla="*/ 2147483647 h 407"/>
                <a:gd name="T16" fmla="*/ 2147483647 w 446"/>
                <a:gd name="T17" fmla="*/ 2147483647 h 407"/>
                <a:gd name="T18" fmla="*/ 2147483647 w 446"/>
                <a:gd name="T19" fmla="*/ 2147483647 h 407"/>
                <a:gd name="T20" fmla="*/ 2147483647 w 446"/>
                <a:gd name="T21" fmla="*/ 2147483647 h 407"/>
                <a:gd name="T22" fmla="*/ 2147483647 w 446"/>
                <a:gd name="T23" fmla="*/ 2147483647 h 407"/>
                <a:gd name="T24" fmla="*/ 2147483647 w 446"/>
                <a:gd name="T25" fmla="*/ 2147483647 h 407"/>
                <a:gd name="T26" fmla="*/ 2147483647 w 446"/>
                <a:gd name="T27" fmla="*/ 2147483647 h 407"/>
                <a:gd name="T28" fmla="*/ 0 w 446"/>
                <a:gd name="T29" fmla="*/ 2147483647 h 407"/>
                <a:gd name="T30" fmla="*/ 2147483647 w 446"/>
                <a:gd name="T31" fmla="*/ 2147483647 h 407"/>
                <a:gd name="T32" fmla="*/ 2147483647 w 446"/>
                <a:gd name="T33" fmla="*/ 2147483647 h 407"/>
                <a:gd name="T34" fmla="*/ 2147483647 w 446"/>
                <a:gd name="T35" fmla="*/ 2147483647 h 407"/>
                <a:gd name="T36" fmla="*/ 2147483647 w 446"/>
                <a:gd name="T37" fmla="*/ 2147483647 h 407"/>
                <a:gd name="T38" fmla="*/ 2147483647 w 446"/>
                <a:gd name="T39" fmla="*/ 2147483647 h 407"/>
                <a:gd name="T40" fmla="*/ 2147483647 w 446"/>
                <a:gd name="T41" fmla="*/ 2147483647 h 407"/>
                <a:gd name="T42" fmla="*/ 2147483647 w 446"/>
                <a:gd name="T43" fmla="*/ 2147483647 h 407"/>
                <a:gd name="T44" fmla="*/ 2147483647 w 446"/>
                <a:gd name="T45" fmla="*/ 2147483647 h 407"/>
                <a:gd name="T46" fmla="*/ 2147483647 w 446"/>
                <a:gd name="T47" fmla="*/ 2147483647 h 40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446"/>
                <a:gd name="T73" fmla="*/ 0 h 407"/>
                <a:gd name="T74" fmla="*/ 446 w 446"/>
                <a:gd name="T75" fmla="*/ 407 h 407"/>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446" h="407">
                  <a:moveTo>
                    <a:pt x="446" y="65"/>
                  </a:moveTo>
                  <a:lnTo>
                    <a:pt x="326" y="28"/>
                  </a:lnTo>
                  <a:lnTo>
                    <a:pt x="186" y="0"/>
                  </a:lnTo>
                  <a:lnTo>
                    <a:pt x="126" y="0"/>
                  </a:lnTo>
                  <a:lnTo>
                    <a:pt x="146" y="40"/>
                  </a:lnTo>
                  <a:lnTo>
                    <a:pt x="188" y="40"/>
                  </a:lnTo>
                  <a:lnTo>
                    <a:pt x="172" y="96"/>
                  </a:lnTo>
                  <a:lnTo>
                    <a:pt x="228" y="91"/>
                  </a:lnTo>
                  <a:lnTo>
                    <a:pt x="182" y="120"/>
                  </a:lnTo>
                  <a:lnTo>
                    <a:pt x="136" y="176"/>
                  </a:lnTo>
                  <a:lnTo>
                    <a:pt x="177" y="171"/>
                  </a:lnTo>
                  <a:lnTo>
                    <a:pt x="86" y="247"/>
                  </a:lnTo>
                  <a:lnTo>
                    <a:pt x="141" y="221"/>
                  </a:lnTo>
                  <a:lnTo>
                    <a:pt x="106" y="257"/>
                  </a:lnTo>
                  <a:lnTo>
                    <a:pt x="0" y="326"/>
                  </a:lnTo>
                  <a:lnTo>
                    <a:pt x="50" y="326"/>
                  </a:lnTo>
                  <a:lnTo>
                    <a:pt x="20" y="367"/>
                  </a:lnTo>
                  <a:lnTo>
                    <a:pt x="30" y="407"/>
                  </a:lnTo>
                  <a:lnTo>
                    <a:pt x="86" y="352"/>
                  </a:lnTo>
                  <a:lnTo>
                    <a:pt x="136" y="272"/>
                  </a:lnTo>
                  <a:lnTo>
                    <a:pt x="259" y="231"/>
                  </a:lnTo>
                  <a:lnTo>
                    <a:pt x="284" y="171"/>
                  </a:lnTo>
                  <a:lnTo>
                    <a:pt x="349" y="96"/>
                  </a:lnTo>
                  <a:lnTo>
                    <a:pt x="446" y="65"/>
                  </a:lnTo>
                  <a:close/>
                </a:path>
              </a:pathLst>
            </a:custGeom>
            <a:solidFill>
              <a:srgbClr val="603000"/>
            </a:solidFill>
            <a:ln w="9525">
              <a:noFill/>
              <a:round/>
              <a:headEnd/>
              <a:tailEnd/>
            </a:ln>
          </p:spPr>
          <p:txBody>
            <a:bodyPr/>
            <a:lstStyle/>
            <a:p>
              <a:endParaRPr lang="nl-BE"/>
            </a:p>
          </p:txBody>
        </p:sp>
        <p:sp>
          <p:nvSpPr>
            <p:cNvPr id="42989" name="Freeform 6"/>
            <p:cNvSpPr>
              <a:spLocks/>
            </p:cNvSpPr>
            <p:nvPr/>
          </p:nvSpPr>
          <p:spPr bwMode="auto">
            <a:xfrm>
              <a:off x="2271713" y="1579563"/>
              <a:ext cx="1116012" cy="787400"/>
            </a:xfrm>
            <a:custGeom>
              <a:avLst/>
              <a:gdLst>
                <a:gd name="T0" fmla="*/ 2147483647 w 703"/>
                <a:gd name="T1" fmla="*/ 0 h 496"/>
                <a:gd name="T2" fmla="*/ 2147483647 w 703"/>
                <a:gd name="T3" fmla="*/ 2147483647 h 496"/>
                <a:gd name="T4" fmla="*/ 2147483647 w 703"/>
                <a:gd name="T5" fmla="*/ 2147483647 h 496"/>
                <a:gd name="T6" fmla="*/ 2147483647 w 703"/>
                <a:gd name="T7" fmla="*/ 2147483647 h 496"/>
                <a:gd name="T8" fmla="*/ 2147483647 w 703"/>
                <a:gd name="T9" fmla="*/ 2147483647 h 496"/>
                <a:gd name="T10" fmla="*/ 2147483647 w 703"/>
                <a:gd name="T11" fmla="*/ 2147483647 h 496"/>
                <a:gd name="T12" fmla="*/ 2147483647 w 703"/>
                <a:gd name="T13" fmla="*/ 2147483647 h 496"/>
                <a:gd name="T14" fmla="*/ 2147483647 w 703"/>
                <a:gd name="T15" fmla="*/ 2147483647 h 496"/>
                <a:gd name="T16" fmla="*/ 2147483647 w 703"/>
                <a:gd name="T17" fmla="*/ 2147483647 h 496"/>
                <a:gd name="T18" fmla="*/ 2147483647 w 703"/>
                <a:gd name="T19" fmla="*/ 2147483647 h 496"/>
                <a:gd name="T20" fmla="*/ 2147483647 w 703"/>
                <a:gd name="T21" fmla="*/ 2147483647 h 496"/>
                <a:gd name="T22" fmla="*/ 2147483647 w 703"/>
                <a:gd name="T23" fmla="*/ 2147483647 h 496"/>
                <a:gd name="T24" fmla="*/ 2147483647 w 703"/>
                <a:gd name="T25" fmla="*/ 2147483647 h 496"/>
                <a:gd name="T26" fmla="*/ 2147483647 w 703"/>
                <a:gd name="T27" fmla="*/ 2147483647 h 496"/>
                <a:gd name="T28" fmla="*/ 2147483647 w 703"/>
                <a:gd name="T29" fmla="*/ 2147483647 h 496"/>
                <a:gd name="T30" fmla="*/ 2147483647 w 703"/>
                <a:gd name="T31" fmla="*/ 2147483647 h 496"/>
                <a:gd name="T32" fmla="*/ 2147483647 w 703"/>
                <a:gd name="T33" fmla="*/ 2147483647 h 496"/>
                <a:gd name="T34" fmla="*/ 2147483647 w 703"/>
                <a:gd name="T35" fmla="*/ 2147483647 h 496"/>
                <a:gd name="T36" fmla="*/ 0 w 703"/>
                <a:gd name="T37" fmla="*/ 2147483647 h 496"/>
                <a:gd name="T38" fmla="*/ 2147483647 w 703"/>
                <a:gd name="T39" fmla="*/ 2147483647 h 496"/>
                <a:gd name="T40" fmla="*/ 2147483647 w 703"/>
                <a:gd name="T41" fmla="*/ 0 h 49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03"/>
                <a:gd name="T64" fmla="*/ 0 h 496"/>
                <a:gd name="T65" fmla="*/ 703 w 703"/>
                <a:gd name="T66" fmla="*/ 496 h 49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03" h="496">
                  <a:moveTo>
                    <a:pt x="161" y="0"/>
                  </a:moveTo>
                  <a:lnTo>
                    <a:pt x="311" y="73"/>
                  </a:lnTo>
                  <a:lnTo>
                    <a:pt x="440" y="167"/>
                  </a:lnTo>
                  <a:lnTo>
                    <a:pt x="540" y="254"/>
                  </a:lnTo>
                  <a:lnTo>
                    <a:pt x="628" y="375"/>
                  </a:lnTo>
                  <a:lnTo>
                    <a:pt x="703" y="496"/>
                  </a:lnTo>
                  <a:lnTo>
                    <a:pt x="474" y="402"/>
                  </a:lnTo>
                  <a:lnTo>
                    <a:pt x="547" y="362"/>
                  </a:lnTo>
                  <a:lnTo>
                    <a:pt x="460" y="302"/>
                  </a:lnTo>
                  <a:lnTo>
                    <a:pt x="494" y="281"/>
                  </a:lnTo>
                  <a:lnTo>
                    <a:pt x="318" y="268"/>
                  </a:lnTo>
                  <a:lnTo>
                    <a:pt x="413" y="221"/>
                  </a:lnTo>
                  <a:lnTo>
                    <a:pt x="291" y="187"/>
                  </a:lnTo>
                  <a:lnTo>
                    <a:pt x="345" y="160"/>
                  </a:lnTo>
                  <a:lnTo>
                    <a:pt x="203" y="133"/>
                  </a:lnTo>
                  <a:lnTo>
                    <a:pt x="270" y="87"/>
                  </a:lnTo>
                  <a:lnTo>
                    <a:pt x="138" y="66"/>
                  </a:lnTo>
                  <a:lnTo>
                    <a:pt x="61" y="80"/>
                  </a:lnTo>
                  <a:lnTo>
                    <a:pt x="0" y="48"/>
                  </a:lnTo>
                  <a:lnTo>
                    <a:pt x="57" y="17"/>
                  </a:lnTo>
                  <a:lnTo>
                    <a:pt x="161" y="0"/>
                  </a:lnTo>
                  <a:close/>
                </a:path>
              </a:pathLst>
            </a:custGeom>
            <a:solidFill>
              <a:srgbClr val="603000"/>
            </a:solidFill>
            <a:ln w="9525">
              <a:noFill/>
              <a:round/>
              <a:headEnd/>
              <a:tailEnd/>
            </a:ln>
          </p:spPr>
          <p:txBody>
            <a:bodyPr/>
            <a:lstStyle/>
            <a:p>
              <a:endParaRPr lang="nl-BE"/>
            </a:p>
          </p:txBody>
        </p:sp>
        <p:sp>
          <p:nvSpPr>
            <p:cNvPr id="42990" name="Freeform 7"/>
            <p:cNvSpPr>
              <a:spLocks/>
            </p:cNvSpPr>
            <p:nvPr/>
          </p:nvSpPr>
          <p:spPr bwMode="auto">
            <a:xfrm>
              <a:off x="984250" y="2078038"/>
              <a:ext cx="1031875" cy="695325"/>
            </a:xfrm>
            <a:custGeom>
              <a:avLst/>
              <a:gdLst>
                <a:gd name="T0" fmla="*/ 0 w 650"/>
                <a:gd name="T1" fmla="*/ 2147483647 h 438"/>
                <a:gd name="T2" fmla="*/ 2147483647 w 650"/>
                <a:gd name="T3" fmla="*/ 2147483647 h 438"/>
                <a:gd name="T4" fmla="*/ 2147483647 w 650"/>
                <a:gd name="T5" fmla="*/ 0 h 438"/>
                <a:gd name="T6" fmla="*/ 2147483647 w 650"/>
                <a:gd name="T7" fmla="*/ 0 h 438"/>
                <a:gd name="T8" fmla="*/ 2147483647 w 650"/>
                <a:gd name="T9" fmla="*/ 2147483647 h 438"/>
                <a:gd name="T10" fmla="*/ 2147483647 w 650"/>
                <a:gd name="T11" fmla="*/ 2147483647 h 438"/>
                <a:gd name="T12" fmla="*/ 2147483647 w 650"/>
                <a:gd name="T13" fmla="*/ 2147483647 h 438"/>
                <a:gd name="T14" fmla="*/ 2147483647 w 650"/>
                <a:gd name="T15" fmla="*/ 2147483647 h 438"/>
                <a:gd name="T16" fmla="*/ 2147483647 w 650"/>
                <a:gd name="T17" fmla="*/ 2147483647 h 438"/>
                <a:gd name="T18" fmla="*/ 2147483647 w 650"/>
                <a:gd name="T19" fmla="*/ 2147483647 h 438"/>
                <a:gd name="T20" fmla="*/ 2147483647 w 650"/>
                <a:gd name="T21" fmla="*/ 2147483647 h 438"/>
                <a:gd name="T22" fmla="*/ 2147483647 w 650"/>
                <a:gd name="T23" fmla="*/ 2147483647 h 438"/>
                <a:gd name="T24" fmla="*/ 2147483647 w 650"/>
                <a:gd name="T25" fmla="*/ 2147483647 h 438"/>
                <a:gd name="T26" fmla="*/ 2147483647 w 650"/>
                <a:gd name="T27" fmla="*/ 2147483647 h 438"/>
                <a:gd name="T28" fmla="*/ 2147483647 w 650"/>
                <a:gd name="T29" fmla="*/ 2147483647 h 438"/>
                <a:gd name="T30" fmla="*/ 2147483647 w 650"/>
                <a:gd name="T31" fmla="*/ 2147483647 h 438"/>
                <a:gd name="T32" fmla="*/ 2147483647 w 650"/>
                <a:gd name="T33" fmla="*/ 2147483647 h 438"/>
                <a:gd name="T34" fmla="*/ 2147483647 w 650"/>
                <a:gd name="T35" fmla="*/ 2147483647 h 438"/>
                <a:gd name="T36" fmla="*/ 2147483647 w 650"/>
                <a:gd name="T37" fmla="*/ 2147483647 h 438"/>
                <a:gd name="T38" fmla="*/ 2147483647 w 650"/>
                <a:gd name="T39" fmla="*/ 2147483647 h 438"/>
                <a:gd name="T40" fmla="*/ 2147483647 w 650"/>
                <a:gd name="T41" fmla="*/ 2147483647 h 438"/>
                <a:gd name="T42" fmla="*/ 2147483647 w 650"/>
                <a:gd name="T43" fmla="*/ 2147483647 h 438"/>
                <a:gd name="T44" fmla="*/ 2147483647 w 650"/>
                <a:gd name="T45" fmla="*/ 2147483647 h 438"/>
                <a:gd name="T46" fmla="*/ 2147483647 w 650"/>
                <a:gd name="T47" fmla="*/ 2147483647 h 438"/>
                <a:gd name="T48" fmla="*/ 2147483647 w 650"/>
                <a:gd name="T49" fmla="*/ 2147483647 h 438"/>
                <a:gd name="T50" fmla="*/ 2147483647 w 650"/>
                <a:gd name="T51" fmla="*/ 2147483647 h 438"/>
                <a:gd name="T52" fmla="*/ 2147483647 w 650"/>
                <a:gd name="T53" fmla="*/ 2147483647 h 438"/>
                <a:gd name="T54" fmla="*/ 2147483647 w 650"/>
                <a:gd name="T55" fmla="*/ 2147483647 h 438"/>
                <a:gd name="T56" fmla="*/ 2147483647 w 650"/>
                <a:gd name="T57" fmla="*/ 2147483647 h 438"/>
                <a:gd name="T58" fmla="*/ 2147483647 w 650"/>
                <a:gd name="T59" fmla="*/ 2147483647 h 438"/>
                <a:gd name="T60" fmla="*/ 2147483647 w 650"/>
                <a:gd name="T61" fmla="*/ 2147483647 h 438"/>
                <a:gd name="T62" fmla="*/ 2147483647 w 650"/>
                <a:gd name="T63" fmla="*/ 2147483647 h 438"/>
                <a:gd name="T64" fmla="*/ 2147483647 w 650"/>
                <a:gd name="T65" fmla="*/ 2147483647 h 438"/>
                <a:gd name="T66" fmla="*/ 2147483647 w 650"/>
                <a:gd name="T67" fmla="*/ 2147483647 h 438"/>
                <a:gd name="T68" fmla="*/ 2147483647 w 650"/>
                <a:gd name="T69" fmla="*/ 2147483647 h 438"/>
                <a:gd name="T70" fmla="*/ 2147483647 w 650"/>
                <a:gd name="T71" fmla="*/ 2147483647 h 438"/>
                <a:gd name="T72" fmla="*/ 2147483647 w 650"/>
                <a:gd name="T73" fmla="*/ 2147483647 h 438"/>
                <a:gd name="T74" fmla="*/ 0 w 650"/>
                <a:gd name="T75" fmla="*/ 2147483647 h 43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650"/>
                <a:gd name="T115" fmla="*/ 0 h 438"/>
                <a:gd name="T116" fmla="*/ 650 w 650"/>
                <a:gd name="T117" fmla="*/ 438 h 438"/>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650" h="438">
                  <a:moveTo>
                    <a:pt x="0" y="31"/>
                  </a:moveTo>
                  <a:lnTo>
                    <a:pt x="35" y="16"/>
                  </a:lnTo>
                  <a:lnTo>
                    <a:pt x="78" y="0"/>
                  </a:lnTo>
                  <a:lnTo>
                    <a:pt x="114" y="0"/>
                  </a:lnTo>
                  <a:lnTo>
                    <a:pt x="152" y="10"/>
                  </a:lnTo>
                  <a:lnTo>
                    <a:pt x="207" y="33"/>
                  </a:lnTo>
                  <a:lnTo>
                    <a:pt x="268" y="86"/>
                  </a:lnTo>
                  <a:lnTo>
                    <a:pt x="344" y="128"/>
                  </a:lnTo>
                  <a:lnTo>
                    <a:pt x="420" y="171"/>
                  </a:lnTo>
                  <a:lnTo>
                    <a:pt x="466" y="217"/>
                  </a:lnTo>
                  <a:lnTo>
                    <a:pt x="498" y="260"/>
                  </a:lnTo>
                  <a:lnTo>
                    <a:pt x="567" y="332"/>
                  </a:lnTo>
                  <a:lnTo>
                    <a:pt x="617" y="390"/>
                  </a:lnTo>
                  <a:lnTo>
                    <a:pt x="650" y="438"/>
                  </a:lnTo>
                  <a:lnTo>
                    <a:pt x="610" y="436"/>
                  </a:lnTo>
                  <a:lnTo>
                    <a:pt x="567" y="403"/>
                  </a:lnTo>
                  <a:lnTo>
                    <a:pt x="584" y="383"/>
                  </a:lnTo>
                  <a:lnTo>
                    <a:pt x="526" y="362"/>
                  </a:lnTo>
                  <a:lnTo>
                    <a:pt x="536" y="350"/>
                  </a:lnTo>
                  <a:lnTo>
                    <a:pt x="490" y="335"/>
                  </a:lnTo>
                  <a:lnTo>
                    <a:pt x="500" y="303"/>
                  </a:lnTo>
                  <a:lnTo>
                    <a:pt x="446" y="288"/>
                  </a:lnTo>
                  <a:lnTo>
                    <a:pt x="446" y="255"/>
                  </a:lnTo>
                  <a:lnTo>
                    <a:pt x="369" y="242"/>
                  </a:lnTo>
                  <a:lnTo>
                    <a:pt x="420" y="219"/>
                  </a:lnTo>
                  <a:lnTo>
                    <a:pt x="357" y="202"/>
                  </a:lnTo>
                  <a:lnTo>
                    <a:pt x="349" y="164"/>
                  </a:lnTo>
                  <a:lnTo>
                    <a:pt x="250" y="161"/>
                  </a:lnTo>
                  <a:lnTo>
                    <a:pt x="291" y="126"/>
                  </a:lnTo>
                  <a:lnTo>
                    <a:pt x="207" y="123"/>
                  </a:lnTo>
                  <a:lnTo>
                    <a:pt x="222" y="99"/>
                  </a:lnTo>
                  <a:lnTo>
                    <a:pt x="119" y="86"/>
                  </a:lnTo>
                  <a:lnTo>
                    <a:pt x="162" y="56"/>
                  </a:lnTo>
                  <a:lnTo>
                    <a:pt x="91" y="33"/>
                  </a:lnTo>
                  <a:lnTo>
                    <a:pt x="99" y="16"/>
                  </a:lnTo>
                  <a:lnTo>
                    <a:pt x="33" y="48"/>
                  </a:lnTo>
                  <a:lnTo>
                    <a:pt x="38" y="31"/>
                  </a:lnTo>
                  <a:lnTo>
                    <a:pt x="0" y="31"/>
                  </a:lnTo>
                  <a:close/>
                </a:path>
              </a:pathLst>
            </a:custGeom>
            <a:solidFill>
              <a:srgbClr val="402000"/>
            </a:solidFill>
            <a:ln w="9525">
              <a:noFill/>
              <a:round/>
              <a:headEnd/>
              <a:tailEnd/>
            </a:ln>
          </p:spPr>
          <p:txBody>
            <a:bodyPr/>
            <a:lstStyle/>
            <a:p>
              <a:endParaRPr lang="nl-BE"/>
            </a:p>
          </p:txBody>
        </p:sp>
        <p:sp>
          <p:nvSpPr>
            <p:cNvPr id="42991" name="Freeform 8"/>
            <p:cNvSpPr>
              <a:spLocks/>
            </p:cNvSpPr>
            <p:nvPr/>
          </p:nvSpPr>
          <p:spPr bwMode="auto">
            <a:xfrm>
              <a:off x="655638" y="4279900"/>
              <a:ext cx="7832725" cy="1970088"/>
            </a:xfrm>
            <a:custGeom>
              <a:avLst/>
              <a:gdLst>
                <a:gd name="T0" fmla="*/ 0 w 4934"/>
                <a:gd name="T1" fmla="*/ 0 h 1241"/>
                <a:gd name="T2" fmla="*/ 2147483647 w 4934"/>
                <a:gd name="T3" fmla="*/ 0 h 1241"/>
                <a:gd name="T4" fmla="*/ 2147483647 w 4934"/>
                <a:gd name="T5" fmla="*/ 2147483647 h 1241"/>
                <a:gd name="T6" fmla="*/ 2147483647 w 4934"/>
                <a:gd name="T7" fmla="*/ 2147483647 h 1241"/>
                <a:gd name="T8" fmla="*/ 0 w 4934"/>
                <a:gd name="T9" fmla="*/ 0 h 1241"/>
                <a:gd name="T10" fmla="*/ 0 60000 65536"/>
                <a:gd name="T11" fmla="*/ 0 60000 65536"/>
                <a:gd name="T12" fmla="*/ 0 60000 65536"/>
                <a:gd name="T13" fmla="*/ 0 60000 65536"/>
                <a:gd name="T14" fmla="*/ 0 60000 65536"/>
                <a:gd name="T15" fmla="*/ 0 w 4934"/>
                <a:gd name="T16" fmla="*/ 0 h 1241"/>
                <a:gd name="T17" fmla="*/ 4934 w 4934"/>
                <a:gd name="T18" fmla="*/ 1241 h 1241"/>
              </a:gdLst>
              <a:ahLst/>
              <a:cxnLst>
                <a:cxn ang="T10">
                  <a:pos x="T0" y="T1"/>
                </a:cxn>
                <a:cxn ang="T11">
                  <a:pos x="T2" y="T3"/>
                </a:cxn>
                <a:cxn ang="T12">
                  <a:pos x="T4" y="T5"/>
                </a:cxn>
                <a:cxn ang="T13">
                  <a:pos x="T6" y="T7"/>
                </a:cxn>
                <a:cxn ang="T14">
                  <a:pos x="T8" y="T9"/>
                </a:cxn>
              </a:cxnLst>
              <a:rect l="T15" t="T16" r="T17" b="T18"/>
              <a:pathLst>
                <a:path w="4934" h="1241">
                  <a:moveTo>
                    <a:pt x="0" y="0"/>
                  </a:moveTo>
                  <a:lnTo>
                    <a:pt x="4934" y="0"/>
                  </a:lnTo>
                  <a:lnTo>
                    <a:pt x="4934" y="1241"/>
                  </a:lnTo>
                  <a:lnTo>
                    <a:pt x="2" y="1241"/>
                  </a:lnTo>
                  <a:lnTo>
                    <a:pt x="0" y="0"/>
                  </a:lnTo>
                  <a:close/>
                </a:path>
              </a:pathLst>
            </a:custGeom>
            <a:solidFill>
              <a:srgbClr val="008000"/>
            </a:solidFill>
            <a:ln w="9525">
              <a:noFill/>
              <a:round/>
              <a:headEnd/>
              <a:tailEnd/>
            </a:ln>
          </p:spPr>
          <p:txBody>
            <a:bodyPr/>
            <a:lstStyle/>
            <a:p>
              <a:endParaRPr lang="nl-BE"/>
            </a:p>
          </p:txBody>
        </p:sp>
        <p:sp>
          <p:nvSpPr>
            <p:cNvPr id="42992" name="Freeform 9"/>
            <p:cNvSpPr>
              <a:spLocks/>
            </p:cNvSpPr>
            <p:nvPr/>
          </p:nvSpPr>
          <p:spPr bwMode="auto">
            <a:xfrm>
              <a:off x="3810000" y="2717800"/>
              <a:ext cx="3657600" cy="1604963"/>
            </a:xfrm>
            <a:custGeom>
              <a:avLst/>
              <a:gdLst>
                <a:gd name="T0" fmla="*/ 2147483647 w 1455"/>
                <a:gd name="T1" fmla="*/ 2147483647 h 924"/>
                <a:gd name="T2" fmla="*/ 2147483647 w 1455"/>
                <a:gd name="T3" fmla="*/ 0 h 924"/>
                <a:gd name="T4" fmla="*/ 2147483647 w 1455"/>
                <a:gd name="T5" fmla="*/ 2147483647 h 924"/>
                <a:gd name="T6" fmla="*/ 2147483647 w 1455"/>
                <a:gd name="T7" fmla="*/ 0 h 924"/>
                <a:gd name="T8" fmla="*/ 2147483647 w 1455"/>
                <a:gd name="T9" fmla="*/ 2147483647 h 924"/>
                <a:gd name="T10" fmla="*/ 2147483647 w 1455"/>
                <a:gd name="T11" fmla="*/ 2147483647 h 924"/>
                <a:gd name="T12" fmla="*/ 2147483647 w 1455"/>
                <a:gd name="T13" fmla="*/ 2147483647 h 924"/>
                <a:gd name="T14" fmla="*/ 2147483647 w 1455"/>
                <a:gd name="T15" fmla="*/ 2147483647 h 924"/>
                <a:gd name="T16" fmla="*/ 2147483647 w 1455"/>
                <a:gd name="T17" fmla="*/ 2147483647 h 924"/>
                <a:gd name="T18" fmla="*/ 2147483647 w 1455"/>
                <a:gd name="T19" fmla="*/ 2147483647 h 924"/>
                <a:gd name="T20" fmla="*/ 2147483647 w 1455"/>
                <a:gd name="T21" fmla="*/ 2147483647 h 924"/>
                <a:gd name="T22" fmla="*/ 2147483647 w 1455"/>
                <a:gd name="T23" fmla="*/ 2147483647 h 924"/>
                <a:gd name="T24" fmla="*/ 2147483647 w 1455"/>
                <a:gd name="T25" fmla="*/ 2147483647 h 924"/>
                <a:gd name="T26" fmla="*/ 2147483647 w 1455"/>
                <a:gd name="T27" fmla="*/ 2147483647 h 924"/>
                <a:gd name="T28" fmla="*/ 2147483647 w 1455"/>
                <a:gd name="T29" fmla="*/ 2147483647 h 924"/>
                <a:gd name="T30" fmla="*/ 2147483647 w 1455"/>
                <a:gd name="T31" fmla="*/ 2147483647 h 924"/>
                <a:gd name="T32" fmla="*/ 2147483647 w 1455"/>
                <a:gd name="T33" fmla="*/ 2147483647 h 924"/>
                <a:gd name="T34" fmla="*/ 2147483647 w 1455"/>
                <a:gd name="T35" fmla="*/ 2147483647 h 924"/>
                <a:gd name="T36" fmla="*/ 2147483647 w 1455"/>
                <a:gd name="T37" fmla="*/ 2147483647 h 924"/>
                <a:gd name="T38" fmla="*/ 2147483647 w 1455"/>
                <a:gd name="T39" fmla="*/ 2147483647 h 924"/>
                <a:gd name="T40" fmla="*/ 2147483647 w 1455"/>
                <a:gd name="T41" fmla="*/ 2147483647 h 924"/>
                <a:gd name="T42" fmla="*/ 2147483647 w 1455"/>
                <a:gd name="T43" fmla="*/ 2147483647 h 924"/>
                <a:gd name="T44" fmla="*/ 2147483647 w 1455"/>
                <a:gd name="T45" fmla="*/ 2147483647 h 924"/>
                <a:gd name="T46" fmla="*/ 2147483647 w 1455"/>
                <a:gd name="T47" fmla="*/ 2147483647 h 924"/>
                <a:gd name="T48" fmla="*/ 2147483647 w 1455"/>
                <a:gd name="T49" fmla="*/ 2147483647 h 924"/>
                <a:gd name="T50" fmla="*/ 2147483647 w 1455"/>
                <a:gd name="T51" fmla="*/ 2147483647 h 924"/>
                <a:gd name="T52" fmla="*/ 2147483647 w 1455"/>
                <a:gd name="T53" fmla="*/ 2147483647 h 924"/>
                <a:gd name="T54" fmla="*/ 2147483647 w 1455"/>
                <a:gd name="T55" fmla="*/ 2147483647 h 924"/>
                <a:gd name="T56" fmla="*/ 2147483647 w 1455"/>
                <a:gd name="T57" fmla="*/ 2147483647 h 924"/>
                <a:gd name="T58" fmla="*/ 2147483647 w 1455"/>
                <a:gd name="T59" fmla="*/ 2147483647 h 924"/>
                <a:gd name="T60" fmla="*/ 2147483647 w 1455"/>
                <a:gd name="T61" fmla="*/ 2147483647 h 924"/>
                <a:gd name="T62" fmla="*/ 2147483647 w 1455"/>
                <a:gd name="T63" fmla="*/ 2147483647 h 924"/>
                <a:gd name="T64" fmla="*/ 0 w 1455"/>
                <a:gd name="T65" fmla="*/ 2147483647 h 924"/>
                <a:gd name="T66" fmla="*/ 2147483647 w 1455"/>
                <a:gd name="T67" fmla="*/ 2147483647 h 924"/>
                <a:gd name="T68" fmla="*/ 2147483647 w 1455"/>
                <a:gd name="T69" fmla="*/ 2147483647 h 924"/>
                <a:gd name="T70" fmla="*/ 2147483647 w 1455"/>
                <a:gd name="T71" fmla="*/ 2147483647 h 924"/>
                <a:gd name="T72" fmla="*/ 2147483647 w 1455"/>
                <a:gd name="T73" fmla="*/ 2147483647 h 924"/>
                <a:gd name="T74" fmla="*/ 2147483647 w 1455"/>
                <a:gd name="T75" fmla="*/ 2147483647 h 924"/>
                <a:gd name="T76" fmla="*/ 2147483647 w 1455"/>
                <a:gd name="T77" fmla="*/ 2147483647 h 924"/>
                <a:gd name="T78" fmla="*/ 2147483647 w 1455"/>
                <a:gd name="T79" fmla="*/ 2147483647 h 924"/>
                <a:gd name="T80" fmla="*/ 2147483647 w 1455"/>
                <a:gd name="T81" fmla="*/ 2147483647 h 924"/>
                <a:gd name="T82" fmla="*/ 2147483647 w 1455"/>
                <a:gd name="T83" fmla="*/ 2147483647 h 924"/>
                <a:gd name="T84" fmla="*/ 2147483647 w 1455"/>
                <a:gd name="T85" fmla="*/ 2147483647 h 924"/>
                <a:gd name="T86" fmla="*/ 2147483647 w 1455"/>
                <a:gd name="T87" fmla="*/ 2147483647 h 924"/>
                <a:gd name="T88" fmla="*/ 2147483647 w 1455"/>
                <a:gd name="T89" fmla="*/ 2147483647 h 924"/>
                <a:gd name="T90" fmla="*/ 2147483647 w 1455"/>
                <a:gd name="T91" fmla="*/ 2147483647 h 924"/>
                <a:gd name="T92" fmla="*/ 2147483647 w 1455"/>
                <a:gd name="T93" fmla="*/ 2147483647 h 924"/>
                <a:gd name="T94" fmla="*/ 2147483647 w 1455"/>
                <a:gd name="T95" fmla="*/ 2147483647 h 924"/>
                <a:gd name="T96" fmla="*/ 2147483647 w 1455"/>
                <a:gd name="T97" fmla="*/ 2147483647 h 924"/>
                <a:gd name="T98" fmla="*/ 2147483647 w 1455"/>
                <a:gd name="T99" fmla="*/ 2147483647 h 924"/>
                <a:gd name="T100" fmla="*/ 2147483647 w 1455"/>
                <a:gd name="T101" fmla="*/ 2147483647 h 924"/>
                <a:gd name="T102" fmla="*/ 2147483647 w 1455"/>
                <a:gd name="T103" fmla="*/ 2147483647 h 924"/>
                <a:gd name="T104" fmla="*/ 2147483647 w 1455"/>
                <a:gd name="T105" fmla="*/ 2147483647 h 924"/>
                <a:gd name="T106" fmla="*/ 2147483647 w 1455"/>
                <a:gd name="T107" fmla="*/ 2147483647 h 924"/>
                <a:gd name="T108" fmla="*/ 2147483647 w 1455"/>
                <a:gd name="T109" fmla="*/ 2147483647 h 924"/>
                <a:gd name="T110" fmla="*/ 2147483647 w 1455"/>
                <a:gd name="T111" fmla="*/ 2147483647 h 924"/>
                <a:gd name="T112" fmla="*/ 2147483647 w 1455"/>
                <a:gd name="T113" fmla="*/ 2147483647 h 924"/>
                <a:gd name="T114" fmla="*/ 2147483647 w 1455"/>
                <a:gd name="T115" fmla="*/ 2147483647 h 924"/>
                <a:gd name="T116" fmla="*/ 2147483647 w 1455"/>
                <a:gd name="T117" fmla="*/ 2147483647 h 924"/>
                <a:gd name="T118" fmla="*/ 2147483647 w 1455"/>
                <a:gd name="T119" fmla="*/ 2147483647 h 924"/>
                <a:gd name="T120" fmla="*/ 2147483647 w 1455"/>
                <a:gd name="T121" fmla="*/ 2147483647 h 924"/>
                <a:gd name="T122" fmla="*/ 2147483647 w 1455"/>
                <a:gd name="T123" fmla="*/ 2147483647 h 924"/>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455"/>
                <a:gd name="T187" fmla="*/ 0 h 924"/>
                <a:gd name="T188" fmla="*/ 1455 w 1455"/>
                <a:gd name="T189" fmla="*/ 924 h 924"/>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455" h="924">
                  <a:moveTo>
                    <a:pt x="710" y="36"/>
                  </a:moveTo>
                  <a:lnTo>
                    <a:pt x="771" y="0"/>
                  </a:lnTo>
                  <a:lnTo>
                    <a:pt x="771" y="61"/>
                  </a:lnTo>
                  <a:lnTo>
                    <a:pt x="846" y="0"/>
                  </a:lnTo>
                  <a:lnTo>
                    <a:pt x="821" y="49"/>
                  </a:lnTo>
                  <a:lnTo>
                    <a:pt x="877" y="30"/>
                  </a:lnTo>
                  <a:lnTo>
                    <a:pt x="870" y="67"/>
                  </a:lnTo>
                  <a:lnTo>
                    <a:pt x="939" y="6"/>
                  </a:lnTo>
                  <a:lnTo>
                    <a:pt x="920" y="80"/>
                  </a:lnTo>
                  <a:lnTo>
                    <a:pt x="994" y="30"/>
                  </a:lnTo>
                  <a:lnTo>
                    <a:pt x="969" y="92"/>
                  </a:lnTo>
                  <a:lnTo>
                    <a:pt x="1080" y="80"/>
                  </a:lnTo>
                  <a:lnTo>
                    <a:pt x="1068" y="123"/>
                  </a:lnTo>
                  <a:lnTo>
                    <a:pt x="1147" y="116"/>
                  </a:lnTo>
                  <a:lnTo>
                    <a:pt x="1141" y="172"/>
                  </a:lnTo>
                  <a:lnTo>
                    <a:pt x="1203" y="178"/>
                  </a:lnTo>
                  <a:lnTo>
                    <a:pt x="1239" y="238"/>
                  </a:lnTo>
                  <a:lnTo>
                    <a:pt x="1265" y="312"/>
                  </a:lnTo>
                  <a:lnTo>
                    <a:pt x="1320" y="324"/>
                  </a:lnTo>
                  <a:lnTo>
                    <a:pt x="1338" y="373"/>
                  </a:lnTo>
                  <a:lnTo>
                    <a:pt x="1326" y="403"/>
                  </a:lnTo>
                  <a:lnTo>
                    <a:pt x="1363" y="453"/>
                  </a:lnTo>
                  <a:lnTo>
                    <a:pt x="1387" y="496"/>
                  </a:lnTo>
                  <a:lnTo>
                    <a:pt x="1387" y="588"/>
                  </a:lnTo>
                  <a:lnTo>
                    <a:pt x="1387" y="631"/>
                  </a:lnTo>
                  <a:lnTo>
                    <a:pt x="1430" y="722"/>
                  </a:lnTo>
                  <a:lnTo>
                    <a:pt x="1455" y="796"/>
                  </a:lnTo>
                  <a:lnTo>
                    <a:pt x="1455" y="906"/>
                  </a:lnTo>
                  <a:lnTo>
                    <a:pt x="1449" y="924"/>
                  </a:lnTo>
                  <a:lnTo>
                    <a:pt x="57" y="924"/>
                  </a:lnTo>
                  <a:lnTo>
                    <a:pt x="13" y="868"/>
                  </a:lnTo>
                  <a:lnTo>
                    <a:pt x="61" y="834"/>
                  </a:lnTo>
                  <a:lnTo>
                    <a:pt x="0" y="787"/>
                  </a:lnTo>
                  <a:lnTo>
                    <a:pt x="57" y="735"/>
                  </a:lnTo>
                  <a:lnTo>
                    <a:pt x="108" y="687"/>
                  </a:lnTo>
                  <a:lnTo>
                    <a:pt x="34" y="646"/>
                  </a:lnTo>
                  <a:lnTo>
                    <a:pt x="144" y="618"/>
                  </a:lnTo>
                  <a:lnTo>
                    <a:pt x="125" y="588"/>
                  </a:lnTo>
                  <a:lnTo>
                    <a:pt x="84" y="556"/>
                  </a:lnTo>
                  <a:lnTo>
                    <a:pt x="129" y="545"/>
                  </a:lnTo>
                  <a:lnTo>
                    <a:pt x="183" y="518"/>
                  </a:lnTo>
                  <a:lnTo>
                    <a:pt x="123" y="498"/>
                  </a:lnTo>
                  <a:lnTo>
                    <a:pt x="115" y="457"/>
                  </a:lnTo>
                  <a:lnTo>
                    <a:pt x="169" y="430"/>
                  </a:lnTo>
                  <a:lnTo>
                    <a:pt x="156" y="377"/>
                  </a:lnTo>
                  <a:lnTo>
                    <a:pt x="183" y="329"/>
                  </a:lnTo>
                  <a:lnTo>
                    <a:pt x="162" y="282"/>
                  </a:lnTo>
                  <a:lnTo>
                    <a:pt x="237" y="275"/>
                  </a:lnTo>
                  <a:lnTo>
                    <a:pt x="230" y="195"/>
                  </a:lnTo>
                  <a:lnTo>
                    <a:pt x="284" y="195"/>
                  </a:lnTo>
                  <a:lnTo>
                    <a:pt x="257" y="135"/>
                  </a:lnTo>
                  <a:lnTo>
                    <a:pt x="298" y="135"/>
                  </a:lnTo>
                  <a:lnTo>
                    <a:pt x="284" y="74"/>
                  </a:lnTo>
                  <a:lnTo>
                    <a:pt x="347" y="129"/>
                  </a:lnTo>
                  <a:lnTo>
                    <a:pt x="377" y="43"/>
                  </a:lnTo>
                  <a:lnTo>
                    <a:pt x="414" y="80"/>
                  </a:lnTo>
                  <a:lnTo>
                    <a:pt x="481" y="49"/>
                  </a:lnTo>
                  <a:lnTo>
                    <a:pt x="519" y="73"/>
                  </a:lnTo>
                  <a:lnTo>
                    <a:pt x="531" y="24"/>
                  </a:lnTo>
                  <a:lnTo>
                    <a:pt x="574" y="67"/>
                  </a:lnTo>
                  <a:lnTo>
                    <a:pt x="630" y="6"/>
                  </a:lnTo>
                  <a:lnTo>
                    <a:pt x="710" y="36"/>
                  </a:lnTo>
                  <a:close/>
                </a:path>
              </a:pathLst>
            </a:custGeom>
            <a:solidFill>
              <a:srgbClr val="004000"/>
            </a:solidFill>
            <a:ln w="9525">
              <a:noFill/>
              <a:round/>
              <a:headEnd/>
              <a:tailEnd/>
            </a:ln>
          </p:spPr>
          <p:txBody>
            <a:bodyPr/>
            <a:lstStyle/>
            <a:p>
              <a:endParaRPr lang="nl-BE"/>
            </a:p>
          </p:txBody>
        </p:sp>
        <p:sp>
          <p:nvSpPr>
            <p:cNvPr id="42993" name="Freeform 10"/>
            <p:cNvSpPr>
              <a:spLocks/>
            </p:cNvSpPr>
            <p:nvPr/>
          </p:nvSpPr>
          <p:spPr bwMode="auto">
            <a:xfrm>
              <a:off x="4832350" y="3089275"/>
              <a:ext cx="1949450" cy="1241425"/>
            </a:xfrm>
            <a:custGeom>
              <a:avLst/>
              <a:gdLst>
                <a:gd name="T0" fmla="*/ 2147483647 w 777"/>
                <a:gd name="T1" fmla="*/ 2147483647 h 782"/>
                <a:gd name="T2" fmla="*/ 2147483647 w 777"/>
                <a:gd name="T3" fmla="*/ 2147483647 h 782"/>
                <a:gd name="T4" fmla="*/ 2147483647 w 777"/>
                <a:gd name="T5" fmla="*/ 2147483647 h 782"/>
                <a:gd name="T6" fmla="*/ 2147483647 w 777"/>
                <a:gd name="T7" fmla="*/ 0 h 782"/>
                <a:gd name="T8" fmla="*/ 2147483647 w 777"/>
                <a:gd name="T9" fmla="*/ 0 h 782"/>
                <a:gd name="T10" fmla="*/ 0 w 777"/>
                <a:gd name="T11" fmla="*/ 2147483647 h 782"/>
                <a:gd name="T12" fmla="*/ 0 w 777"/>
                <a:gd name="T13" fmla="*/ 2147483647 h 782"/>
                <a:gd name="T14" fmla="*/ 2147483647 w 777"/>
                <a:gd name="T15" fmla="*/ 2147483647 h 782"/>
                <a:gd name="T16" fmla="*/ 2147483647 w 777"/>
                <a:gd name="T17" fmla="*/ 2147483647 h 78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77"/>
                <a:gd name="T28" fmla="*/ 0 h 782"/>
                <a:gd name="T29" fmla="*/ 777 w 777"/>
                <a:gd name="T30" fmla="*/ 782 h 78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77" h="782">
                  <a:moveTo>
                    <a:pt x="134" y="782"/>
                  </a:moveTo>
                  <a:lnTo>
                    <a:pt x="777" y="782"/>
                  </a:lnTo>
                  <a:lnTo>
                    <a:pt x="777" y="86"/>
                  </a:lnTo>
                  <a:lnTo>
                    <a:pt x="690" y="0"/>
                  </a:lnTo>
                  <a:lnTo>
                    <a:pt x="86" y="0"/>
                  </a:lnTo>
                  <a:lnTo>
                    <a:pt x="0" y="86"/>
                  </a:lnTo>
                  <a:lnTo>
                    <a:pt x="0" y="782"/>
                  </a:lnTo>
                  <a:lnTo>
                    <a:pt x="132" y="782"/>
                  </a:lnTo>
                  <a:lnTo>
                    <a:pt x="134" y="782"/>
                  </a:lnTo>
                  <a:close/>
                </a:path>
              </a:pathLst>
            </a:custGeom>
            <a:solidFill>
              <a:srgbClr val="606060"/>
            </a:solidFill>
            <a:ln w="12700">
              <a:solidFill>
                <a:srgbClr val="000000"/>
              </a:solidFill>
              <a:prstDash val="solid"/>
              <a:round/>
              <a:headEnd/>
              <a:tailEnd/>
            </a:ln>
          </p:spPr>
          <p:txBody>
            <a:bodyPr/>
            <a:lstStyle/>
            <a:p>
              <a:endParaRPr lang="nl-BE"/>
            </a:p>
          </p:txBody>
        </p:sp>
        <p:sp>
          <p:nvSpPr>
            <p:cNvPr id="42994" name="Line 11"/>
            <p:cNvSpPr>
              <a:spLocks noChangeShapeType="1"/>
            </p:cNvSpPr>
            <p:nvPr/>
          </p:nvSpPr>
          <p:spPr bwMode="auto">
            <a:xfrm>
              <a:off x="2192338" y="6223000"/>
              <a:ext cx="1166812" cy="1588"/>
            </a:xfrm>
            <a:prstGeom prst="line">
              <a:avLst/>
            </a:prstGeom>
            <a:noFill/>
            <a:ln w="12700">
              <a:solidFill>
                <a:srgbClr val="000000"/>
              </a:solidFill>
              <a:round/>
              <a:headEnd/>
              <a:tailEnd/>
            </a:ln>
          </p:spPr>
          <p:txBody>
            <a:bodyPr/>
            <a:lstStyle/>
            <a:p>
              <a:endParaRPr lang="nl-BE"/>
            </a:p>
          </p:txBody>
        </p:sp>
        <p:sp>
          <p:nvSpPr>
            <p:cNvPr id="42995" name="Freeform 12"/>
            <p:cNvSpPr>
              <a:spLocks/>
            </p:cNvSpPr>
            <p:nvPr/>
          </p:nvSpPr>
          <p:spPr bwMode="auto">
            <a:xfrm>
              <a:off x="6353175" y="3522663"/>
              <a:ext cx="179388" cy="79375"/>
            </a:xfrm>
            <a:custGeom>
              <a:avLst/>
              <a:gdLst>
                <a:gd name="T0" fmla="*/ 0 w 39"/>
                <a:gd name="T1" fmla="*/ 2147483647 h 50"/>
                <a:gd name="T2" fmla="*/ 0 w 39"/>
                <a:gd name="T3" fmla="*/ 2147483647 h 50"/>
                <a:gd name="T4" fmla="*/ 0 w 39"/>
                <a:gd name="T5" fmla="*/ 2147483647 h 50"/>
                <a:gd name="T6" fmla="*/ 0 w 39"/>
                <a:gd name="T7" fmla="*/ 2147483647 h 50"/>
                <a:gd name="T8" fmla="*/ 2147483647 w 39"/>
                <a:gd name="T9" fmla="*/ 2147483647 h 50"/>
                <a:gd name="T10" fmla="*/ 2147483647 w 39"/>
                <a:gd name="T11" fmla="*/ 2147483647 h 50"/>
                <a:gd name="T12" fmla="*/ 2147483647 w 39"/>
                <a:gd name="T13" fmla="*/ 2147483647 h 50"/>
                <a:gd name="T14" fmla="*/ 2147483647 w 39"/>
                <a:gd name="T15" fmla="*/ 2147483647 h 50"/>
                <a:gd name="T16" fmla="*/ 2147483647 w 39"/>
                <a:gd name="T17" fmla="*/ 2147483647 h 50"/>
                <a:gd name="T18" fmla="*/ 2147483647 w 39"/>
                <a:gd name="T19" fmla="*/ 2147483647 h 50"/>
                <a:gd name="T20" fmla="*/ 2147483647 w 39"/>
                <a:gd name="T21" fmla="*/ 2147483647 h 50"/>
                <a:gd name="T22" fmla="*/ 2147483647 w 39"/>
                <a:gd name="T23" fmla="*/ 2147483647 h 50"/>
                <a:gd name="T24" fmla="*/ 2147483647 w 39"/>
                <a:gd name="T25" fmla="*/ 2147483647 h 50"/>
                <a:gd name="T26" fmla="*/ 2147483647 w 39"/>
                <a:gd name="T27" fmla="*/ 2147483647 h 50"/>
                <a:gd name="T28" fmla="*/ 2147483647 w 39"/>
                <a:gd name="T29" fmla="*/ 2147483647 h 50"/>
                <a:gd name="T30" fmla="*/ 2147483647 w 39"/>
                <a:gd name="T31" fmla="*/ 2147483647 h 50"/>
                <a:gd name="T32" fmla="*/ 2147483647 w 39"/>
                <a:gd name="T33" fmla="*/ 2147483647 h 50"/>
                <a:gd name="T34" fmla="*/ 2147483647 w 39"/>
                <a:gd name="T35" fmla="*/ 2147483647 h 50"/>
                <a:gd name="T36" fmla="*/ 2147483647 w 39"/>
                <a:gd name="T37" fmla="*/ 2147483647 h 50"/>
                <a:gd name="T38" fmla="*/ 2147483647 w 39"/>
                <a:gd name="T39" fmla="*/ 2147483647 h 50"/>
                <a:gd name="T40" fmla="*/ 2147483647 w 39"/>
                <a:gd name="T41" fmla="*/ 0 h 50"/>
                <a:gd name="T42" fmla="*/ 2147483647 w 39"/>
                <a:gd name="T43" fmla="*/ 0 h 50"/>
                <a:gd name="T44" fmla="*/ 2147483647 w 39"/>
                <a:gd name="T45" fmla="*/ 0 h 50"/>
                <a:gd name="T46" fmla="*/ 2147483647 w 39"/>
                <a:gd name="T47" fmla="*/ 0 h 50"/>
                <a:gd name="T48" fmla="*/ 2147483647 w 39"/>
                <a:gd name="T49" fmla="*/ 0 h 50"/>
                <a:gd name="T50" fmla="*/ 2147483647 w 39"/>
                <a:gd name="T51" fmla="*/ 0 h 50"/>
                <a:gd name="T52" fmla="*/ 2147483647 w 39"/>
                <a:gd name="T53" fmla="*/ 0 h 50"/>
                <a:gd name="T54" fmla="*/ 2147483647 w 39"/>
                <a:gd name="T55" fmla="*/ 0 h 50"/>
                <a:gd name="T56" fmla="*/ 2147483647 w 39"/>
                <a:gd name="T57" fmla="*/ 0 h 50"/>
                <a:gd name="T58" fmla="*/ 2147483647 w 39"/>
                <a:gd name="T59" fmla="*/ 0 h 50"/>
                <a:gd name="T60" fmla="*/ 2147483647 w 39"/>
                <a:gd name="T61" fmla="*/ 0 h 50"/>
                <a:gd name="T62" fmla="*/ 2147483647 w 39"/>
                <a:gd name="T63" fmla="*/ 0 h 50"/>
                <a:gd name="T64" fmla="*/ 2147483647 w 39"/>
                <a:gd name="T65" fmla="*/ 0 h 50"/>
                <a:gd name="T66" fmla="*/ 2147483647 w 39"/>
                <a:gd name="T67" fmla="*/ 0 h 50"/>
                <a:gd name="T68" fmla="*/ 2147483647 w 39"/>
                <a:gd name="T69" fmla="*/ 2147483647 h 50"/>
                <a:gd name="T70" fmla="*/ 2147483647 w 39"/>
                <a:gd name="T71" fmla="*/ 2147483647 h 50"/>
                <a:gd name="T72" fmla="*/ 2147483647 w 39"/>
                <a:gd name="T73" fmla="*/ 2147483647 h 50"/>
                <a:gd name="T74" fmla="*/ 2147483647 w 39"/>
                <a:gd name="T75" fmla="*/ 2147483647 h 50"/>
                <a:gd name="T76" fmla="*/ 2147483647 w 39"/>
                <a:gd name="T77" fmla="*/ 2147483647 h 50"/>
                <a:gd name="T78" fmla="*/ 2147483647 w 39"/>
                <a:gd name="T79" fmla="*/ 2147483647 h 50"/>
                <a:gd name="T80" fmla="*/ 2147483647 w 39"/>
                <a:gd name="T81" fmla="*/ 2147483647 h 50"/>
                <a:gd name="T82" fmla="*/ 2147483647 w 39"/>
                <a:gd name="T83" fmla="*/ 2147483647 h 50"/>
                <a:gd name="T84" fmla="*/ 2147483647 w 39"/>
                <a:gd name="T85" fmla="*/ 2147483647 h 50"/>
                <a:gd name="T86" fmla="*/ 2147483647 w 39"/>
                <a:gd name="T87" fmla="*/ 2147483647 h 50"/>
                <a:gd name="T88" fmla="*/ 2147483647 w 39"/>
                <a:gd name="T89" fmla="*/ 2147483647 h 50"/>
                <a:gd name="T90" fmla="*/ 2147483647 w 39"/>
                <a:gd name="T91" fmla="*/ 2147483647 h 50"/>
                <a:gd name="T92" fmla="*/ 2147483647 w 39"/>
                <a:gd name="T93" fmla="*/ 2147483647 h 50"/>
                <a:gd name="T94" fmla="*/ 2147483647 w 39"/>
                <a:gd name="T95" fmla="*/ 2147483647 h 50"/>
                <a:gd name="T96" fmla="*/ 2147483647 w 39"/>
                <a:gd name="T97" fmla="*/ 2147483647 h 50"/>
                <a:gd name="T98" fmla="*/ 2147483647 w 39"/>
                <a:gd name="T99" fmla="*/ 2147483647 h 50"/>
                <a:gd name="T100" fmla="*/ 2147483647 w 39"/>
                <a:gd name="T101" fmla="*/ 2147483647 h 50"/>
                <a:gd name="T102" fmla="*/ 2147483647 w 39"/>
                <a:gd name="T103" fmla="*/ 2147483647 h 50"/>
                <a:gd name="T104" fmla="*/ 2147483647 w 39"/>
                <a:gd name="T105" fmla="*/ 2147483647 h 50"/>
                <a:gd name="T106" fmla="*/ 2147483647 w 39"/>
                <a:gd name="T107" fmla="*/ 2147483647 h 50"/>
                <a:gd name="T108" fmla="*/ 2147483647 w 39"/>
                <a:gd name="T109" fmla="*/ 2147483647 h 50"/>
                <a:gd name="T110" fmla="*/ 2147483647 w 39"/>
                <a:gd name="T111" fmla="*/ 2147483647 h 50"/>
                <a:gd name="T112" fmla="*/ 2147483647 w 39"/>
                <a:gd name="T113" fmla="*/ 2147483647 h 50"/>
                <a:gd name="T114" fmla="*/ 2147483647 w 39"/>
                <a:gd name="T115" fmla="*/ 2147483647 h 50"/>
                <a:gd name="T116" fmla="*/ 2147483647 w 39"/>
                <a:gd name="T117" fmla="*/ 2147483647 h 50"/>
                <a:gd name="T118" fmla="*/ 0 w 39"/>
                <a:gd name="T119" fmla="*/ 2147483647 h 50"/>
                <a:gd name="T120" fmla="*/ 0 w 39"/>
                <a:gd name="T121" fmla="*/ 2147483647 h 50"/>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39"/>
                <a:gd name="T184" fmla="*/ 0 h 50"/>
                <a:gd name="T185" fmla="*/ 39 w 39"/>
                <a:gd name="T186" fmla="*/ 50 h 50"/>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39" h="50">
                  <a:moveTo>
                    <a:pt x="0" y="18"/>
                  </a:moveTo>
                  <a:lnTo>
                    <a:pt x="0" y="17"/>
                  </a:lnTo>
                  <a:lnTo>
                    <a:pt x="0" y="16"/>
                  </a:lnTo>
                  <a:lnTo>
                    <a:pt x="0" y="15"/>
                  </a:lnTo>
                  <a:lnTo>
                    <a:pt x="1" y="15"/>
                  </a:lnTo>
                  <a:lnTo>
                    <a:pt x="1" y="13"/>
                  </a:lnTo>
                  <a:lnTo>
                    <a:pt x="2" y="13"/>
                  </a:lnTo>
                  <a:lnTo>
                    <a:pt x="2" y="12"/>
                  </a:lnTo>
                  <a:lnTo>
                    <a:pt x="2" y="11"/>
                  </a:lnTo>
                  <a:lnTo>
                    <a:pt x="3" y="10"/>
                  </a:lnTo>
                  <a:lnTo>
                    <a:pt x="3" y="9"/>
                  </a:lnTo>
                  <a:lnTo>
                    <a:pt x="4" y="8"/>
                  </a:lnTo>
                  <a:lnTo>
                    <a:pt x="5" y="6"/>
                  </a:lnTo>
                  <a:lnTo>
                    <a:pt x="6" y="5"/>
                  </a:lnTo>
                  <a:lnTo>
                    <a:pt x="7" y="4"/>
                  </a:lnTo>
                  <a:lnTo>
                    <a:pt x="8" y="4"/>
                  </a:lnTo>
                  <a:lnTo>
                    <a:pt x="9" y="3"/>
                  </a:lnTo>
                  <a:lnTo>
                    <a:pt x="10" y="2"/>
                  </a:lnTo>
                  <a:lnTo>
                    <a:pt x="11" y="2"/>
                  </a:lnTo>
                  <a:lnTo>
                    <a:pt x="11" y="1"/>
                  </a:lnTo>
                  <a:lnTo>
                    <a:pt x="12" y="0"/>
                  </a:lnTo>
                  <a:lnTo>
                    <a:pt x="13" y="0"/>
                  </a:lnTo>
                  <a:lnTo>
                    <a:pt x="14" y="0"/>
                  </a:lnTo>
                  <a:lnTo>
                    <a:pt x="15" y="0"/>
                  </a:lnTo>
                  <a:lnTo>
                    <a:pt x="16" y="0"/>
                  </a:lnTo>
                  <a:lnTo>
                    <a:pt x="17" y="0"/>
                  </a:lnTo>
                  <a:lnTo>
                    <a:pt x="18" y="0"/>
                  </a:lnTo>
                  <a:lnTo>
                    <a:pt x="19" y="0"/>
                  </a:lnTo>
                  <a:lnTo>
                    <a:pt x="20" y="0"/>
                  </a:lnTo>
                  <a:lnTo>
                    <a:pt x="22" y="0"/>
                  </a:lnTo>
                  <a:lnTo>
                    <a:pt x="23" y="0"/>
                  </a:lnTo>
                  <a:lnTo>
                    <a:pt x="24" y="0"/>
                  </a:lnTo>
                  <a:lnTo>
                    <a:pt x="25" y="0"/>
                  </a:lnTo>
                  <a:lnTo>
                    <a:pt x="27" y="0"/>
                  </a:lnTo>
                  <a:lnTo>
                    <a:pt x="27" y="1"/>
                  </a:lnTo>
                  <a:lnTo>
                    <a:pt x="28" y="2"/>
                  </a:lnTo>
                  <a:lnTo>
                    <a:pt x="29" y="2"/>
                  </a:lnTo>
                  <a:lnTo>
                    <a:pt x="30" y="3"/>
                  </a:lnTo>
                  <a:lnTo>
                    <a:pt x="31" y="3"/>
                  </a:lnTo>
                  <a:lnTo>
                    <a:pt x="31" y="4"/>
                  </a:lnTo>
                  <a:lnTo>
                    <a:pt x="32" y="4"/>
                  </a:lnTo>
                  <a:lnTo>
                    <a:pt x="33" y="4"/>
                  </a:lnTo>
                  <a:lnTo>
                    <a:pt x="33" y="5"/>
                  </a:lnTo>
                  <a:lnTo>
                    <a:pt x="33" y="6"/>
                  </a:lnTo>
                  <a:lnTo>
                    <a:pt x="34" y="6"/>
                  </a:lnTo>
                  <a:lnTo>
                    <a:pt x="34" y="7"/>
                  </a:lnTo>
                  <a:lnTo>
                    <a:pt x="35" y="7"/>
                  </a:lnTo>
                  <a:lnTo>
                    <a:pt x="36" y="8"/>
                  </a:lnTo>
                  <a:lnTo>
                    <a:pt x="36" y="9"/>
                  </a:lnTo>
                  <a:lnTo>
                    <a:pt x="36" y="10"/>
                  </a:lnTo>
                  <a:lnTo>
                    <a:pt x="37" y="10"/>
                  </a:lnTo>
                  <a:lnTo>
                    <a:pt x="37" y="11"/>
                  </a:lnTo>
                  <a:lnTo>
                    <a:pt x="38" y="11"/>
                  </a:lnTo>
                  <a:lnTo>
                    <a:pt x="38" y="12"/>
                  </a:lnTo>
                  <a:lnTo>
                    <a:pt x="38" y="13"/>
                  </a:lnTo>
                  <a:lnTo>
                    <a:pt x="38" y="15"/>
                  </a:lnTo>
                  <a:lnTo>
                    <a:pt x="38" y="16"/>
                  </a:lnTo>
                  <a:lnTo>
                    <a:pt x="39" y="18"/>
                  </a:lnTo>
                  <a:lnTo>
                    <a:pt x="39" y="50"/>
                  </a:lnTo>
                  <a:lnTo>
                    <a:pt x="0" y="50"/>
                  </a:lnTo>
                  <a:lnTo>
                    <a:pt x="0" y="18"/>
                  </a:lnTo>
                  <a:close/>
                </a:path>
              </a:pathLst>
            </a:custGeom>
            <a:solidFill>
              <a:srgbClr val="8080FF"/>
            </a:solidFill>
            <a:ln w="12700">
              <a:solidFill>
                <a:srgbClr val="000000"/>
              </a:solidFill>
              <a:prstDash val="solid"/>
              <a:round/>
              <a:headEnd/>
              <a:tailEnd/>
            </a:ln>
          </p:spPr>
          <p:txBody>
            <a:bodyPr/>
            <a:lstStyle/>
            <a:p>
              <a:endParaRPr lang="nl-BE"/>
            </a:p>
          </p:txBody>
        </p:sp>
        <p:sp>
          <p:nvSpPr>
            <p:cNvPr id="42996" name="Rectangle 13"/>
            <p:cNvSpPr>
              <a:spLocks noChangeArrowheads="1"/>
            </p:cNvSpPr>
            <p:nvPr/>
          </p:nvSpPr>
          <p:spPr bwMode="auto">
            <a:xfrm>
              <a:off x="6348413" y="3543300"/>
              <a:ext cx="174625" cy="55563"/>
            </a:xfrm>
            <a:prstGeom prst="rect">
              <a:avLst/>
            </a:prstGeom>
            <a:solidFill>
              <a:srgbClr val="004000"/>
            </a:solidFill>
            <a:ln w="9525">
              <a:noFill/>
              <a:miter lim="800000"/>
              <a:headEnd/>
              <a:tailEnd/>
            </a:ln>
          </p:spPr>
          <p:txBody>
            <a:bodyPr/>
            <a:lstStyle/>
            <a:p>
              <a:pPr algn="ctr" eaLnBrk="0" hangingPunct="0"/>
              <a:endParaRPr lang="nl-BE"/>
            </a:p>
          </p:txBody>
        </p:sp>
        <p:sp>
          <p:nvSpPr>
            <p:cNvPr id="42997" name="Freeform 14"/>
            <p:cNvSpPr>
              <a:spLocks/>
            </p:cNvSpPr>
            <p:nvPr/>
          </p:nvSpPr>
          <p:spPr bwMode="auto">
            <a:xfrm>
              <a:off x="6353175" y="3522663"/>
              <a:ext cx="179388" cy="79375"/>
            </a:xfrm>
            <a:custGeom>
              <a:avLst/>
              <a:gdLst>
                <a:gd name="T0" fmla="*/ 0 w 39"/>
                <a:gd name="T1" fmla="*/ 2147483647 h 50"/>
                <a:gd name="T2" fmla="*/ 0 w 39"/>
                <a:gd name="T3" fmla="*/ 2147483647 h 50"/>
                <a:gd name="T4" fmla="*/ 0 w 39"/>
                <a:gd name="T5" fmla="*/ 2147483647 h 50"/>
                <a:gd name="T6" fmla="*/ 0 w 39"/>
                <a:gd name="T7" fmla="*/ 2147483647 h 50"/>
                <a:gd name="T8" fmla="*/ 2147483647 w 39"/>
                <a:gd name="T9" fmla="*/ 2147483647 h 50"/>
                <a:gd name="T10" fmla="*/ 2147483647 w 39"/>
                <a:gd name="T11" fmla="*/ 2147483647 h 50"/>
                <a:gd name="T12" fmla="*/ 2147483647 w 39"/>
                <a:gd name="T13" fmla="*/ 2147483647 h 50"/>
                <a:gd name="T14" fmla="*/ 2147483647 w 39"/>
                <a:gd name="T15" fmla="*/ 2147483647 h 50"/>
                <a:gd name="T16" fmla="*/ 2147483647 w 39"/>
                <a:gd name="T17" fmla="*/ 2147483647 h 50"/>
                <a:gd name="T18" fmla="*/ 2147483647 w 39"/>
                <a:gd name="T19" fmla="*/ 2147483647 h 50"/>
                <a:gd name="T20" fmla="*/ 2147483647 w 39"/>
                <a:gd name="T21" fmla="*/ 2147483647 h 50"/>
                <a:gd name="T22" fmla="*/ 2147483647 w 39"/>
                <a:gd name="T23" fmla="*/ 2147483647 h 50"/>
                <a:gd name="T24" fmla="*/ 2147483647 w 39"/>
                <a:gd name="T25" fmla="*/ 2147483647 h 50"/>
                <a:gd name="T26" fmla="*/ 2147483647 w 39"/>
                <a:gd name="T27" fmla="*/ 2147483647 h 50"/>
                <a:gd name="T28" fmla="*/ 2147483647 w 39"/>
                <a:gd name="T29" fmla="*/ 2147483647 h 50"/>
                <a:gd name="T30" fmla="*/ 2147483647 w 39"/>
                <a:gd name="T31" fmla="*/ 2147483647 h 50"/>
                <a:gd name="T32" fmla="*/ 2147483647 w 39"/>
                <a:gd name="T33" fmla="*/ 2147483647 h 50"/>
                <a:gd name="T34" fmla="*/ 2147483647 w 39"/>
                <a:gd name="T35" fmla="*/ 2147483647 h 50"/>
                <a:gd name="T36" fmla="*/ 2147483647 w 39"/>
                <a:gd name="T37" fmla="*/ 2147483647 h 50"/>
                <a:gd name="T38" fmla="*/ 2147483647 w 39"/>
                <a:gd name="T39" fmla="*/ 2147483647 h 50"/>
                <a:gd name="T40" fmla="*/ 2147483647 w 39"/>
                <a:gd name="T41" fmla="*/ 0 h 50"/>
                <a:gd name="T42" fmla="*/ 2147483647 w 39"/>
                <a:gd name="T43" fmla="*/ 0 h 50"/>
                <a:gd name="T44" fmla="*/ 2147483647 w 39"/>
                <a:gd name="T45" fmla="*/ 0 h 50"/>
                <a:gd name="T46" fmla="*/ 2147483647 w 39"/>
                <a:gd name="T47" fmla="*/ 0 h 50"/>
                <a:gd name="T48" fmla="*/ 2147483647 w 39"/>
                <a:gd name="T49" fmla="*/ 0 h 50"/>
                <a:gd name="T50" fmla="*/ 2147483647 w 39"/>
                <a:gd name="T51" fmla="*/ 0 h 50"/>
                <a:gd name="T52" fmla="*/ 2147483647 w 39"/>
                <a:gd name="T53" fmla="*/ 0 h 50"/>
                <a:gd name="T54" fmla="*/ 2147483647 w 39"/>
                <a:gd name="T55" fmla="*/ 0 h 50"/>
                <a:gd name="T56" fmla="*/ 2147483647 w 39"/>
                <a:gd name="T57" fmla="*/ 0 h 50"/>
                <a:gd name="T58" fmla="*/ 2147483647 w 39"/>
                <a:gd name="T59" fmla="*/ 0 h 50"/>
                <a:gd name="T60" fmla="*/ 2147483647 w 39"/>
                <a:gd name="T61" fmla="*/ 0 h 50"/>
                <a:gd name="T62" fmla="*/ 2147483647 w 39"/>
                <a:gd name="T63" fmla="*/ 0 h 50"/>
                <a:gd name="T64" fmla="*/ 2147483647 w 39"/>
                <a:gd name="T65" fmla="*/ 0 h 50"/>
                <a:gd name="T66" fmla="*/ 2147483647 w 39"/>
                <a:gd name="T67" fmla="*/ 0 h 50"/>
                <a:gd name="T68" fmla="*/ 2147483647 w 39"/>
                <a:gd name="T69" fmla="*/ 2147483647 h 50"/>
                <a:gd name="T70" fmla="*/ 2147483647 w 39"/>
                <a:gd name="T71" fmla="*/ 2147483647 h 50"/>
                <a:gd name="T72" fmla="*/ 2147483647 w 39"/>
                <a:gd name="T73" fmla="*/ 2147483647 h 50"/>
                <a:gd name="T74" fmla="*/ 2147483647 w 39"/>
                <a:gd name="T75" fmla="*/ 2147483647 h 50"/>
                <a:gd name="T76" fmla="*/ 2147483647 w 39"/>
                <a:gd name="T77" fmla="*/ 2147483647 h 50"/>
                <a:gd name="T78" fmla="*/ 2147483647 w 39"/>
                <a:gd name="T79" fmla="*/ 2147483647 h 50"/>
                <a:gd name="T80" fmla="*/ 2147483647 w 39"/>
                <a:gd name="T81" fmla="*/ 2147483647 h 50"/>
                <a:gd name="T82" fmla="*/ 2147483647 w 39"/>
                <a:gd name="T83" fmla="*/ 2147483647 h 50"/>
                <a:gd name="T84" fmla="*/ 2147483647 w 39"/>
                <a:gd name="T85" fmla="*/ 2147483647 h 50"/>
                <a:gd name="T86" fmla="*/ 2147483647 w 39"/>
                <a:gd name="T87" fmla="*/ 2147483647 h 50"/>
                <a:gd name="T88" fmla="*/ 2147483647 w 39"/>
                <a:gd name="T89" fmla="*/ 2147483647 h 50"/>
                <a:gd name="T90" fmla="*/ 2147483647 w 39"/>
                <a:gd name="T91" fmla="*/ 2147483647 h 50"/>
                <a:gd name="T92" fmla="*/ 2147483647 w 39"/>
                <a:gd name="T93" fmla="*/ 2147483647 h 50"/>
                <a:gd name="T94" fmla="*/ 2147483647 w 39"/>
                <a:gd name="T95" fmla="*/ 2147483647 h 50"/>
                <a:gd name="T96" fmla="*/ 2147483647 w 39"/>
                <a:gd name="T97" fmla="*/ 2147483647 h 50"/>
                <a:gd name="T98" fmla="*/ 2147483647 w 39"/>
                <a:gd name="T99" fmla="*/ 2147483647 h 50"/>
                <a:gd name="T100" fmla="*/ 2147483647 w 39"/>
                <a:gd name="T101" fmla="*/ 2147483647 h 50"/>
                <a:gd name="T102" fmla="*/ 2147483647 w 39"/>
                <a:gd name="T103" fmla="*/ 2147483647 h 50"/>
                <a:gd name="T104" fmla="*/ 2147483647 w 39"/>
                <a:gd name="T105" fmla="*/ 2147483647 h 50"/>
                <a:gd name="T106" fmla="*/ 2147483647 w 39"/>
                <a:gd name="T107" fmla="*/ 2147483647 h 50"/>
                <a:gd name="T108" fmla="*/ 2147483647 w 39"/>
                <a:gd name="T109" fmla="*/ 2147483647 h 50"/>
                <a:gd name="T110" fmla="*/ 2147483647 w 39"/>
                <a:gd name="T111" fmla="*/ 2147483647 h 50"/>
                <a:gd name="T112" fmla="*/ 2147483647 w 39"/>
                <a:gd name="T113" fmla="*/ 2147483647 h 50"/>
                <a:gd name="T114" fmla="*/ 2147483647 w 39"/>
                <a:gd name="T115" fmla="*/ 2147483647 h 50"/>
                <a:gd name="T116" fmla="*/ 2147483647 w 39"/>
                <a:gd name="T117" fmla="*/ 2147483647 h 50"/>
                <a:gd name="T118" fmla="*/ 0 w 39"/>
                <a:gd name="T119" fmla="*/ 2147483647 h 50"/>
                <a:gd name="T120" fmla="*/ 0 w 39"/>
                <a:gd name="T121" fmla="*/ 2147483647 h 50"/>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39"/>
                <a:gd name="T184" fmla="*/ 0 h 50"/>
                <a:gd name="T185" fmla="*/ 39 w 39"/>
                <a:gd name="T186" fmla="*/ 50 h 50"/>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39" h="50">
                  <a:moveTo>
                    <a:pt x="0" y="18"/>
                  </a:moveTo>
                  <a:lnTo>
                    <a:pt x="0" y="17"/>
                  </a:lnTo>
                  <a:lnTo>
                    <a:pt x="0" y="16"/>
                  </a:lnTo>
                  <a:lnTo>
                    <a:pt x="0" y="15"/>
                  </a:lnTo>
                  <a:lnTo>
                    <a:pt x="1" y="15"/>
                  </a:lnTo>
                  <a:lnTo>
                    <a:pt x="1" y="13"/>
                  </a:lnTo>
                  <a:lnTo>
                    <a:pt x="2" y="13"/>
                  </a:lnTo>
                  <a:lnTo>
                    <a:pt x="2" y="12"/>
                  </a:lnTo>
                  <a:lnTo>
                    <a:pt x="2" y="11"/>
                  </a:lnTo>
                  <a:lnTo>
                    <a:pt x="3" y="10"/>
                  </a:lnTo>
                  <a:lnTo>
                    <a:pt x="3" y="9"/>
                  </a:lnTo>
                  <a:lnTo>
                    <a:pt x="4" y="8"/>
                  </a:lnTo>
                  <a:lnTo>
                    <a:pt x="5" y="6"/>
                  </a:lnTo>
                  <a:lnTo>
                    <a:pt x="6" y="5"/>
                  </a:lnTo>
                  <a:lnTo>
                    <a:pt x="7" y="4"/>
                  </a:lnTo>
                  <a:lnTo>
                    <a:pt x="8" y="4"/>
                  </a:lnTo>
                  <a:lnTo>
                    <a:pt x="9" y="3"/>
                  </a:lnTo>
                  <a:lnTo>
                    <a:pt x="10" y="2"/>
                  </a:lnTo>
                  <a:lnTo>
                    <a:pt x="11" y="2"/>
                  </a:lnTo>
                  <a:lnTo>
                    <a:pt x="11" y="1"/>
                  </a:lnTo>
                  <a:lnTo>
                    <a:pt x="12" y="0"/>
                  </a:lnTo>
                  <a:lnTo>
                    <a:pt x="13" y="0"/>
                  </a:lnTo>
                  <a:lnTo>
                    <a:pt x="14" y="0"/>
                  </a:lnTo>
                  <a:lnTo>
                    <a:pt x="15" y="0"/>
                  </a:lnTo>
                  <a:lnTo>
                    <a:pt x="16" y="0"/>
                  </a:lnTo>
                  <a:lnTo>
                    <a:pt x="17" y="0"/>
                  </a:lnTo>
                  <a:lnTo>
                    <a:pt x="18" y="0"/>
                  </a:lnTo>
                  <a:lnTo>
                    <a:pt x="19" y="0"/>
                  </a:lnTo>
                  <a:lnTo>
                    <a:pt x="20" y="0"/>
                  </a:lnTo>
                  <a:lnTo>
                    <a:pt x="22" y="0"/>
                  </a:lnTo>
                  <a:lnTo>
                    <a:pt x="23" y="0"/>
                  </a:lnTo>
                  <a:lnTo>
                    <a:pt x="24" y="0"/>
                  </a:lnTo>
                  <a:lnTo>
                    <a:pt x="25" y="0"/>
                  </a:lnTo>
                  <a:lnTo>
                    <a:pt x="27" y="0"/>
                  </a:lnTo>
                  <a:lnTo>
                    <a:pt x="27" y="1"/>
                  </a:lnTo>
                  <a:lnTo>
                    <a:pt x="28" y="2"/>
                  </a:lnTo>
                  <a:lnTo>
                    <a:pt x="29" y="2"/>
                  </a:lnTo>
                  <a:lnTo>
                    <a:pt x="30" y="3"/>
                  </a:lnTo>
                  <a:lnTo>
                    <a:pt x="31" y="3"/>
                  </a:lnTo>
                  <a:lnTo>
                    <a:pt x="31" y="4"/>
                  </a:lnTo>
                  <a:lnTo>
                    <a:pt x="32" y="4"/>
                  </a:lnTo>
                  <a:lnTo>
                    <a:pt x="33" y="4"/>
                  </a:lnTo>
                  <a:lnTo>
                    <a:pt x="33" y="5"/>
                  </a:lnTo>
                  <a:lnTo>
                    <a:pt x="33" y="6"/>
                  </a:lnTo>
                  <a:lnTo>
                    <a:pt x="34" y="6"/>
                  </a:lnTo>
                  <a:lnTo>
                    <a:pt x="34" y="7"/>
                  </a:lnTo>
                  <a:lnTo>
                    <a:pt x="35" y="7"/>
                  </a:lnTo>
                  <a:lnTo>
                    <a:pt x="36" y="8"/>
                  </a:lnTo>
                  <a:lnTo>
                    <a:pt x="36" y="9"/>
                  </a:lnTo>
                  <a:lnTo>
                    <a:pt x="36" y="10"/>
                  </a:lnTo>
                  <a:lnTo>
                    <a:pt x="37" y="10"/>
                  </a:lnTo>
                  <a:lnTo>
                    <a:pt x="37" y="11"/>
                  </a:lnTo>
                  <a:lnTo>
                    <a:pt x="38" y="11"/>
                  </a:lnTo>
                  <a:lnTo>
                    <a:pt x="38" y="12"/>
                  </a:lnTo>
                  <a:lnTo>
                    <a:pt x="38" y="13"/>
                  </a:lnTo>
                  <a:lnTo>
                    <a:pt x="38" y="15"/>
                  </a:lnTo>
                  <a:lnTo>
                    <a:pt x="38" y="16"/>
                  </a:lnTo>
                  <a:lnTo>
                    <a:pt x="39" y="18"/>
                  </a:lnTo>
                  <a:lnTo>
                    <a:pt x="39" y="50"/>
                  </a:lnTo>
                  <a:lnTo>
                    <a:pt x="0" y="50"/>
                  </a:lnTo>
                  <a:lnTo>
                    <a:pt x="0" y="18"/>
                  </a:lnTo>
                </a:path>
              </a:pathLst>
            </a:custGeom>
            <a:noFill/>
            <a:ln w="12700">
              <a:solidFill>
                <a:srgbClr val="000000"/>
              </a:solidFill>
              <a:prstDash val="solid"/>
              <a:round/>
              <a:headEnd/>
              <a:tailEnd/>
            </a:ln>
          </p:spPr>
          <p:txBody>
            <a:bodyPr/>
            <a:lstStyle/>
            <a:p>
              <a:endParaRPr lang="nl-BE"/>
            </a:p>
          </p:txBody>
        </p:sp>
        <p:sp>
          <p:nvSpPr>
            <p:cNvPr id="42998" name="Freeform 15"/>
            <p:cNvSpPr>
              <a:spLocks/>
            </p:cNvSpPr>
            <p:nvPr/>
          </p:nvSpPr>
          <p:spPr bwMode="auto">
            <a:xfrm>
              <a:off x="6353175" y="3522663"/>
              <a:ext cx="179388" cy="79375"/>
            </a:xfrm>
            <a:custGeom>
              <a:avLst/>
              <a:gdLst>
                <a:gd name="T0" fmla="*/ 0 w 39"/>
                <a:gd name="T1" fmla="*/ 2147483647 h 50"/>
                <a:gd name="T2" fmla="*/ 0 w 39"/>
                <a:gd name="T3" fmla="*/ 2147483647 h 50"/>
                <a:gd name="T4" fmla="*/ 0 w 39"/>
                <a:gd name="T5" fmla="*/ 2147483647 h 50"/>
                <a:gd name="T6" fmla="*/ 0 w 39"/>
                <a:gd name="T7" fmla="*/ 2147483647 h 50"/>
                <a:gd name="T8" fmla="*/ 2147483647 w 39"/>
                <a:gd name="T9" fmla="*/ 2147483647 h 50"/>
                <a:gd name="T10" fmla="*/ 2147483647 w 39"/>
                <a:gd name="T11" fmla="*/ 2147483647 h 50"/>
                <a:gd name="T12" fmla="*/ 2147483647 w 39"/>
                <a:gd name="T13" fmla="*/ 2147483647 h 50"/>
                <a:gd name="T14" fmla="*/ 2147483647 w 39"/>
                <a:gd name="T15" fmla="*/ 2147483647 h 50"/>
                <a:gd name="T16" fmla="*/ 2147483647 w 39"/>
                <a:gd name="T17" fmla="*/ 2147483647 h 50"/>
                <a:gd name="T18" fmla="*/ 2147483647 w 39"/>
                <a:gd name="T19" fmla="*/ 2147483647 h 50"/>
                <a:gd name="T20" fmla="*/ 2147483647 w 39"/>
                <a:gd name="T21" fmla="*/ 2147483647 h 50"/>
                <a:gd name="T22" fmla="*/ 2147483647 w 39"/>
                <a:gd name="T23" fmla="*/ 2147483647 h 50"/>
                <a:gd name="T24" fmla="*/ 2147483647 w 39"/>
                <a:gd name="T25" fmla="*/ 2147483647 h 50"/>
                <a:gd name="T26" fmla="*/ 2147483647 w 39"/>
                <a:gd name="T27" fmla="*/ 2147483647 h 50"/>
                <a:gd name="T28" fmla="*/ 2147483647 w 39"/>
                <a:gd name="T29" fmla="*/ 2147483647 h 50"/>
                <a:gd name="T30" fmla="*/ 2147483647 w 39"/>
                <a:gd name="T31" fmla="*/ 2147483647 h 50"/>
                <a:gd name="T32" fmla="*/ 2147483647 w 39"/>
                <a:gd name="T33" fmla="*/ 2147483647 h 50"/>
                <a:gd name="T34" fmla="*/ 2147483647 w 39"/>
                <a:gd name="T35" fmla="*/ 2147483647 h 50"/>
                <a:gd name="T36" fmla="*/ 2147483647 w 39"/>
                <a:gd name="T37" fmla="*/ 2147483647 h 50"/>
                <a:gd name="T38" fmla="*/ 2147483647 w 39"/>
                <a:gd name="T39" fmla="*/ 2147483647 h 50"/>
                <a:gd name="T40" fmla="*/ 2147483647 w 39"/>
                <a:gd name="T41" fmla="*/ 0 h 50"/>
                <a:gd name="T42" fmla="*/ 2147483647 w 39"/>
                <a:gd name="T43" fmla="*/ 0 h 50"/>
                <a:gd name="T44" fmla="*/ 2147483647 w 39"/>
                <a:gd name="T45" fmla="*/ 0 h 50"/>
                <a:gd name="T46" fmla="*/ 2147483647 w 39"/>
                <a:gd name="T47" fmla="*/ 0 h 50"/>
                <a:gd name="T48" fmla="*/ 2147483647 w 39"/>
                <a:gd name="T49" fmla="*/ 0 h 50"/>
                <a:gd name="T50" fmla="*/ 2147483647 w 39"/>
                <a:gd name="T51" fmla="*/ 0 h 50"/>
                <a:gd name="T52" fmla="*/ 2147483647 w 39"/>
                <a:gd name="T53" fmla="*/ 0 h 50"/>
                <a:gd name="T54" fmla="*/ 2147483647 w 39"/>
                <a:gd name="T55" fmla="*/ 0 h 50"/>
                <a:gd name="T56" fmla="*/ 2147483647 w 39"/>
                <a:gd name="T57" fmla="*/ 0 h 50"/>
                <a:gd name="T58" fmla="*/ 2147483647 w 39"/>
                <a:gd name="T59" fmla="*/ 0 h 50"/>
                <a:gd name="T60" fmla="*/ 2147483647 w 39"/>
                <a:gd name="T61" fmla="*/ 0 h 50"/>
                <a:gd name="T62" fmla="*/ 2147483647 w 39"/>
                <a:gd name="T63" fmla="*/ 0 h 50"/>
                <a:gd name="T64" fmla="*/ 2147483647 w 39"/>
                <a:gd name="T65" fmla="*/ 0 h 50"/>
                <a:gd name="T66" fmla="*/ 2147483647 w 39"/>
                <a:gd name="T67" fmla="*/ 0 h 50"/>
                <a:gd name="T68" fmla="*/ 2147483647 w 39"/>
                <a:gd name="T69" fmla="*/ 2147483647 h 50"/>
                <a:gd name="T70" fmla="*/ 2147483647 w 39"/>
                <a:gd name="T71" fmla="*/ 2147483647 h 50"/>
                <a:gd name="T72" fmla="*/ 2147483647 w 39"/>
                <a:gd name="T73" fmla="*/ 2147483647 h 50"/>
                <a:gd name="T74" fmla="*/ 2147483647 w 39"/>
                <a:gd name="T75" fmla="*/ 2147483647 h 50"/>
                <a:gd name="T76" fmla="*/ 2147483647 w 39"/>
                <a:gd name="T77" fmla="*/ 2147483647 h 50"/>
                <a:gd name="T78" fmla="*/ 2147483647 w 39"/>
                <a:gd name="T79" fmla="*/ 2147483647 h 50"/>
                <a:gd name="T80" fmla="*/ 2147483647 w 39"/>
                <a:gd name="T81" fmla="*/ 2147483647 h 50"/>
                <a:gd name="T82" fmla="*/ 2147483647 w 39"/>
                <a:gd name="T83" fmla="*/ 2147483647 h 50"/>
                <a:gd name="T84" fmla="*/ 2147483647 w 39"/>
                <a:gd name="T85" fmla="*/ 2147483647 h 50"/>
                <a:gd name="T86" fmla="*/ 2147483647 w 39"/>
                <a:gd name="T87" fmla="*/ 2147483647 h 50"/>
                <a:gd name="T88" fmla="*/ 2147483647 w 39"/>
                <a:gd name="T89" fmla="*/ 2147483647 h 50"/>
                <a:gd name="T90" fmla="*/ 2147483647 w 39"/>
                <a:gd name="T91" fmla="*/ 2147483647 h 50"/>
                <a:gd name="T92" fmla="*/ 2147483647 w 39"/>
                <a:gd name="T93" fmla="*/ 2147483647 h 50"/>
                <a:gd name="T94" fmla="*/ 2147483647 w 39"/>
                <a:gd name="T95" fmla="*/ 2147483647 h 50"/>
                <a:gd name="T96" fmla="*/ 2147483647 w 39"/>
                <a:gd name="T97" fmla="*/ 2147483647 h 50"/>
                <a:gd name="T98" fmla="*/ 2147483647 w 39"/>
                <a:gd name="T99" fmla="*/ 2147483647 h 50"/>
                <a:gd name="T100" fmla="*/ 2147483647 w 39"/>
                <a:gd name="T101" fmla="*/ 2147483647 h 50"/>
                <a:gd name="T102" fmla="*/ 2147483647 w 39"/>
                <a:gd name="T103" fmla="*/ 2147483647 h 50"/>
                <a:gd name="T104" fmla="*/ 2147483647 w 39"/>
                <a:gd name="T105" fmla="*/ 2147483647 h 50"/>
                <a:gd name="T106" fmla="*/ 2147483647 w 39"/>
                <a:gd name="T107" fmla="*/ 2147483647 h 50"/>
                <a:gd name="T108" fmla="*/ 2147483647 w 39"/>
                <a:gd name="T109" fmla="*/ 2147483647 h 50"/>
                <a:gd name="T110" fmla="*/ 2147483647 w 39"/>
                <a:gd name="T111" fmla="*/ 2147483647 h 50"/>
                <a:gd name="T112" fmla="*/ 2147483647 w 39"/>
                <a:gd name="T113" fmla="*/ 2147483647 h 50"/>
                <a:gd name="T114" fmla="*/ 2147483647 w 39"/>
                <a:gd name="T115" fmla="*/ 2147483647 h 50"/>
                <a:gd name="T116" fmla="*/ 2147483647 w 39"/>
                <a:gd name="T117" fmla="*/ 2147483647 h 50"/>
                <a:gd name="T118" fmla="*/ 0 w 39"/>
                <a:gd name="T119" fmla="*/ 2147483647 h 50"/>
                <a:gd name="T120" fmla="*/ 0 w 39"/>
                <a:gd name="T121" fmla="*/ 2147483647 h 50"/>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39"/>
                <a:gd name="T184" fmla="*/ 0 h 50"/>
                <a:gd name="T185" fmla="*/ 39 w 39"/>
                <a:gd name="T186" fmla="*/ 50 h 50"/>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39" h="50">
                  <a:moveTo>
                    <a:pt x="0" y="18"/>
                  </a:moveTo>
                  <a:lnTo>
                    <a:pt x="0" y="17"/>
                  </a:lnTo>
                  <a:lnTo>
                    <a:pt x="0" y="16"/>
                  </a:lnTo>
                  <a:lnTo>
                    <a:pt x="0" y="15"/>
                  </a:lnTo>
                  <a:lnTo>
                    <a:pt x="1" y="15"/>
                  </a:lnTo>
                  <a:lnTo>
                    <a:pt x="1" y="13"/>
                  </a:lnTo>
                  <a:lnTo>
                    <a:pt x="2" y="13"/>
                  </a:lnTo>
                  <a:lnTo>
                    <a:pt x="2" y="12"/>
                  </a:lnTo>
                  <a:lnTo>
                    <a:pt x="2" y="11"/>
                  </a:lnTo>
                  <a:lnTo>
                    <a:pt x="3" y="10"/>
                  </a:lnTo>
                  <a:lnTo>
                    <a:pt x="3" y="9"/>
                  </a:lnTo>
                  <a:lnTo>
                    <a:pt x="4" y="8"/>
                  </a:lnTo>
                  <a:lnTo>
                    <a:pt x="5" y="6"/>
                  </a:lnTo>
                  <a:lnTo>
                    <a:pt x="6" y="5"/>
                  </a:lnTo>
                  <a:lnTo>
                    <a:pt x="7" y="4"/>
                  </a:lnTo>
                  <a:lnTo>
                    <a:pt x="8" y="4"/>
                  </a:lnTo>
                  <a:lnTo>
                    <a:pt x="9" y="3"/>
                  </a:lnTo>
                  <a:lnTo>
                    <a:pt x="10" y="2"/>
                  </a:lnTo>
                  <a:lnTo>
                    <a:pt x="11" y="2"/>
                  </a:lnTo>
                  <a:lnTo>
                    <a:pt x="11" y="1"/>
                  </a:lnTo>
                  <a:lnTo>
                    <a:pt x="12" y="0"/>
                  </a:lnTo>
                  <a:lnTo>
                    <a:pt x="13" y="0"/>
                  </a:lnTo>
                  <a:lnTo>
                    <a:pt x="14" y="0"/>
                  </a:lnTo>
                  <a:lnTo>
                    <a:pt x="15" y="0"/>
                  </a:lnTo>
                  <a:lnTo>
                    <a:pt x="16" y="0"/>
                  </a:lnTo>
                  <a:lnTo>
                    <a:pt x="17" y="0"/>
                  </a:lnTo>
                  <a:lnTo>
                    <a:pt x="18" y="0"/>
                  </a:lnTo>
                  <a:lnTo>
                    <a:pt x="19" y="0"/>
                  </a:lnTo>
                  <a:lnTo>
                    <a:pt x="20" y="0"/>
                  </a:lnTo>
                  <a:lnTo>
                    <a:pt x="22" y="0"/>
                  </a:lnTo>
                  <a:lnTo>
                    <a:pt x="23" y="0"/>
                  </a:lnTo>
                  <a:lnTo>
                    <a:pt x="24" y="0"/>
                  </a:lnTo>
                  <a:lnTo>
                    <a:pt x="25" y="0"/>
                  </a:lnTo>
                  <a:lnTo>
                    <a:pt x="27" y="0"/>
                  </a:lnTo>
                  <a:lnTo>
                    <a:pt x="27" y="1"/>
                  </a:lnTo>
                  <a:lnTo>
                    <a:pt x="28" y="2"/>
                  </a:lnTo>
                  <a:lnTo>
                    <a:pt x="29" y="2"/>
                  </a:lnTo>
                  <a:lnTo>
                    <a:pt x="30" y="3"/>
                  </a:lnTo>
                  <a:lnTo>
                    <a:pt x="31" y="3"/>
                  </a:lnTo>
                  <a:lnTo>
                    <a:pt x="31" y="4"/>
                  </a:lnTo>
                  <a:lnTo>
                    <a:pt x="32" y="4"/>
                  </a:lnTo>
                  <a:lnTo>
                    <a:pt x="33" y="4"/>
                  </a:lnTo>
                  <a:lnTo>
                    <a:pt x="33" y="5"/>
                  </a:lnTo>
                  <a:lnTo>
                    <a:pt x="33" y="6"/>
                  </a:lnTo>
                  <a:lnTo>
                    <a:pt x="34" y="6"/>
                  </a:lnTo>
                  <a:lnTo>
                    <a:pt x="34" y="7"/>
                  </a:lnTo>
                  <a:lnTo>
                    <a:pt x="35" y="7"/>
                  </a:lnTo>
                  <a:lnTo>
                    <a:pt x="36" y="8"/>
                  </a:lnTo>
                  <a:lnTo>
                    <a:pt x="36" y="9"/>
                  </a:lnTo>
                  <a:lnTo>
                    <a:pt x="36" y="10"/>
                  </a:lnTo>
                  <a:lnTo>
                    <a:pt x="37" y="10"/>
                  </a:lnTo>
                  <a:lnTo>
                    <a:pt x="37" y="11"/>
                  </a:lnTo>
                  <a:lnTo>
                    <a:pt x="38" y="11"/>
                  </a:lnTo>
                  <a:lnTo>
                    <a:pt x="38" y="12"/>
                  </a:lnTo>
                  <a:lnTo>
                    <a:pt x="38" y="13"/>
                  </a:lnTo>
                  <a:lnTo>
                    <a:pt x="38" y="15"/>
                  </a:lnTo>
                  <a:lnTo>
                    <a:pt x="38" y="16"/>
                  </a:lnTo>
                  <a:lnTo>
                    <a:pt x="39" y="18"/>
                  </a:lnTo>
                  <a:lnTo>
                    <a:pt x="39" y="50"/>
                  </a:lnTo>
                  <a:lnTo>
                    <a:pt x="0" y="50"/>
                  </a:lnTo>
                  <a:lnTo>
                    <a:pt x="0" y="18"/>
                  </a:lnTo>
                </a:path>
              </a:pathLst>
            </a:custGeom>
            <a:noFill/>
            <a:ln w="12700">
              <a:solidFill>
                <a:srgbClr val="000000"/>
              </a:solidFill>
              <a:prstDash val="solid"/>
              <a:round/>
              <a:headEnd/>
              <a:tailEnd/>
            </a:ln>
          </p:spPr>
          <p:txBody>
            <a:bodyPr/>
            <a:lstStyle/>
            <a:p>
              <a:endParaRPr lang="nl-BE"/>
            </a:p>
          </p:txBody>
        </p:sp>
        <p:sp>
          <p:nvSpPr>
            <p:cNvPr id="42999" name="Freeform 16"/>
            <p:cNvSpPr>
              <a:spLocks/>
            </p:cNvSpPr>
            <p:nvPr/>
          </p:nvSpPr>
          <p:spPr bwMode="auto">
            <a:xfrm>
              <a:off x="4953000" y="3281363"/>
              <a:ext cx="2362200" cy="1049337"/>
            </a:xfrm>
            <a:custGeom>
              <a:avLst/>
              <a:gdLst>
                <a:gd name="T0" fmla="*/ 2147483647 w 516"/>
                <a:gd name="T1" fmla="*/ 2147483647 h 661"/>
                <a:gd name="T2" fmla="*/ 2147483647 w 516"/>
                <a:gd name="T3" fmla="*/ 2147483647 h 661"/>
                <a:gd name="T4" fmla="*/ 2147483647 w 516"/>
                <a:gd name="T5" fmla="*/ 2147483647 h 661"/>
                <a:gd name="T6" fmla="*/ 2147483647 w 516"/>
                <a:gd name="T7" fmla="*/ 2147483647 h 661"/>
                <a:gd name="T8" fmla="*/ 2147483647 w 516"/>
                <a:gd name="T9" fmla="*/ 2147483647 h 661"/>
                <a:gd name="T10" fmla="*/ 2147483647 w 516"/>
                <a:gd name="T11" fmla="*/ 2147483647 h 661"/>
                <a:gd name="T12" fmla="*/ 2147483647 w 516"/>
                <a:gd name="T13" fmla="*/ 2147483647 h 661"/>
                <a:gd name="T14" fmla="*/ 2147483647 w 516"/>
                <a:gd name="T15" fmla="*/ 2147483647 h 661"/>
                <a:gd name="T16" fmla="*/ 2147483647 w 516"/>
                <a:gd name="T17" fmla="*/ 2147483647 h 661"/>
                <a:gd name="T18" fmla="*/ 2147483647 w 516"/>
                <a:gd name="T19" fmla="*/ 2147483647 h 661"/>
                <a:gd name="T20" fmla="*/ 2147483647 w 516"/>
                <a:gd name="T21" fmla="*/ 2147483647 h 661"/>
                <a:gd name="T22" fmla="*/ 2147483647 w 516"/>
                <a:gd name="T23" fmla="*/ 2147483647 h 661"/>
                <a:gd name="T24" fmla="*/ 2147483647 w 516"/>
                <a:gd name="T25" fmla="*/ 2147483647 h 661"/>
                <a:gd name="T26" fmla="*/ 2147483647 w 516"/>
                <a:gd name="T27" fmla="*/ 2147483647 h 661"/>
                <a:gd name="T28" fmla="*/ 2147483647 w 516"/>
                <a:gd name="T29" fmla="*/ 2147483647 h 661"/>
                <a:gd name="T30" fmla="*/ 2147483647 w 516"/>
                <a:gd name="T31" fmla="*/ 2147483647 h 661"/>
                <a:gd name="T32" fmla="*/ 2147483647 w 516"/>
                <a:gd name="T33" fmla="*/ 2147483647 h 661"/>
                <a:gd name="T34" fmla="*/ 2147483647 w 516"/>
                <a:gd name="T35" fmla="*/ 2147483647 h 661"/>
                <a:gd name="T36" fmla="*/ 2147483647 w 516"/>
                <a:gd name="T37" fmla="*/ 2147483647 h 661"/>
                <a:gd name="T38" fmla="*/ 2147483647 w 516"/>
                <a:gd name="T39" fmla="*/ 2147483647 h 661"/>
                <a:gd name="T40" fmla="*/ 2147483647 w 516"/>
                <a:gd name="T41" fmla="*/ 0 h 661"/>
                <a:gd name="T42" fmla="*/ 2147483647 w 516"/>
                <a:gd name="T43" fmla="*/ 2147483647 h 661"/>
                <a:gd name="T44" fmla="*/ 2147483647 w 516"/>
                <a:gd name="T45" fmla="*/ 2147483647 h 661"/>
                <a:gd name="T46" fmla="*/ 2147483647 w 516"/>
                <a:gd name="T47" fmla="*/ 2147483647 h 661"/>
                <a:gd name="T48" fmla="*/ 2147483647 w 516"/>
                <a:gd name="T49" fmla="*/ 2147483647 h 661"/>
                <a:gd name="T50" fmla="*/ 2147483647 w 516"/>
                <a:gd name="T51" fmla="*/ 2147483647 h 661"/>
                <a:gd name="T52" fmla="*/ 2147483647 w 516"/>
                <a:gd name="T53" fmla="*/ 2147483647 h 661"/>
                <a:gd name="T54" fmla="*/ 2147483647 w 516"/>
                <a:gd name="T55" fmla="*/ 2147483647 h 661"/>
                <a:gd name="T56" fmla="*/ 2147483647 w 516"/>
                <a:gd name="T57" fmla="*/ 2147483647 h 661"/>
                <a:gd name="T58" fmla="*/ 2147483647 w 516"/>
                <a:gd name="T59" fmla="*/ 2147483647 h 661"/>
                <a:gd name="T60" fmla="*/ 2147483647 w 516"/>
                <a:gd name="T61" fmla="*/ 2147483647 h 661"/>
                <a:gd name="T62" fmla="*/ 2147483647 w 516"/>
                <a:gd name="T63" fmla="*/ 2147483647 h 661"/>
                <a:gd name="T64" fmla="*/ 2147483647 w 516"/>
                <a:gd name="T65" fmla="*/ 2147483647 h 661"/>
                <a:gd name="T66" fmla="*/ 2147483647 w 516"/>
                <a:gd name="T67" fmla="*/ 2147483647 h 661"/>
                <a:gd name="T68" fmla="*/ 2147483647 w 516"/>
                <a:gd name="T69" fmla="*/ 2147483647 h 661"/>
                <a:gd name="T70" fmla="*/ 2147483647 w 516"/>
                <a:gd name="T71" fmla="*/ 2147483647 h 661"/>
                <a:gd name="T72" fmla="*/ 2147483647 w 516"/>
                <a:gd name="T73" fmla="*/ 2147483647 h 661"/>
                <a:gd name="T74" fmla="*/ 2147483647 w 516"/>
                <a:gd name="T75" fmla="*/ 2147483647 h 661"/>
                <a:gd name="T76" fmla="*/ 2147483647 w 516"/>
                <a:gd name="T77" fmla="*/ 2147483647 h 661"/>
                <a:gd name="T78" fmla="*/ 2147483647 w 516"/>
                <a:gd name="T79" fmla="*/ 2147483647 h 661"/>
                <a:gd name="T80" fmla="*/ 2147483647 w 516"/>
                <a:gd name="T81" fmla="*/ 2147483647 h 661"/>
                <a:gd name="T82" fmla="*/ 2147483647 w 516"/>
                <a:gd name="T83" fmla="*/ 2147483647 h 661"/>
                <a:gd name="T84" fmla="*/ 2147483647 w 516"/>
                <a:gd name="T85" fmla="*/ 2147483647 h 661"/>
                <a:gd name="T86" fmla="*/ 2147483647 w 516"/>
                <a:gd name="T87" fmla="*/ 2147483647 h 661"/>
                <a:gd name="T88" fmla="*/ 2147483647 w 516"/>
                <a:gd name="T89" fmla="*/ 2147483647 h 661"/>
                <a:gd name="T90" fmla="*/ 0 w 516"/>
                <a:gd name="T91" fmla="*/ 2147483647 h 661"/>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516"/>
                <a:gd name="T139" fmla="*/ 0 h 661"/>
                <a:gd name="T140" fmla="*/ 516 w 516"/>
                <a:gd name="T141" fmla="*/ 661 h 661"/>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516" h="661">
                  <a:moveTo>
                    <a:pt x="0" y="242"/>
                  </a:moveTo>
                  <a:lnTo>
                    <a:pt x="2" y="232"/>
                  </a:lnTo>
                  <a:lnTo>
                    <a:pt x="2" y="222"/>
                  </a:lnTo>
                  <a:lnTo>
                    <a:pt x="3" y="213"/>
                  </a:lnTo>
                  <a:lnTo>
                    <a:pt x="6" y="202"/>
                  </a:lnTo>
                  <a:lnTo>
                    <a:pt x="7" y="194"/>
                  </a:lnTo>
                  <a:lnTo>
                    <a:pt x="10" y="185"/>
                  </a:lnTo>
                  <a:lnTo>
                    <a:pt x="13" y="178"/>
                  </a:lnTo>
                  <a:lnTo>
                    <a:pt x="14" y="170"/>
                  </a:lnTo>
                  <a:lnTo>
                    <a:pt x="18" y="163"/>
                  </a:lnTo>
                  <a:lnTo>
                    <a:pt x="20" y="158"/>
                  </a:lnTo>
                  <a:lnTo>
                    <a:pt x="25" y="145"/>
                  </a:lnTo>
                  <a:lnTo>
                    <a:pt x="32" y="134"/>
                  </a:lnTo>
                  <a:lnTo>
                    <a:pt x="36" y="125"/>
                  </a:lnTo>
                  <a:lnTo>
                    <a:pt x="43" y="115"/>
                  </a:lnTo>
                  <a:lnTo>
                    <a:pt x="48" y="108"/>
                  </a:lnTo>
                  <a:lnTo>
                    <a:pt x="56" y="96"/>
                  </a:lnTo>
                  <a:lnTo>
                    <a:pt x="66" y="84"/>
                  </a:lnTo>
                  <a:lnTo>
                    <a:pt x="74" y="77"/>
                  </a:lnTo>
                  <a:lnTo>
                    <a:pt x="81" y="70"/>
                  </a:lnTo>
                  <a:lnTo>
                    <a:pt x="90" y="62"/>
                  </a:lnTo>
                  <a:lnTo>
                    <a:pt x="98" y="55"/>
                  </a:lnTo>
                  <a:lnTo>
                    <a:pt x="109" y="47"/>
                  </a:lnTo>
                  <a:lnTo>
                    <a:pt x="118" y="40"/>
                  </a:lnTo>
                  <a:lnTo>
                    <a:pt x="127" y="35"/>
                  </a:lnTo>
                  <a:lnTo>
                    <a:pt x="134" y="31"/>
                  </a:lnTo>
                  <a:lnTo>
                    <a:pt x="139" y="29"/>
                  </a:lnTo>
                  <a:lnTo>
                    <a:pt x="145" y="25"/>
                  </a:lnTo>
                  <a:lnTo>
                    <a:pt x="151" y="22"/>
                  </a:lnTo>
                  <a:lnTo>
                    <a:pt x="159" y="19"/>
                  </a:lnTo>
                  <a:lnTo>
                    <a:pt x="165" y="17"/>
                  </a:lnTo>
                  <a:lnTo>
                    <a:pt x="173" y="14"/>
                  </a:lnTo>
                  <a:lnTo>
                    <a:pt x="181" y="12"/>
                  </a:lnTo>
                  <a:lnTo>
                    <a:pt x="190" y="8"/>
                  </a:lnTo>
                  <a:lnTo>
                    <a:pt x="196" y="7"/>
                  </a:lnTo>
                  <a:lnTo>
                    <a:pt x="206" y="5"/>
                  </a:lnTo>
                  <a:lnTo>
                    <a:pt x="212" y="3"/>
                  </a:lnTo>
                  <a:lnTo>
                    <a:pt x="223" y="2"/>
                  </a:lnTo>
                  <a:lnTo>
                    <a:pt x="229" y="2"/>
                  </a:lnTo>
                  <a:lnTo>
                    <a:pt x="238" y="1"/>
                  </a:lnTo>
                  <a:lnTo>
                    <a:pt x="245" y="0"/>
                  </a:lnTo>
                  <a:lnTo>
                    <a:pt x="256" y="0"/>
                  </a:lnTo>
                  <a:lnTo>
                    <a:pt x="267" y="0"/>
                  </a:lnTo>
                  <a:lnTo>
                    <a:pt x="278" y="1"/>
                  </a:lnTo>
                  <a:lnTo>
                    <a:pt x="289" y="2"/>
                  </a:lnTo>
                  <a:lnTo>
                    <a:pt x="294" y="2"/>
                  </a:lnTo>
                  <a:lnTo>
                    <a:pt x="304" y="3"/>
                  </a:lnTo>
                  <a:lnTo>
                    <a:pt x="310" y="5"/>
                  </a:lnTo>
                  <a:lnTo>
                    <a:pt x="318" y="8"/>
                  </a:lnTo>
                  <a:lnTo>
                    <a:pt x="326" y="10"/>
                  </a:lnTo>
                  <a:lnTo>
                    <a:pt x="333" y="12"/>
                  </a:lnTo>
                  <a:lnTo>
                    <a:pt x="343" y="15"/>
                  </a:lnTo>
                  <a:lnTo>
                    <a:pt x="350" y="17"/>
                  </a:lnTo>
                  <a:lnTo>
                    <a:pt x="359" y="21"/>
                  </a:lnTo>
                  <a:lnTo>
                    <a:pt x="366" y="24"/>
                  </a:lnTo>
                  <a:lnTo>
                    <a:pt x="372" y="28"/>
                  </a:lnTo>
                  <a:lnTo>
                    <a:pt x="381" y="31"/>
                  </a:lnTo>
                  <a:lnTo>
                    <a:pt x="388" y="35"/>
                  </a:lnTo>
                  <a:lnTo>
                    <a:pt x="395" y="39"/>
                  </a:lnTo>
                  <a:lnTo>
                    <a:pt x="403" y="45"/>
                  </a:lnTo>
                  <a:lnTo>
                    <a:pt x="409" y="49"/>
                  </a:lnTo>
                  <a:lnTo>
                    <a:pt x="415" y="54"/>
                  </a:lnTo>
                  <a:lnTo>
                    <a:pt x="421" y="58"/>
                  </a:lnTo>
                  <a:lnTo>
                    <a:pt x="427" y="63"/>
                  </a:lnTo>
                  <a:lnTo>
                    <a:pt x="431" y="67"/>
                  </a:lnTo>
                  <a:lnTo>
                    <a:pt x="437" y="72"/>
                  </a:lnTo>
                  <a:lnTo>
                    <a:pt x="442" y="78"/>
                  </a:lnTo>
                  <a:lnTo>
                    <a:pt x="447" y="82"/>
                  </a:lnTo>
                  <a:lnTo>
                    <a:pt x="450" y="86"/>
                  </a:lnTo>
                  <a:lnTo>
                    <a:pt x="456" y="92"/>
                  </a:lnTo>
                  <a:lnTo>
                    <a:pt x="459" y="96"/>
                  </a:lnTo>
                  <a:lnTo>
                    <a:pt x="463" y="101"/>
                  </a:lnTo>
                  <a:lnTo>
                    <a:pt x="465" y="105"/>
                  </a:lnTo>
                  <a:lnTo>
                    <a:pt x="470" y="111"/>
                  </a:lnTo>
                  <a:lnTo>
                    <a:pt x="476" y="119"/>
                  </a:lnTo>
                  <a:lnTo>
                    <a:pt x="479" y="126"/>
                  </a:lnTo>
                  <a:lnTo>
                    <a:pt x="483" y="132"/>
                  </a:lnTo>
                  <a:lnTo>
                    <a:pt x="486" y="139"/>
                  </a:lnTo>
                  <a:lnTo>
                    <a:pt x="489" y="146"/>
                  </a:lnTo>
                  <a:lnTo>
                    <a:pt x="493" y="152"/>
                  </a:lnTo>
                  <a:lnTo>
                    <a:pt x="496" y="159"/>
                  </a:lnTo>
                  <a:lnTo>
                    <a:pt x="499" y="167"/>
                  </a:lnTo>
                  <a:lnTo>
                    <a:pt x="502" y="174"/>
                  </a:lnTo>
                  <a:lnTo>
                    <a:pt x="505" y="183"/>
                  </a:lnTo>
                  <a:lnTo>
                    <a:pt x="508" y="195"/>
                  </a:lnTo>
                  <a:lnTo>
                    <a:pt x="510" y="204"/>
                  </a:lnTo>
                  <a:lnTo>
                    <a:pt x="511" y="213"/>
                  </a:lnTo>
                  <a:lnTo>
                    <a:pt x="513" y="226"/>
                  </a:lnTo>
                  <a:lnTo>
                    <a:pt x="516" y="242"/>
                  </a:lnTo>
                  <a:lnTo>
                    <a:pt x="516" y="661"/>
                  </a:lnTo>
                  <a:lnTo>
                    <a:pt x="0" y="661"/>
                  </a:lnTo>
                  <a:lnTo>
                    <a:pt x="0" y="242"/>
                  </a:lnTo>
                </a:path>
              </a:pathLst>
            </a:custGeom>
            <a:noFill/>
            <a:ln w="12700">
              <a:solidFill>
                <a:srgbClr val="000000"/>
              </a:solidFill>
              <a:prstDash val="solid"/>
              <a:round/>
              <a:headEnd/>
              <a:tailEnd/>
            </a:ln>
          </p:spPr>
          <p:txBody>
            <a:bodyPr/>
            <a:lstStyle/>
            <a:p>
              <a:endParaRPr lang="nl-BE"/>
            </a:p>
          </p:txBody>
        </p:sp>
        <p:sp>
          <p:nvSpPr>
            <p:cNvPr id="43000" name="Freeform 17"/>
            <p:cNvSpPr>
              <a:spLocks/>
            </p:cNvSpPr>
            <p:nvPr/>
          </p:nvSpPr>
          <p:spPr bwMode="auto">
            <a:xfrm>
              <a:off x="5224463" y="3330575"/>
              <a:ext cx="1968500" cy="873125"/>
            </a:xfrm>
            <a:custGeom>
              <a:avLst/>
              <a:gdLst>
                <a:gd name="T0" fmla="*/ 2147483647 w 430"/>
                <a:gd name="T1" fmla="*/ 2147483647 h 550"/>
                <a:gd name="T2" fmla="*/ 2147483647 w 430"/>
                <a:gd name="T3" fmla="*/ 2147483647 h 550"/>
                <a:gd name="T4" fmla="*/ 2147483647 w 430"/>
                <a:gd name="T5" fmla="*/ 2147483647 h 550"/>
                <a:gd name="T6" fmla="*/ 2147483647 w 430"/>
                <a:gd name="T7" fmla="*/ 2147483647 h 550"/>
                <a:gd name="T8" fmla="*/ 2147483647 w 430"/>
                <a:gd name="T9" fmla="*/ 2147483647 h 550"/>
                <a:gd name="T10" fmla="*/ 2147483647 w 430"/>
                <a:gd name="T11" fmla="*/ 2147483647 h 550"/>
                <a:gd name="T12" fmla="*/ 2147483647 w 430"/>
                <a:gd name="T13" fmla="*/ 2147483647 h 550"/>
                <a:gd name="T14" fmla="*/ 2147483647 w 430"/>
                <a:gd name="T15" fmla="*/ 2147483647 h 550"/>
                <a:gd name="T16" fmla="*/ 2147483647 w 430"/>
                <a:gd name="T17" fmla="*/ 2147483647 h 550"/>
                <a:gd name="T18" fmla="*/ 2147483647 w 430"/>
                <a:gd name="T19" fmla="*/ 2147483647 h 550"/>
                <a:gd name="T20" fmla="*/ 2147483647 w 430"/>
                <a:gd name="T21" fmla="*/ 2147483647 h 550"/>
                <a:gd name="T22" fmla="*/ 2147483647 w 430"/>
                <a:gd name="T23" fmla="*/ 2147483647 h 550"/>
                <a:gd name="T24" fmla="*/ 2147483647 w 430"/>
                <a:gd name="T25" fmla="*/ 2147483647 h 550"/>
                <a:gd name="T26" fmla="*/ 2147483647 w 430"/>
                <a:gd name="T27" fmla="*/ 2147483647 h 550"/>
                <a:gd name="T28" fmla="*/ 2147483647 w 430"/>
                <a:gd name="T29" fmla="*/ 2147483647 h 550"/>
                <a:gd name="T30" fmla="*/ 2147483647 w 430"/>
                <a:gd name="T31" fmla="*/ 2147483647 h 550"/>
                <a:gd name="T32" fmla="*/ 2147483647 w 430"/>
                <a:gd name="T33" fmla="*/ 2147483647 h 550"/>
                <a:gd name="T34" fmla="*/ 2147483647 w 430"/>
                <a:gd name="T35" fmla="*/ 2147483647 h 550"/>
                <a:gd name="T36" fmla="*/ 2147483647 w 430"/>
                <a:gd name="T37" fmla="*/ 2147483647 h 550"/>
                <a:gd name="T38" fmla="*/ 2147483647 w 430"/>
                <a:gd name="T39" fmla="*/ 0 h 550"/>
                <a:gd name="T40" fmla="*/ 2147483647 w 430"/>
                <a:gd name="T41" fmla="*/ 0 h 550"/>
                <a:gd name="T42" fmla="*/ 2147483647 w 430"/>
                <a:gd name="T43" fmla="*/ 0 h 550"/>
                <a:gd name="T44" fmla="*/ 2147483647 w 430"/>
                <a:gd name="T45" fmla="*/ 2147483647 h 550"/>
                <a:gd name="T46" fmla="*/ 2147483647 w 430"/>
                <a:gd name="T47" fmla="*/ 2147483647 h 550"/>
                <a:gd name="T48" fmla="*/ 2147483647 w 430"/>
                <a:gd name="T49" fmla="*/ 2147483647 h 550"/>
                <a:gd name="T50" fmla="*/ 2147483647 w 430"/>
                <a:gd name="T51" fmla="*/ 2147483647 h 550"/>
                <a:gd name="T52" fmla="*/ 2147483647 w 430"/>
                <a:gd name="T53" fmla="*/ 2147483647 h 550"/>
                <a:gd name="T54" fmla="*/ 2147483647 w 430"/>
                <a:gd name="T55" fmla="*/ 2147483647 h 550"/>
                <a:gd name="T56" fmla="*/ 2147483647 w 430"/>
                <a:gd name="T57" fmla="*/ 2147483647 h 550"/>
                <a:gd name="T58" fmla="*/ 2147483647 w 430"/>
                <a:gd name="T59" fmla="*/ 2147483647 h 550"/>
                <a:gd name="T60" fmla="*/ 2147483647 w 430"/>
                <a:gd name="T61" fmla="*/ 2147483647 h 550"/>
                <a:gd name="T62" fmla="*/ 2147483647 w 430"/>
                <a:gd name="T63" fmla="*/ 2147483647 h 550"/>
                <a:gd name="T64" fmla="*/ 2147483647 w 430"/>
                <a:gd name="T65" fmla="*/ 2147483647 h 550"/>
                <a:gd name="T66" fmla="*/ 2147483647 w 430"/>
                <a:gd name="T67" fmla="*/ 2147483647 h 550"/>
                <a:gd name="T68" fmla="*/ 2147483647 w 430"/>
                <a:gd name="T69" fmla="*/ 2147483647 h 550"/>
                <a:gd name="T70" fmla="*/ 2147483647 w 430"/>
                <a:gd name="T71" fmla="*/ 2147483647 h 550"/>
                <a:gd name="T72" fmla="*/ 2147483647 w 430"/>
                <a:gd name="T73" fmla="*/ 2147483647 h 550"/>
                <a:gd name="T74" fmla="*/ 2147483647 w 430"/>
                <a:gd name="T75" fmla="*/ 2147483647 h 550"/>
                <a:gd name="T76" fmla="*/ 2147483647 w 430"/>
                <a:gd name="T77" fmla="*/ 2147483647 h 550"/>
                <a:gd name="T78" fmla="*/ 2147483647 w 430"/>
                <a:gd name="T79" fmla="*/ 2147483647 h 550"/>
                <a:gd name="T80" fmla="*/ 2147483647 w 430"/>
                <a:gd name="T81" fmla="*/ 2147483647 h 550"/>
                <a:gd name="T82" fmla="*/ 2147483647 w 430"/>
                <a:gd name="T83" fmla="*/ 2147483647 h 550"/>
                <a:gd name="T84" fmla="*/ 2147483647 w 430"/>
                <a:gd name="T85" fmla="*/ 2147483647 h 550"/>
                <a:gd name="T86" fmla="*/ 2147483647 w 430"/>
                <a:gd name="T87" fmla="*/ 2147483647 h 550"/>
                <a:gd name="T88" fmla="*/ 2147483647 w 430"/>
                <a:gd name="T89" fmla="*/ 2147483647 h 550"/>
                <a:gd name="T90" fmla="*/ 0 w 430"/>
                <a:gd name="T91" fmla="*/ 2147483647 h 550"/>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430"/>
                <a:gd name="T139" fmla="*/ 0 h 550"/>
                <a:gd name="T140" fmla="*/ 430 w 430"/>
                <a:gd name="T141" fmla="*/ 550 h 550"/>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430" h="550">
                  <a:moveTo>
                    <a:pt x="0" y="202"/>
                  </a:moveTo>
                  <a:lnTo>
                    <a:pt x="2" y="193"/>
                  </a:lnTo>
                  <a:lnTo>
                    <a:pt x="3" y="186"/>
                  </a:lnTo>
                  <a:lnTo>
                    <a:pt x="4" y="177"/>
                  </a:lnTo>
                  <a:lnTo>
                    <a:pt x="5" y="169"/>
                  </a:lnTo>
                  <a:lnTo>
                    <a:pt x="7" y="161"/>
                  </a:lnTo>
                  <a:lnTo>
                    <a:pt x="9" y="154"/>
                  </a:lnTo>
                  <a:lnTo>
                    <a:pt x="11" y="148"/>
                  </a:lnTo>
                  <a:lnTo>
                    <a:pt x="13" y="142"/>
                  </a:lnTo>
                  <a:lnTo>
                    <a:pt x="15" y="136"/>
                  </a:lnTo>
                  <a:lnTo>
                    <a:pt x="18" y="131"/>
                  </a:lnTo>
                  <a:lnTo>
                    <a:pt x="21" y="121"/>
                  </a:lnTo>
                  <a:lnTo>
                    <a:pt x="27" y="111"/>
                  </a:lnTo>
                  <a:lnTo>
                    <a:pt x="31" y="104"/>
                  </a:lnTo>
                  <a:lnTo>
                    <a:pt x="36" y="96"/>
                  </a:lnTo>
                  <a:lnTo>
                    <a:pt x="40" y="89"/>
                  </a:lnTo>
                  <a:lnTo>
                    <a:pt x="48" y="79"/>
                  </a:lnTo>
                  <a:lnTo>
                    <a:pt x="55" y="70"/>
                  </a:lnTo>
                  <a:lnTo>
                    <a:pt x="62" y="63"/>
                  </a:lnTo>
                  <a:lnTo>
                    <a:pt x="68" y="57"/>
                  </a:lnTo>
                  <a:lnTo>
                    <a:pt x="75" y="52"/>
                  </a:lnTo>
                  <a:lnTo>
                    <a:pt x="82" y="46"/>
                  </a:lnTo>
                  <a:lnTo>
                    <a:pt x="91" y="39"/>
                  </a:lnTo>
                  <a:lnTo>
                    <a:pt x="98" y="34"/>
                  </a:lnTo>
                  <a:lnTo>
                    <a:pt x="106" y="29"/>
                  </a:lnTo>
                  <a:lnTo>
                    <a:pt x="111" y="25"/>
                  </a:lnTo>
                  <a:lnTo>
                    <a:pt x="116" y="24"/>
                  </a:lnTo>
                  <a:lnTo>
                    <a:pt x="120" y="20"/>
                  </a:lnTo>
                  <a:lnTo>
                    <a:pt x="127" y="18"/>
                  </a:lnTo>
                  <a:lnTo>
                    <a:pt x="132" y="16"/>
                  </a:lnTo>
                  <a:lnTo>
                    <a:pt x="138" y="14"/>
                  </a:lnTo>
                  <a:lnTo>
                    <a:pt x="145" y="11"/>
                  </a:lnTo>
                  <a:lnTo>
                    <a:pt x="151" y="9"/>
                  </a:lnTo>
                  <a:lnTo>
                    <a:pt x="158" y="8"/>
                  </a:lnTo>
                  <a:lnTo>
                    <a:pt x="164" y="6"/>
                  </a:lnTo>
                  <a:lnTo>
                    <a:pt x="172" y="4"/>
                  </a:lnTo>
                  <a:lnTo>
                    <a:pt x="177" y="3"/>
                  </a:lnTo>
                  <a:lnTo>
                    <a:pt x="186" y="2"/>
                  </a:lnTo>
                  <a:lnTo>
                    <a:pt x="191" y="1"/>
                  </a:lnTo>
                  <a:lnTo>
                    <a:pt x="197" y="0"/>
                  </a:lnTo>
                  <a:lnTo>
                    <a:pt x="205" y="0"/>
                  </a:lnTo>
                  <a:lnTo>
                    <a:pt x="213" y="0"/>
                  </a:lnTo>
                  <a:lnTo>
                    <a:pt x="223" y="0"/>
                  </a:lnTo>
                  <a:lnTo>
                    <a:pt x="232" y="0"/>
                  </a:lnTo>
                  <a:lnTo>
                    <a:pt x="241" y="2"/>
                  </a:lnTo>
                  <a:lnTo>
                    <a:pt x="246" y="2"/>
                  </a:lnTo>
                  <a:lnTo>
                    <a:pt x="253" y="3"/>
                  </a:lnTo>
                  <a:lnTo>
                    <a:pt x="258" y="4"/>
                  </a:lnTo>
                  <a:lnTo>
                    <a:pt x="265" y="6"/>
                  </a:lnTo>
                  <a:lnTo>
                    <a:pt x="272" y="8"/>
                  </a:lnTo>
                  <a:lnTo>
                    <a:pt x="278" y="9"/>
                  </a:lnTo>
                  <a:lnTo>
                    <a:pt x="286" y="12"/>
                  </a:lnTo>
                  <a:lnTo>
                    <a:pt x="291" y="14"/>
                  </a:lnTo>
                  <a:lnTo>
                    <a:pt x="299" y="18"/>
                  </a:lnTo>
                  <a:lnTo>
                    <a:pt x="304" y="20"/>
                  </a:lnTo>
                  <a:lnTo>
                    <a:pt x="311" y="23"/>
                  </a:lnTo>
                  <a:lnTo>
                    <a:pt x="318" y="25"/>
                  </a:lnTo>
                  <a:lnTo>
                    <a:pt x="324" y="29"/>
                  </a:lnTo>
                  <a:lnTo>
                    <a:pt x="329" y="32"/>
                  </a:lnTo>
                  <a:lnTo>
                    <a:pt x="336" y="37"/>
                  </a:lnTo>
                  <a:lnTo>
                    <a:pt x="341" y="41"/>
                  </a:lnTo>
                  <a:lnTo>
                    <a:pt x="347" y="45"/>
                  </a:lnTo>
                  <a:lnTo>
                    <a:pt x="351" y="48"/>
                  </a:lnTo>
                  <a:lnTo>
                    <a:pt x="356" y="52"/>
                  </a:lnTo>
                  <a:lnTo>
                    <a:pt x="359" y="56"/>
                  </a:lnTo>
                  <a:lnTo>
                    <a:pt x="364" y="60"/>
                  </a:lnTo>
                  <a:lnTo>
                    <a:pt x="369" y="65"/>
                  </a:lnTo>
                  <a:lnTo>
                    <a:pt x="372" y="68"/>
                  </a:lnTo>
                  <a:lnTo>
                    <a:pt x="375" y="72"/>
                  </a:lnTo>
                  <a:lnTo>
                    <a:pt x="380" y="77"/>
                  </a:lnTo>
                  <a:lnTo>
                    <a:pt x="383" y="80"/>
                  </a:lnTo>
                  <a:lnTo>
                    <a:pt x="386" y="84"/>
                  </a:lnTo>
                  <a:lnTo>
                    <a:pt x="388" y="88"/>
                  </a:lnTo>
                  <a:lnTo>
                    <a:pt x="392" y="93"/>
                  </a:lnTo>
                  <a:lnTo>
                    <a:pt x="397" y="99"/>
                  </a:lnTo>
                  <a:lnTo>
                    <a:pt x="400" y="104"/>
                  </a:lnTo>
                  <a:lnTo>
                    <a:pt x="402" y="111"/>
                  </a:lnTo>
                  <a:lnTo>
                    <a:pt x="406" y="115"/>
                  </a:lnTo>
                  <a:lnTo>
                    <a:pt x="408" y="121"/>
                  </a:lnTo>
                  <a:lnTo>
                    <a:pt x="411" y="127"/>
                  </a:lnTo>
                  <a:lnTo>
                    <a:pt x="413" y="132"/>
                  </a:lnTo>
                  <a:lnTo>
                    <a:pt x="416" y="138"/>
                  </a:lnTo>
                  <a:lnTo>
                    <a:pt x="419" y="145"/>
                  </a:lnTo>
                  <a:lnTo>
                    <a:pt x="420" y="152"/>
                  </a:lnTo>
                  <a:lnTo>
                    <a:pt x="424" y="163"/>
                  </a:lnTo>
                  <a:lnTo>
                    <a:pt x="425" y="170"/>
                  </a:lnTo>
                  <a:lnTo>
                    <a:pt x="426" y="177"/>
                  </a:lnTo>
                  <a:lnTo>
                    <a:pt x="428" y="187"/>
                  </a:lnTo>
                  <a:lnTo>
                    <a:pt x="430" y="202"/>
                  </a:lnTo>
                  <a:lnTo>
                    <a:pt x="430" y="550"/>
                  </a:lnTo>
                  <a:lnTo>
                    <a:pt x="0" y="550"/>
                  </a:lnTo>
                  <a:lnTo>
                    <a:pt x="0" y="202"/>
                  </a:lnTo>
                  <a:close/>
                </a:path>
              </a:pathLst>
            </a:custGeom>
            <a:solidFill>
              <a:srgbClr val="404040"/>
            </a:solidFill>
            <a:ln w="12700">
              <a:solidFill>
                <a:srgbClr val="000000"/>
              </a:solidFill>
              <a:prstDash val="solid"/>
              <a:round/>
              <a:headEnd/>
              <a:tailEnd/>
            </a:ln>
          </p:spPr>
          <p:txBody>
            <a:bodyPr/>
            <a:lstStyle/>
            <a:p>
              <a:endParaRPr lang="nl-BE"/>
            </a:p>
          </p:txBody>
        </p:sp>
        <p:sp>
          <p:nvSpPr>
            <p:cNvPr id="43001" name="Freeform 18"/>
            <p:cNvSpPr>
              <a:spLocks/>
            </p:cNvSpPr>
            <p:nvPr/>
          </p:nvSpPr>
          <p:spPr bwMode="auto">
            <a:xfrm>
              <a:off x="5540375" y="3387725"/>
              <a:ext cx="1474788" cy="654050"/>
            </a:xfrm>
            <a:custGeom>
              <a:avLst/>
              <a:gdLst>
                <a:gd name="T0" fmla="*/ 2147483647 w 322"/>
                <a:gd name="T1" fmla="*/ 2147483647 h 412"/>
                <a:gd name="T2" fmla="*/ 2147483647 w 322"/>
                <a:gd name="T3" fmla="*/ 2147483647 h 412"/>
                <a:gd name="T4" fmla="*/ 2147483647 w 322"/>
                <a:gd name="T5" fmla="*/ 2147483647 h 412"/>
                <a:gd name="T6" fmla="*/ 2147483647 w 322"/>
                <a:gd name="T7" fmla="*/ 2147483647 h 412"/>
                <a:gd name="T8" fmla="*/ 2147483647 w 322"/>
                <a:gd name="T9" fmla="*/ 2147483647 h 412"/>
                <a:gd name="T10" fmla="*/ 2147483647 w 322"/>
                <a:gd name="T11" fmla="*/ 2147483647 h 412"/>
                <a:gd name="T12" fmla="*/ 2147483647 w 322"/>
                <a:gd name="T13" fmla="*/ 2147483647 h 412"/>
                <a:gd name="T14" fmla="*/ 2147483647 w 322"/>
                <a:gd name="T15" fmla="*/ 2147483647 h 412"/>
                <a:gd name="T16" fmla="*/ 2147483647 w 322"/>
                <a:gd name="T17" fmla="*/ 2147483647 h 412"/>
                <a:gd name="T18" fmla="*/ 2147483647 w 322"/>
                <a:gd name="T19" fmla="*/ 2147483647 h 412"/>
                <a:gd name="T20" fmla="*/ 2147483647 w 322"/>
                <a:gd name="T21" fmla="*/ 2147483647 h 412"/>
                <a:gd name="T22" fmla="*/ 2147483647 w 322"/>
                <a:gd name="T23" fmla="*/ 2147483647 h 412"/>
                <a:gd name="T24" fmla="*/ 2147483647 w 322"/>
                <a:gd name="T25" fmla="*/ 2147483647 h 412"/>
                <a:gd name="T26" fmla="*/ 2147483647 w 322"/>
                <a:gd name="T27" fmla="*/ 2147483647 h 412"/>
                <a:gd name="T28" fmla="*/ 2147483647 w 322"/>
                <a:gd name="T29" fmla="*/ 2147483647 h 412"/>
                <a:gd name="T30" fmla="*/ 2147483647 w 322"/>
                <a:gd name="T31" fmla="*/ 2147483647 h 412"/>
                <a:gd name="T32" fmla="*/ 2147483647 w 322"/>
                <a:gd name="T33" fmla="*/ 2147483647 h 412"/>
                <a:gd name="T34" fmla="*/ 2147483647 w 322"/>
                <a:gd name="T35" fmla="*/ 2147483647 h 412"/>
                <a:gd name="T36" fmla="*/ 2147483647 w 322"/>
                <a:gd name="T37" fmla="*/ 2147483647 h 412"/>
                <a:gd name="T38" fmla="*/ 2147483647 w 322"/>
                <a:gd name="T39" fmla="*/ 0 h 412"/>
                <a:gd name="T40" fmla="*/ 2147483647 w 322"/>
                <a:gd name="T41" fmla="*/ 0 h 412"/>
                <a:gd name="T42" fmla="*/ 2147483647 w 322"/>
                <a:gd name="T43" fmla="*/ 0 h 412"/>
                <a:gd name="T44" fmla="*/ 2147483647 w 322"/>
                <a:gd name="T45" fmla="*/ 2147483647 h 412"/>
                <a:gd name="T46" fmla="*/ 2147483647 w 322"/>
                <a:gd name="T47" fmla="*/ 2147483647 h 412"/>
                <a:gd name="T48" fmla="*/ 2147483647 w 322"/>
                <a:gd name="T49" fmla="*/ 2147483647 h 412"/>
                <a:gd name="T50" fmla="*/ 2147483647 w 322"/>
                <a:gd name="T51" fmla="*/ 2147483647 h 412"/>
                <a:gd name="T52" fmla="*/ 2147483647 w 322"/>
                <a:gd name="T53" fmla="*/ 2147483647 h 412"/>
                <a:gd name="T54" fmla="*/ 2147483647 w 322"/>
                <a:gd name="T55" fmla="*/ 2147483647 h 412"/>
                <a:gd name="T56" fmla="*/ 2147483647 w 322"/>
                <a:gd name="T57" fmla="*/ 2147483647 h 412"/>
                <a:gd name="T58" fmla="*/ 2147483647 w 322"/>
                <a:gd name="T59" fmla="*/ 2147483647 h 412"/>
                <a:gd name="T60" fmla="*/ 2147483647 w 322"/>
                <a:gd name="T61" fmla="*/ 2147483647 h 412"/>
                <a:gd name="T62" fmla="*/ 2147483647 w 322"/>
                <a:gd name="T63" fmla="*/ 2147483647 h 412"/>
                <a:gd name="T64" fmla="*/ 2147483647 w 322"/>
                <a:gd name="T65" fmla="*/ 2147483647 h 412"/>
                <a:gd name="T66" fmla="*/ 2147483647 w 322"/>
                <a:gd name="T67" fmla="*/ 2147483647 h 412"/>
                <a:gd name="T68" fmla="*/ 2147483647 w 322"/>
                <a:gd name="T69" fmla="*/ 2147483647 h 412"/>
                <a:gd name="T70" fmla="*/ 2147483647 w 322"/>
                <a:gd name="T71" fmla="*/ 2147483647 h 412"/>
                <a:gd name="T72" fmla="*/ 2147483647 w 322"/>
                <a:gd name="T73" fmla="*/ 2147483647 h 412"/>
                <a:gd name="T74" fmla="*/ 2147483647 w 322"/>
                <a:gd name="T75" fmla="*/ 2147483647 h 412"/>
                <a:gd name="T76" fmla="*/ 2147483647 w 322"/>
                <a:gd name="T77" fmla="*/ 2147483647 h 412"/>
                <a:gd name="T78" fmla="*/ 2147483647 w 322"/>
                <a:gd name="T79" fmla="*/ 2147483647 h 412"/>
                <a:gd name="T80" fmla="*/ 2147483647 w 322"/>
                <a:gd name="T81" fmla="*/ 2147483647 h 412"/>
                <a:gd name="T82" fmla="*/ 2147483647 w 322"/>
                <a:gd name="T83" fmla="*/ 2147483647 h 412"/>
                <a:gd name="T84" fmla="*/ 2147483647 w 322"/>
                <a:gd name="T85" fmla="*/ 2147483647 h 412"/>
                <a:gd name="T86" fmla="*/ 2147483647 w 322"/>
                <a:gd name="T87" fmla="*/ 2147483647 h 412"/>
                <a:gd name="T88" fmla="*/ 2147483647 w 322"/>
                <a:gd name="T89" fmla="*/ 2147483647 h 412"/>
                <a:gd name="T90" fmla="*/ 0 w 322"/>
                <a:gd name="T91" fmla="*/ 2147483647 h 412"/>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322"/>
                <a:gd name="T139" fmla="*/ 0 h 412"/>
                <a:gd name="T140" fmla="*/ 322 w 322"/>
                <a:gd name="T141" fmla="*/ 412 h 412"/>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322" h="412">
                  <a:moveTo>
                    <a:pt x="0" y="151"/>
                  </a:moveTo>
                  <a:lnTo>
                    <a:pt x="1" y="144"/>
                  </a:lnTo>
                  <a:lnTo>
                    <a:pt x="1" y="139"/>
                  </a:lnTo>
                  <a:lnTo>
                    <a:pt x="1" y="134"/>
                  </a:lnTo>
                  <a:lnTo>
                    <a:pt x="3" y="127"/>
                  </a:lnTo>
                  <a:lnTo>
                    <a:pt x="4" y="121"/>
                  </a:lnTo>
                  <a:lnTo>
                    <a:pt x="6" y="115"/>
                  </a:lnTo>
                  <a:lnTo>
                    <a:pt x="6" y="111"/>
                  </a:lnTo>
                  <a:lnTo>
                    <a:pt x="8" y="107"/>
                  </a:lnTo>
                  <a:lnTo>
                    <a:pt x="10" y="102"/>
                  </a:lnTo>
                  <a:lnTo>
                    <a:pt x="12" y="98"/>
                  </a:lnTo>
                  <a:lnTo>
                    <a:pt x="15" y="91"/>
                  </a:lnTo>
                  <a:lnTo>
                    <a:pt x="19" y="84"/>
                  </a:lnTo>
                  <a:lnTo>
                    <a:pt x="23" y="77"/>
                  </a:lnTo>
                  <a:lnTo>
                    <a:pt x="26" y="72"/>
                  </a:lnTo>
                  <a:lnTo>
                    <a:pt x="29" y="67"/>
                  </a:lnTo>
                  <a:lnTo>
                    <a:pt x="34" y="60"/>
                  </a:lnTo>
                  <a:lnTo>
                    <a:pt x="40" y="53"/>
                  </a:lnTo>
                  <a:lnTo>
                    <a:pt x="45" y="48"/>
                  </a:lnTo>
                  <a:lnTo>
                    <a:pt x="50" y="44"/>
                  </a:lnTo>
                  <a:lnTo>
                    <a:pt x="55" y="39"/>
                  </a:lnTo>
                  <a:lnTo>
                    <a:pt x="61" y="34"/>
                  </a:lnTo>
                  <a:lnTo>
                    <a:pt x="67" y="29"/>
                  </a:lnTo>
                  <a:lnTo>
                    <a:pt x="73" y="26"/>
                  </a:lnTo>
                  <a:lnTo>
                    <a:pt x="79" y="21"/>
                  </a:lnTo>
                  <a:lnTo>
                    <a:pt x="83" y="20"/>
                  </a:lnTo>
                  <a:lnTo>
                    <a:pt x="86" y="18"/>
                  </a:lnTo>
                  <a:lnTo>
                    <a:pt x="89" y="16"/>
                  </a:lnTo>
                  <a:lnTo>
                    <a:pt x="94" y="14"/>
                  </a:lnTo>
                  <a:lnTo>
                    <a:pt x="98" y="12"/>
                  </a:lnTo>
                  <a:lnTo>
                    <a:pt x="102" y="10"/>
                  </a:lnTo>
                  <a:lnTo>
                    <a:pt x="107" y="9"/>
                  </a:lnTo>
                  <a:lnTo>
                    <a:pt x="112" y="7"/>
                  </a:lnTo>
                  <a:lnTo>
                    <a:pt x="117" y="5"/>
                  </a:lnTo>
                  <a:lnTo>
                    <a:pt x="122" y="5"/>
                  </a:lnTo>
                  <a:lnTo>
                    <a:pt x="128" y="3"/>
                  </a:lnTo>
                  <a:lnTo>
                    <a:pt x="132" y="2"/>
                  </a:lnTo>
                  <a:lnTo>
                    <a:pt x="139" y="1"/>
                  </a:lnTo>
                  <a:lnTo>
                    <a:pt x="142" y="0"/>
                  </a:lnTo>
                  <a:lnTo>
                    <a:pt x="148" y="0"/>
                  </a:lnTo>
                  <a:lnTo>
                    <a:pt x="153" y="0"/>
                  </a:lnTo>
                  <a:lnTo>
                    <a:pt x="159" y="0"/>
                  </a:lnTo>
                  <a:lnTo>
                    <a:pt x="166" y="0"/>
                  </a:lnTo>
                  <a:lnTo>
                    <a:pt x="173" y="0"/>
                  </a:lnTo>
                  <a:lnTo>
                    <a:pt x="179" y="1"/>
                  </a:lnTo>
                  <a:lnTo>
                    <a:pt x="183" y="1"/>
                  </a:lnTo>
                  <a:lnTo>
                    <a:pt x="189" y="2"/>
                  </a:lnTo>
                  <a:lnTo>
                    <a:pt x="193" y="4"/>
                  </a:lnTo>
                  <a:lnTo>
                    <a:pt x="198" y="5"/>
                  </a:lnTo>
                  <a:lnTo>
                    <a:pt x="203" y="6"/>
                  </a:lnTo>
                  <a:lnTo>
                    <a:pt x="207" y="8"/>
                  </a:lnTo>
                  <a:lnTo>
                    <a:pt x="213" y="9"/>
                  </a:lnTo>
                  <a:lnTo>
                    <a:pt x="218" y="10"/>
                  </a:lnTo>
                  <a:lnTo>
                    <a:pt x="223" y="13"/>
                  </a:lnTo>
                  <a:lnTo>
                    <a:pt x="227" y="15"/>
                  </a:lnTo>
                  <a:lnTo>
                    <a:pt x="232" y="17"/>
                  </a:lnTo>
                  <a:lnTo>
                    <a:pt x="237" y="19"/>
                  </a:lnTo>
                  <a:lnTo>
                    <a:pt x="241" y="21"/>
                  </a:lnTo>
                  <a:lnTo>
                    <a:pt x="245" y="25"/>
                  </a:lnTo>
                  <a:lnTo>
                    <a:pt x="251" y="28"/>
                  </a:lnTo>
                  <a:lnTo>
                    <a:pt x="255" y="31"/>
                  </a:lnTo>
                  <a:lnTo>
                    <a:pt x="259" y="33"/>
                  </a:lnTo>
                  <a:lnTo>
                    <a:pt x="262" y="36"/>
                  </a:lnTo>
                  <a:lnTo>
                    <a:pt x="267" y="39"/>
                  </a:lnTo>
                  <a:lnTo>
                    <a:pt x="269" y="43"/>
                  </a:lnTo>
                  <a:lnTo>
                    <a:pt x="272" y="45"/>
                  </a:lnTo>
                  <a:lnTo>
                    <a:pt x="276" y="48"/>
                  </a:lnTo>
                  <a:lnTo>
                    <a:pt x="278" y="52"/>
                  </a:lnTo>
                  <a:lnTo>
                    <a:pt x="281" y="53"/>
                  </a:lnTo>
                  <a:lnTo>
                    <a:pt x="284" y="58"/>
                  </a:lnTo>
                  <a:lnTo>
                    <a:pt x="286" y="60"/>
                  </a:lnTo>
                  <a:lnTo>
                    <a:pt x="289" y="63"/>
                  </a:lnTo>
                  <a:lnTo>
                    <a:pt x="290" y="66"/>
                  </a:lnTo>
                  <a:lnTo>
                    <a:pt x="294" y="69"/>
                  </a:lnTo>
                  <a:lnTo>
                    <a:pt x="297" y="75"/>
                  </a:lnTo>
                  <a:lnTo>
                    <a:pt x="299" y="78"/>
                  </a:lnTo>
                  <a:lnTo>
                    <a:pt x="301" y="82"/>
                  </a:lnTo>
                  <a:lnTo>
                    <a:pt x="303" y="86"/>
                  </a:lnTo>
                  <a:lnTo>
                    <a:pt x="305" y="91"/>
                  </a:lnTo>
                  <a:lnTo>
                    <a:pt x="307" y="95"/>
                  </a:lnTo>
                  <a:lnTo>
                    <a:pt x="310" y="100"/>
                  </a:lnTo>
                  <a:lnTo>
                    <a:pt x="311" y="104"/>
                  </a:lnTo>
                  <a:lnTo>
                    <a:pt x="313" y="109"/>
                  </a:lnTo>
                  <a:lnTo>
                    <a:pt x="315" y="114"/>
                  </a:lnTo>
                  <a:lnTo>
                    <a:pt x="317" y="123"/>
                  </a:lnTo>
                  <a:lnTo>
                    <a:pt x="317" y="127"/>
                  </a:lnTo>
                  <a:lnTo>
                    <a:pt x="319" y="133"/>
                  </a:lnTo>
                  <a:lnTo>
                    <a:pt x="320" y="140"/>
                  </a:lnTo>
                  <a:lnTo>
                    <a:pt x="322" y="151"/>
                  </a:lnTo>
                  <a:lnTo>
                    <a:pt x="322" y="412"/>
                  </a:lnTo>
                  <a:lnTo>
                    <a:pt x="0" y="412"/>
                  </a:lnTo>
                  <a:lnTo>
                    <a:pt x="0" y="151"/>
                  </a:lnTo>
                </a:path>
              </a:pathLst>
            </a:custGeom>
            <a:noFill/>
            <a:ln w="12700">
              <a:solidFill>
                <a:srgbClr val="000000"/>
              </a:solidFill>
              <a:prstDash val="solid"/>
              <a:round/>
              <a:headEnd/>
              <a:tailEnd/>
            </a:ln>
          </p:spPr>
          <p:txBody>
            <a:bodyPr/>
            <a:lstStyle/>
            <a:p>
              <a:endParaRPr lang="nl-BE"/>
            </a:p>
          </p:txBody>
        </p:sp>
        <p:sp>
          <p:nvSpPr>
            <p:cNvPr id="43002" name="Freeform 19"/>
            <p:cNvSpPr>
              <a:spLocks/>
            </p:cNvSpPr>
            <p:nvPr/>
          </p:nvSpPr>
          <p:spPr bwMode="auto">
            <a:xfrm>
              <a:off x="5746750" y="3421063"/>
              <a:ext cx="1130300" cy="503237"/>
            </a:xfrm>
            <a:custGeom>
              <a:avLst/>
              <a:gdLst>
                <a:gd name="T0" fmla="*/ 0 w 247"/>
                <a:gd name="T1" fmla="*/ 2147483647 h 317"/>
                <a:gd name="T2" fmla="*/ 2147483647 w 247"/>
                <a:gd name="T3" fmla="*/ 2147483647 h 317"/>
                <a:gd name="T4" fmla="*/ 2147483647 w 247"/>
                <a:gd name="T5" fmla="*/ 2147483647 h 317"/>
                <a:gd name="T6" fmla="*/ 2147483647 w 247"/>
                <a:gd name="T7" fmla="*/ 2147483647 h 317"/>
                <a:gd name="T8" fmla="*/ 2147483647 w 247"/>
                <a:gd name="T9" fmla="*/ 2147483647 h 317"/>
                <a:gd name="T10" fmla="*/ 2147483647 w 247"/>
                <a:gd name="T11" fmla="*/ 2147483647 h 317"/>
                <a:gd name="T12" fmla="*/ 2147483647 w 247"/>
                <a:gd name="T13" fmla="*/ 2147483647 h 317"/>
                <a:gd name="T14" fmla="*/ 2147483647 w 247"/>
                <a:gd name="T15" fmla="*/ 2147483647 h 317"/>
                <a:gd name="T16" fmla="*/ 2147483647 w 247"/>
                <a:gd name="T17" fmla="*/ 2147483647 h 317"/>
                <a:gd name="T18" fmla="*/ 2147483647 w 247"/>
                <a:gd name="T19" fmla="*/ 2147483647 h 317"/>
                <a:gd name="T20" fmla="*/ 2147483647 w 247"/>
                <a:gd name="T21" fmla="*/ 2147483647 h 317"/>
                <a:gd name="T22" fmla="*/ 2147483647 w 247"/>
                <a:gd name="T23" fmla="*/ 2147483647 h 317"/>
                <a:gd name="T24" fmla="*/ 2147483647 w 247"/>
                <a:gd name="T25" fmla="*/ 2147483647 h 317"/>
                <a:gd name="T26" fmla="*/ 2147483647 w 247"/>
                <a:gd name="T27" fmla="*/ 2147483647 h 317"/>
                <a:gd name="T28" fmla="*/ 2147483647 w 247"/>
                <a:gd name="T29" fmla="*/ 2147483647 h 317"/>
                <a:gd name="T30" fmla="*/ 2147483647 w 247"/>
                <a:gd name="T31" fmla="*/ 2147483647 h 317"/>
                <a:gd name="T32" fmla="*/ 2147483647 w 247"/>
                <a:gd name="T33" fmla="*/ 2147483647 h 317"/>
                <a:gd name="T34" fmla="*/ 2147483647 w 247"/>
                <a:gd name="T35" fmla="*/ 2147483647 h 317"/>
                <a:gd name="T36" fmla="*/ 2147483647 w 247"/>
                <a:gd name="T37" fmla="*/ 0 h 317"/>
                <a:gd name="T38" fmla="*/ 2147483647 w 247"/>
                <a:gd name="T39" fmla="*/ 0 h 317"/>
                <a:gd name="T40" fmla="*/ 2147483647 w 247"/>
                <a:gd name="T41" fmla="*/ 0 h 317"/>
                <a:gd name="T42" fmla="*/ 2147483647 w 247"/>
                <a:gd name="T43" fmla="*/ 0 h 317"/>
                <a:gd name="T44" fmla="*/ 2147483647 w 247"/>
                <a:gd name="T45" fmla="*/ 0 h 317"/>
                <a:gd name="T46" fmla="*/ 2147483647 w 247"/>
                <a:gd name="T47" fmla="*/ 2147483647 h 317"/>
                <a:gd name="T48" fmla="*/ 2147483647 w 247"/>
                <a:gd name="T49" fmla="*/ 2147483647 h 317"/>
                <a:gd name="T50" fmla="*/ 2147483647 w 247"/>
                <a:gd name="T51" fmla="*/ 2147483647 h 317"/>
                <a:gd name="T52" fmla="*/ 2147483647 w 247"/>
                <a:gd name="T53" fmla="*/ 2147483647 h 317"/>
                <a:gd name="T54" fmla="*/ 2147483647 w 247"/>
                <a:gd name="T55" fmla="*/ 2147483647 h 317"/>
                <a:gd name="T56" fmla="*/ 2147483647 w 247"/>
                <a:gd name="T57" fmla="*/ 2147483647 h 317"/>
                <a:gd name="T58" fmla="*/ 2147483647 w 247"/>
                <a:gd name="T59" fmla="*/ 2147483647 h 317"/>
                <a:gd name="T60" fmla="*/ 2147483647 w 247"/>
                <a:gd name="T61" fmla="*/ 2147483647 h 317"/>
                <a:gd name="T62" fmla="*/ 2147483647 w 247"/>
                <a:gd name="T63" fmla="*/ 2147483647 h 317"/>
                <a:gd name="T64" fmla="*/ 2147483647 w 247"/>
                <a:gd name="T65" fmla="*/ 2147483647 h 317"/>
                <a:gd name="T66" fmla="*/ 2147483647 w 247"/>
                <a:gd name="T67" fmla="*/ 2147483647 h 317"/>
                <a:gd name="T68" fmla="*/ 2147483647 w 247"/>
                <a:gd name="T69" fmla="*/ 2147483647 h 317"/>
                <a:gd name="T70" fmla="*/ 2147483647 w 247"/>
                <a:gd name="T71" fmla="*/ 2147483647 h 317"/>
                <a:gd name="T72" fmla="*/ 2147483647 w 247"/>
                <a:gd name="T73" fmla="*/ 2147483647 h 317"/>
                <a:gd name="T74" fmla="*/ 2147483647 w 247"/>
                <a:gd name="T75" fmla="*/ 2147483647 h 317"/>
                <a:gd name="T76" fmla="*/ 2147483647 w 247"/>
                <a:gd name="T77" fmla="*/ 2147483647 h 317"/>
                <a:gd name="T78" fmla="*/ 2147483647 w 247"/>
                <a:gd name="T79" fmla="*/ 2147483647 h 317"/>
                <a:gd name="T80" fmla="*/ 2147483647 w 247"/>
                <a:gd name="T81" fmla="*/ 2147483647 h 317"/>
                <a:gd name="T82" fmla="*/ 2147483647 w 247"/>
                <a:gd name="T83" fmla="*/ 2147483647 h 317"/>
                <a:gd name="T84" fmla="*/ 2147483647 w 247"/>
                <a:gd name="T85" fmla="*/ 2147483647 h 317"/>
                <a:gd name="T86" fmla="*/ 2147483647 w 247"/>
                <a:gd name="T87" fmla="*/ 2147483647 h 317"/>
                <a:gd name="T88" fmla="*/ 2147483647 w 247"/>
                <a:gd name="T89" fmla="*/ 2147483647 h 317"/>
                <a:gd name="T90" fmla="*/ 0 w 247"/>
                <a:gd name="T91" fmla="*/ 2147483647 h 31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247"/>
                <a:gd name="T139" fmla="*/ 0 h 317"/>
                <a:gd name="T140" fmla="*/ 247 w 247"/>
                <a:gd name="T141" fmla="*/ 317 h 317"/>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247" h="317">
                  <a:moveTo>
                    <a:pt x="0" y="116"/>
                  </a:moveTo>
                  <a:lnTo>
                    <a:pt x="0" y="111"/>
                  </a:lnTo>
                  <a:lnTo>
                    <a:pt x="0" y="107"/>
                  </a:lnTo>
                  <a:lnTo>
                    <a:pt x="1" y="102"/>
                  </a:lnTo>
                  <a:lnTo>
                    <a:pt x="2" y="97"/>
                  </a:lnTo>
                  <a:lnTo>
                    <a:pt x="3" y="92"/>
                  </a:lnTo>
                  <a:lnTo>
                    <a:pt x="5" y="88"/>
                  </a:lnTo>
                  <a:lnTo>
                    <a:pt x="6" y="85"/>
                  </a:lnTo>
                  <a:lnTo>
                    <a:pt x="6" y="81"/>
                  </a:lnTo>
                  <a:lnTo>
                    <a:pt x="8" y="78"/>
                  </a:lnTo>
                  <a:lnTo>
                    <a:pt x="10" y="75"/>
                  </a:lnTo>
                  <a:lnTo>
                    <a:pt x="11" y="70"/>
                  </a:lnTo>
                  <a:lnTo>
                    <a:pt x="15" y="64"/>
                  </a:lnTo>
                  <a:lnTo>
                    <a:pt x="17" y="59"/>
                  </a:lnTo>
                  <a:lnTo>
                    <a:pt x="20" y="54"/>
                  </a:lnTo>
                  <a:lnTo>
                    <a:pt x="22" y="51"/>
                  </a:lnTo>
                  <a:lnTo>
                    <a:pt x="27" y="45"/>
                  </a:lnTo>
                  <a:lnTo>
                    <a:pt x="31" y="40"/>
                  </a:lnTo>
                  <a:lnTo>
                    <a:pt x="35" y="36"/>
                  </a:lnTo>
                  <a:lnTo>
                    <a:pt x="39" y="32"/>
                  </a:lnTo>
                  <a:lnTo>
                    <a:pt x="42" y="29"/>
                  </a:lnTo>
                  <a:lnTo>
                    <a:pt x="47" y="26"/>
                  </a:lnTo>
                  <a:lnTo>
                    <a:pt x="51" y="22"/>
                  </a:lnTo>
                  <a:lnTo>
                    <a:pt x="56" y="19"/>
                  </a:lnTo>
                  <a:lnTo>
                    <a:pt x="61" y="16"/>
                  </a:lnTo>
                  <a:lnTo>
                    <a:pt x="63" y="15"/>
                  </a:lnTo>
                  <a:lnTo>
                    <a:pt x="66" y="13"/>
                  </a:lnTo>
                  <a:lnTo>
                    <a:pt x="69" y="11"/>
                  </a:lnTo>
                  <a:lnTo>
                    <a:pt x="72" y="10"/>
                  </a:lnTo>
                  <a:lnTo>
                    <a:pt x="76" y="9"/>
                  </a:lnTo>
                  <a:lnTo>
                    <a:pt x="79" y="7"/>
                  </a:lnTo>
                  <a:lnTo>
                    <a:pt x="83" y="6"/>
                  </a:lnTo>
                  <a:lnTo>
                    <a:pt x="87" y="5"/>
                  </a:lnTo>
                  <a:lnTo>
                    <a:pt x="90" y="4"/>
                  </a:lnTo>
                  <a:lnTo>
                    <a:pt x="94" y="3"/>
                  </a:lnTo>
                  <a:lnTo>
                    <a:pt x="98" y="2"/>
                  </a:lnTo>
                  <a:lnTo>
                    <a:pt x="101" y="1"/>
                  </a:lnTo>
                  <a:lnTo>
                    <a:pt x="106" y="0"/>
                  </a:lnTo>
                  <a:lnTo>
                    <a:pt x="110" y="0"/>
                  </a:lnTo>
                  <a:lnTo>
                    <a:pt x="113" y="0"/>
                  </a:lnTo>
                  <a:lnTo>
                    <a:pt x="117" y="0"/>
                  </a:lnTo>
                  <a:lnTo>
                    <a:pt x="122" y="0"/>
                  </a:lnTo>
                  <a:lnTo>
                    <a:pt x="127" y="0"/>
                  </a:lnTo>
                  <a:lnTo>
                    <a:pt x="133" y="0"/>
                  </a:lnTo>
                  <a:lnTo>
                    <a:pt x="138" y="0"/>
                  </a:lnTo>
                  <a:lnTo>
                    <a:pt x="141" y="0"/>
                  </a:lnTo>
                  <a:lnTo>
                    <a:pt x="145" y="1"/>
                  </a:lnTo>
                  <a:lnTo>
                    <a:pt x="148" y="2"/>
                  </a:lnTo>
                  <a:lnTo>
                    <a:pt x="153" y="3"/>
                  </a:lnTo>
                  <a:lnTo>
                    <a:pt x="156" y="4"/>
                  </a:lnTo>
                  <a:lnTo>
                    <a:pt x="160" y="5"/>
                  </a:lnTo>
                  <a:lnTo>
                    <a:pt x="164" y="6"/>
                  </a:lnTo>
                  <a:lnTo>
                    <a:pt x="167" y="8"/>
                  </a:lnTo>
                  <a:lnTo>
                    <a:pt x="172" y="10"/>
                  </a:lnTo>
                  <a:lnTo>
                    <a:pt x="175" y="11"/>
                  </a:lnTo>
                  <a:lnTo>
                    <a:pt x="178" y="13"/>
                  </a:lnTo>
                  <a:lnTo>
                    <a:pt x="182" y="14"/>
                  </a:lnTo>
                  <a:lnTo>
                    <a:pt x="185" y="16"/>
                  </a:lnTo>
                  <a:lnTo>
                    <a:pt x="188" y="18"/>
                  </a:lnTo>
                  <a:lnTo>
                    <a:pt x="193" y="22"/>
                  </a:lnTo>
                  <a:lnTo>
                    <a:pt x="195" y="23"/>
                  </a:lnTo>
                  <a:lnTo>
                    <a:pt x="198" y="25"/>
                  </a:lnTo>
                  <a:lnTo>
                    <a:pt x="202" y="27"/>
                  </a:lnTo>
                  <a:lnTo>
                    <a:pt x="205" y="29"/>
                  </a:lnTo>
                  <a:lnTo>
                    <a:pt x="207" y="32"/>
                  </a:lnTo>
                  <a:lnTo>
                    <a:pt x="210" y="34"/>
                  </a:lnTo>
                  <a:lnTo>
                    <a:pt x="212" y="38"/>
                  </a:lnTo>
                  <a:lnTo>
                    <a:pt x="215" y="39"/>
                  </a:lnTo>
                  <a:lnTo>
                    <a:pt x="216" y="41"/>
                  </a:lnTo>
                  <a:lnTo>
                    <a:pt x="218" y="43"/>
                  </a:lnTo>
                  <a:lnTo>
                    <a:pt x="220" y="46"/>
                  </a:lnTo>
                  <a:lnTo>
                    <a:pt x="222" y="48"/>
                  </a:lnTo>
                  <a:lnTo>
                    <a:pt x="223" y="50"/>
                  </a:lnTo>
                  <a:lnTo>
                    <a:pt x="226" y="54"/>
                  </a:lnTo>
                  <a:lnTo>
                    <a:pt x="228" y="56"/>
                  </a:lnTo>
                  <a:lnTo>
                    <a:pt x="230" y="59"/>
                  </a:lnTo>
                  <a:lnTo>
                    <a:pt x="233" y="63"/>
                  </a:lnTo>
                  <a:lnTo>
                    <a:pt x="233" y="66"/>
                  </a:lnTo>
                  <a:lnTo>
                    <a:pt x="235" y="70"/>
                  </a:lnTo>
                  <a:lnTo>
                    <a:pt x="237" y="72"/>
                  </a:lnTo>
                  <a:lnTo>
                    <a:pt x="238" y="76"/>
                  </a:lnTo>
                  <a:lnTo>
                    <a:pt x="239" y="80"/>
                  </a:lnTo>
                  <a:lnTo>
                    <a:pt x="240" y="84"/>
                  </a:lnTo>
                  <a:lnTo>
                    <a:pt x="242" y="88"/>
                  </a:lnTo>
                  <a:lnTo>
                    <a:pt x="244" y="93"/>
                  </a:lnTo>
                  <a:lnTo>
                    <a:pt x="244" y="97"/>
                  </a:lnTo>
                  <a:lnTo>
                    <a:pt x="245" y="102"/>
                  </a:lnTo>
                  <a:lnTo>
                    <a:pt x="246" y="107"/>
                  </a:lnTo>
                  <a:lnTo>
                    <a:pt x="247" y="116"/>
                  </a:lnTo>
                  <a:lnTo>
                    <a:pt x="247" y="317"/>
                  </a:lnTo>
                  <a:lnTo>
                    <a:pt x="0" y="317"/>
                  </a:lnTo>
                  <a:lnTo>
                    <a:pt x="0" y="116"/>
                  </a:lnTo>
                </a:path>
              </a:pathLst>
            </a:custGeom>
            <a:noFill/>
            <a:ln w="12700">
              <a:solidFill>
                <a:srgbClr val="000000"/>
              </a:solidFill>
              <a:prstDash val="solid"/>
              <a:round/>
              <a:headEnd/>
              <a:tailEnd/>
            </a:ln>
          </p:spPr>
          <p:txBody>
            <a:bodyPr/>
            <a:lstStyle/>
            <a:p>
              <a:endParaRPr lang="nl-BE"/>
            </a:p>
          </p:txBody>
        </p:sp>
        <p:sp>
          <p:nvSpPr>
            <p:cNvPr id="43003" name="Freeform 20"/>
            <p:cNvSpPr>
              <a:spLocks/>
            </p:cNvSpPr>
            <p:nvPr/>
          </p:nvSpPr>
          <p:spPr bwMode="auto">
            <a:xfrm>
              <a:off x="5924550" y="3446463"/>
              <a:ext cx="865188" cy="387350"/>
            </a:xfrm>
            <a:custGeom>
              <a:avLst/>
              <a:gdLst>
                <a:gd name="T0" fmla="*/ 0 w 189"/>
                <a:gd name="T1" fmla="*/ 2147483647 h 244"/>
                <a:gd name="T2" fmla="*/ 2147483647 w 189"/>
                <a:gd name="T3" fmla="*/ 2147483647 h 244"/>
                <a:gd name="T4" fmla="*/ 2147483647 w 189"/>
                <a:gd name="T5" fmla="*/ 2147483647 h 244"/>
                <a:gd name="T6" fmla="*/ 2147483647 w 189"/>
                <a:gd name="T7" fmla="*/ 2147483647 h 244"/>
                <a:gd name="T8" fmla="*/ 2147483647 w 189"/>
                <a:gd name="T9" fmla="*/ 2147483647 h 244"/>
                <a:gd name="T10" fmla="*/ 2147483647 w 189"/>
                <a:gd name="T11" fmla="*/ 2147483647 h 244"/>
                <a:gd name="T12" fmla="*/ 2147483647 w 189"/>
                <a:gd name="T13" fmla="*/ 2147483647 h 244"/>
                <a:gd name="T14" fmla="*/ 2147483647 w 189"/>
                <a:gd name="T15" fmla="*/ 2147483647 h 244"/>
                <a:gd name="T16" fmla="*/ 2147483647 w 189"/>
                <a:gd name="T17" fmla="*/ 2147483647 h 244"/>
                <a:gd name="T18" fmla="*/ 2147483647 w 189"/>
                <a:gd name="T19" fmla="*/ 2147483647 h 244"/>
                <a:gd name="T20" fmla="*/ 2147483647 w 189"/>
                <a:gd name="T21" fmla="*/ 2147483647 h 244"/>
                <a:gd name="T22" fmla="*/ 2147483647 w 189"/>
                <a:gd name="T23" fmla="*/ 2147483647 h 244"/>
                <a:gd name="T24" fmla="*/ 2147483647 w 189"/>
                <a:gd name="T25" fmla="*/ 2147483647 h 244"/>
                <a:gd name="T26" fmla="*/ 2147483647 w 189"/>
                <a:gd name="T27" fmla="*/ 2147483647 h 244"/>
                <a:gd name="T28" fmla="*/ 2147483647 w 189"/>
                <a:gd name="T29" fmla="*/ 2147483647 h 244"/>
                <a:gd name="T30" fmla="*/ 2147483647 w 189"/>
                <a:gd name="T31" fmla="*/ 2147483647 h 244"/>
                <a:gd name="T32" fmla="*/ 2147483647 w 189"/>
                <a:gd name="T33" fmla="*/ 2147483647 h 244"/>
                <a:gd name="T34" fmla="*/ 2147483647 w 189"/>
                <a:gd name="T35" fmla="*/ 2147483647 h 244"/>
                <a:gd name="T36" fmla="*/ 2147483647 w 189"/>
                <a:gd name="T37" fmla="*/ 0 h 244"/>
                <a:gd name="T38" fmla="*/ 2147483647 w 189"/>
                <a:gd name="T39" fmla="*/ 0 h 244"/>
                <a:gd name="T40" fmla="*/ 2147483647 w 189"/>
                <a:gd name="T41" fmla="*/ 0 h 244"/>
                <a:gd name="T42" fmla="*/ 2147483647 w 189"/>
                <a:gd name="T43" fmla="*/ 0 h 244"/>
                <a:gd name="T44" fmla="*/ 2147483647 w 189"/>
                <a:gd name="T45" fmla="*/ 0 h 244"/>
                <a:gd name="T46" fmla="*/ 2147483647 w 189"/>
                <a:gd name="T47" fmla="*/ 2147483647 h 244"/>
                <a:gd name="T48" fmla="*/ 2147483647 w 189"/>
                <a:gd name="T49" fmla="*/ 2147483647 h 244"/>
                <a:gd name="T50" fmla="*/ 2147483647 w 189"/>
                <a:gd name="T51" fmla="*/ 2147483647 h 244"/>
                <a:gd name="T52" fmla="*/ 2147483647 w 189"/>
                <a:gd name="T53" fmla="*/ 2147483647 h 244"/>
                <a:gd name="T54" fmla="*/ 2147483647 w 189"/>
                <a:gd name="T55" fmla="*/ 2147483647 h 244"/>
                <a:gd name="T56" fmla="*/ 2147483647 w 189"/>
                <a:gd name="T57" fmla="*/ 2147483647 h 244"/>
                <a:gd name="T58" fmla="*/ 2147483647 w 189"/>
                <a:gd name="T59" fmla="*/ 2147483647 h 244"/>
                <a:gd name="T60" fmla="*/ 2147483647 w 189"/>
                <a:gd name="T61" fmla="*/ 2147483647 h 244"/>
                <a:gd name="T62" fmla="*/ 2147483647 w 189"/>
                <a:gd name="T63" fmla="*/ 2147483647 h 244"/>
                <a:gd name="T64" fmla="*/ 2147483647 w 189"/>
                <a:gd name="T65" fmla="*/ 2147483647 h 244"/>
                <a:gd name="T66" fmla="*/ 2147483647 w 189"/>
                <a:gd name="T67" fmla="*/ 2147483647 h 244"/>
                <a:gd name="T68" fmla="*/ 2147483647 w 189"/>
                <a:gd name="T69" fmla="*/ 2147483647 h 244"/>
                <a:gd name="T70" fmla="*/ 2147483647 w 189"/>
                <a:gd name="T71" fmla="*/ 2147483647 h 244"/>
                <a:gd name="T72" fmla="*/ 2147483647 w 189"/>
                <a:gd name="T73" fmla="*/ 2147483647 h 244"/>
                <a:gd name="T74" fmla="*/ 2147483647 w 189"/>
                <a:gd name="T75" fmla="*/ 2147483647 h 244"/>
                <a:gd name="T76" fmla="*/ 2147483647 w 189"/>
                <a:gd name="T77" fmla="*/ 2147483647 h 244"/>
                <a:gd name="T78" fmla="*/ 2147483647 w 189"/>
                <a:gd name="T79" fmla="*/ 2147483647 h 244"/>
                <a:gd name="T80" fmla="*/ 2147483647 w 189"/>
                <a:gd name="T81" fmla="*/ 2147483647 h 244"/>
                <a:gd name="T82" fmla="*/ 2147483647 w 189"/>
                <a:gd name="T83" fmla="*/ 2147483647 h 244"/>
                <a:gd name="T84" fmla="*/ 2147483647 w 189"/>
                <a:gd name="T85" fmla="*/ 2147483647 h 244"/>
                <a:gd name="T86" fmla="*/ 2147483647 w 189"/>
                <a:gd name="T87" fmla="*/ 2147483647 h 244"/>
                <a:gd name="T88" fmla="*/ 2147483647 w 189"/>
                <a:gd name="T89" fmla="*/ 2147483647 h 244"/>
                <a:gd name="T90" fmla="*/ 0 w 189"/>
                <a:gd name="T91" fmla="*/ 2147483647 h 244"/>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89"/>
                <a:gd name="T139" fmla="*/ 0 h 244"/>
                <a:gd name="T140" fmla="*/ 189 w 189"/>
                <a:gd name="T141" fmla="*/ 244 h 244"/>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89" h="244">
                  <a:moveTo>
                    <a:pt x="0" y="90"/>
                  </a:moveTo>
                  <a:lnTo>
                    <a:pt x="0" y="86"/>
                  </a:lnTo>
                  <a:lnTo>
                    <a:pt x="0" y="82"/>
                  </a:lnTo>
                  <a:lnTo>
                    <a:pt x="1" y="79"/>
                  </a:lnTo>
                  <a:lnTo>
                    <a:pt x="1" y="75"/>
                  </a:lnTo>
                  <a:lnTo>
                    <a:pt x="2" y="71"/>
                  </a:lnTo>
                  <a:lnTo>
                    <a:pt x="3" y="68"/>
                  </a:lnTo>
                  <a:lnTo>
                    <a:pt x="5" y="65"/>
                  </a:lnTo>
                  <a:lnTo>
                    <a:pt x="5" y="63"/>
                  </a:lnTo>
                  <a:lnTo>
                    <a:pt x="6" y="60"/>
                  </a:lnTo>
                  <a:lnTo>
                    <a:pt x="8" y="58"/>
                  </a:lnTo>
                  <a:lnTo>
                    <a:pt x="10" y="54"/>
                  </a:lnTo>
                  <a:lnTo>
                    <a:pt x="11" y="49"/>
                  </a:lnTo>
                  <a:lnTo>
                    <a:pt x="13" y="45"/>
                  </a:lnTo>
                  <a:lnTo>
                    <a:pt x="16" y="42"/>
                  </a:lnTo>
                  <a:lnTo>
                    <a:pt x="17" y="39"/>
                  </a:lnTo>
                  <a:lnTo>
                    <a:pt x="21" y="35"/>
                  </a:lnTo>
                  <a:lnTo>
                    <a:pt x="24" y="31"/>
                  </a:lnTo>
                  <a:lnTo>
                    <a:pt x="27" y="27"/>
                  </a:lnTo>
                  <a:lnTo>
                    <a:pt x="29" y="26"/>
                  </a:lnTo>
                  <a:lnTo>
                    <a:pt x="33" y="23"/>
                  </a:lnTo>
                  <a:lnTo>
                    <a:pt x="36" y="20"/>
                  </a:lnTo>
                  <a:lnTo>
                    <a:pt x="40" y="16"/>
                  </a:lnTo>
                  <a:lnTo>
                    <a:pt x="43" y="15"/>
                  </a:lnTo>
                  <a:lnTo>
                    <a:pt x="46" y="13"/>
                  </a:lnTo>
                  <a:lnTo>
                    <a:pt x="49" y="11"/>
                  </a:lnTo>
                  <a:lnTo>
                    <a:pt x="51" y="10"/>
                  </a:lnTo>
                  <a:lnTo>
                    <a:pt x="53" y="9"/>
                  </a:lnTo>
                  <a:lnTo>
                    <a:pt x="55" y="8"/>
                  </a:lnTo>
                  <a:lnTo>
                    <a:pt x="58" y="7"/>
                  </a:lnTo>
                  <a:lnTo>
                    <a:pt x="60" y="6"/>
                  </a:lnTo>
                  <a:lnTo>
                    <a:pt x="63" y="6"/>
                  </a:lnTo>
                  <a:lnTo>
                    <a:pt x="66" y="4"/>
                  </a:lnTo>
                  <a:lnTo>
                    <a:pt x="69" y="3"/>
                  </a:lnTo>
                  <a:lnTo>
                    <a:pt x="71" y="2"/>
                  </a:lnTo>
                  <a:lnTo>
                    <a:pt x="75" y="2"/>
                  </a:lnTo>
                  <a:lnTo>
                    <a:pt x="77" y="1"/>
                  </a:lnTo>
                  <a:lnTo>
                    <a:pt x="82" y="0"/>
                  </a:lnTo>
                  <a:lnTo>
                    <a:pt x="84" y="0"/>
                  </a:lnTo>
                  <a:lnTo>
                    <a:pt x="87" y="0"/>
                  </a:lnTo>
                  <a:lnTo>
                    <a:pt x="90" y="0"/>
                  </a:lnTo>
                  <a:lnTo>
                    <a:pt x="93" y="0"/>
                  </a:lnTo>
                  <a:lnTo>
                    <a:pt x="98" y="0"/>
                  </a:lnTo>
                  <a:lnTo>
                    <a:pt x="102" y="0"/>
                  </a:lnTo>
                  <a:lnTo>
                    <a:pt x="105" y="0"/>
                  </a:lnTo>
                  <a:lnTo>
                    <a:pt x="107" y="0"/>
                  </a:lnTo>
                  <a:lnTo>
                    <a:pt x="110" y="1"/>
                  </a:lnTo>
                  <a:lnTo>
                    <a:pt x="114" y="2"/>
                  </a:lnTo>
                  <a:lnTo>
                    <a:pt x="117" y="2"/>
                  </a:lnTo>
                  <a:lnTo>
                    <a:pt x="119" y="4"/>
                  </a:lnTo>
                  <a:lnTo>
                    <a:pt x="122" y="4"/>
                  </a:lnTo>
                  <a:lnTo>
                    <a:pt x="126" y="6"/>
                  </a:lnTo>
                  <a:lnTo>
                    <a:pt x="128" y="6"/>
                  </a:lnTo>
                  <a:lnTo>
                    <a:pt x="132" y="7"/>
                  </a:lnTo>
                  <a:lnTo>
                    <a:pt x="134" y="8"/>
                  </a:lnTo>
                  <a:lnTo>
                    <a:pt x="137" y="10"/>
                  </a:lnTo>
                  <a:lnTo>
                    <a:pt x="139" y="11"/>
                  </a:lnTo>
                  <a:lnTo>
                    <a:pt x="141" y="13"/>
                  </a:lnTo>
                  <a:lnTo>
                    <a:pt x="144" y="14"/>
                  </a:lnTo>
                  <a:lnTo>
                    <a:pt x="148" y="16"/>
                  </a:lnTo>
                  <a:lnTo>
                    <a:pt x="149" y="18"/>
                  </a:lnTo>
                  <a:lnTo>
                    <a:pt x="151" y="20"/>
                  </a:lnTo>
                  <a:lnTo>
                    <a:pt x="154" y="22"/>
                  </a:lnTo>
                  <a:lnTo>
                    <a:pt x="155" y="23"/>
                  </a:lnTo>
                  <a:lnTo>
                    <a:pt x="157" y="24"/>
                  </a:lnTo>
                  <a:lnTo>
                    <a:pt x="160" y="26"/>
                  </a:lnTo>
                  <a:lnTo>
                    <a:pt x="163" y="29"/>
                  </a:lnTo>
                  <a:lnTo>
                    <a:pt x="165" y="30"/>
                  </a:lnTo>
                  <a:lnTo>
                    <a:pt x="166" y="32"/>
                  </a:lnTo>
                  <a:lnTo>
                    <a:pt x="167" y="34"/>
                  </a:lnTo>
                  <a:lnTo>
                    <a:pt x="169" y="36"/>
                  </a:lnTo>
                  <a:lnTo>
                    <a:pt x="170" y="38"/>
                  </a:lnTo>
                  <a:lnTo>
                    <a:pt x="171" y="38"/>
                  </a:lnTo>
                  <a:lnTo>
                    <a:pt x="172" y="40"/>
                  </a:lnTo>
                  <a:lnTo>
                    <a:pt x="175" y="43"/>
                  </a:lnTo>
                  <a:lnTo>
                    <a:pt x="176" y="46"/>
                  </a:lnTo>
                  <a:lnTo>
                    <a:pt x="177" y="48"/>
                  </a:lnTo>
                  <a:lnTo>
                    <a:pt x="179" y="51"/>
                  </a:lnTo>
                  <a:lnTo>
                    <a:pt x="180" y="54"/>
                  </a:lnTo>
                  <a:lnTo>
                    <a:pt x="181" y="56"/>
                  </a:lnTo>
                  <a:lnTo>
                    <a:pt x="183" y="59"/>
                  </a:lnTo>
                  <a:lnTo>
                    <a:pt x="183" y="61"/>
                  </a:lnTo>
                  <a:lnTo>
                    <a:pt x="184" y="64"/>
                  </a:lnTo>
                  <a:lnTo>
                    <a:pt x="185" y="68"/>
                  </a:lnTo>
                  <a:lnTo>
                    <a:pt x="187" y="72"/>
                  </a:lnTo>
                  <a:lnTo>
                    <a:pt x="187" y="75"/>
                  </a:lnTo>
                  <a:lnTo>
                    <a:pt x="188" y="79"/>
                  </a:lnTo>
                  <a:lnTo>
                    <a:pt x="188" y="83"/>
                  </a:lnTo>
                  <a:lnTo>
                    <a:pt x="189" y="90"/>
                  </a:lnTo>
                  <a:lnTo>
                    <a:pt x="189" y="244"/>
                  </a:lnTo>
                  <a:lnTo>
                    <a:pt x="0" y="244"/>
                  </a:lnTo>
                  <a:lnTo>
                    <a:pt x="0" y="90"/>
                  </a:lnTo>
                </a:path>
              </a:pathLst>
            </a:custGeom>
            <a:noFill/>
            <a:ln w="12700">
              <a:solidFill>
                <a:srgbClr val="000000"/>
              </a:solidFill>
              <a:prstDash val="solid"/>
              <a:round/>
              <a:headEnd/>
              <a:tailEnd/>
            </a:ln>
          </p:spPr>
          <p:txBody>
            <a:bodyPr/>
            <a:lstStyle/>
            <a:p>
              <a:endParaRPr lang="nl-BE"/>
            </a:p>
          </p:txBody>
        </p:sp>
        <p:sp>
          <p:nvSpPr>
            <p:cNvPr id="43004" name="Freeform 21"/>
            <p:cNvSpPr>
              <a:spLocks/>
            </p:cNvSpPr>
            <p:nvPr/>
          </p:nvSpPr>
          <p:spPr bwMode="auto">
            <a:xfrm>
              <a:off x="6089650" y="3478213"/>
              <a:ext cx="600075" cy="268287"/>
            </a:xfrm>
            <a:custGeom>
              <a:avLst/>
              <a:gdLst>
                <a:gd name="T0" fmla="*/ 0 w 131"/>
                <a:gd name="T1" fmla="*/ 2147483647 h 169"/>
                <a:gd name="T2" fmla="*/ 2147483647 w 131"/>
                <a:gd name="T3" fmla="*/ 2147483647 h 169"/>
                <a:gd name="T4" fmla="*/ 2147483647 w 131"/>
                <a:gd name="T5" fmla="*/ 2147483647 h 169"/>
                <a:gd name="T6" fmla="*/ 2147483647 w 131"/>
                <a:gd name="T7" fmla="*/ 2147483647 h 169"/>
                <a:gd name="T8" fmla="*/ 2147483647 w 131"/>
                <a:gd name="T9" fmla="*/ 2147483647 h 169"/>
                <a:gd name="T10" fmla="*/ 2147483647 w 131"/>
                <a:gd name="T11" fmla="*/ 2147483647 h 169"/>
                <a:gd name="T12" fmla="*/ 2147483647 w 131"/>
                <a:gd name="T13" fmla="*/ 2147483647 h 169"/>
                <a:gd name="T14" fmla="*/ 2147483647 w 131"/>
                <a:gd name="T15" fmla="*/ 2147483647 h 169"/>
                <a:gd name="T16" fmla="*/ 2147483647 w 131"/>
                <a:gd name="T17" fmla="*/ 2147483647 h 169"/>
                <a:gd name="T18" fmla="*/ 2147483647 w 131"/>
                <a:gd name="T19" fmla="*/ 2147483647 h 169"/>
                <a:gd name="T20" fmla="*/ 2147483647 w 131"/>
                <a:gd name="T21" fmla="*/ 2147483647 h 169"/>
                <a:gd name="T22" fmla="*/ 2147483647 w 131"/>
                <a:gd name="T23" fmla="*/ 2147483647 h 169"/>
                <a:gd name="T24" fmla="*/ 2147483647 w 131"/>
                <a:gd name="T25" fmla="*/ 2147483647 h 169"/>
                <a:gd name="T26" fmla="*/ 2147483647 w 131"/>
                <a:gd name="T27" fmla="*/ 2147483647 h 169"/>
                <a:gd name="T28" fmla="*/ 2147483647 w 131"/>
                <a:gd name="T29" fmla="*/ 2147483647 h 169"/>
                <a:gd name="T30" fmla="*/ 2147483647 w 131"/>
                <a:gd name="T31" fmla="*/ 2147483647 h 169"/>
                <a:gd name="T32" fmla="*/ 2147483647 w 131"/>
                <a:gd name="T33" fmla="*/ 2147483647 h 169"/>
                <a:gd name="T34" fmla="*/ 2147483647 w 131"/>
                <a:gd name="T35" fmla="*/ 2147483647 h 169"/>
                <a:gd name="T36" fmla="*/ 2147483647 w 131"/>
                <a:gd name="T37" fmla="*/ 0 h 169"/>
                <a:gd name="T38" fmla="*/ 2147483647 w 131"/>
                <a:gd name="T39" fmla="*/ 0 h 169"/>
                <a:gd name="T40" fmla="*/ 2147483647 w 131"/>
                <a:gd name="T41" fmla="*/ 0 h 169"/>
                <a:gd name="T42" fmla="*/ 2147483647 w 131"/>
                <a:gd name="T43" fmla="*/ 0 h 169"/>
                <a:gd name="T44" fmla="*/ 2147483647 w 131"/>
                <a:gd name="T45" fmla="*/ 0 h 169"/>
                <a:gd name="T46" fmla="*/ 2147483647 w 131"/>
                <a:gd name="T47" fmla="*/ 2147483647 h 169"/>
                <a:gd name="T48" fmla="*/ 2147483647 w 131"/>
                <a:gd name="T49" fmla="*/ 2147483647 h 169"/>
                <a:gd name="T50" fmla="*/ 2147483647 w 131"/>
                <a:gd name="T51" fmla="*/ 2147483647 h 169"/>
                <a:gd name="T52" fmla="*/ 2147483647 w 131"/>
                <a:gd name="T53" fmla="*/ 2147483647 h 169"/>
                <a:gd name="T54" fmla="*/ 2147483647 w 131"/>
                <a:gd name="T55" fmla="*/ 2147483647 h 169"/>
                <a:gd name="T56" fmla="*/ 2147483647 w 131"/>
                <a:gd name="T57" fmla="*/ 2147483647 h 169"/>
                <a:gd name="T58" fmla="*/ 2147483647 w 131"/>
                <a:gd name="T59" fmla="*/ 2147483647 h 169"/>
                <a:gd name="T60" fmla="*/ 2147483647 w 131"/>
                <a:gd name="T61" fmla="*/ 2147483647 h 169"/>
                <a:gd name="T62" fmla="*/ 2147483647 w 131"/>
                <a:gd name="T63" fmla="*/ 2147483647 h 169"/>
                <a:gd name="T64" fmla="*/ 2147483647 w 131"/>
                <a:gd name="T65" fmla="*/ 2147483647 h 169"/>
                <a:gd name="T66" fmla="*/ 2147483647 w 131"/>
                <a:gd name="T67" fmla="*/ 2147483647 h 169"/>
                <a:gd name="T68" fmla="*/ 2147483647 w 131"/>
                <a:gd name="T69" fmla="*/ 2147483647 h 169"/>
                <a:gd name="T70" fmla="*/ 2147483647 w 131"/>
                <a:gd name="T71" fmla="*/ 2147483647 h 169"/>
                <a:gd name="T72" fmla="*/ 2147483647 w 131"/>
                <a:gd name="T73" fmla="*/ 2147483647 h 169"/>
                <a:gd name="T74" fmla="*/ 2147483647 w 131"/>
                <a:gd name="T75" fmla="*/ 2147483647 h 169"/>
                <a:gd name="T76" fmla="*/ 2147483647 w 131"/>
                <a:gd name="T77" fmla="*/ 2147483647 h 169"/>
                <a:gd name="T78" fmla="*/ 2147483647 w 131"/>
                <a:gd name="T79" fmla="*/ 2147483647 h 169"/>
                <a:gd name="T80" fmla="*/ 2147483647 w 131"/>
                <a:gd name="T81" fmla="*/ 2147483647 h 169"/>
                <a:gd name="T82" fmla="*/ 2147483647 w 131"/>
                <a:gd name="T83" fmla="*/ 2147483647 h 169"/>
                <a:gd name="T84" fmla="*/ 2147483647 w 131"/>
                <a:gd name="T85" fmla="*/ 2147483647 h 169"/>
                <a:gd name="T86" fmla="*/ 2147483647 w 131"/>
                <a:gd name="T87" fmla="*/ 2147483647 h 169"/>
                <a:gd name="T88" fmla="*/ 0 w 131"/>
                <a:gd name="T89" fmla="*/ 2147483647 h 169"/>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31"/>
                <a:gd name="T136" fmla="*/ 0 h 169"/>
                <a:gd name="T137" fmla="*/ 131 w 131"/>
                <a:gd name="T138" fmla="*/ 169 h 169"/>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31" h="169">
                  <a:moveTo>
                    <a:pt x="0" y="62"/>
                  </a:moveTo>
                  <a:lnTo>
                    <a:pt x="0" y="59"/>
                  </a:lnTo>
                  <a:lnTo>
                    <a:pt x="0" y="56"/>
                  </a:lnTo>
                  <a:lnTo>
                    <a:pt x="1" y="54"/>
                  </a:lnTo>
                  <a:lnTo>
                    <a:pt x="1" y="51"/>
                  </a:lnTo>
                  <a:lnTo>
                    <a:pt x="1" y="49"/>
                  </a:lnTo>
                  <a:lnTo>
                    <a:pt x="2" y="46"/>
                  </a:lnTo>
                  <a:lnTo>
                    <a:pt x="2" y="44"/>
                  </a:lnTo>
                  <a:lnTo>
                    <a:pt x="3" y="43"/>
                  </a:lnTo>
                  <a:lnTo>
                    <a:pt x="4" y="41"/>
                  </a:lnTo>
                  <a:lnTo>
                    <a:pt x="5" y="39"/>
                  </a:lnTo>
                  <a:lnTo>
                    <a:pt x="6" y="36"/>
                  </a:lnTo>
                  <a:lnTo>
                    <a:pt x="8" y="34"/>
                  </a:lnTo>
                  <a:lnTo>
                    <a:pt x="8" y="31"/>
                  </a:lnTo>
                  <a:lnTo>
                    <a:pt x="10" y="28"/>
                  </a:lnTo>
                  <a:lnTo>
                    <a:pt x="12" y="27"/>
                  </a:lnTo>
                  <a:lnTo>
                    <a:pt x="13" y="24"/>
                  </a:lnTo>
                  <a:lnTo>
                    <a:pt x="17" y="21"/>
                  </a:lnTo>
                  <a:lnTo>
                    <a:pt x="19" y="18"/>
                  </a:lnTo>
                  <a:lnTo>
                    <a:pt x="20" y="18"/>
                  </a:lnTo>
                  <a:lnTo>
                    <a:pt x="22" y="16"/>
                  </a:lnTo>
                  <a:lnTo>
                    <a:pt x="24" y="14"/>
                  </a:lnTo>
                  <a:lnTo>
                    <a:pt x="27" y="11"/>
                  </a:lnTo>
                  <a:lnTo>
                    <a:pt x="30" y="10"/>
                  </a:lnTo>
                  <a:lnTo>
                    <a:pt x="32" y="8"/>
                  </a:lnTo>
                  <a:lnTo>
                    <a:pt x="33" y="7"/>
                  </a:lnTo>
                  <a:lnTo>
                    <a:pt x="35" y="7"/>
                  </a:lnTo>
                  <a:lnTo>
                    <a:pt x="36" y="6"/>
                  </a:lnTo>
                  <a:lnTo>
                    <a:pt x="38" y="5"/>
                  </a:lnTo>
                  <a:lnTo>
                    <a:pt x="40" y="4"/>
                  </a:lnTo>
                  <a:lnTo>
                    <a:pt x="41" y="3"/>
                  </a:lnTo>
                  <a:lnTo>
                    <a:pt x="43" y="3"/>
                  </a:lnTo>
                  <a:lnTo>
                    <a:pt x="46" y="3"/>
                  </a:lnTo>
                  <a:lnTo>
                    <a:pt x="47" y="2"/>
                  </a:lnTo>
                  <a:lnTo>
                    <a:pt x="49" y="2"/>
                  </a:lnTo>
                  <a:lnTo>
                    <a:pt x="52" y="1"/>
                  </a:lnTo>
                  <a:lnTo>
                    <a:pt x="53" y="0"/>
                  </a:lnTo>
                  <a:lnTo>
                    <a:pt x="56" y="0"/>
                  </a:lnTo>
                  <a:lnTo>
                    <a:pt x="57" y="0"/>
                  </a:lnTo>
                  <a:lnTo>
                    <a:pt x="60" y="0"/>
                  </a:lnTo>
                  <a:lnTo>
                    <a:pt x="62" y="0"/>
                  </a:lnTo>
                  <a:lnTo>
                    <a:pt x="65" y="0"/>
                  </a:lnTo>
                  <a:lnTo>
                    <a:pt x="67" y="0"/>
                  </a:lnTo>
                  <a:lnTo>
                    <a:pt x="70" y="0"/>
                  </a:lnTo>
                  <a:lnTo>
                    <a:pt x="73" y="0"/>
                  </a:lnTo>
                  <a:lnTo>
                    <a:pt x="74" y="0"/>
                  </a:lnTo>
                  <a:lnTo>
                    <a:pt x="76" y="0"/>
                  </a:lnTo>
                  <a:lnTo>
                    <a:pt x="78" y="1"/>
                  </a:lnTo>
                  <a:lnTo>
                    <a:pt x="81" y="2"/>
                  </a:lnTo>
                  <a:lnTo>
                    <a:pt x="83" y="2"/>
                  </a:lnTo>
                  <a:lnTo>
                    <a:pt x="85" y="3"/>
                  </a:lnTo>
                  <a:lnTo>
                    <a:pt x="87" y="3"/>
                  </a:lnTo>
                  <a:lnTo>
                    <a:pt x="89" y="3"/>
                  </a:lnTo>
                  <a:lnTo>
                    <a:pt x="91" y="5"/>
                  </a:lnTo>
                  <a:lnTo>
                    <a:pt x="92" y="6"/>
                  </a:lnTo>
                  <a:lnTo>
                    <a:pt x="95" y="7"/>
                  </a:lnTo>
                  <a:lnTo>
                    <a:pt x="96" y="7"/>
                  </a:lnTo>
                  <a:lnTo>
                    <a:pt x="98" y="8"/>
                  </a:lnTo>
                  <a:lnTo>
                    <a:pt x="100" y="9"/>
                  </a:lnTo>
                  <a:lnTo>
                    <a:pt x="102" y="11"/>
                  </a:lnTo>
                  <a:lnTo>
                    <a:pt x="103" y="12"/>
                  </a:lnTo>
                  <a:lnTo>
                    <a:pt x="105" y="13"/>
                  </a:lnTo>
                  <a:lnTo>
                    <a:pt x="107" y="14"/>
                  </a:lnTo>
                  <a:lnTo>
                    <a:pt x="108" y="16"/>
                  </a:lnTo>
                  <a:lnTo>
                    <a:pt x="108" y="17"/>
                  </a:lnTo>
                  <a:lnTo>
                    <a:pt x="110" y="18"/>
                  </a:lnTo>
                  <a:lnTo>
                    <a:pt x="112" y="19"/>
                  </a:lnTo>
                  <a:lnTo>
                    <a:pt x="113" y="20"/>
                  </a:lnTo>
                  <a:lnTo>
                    <a:pt x="113" y="22"/>
                  </a:lnTo>
                  <a:lnTo>
                    <a:pt x="115" y="23"/>
                  </a:lnTo>
                  <a:lnTo>
                    <a:pt x="116" y="24"/>
                  </a:lnTo>
                  <a:lnTo>
                    <a:pt x="117" y="25"/>
                  </a:lnTo>
                  <a:lnTo>
                    <a:pt x="118" y="27"/>
                  </a:lnTo>
                  <a:lnTo>
                    <a:pt x="119" y="28"/>
                  </a:lnTo>
                  <a:lnTo>
                    <a:pt x="120" y="30"/>
                  </a:lnTo>
                  <a:lnTo>
                    <a:pt x="121" y="32"/>
                  </a:lnTo>
                  <a:lnTo>
                    <a:pt x="123" y="34"/>
                  </a:lnTo>
                  <a:lnTo>
                    <a:pt x="124" y="36"/>
                  </a:lnTo>
                  <a:lnTo>
                    <a:pt x="124" y="38"/>
                  </a:lnTo>
                  <a:lnTo>
                    <a:pt x="127" y="40"/>
                  </a:lnTo>
                  <a:lnTo>
                    <a:pt x="127" y="42"/>
                  </a:lnTo>
                  <a:lnTo>
                    <a:pt x="128" y="44"/>
                  </a:lnTo>
                  <a:lnTo>
                    <a:pt x="129" y="46"/>
                  </a:lnTo>
                  <a:lnTo>
                    <a:pt x="130" y="50"/>
                  </a:lnTo>
                  <a:lnTo>
                    <a:pt x="130" y="52"/>
                  </a:lnTo>
                  <a:lnTo>
                    <a:pt x="130" y="54"/>
                  </a:lnTo>
                  <a:lnTo>
                    <a:pt x="130" y="57"/>
                  </a:lnTo>
                  <a:lnTo>
                    <a:pt x="131" y="62"/>
                  </a:lnTo>
                  <a:lnTo>
                    <a:pt x="131" y="169"/>
                  </a:lnTo>
                  <a:lnTo>
                    <a:pt x="0" y="169"/>
                  </a:lnTo>
                  <a:lnTo>
                    <a:pt x="0" y="62"/>
                  </a:lnTo>
                </a:path>
              </a:pathLst>
            </a:custGeom>
            <a:noFill/>
            <a:ln w="12700">
              <a:solidFill>
                <a:srgbClr val="000000"/>
              </a:solidFill>
              <a:prstDash val="solid"/>
              <a:round/>
              <a:headEnd/>
              <a:tailEnd/>
            </a:ln>
          </p:spPr>
          <p:txBody>
            <a:bodyPr/>
            <a:lstStyle/>
            <a:p>
              <a:endParaRPr lang="nl-BE"/>
            </a:p>
          </p:txBody>
        </p:sp>
        <p:sp>
          <p:nvSpPr>
            <p:cNvPr id="43005" name="Freeform 22"/>
            <p:cNvSpPr>
              <a:spLocks/>
            </p:cNvSpPr>
            <p:nvPr/>
          </p:nvSpPr>
          <p:spPr bwMode="auto">
            <a:xfrm>
              <a:off x="6196013" y="3490913"/>
              <a:ext cx="433387" cy="196850"/>
            </a:xfrm>
            <a:custGeom>
              <a:avLst/>
              <a:gdLst>
                <a:gd name="T0" fmla="*/ 0 w 95"/>
                <a:gd name="T1" fmla="*/ 2147483647 h 124"/>
                <a:gd name="T2" fmla="*/ 0 w 95"/>
                <a:gd name="T3" fmla="*/ 2147483647 h 124"/>
                <a:gd name="T4" fmla="*/ 2147483647 w 95"/>
                <a:gd name="T5" fmla="*/ 2147483647 h 124"/>
                <a:gd name="T6" fmla="*/ 2147483647 w 95"/>
                <a:gd name="T7" fmla="*/ 2147483647 h 124"/>
                <a:gd name="T8" fmla="*/ 2147483647 w 95"/>
                <a:gd name="T9" fmla="*/ 2147483647 h 124"/>
                <a:gd name="T10" fmla="*/ 2147483647 w 95"/>
                <a:gd name="T11" fmla="*/ 2147483647 h 124"/>
                <a:gd name="T12" fmla="*/ 2147483647 w 95"/>
                <a:gd name="T13" fmla="*/ 2147483647 h 124"/>
                <a:gd name="T14" fmla="*/ 2147483647 w 95"/>
                <a:gd name="T15" fmla="*/ 2147483647 h 124"/>
                <a:gd name="T16" fmla="*/ 2147483647 w 95"/>
                <a:gd name="T17" fmla="*/ 2147483647 h 124"/>
                <a:gd name="T18" fmla="*/ 2147483647 w 95"/>
                <a:gd name="T19" fmla="*/ 2147483647 h 124"/>
                <a:gd name="T20" fmla="*/ 2147483647 w 95"/>
                <a:gd name="T21" fmla="*/ 2147483647 h 124"/>
                <a:gd name="T22" fmla="*/ 2147483647 w 95"/>
                <a:gd name="T23" fmla="*/ 2147483647 h 124"/>
                <a:gd name="T24" fmla="*/ 2147483647 w 95"/>
                <a:gd name="T25" fmla="*/ 2147483647 h 124"/>
                <a:gd name="T26" fmla="*/ 2147483647 w 95"/>
                <a:gd name="T27" fmla="*/ 2147483647 h 124"/>
                <a:gd name="T28" fmla="*/ 2147483647 w 95"/>
                <a:gd name="T29" fmla="*/ 2147483647 h 124"/>
                <a:gd name="T30" fmla="*/ 2147483647 w 95"/>
                <a:gd name="T31" fmla="*/ 2147483647 h 124"/>
                <a:gd name="T32" fmla="*/ 2147483647 w 95"/>
                <a:gd name="T33" fmla="*/ 2147483647 h 124"/>
                <a:gd name="T34" fmla="*/ 2147483647 w 95"/>
                <a:gd name="T35" fmla="*/ 0 h 124"/>
                <a:gd name="T36" fmla="*/ 2147483647 w 95"/>
                <a:gd name="T37" fmla="*/ 0 h 124"/>
                <a:gd name="T38" fmla="*/ 2147483647 w 95"/>
                <a:gd name="T39" fmla="*/ 0 h 124"/>
                <a:gd name="T40" fmla="*/ 2147483647 w 95"/>
                <a:gd name="T41" fmla="*/ 0 h 124"/>
                <a:gd name="T42" fmla="*/ 2147483647 w 95"/>
                <a:gd name="T43" fmla="*/ 0 h 124"/>
                <a:gd name="T44" fmla="*/ 2147483647 w 95"/>
                <a:gd name="T45" fmla="*/ 0 h 124"/>
                <a:gd name="T46" fmla="*/ 2147483647 w 95"/>
                <a:gd name="T47" fmla="*/ 2147483647 h 124"/>
                <a:gd name="T48" fmla="*/ 2147483647 w 95"/>
                <a:gd name="T49" fmla="*/ 2147483647 h 124"/>
                <a:gd name="T50" fmla="*/ 2147483647 w 95"/>
                <a:gd name="T51" fmla="*/ 2147483647 h 124"/>
                <a:gd name="T52" fmla="*/ 2147483647 w 95"/>
                <a:gd name="T53" fmla="*/ 2147483647 h 124"/>
                <a:gd name="T54" fmla="*/ 2147483647 w 95"/>
                <a:gd name="T55" fmla="*/ 2147483647 h 124"/>
                <a:gd name="T56" fmla="*/ 2147483647 w 95"/>
                <a:gd name="T57" fmla="*/ 2147483647 h 124"/>
                <a:gd name="T58" fmla="*/ 2147483647 w 95"/>
                <a:gd name="T59" fmla="*/ 2147483647 h 124"/>
                <a:gd name="T60" fmla="*/ 2147483647 w 95"/>
                <a:gd name="T61" fmla="*/ 2147483647 h 124"/>
                <a:gd name="T62" fmla="*/ 2147483647 w 95"/>
                <a:gd name="T63" fmla="*/ 2147483647 h 124"/>
                <a:gd name="T64" fmla="*/ 2147483647 w 95"/>
                <a:gd name="T65" fmla="*/ 2147483647 h 124"/>
                <a:gd name="T66" fmla="*/ 2147483647 w 95"/>
                <a:gd name="T67" fmla="*/ 2147483647 h 124"/>
                <a:gd name="T68" fmla="*/ 2147483647 w 95"/>
                <a:gd name="T69" fmla="*/ 2147483647 h 124"/>
                <a:gd name="T70" fmla="*/ 2147483647 w 95"/>
                <a:gd name="T71" fmla="*/ 2147483647 h 124"/>
                <a:gd name="T72" fmla="*/ 2147483647 w 95"/>
                <a:gd name="T73" fmla="*/ 2147483647 h 124"/>
                <a:gd name="T74" fmla="*/ 2147483647 w 95"/>
                <a:gd name="T75" fmla="*/ 2147483647 h 124"/>
                <a:gd name="T76" fmla="*/ 2147483647 w 95"/>
                <a:gd name="T77" fmla="*/ 2147483647 h 124"/>
                <a:gd name="T78" fmla="*/ 2147483647 w 95"/>
                <a:gd name="T79" fmla="*/ 2147483647 h 124"/>
                <a:gd name="T80" fmla="*/ 2147483647 w 95"/>
                <a:gd name="T81" fmla="*/ 2147483647 h 124"/>
                <a:gd name="T82" fmla="*/ 2147483647 w 95"/>
                <a:gd name="T83" fmla="*/ 2147483647 h 124"/>
                <a:gd name="T84" fmla="*/ 2147483647 w 95"/>
                <a:gd name="T85" fmla="*/ 2147483647 h 124"/>
                <a:gd name="T86" fmla="*/ 2147483647 w 95"/>
                <a:gd name="T87" fmla="*/ 2147483647 h 124"/>
                <a:gd name="T88" fmla="*/ 0 w 95"/>
                <a:gd name="T89" fmla="*/ 2147483647 h 12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95"/>
                <a:gd name="T136" fmla="*/ 0 h 124"/>
                <a:gd name="T137" fmla="*/ 95 w 95"/>
                <a:gd name="T138" fmla="*/ 124 h 124"/>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95" h="124">
                  <a:moveTo>
                    <a:pt x="0" y="46"/>
                  </a:moveTo>
                  <a:lnTo>
                    <a:pt x="0" y="44"/>
                  </a:lnTo>
                  <a:lnTo>
                    <a:pt x="0" y="42"/>
                  </a:lnTo>
                  <a:lnTo>
                    <a:pt x="0" y="40"/>
                  </a:lnTo>
                  <a:lnTo>
                    <a:pt x="0" y="38"/>
                  </a:lnTo>
                  <a:lnTo>
                    <a:pt x="1" y="36"/>
                  </a:lnTo>
                  <a:lnTo>
                    <a:pt x="1" y="35"/>
                  </a:lnTo>
                  <a:lnTo>
                    <a:pt x="1" y="33"/>
                  </a:lnTo>
                  <a:lnTo>
                    <a:pt x="2" y="31"/>
                  </a:lnTo>
                  <a:lnTo>
                    <a:pt x="3" y="30"/>
                  </a:lnTo>
                  <a:lnTo>
                    <a:pt x="4" y="27"/>
                  </a:lnTo>
                  <a:lnTo>
                    <a:pt x="5" y="26"/>
                  </a:lnTo>
                  <a:lnTo>
                    <a:pt x="7" y="23"/>
                  </a:lnTo>
                  <a:lnTo>
                    <a:pt x="7" y="21"/>
                  </a:lnTo>
                  <a:lnTo>
                    <a:pt x="8" y="20"/>
                  </a:lnTo>
                  <a:lnTo>
                    <a:pt x="10" y="18"/>
                  </a:lnTo>
                  <a:lnTo>
                    <a:pt x="12" y="15"/>
                  </a:lnTo>
                  <a:lnTo>
                    <a:pt x="13" y="14"/>
                  </a:lnTo>
                  <a:lnTo>
                    <a:pt x="15" y="13"/>
                  </a:lnTo>
                  <a:lnTo>
                    <a:pt x="16" y="11"/>
                  </a:lnTo>
                  <a:lnTo>
                    <a:pt x="18" y="10"/>
                  </a:lnTo>
                  <a:lnTo>
                    <a:pt x="19" y="9"/>
                  </a:lnTo>
                  <a:lnTo>
                    <a:pt x="21" y="8"/>
                  </a:lnTo>
                  <a:lnTo>
                    <a:pt x="23" y="6"/>
                  </a:lnTo>
                  <a:lnTo>
                    <a:pt x="24" y="6"/>
                  </a:lnTo>
                  <a:lnTo>
                    <a:pt x="25" y="5"/>
                  </a:lnTo>
                  <a:lnTo>
                    <a:pt x="26" y="4"/>
                  </a:lnTo>
                  <a:lnTo>
                    <a:pt x="28" y="4"/>
                  </a:lnTo>
                  <a:lnTo>
                    <a:pt x="29" y="4"/>
                  </a:lnTo>
                  <a:lnTo>
                    <a:pt x="30" y="3"/>
                  </a:lnTo>
                  <a:lnTo>
                    <a:pt x="31" y="3"/>
                  </a:lnTo>
                  <a:lnTo>
                    <a:pt x="33" y="2"/>
                  </a:lnTo>
                  <a:lnTo>
                    <a:pt x="34" y="1"/>
                  </a:lnTo>
                  <a:lnTo>
                    <a:pt x="35" y="1"/>
                  </a:lnTo>
                  <a:lnTo>
                    <a:pt x="37" y="1"/>
                  </a:lnTo>
                  <a:lnTo>
                    <a:pt x="39" y="0"/>
                  </a:lnTo>
                  <a:lnTo>
                    <a:pt x="40" y="0"/>
                  </a:lnTo>
                  <a:lnTo>
                    <a:pt x="42" y="0"/>
                  </a:lnTo>
                  <a:lnTo>
                    <a:pt x="44" y="0"/>
                  </a:lnTo>
                  <a:lnTo>
                    <a:pt x="46" y="0"/>
                  </a:lnTo>
                  <a:lnTo>
                    <a:pt x="47" y="0"/>
                  </a:lnTo>
                  <a:lnTo>
                    <a:pt x="49" y="0"/>
                  </a:lnTo>
                  <a:lnTo>
                    <a:pt x="51" y="0"/>
                  </a:lnTo>
                  <a:lnTo>
                    <a:pt x="53" y="0"/>
                  </a:lnTo>
                  <a:lnTo>
                    <a:pt x="54" y="0"/>
                  </a:lnTo>
                  <a:lnTo>
                    <a:pt x="56" y="0"/>
                  </a:lnTo>
                  <a:lnTo>
                    <a:pt x="57" y="1"/>
                  </a:lnTo>
                  <a:lnTo>
                    <a:pt x="58" y="1"/>
                  </a:lnTo>
                  <a:lnTo>
                    <a:pt x="60" y="2"/>
                  </a:lnTo>
                  <a:lnTo>
                    <a:pt x="62" y="2"/>
                  </a:lnTo>
                  <a:lnTo>
                    <a:pt x="62" y="3"/>
                  </a:lnTo>
                  <a:lnTo>
                    <a:pt x="64" y="3"/>
                  </a:lnTo>
                  <a:lnTo>
                    <a:pt x="66" y="4"/>
                  </a:lnTo>
                  <a:lnTo>
                    <a:pt x="68" y="4"/>
                  </a:lnTo>
                  <a:lnTo>
                    <a:pt x="68" y="5"/>
                  </a:lnTo>
                  <a:lnTo>
                    <a:pt x="70" y="6"/>
                  </a:lnTo>
                  <a:lnTo>
                    <a:pt x="71" y="6"/>
                  </a:lnTo>
                  <a:lnTo>
                    <a:pt x="73" y="7"/>
                  </a:lnTo>
                  <a:lnTo>
                    <a:pt x="74" y="8"/>
                  </a:lnTo>
                  <a:lnTo>
                    <a:pt x="75" y="10"/>
                  </a:lnTo>
                  <a:lnTo>
                    <a:pt x="76" y="10"/>
                  </a:lnTo>
                  <a:lnTo>
                    <a:pt x="78" y="10"/>
                  </a:lnTo>
                  <a:lnTo>
                    <a:pt x="79" y="11"/>
                  </a:lnTo>
                  <a:lnTo>
                    <a:pt x="79" y="12"/>
                  </a:lnTo>
                  <a:lnTo>
                    <a:pt x="80" y="13"/>
                  </a:lnTo>
                  <a:lnTo>
                    <a:pt x="81" y="15"/>
                  </a:lnTo>
                  <a:lnTo>
                    <a:pt x="82" y="15"/>
                  </a:lnTo>
                  <a:lnTo>
                    <a:pt x="83" y="16"/>
                  </a:lnTo>
                  <a:lnTo>
                    <a:pt x="84" y="17"/>
                  </a:lnTo>
                  <a:lnTo>
                    <a:pt x="84" y="18"/>
                  </a:lnTo>
                  <a:lnTo>
                    <a:pt x="85" y="19"/>
                  </a:lnTo>
                  <a:lnTo>
                    <a:pt x="85" y="20"/>
                  </a:lnTo>
                  <a:lnTo>
                    <a:pt x="86" y="20"/>
                  </a:lnTo>
                  <a:lnTo>
                    <a:pt x="87" y="22"/>
                  </a:lnTo>
                  <a:lnTo>
                    <a:pt x="89" y="24"/>
                  </a:lnTo>
                  <a:lnTo>
                    <a:pt x="89" y="25"/>
                  </a:lnTo>
                  <a:lnTo>
                    <a:pt x="90" y="26"/>
                  </a:lnTo>
                  <a:lnTo>
                    <a:pt x="90" y="27"/>
                  </a:lnTo>
                  <a:lnTo>
                    <a:pt x="90" y="28"/>
                  </a:lnTo>
                  <a:lnTo>
                    <a:pt x="91" y="30"/>
                  </a:lnTo>
                  <a:lnTo>
                    <a:pt x="92" y="31"/>
                  </a:lnTo>
                  <a:lnTo>
                    <a:pt x="92" y="33"/>
                  </a:lnTo>
                  <a:lnTo>
                    <a:pt x="93" y="35"/>
                  </a:lnTo>
                  <a:lnTo>
                    <a:pt x="94" y="36"/>
                  </a:lnTo>
                  <a:lnTo>
                    <a:pt x="94" y="38"/>
                  </a:lnTo>
                  <a:lnTo>
                    <a:pt x="94" y="40"/>
                  </a:lnTo>
                  <a:lnTo>
                    <a:pt x="95" y="42"/>
                  </a:lnTo>
                  <a:lnTo>
                    <a:pt x="95" y="46"/>
                  </a:lnTo>
                  <a:lnTo>
                    <a:pt x="95" y="124"/>
                  </a:lnTo>
                  <a:lnTo>
                    <a:pt x="0" y="124"/>
                  </a:lnTo>
                  <a:lnTo>
                    <a:pt x="0" y="46"/>
                  </a:lnTo>
                </a:path>
              </a:pathLst>
            </a:custGeom>
            <a:noFill/>
            <a:ln w="12700">
              <a:solidFill>
                <a:srgbClr val="000000"/>
              </a:solidFill>
              <a:prstDash val="solid"/>
              <a:round/>
              <a:headEnd/>
              <a:tailEnd/>
            </a:ln>
          </p:spPr>
          <p:txBody>
            <a:bodyPr/>
            <a:lstStyle/>
            <a:p>
              <a:endParaRPr lang="nl-BE"/>
            </a:p>
          </p:txBody>
        </p:sp>
        <p:sp>
          <p:nvSpPr>
            <p:cNvPr id="43006" name="Freeform 23"/>
            <p:cNvSpPr>
              <a:spLocks/>
            </p:cNvSpPr>
            <p:nvPr/>
          </p:nvSpPr>
          <p:spPr bwMode="auto">
            <a:xfrm>
              <a:off x="6300788" y="3506788"/>
              <a:ext cx="269875" cy="120650"/>
            </a:xfrm>
            <a:custGeom>
              <a:avLst/>
              <a:gdLst>
                <a:gd name="T0" fmla="*/ 0 w 59"/>
                <a:gd name="T1" fmla="*/ 2147483647 h 76"/>
                <a:gd name="T2" fmla="*/ 0 w 59"/>
                <a:gd name="T3" fmla="*/ 2147483647 h 76"/>
                <a:gd name="T4" fmla="*/ 2147483647 w 59"/>
                <a:gd name="T5" fmla="*/ 2147483647 h 76"/>
                <a:gd name="T6" fmla="*/ 2147483647 w 59"/>
                <a:gd name="T7" fmla="*/ 2147483647 h 76"/>
                <a:gd name="T8" fmla="*/ 2147483647 w 59"/>
                <a:gd name="T9" fmla="*/ 2147483647 h 76"/>
                <a:gd name="T10" fmla="*/ 2147483647 w 59"/>
                <a:gd name="T11" fmla="*/ 2147483647 h 76"/>
                <a:gd name="T12" fmla="*/ 2147483647 w 59"/>
                <a:gd name="T13" fmla="*/ 2147483647 h 76"/>
                <a:gd name="T14" fmla="*/ 2147483647 w 59"/>
                <a:gd name="T15" fmla="*/ 2147483647 h 76"/>
                <a:gd name="T16" fmla="*/ 2147483647 w 59"/>
                <a:gd name="T17" fmla="*/ 2147483647 h 76"/>
                <a:gd name="T18" fmla="*/ 2147483647 w 59"/>
                <a:gd name="T19" fmla="*/ 2147483647 h 76"/>
                <a:gd name="T20" fmla="*/ 2147483647 w 59"/>
                <a:gd name="T21" fmla="*/ 2147483647 h 76"/>
                <a:gd name="T22" fmla="*/ 2147483647 w 59"/>
                <a:gd name="T23" fmla="*/ 2147483647 h 76"/>
                <a:gd name="T24" fmla="*/ 2147483647 w 59"/>
                <a:gd name="T25" fmla="*/ 2147483647 h 76"/>
                <a:gd name="T26" fmla="*/ 2147483647 w 59"/>
                <a:gd name="T27" fmla="*/ 2147483647 h 76"/>
                <a:gd name="T28" fmla="*/ 2147483647 w 59"/>
                <a:gd name="T29" fmla="*/ 0 h 76"/>
                <a:gd name="T30" fmla="*/ 2147483647 w 59"/>
                <a:gd name="T31" fmla="*/ 0 h 76"/>
                <a:gd name="T32" fmla="*/ 2147483647 w 59"/>
                <a:gd name="T33" fmla="*/ 0 h 76"/>
                <a:gd name="T34" fmla="*/ 2147483647 w 59"/>
                <a:gd name="T35" fmla="*/ 0 h 76"/>
                <a:gd name="T36" fmla="*/ 2147483647 w 59"/>
                <a:gd name="T37" fmla="*/ 0 h 76"/>
                <a:gd name="T38" fmla="*/ 2147483647 w 59"/>
                <a:gd name="T39" fmla="*/ 0 h 76"/>
                <a:gd name="T40" fmla="*/ 2147483647 w 59"/>
                <a:gd name="T41" fmla="*/ 0 h 76"/>
                <a:gd name="T42" fmla="*/ 2147483647 w 59"/>
                <a:gd name="T43" fmla="*/ 0 h 76"/>
                <a:gd name="T44" fmla="*/ 2147483647 w 59"/>
                <a:gd name="T45" fmla="*/ 2147483647 h 76"/>
                <a:gd name="T46" fmla="*/ 2147483647 w 59"/>
                <a:gd name="T47" fmla="*/ 2147483647 h 76"/>
                <a:gd name="T48" fmla="*/ 2147483647 w 59"/>
                <a:gd name="T49" fmla="*/ 2147483647 h 76"/>
                <a:gd name="T50" fmla="*/ 2147483647 w 59"/>
                <a:gd name="T51" fmla="*/ 2147483647 h 76"/>
                <a:gd name="T52" fmla="*/ 2147483647 w 59"/>
                <a:gd name="T53" fmla="*/ 2147483647 h 76"/>
                <a:gd name="T54" fmla="*/ 2147483647 w 59"/>
                <a:gd name="T55" fmla="*/ 2147483647 h 76"/>
                <a:gd name="T56" fmla="*/ 2147483647 w 59"/>
                <a:gd name="T57" fmla="*/ 2147483647 h 76"/>
                <a:gd name="T58" fmla="*/ 2147483647 w 59"/>
                <a:gd name="T59" fmla="*/ 2147483647 h 76"/>
                <a:gd name="T60" fmla="*/ 2147483647 w 59"/>
                <a:gd name="T61" fmla="*/ 2147483647 h 76"/>
                <a:gd name="T62" fmla="*/ 2147483647 w 59"/>
                <a:gd name="T63" fmla="*/ 2147483647 h 76"/>
                <a:gd name="T64" fmla="*/ 2147483647 w 59"/>
                <a:gd name="T65" fmla="*/ 2147483647 h 76"/>
                <a:gd name="T66" fmla="*/ 2147483647 w 59"/>
                <a:gd name="T67" fmla="*/ 2147483647 h 76"/>
                <a:gd name="T68" fmla="*/ 2147483647 w 59"/>
                <a:gd name="T69" fmla="*/ 2147483647 h 76"/>
                <a:gd name="T70" fmla="*/ 2147483647 w 59"/>
                <a:gd name="T71" fmla="*/ 2147483647 h 76"/>
                <a:gd name="T72" fmla="*/ 2147483647 w 59"/>
                <a:gd name="T73" fmla="*/ 2147483647 h 76"/>
                <a:gd name="T74" fmla="*/ 2147483647 w 59"/>
                <a:gd name="T75" fmla="*/ 2147483647 h 76"/>
                <a:gd name="T76" fmla="*/ 0 w 59"/>
                <a:gd name="T77" fmla="*/ 2147483647 h 7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59"/>
                <a:gd name="T118" fmla="*/ 0 h 76"/>
                <a:gd name="T119" fmla="*/ 59 w 59"/>
                <a:gd name="T120" fmla="*/ 76 h 7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59" h="76">
                  <a:moveTo>
                    <a:pt x="0" y="27"/>
                  </a:moveTo>
                  <a:lnTo>
                    <a:pt x="0" y="26"/>
                  </a:lnTo>
                  <a:lnTo>
                    <a:pt x="0" y="25"/>
                  </a:lnTo>
                  <a:lnTo>
                    <a:pt x="0" y="24"/>
                  </a:lnTo>
                  <a:lnTo>
                    <a:pt x="1" y="23"/>
                  </a:lnTo>
                  <a:lnTo>
                    <a:pt x="1" y="21"/>
                  </a:lnTo>
                  <a:lnTo>
                    <a:pt x="1" y="20"/>
                  </a:lnTo>
                  <a:lnTo>
                    <a:pt x="2" y="19"/>
                  </a:lnTo>
                  <a:lnTo>
                    <a:pt x="2" y="18"/>
                  </a:lnTo>
                  <a:lnTo>
                    <a:pt x="3" y="17"/>
                  </a:lnTo>
                  <a:lnTo>
                    <a:pt x="3" y="16"/>
                  </a:lnTo>
                  <a:lnTo>
                    <a:pt x="4" y="15"/>
                  </a:lnTo>
                  <a:lnTo>
                    <a:pt x="5" y="14"/>
                  </a:lnTo>
                  <a:lnTo>
                    <a:pt x="5" y="12"/>
                  </a:lnTo>
                  <a:lnTo>
                    <a:pt x="6" y="12"/>
                  </a:lnTo>
                  <a:lnTo>
                    <a:pt x="6" y="10"/>
                  </a:lnTo>
                  <a:lnTo>
                    <a:pt x="8" y="9"/>
                  </a:lnTo>
                  <a:lnTo>
                    <a:pt x="9" y="8"/>
                  </a:lnTo>
                  <a:lnTo>
                    <a:pt x="9" y="7"/>
                  </a:lnTo>
                  <a:lnTo>
                    <a:pt x="11" y="6"/>
                  </a:lnTo>
                  <a:lnTo>
                    <a:pt x="11" y="5"/>
                  </a:lnTo>
                  <a:lnTo>
                    <a:pt x="12" y="5"/>
                  </a:lnTo>
                  <a:lnTo>
                    <a:pt x="14" y="4"/>
                  </a:lnTo>
                  <a:lnTo>
                    <a:pt x="15" y="3"/>
                  </a:lnTo>
                  <a:lnTo>
                    <a:pt x="16" y="2"/>
                  </a:lnTo>
                  <a:lnTo>
                    <a:pt x="17" y="2"/>
                  </a:lnTo>
                  <a:lnTo>
                    <a:pt x="17" y="1"/>
                  </a:lnTo>
                  <a:lnTo>
                    <a:pt x="18" y="1"/>
                  </a:lnTo>
                  <a:lnTo>
                    <a:pt x="19" y="0"/>
                  </a:lnTo>
                  <a:lnTo>
                    <a:pt x="20" y="0"/>
                  </a:lnTo>
                  <a:lnTo>
                    <a:pt x="21" y="0"/>
                  </a:lnTo>
                  <a:lnTo>
                    <a:pt x="22" y="0"/>
                  </a:lnTo>
                  <a:lnTo>
                    <a:pt x="23" y="0"/>
                  </a:lnTo>
                  <a:lnTo>
                    <a:pt x="24" y="0"/>
                  </a:lnTo>
                  <a:lnTo>
                    <a:pt x="25" y="0"/>
                  </a:lnTo>
                  <a:lnTo>
                    <a:pt x="27" y="0"/>
                  </a:lnTo>
                  <a:lnTo>
                    <a:pt x="28" y="0"/>
                  </a:lnTo>
                  <a:lnTo>
                    <a:pt x="29" y="0"/>
                  </a:lnTo>
                  <a:lnTo>
                    <a:pt x="30" y="0"/>
                  </a:lnTo>
                  <a:lnTo>
                    <a:pt x="32" y="0"/>
                  </a:lnTo>
                  <a:lnTo>
                    <a:pt x="34" y="0"/>
                  </a:lnTo>
                  <a:lnTo>
                    <a:pt x="35" y="0"/>
                  </a:lnTo>
                  <a:lnTo>
                    <a:pt x="37" y="0"/>
                  </a:lnTo>
                  <a:lnTo>
                    <a:pt x="39" y="0"/>
                  </a:lnTo>
                  <a:lnTo>
                    <a:pt x="41" y="1"/>
                  </a:lnTo>
                  <a:lnTo>
                    <a:pt x="41" y="2"/>
                  </a:lnTo>
                  <a:lnTo>
                    <a:pt x="43" y="2"/>
                  </a:lnTo>
                  <a:lnTo>
                    <a:pt x="45" y="3"/>
                  </a:lnTo>
                  <a:lnTo>
                    <a:pt x="45" y="4"/>
                  </a:lnTo>
                  <a:lnTo>
                    <a:pt x="46" y="4"/>
                  </a:lnTo>
                  <a:lnTo>
                    <a:pt x="46" y="5"/>
                  </a:lnTo>
                  <a:lnTo>
                    <a:pt x="47" y="5"/>
                  </a:lnTo>
                  <a:lnTo>
                    <a:pt x="48" y="5"/>
                  </a:lnTo>
                  <a:lnTo>
                    <a:pt x="49" y="6"/>
                  </a:lnTo>
                  <a:lnTo>
                    <a:pt x="49" y="7"/>
                  </a:lnTo>
                  <a:lnTo>
                    <a:pt x="50" y="7"/>
                  </a:lnTo>
                  <a:lnTo>
                    <a:pt x="50" y="8"/>
                  </a:lnTo>
                  <a:lnTo>
                    <a:pt x="51" y="9"/>
                  </a:lnTo>
                  <a:lnTo>
                    <a:pt x="51" y="10"/>
                  </a:lnTo>
                  <a:lnTo>
                    <a:pt x="52" y="10"/>
                  </a:lnTo>
                  <a:lnTo>
                    <a:pt x="53" y="10"/>
                  </a:lnTo>
                  <a:lnTo>
                    <a:pt x="53" y="11"/>
                  </a:lnTo>
                  <a:lnTo>
                    <a:pt x="53" y="12"/>
                  </a:lnTo>
                  <a:lnTo>
                    <a:pt x="54" y="13"/>
                  </a:lnTo>
                  <a:lnTo>
                    <a:pt x="55" y="14"/>
                  </a:lnTo>
                  <a:lnTo>
                    <a:pt x="55" y="15"/>
                  </a:lnTo>
                  <a:lnTo>
                    <a:pt x="56" y="16"/>
                  </a:lnTo>
                  <a:lnTo>
                    <a:pt x="56" y="17"/>
                  </a:lnTo>
                  <a:lnTo>
                    <a:pt x="56" y="18"/>
                  </a:lnTo>
                  <a:lnTo>
                    <a:pt x="57" y="20"/>
                  </a:lnTo>
                  <a:lnTo>
                    <a:pt x="57" y="21"/>
                  </a:lnTo>
                  <a:lnTo>
                    <a:pt x="58" y="23"/>
                  </a:lnTo>
                  <a:lnTo>
                    <a:pt x="58" y="24"/>
                  </a:lnTo>
                  <a:lnTo>
                    <a:pt x="58" y="25"/>
                  </a:lnTo>
                  <a:lnTo>
                    <a:pt x="59" y="27"/>
                  </a:lnTo>
                  <a:lnTo>
                    <a:pt x="59" y="76"/>
                  </a:lnTo>
                  <a:lnTo>
                    <a:pt x="0" y="76"/>
                  </a:lnTo>
                  <a:lnTo>
                    <a:pt x="0" y="27"/>
                  </a:lnTo>
                </a:path>
              </a:pathLst>
            </a:custGeom>
            <a:noFill/>
            <a:ln w="12700">
              <a:solidFill>
                <a:srgbClr val="000000"/>
              </a:solidFill>
              <a:prstDash val="solid"/>
              <a:round/>
              <a:headEnd/>
              <a:tailEnd/>
            </a:ln>
          </p:spPr>
          <p:txBody>
            <a:bodyPr/>
            <a:lstStyle/>
            <a:p>
              <a:endParaRPr lang="nl-BE"/>
            </a:p>
          </p:txBody>
        </p:sp>
        <p:sp>
          <p:nvSpPr>
            <p:cNvPr id="43007" name="Freeform 24"/>
            <p:cNvSpPr>
              <a:spLocks/>
            </p:cNvSpPr>
            <p:nvPr/>
          </p:nvSpPr>
          <p:spPr bwMode="auto">
            <a:xfrm>
              <a:off x="6283325" y="3503613"/>
              <a:ext cx="292100" cy="134937"/>
            </a:xfrm>
            <a:custGeom>
              <a:avLst/>
              <a:gdLst>
                <a:gd name="T0" fmla="*/ 0 w 64"/>
                <a:gd name="T1" fmla="*/ 2147483647 h 85"/>
                <a:gd name="T2" fmla="*/ 0 w 64"/>
                <a:gd name="T3" fmla="*/ 2147483647 h 85"/>
                <a:gd name="T4" fmla="*/ 0 w 64"/>
                <a:gd name="T5" fmla="*/ 2147483647 h 85"/>
                <a:gd name="T6" fmla="*/ 2147483647 w 64"/>
                <a:gd name="T7" fmla="*/ 2147483647 h 85"/>
                <a:gd name="T8" fmla="*/ 2147483647 w 64"/>
                <a:gd name="T9" fmla="*/ 2147483647 h 85"/>
                <a:gd name="T10" fmla="*/ 2147483647 w 64"/>
                <a:gd name="T11" fmla="*/ 2147483647 h 85"/>
                <a:gd name="T12" fmla="*/ 2147483647 w 64"/>
                <a:gd name="T13" fmla="*/ 2147483647 h 85"/>
                <a:gd name="T14" fmla="*/ 2147483647 w 64"/>
                <a:gd name="T15" fmla="*/ 2147483647 h 85"/>
                <a:gd name="T16" fmla="*/ 2147483647 w 64"/>
                <a:gd name="T17" fmla="*/ 2147483647 h 85"/>
                <a:gd name="T18" fmla="*/ 2147483647 w 64"/>
                <a:gd name="T19" fmla="*/ 2147483647 h 85"/>
                <a:gd name="T20" fmla="*/ 2147483647 w 64"/>
                <a:gd name="T21" fmla="*/ 2147483647 h 85"/>
                <a:gd name="T22" fmla="*/ 2147483647 w 64"/>
                <a:gd name="T23" fmla="*/ 2147483647 h 85"/>
                <a:gd name="T24" fmla="*/ 2147483647 w 64"/>
                <a:gd name="T25" fmla="*/ 2147483647 h 85"/>
                <a:gd name="T26" fmla="*/ 2147483647 w 64"/>
                <a:gd name="T27" fmla="*/ 2147483647 h 85"/>
                <a:gd name="T28" fmla="*/ 2147483647 w 64"/>
                <a:gd name="T29" fmla="*/ 2147483647 h 85"/>
                <a:gd name="T30" fmla="*/ 2147483647 w 64"/>
                <a:gd name="T31" fmla="*/ 0 h 85"/>
                <a:gd name="T32" fmla="*/ 2147483647 w 64"/>
                <a:gd name="T33" fmla="*/ 0 h 85"/>
                <a:gd name="T34" fmla="*/ 2147483647 w 64"/>
                <a:gd name="T35" fmla="*/ 0 h 85"/>
                <a:gd name="T36" fmla="*/ 2147483647 w 64"/>
                <a:gd name="T37" fmla="*/ 0 h 85"/>
                <a:gd name="T38" fmla="*/ 2147483647 w 64"/>
                <a:gd name="T39" fmla="*/ 0 h 85"/>
                <a:gd name="T40" fmla="*/ 2147483647 w 64"/>
                <a:gd name="T41" fmla="*/ 2147483647 h 85"/>
                <a:gd name="T42" fmla="*/ 2147483647 w 64"/>
                <a:gd name="T43" fmla="*/ 2147483647 h 85"/>
                <a:gd name="T44" fmla="*/ 2147483647 w 64"/>
                <a:gd name="T45" fmla="*/ 2147483647 h 85"/>
                <a:gd name="T46" fmla="*/ 2147483647 w 64"/>
                <a:gd name="T47" fmla="*/ 2147483647 h 85"/>
                <a:gd name="T48" fmla="*/ 2147483647 w 64"/>
                <a:gd name="T49" fmla="*/ 2147483647 h 85"/>
                <a:gd name="T50" fmla="*/ 2147483647 w 64"/>
                <a:gd name="T51" fmla="*/ 2147483647 h 85"/>
                <a:gd name="T52" fmla="*/ 2147483647 w 64"/>
                <a:gd name="T53" fmla="*/ 2147483647 h 85"/>
                <a:gd name="T54" fmla="*/ 2147483647 w 64"/>
                <a:gd name="T55" fmla="*/ 2147483647 h 85"/>
                <a:gd name="T56" fmla="*/ 2147483647 w 64"/>
                <a:gd name="T57" fmla="*/ 2147483647 h 85"/>
                <a:gd name="T58" fmla="*/ 2147483647 w 64"/>
                <a:gd name="T59" fmla="*/ 2147483647 h 85"/>
                <a:gd name="T60" fmla="*/ 2147483647 w 64"/>
                <a:gd name="T61" fmla="*/ 2147483647 h 85"/>
                <a:gd name="T62" fmla="*/ 2147483647 w 64"/>
                <a:gd name="T63" fmla="*/ 2147483647 h 85"/>
                <a:gd name="T64" fmla="*/ 2147483647 w 64"/>
                <a:gd name="T65" fmla="*/ 2147483647 h 85"/>
                <a:gd name="T66" fmla="*/ 2147483647 w 64"/>
                <a:gd name="T67" fmla="*/ 2147483647 h 85"/>
                <a:gd name="T68" fmla="*/ 2147483647 w 64"/>
                <a:gd name="T69" fmla="*/ 2147483647 h 85"/>
                <a:gd name="T70" fmla="*/ 2147483647 w 64"/>
                <a:gd name="T71" fmla="*/ 2147483647 h 85"/>
                <a:gd name="T72" fmla="*/ 2147483647 w 64"/>
                <a:gd name="T73" fmla="*/ 2147483647 h 85"/>
                <a:gd name="T74" fmla="*/ 2147483647 w 64"/>
                <a:gd name="T75" fmla="*/ 2147483647 h 85"/>
                <a:gd name="T76" fmla="*/ 2147483647 w 64"/>
                <a:gd name="T77" fmla="*/ 2147483647 h 85"/>
                <a:gd name="T78" fmla="*/ 0 w 64"/>
                <a:gd name="T79" fmla="*/ 2147483647 h 8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64"/>
                <a:gd name="T121" fmla="*/ 0 h 85"/>
                <a:gd name="T122" fmla="*/ 64 w 64"/>
                <a:gd name="T123" fmla="*/ 85 h 85"/>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64" h="85">
                  <a:moveTo>
                    <a:pt x="0" y="31"/>
                  </a:moveTo>
                  <a:lnTo>
                    <a:pt x="0" y="30"/>
                  </a:lnTo>
                  <a:lnTo>
                    <a:pt x="0" y="28"/>
                  </a:lnTo>
                  <a:lnTo>
                    <a:pt x="0" y="27"/>
                  </a:lnTo>
                  <a:lnTo>
                    <a:pt x="0" y="25"/>
                  </a:lnTo>
                  <a:lnTo>
                    <a:pt x="0" y="23"/>
                  </a:lnTo>
                  <a:lnTo>
                    <a:pt x="1" y="22"/>
                  </a:lnTo>
                  <a:lnTo>
                    <a:pt x="1" y="21"/>
                  </a:lnTo>
                  <a:lnTo>
                    <a:pt x="2" y="20"/>
                  </a:lnTo>
                  <a:lnTo>
                    <a:pt x="2" y="18"/>
                  </a:lnTo>
                  <a:lnTo>
                    <a:pt x="4" y="18"/>
                  </a:lnTo>
                  <a:lnTo>
                    <a:pt x="4" y="16"/>
                  </a:lnTo>
                  <a:lnTo>
                    <a:pt x="4" y="14"/>
                  </a:lnTo>
                  <a:lnTo>
                    <a:pt x="5" y="14"/>
                  </a:lnTo>
                  <a:lnTo>
                    <a:pt x="6" y="12"/>
                  </a:lnTo>
                  <a:lnTo>
                    <a:pt x="8" y="11"/>
                  </a:lnTo>
                  <a:lnTo>
                    <a:pt x="9" y="9"/>
                  </a:lnTo>
                  <a:lnTo>
                    <a:pt x="10" y="8"/>
                  </a:lnTo>
                  <a:lnTo>
                    <a:pt x="10" y="7"/>
                  </a:lnTo>
                  <a:lnTo>
                    <a:pt x="12" y="7"/>
                  </a:lnTo>
                  <a:lnTo>
                    <a:pt x="13" y="6"/>
                  </a:lnTo>
                  <a:lnTo>
                    <a:pt x="14" y="5"/>
                  </a:lnTo>
                  <a:lnTo>
                    <a:pt x="15" y="4"/>
                  </a:lnTo>
                  <a:lnTo>
                    <a:pt x="16" y="3"/>
                  </a:lnTo>
                  <a:lnTo>
                    <a:pt x="17" y="3"/>
                  </a:lnTo>
                  <a:lnTo>
                    <a:pt x="18" y="2"/>
                  </a:lnTo>
                  <a:lnTo>
                    <a:pt x="20" y="2"/>
                  </a:lnTo>
                  <a:lnTo>
                    <a:pt x="21" y="2"/>
                  </a:lnTo>
                  <a:lnTo>
                    <a:pt x="23" y="1"/>
                  </a:lnTo>
                  <a:lnTo>
                    <a:pt x="24" y="1"/>
                  </a:lnTo>
                  <a:lnTo>
                    <a:pt x="25" y="1"/>
                  </a:lnTo>
                  <a:lnTo>
                    <a:pt x="27" y="0"/>
                  </a:lnTo>
                  <a:lnTo>
                    <a:pt x="28" y="0"/>
                  </a:lnTo>
                  <a:lnTo>
                    <a:pt x="29" y="0"/>
                  </a:lnTo>
                  <a:lnTo>
                    <a:pt x="31" y="0"/>
                  </a:lnTo>
                  <a:lnTo>
                    <a:pt x="32" y="0"/>
                  </a:lnTo>
                  <a:lnTo>
                    <a:pt x="34" y="0"/>
                  </a:lnTo>
                  <a:lnTo>
                    <a:pt x="36" y="0"/>
                  </a:lnTo>
                  <a:lnTo>
                    <a:pt x="37" y="0"/>
                  </a:lnTo>
                  <a:lnTo>
                    <a:pt x="38" y="0"/>
                  </a:lnTo>
                  <a:lnTo>
                    <a:pt x="38" y="1"/>
                  </a:lnTo>
                  <a:lnTo>
                    <a:pt x="39" y="1"/>
                  </a:lnTo>
                  <a:lnTo>
                    <a:pt x="41" y="2"/>
                  </a:lnTo>
                  <a:lnTo>
                    <a:pt x="42" y="2"/>
                  </a:lnTo>
                  <a:lnTo>
                    <a:pt x="43" y="2"/>
                  </a:lnTo>
                  <a:lnTo>
                    <a:pt x="44" y="2"/>
                  </a:lnTo>
                  <a:lnTo>
                    <a:pt x="45" y="2"/>
                  </a:lnTo>
                  <a:lnTo>
                    <a:pt x="46" y="3"/>
                  </a:lnTo>
                  <a:lnTo>
                    <a:pt x="47" y="3"/>
                  </a:lnTo>
                  <a:lnTo>
                    <a:pt x="49" y="4"/>
                  </a:lnTo>
                  <a:lnTo>
                    <a:pt x="50" y="5"/>
                  </a:lnTo>
                  <a:lnTo>
                    <a:pt x="51" y="6"/>
                  </a:lnTo>
                  <a:lnTo>
                    <a:pt x="52" y="7"/>
                  </a:lnTo>
                  <a:lnTo>
                    <a:pt x="53" y="7"/>
                  </a:lnTo>
                  <a:lnTo>
                    <a:pt x="54" y="8"/>
                  </a:lnTo>
                  <a:lnTo>
                    <a:pt x="54" y="9"/>
                  </a:lnTo>
                  <a:lnTo>
                    <a:pt x="55" y="10"/>
                  </a:lnTo>
                  <a:lnTo>
                    <a:pt x="56" y="11"/>
                  </a:lnTo>
                  <a:lnTo>
                    <a:pt x="57" y="12"/>
                  </a:lnTo>
                  <a:lnTo>
                    <a:pt x="58" y="12"/>
                  </a:lnTo>
                  <a:lnTo>
                    <a:pt x="58" y="13"/>
                  </a:lnTo>
                  <a:lnTo>
                    <a:pt x="59" y="14"/>
                  </a:lnTo>
                  <a:lnTo>
                    <a:pt x="60" y="15"/>
                  </a:lnTo>
                  <a:lnTo>
                    <a:pt x="60" y="16"/>
                  </a:lnTo>
                  <a:lnTo>
                    <a:pt x="60" y="17"/>
                  </a:lnTo>
                  <a:lnTo>
                    <a:pt x="60" y="18"/>
                  </a:lnTo>
                  <a:lnTo>
                    <a:pt x="61" y="18"/>
                  </a:lnTo>
                  <a:lnTo>
                    <a:pt x="61" y="19"/>
                  </a:lnTo>
                  <a:lnTo>
                    <a:pt x="61" y="20"/>
                  </a:lnTo>
                  <a:lnTo>
                    <a:pt x="62" y="21"/>
                  </a:lnTo>
                  <a:lnTo>
                    <a:pt x="63" y="22"/>
                  </a:lnTo>
                  <a:lnTo>
                    <a:pt x="63" y="23"/>
                  </a:lnTo>
                  <a:lnTo>
                    <a:pt x="63" y="25"/>
                  </a:lnTo>
                  <a:lnTo>
                    <a:pt x="63" y="26"/>
                  </a:lnTo>
                  <a:lnTo>
                    <a:pt x="63" y="27"/>
                  </a:lnTo>
                  <a:lnTo>
                    <a:pt x="64" y="28"/>
                  </a:lnTo>
                  <a:lnTo>
                    <a:pt x="64" y="31"/>
                  </a:lnTo>
                  <a:lnTo>
                    <a:pt x="64" y="85"/>
                  </a:lnTo>
                  <a:lnTo>
                    <a:pt x="0" y="85"/>
                  </a:lnTo>
                  <a:lnTo>
                    <a:pt x="0" y="31"/>
                  </a:lnTo>
                </a:path>
              </a:pathLst>
            </a:custGeom>
            <a:noFill/>
            <a:ln w="12700">
              <a:solidFill>
                <a:srgbClr val="000000"/>
              </a:solidFill>
              <a:prstDash val="solid"/>
              <a:round/>
              <a:headEnd/>
              <a:tailEnd/>
            </a:ln>
          </p:spPr>
          <p:txBody>
            <a:bodyPr/>
            <a:lstStyle/>
            <a:p>
              <a:endParaRPr lang="nl-BE"/>
            </a:p>
          </p:txBody>
        </p:sp>
        <p:sp>
          <p:nvSpPr>
            <p:cNvPr id="43008" name="Freeform 25"/>
            <p:cNvSpPr>
              <a:spLocks/>
            </p:cNvSpPr>
            <p:nvPr/>
          </p:nvSpPr>
          <p:spPr bwMode="auto">
            <a:xfrm>
              <a:off x="6259513" y="3500438"/>
              <a:ext cx="333375" cy="155575"/>
            </a:xfrm>
            <a:custGeom>
              <a:avLst/>
              <a:gdLst>
                <a:gd name="T0" fmla="*/ 0 w 73"/>
                <a:gd name="T1" fmla="*/ 2147483647 h 98"/>
                <a:gd name="T2" fmla="*/ 0 w 73"/>
                <a:gd name="T3" fmla="*/ 2147483647 h 98"/>
                <a:gd name="T4" fmla="*/ 2147483647 w 73"/>
                <a:gd name="T5" fmla="*/ 2147483647 h 98"/>
                <a:gd name="T6" fmla="*/ 2147483647 w 73"/>
                <a:gd name="T7" fmla="*/ 2147483647 h 98"/>
                <a:gd name="T8" fmla="*/ 2147483647 w 73"/>
                <a:gd name="T9" fmla="*/ 2147483647 h 98"/>
                <a:gd name="T10" fmla="*/ 2147483647 w 73"/>
                <a:gd name="T11" fmla="*/ 2147483647 h 98"/>
                <a:gd name="T12" fmla="*/ 2147483647 w 73"/>
                <a:gd name="T13" fmla="*/ 2147483647 h 98"/>
                <a:gd name="T14" fmla="*/ 2147483647 w 73"/>
                <a:gd name="T15" fmla="*/ 2147483647 h 98"/>
                <a:gd name="T16" fmla="*/ 2147483647 w 73"/>
                <a:gd name="T17" fmla="*/ 2147483647 h 98"/>
                <a:gd name="T18" fmla="*/ 2147483647 w 73"/>
                <a:gd name="T19" fmla="*/ 2147483647 h 98"/>
                <a:gd name="T20" fmla="*/ 2147483647 w 73"/>
                <a:gd name="T21" fmla="*/ 2147483647 h 98"/>
                <a:gd name="T22" fmla="*/ 2147483647 w 73"/>
                <a:gd name="T23" fmla="*/ 2147483647 h 98"/>
                <a:gd name="T24" fmla="*/ 2147483647 w 73"/>
                <a:gd name="T25" fmla="*/ 2147483647 h 98"/>
                <a:gd name="T26" fmla="*/ 2147483647 w 73"/>
                <a:gd name="T27" fmla="*/ 2147483647 h 98"/>
                <a:gd name="T28" fmla="*/ 2147483647 w 73"/>
                <a:gd name="T29" fmla="*/ 2147483647 h 98"/>
                <a:gd name="T30" fmla="*/ 2147483647 w 73"/>
                <a:gd name="T31" fmla="*/ 2147483647 h 98"/>
                <a:gd name="T32" fmla="*/ 2147483647 w 73"/>
                <a:gd name="T33" fmla="*/ 2147483647 h 98"/>
                <a:gd name="T34" fmla="*/ 2147483647 w 73"/>
                <a:gd name="T35" fmla="*/ 0 h 98"/>
                <a:gd name="T36" fmla="*/ 2147483647 w 73"/>
                <a:gd name="T37" fmla="*/ 0 h 98"/>
                <a:gd name="T38" fmla="*/ 2147483647 w 73"/>
                <a:gd name="T39" fmla="*/ 0 h 98"/>
                <a:gd name="T40" fmla="*/ 2147483647 w 73"/>
                <a:gd name="T41" fmla="*/ 0 h 98"/>
                <a:gd name="T42" fmla="*/ 2147483647 w 73"/>
                <a:gd name="T43" fmla="*/ 2147483647 h 98"/>
                <a:gd name="T44" fmla="*/ 2147483647 w 73"/>
                <a:gd name="T45" fmla="*/ 2147483647 h 98"/>
                <a:gd name="T46" fmla="*/ 2147483647 w 73"/>
                <a:gd name="T47" fmla="*/ 2147483647 h 98"/>
                <a:gd name="T48" fmla="*/ 2147483647 w 73"/>
                <a:gd name="T49" fmla="*/ 2147483647 h 98"/>
                <a:gd name="T50" fmla="*/ 2147483647 w 73"/>
                <a:gd name="T51" fmla="*/ 2147483647 h 98"/>
                <a:gd name="T52" fmla="*/ 2147483647 w 73"/>
                <a:gd name="T53" fmla="*/ 2147483647 h 98"/>
                <a:gd name="T54" fmla="*/ 2147483647 w 73"/>
                <a:gd name="T55" fmla="*/ 2147483647 h 98"/>
                <a:gd name="T56" fmla="*/ 2147483647 w 73"/>
                <a:gd name="T57" fmla="*/ 2147483647 h 98"/>
                <a:gd name="T58" fmla="*/ 2147483647 w 73"/>
                <a:gd name="T59" fmla="*/ 2147483647 h 98"/>
                <a:gd name="T60" fmla="*/ 2147483647 w 73"/>
                <a:gd name="T61" fmla="*/ 2147483647 h 98"/>
                <a:gd name="T62" fmla="*/ 2147483647 w 73"/>
                <a:gd name="T63" fmla="*/ 2147483647 h 98"/>
                <a:gd name="T64" fmla="*/ 2147483647 w 73"/>
                <a:gd name="T65" fmla="*/ 2147483647 h 98"/>
                <a:gd name="T66" fmla="*/ 2147483647 w 73"/>
                <a:gd name="T67" fmla="*/ 2147483647 h 98"/>
                <a:gd name="T68" fmla="*/ 2147483647 w 73"/>
                <a:gd name="T69" fmla="*/ 2147483647 h 98"/>
                <a:gd name="T70" fmla="*/ 2147483647 w 73"/>
                <a:gd name="T71" fmla="*/ 2147483647 h 98"/>
                <a:gd name="T72" fmla="*/ 2147483647 w 73"/>
                <a:gd name="T73" fmla="*/ 2147483647 h 98"/>
                <a:gd name="T74" fmla="*/ 2147483647 w 73"/>
                <a:gd name="T75" fmla="*/ 2147483647 h 98"/>
                <a:gd name="T76" fmla="*/ 2147483647 w 73"/>
                <a:gd name="T77" fmla="*/ 2147483647 h 98"/>
                <a:gd name="T78" fmla="*/ 2147483647 w 73"/>
                <a:gd name="T79" fmla="*/ 2147483647 h 98"/>
                <a:gd name="T80" fmla="*/ 0 w 73"/>
                <a:gd name="T81" fmla="*/ 2147483647 h 9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73"/>
                <a:gd name="T124" fmla="*/ 0 h 98"/>
                <a:gd name="T125" fmla="*/ 73 w 73"/>
                <a:gd name="T126" fmla="*/ 98 h 9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73" h="98">
                  <a:moveTo>
                    <a:pt x="0" y="36"/>
                  </a:moveTo>
                  <a:lnTo>
                    <a:pt x="0" y="34"/>
                  </a:lnTo>
                  <a:lnTo>
                    <a:pt x="0" y="33"/>
                  </a:lnTo>
                  <a:lnTo>
                    <a:pt x="0" y="31"/>
                  </a:lnTo>
                  <a:lnTo>
                    <a:pt x="1" y="30"/>
                  </a:lnTo>
                  <a:lnTo>
                    <a:pt x="1" y="29"/>
                  </a:lnTo>
                  <a:lnTo>
                    <a:pt x="1" y="27"/>
                  </a:lnTo>
                  <a:lnTo>
                    <a:pt x="1" y="26"/>
                  </a:lnTo>
                  <a:lnTo>
                    <a:pt x="2" y="25"/>
                  </a:lnTo>
                  <a:lnTo>
                    <a:pt x="2" y="24"/>
                  </a:lnTo>
                  <a:lnTo>
                    <a:pt x="3" y="23"/>
                  </a:lnTo>
                  <a:lnTo>
                    <a:pt x="3" y="21"/>
                  </a:lnTo>
                  <a:lnTo>
                    <a:pt x="4" y="20"/>
                  </a:lnTo>
                  <a:lnTo>
                    <a:pt x="4" y="18"/>
                  </a:lnTo>
                  <a:lnTo>
                    <a:pt x="5" y="17"/>
                  </a:lnTo>
                  <a:lnTo>
                    <a:pt x="6" y="16"/>
                  </a:lnTo>
                  <a:lnTo>
                    <a:pt x="8" y="14"/>
                  </a:lnTo>
                  <a:lnTo>
                    <a:pt x="9" y="13"/>
                  </a:lnTo>
                  <a:lnTo>
                    <a:pt x="10" y="11"/>
                  </a:lnTo>
                  <a:lnTo>
                    <a:pt x="11" y="10"/>
                  </a:lnTo>
                  <a:lnTo>
                    <a:pt x="13" y="9"/>
                  </a:lnTo>
                  <a:lnTo>
                    <a:pt x="14" y="8"/>
                  </a:lnTo>
                  <a:lnTo>
                    <a:pt x="15" y="6"/>
                  </a:lnTo>
                  <a:lnTo>
                    <a:pt x="16" y="6"/>
                  </a:lnTo>
                  <a:lnTo>
                    <a:pt x="18" y="4"/>
                  </a:lnTo>
                  <a:lnTo>
                    <a:pt x="19" y="4"/>
                  </a:lnTo>
                  <a:lnTo>
                    <a:pt x="20" y="4"/>
                  </a:lnTo>
                  <a:lnTo>
                    <a:pt x="21" y="4"/>
                  </a:lnTo>
                  <a:lnTo>
                    <a:pt x="23" y="3"/>
                  </a:lnTo>
                  <a:lnTo>
                    <a:pt x="25" y="2"/>
                  </a:lnTo>
                  <a:lnTo>
                    <a:pt x="26" y="2"/>
                  </a:lnTo>
                  <a:lnTo>
                    <a:pt x="26" y="1"/>
                  </a:lnTo>
                  <a:lnTo>
                    <a:pt x="28" y="1"/>
                  </a:lnTo>
                  <a:lnTo>
                    <a:pt x="29" y="1"/>
                  </a:lnTo>
                  <a:lnTo>
                    <a:pt x="30" y="0"/>
                  </a:lnTo>
                  <a:lnTo>
                    <a:pt x="32" y="0"/>
                  </a:lnTo>
                  <a:lnTo>
                    <a:pt x="33" y="0"/>
                  </a:lnTo>
                  <a:lnTo>
                    <a:pt x="35" y="0"/>
                  </a:lnTo>
                  <a:lnTo>
                    <a:pt x="37" y="0"/>
                  </a:lnTo>
                  <a:lnTo>
                    <a:pt x="40" y="0"/>
                  </a:lnTo>
                  <a:lnTo>
                    <a:pt x="41" y="0"/>
                  </a:lnTo>
                  <a:lnTo>
                    <a:pt x="43" y="0"/>
                  </a:lnTo>
                  <a:lnTo>
                    <a:pt x="44" y="1"/>
                  </a:lnTo>
                  <a:lnTo>
                    <a:pt x="46" y="1"/>
                  </a:lnTo>
                  <a:lnTo>
                    <a:pt x="47" y="2"/>
                  </a:lnTo>
                  <a:lnTo>
                    <a:pt x="48" y="2"/>
                  </a:lnTo>
                  <a:lnTo>
                    <a:pt x="50" y="3"/>
                  </a:lnTo>
                  <a:lnTo>
                    <a:pt x="51" y="4"/>
                  </a:lnTo>
                  <a:lnTo>
                    <a:pt x="52" y="4"/>
                  </a:lnTo>
                  <a:lnTo>
                    <a:pt x="54" y="4"/>
                  </a:lnTo>
                  <a:lnTo>
                    <a:pt x="55" y="4"/>
                  </a:lnTo>
                  <a:lnTo>
                    <a:pt x="57" y="5"/>
                  </a:lnTo>
                  <a:lnTo>
                    <a:pt x="58" y="6"/>
                  </a:lnTo>
                  <a:lnTo>
                    <a:pt x="59" y="7"/>
                  </a:lnTo>
                  <a:lnTo>
                    <a:pt x="59" y="8"/>
                  </a:lnTo>
                  <a:lnTo>
                    <a:pt x="60" y="9"/>
                  </a:lnTo>
                  <a:lnTo>
                    <a:pt x="61" y="9"/>
                  </a:lnTo>
                  <a:lnTo>
                    <a:pt x="62" y="9"/>
                  </a:lnTo>
                  <a:lnTo>
                    <a:pt x="63" y="10"/>
                  </a:lnTo>
                  <a:lnTo>
                    <a:pt x="64" y="11"/>
                  </a:lnTo>
                  <a:lnTo>
                    <a:pt x="64" y="12"/>
                  </a:lnTo>
                  <a:lnTo>
                    <a:pt x="65" y="13"/>
                  </a:lnTo>
                  <a:lnTo>
                    <a:pt x="65" y="14"/>
                  </a:lnTo>
                  <a:lnTo>
                    <a:pt x="66" y="14"/>
                  </a:lnTo>
                  <a:lnTo>
                    <a:pt x="66" y="16"/>
                  </a:lnTo>
                  <a:lnTo>
                    <a:pt x="67" y="16"/>
                  </a:lnTo>
                  <a:lnTo>
                    <a:pt x="68" y="17"/>
                  </a:lnTo>
                  <a:lnTo>
                    <a:pt x="69" y="18"/>
                  </a:lnTo>
                  <a:lnTo>
                    <a:pt x="70" y="20"/>
                  </a:lnTo>
                  <a:lnTo>
                    <a:pt x="70" y="21"/>
                  </a:lnTo>
                  <a:lnTo>
                    <a:pt x="70" y="22"/>
                  </a:lnTo>
                  <a:lnTo>
                    <a:pt x="71" y="24"/>
                  </a:lnTo>
                  <a:lnTo>
                    <a:pt x="71" y="25"/>
                  </a:lnTo>
                  <a:lnTo>
                    <a:pt x="72" y="27"/>
                  </a:lnTo>
                  <a:lnTo>
                    <a:pt x="73" y="29"/>
                  </a:lnTo>
                  <a:lnTo>
                    <a:pt x="73" y="30"/>
                  </a:lnTo>
                  <a:lnTo>
                    <a:pt x="73" y="31"/>
                  </a:lnTo>
                  <a:lnTo>
                    <a:pt x="73" y="34"/>
                  </a:lnTo>
                  <a:lnTo>
                    <a:pt x="73" y="36"/>
                  </a:lnTo>
                  <a:lnTo>
                    <a:pt x="73" y="98"/>
                  </a:lnTo>
                  <a:lnTo>
                    <a:pt x="0" y="98"/>
                  </a:lnTo>
                  <a:lnTo>
                    <a:pt x="0" y="36"/>
                  </a:lnTo>
                </a:path>
              </a:pathLst>
            </a:custGeom>
            <a:noFill/>
            <a:ln w="12700">
              <a:solidFill>
                <a:srgbClr val="000000"/>
              </a:solidFill>
              <a:prstDash val="solid"/>
              <a:round/>
              <a:headEnd/>
              <a:tailEnd/>
            </a:ln>
          </p:spPr>
          <p:txBody>
            <a:bodyPr/>
            <a:lstStyle/>
            <a:p>
              <a:endParaRPr lang="nl-BE"/>
            </a:p>
          </p:txBody>
        </p:sp>
        <p:sp>
          <p:nvSpPr>
            <p:cNvPr id="43009" name="Freeform 26"/>
            <p:cNvSpPr>
              <a:spLocks/>
            </p:cNvSpPr>
            <p:nvPr/>
          </p:nvSpPr>
          <p:spPr bwMode="auto">
            <a:xfrm>
              <a:off x="6346825" y="3517900"/>
              <a:ext cx="196850" cy="92075"/>
            </a:xfrm>
            <a:custGeom>
              <a:avLst/>
              <a:gdLst>
                <a:gd name="T0" fmla="*/ 0 w 43"/>
                <a:gd name="T1" fmla="*/ 2147483647 h 58"/>
                <a:gd name="T2" fmla="*/ 0 w 43"/>
                <a:gd name="T3" fmla="*/ 2147483647 h 58"/>
                <a:gd name="T4" fmla="*/ 2147483647 w 43"/>
                <a:gd name="T5" fmla="*/ 2147483647 h 58"/>
                <a:gd name="T6" fmla="*/ 2147483647 w 43"/>
                <a:gd name="T7" fmla="*/ 2147483647 h 58"/>
                <a:gd name="T8" fmla="*/ 2147483647 w 43"/>
                <a:gd name="T9" fmla="*/ 2147483647 h 58"/>
                <a:gd name="T10" fmla="*/ 2147483647 w 43"/>
                <a:gd name="T11" fmla="*/ 2147483647 h 58"/>
                <a:gd name="T12" fmla="*/ 2147483647 w 43"/>
                <a:gd name="T13" fmla="*/ 2147483647 h 58"/>
                <a:gd name="T14" fmla="*/ 2147483647 w 43"/>
                <a:gd name="T15" fmla="*/ 2147483647 h 58"/>
                <a:gd name="T16" fmla="*/ 2147483647 w 43"/>
                <a:gd name="T17" fmla="*/ 2147483647 h 58"/>
                <a:gd name="T18" fmla="*/ 2147483647 w 43"/>
                <a:gd name="T19" fmla="*/ 2147483647 h 58"/>
                <a:gd name="T20" fmla="*/ 2147483647 w 43"/>
                <a:gd name="T21" fmla="*/ 2147483647 h 58"/>
                <a:gd name="T22" fmla="*/ 2147483647 w 43"/>
                <a:gd name="T23" fmla="*/ 2147483647 h 58"/>
                <a:gd name="T24" fmla="*/ 2147483647 w 43"/>
                <a:gd name="T25" fmla="*/ 2147483647 h 58"/>
                <a:gd name="T26" fmla="*/ 2147483647 w 43"/>
                <a:gd name="T27" fmla="*/ 0 h 58"/>
                <a:gd name="T28" fmla="*/ 2147483647 w 43"/>
                <a:gd name="T29" fmla="*/ 0 h 58"/>
                <a:gd name="T30" fmla="*/ 2147483647 w 43"/>
                <a:gd name="T31" fmla="*/ 0 h 58"/>
                <a:gd name="T32" fmla="*/ 2147483647 w 43"/>
                <a:gd name="T33" fmla="*/ 2147483647 h 58"/>
                <a:gd name="T34" fmla="*/ 2147483647 w 43"/>
                <a:gd name="T35" fmla="*/ 2147483647 h 58"/>
                <a:gd name="T36" fmla="*/ 2147483647 w 43"/>
                <a:gd name="T37" fmla="*/ 2147483647 h 58"/>
                <a:gd name="T38" fmla="*/ 2147483647 w 43"/>
                <a:gd name="T39" fmla="*/ 2147483647 h 58"/>
                <a:gd name="T40" fmla="*/ 2147483647 w 43"/>
                <a:gd name="T41" fmla="*/ 2147483647 h 58"/>
                <a:gd name="T42" fmla="*/ 2147483647 w 43"/>
                <a:gd name="T43" fmla="*/ 2147483647 h 58"/>
                <a:gd name="T44" fmla="*/ 2147483647 w 43"/>
                <a:gd name="T45" fmla="*/ 2147483647 h 58"/>
                <a:gd name="T46" fmla="*/ 2147483647 w 43"/>
                <a:gd name="T47" fmla="*/ 2147483647 h 58"/>
                <a:gd name="T48" fmla="*/ 2147483647 w 43"/>
                <a:gd name="T49" fmla="*/ 2147483647 h 58"/>
                <a:gd name="T50" fmla="*/ 2147483647 w 43"/>
                <a:gd name="T51" fmla="*/ 2147483647 h 58"/>
                <a:gd name="T52" fmla="*/ 2147483647 w 43"/>
                <a:gd name="T53" fmla="*/ 2147483647 h 58"/>
                <a:gd name="T54" fmla="*/ 2147483647 w 43"/>
                <a:gd name="T55" fmla="*/ 2147483647 h 58"/>
                <a:gd name="T56" fmla="*/ 2147483647 w 43"/>
                <a:gd name="T57" fmla="*/ 2147483647 h 58"/>
                <a:gd name="T58" fmla="*/ 2147483647 w 43"/>
                <a:gd name="T59" fmla="*/ 2147483647 h 58"/>
                <a:gd name="T60" fmla="*/ 2147483647 w 43"/>
                <a:gd name="T61" fmla="*/ 2147483647 h 58"/>
                <a:gd name="T62" fmla="*/ 2147483647 w 43"/>
                <a:gd name="T63" fmla="*/ 2147483647 h 58"/>
                <a:gd name="T64" fmla="*/ 0 w 43"/>
                <a:gd name="T65" fmla="*/ 2147483647 h 5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43"/>
                <a:gd name="T100" fmla="*/ 0 h 58"/>
                <a:gd name="T101" fmla="*/ 43 w 43"/>
                <a:gd name="T102" fmla="*/ 58 h 5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43" h="58">
                  <a:moveTo>
                    <a:pt x="0" y="21"/>
                  </a:moveTo>
                  <a:lnTo>
                    <a:pt x="0" y="20"/>
                  </a:lnTo>
                  <a:lnTo>
                    <a:pt x="0" y="19"/>
                  </a:lnTo>
                  <a:lnTo>
                    <a:pt x="0" y="18"/>
                  </a:lnTo>
                  <a:lnTo>
                    <a:pt x="1" y="17"/>
                  </a:lnTo>
                  <a:lnTo>
                    <a:pt x="1" y="16"/>
                  </a:lnTo>
                  <a:lnTo>
                    <a:pt x="1" y="15"/>
                  </a:lnTo>
                  <a:lnTo>
                    <a:pt x="1" y="14"/>
                  </a:lnTo>
                  <a:lnTo>
                    <a:pt x="1" y="13"/>
                  </a:lnTo>
                  <a:lnTo>
                    <a:pt x="2" y="12"/>
                  </a:lnTo>
                  <a:lnTo>
                    <a:pt x="2" y="11"/>
                  </a:lnTo>
                  <a:lnTo>
                    <a:pt x="3" y="10"/>
                  </a:lnTo>
                  <a:lnTo>
                    <a:pt x="3" y="9"/>
                  </a:lnTo>
                  <a:lnTo>
                    <a:pt x="4" y="9"/>
                  </a:lnTo>
                  <a:lnTo>
                    <a:pt x="5" y="8"/>
                  </a:lnTo>
                  <a:lnTo>
                    <a:pt x="6" y="7"/>
                  </a:lnTo>
                  <a:lnTo>
                    <a:pt x="7" y="6"/>
                  </a:lnTo>
                  <a:lnTo>
                    <a:pt x="7" y="5"/>
                  </a:lnTo>
                  <a:lnTo>
                    <a:pt x="9" y="4"/>
                  </a:lnTo>
                  <a:lnTo>
                    <a:pt x="10" y="3"/>
                  </a:lnTo>
                  <a:lnTo>
                    <a:pt x="11" y="3"/>
                  </a:lnTo>
                  <a:lnTo>
                    <a:pt x="12" y="3"/>
                  </a:lnTo>
                  <a:lnTo>
                    <a:pt x="13" y="2"/>
                  </a:lnTo>
                  <a:lnTo>
                    <a:pt x="14" y="2"/>
                  </a:lnTo>
                  <a:lnTo>
                    <a:pt x="15" y="1"/>
                  </a:lnTo>
                  <a:lnTo>
                    <a:pt x="16" y="1"/>
                  </a:lnTo>
                  <a:lnTo>
                    <a:pt x="17" y="0"/>
                  </a:lnTo>
                  <a:lnTo>
                    <a:pt x="18" y="0"/>
                  </a:lnTo>
                  <a:lnTo>
                    <a:pt x="20" y="0"/>
                  </a:lnTo>
                  <a:lnTo>
                    <a:pt x="22" y="0"/>
                  </a:lnTo>
                  <a:lnTo>
                    <a:pt x="24" y="0"/>
                  </a:lnTo>
                  <a:lnTo>
                    <a:pt x="25" y="0"/>
                  </a:lnTo>
                  <a:lnTo>
                    <a:pt x="26" y="0"/>
                  </a:lnTo>
                  <a:lnTo>
                    <a:pt x="27" y="1"/>
                  </a:lnTo>
                  <a:lnTo>
                    <a:pt x="29" y="1"/>
                  </a:lnTo>
                  <a:lnTo>
                    <a:pt x="29" y="2"/>
                  </a:lnTo>
                  <a:lnTo>
                    <a:pt x="30" y="2"/>
                  </a:lnTo>
                  <a:lnTo>
                    <a:pt x="30" y="3"/>
                  </a:lnTo>
                  <a:lnTo>
                    <a:pt x="31" y="3"/>
                  </a:lnTo>
                  <a:lnTo>
                    <a:pt x="32" y="3"/>
                  </a:lnTo>
                  <a:lnTo>
                    <a:pt x="33" y="3"/>
                  </a:lnTo>
                  <a:lnTo>
                    <a:pt x="34" y="3"/>
                  </a:lnTo>
                  <a:lnTo>
                    <a:pt x="35" y="4"/>
                  </a:lnTo>
                  <a:lnTo>
                    <a:pt x="35" y="5"/>
                  </a:lnTo>
                  <a:lnTo>
                    <a:pt x="36" y="5"/>
                  </a:lnTo>
                  <a:lnTo>
                    <a:pt x="36" y="6"/>
                  </a:lnTo>
                  <a:lnTo>
                    <a:pt x="36" y="7"/>
                  </a:lnTo>
                  <a:lnTo>
                    <a:pt x="37" y="7"/>
                  </a:lnTo>
                  <a:lnTo>
                    <a:pt x="38" y="7"/>
                  </a:lnTo>
                  <a:lnTo>
                    <a:pt x="38" y="8"/>
                  </a:lnTo>
                  <a:lnTo>
                    <a:pt x="38" y="9"/>
                  </a:lnTo>
                  <a:lnTo>
                    <a:pt x="39" y="9"/>
                  </a:lnTo>
                  <a:lnTo>
                    <a:pt x="40" y="9"/>
                  </a:lnTo>
                  <a:lnTo>
                    <a:pt x="40" y="10"/>
                  </a:lnTo>
                  <a:lnTo>
                    <a:pt x="40" y="11"/>
                  </a:lnTo>
                  <a:lnTo>
                    <a:pt x="41" y="13"/>
                  </a:lnTo>
                  <a:lnTo>
                    <a:pt x="42" y="14"/>
                  </a:lnTo>
                  <a:lnTo>
                    <a:pt x="42" y="15"/>
                  </a:lnTo>
                  <a:lnTo>
                    <a:pt x="42" y="16"/>
                  </a:lnTo>
                  <a:lnTo>
                    <a:pt x="43" y="17"/>
                  </a:lnTo>
                  <a:lnTo>
                    <a:pt x="43" y="18"/>
                  </a:lnTo>
                  <a:lnTo>
                    <a:pt x="43" y="19"/>
                  </a:lnTo>
                  <a:lnTo>
                    <a:pt x="43" y="20"/>
                  </a:lnTo>
                  <a:lnTo>
                    <a:pt x="43" y="21"/>
                  </a:lnTo>
                  <a:lnTo>
                    <a:pt x="43" y="58"/>
                  </a:lnTo>
                  <a:lnTo>
                    <a:pt x="0" y="58"/>
                  </a:lnTo>
                  <a:lnTo>
                    <a:pt x="0" y="21"/>
                  </a:lnTo>
                </a:path>
              </a:pathLst>
            </a:custGeom>
            <a:noFill/>
            <a:ln w="12700">
              <a:solidFill>
                <a:srgbClr val="000000"/>
              </a:solidFill>
              <a:prstDash val="solid"/>
              <a:round/>
              <a:headEnd/>
              <a:tailEnd/>
            </a:ln>
          </p:spPr>
          <p:txBody>
            <a:bodyPr/>
            <a:lstStyle/>
            <a:p>
              <a:endParaRPr lang="nl-BE"/>
            </a:p>
          </p:txBody>
        </p:sp>
        <p:sp>
          <p:nvSpPr>
            <p:cNvPr id="43010" name="Freeform 27"/>
            <p:cNvSpPr>
              <a:spLocks/>
            </p:cNvSpPr>
            <p:nvPr/>
          </p:nvSpPr>
          <p:spPr bwMode="auto">
            <a:xfrm>
              <a:off x="6327775" y="3511550"/>
              <a:ext cx="228600" cy="106363"/>
            </a:xfrm>
            <a:custGeom>
              <a:avLst/>
              <a:gdLst>
                <a:gd name="T0" fmla="*/ 0 w 50"/>
                <a:gd name="T1" fmla="*/ 2147483647 h 67"/>
                <a:gd name="T2" fmla="*/ 0 w 50"/>
                <a:gd name="T3" fmla="*/ 2147483647 h 67"/>
                <a:gd name="T4" fmla="*/ 2147483647 w 50"/>
                <a:gd name="T5" fmla="*/ 2147483647 h 67"/>
                <a:gd name="T6" fmla="*/ 2147483647 w 50"/>
                <a:gd name="T7" fmla="*/ 2147483647 h 67"/>
                <a:gd name="T8" fmla="*/ 2147483647 w 50"/>
                <a:gd name="T9" fmla="*/ 2147483647 h 67"/>
                <a:gd name="T10" fmla="*/ 2147483647 w 50"/>
                <a:gd name="T11" fmla="*/ 2147483647 h 67"/>
                <a:gd name="T12" fmla="*/ 2147483647 w 50"/>
                <a:gd name="T13" fmla="*/ 2147483647 h 67"/>
                <a:gd name="T14" fmla="*/ 2147483647 w 50"/>
                <a:gd name="T15" fmla="*/ 2147483647 h 67"/>
                <a:gd name="T16" fmla="*/ 2147483647 w 50"/>
                <a:gd name="T17" fmla="*/ 2147483647 h 67"/>
                <a:gd name="T18" fmla="*/ 2147483647 w 50"/>
                <a:gd name="T19" fmla="*/ 2147483647 h 67"/>
                <a:gd name="T20" fmla="*/ 2147483647 w 50"/>
                <a:gd name="T21" fmla="*/ 2147483647 h 67"/>
                <a:gd name="T22" fmla="*/ 2147483647 w 50"/>
                <a:gd name="T23" fmla="*/ 2147483647 h 67"/>
                <a:gd name="T24" fmla="*/ 2147483647 w 50"/>
                <a:gd name="T25" fmla="*/ 2147483647 h 67"/>
                <a:gd name="T26" fmla="*/ 2147483647 w 50"/>
                <a:gd name="T27" fmla="*/ 2147483647 h 67"/>
                <a:gd name="T28" fmla="*/ 2147483647 w 50"/>
                <a:gd name="T29" fmla="*/ 0 h 67"/>
                <a:gd name="T30" fmla="*/ 2147483647 w 50"/>
                <a:gd name="T31" fmla="*/ 0 h 67"/>
                <a:gd name="T32" fmla="*/ 2147483647 w 50"/>
                <a:gd name="T33" fmla="*/ 0 h 67"/>
                <a:gd name="T34" fmla="*/ 2147483647 w 50"/>
                <a:gd name="T35" fmla="*/ 2147483647 h 67"/>
                <a:gd name="T36" fmla="*/ 2147483647 w 50"/>
                <a:gd name="T37" fmla="*/ 2147483647 h 67"/>
                <a:gd name="T38" fmla="*/ 2147483647 w 50"/>
                <a:gd name="T39" fmla="*/ 2147483647 h 67"/>
                <a:gd name="T40" fmla="*/ 2147483647 w 50"/>
                <a:gd name="T41" fmla="*/ 2147483647 h 67"/>
                <a:gd name="T42" fmla="*/ 2147483647 w 50"/>
                <a:gd name="T43" fmla="*/ 2147483647 h 67"/>
                <a:gd name="T44" fmla="*/ 2147483647 w 50"/>
                <a:gd name="T45" fmla="*/ 2147483647 h 67"/>
                <a:gd name="T46" fmla="*/ 2147483647 w 50"/>
                <a:gd name="T47" fmla="*/ 2147483647 h 67"/>
                <a:gd name="T48" fmla="*/ 2147483647 w 50"/>
                <a:gd name="T49" fmla="*/ 2147483647 h 67"/>
                <a:gd name="T50" fmla="*/ 2147483647 w 50"/>
                <a:gd name="T51" fmla="*/ 2147483647 h 67"/>
                <a:gd name="T52" fmla="*/ 2147483647 w 50"/>
                <a:gd name="T53" fmla="*/ 2147483647 h 67"/>
                <a:gd name="T54" fmla="*/ 2147483647 w 50"/>
                <a:gd name="T55" fmla="*/ 2147483647 h 67"/>
                <a:gd name="T56" fmla="*/ 2147483647 w 50"/>
                <a:gd name="T57" fmla="*/ 2147483647 h 67"/>
                <a:gd name="T58" fmla="*/ 2147483647 w 50"/>
                <a:gd name="T59" fmla="*/ 2147483647 h 67"/>
                <a:gd name="T60" fmla="*/ 2147483647 w 50"/>
                <a:gd name="T61" fmla="*/ 2147483647 h 67"/>
                <a:gd name="T62" fmla="*/ 2147483647 w 50"/>
                <a:gd name="T63" fmla="*/ 2147483647 h 67"/>
                <a:gd name="T64" fmla="*/ 0 w 50"/>
                <a:gd name="T65" fmla="*/ 2147483647 h 6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50"/>
                <a:gd name="T100" fmla="*/ 0 h 67"/>
                <a:gd name="T101" fmla="*/ 50 w 50"/>
                <a:gd name="T102" fmla="*/ 67 h 6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50" h="67">
                  <a:moveTo>
                    <a:pt x="0" y="24"/>
                  </a:moveTo>
                  <a:lnTo>
                    <a:pt x="0" y="23"/>
                  </a:lnTo>
                  <a:lnTo>
                    <a:pt x="0" y="22"/>
                  </a:lnTo>
                  <a:lnTo>
                    <a:pt x="0" y="20"/>
                  </a:lnTo>
                  <a:lnTo>
                    <a:pt x="0" y="18"/>
                  </a:lnTo>
                  <a:lnTo>
                    <a:pt x="1" y="17"/>
                  </a:lnTo>
                  <a:lnTo>
                    <a:pt x="1" y="16"/>
                  </a:lnTo>
                  <a:lnTo>
                    <a:pt x="2" y="14"/>
                  </a:lnTo>
                  <a:lnTo>
                    <a:pt x="3" y="13"/>
                  </a:lnTo>
                  <a:lnTo>
                    <a:pt x="3" y="12"/>
                  </a:lnTo>
                  <a:lnTo>
                    <a:pt x="4" y="11"/>
                  </a:lnTo>
                  <a:lnTo>
                    <a:pt x="5" y="9"/>
                  </a:lnTo>
                  <a:lnTo>
                    <a:pt x="5" y="8"/>
                  </a:lnTo>
                  <a:lnTo>
                    <a:pt x="6" y="7"/>
                  </a:lnTo>
                  <a:lnTo>
                    <a:pt x="7" y="7"/>
                  </a:lnTo>
                  <a:lnTo>
                    <a:pt x="8" y="6"/>
                  </a:lnTo>
                  <a:lnTo>
                    <a:pt x="9" y="6"/>
                  </a:lnTo>
                  <a:lnTo>
                    <a:pt x="10" y="5"/>
                  </a:lnTo>
                  <a:lnTo>
                    <a:pt x="11" y="4"/>
                  </a:lnTo>
                  <a:lnTo>
                    <a:pt x="11" y="3"/>
                  </a:lnTo>
                  <a:lnTo>
                    <a:pt x="12" y="3"/>
                  </a:lnTo>
                  <a:lnTo>
                    <a:pt x="13" y="2"/>
                  </a:lnTo>
                  <a:lnTo>
                    <a:pt x="14" y="2"/>
                  </a:lnTo>
                  <a:lnTo>
                    <a:pt x="15" y="2"/>
                  </a:lnTo>
                  <a:lnTo>
                    <a:pt x="17" y="1"/>
                  </a:lnTo>
                  <a:lnTo>
                    <a:pt x="18" y="1"/>
                  </a:lnTo>
                  <a:lnTo>
                    <a:pt x="19" y="1"/>
                  </a:lnTo>
                  <a:lnTo>
                    <a:pt x="20" y="1"/>
                  </a:lnTo>
                  <a:lnTo>
                    <a:pt x="21" y="0"/>
                  </a:lnTo>
                  <a:lnTo>
                    <a:pt x="22" y="0"/>
                  </a:lnTo>
                  <a:lnTo>
                    <a:pt x="23" y="0"/>
                  </a:lnTo>
                  <a:lnTo>
                    <a:pt x="24" y="0"/>
                  </a:lnTo>
                  <a:lnTo>
                    <a:pt x="26" y="0"/>
                  </a:lnTo>
                  <a:lnTo>
                    <a:pt x="28" y="0"/>
                  </a:lnTo>
                  <a:lnTo>
                    <a:pt x="29" y="1"/>
                  </a:lnTo>
                  <a:lnTo>
                    <a:pt x="31" y="1"/>
                  </a:lnTo>
                  <a:lnTo>
                    <a:pt x="33" y="1"/>
                  </a:lnTo>
                  <a:lnTo>
                    <a:pt x="33" y="2"/>
                  </a:lnTo>
                  <a:lnTo>
                    <a:pt x="34" y="2"/>
                  </a:lnTo>
                  <a:lnTo>
                    <a:pt x="35" y="2"/>
                  </a:lnTo>
                  <a:lnTo>
                    <a:pt x="37" y="3"/>
                  </a:lnTo>
                  <a:lnTo>
                    <a:pt x="38" y="3"/>
                  </a:lnTo>
                  <a:lnTo>
                    <a:pt x="39" y="4"/>
                  </a:lnTo>
                  <a:lnTo>
                    <a:pt x="39" y="5"/>
                  </a:lnTo>
                  <a:lnTo>
                    <a:pt x="40" y="6"/>
                  </a:lnTo>
                  <a:lnTo>
                    <a:pt x="41" y="6"/>
                  </a:lnTo>
                  <a:lnTo>
                    <a:pt x="42" y="7"/>
                  </a:lnTo>
                  <a:lnTo>
                    <a:pt x="43" y="8"/>
                  </a:lnTo>
                  <a:lnTo>
                    <a:pt x="44" y="8"/>
                  </a:lnTo>
                  <a:lnTo>
                    <a:pt x="44" y="9"/>
                  </a:lnTo>
                  <a:lnTo>
                    <a:pt x="44" y="10"/>
                  </a:lnTo>
                  <a:lnTo>
                    <a:pt x="44" y="11"/>
                  </a:lnTo>
                  <a:lnTo>
                    <a:pt x="45" y="11"/>
                  </a:lnTo>
                  <a:lnTo>
                    <a:pt x="46" y="13"/>
                  </a:lnTo>
                  <a:lnTo>
                    <a:pt x="47" y="13"/>
                  </a:lnTo>
                  <a:lnTo>
                    <a:pt x="47" y="14"/>
                  </a:lnTo>
                  <a:lnTo>
                    <a:pt x="47" y="15"/>
                  </a:lnTo>
                  <a:lnTo>
                    <a:pt x="48" y="16"/>
                  </a:lnTo>
                  <a:lnTo>
                    <a:pt x="49" y="17"/>
                  </a:lnTo>
                  <a:lnTo>
                    <a:pt x="49" y="18"/>
                  </a:lnTo>
                  <a:lnTo>
                    <a:pt x="49" y="20"/>
                  </a:lnTo>
                  <a:lnTo>
                    <a:pt x="50" y="22"/>
                  </a:lnTo>
                  <a:lnTo>
                    <a:pt x="50" y="23"/>
                  </a:lnTo>
                  <a:lnTo>
                    <a:pt x="50" y="24"/>
                  </a:lnTo>
                  <a:lnTo>
                    <a:pt x="50" y="67"/>
                  </a:lnTo>
                  <a:lnTo>
                    <a:pt x="0" y="67"/>
                  </a:lnTo>
                  <a:lnTo>
                    <a:pt x="0" y="24"/>
                  </a:lnTo>
                </a:path>
              </a:pathLst>
            </a:custGeom>
            <a:noFill/>
            <a:ln w="12700">
              <a:solidFill>
                <a:srgbClr val="000000"/>
              </a:solidFill>
              <a:prstDash val="solid"/>
              <a:round/>
              <a:headEnd/>
              <a:tailEnd/>
            </a:ln>
          </p:spPr>
          <p:txBody>
            <a:bodyPr/>
            <a:lstStyle/>
            <a:p>
              <a:endParaRPr lang="nl-BE"/>
            </a:p>
          </p:txBody>
        </p:sp>
        <p:sp>
          <p:nvSpPr>
            <p:cNvPr id="43011" name="Freeform 28"/>
            <p:cNvSpPr>
              <a:spLocks/>
            </p:cNvSpPr>
            <p:nvPr/>
          </p:nvSpPr>
          <p:spPr bwMode="auto">
            <a:xfrm>
              <a:off x="6227763" y="3495675"/>
              <a:ext cx="384175" cy="174625"/>
            </a:xfrm>
            <a:custGeom>
              <a:avLst/>
              <a:gdLst>
                <a:gd name="T0" fmla="*/ 0 w 84"/>
                <a:gd name="T1" fmla="*/ 2147483647 h 110"/>
                <a:gd name="T2" fmla="*/ 0 w 84"/>
                <a:gd name="T3" fmla="*/ 2147483647 h 110"/>
                <a:gd name="T4" fmla="*/ 2147483647 w 84"/>
                <a:gd name="T5" fmla="*/ 2147483647 h 110"/>
                <a:gd name="T6" fmla="*/ 2147483647 w 84"/>
                <a:gd name="T7" fmla="*/ 2147483647 h 110"/>
                <a:gd name="T8" fmla="*/ 2147483647 w 84"/>
                <a:gd name="T9" fmla="*/ 2147483647 h 110"/>
                <a:gd name="T10" fmla="*/ 2147483647 w 84"/>
                <a:gd name="T11" fmla="*/ 2147483647 h 110"/>
                <a:gd name="T12" fmla="*/ 2147483647 w 84"/>
                <a:gd name="T13" fmla="*/ 2147483647 h 110"/>
                <a:gd name="T14" fmla="*/ 2147483647 w 84"/>
                <a:gd name="T15" fmla="*/ 2147483647 h 110"/>
                <a:gd name="T16" fmla="*/ 2147483647 w 84"/>
                <a:gd name="T17" fmla="*/ 2147483647 h 110"/>
                <a:gd name="T18" fmla="*/ 2147483647 w 84"/>
                <a:gd name="T19" fmla="*/ 2147483647 h 110"/>
                <a:gd name="T20" fmla="*/ 2147483647 w 84"/>
                <a:gd name="T21" fmla="*/ 2147483647 h 110"/>
                <a:gd name="T22" fmla="*/ 2147483647 w 84"/>
                <a:gd name="T23" fmla="*/ 2147483647 h 110"/>
                <a:gd name="T24" fmla="*/ 2147483647 w 84"/>
                <a:gd name="T25" fmla="*/ 2147483647 h 110"/>
                <a:gd name="T26" fmla="*/ 2147483647 w 84"/>
                <a:gd name="T27" fmla="*/ 2147483647 h 110"/>
                <a:gd name="T28" fmla="*/ 2147483647 w 84"/>
                <a:gd name="T29" fmla="*/ 2147483647 h 110"/>
                <a:gd name="T30" fmla="*/ 2147483647 w 84"/>
                <a:gd name="T31" fmla="*/ 2147483647 h 110"/>
                <a:gd name="T32" fmla="*/ 2147483647 w 84"/>
                <a:gd name="T33" fmla="*/ 2147483647 h 110"/>
                <a:gd name="T34" fmla="*/ 2147483647 w 84"/>
                <a:gd name="T35" fmla="*/ 2147483647 h 110"/>
                <a:gd name="T36" fmla="*/ 2147483647 w 84"/>
                <a:gd name="T37" fmla="*/ 0 h 110"/>
                <a:gd name="T38" fmla="*/ 2147483647 w 84"/>
                <a:gd name="T39" fmla="*/ 0 h 110"/>
                <a:gd name="T40" fmla="*/ 2147483647 w 84"/>
                <a:gd name="T41" fmla="*/ 0 h 110"/>
                <a:gd name="T42" fmla="*/ 2147483647 w 84"/>
                <a:gd name="T43" fmla="*/ 0 h 110"/>
                <a:gd name="T44" fmla="*/ 2147483647 w 84"/>
                <a:gd name="T45" fmla="*/ 0 h 110"/>
                <a:gd name="T46" fmla="*/ 2147483647 w 84"/>
                <a:gd name="T47" fmla="*/ 2147483647 h 110"/>
                <a:gd name="T48" fmla="*/ 2147483647 w 84"/>
                <a:gd name="T49" fmla="*/ 2147483647 h 110"/>
                <a:gd name="T50" fmla="*/ 2147483647 w 84"/>
                <a:gd name="T51" fmla="*/ 2147483647 h 110"/>
                <a:gd name="T52" fmla="*/ 2147483647 w 84"/>
                <a:gd name="T53" fmla="*/ 2147483647 h 110"/>
                <a:gd name="T54" fmla="*/ 2147483647 w 84"/>
                <a:gd name="T55" fmla="*/ 2147483647 h 110"/>
                <a:gd name="T56" fmla="*/ 2147483647 w 84"/>
                <a:gd name="T57" fmla="*/ 2147483647 h 110"/>
                <a:gd name="T58" fmla="*/ 2147483647 w 84"/>
                <a:gd name="T59" fmla="*/ 2147483647 h 110"/>
                <a:gd name="T60" fmla="*/ 2147483647 w 84"/>
                <a:gd name="T61" fmla="*/ 2147483647 h 110"/>
                <a:gd name="T62" fmla="*/ 2147483647 w 84"/>
                <a:gd name="T63" fmla="*/ 2147483647 h 110"/>
                <a:gd name="T64" fmla="*/ 2147483647 w 84"/>
                <a:gd name="T65" fmla="*/ 2147483647 h 110"/>
                <a:gd name="T66" fmla="*/ 2147483647 w 84"/>
                <a:gd name="T67" fmla="*/ 2147483647 h 110"/>
                <a:gd name="T68" fmla="*/ 2147483647 w 84"/>
                <a:gd name="T69" fmla="*/ 2147483647 h 110"/>
                <a:gd name="T70" fmla="*/ 2147483647 w 84"/>
                <a:gd name="T71" fmla="*/ 2147483647 h 110"/>
                <a:gd name="T72" fmla="*/ 2147483647 w 84"/>
                <a:gd name="T73" fmla="*/ 2147483647 h 110"/>
                <a:gd name="T74" fmla="*/ 2147483647 w 84"/>
                <a:gd name="T75" fmla="*/ 2147483647 h 110"/>
                <a:gd name="T76" fmla="*/ 2147483647 w 84"/>
                <a:gd name="T77" fmla="*/ 2147483647 h 110"/>
                <a:gd name="T78" fmla="*/ 2147483647 w 84"/>
                <a:gd name="T79" fmla="*/ 2147483647 h 110"/>
                <a:gd name="T80" fmla="*/ 2147483647 w 84"/>
                <a:gd name="T81" fmla="*/ 2147483647 h 110"/>
                <a:gd name="T82" fmla="*/ 0 w 84"/>
                <a:gd name="T83" fmla="*/ 2147483647 h 110"/>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84"/>
                <a:gd name="T127" fmla="*/ 0 h 110"/>
                <a:gd name="T128" fmla="*/ 84 w 84"/>
                <a:gd name="T129" fmla="*/ 110 h 110"/>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84" h="110">
                  <a:moveTo>
                    <a:pt x="0" y="40"/>
                  </a:moveTo>
                  <a:lnTo>
                    <a:pt x="0" y="39"/>
                  </a:lnTo>
                  <a:lnTo>
                    <a:pt x="0" y="37"/>
                  </a:lnTo>
                  <a:lnTo>
                    <a:pt x="0" y="35"/>
                  </a:lnTo>
                  <a:lnTo>
                    <a:pt x="0" y="33"/>
                  </a:lnTo>
                  <a:lnTo>
                    <a:pt x="1" y="32"/>
                  </a:lnTo>
                  <a:lnTo>
                    <a:pt x="1" y="30"/>
                  </a:lnTo>
                  <a:lnTo>
                    <a:pt x="1" y="29"/>
                  </a:lnTo>
                  <a:lnTo>
                    <a:pt x="1" y="28"/>
                  </a:lnTo>
                  <a:lnTo>
                    <a:pt x="1" y="27"/>
                  </a:lnTo>
                  <a:lnTo>
                    <a:pt x="3" y="25"/>
                  </a:lnTo>
                  <a:lnTo>
                    <a:pt x="3" y="23"/>
                  </a:lnTo>
                  <a:lnTo>
                    <a:pt x="5" y="22"/>
                  </a:lnTo>
                  <a:lnTo>
                    <a:pt x="5" y="20"/>
                  </a:lnTo>
                  <a:lnTo>
                    <a:pt x="6" y="19"/>
                  </a:lnTo>
                  <a:lnTo>
                    <a:pt x="7" y="17"/>
                  </a:lnTo>
                  <a:lnTo>
                    <a:pt x="9" y="15"/>
                  </a:lnTo>
                  <a:lnTo>
                    <a:pt x="11" y="13"/>
                  </a:lnTo>
                  <a:lnTo>
                    <a:pt x="11" y="12"/>
                  </a:lnTo>
                  <a:lnTo>
                    <a:pt x="12" y="11"/>
                  </a:lnTo>
                  <a:lnTo>
                    <a:pt x="14" y="9"/>
                  </a:lnTo>
                  <a:lnTo>
                    <a:pt x="16" y="9"/>
                  </a:lnTo>
                  <a:lnTo>
                    <a:pt x="17" y="7"/>
                  </a:lnTo>
                  <a:lnTo>
                    <a:pt x="19" y="7"/>
                  </a:lnTo>
                  <a:lnTo>
                    <a:pt x="21" y="5"/>
                  </a:lnTo>
                  <a:lnTo>
                    <a:pt x="22" y="5"/>
                  </a:lnTo>
                  <a:lnTo>
                    <a:pt x="22" y="4"/>
                  </a:lnTo>
                  <a:lnTo>
                    <a:pt x="23" y="3"/>
                  </a:lnTo>
                  <a:lnTo>
                    <a:pt x="24" y="3"/>
                  </a:lnTo>
                  <a:lnTo>
                    <a:pt x="26" y="3"/>
                  </a:lnTo>
                  <a:lnTo>
                    <a:pt x="27" y="2"/>
                  </a:lnTo>
                  <a:lnTo>
                    <a:pt x="27" y="1"/>
                  </a:lnTo>
                  <a:lnTo>
                    <a:pt x="29" y="1"/>
                  </a:lnTo>
                  <a:lnTo>
                    <a:pt x="30" y="1"/>
                  </a:lnTo>
                  <a:lnTo>
                    <a:pt x="32" y="1"/>
                  </a:lnTo>
                  <a:lnTo>
                    <a:pt x="33" y="1"/>
                  </a:lnTo>
                  <a:lnTo>
                    <a:pt x="35" y="0"/>
                  </a:lnTo>
                  <a:lnTo>
                    <a:pt x="37" y="0"/>
                  </a:lnTo>
                  <a:lnTo>
                    <a:pt x="39" y="0"/>
                  </a:lnTo>
                  <a:lnTo>
                    <a:pt x="40" y="0"/>
                  </a:lnTo>
                  <a:lnTo>
                    <a:pt x="41" y="0"/>
                  </a:lnTo>
                  <a:lnTo>
                    <a:pt x="44" y="0"/>
                  </a:lnTo>
                  <a:lnTo>
                    <a:pt x="45" y="0"/>
                  </a:lnTo>
                  <a:lnTo>
                    <a:pt x="47" y="0"/>
                  </a:lnTo>
                  <a:lnTo>
                    <a:pt x="48" y="0"/>
                  </a:lnTo>
                  <a:lnTo>
                    <a:pt x="50" y="0"/>
                  </a:lnTo>
                  <a:lnTo>
                    <a:pt x="51" y="1"/>
                  </a:lnTo>
                  <a:lnTo>
                    <a:pt x="52" y="1"/>
                  </a:lnTo>
                  <a:lnTo>
                    <a:pt x="54" y="1"/>
                  </a:lnTo>
                  <a:lnTo>
                    <a:pt x="55" y="1"/>
                  </a:lnTo>
                  <a:lnTo>
                    <a:pt x="57" y="2"/>
                  </a:lnTo>
                  <a:lnTo>
                    <a:pt x="59" y="3"/>
                  </a:lnTo>
                  <a:lnTo>
                    <a:pt x="61" y="3"/>
                  </a:lnTo>
                  <a:lnTo>
                    <a:pt x="61" y="4"/>
                  </a:lnTo>
                  <a:lnTo>
                    <a:pt x="62" y="5"/>
                  </a:lnTo>
                  <a:lnTo>
                    <a:pt x="64" y="5"/>
                  </a:lnTo>
                  <a:lnTo>
                    <a:pt x="65" y="6"/>
                  </a:lnTo>
                  <a:lnTo>
                    <a:pt x="66" y="7"/>
                  </a:lnTo>
                  <a:lnTo>
                    <a:pt x="67" y="7"/>
                  </a:lnTo>
                  <a:lnTo>
                    <a:pt x="68" y="8"/>
                  </a:lnTo>
                  <a:lnTo>
                    <a:pt x="69" y="9"/>
                  </a:lnTo>
                  <a:lnTo>
                    <a:pt x="70" y="9"/>
                  </a:lnTo>
                  <a:lnTo>
                    <a:pt x="71" y="11"/>
                  </a:lnTo>
                  <a:lnTo>
                    <a:pt x="72" y="12"/>
                  </a:lnTo>
                  <a:lnTo>
                    <a:pt x="73" y="12"/>
                  </a:lnTo>
                  <a:lnTo>
                    <a:pt x="73" y="13"/>
                  </a:lnTo>
                  <a:lnTo>
                    <a:pt x="75" y="15"/>
                  </a:lnTo>
                  <a:lnTo>
                    <a:pt x="77" y="17"/>
                  </a:lnTo>
                  <a:lnTo>
                    <a:pt x="78" y="19"/>
                  </a:lnTo>
                  <a:lnTo>
                    <a:pt x="78" y="20"/>
                  </a:lnTo>
                  <a:lnTo>
                    <a:pt x="79" y="21"/>
                  </a:lnTo>
                  <a:lnTo>
                    <a:pt x="80" y="23"/>
                  </a:lnTo>
                  <a:lnTo>
                    <a:pt x="81" y="25"/>
                  </a:lnTo>
                  <a:lnTo>
                    <a:pt x="82" y="26"/>
                  </a:lnTo>
                  <a:lnTo>
                    <a:pt x="82" y="27"/>
                  </a:lnTo>
                  <a:lnTo>
                    <a:pt x="83" y="28"/>
                  </a:lnTo>
                  <a:lnTo>
                    <a:pt x="83" y="30"/>
                  </a:lnTo>
                  <a:lnTo>
                    <a:pt x="83" y="32"/>
                  </a:lnTo>
                  <a:lnTo>
                    <a:pt x="83" y="33"/>
                  </a:lnTo>
                  <a:lnTo>
                    <a:pt x="83" y="35"/>
                  </a:lnTo>
                  <a:lnTo>
                    <a:pt x="84" y="37"/>
                  </a:lnTo>
                  <a:lnTo>
                    <a:pt x="84" y="40"/>
                  </a:lnTo>
                  <a:lnTo>
                    <a:pt x="84" y="110"/>
                  </a:lnTo>
                  <a:lnTo>
                    <a:pt x="0" y="110"/>
                  </a:lnTo>
                  <a:lnTo>
                    <a:pt x="0" y="40"/>
                  </a:lnTo>
                </a:path>
              </a:pathLst>
            </a:custGeom>
            <a:noFill/>
            <a:ln w="12700">
              <a:solidFill>
                <a:srgbClr val="000000"/>
              </a:solidFill>
              <a:prstDash val="solid"/>
              <a:round/>
              <a:headEnd/>
              <a:tailEnd/>
            </a:ln>
          </p:spPr>
          <p:txBody>
            <a:bodyPr/>
            <a:lstStyle/>
            <a:p>
              <a:endParaRPr lang="nl-BE"/>
            </a:p>
          </p:txBody>
        </p:sp>
        <p:sp>
          <p:nvSpPr>
            <p:cNvPr id="43012" name="Freeform 29"/>
            <p:cNvSpPr>
              <a:spLocks/>
            </p:cNvSpPr>
            <p:nvPr/>
          </p:nvSpPr>
          <p:spPr bwMode="auto">
            <a:xfrm>
              <a:off x="6149975" y="3484563"/>
              <a:ext cx="493713" cy="225425"/>
            </a:xfrm>
            <a:custGeom>
              <a:avLst/>
              <a:gdLst>
                <a:gd name="T0" fmla="*/ 0 w 108"/>
                <a:gd name="T1" fmla="*/ 2147483647 h 142"/>
                <a:gd name="T2" fmla="*/ 0 w 108"/>
                <a:gd name="T3" fmla="*/ 2147483647 h 142"/>
                <a:gd name="T4" fmla="*/ 0 w 108"/>
                <a:gd name="T5" fmla="*/ 2147483647 h 142"/>
                <a:gd name="T6" fmla="*/ 2147483647 w 108"/>
                <a:gd name="T7" fmla="*/ 2147483647 h 142"/>
                <a:gd name="T8" fmla="*/ 2147483647 w 108"/>
                <a:gd name="T9" fmla="*/ 2147483647 h 142"/>
                <a:gd name="T10" fmla="*/ 2147483647 w 108"/>
                <a:gd name="T11" fmla="*/ 2147483647 h 142"/>
                <a:gd name="T12" fmla="*/ 2147483647 w 108"/>
                <a:gd name="T13" fmla="*/ 2147483647 h 142"/>
                <a:gd name="T14" fmla="*/ 2147483647 w 108"/>
                <a:gd name="T15" fmla="*/ 2147483647 h 142"/>
                <a:gd name="T16" fmla="*/ 2147483647 w 108"/>
                <a:gd name="T17" fmla="*/ 2147483647 h 142"/>
                <a:gd name="T18" fmla="*/ 2147483647 w 108"/>
                <a:gd name="T19" fmla="*/ 2147483647 h 142"/>
                <a:gd name="T20" fmla="*/ 2147483647 w 108"/>
                <a:gd name="T21" fmla="*/ 2147483647 h 142"/>
                <a:gd name="T22" fmla="*/ 2147483647 w 108"/>
                <a:gd name="T23" fmla="*/ 2147483647 h 142"/>
                <a:gd name="T24" fmla="*/ 2147483647 w 108"/>
                <a:gd name="T25" fmla="*/ 2147483647 h 142"/>
                <a:gd name="T26" fmla="*/ 2147483647 w 108"/>
                <a:gd name="T27" fmla="*/ 2147483647 h 142"/>
                <a:gd name="T28" fmla="*/ 2147483647 w 108"/>
                <a:gd name="T29" fmla="*/ 2147483647 h 142"/>
                <a:gd name="T30" fmla="*/ 2147483647 w 108"/>
                <a:gd name="T31" fmla="*/ 2147483647 h 142"/>
                <a:gd name="T32" fmla="*/ 2147483647 w 108"/>
                <a:gd name="T33" fmla="*/ 2147483647 h 142"/>
                <a:gd name="T34" fmla="*/ 2147483647 w 108"/>
                <a:gd name="T35" fmla="*/ 0 h 142"/>
                <a:gd name="T36" fmla="*/ 2147483647 w 108"/>
                <a:gd name="T37" fmla="*/ 0 h 142"/>
                <a:gd name="T38" fmla="*/ 2147483647 w 108"/>
                <a:gd name="T39" fmla="*/ 0 h 142"/>
                <a:gd name="T40" fmla="*/ 2147483647 w 108"/>
                <a:gd name="T41" fmla="*/ 0 h 142"/>
                <a:gd name="T42" fmla="*/ 2147483647 w 108"/>
                <a:gd name="T43" fmla="*/ 0 h 142"/>
                <a:gd name="T44" fmla="*/ 2147483647 w 108"/>
                <a:gd name="T45" fmla="*/ 0 h 142"/>
                <a:gd name="T46" fmla="*/ 2147483647 w 108"/>
                <a:gd name="T47" fmla="*/ 2147483647 h 142"/>
                <a:gd name="T48" fmla="*/ 2147483647 w 108"/>
                <a:gd name="T49" fmla="*/ 2147483647 h 142"/>
                <a:gd name="T50" fmla="*/ 2147483647 w 108"/>
                <a:gd name="T51" fmla="*/ 2147483647 h 142"/>
                <a:gd name="T52" fmla="*/ 2147483647 w 108"/>
                <a:gd name="T53" fmla="*/ 2147483647 h 142"/>
                <a:gd name="T54" fmla="*/ 2147483647 w 108"/>
                <a:gd name="T55" fmla="*/ 2147483647 h 142"/>
                <a:gd name="T56" fmla="*/ 2147483647 w 108"/>
                <a:gd name="T57" fmla="*/ 2147483647 h 142"/>
                <a:gd name="T58" fmla="*/ 2147483647 w 108"/>
                <a:gd name="T59" fmla="*/ 2147483647 h 142"/>
                <a:gd name="T60" fmla="*/ 2147483647 w 108"/>
                <a:gd name="T61" fmla="*/ 2147483647 h 142"/>
                <a:gd name="T62" fmla="*/ 2147483647 w 108"/>
                <a:gd name="T63" fmla="*/ 2147483647 h 142"/>
                <a:gd name="T64" fmla="*/ 2147483647 w 108"/>
                <a:gd name="T65" fmla="*/ 2147483647 h 142"/>
                <a:gd name="T66" fmla="*/ 2147483647 w 108"/>
                <a:gd name="T67" fmla="*/ 2147483647 h 142"/>
                <a:gd name="T68" fmla="*/ 2147483647 w 108"/>
                <a:gd name="T69" fmla="*/ 2147483647 h 142"/>
                <a:gd name="T70" fmla="*/ 2147483647 w 108"/>
                <a:gd name="T71" fmla="*/ 2147483647 h 142"/>
                <a:gd name="T72" fmla="*/ 2147483647 w 108"/>
                <a:gd name="T73" fmla="*/ 2147483647 h 142"/>
                <a:gd name="T74" fmla="*/ 2147483647 w 108"/>
                <a:gd name="T75" fmla="*/ 2147483647 h 142"/>
                <a:gd name="T76" fmla="*/ 2147483647 w 108"/>
                <a:gd name="T77" fmla="*/ 2147483647 h 142"/>
                <a:gd name="T78" fmla="*/ 2147483647 w 108"/>
                <a:gd name="T79" fmla="*/ 2147483647 h 142"/>
                <a:gd name="T80" fmla="*/ 2147483647 w 108"/>
                <a:gd name="T81" fmla="*/ 2147483647 h 142"/>
                <a:gd name="T82" fmla="*/ 2147483647 w 108"/>
                <a:gd name="T83" fmla="*/ 2147483647 h 142"/>
                <a:gd name="T84" fmla="*/ 2147483647 w 108"/>
                <a:gd name="T85" fmla="*/ 2147483647 h 142"/>
                <a:gd name="T86" fmla="*/ 2147483647 w 108"/>
                <a:gd name="T87" fmla="*/ 2147483647 h 142"/>
                <a:gd name="T88" fmla="*/ 0 w 108"/>
                <a:gd name="T89" fmla="*/ 2147483647 h 142"/>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08"/>
                <a:gd name="T136" fmla="*/ 0 h 142"/>
                <a:gd name="T137" fmla="*/ 108 w 108"/>
                <a:gd name="T138" fmla="*/ 142 h 142"/>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08" h="142">
                  <a:moveTo>
                    <a:pt x="0" y="51"/>
                  </a:moveTo>
                  <a:lnTo>
                    <a:pt x="0" y="49"/>
                  </a:lnTo>
                  <a:lnTo>
                    <a:pt x="0" y="47"/>
                  </a:lnTo>
                  <a:lnTo>
                    <a:pt x="0" y="46"/>
                  </a:lnTo>
                  <a:lnTo>
                    <a:pt x="0" y="43"/>
                  </a:lnTo>
                  <a:lnTo>
                    <a:pt x="0" y="40"/>
                  </a:lnTo>
                  <a:lnTo>
                    <a:pt x="1" y="39"/>
                  </a:lnTo>
                  <a:lnTo>
                    <a:pt x="2" y="37"/>
                  </a:lnTo>
                  <a:lnTo>
                    <a:pt x="2" y="35"/>
                  </a:lnTo>
                  <a:lnTo>
                    <a:pt x="4" y="33"/>
                  </a:lnTo>
                  <a:lnTo>
                    <a:pt x="5" y="30"/>
                  </a:lnTo>
                  <a:lnTo>
                    <a:pt x="6" y="28"/>
                  </a:lnTo>
                  <a:lnTo>
                    <a:pt x="7" y="26"/>
                  </a:lnTo>
                  <a:lnTo>
                    <a:pt x="9" y="24"/>
                  </a:lnTo>
                  <a:lnTo>
                    <a:pt x="9" y="23"/>
                  </a:lnTo>
                  <a:lnTo>
                    <a:pt x="11" y="19"/>
                  </a:lnTo>
                  <a:lnTo>
                    <a:pt x="13" y="18"/>
                  </a:lnTo>
                  <a:lnTo>
                    <a:pt x="15" y="16"/>
                  </a:lnTo>
                  <a:lnTo>
                    <a:pt x="17" y="14"/>
                  </a:lnTo>
                  <a:lnTo>
                    <a:pt x="18" y="13"/>
                  </a:lnTo>
                  <a:lnTo>
                    <a:pt x="20" y="11"/>
                  </a:lnTo>
                  <a:lnTo>
                    <a:pt x="22" y="9"/>
                  </a:lnTo>
                  <a:lnTo>
                    <a:pt x="24" y="8"/>
                  </a:lnTo>
                  <a:lnTo>
                    <a:pt x="26" y="7"/>
                  </a:lnTo>
                  <a:lnTo>
                    <a:pt x="28" y="6"/>
                  </a:lnTo>
                  <a:lnTo>
                    <a:pt x="29" y="5"/>
                  </a:lnTo>
                  <a:lnTo>
                    <a:pt x="30" y="5"/>
                  </a:lnTo>
                  <a:lnTo>
                    <a:pt x="31" y="3"/>
                  </a:lnTo>
                  <a:lnTo>
                    <a:pt x="33" y="3"/>
                  </a:lnTo>
                  <a:lnTo>
                    <a:pt x="34" y="3"/>
                  </a:lnTo>
                  <a:lnTo>
                    <a:pt x="36" y="3"/>
                  </a:lnTo>
                  <a:lnTo>
                    <a:pt x="38" y="2"/>
                  </a:lnTo>
                  <a:lnTo>
                    <a:pt x="39" y="1"/>
                  </a:lnTo>
                  <a:lnTo>
                    <a:pt x="41" y="1"/>
                  </a:lnTo>
                  <a:lnTo>
                    <a:pt x="43" y="0"/>
                  </a:lnTo>
                  <a:lnTo>
                    <a:pt x="44" y="0"/>
                  </a:lnTo>
                  <a:lnTo>
                    <a:pt x="47" y="0"/>
                  </a:lnTo>
                  <a:lnTo>
                    <a:pt x="48" y="0"/>
                  </a:lnTo>
                  <a:lnTo>
                    <a:pt x="50" y="0"/>
                  </a:lnTo>
                  <a:lnTo>
                    <a:pt x="51" y="0"/>
                  </a:lnTo>
                  <a:lnTo>
                    <a:pt x="54" y="0"/>
                  </a:lnTo>
                  <a:lnTo>
                    <a:pt x="56" y="0"/>
                  </a:lnTo>
                  <a:lnTo>
                    <a:pt x="58" y="0"/>
                  </a:lnTo>
                  <a:lnTo>
                    <a:pt x="61" y="0"/>
                  </a:lnTo>
                  <a:lnTo>
                    <a:pt x="63" y="0"/>
                  </a:lnTo>
                  <a:lnTo>
                    <a:pt x="65" y="0"/>
                  </a:lnTo>
                  <a:lnTo>
                    <a:pt x="67" y="1"/>
                  </a:lnTo>
                  <a:lnTo>
                    <a:pt x="68" y="2"/>
                  </a:lnTo>
                  <a:lnTo>
                    <a:pt x="71" y="2"/>
                  </a:lnTo>
                  <a:lnTo>
                    <a:pt x="72" y="3"/>
                  </a:lnTo>
                  <a:lnTo>
                    <a:pt x="73" y="3"/>
                  </a:lnTo>
                  <a:lnTo>
                    <a:pt x="76" y="3"/>
                  </a:lnTo>
                  <a:lnTo>
                    <a:pt x="77" y="4"/>
                  </a:lnTo>
                  <a:lnTo>
                    <a:pt x="78" y="5"/>
                  </a:lnTo>
                  <a:lnTo>
                    <a:pt x="80" y="6"/>
                  </a:lnTo>
                  <a:lnTo>
                    <a:pt x="82" y="7"/>
                  </a:lnTo>
                  <a:lnTo>
                    <a:pt x="83" y="8"/>
                  </a:lnTo>
                  <a:lnTo>
                    <a:pt x="85" y="8"/>
                  </a:lnTo>
                  <a:lnTo>
                    <a:pt x="86" y="10"/>
                  </a:lnTo>
                  <a:lnTo>
                    <a:pt x="88" y="11"/>
                  </a:lnTo>
                  <a:lnTo>
                    <a:pt x="89" y="12"/>
                  </a:lnTo>
                  <a:lnTo>
                    <a:pt x="89" y="13"/>
                  </a:lnTo>
                  <a:lnTo>
                    <a:pt x="90" y="14"/>
                  </a:lnTo>
                  <a:lnTo>
                    <a:pt x="92" y="14"/>
                  </a:lnTo>
                  <a:lnTo>
                    <a:pt x="93" y="16"/>
                  </a:lnTo>
                  <a:lnTo>
                    <a:pt x="94" y="17"/>
                  </a:lnTo>
                  <a:lnTo>
                    <a:pt x="95" y="18"/>
                  </a:lnTo>
                  <a:lnTo>
                    <a:pt x="95" y="19"/>
                  </a:lnTo>
                  <a:lnTo>
                    <a:pt x="97" y="19"/>
                  </a:lnTo>
                  <a:lnTo>
                    <a:pt x="97" y="21"/>
                  </a:lnTo>
                  <a:lnTo>
                    <a:pt x="98" y="22"/>
                  </a:lnTo>
                  <a:lnTo>
                    <a:pt x="99" y="24"/>
                  </a:lnTo>
                  <a:lnTo>
                    <a:pt x="100" y="24"/>
                  </a:lnTo>
                  <a:lnTo>
                    <a:pt x="101" y="26"/>
                  </a:lnTo>
                  <a:lnTo>
                    <a:pt x="102" y="28"/>
                  </a:lnTo>
                  <a:lnTo>
                    <a:pt x="102" y="30"/>
                  </a:lnTo>
                  <a:lnTo>
                    <a:pt x="103" y="30"/>
                  </a:lnTo>
                  <a:lnTo>
                    <a:pt x="104" y="32"/>
                  </a:lnTo>
                  <a:lnTo>
                    <a:pt x="105" y="34"/>
                  </a:lnTo>
                  <a:lnTo>
                    <a:pt x="105" y="35"/>
                  </a:lnTo>
                  <a:lnTo>
                    <a:pt x="105" y="37"/>
                  </a:lnTo>
                  <a:lnTo>
                    <a:pt x="106" y="39"/>
                  </a:lnTo>
                  <a:lnTo>
                    <a:pt x="106" y="41"/>
                  </a:lnTo>
                  <a:lnTo>
                    <a:pt x="107" y="43"/>
                  </a:lnTo>
                  <a:lnTo>
                    <a:pt x="108" y="46"/>
                  </a:lnTo>
                  <a:lnTo>
                    <a:pt x="108" y="47"/>
                  </a:lnTo>
                  <a:lnTo>
                    <a:pt x="108" y="51"/>
                  </a:lnTo>
                  <a:lnTo>
                    <a:pt x="108" y="142"/>
                  </a:lnTo>
                  <a:lnTo>
                    <a:pt x="0" y="142"/>
                  </a:lnTo>
                  <a:lnTo>
                    <a:pt x="0" y="51"/>
                  </a:lnTo>
                </a:path>
              </a:pathLst>
            </a:custGeom>
            <a:noFill/>
            <a:ln w="12700">
              <a:solidFill>
                <a:srgbClr val="000000"/>
              </a:solidFill>
              <a:prstDash val="solid"/>
              <a:round/>
              <a:headEnd/>
              <a:tailEnd/>
            </a:ln>
          </p:spPr>
          <p:txBody>
            <a:bodyPr/>
            <a:lstStyle/>
            <a:p>
              <a:endParaRPr lang="nl-BE"/>
            </a:p>
          </p:txBody>
        </p:sp>
        <p:sp>
          <p:nvSpPr>
            <p:cNvPr id="43013" name="Oval 30"/>
            <p:cNvSpPr>
              <a:spLocks noChangeArrowheads="1"/>
            </p:cNvSpPr>
            <p:nvPr/>
          </p:nvSpPr>
          <p:spPr bwMode="auto">
            <a:xfrm>
              <a:off x="6965950" y="3976688"/>
              <a:ext cx="238125" cy="258762"/>
            </a:xfrm>
            <a:prstGeom prst="ellipse">
              <a:avLst/>
            </a:prstGeom>
            <a:solidFill>
              <a:srgbClr val="006000"/>
            </a:solidFill>
            <a:ln w="9525">
              <a:noFill/>
              <a:round/>
              <a:headEnd/>
              <a:tailEnd/>
            </a:ln>
          </p:spPr>
          <p:txBody>
            <a:bodyPr/>
            <a:lstStyle/>
            <a:p>
              <a:pPr algn="ctr" eaLnBrk="0" hangingPunct="0"/>
              <a:endParaRPr lang="nl-BE"/>
            </a:p>
          </p:txBody>
        </p:sp>
        <p:sp>
          <p:nvSpPr>
            <p:cNvPr id="43014" name="Oval 31"/>
            <p:cNvSpPr>
              <a:spLocks noChangeArrowheads="1"/>
            </p:cNvSpPr>
            <p:nvPr/>
          </p:nvSpPr>
          <p:spPr bwMode="auto">
            <a:xfrm>
              <a:off x="7132638" y="3940175"/>
              <a:ext cx="198437" cy="258763"/>
            </a:xfrm>
            <a:prstGeom prst="ellipse">
              <a:avLst/>
            </a:prstGeom>
            <a:solidFill>
              <a:srgbClr val="006000"/>
            </a:solidFill>
            <a:ln w="9525">
              <a:noFill/>
              <a:round/>
              <a:headEnd/>
              <a:tailEnd/>
            </a:ln>
          </p:spPr>
          <p:txBody>
            <a:bodyPr/>
            <a:lstStyle/>
            <a:p>
              <a:pPr algn="ctr" eaLnBrk="0" hangingPunct="0"/>
              <a:endParaRPr lang="nl-BE"/>
            </a:p>
          </p:txBody>
        </p:sp>
        <p:sp>
          <p:nvSpPr>
            <p:cNvPr id="43015" name="Oval 32"/>
            <p:cNvSpPr>
              <a:spLocks noChangeArrowheads="1"/>
            </p:cNvSpPr>
            <p:nvPr/>
          </p:nvSpPr>
          <p:spPr bwMode="auto">
            <a:xfrm>
              <a:off x="7038975" y="4125913"/>
              <a:ext cx="125413" cy="103187"/>
            </a:xfrm>
            <a:prstGeom prst="ellipse">
              <a:avLst/>
            </a:prstGeom>
            <a:solidFill>
              <a:srgbClr val="004000"/>
            </a:solidFill>
            <a:ln w="9525">
              <a:noFill/>
              <a:round/>
              <a:headEnd/>
              <a:tailEnd/>
            </a:ln>
          </p:spPr>
          <p:txBody>
            <a:bodyPr/>
            <a:lstStyle/>
            <a:p>
              <a:pPr algn="ctr" eaLnBrk="0" hangingPunct="0"/>
              <a:endParaRPr lang="nl-BE"/>
            </a:p>
          </p:txBody>
        </p:sp>
        <p:sp>
          <p:nvSpPr>
            <p:cNvPr id="43016" name="Oval 33"/>
            <p:cNvSpPr>
              <a:spLocks noChangeArrowheads="1"/>
            </p:cNvSpPr>
            <p:nvPr/>
          </p:nvSpPr>
          <p:spPr bwMode="auto">
            <a:xfrm>
              <a:off x="7180263" y="4064000"/>
              <a:ext cx="131762" cy="136525"/>
            </a:xfrm>
            <a:prstGeom prst="ellipse">
              <a:avLst/>
            </a:prstGeom>
            <a:solidFill>
              <a:srgbClr val="004000"/>
            </a:solidFill>
            <a:ln w="9525">
              <a:noFill/>
              <a:round/>
              <a:headEnd/>
              <a:tailEnd/>
            </a:ln>
          </p:spPr>
          <p:txBody>
            <a:bodyPr/>
            <a:lstStyle/>
            <a:p>
              <a:pPr algn="ctr" eaLnBrk="0" hangingPunct="0"/>
              <a:endParaRPr lang="nl-BE"/>
            </a:p>
          </p:txBody>
        </p:sp>
        <p:sp>
          <p:nvSpPr>
            <p:cNvPr id="43017" name="Oval 34"/>
            <p:cNvSpPr>
              <a:spLocks noChangeArrowheads="1"/>
            </p:cNvSpPr>
            <p:nvPr/>
          </p:nvSpPr>
          <p:spPr bwMode="auto">
            <a:xfrm>
              <a:off x="7032625" y="3914775"/>
              <a:ext cx="204788" cy="203200"/>
            </a:xfrm>
            <a:prstGeom prst="ellipse">
              <a:avLst/>
            </a:prstGeom>
            <a:solidFill>
              <a:srgbClr val="008000"/>
            </a:solidFill>
            <a:ln w="9525">
              <a:noFill/>
              <a:round/>
              <a:headEnd/>
              <a:tailEnd/>
            </a:ln>
          </p:spPr>
          <p:txBody>
            <a:bodyPr/>
            <a:lstStyle/>
            <a:p>
              <a:pPr algn="ctr" eaLnBrk="0" hangingPunct="0"/>
              <a:endParaRPr lang="nl-BE"/>
            </a:p>
          </p:txBody>
        </p:sp>
        <p:sp>
          <p:nvSpPr>
            <p:cNvPr id="43018" name="Oval 35"/>
            <p:cNvSpPr>
              <a:spLocks noChangeArrowheads="1"/>
            </p:cNvSpPr>
            <p:nvPr/>
          </p:nvSpPr>
          <p:spPr bwMode="auto">
            <a:xfrm>
              <a:off x="7086600" y="3983038"/>
              <a:ext cx="144463" cy="122237"/>
            </a:xfrm>
            <a:prstGeom prst="ellipse">
              <a:avLst/>
            </a:prstGeom>
            <a:solidFill>
              <a:srgbClr val="006000"/>
            </a:solidFill>
            <a:ln w="9525">
              <a:noFill/>
              <a:round/>
              <a:headEnd/>
              <a:tailEnd/>
            </a:ln>
          </p:spPr>
          <p:txBody>
            <a:bodyPr/>
            <a:lstStyle/>
            <a:p>
              <a:pPr algn="ctr" eaLnBrk="0" hangingPunct="0"/>
              <a:endParaRPr lang="nl-BE"/>
            </a:p>
          </p:txBody>
        </p:sp>
        <p:sp>
          <p:nvSpPr>
            <p:cNvPr id="43019" name="Oval 36"/>
            <p:cNvSpPr>
              <a:spLocks noChangeArrowheads="1"/>
            </p:cNvSpPr>
            <p:nvPr/>
          </p:nvSpPr>
          <p:spPr bwMode="auto">
            <a:xfrm>
              <a:off x="6938963" y="4062413"/>
              <a:ext cx="277812" cy="222250"/>
            </a:xfrm>
            <a:prstGeom prst="ellipse">
              <a:avLst/>
            </a:prstGeom>
            <a:solidFill>
              <a:srgbClr val="006000"/>
            </a:solidFill>
            <a:ln w="9525">
              <a:noFill/>
              <a:round/>
              <a:headEnd/>
              <a:tailEnd/>
            </a:ln>
          </p:spPr>
          <p:txBody>
            <a:bodyPr/>
            <a:lstStyle/>
            <a:p>
              <a:pPr algn="ctr" eaLnBrk="0" hangingPunct="0"/>
              <a:endParaRPr lang="nl-BE"/>
            </a:p>
          </p:txBody>
        </p:sp>
        <p:sp>
          <p:nvSpPr>
            <p:cNvPr id="43020" name="Oval 37"/>
            <p:cNvSpPr>
              <a:spLocks noChangeArrowheads="1"/>
            </p:cNvSpPr>
            <p:nvPr/>
          </p:nvSpPr>
          <p:spPr bwMode="auto">
            <a:xfrm>
              <a:off x="6977063" y="4219575"/>
              <a:ext cx="279400" cy="184150"/>
            </a:xfrm>
            <a:prstGeom prst="ellipse">
              <a:avLst/>
            </a:prstGeom>
            <a:solidFill>
              <a:srgbClr val="006000"/>
            </a:solidFill>
            <a:ln w="9525">
              <a:noFill/>
              <a:round/>
              <a:headEnd/>
              <a:tailEnd/>
            </a:ln>
          </p:spPr>
          <p:txBody>
            <a:bodyPr/>
            <a:lstStyle/>
            <a:p>
              <a:pPr algn="ctr" eaLnBrk="0" hangingPunct="0"/>
              <a:endParaRPr lang="nl-BE"/>
            </a:p>
          </p:txBody>
        </p:sp>
        <p:sp>
          <p:nvSpPr>
            <p:cNvPr id="43021" name="Oval 38"/>
            <p:cNvSpPr>
              <a:spLocks noChangeArrowheads="1"/>
            </p:cNvSpPr>
            <p:nvPr/>
          </p:nvSpPr>
          <p:spPr bwMode="auto">
            <a:xfrm>
              <a:off x="6943725" y="4130675"/>
              <a:ext cx="112713" cy="117475"/>
            </a:xfrm>
            <a:prstGeom prst="ellipse">
              <a:avLst/>
            </a:prstGeom>
            <a:solidFill>
              <a:srgbClr val="004000"/>
            </a:solidFill>
            <a:ln w="9525">
              <a:noFill/>
              <a:round/>
              <a:headEnd/>
              <a:tailEnd/>
            </a:ln>
          </p:spPr>
          <p:txBody>
            <a:bodyPr/>
            <a:lstStyle/>
            <a:p>
              <a:pPr algn="ctr" eaLnBrk="0" hangingPunct="0"/>
              <a:endParaRPr lang="nl-BE"/>
            </a:p>
          </p:txBody>
        </p:sp>
        <p:sp>
          <p:nvSpPr>
            <p:cNvPr id="43022" name="Oval 39"/>
            <p:cNvSpPr>
              <a:spLocks noChangeArrowheads="1"/>
            </p:cNvSpPr>
            <p:nvPr/>
          </p:nvSpPr>
          <p:spPr bwMode="auto">
            <a:xfrm>
              <a:off x="6956425" y="4251325"/>
              <a:ext cx="284163" cy="127000"/>
            </a:xfrm>
            <a:prstGeom prst="ellipse">
              <a:avLst/>
            </a:prstGeom>
            <a:solidFill>
              <a:srgbClr val="004000"/>
            </a:solidFill>
            <a:ln w="9525">
              <a:noFill/>
              <a:round/>
              <a:headEnd/>
              <a:tailEnd/>
            </a:ln>
          </p:spPr>
          <p:txBody>
            <a:bodyPr/>
            <a:lstStyle/>
            <a:p>
              <a:pPr algn="ctr" eaLnBrk="0" hangingPunct="0"/>
              <a:endParaRPr lang="nl-BE"/>
            </a:p>
          </p:txBody>
        </p:sp>
        <p:sp>
          <p:nvSpPr>
            <p:cNvPr id="43023" name="Oval 40"/>
            <p:cNvSpPr>
              <a:spLocks noChangeArrowheads="1"/>
            </p:cNvSpPr>
            <p:nvPr/>
          </p:nvSpPr>
          <p:spPr bwMode="auto">
            <a:xfrm>
              <a:off x="7064375" y="4125913"/>
              <a:ext cx="219075" cy="190500"/>
            </a:xfrm>
            <a:prstGeom prst="ellipse">
              <a:avLst/>
            </a:prstGeom>
            <a:solidFill>
              <a:srgbClr val="008000"/>
            </a:solidFill>
            <a:ln w="9525">
              <a:noFill/>
              <a:round/>
              <a:headEnd/>
              <a:tailEnd/>
            </a:ln>
          </p:spPr>
          <p:txBody>
            <a:bodyPr/>
            <a:lstStyle/>
            <a:p>
              <a:pPr algn="ctr" eaLnBrk="0" hangingPunct="0"/>
              <a:endParaRPr lang="nl-BE"/>
            </a:p>
          </p:txBody>
        </p:sp>
        <p:sp>
          <p:nvSpPr>
            <p:cNvPr id="43024" name="Oval 41"/>
            <p:cNvSpPr>
              <a:spLocks noChangeArrowheads="1"/>
            </p:cNvSpPr>
            <p:nvPr/>
          </p:nvSpPr>
          <p:spPr bwMode="auto">
            <a:xfrm>
              <a:off x="7078663" y="4175125"/>
              <a:ext cx="130175" cy="134938"/>
            </a:xfrm>
            <a:prstGeom prst="ellipse">
              <a:avLst/>
            </a:prstGeom>
            <a:solidFill>
              <a:srgbClr val="006000"/>
            </a:solidFill>
            <a:ln w="9525">
              <a:noFill/>
              <a:round/>
              <a:headEnd/>
              <a:tailEnd/>
            </a:ln>
          </p:spPr>
          <p:txBody>
            <a:bodyPr/>
            <a:lstStyle/>
            <a:p>
              <a:pPr algn="ctr" eaLnBrk="0" hangingPunct="0"/>
              <a:endParaRPr lang="nl-BE"/>
            </a:p>
          </p:txBody>
        </p:sp>
        <p:sp>
          <p:nvSpPr>
            <p:cNvPr id="43025" name="Oval 42"/>
            <p:cNvSpPr>
              <a:spLocks noChangeArrowheads="1"/>
            </p:cNvSpPr>
            <p:nvPr/>
          </p:nvSpPr>
          <p:spPr bwMode="auto">
            <a:xfrm>
              <a:off x="6994525" y="3576638"/>
              <a:ext cx="239713" cy="260350"/>
            </a:xfrm>
            <a:prstGeom prst="ellipse">
              <a:avLst/>
            </a:prstGeom>
            <a:solidFill>
              <a:srgbClr val="006000"/>
            </a:solidFill>
            <a:ln w="9525">
              <a:noFill/>
              <a:round/>
              <a:headEnd/>
              <a:tailEnd/>
            </a:ln>
          </p:spPr>
          <p:txBody>
            <a:bodyPr/>
            <a:lstStyle/>
            <a:p>
              <a:pPr algn="ctr" eaLnBrk="0" hangingPunct="0"/>
              <a:endParaRPr lang="nl-BE"/>
            </a:p>
          </p:txBody>
        </p:sp>
        <p:sp>
          <p:nvSpPr>
            <p:cNvPr id="43026" name="Oval 43"/>
            <p:cNvSpPr>
              <a:spLocks noChangeArrowheads="1"/>
            </p:cNvSpPr>
            <p:nvPr/>
          </p:nvSpPr>
          <p:spPr bwMode="auto">
            <a:xfrm>
              <a:off x="7162800" y="3540125"/>
              <a:ext cx="196850" cy="258763"/>
            </a:xfrm>
            <a:prstGeom prst="ellipse">
              <a:avLst/>
            </a:prstGeom>
            <a:solidFill>
              <a:srgbClr val="006000"/>
            </a:solidFill>
            <a:ln w="9525">
              <a:noFill/>
              <a:round/>
              <a:headEnd/>
              <a:tailEnd/>
            </a:ln>
          </p:spPr>
          <p:txBody>
            <a:bodyPr/>
            <a:lstStyle/>
            <a:p>
              <a:pPr algn="ctr" eaLnBrk="0" hangingPunct="0"/>
              <a:endParaRPr lang="nl-BE"/>
            </a:p>
          </p:txBody>
        </p:sp>
        <p:sp>
          <p:nvSpPr>
            <p:cNvPr id="43027" name="Oval 44"/>
            <p:cNvSpPr>
              <a:spLocks noChangeArrowheads="1"/>
            </p:cNvSpPr>
            <p:nvPr/>
          </p:nvSpPr>
          <p:spPr bwMode="auto">
            <a:xfrm>
              <a:off x="7069138" y="3727450"/>
              <a:ext cx="125412" cy="101600"/>
            </a:xfrm>
            <a:prstGeom prst="ellipse">
              <a:avLst/>
            </a:prstGeom>
            <a:solidFill>
              <a:srgbClr val="004000"/>
            </a:solidFill>
            <a:ln w="9525">
              <a:noFill/>
              <a:round/>
              <a:headEnd/>
              <a:tailEnd/>
            </a:ln>
          </p:spPr>
          <p:txBody>
            <a:bodyPr/>
            <a:lstStyle/>
            <a:p>
              <a:pPr algn="ctr" eaLnBrk="0" hangingPunct="0"/>
              <a:endParaRPr lang="nl-BE"/>
            </a:p>
          </p:txBody>
        </p:sp>
        <p:sp>
          <p:nvSpPr>
            <p:cNvPr id="43028" name="Oval 45"/>
            <p:cNvSpPr>
              <a:spLocks noChangeArrowheads="1"/>
            </p:cNvSpPr>
            <p:nvPr/>
          </p:nvSpPr>
          <p:spPr bwMode="auto">
            <a:xfrm>
              <a:off x="7208838" y="3663950"/>
              <a:ext cx="160337" cy="168275"/>
            </a:xfrm>
            <a:prstGeom prst="ellipse">
              <a:avLst/>
            </a:prstGeom>
            <a:solidFill>
              <a:srgbClr val="004000"/>
            </a:solidFill>
            <a:ln w="9525">
              <a:noFill/>
              <a:round/>
              <a:headEnd/>
              <a:tailEnd/>
            </a:ln>
          </p:spPr>
          <p:txBody>
            <a:bodyPr/>
            <a:lstStyle/>
            <a:p>
              <a:pPr algn="ctr" eaLnBrk="0" hangingPunct="0"/>
              <a:endParaRPr lang="nl-BE"/>
            </a:p>
          </p:txBody>
        </p:sp>
        <p:sp>
          <p:nvSpPr>
            <p:cNvPr id="43029" name="Oval 46"/>
            <p:cNvSpPr>
              <a:spLocks noChangeArrowheads="1"/>
            </p:cNvSpPr>
            <p:nvPr/>
          </p:nvSpPr>
          <p:spPr bwMode="auto">
            <a:xfrm>
              <a:off x="7061200" y="3514725"/>
              <a:ext cx="206375" cy="203200"/>
            </a:xfrm>
            <a:prstGeom prst="ellipse">
              <a:avLst/>
            </a:prstGeom>
            <a:solidFill>
              <a:srgbClr val="008000"/>
            </a:solidFill>
            <a:ln w="9525">
              <a:noFill/>
              <a:round/>
              <a:headEnd/>
              <a:tailEnd/>
            </a:ln>
          </p:spPr>
          <p:txBody>
            <a:bodyPr/>
            <a:lstStyle/>
            <a:p>
              <a:pPr algn="ctr" eaLnBrk="0" hangingPunct="0"/>
              <a:endParaRPr lang="nl-BE"/>
            </a:p>
          </p:txBody>
        </p:sp>
        <p:sp>
          <p:nvSpPr>
            <p:cNvPr id="43030" name="Oval 47"/>
            <p:cNvSpPr>
              <a:spLocks noChangeArrowheads="1"/>
            </p:cNvSpPr>
            <p:nvPr/>
          </p:nvSpPr>
          <p:spPr bwMode="auto">
            <a:xfrm>
              <a:off x="7113588" y="3582988"/>
              <a:ext cx="147637" cy="123825"/>
            </a:xfrm>
            <a:prstGeom prst="ellipse">
              <a:avLst/>
            </a:prstGeom>
            <a:solidFill>
              <a:srgbClr val="006000"/>
            </a:solidFill>
            <a:ln w="9525">
              <a:noFill/>
              <a:round/>
              <a:headEnd/>
              <a:tailEnd/>
            </a:ln>
          </p:spPr>
          <p:txBody>
            <a:bodyPr/>
            <a:lstStyle/>
            <a:p>
              <a:pPr algn="ctr" eaLnBrk="0" hangingPunct="0"/>
              <a:endParaRPr lang="nl-BE"/>
            </a:p>
          </p:txBody>
        </p:sp>
        <p:sp>
          <p:nvSpPr>
            <p:cNvPr id="43031" name="Oval 48"/>
            <p:cNvSpPr>
              <a:spLocks noChangeArrowheads="1"/>
            </p:cNvSpPr>
            <p:nvPr/>
          </p:nvSpPr>
          <p:spPr bwMode="auto">
            <a:xfrm>
              <a:off x="6965950" y="3670300"/>
              <a:ext cx="279400" cy="222250"/>
            </a:xfrm>
            <a:prstGeom prst="ellipse">
              <a:avLst/>
            </a:prstGeom>
            <a:solidFill>
              <a:srgbClr val="006000"/>
            </a:solidFill>
            <a:ln w="9525">
              <a:noFill/>
              <a:round/>
              <a:headEnd/>
              <a:tailEnd/>
            </a:ln>
          </p:spPr>
          <p:txBody>
            <a:bodyPr/>
            <a:lstStyle/>
            <a:p>
              <a:pPr algn="ctr" eaLnBrk="0" hangingPunct="0"/>
              <a:endParaRPr lang="nl-BE"/>
            </a:p>
          </p:txBody>
        </p:sp>
        <p:sp>
          <p:nvSpPr>
            <p:cNvPr id="43032" name="Oval 49"/>
            <p:cNvSpPr>
              <a:spLocks noChangeArrowheads="1"/>
            </p:cNvSpPr>
            <p:nvPr/>
          </p:nvSpPr>
          <p:spPr bwMode="auto">
            <a:xfrm>
              <a:off x="7007225" y="3817938"/>
              <a:ext cx="279400" cy="185737"/>
            </a:xfrm>
            <a:prstGeom prst="ellipse">
              <a:avLst/>
            </a:prstGeom>
            <a:solidFill>
              <a:srgbClr val="006000"/>
            </a:solidFill>
            <a:ln w="9525">
              <a:noFill/>
              <a:round/>
              <a:headEnd/>
              <a:tailEnd/>
            </a:ln>
          </p:spPr>
          <p:txBody>
            <a:bodyPr/>
            <a:lstStyle/>
            <a:p>
              <a:pPr algn="ctr" eaLnBrk="0" hangingPunct="0"/>
              <a:endParaRPr lang="nl-BE"/>
            </a:p>
          </p:txBody>
        </p:sp>
        <p:sp>
          <p:nvSpPr>
            <p:cNvPr id="43033" name="Oval 50"/>
            <p:cNvSpPr>
              <a:spLocks noChangeArrowheads="1"/>
            </p:cNvSpPr>
            <p:nvPr/>
          </p:nvSpPr>
          <p:spPr bwMode="auto">
            <a:xfrm>
              <a:off x="6973888" y="3732213"/>
              <a:ext cx="217487" cy="115887"/>
            </a:xfrm>
            <a:prstGeom prst="ellipse">
              <a:avLst/>
            </a:prstGeom>
            <a:solidFill>
              <a:srgbClr val="004000"/>
            </a:solidFill>
            <a:ln w="9525">
              <a:noFill/>
              <a:round/>
              <a:headEnd/>
              <a:tailEnd/>
            </a:ln>
          </p:spPr>
          <p:txBody>
            <a:bodyPr/>
            <a:lstStyle/>
            <a:p>
              <a:pPr algn="ctr" eaLnBrk="0" hangingPunct="0"/>
              <a:endParaRPr lang="nl-BE"/>
            </a:p>
          </p:txBody>
        </p:sp>
        <p:sp>
          <p:nvSpPr>
            <p:cNvPr id="43034" name="Oval 51"/>
            <p:cNvSpPr>
              <a:spLocks noChangeArrowheads="1"/>
            </p:cNvSpPr>
            <p:nvPr/>
          </p:nvSpPr>
          <p:spPr bwMode="auto">
            <a:xfrm>
              <a:off x="7007225" y="3821113"/>
              <a:ext cx="146050" cy="161925"/>
            </a:xfrm>
            <a:prstGeom prst="ellipse">
              <a:avLst/>
            </a:prstGeom>
            <a:solidFill>
              <a:srgbClr val="004000"/>
            </a:solidFill>
            <a:ln w="9525">
              <a:noFill/>
              <a:round/>
              <a:headEnd/>
              <a:tailEnd/>
            </a:ln>
          </p:spPr>
          <p:txBody>
            <a:bodyPr/>
            <a:lstStyle/>
            <a:p>
              <a:pPr algn="ctr" eaLnBrk="0" hangingPunct="0"/>
              <a:endParaRPr lang="nl-BE"/>
            </a:p>
          </p:txBody>
        </p:sp>
        <p:sp>
          <p:nvSpPr>
            <p:cNvPr id="43035" name="Oval 52"/>
            <p:cNvSpPr>
              <a:spLocks noChangeArrowheads="1"/>
            </p:cNvSpPr>
            <p:nvPr/>
          </p:nvSpPr>
          <p:spPr bwMode="auto">
            <a:xfrm>
              <a:off x="7094538" y="3725863"/>
              <a:ext cx="219075" cy="190500"/>
            </a:xfrm>
            <a:prstGeom prst="ellipse">
              <a:avLst/>
            </a:prstGeom>
            <a:solidFill>
              <a:srgbClr val="008000"/>
            </a:solidFill>
            <a:ln w="9525">
              <a:noFill/>
              <a:round/>
              <a:headEnd/>
              <a:tailEnd/>
            </a:ln>
          </p:spPr>
          <p:txBody>
            <a:bodyPr/>
            <a:lstStyle/>
            <a:p>
              <a:pPr algn="ctr" eaLnBrk="0" hangingPunct="0"/>
              <a:endParaRPr lang="nl-BE"/>
            </a:p>
          </p:txBody>
        </p:sp>
        <p:sp>
          <p:nvSpPr>
            <p:cNvPr id="43036" name="Oval 53"/>
            <p:cNvSpPr>
              <a:spLocks noChangeArrowheads="1"/>
            </p:cNvSpPr>
            <p:nvPr/>
          </p:nvSpPr>
          <p:spPr bwMode="auto">
            <a:xfrm>
              <a:off x="7105650" y="3775075"/>
              <a:ext cx="134938" cy="134938"/>
            </a:xfrm>
            <a:prstGeom prst="ellipse">
              <a:avLst/>
            </a:prstGeom>
            <a:solidFill>
              <a:srgbClr val="006000"/>
            </a:solidFill>
            <a:ln w="9525">
              <a:noFill/>
              <a:round/>
              <a:headEnd/>
              <a:tailEnd/>
            </a:ln>
          </p:spPr>
          <p:txBody>
            <a:bodyPr/>
            <a:lstStyle/>
            <a:p>
              <a:pPr algn="ctr" eaLnBrk="0" hangingPunct="0"/>
              <a:endParaRPr lang="nl-BE"/>
            </a:p>
          </p:txBody>
        </p:sp>
        <p:sp>
          <p:nvSpPr>
            <p:cNvPr id="43037" name="Oval 54"/>
            <p:cNvSpPr>
              <a:spLocks noChangeArrowheads="1"/>
            </p:cNvSpPr>
            <p:nvPr/>
          </p:nvSpPr>
          <p:spPr bwMode="auto">
            <a:xfrm>
              <a:off x="7218363" y="4154488"/>
              <a:ext cx="238125" cy="260350"/>
            </a:xfrm>
            <a:prstGeom prst="ellipse">
              <a:avLst/>
            </a:prstGeom>
            <a:solidFill>
              <a:srgbClr val="006000"/>
            </a:solidFill>
            <a:ln w="9525">
              <a:noFill/>
              <a:round/>
              <a:headEnd/>
              <a:tailEnd/>
            </a:ln>
          </p:spPr>
          <p:txBody>
            <a:bodyPr/>
            <a:lstStyle/>
            <a:p>
              <a:pPr algn="ctr" eaLnBrk="0" hangingPunct="0"/>
              <a:endParaRPr lang="nl-BE"/>
            </a:p>
          </p:txBody>
        </p:sp>
        <p:sp>
          <p:nvSpPr>
            <p:cNvPr id="43038" name="Oval 55"/>
            <p:cNvSpPr>
              <a:spLocks noChangeArrowheads="1"/>
            </p:cNvSpPr>
            <p:nvPr/>
          </p:nvSpPr>
          <p:spPr bwMode="auto">
            <a:xfrm>
              <a:off x="7385050" y="4117975"/>
              <a:ext cx="198438" cy="260350"/>
            </a:xfrm>
            <a:prstGeom prst="ellipse">
              <a:avLst/>
            </a:prstGeom>
            <a:solidFill>
              <a:srgbClr val="006000"/>
            </a:solidFill>
            <a:ln w="9525">
              <a:noFill/>
              <a:round/>
              <a:headEnd/>
              <a:tailEnd/>
            </a:ln>
          </p:spPr>
          <p:txBody>
            <a:bodyPr/>
            <a:lstStyle/>
            <a:p>
              <a:pPr algn="ctr" eaLnBrk="0" hangingPunct="0"/>
              <a:endParaRPr lang="nl-BE"/>
            </a:p>
          </p:txBody>
        </p:sp>
        <p:sp>
          <p:nvSpPr>
            <p:cNvPr id="43039" name="Oval 56"/>
            <p:cNvSpPr>
              <a:spLocks noChangeArrowheads="1"/>
            </p:cNvSpPr>
            <p:nvPr/>
          </p:nvSpPr>
          <p:spPr bwMode="auto">
            <a:xfrm>
              <a:off x="7175500" y="4278313"/>
              <a:ext cx="225425" cy="123825"/>
            </a:xfrm>
            <a:prstGeom prst="ellipse">
              <a:avLst/>
            </a:prstGeom>
            <a:solidFill>
              <a:srgbClr val="004000"/>
            </a:solidFill>
            <a:ln w="9525">
              <a:noFill/>
              <a:round/>
              <a:headEnd/>
              <a:tailEnd/>
            </a:ln>
          </p:spPr>
          <p:txBody>
            <a:bodyPr/>
            <a:lstStyle/>
            <a:p>
              <a:pPr algn="ctr" eaLnBrk="0" hangingPunct="0"/>
              <a:endParaRPr lang="nl-BE"/>
            </a:p>
          </p:txBody>
        </p:sp>
        <p:sp>
          <p:nvSpPr>
            <p:cNvPr id="43040" name="Oval 57"/>
            <p:cNvSpPr>
              <a:spLocks noChangeArrowheads="1"/>
            </p:cNvSpPr>
            <p:nvPr/>
          </p:nvSpPr>
          <p:spPr bwMode="auto">
            <a:xfrm>
              <a:off x="7431088" y="4241800"/>
              <a:ext cx="133350" cy="136525"/>
            </a:xfrm>
            <a:prstGeom prst="ellipse">
              <a:avLst/>
            </a:prstGeom>
            <a:solidFill>
              <a:srgbClr val="004000"/>
            </a:solidFill>
            <a:ln w="9525">
              <a:noFill/>
              <a:round/>
              <a:headEnd/>
              <a:tailEnd/>
            </a:ln>
          </p:spPr>
          <p:txBody>
            <a:bodyPr/>
            <a:lstStyle/>
            <a:p>
              <a:pPr algn="ctr" eaLnBrk="0" hangingPunct="0"/>
              <a:endParaRPr lang="nl-BE"/>
            </a:p>
          </p:txBody>
        </p:sp>
        <p:sp>
          <p:nvSpPr>
            <p:cNvPr id="43041" name="Oval 58"/>
            <p:cNvSpPr>
              <a:spLocks noChangeArrowheads="1"/>
            </p:cNvSpPr>
            <p:nvPr/>
          </p:nvSpPr>
          <p:spPr bwMode="auto">
            <a:xfrm>
              <a:off x="7285038" y="4092575"/>
              <a:ext cx="204787" cy="203200"/>
            </a:xfrm>
            <a:prstGeom prst="ellipse">
              <a:avLst/>
            </a:prstGeom>
            <a:solidFill>
              <a:srgbClr val="008000"/>
            </a:solidFill>
            <a:ln w="9525">
              <a:noFill/>
              <a:round/>
              <a:headEnd/>
              <a:tailEnd/>
            </a:ln>
          </p:spPr>
          <p:txBody>
            <a:bodyPr/>
            <a:lstStyle/>
            <a:p>
              <a:pPr algn="ctr" eaLnBrk="0" hangingPunct="0"/>
              <a:endParaRPr lang="nl-BE"/>
            </a:p>
          </p:txBody>
        </p:sp>
        <p:sp>
          <p:nvSpPr>
            <p:cNvPr id="43042" name="Oval 59"/>
            <p:cNvSpPr>
              <a:spLocks noChangeArrowheads="1"/>
            </p:cNvSpPr>
            <p:nvPr/>
          </p:nvSpPr>
          <p:spPr bwMode="auto">
            <a:xfrm>
              <a:off x="7337425" y="4160838"/>
              <a:ext cx="144463" cy="123825"/>
            </a:xfrm>
            <a:prstGeom prst="ellipse">
              <a:avLst/>
            </a:prstGeom>
            <a:solidFill>
              <a:srgbClr val="006000"/>
            </a:solidFill>
            <a:ln w="9525">
              <a:noFill/>
              <a:round/>
              <a:headEnd/>
              <a:tailEnd/>
            </a:ln>
          </p:spPr>
          <p:txBody>
            <a:bodyPr/>
            <a:lstStyle/>
            <a:p>
              <a:pPr algn="ctr" eaLnBrk="0" hangingPunct="0"/>
              <a:endParaRPr lang="nl-BE"/>
            </a:p>
          </p:txBody>
        </p:sp>
        <p:sp>
          <p:nvSpPr>
            <p:cNvPr id="43043" name="Oval 60"/>
            <p:cNvSpPr>
              <a:spLocks noChangeArrowheads="1"/>
            </p:cNvSpPr>
            <p:nvPr/>
          </p:nvSpPr>
          <p:spPr bwMode="auto">
            <a:xfrm>
              <a:off x="7189788" y="3917950"/>
              <a:ext cx="238125" cy="258763"/>
            </a:xfrm>
            <a:prstGeom prst="ellipse">
              <a:avLst/>
            </a:prstGeom>
            <a:solidFill>
              <a:srgbClr val="006000"/>
            </a:solidFill>
            <a:ln w="9525">
              <a:noFill/>
              <a:round/>
              <a:headEnd/>
              <a:tailEnd/>
            </a:ln>
          </p:spPr>
          <p:txBody>
            <a:bodyPr/>
            <a:lstStyle/>
            <a:p>
              <a:pPr algn="ctr" eaLnBrk="0" hangingPunct="0"/>
              <a:endParaRPr lang="nl-BE"/>
            </a:p>
          </p:txBody>
        </p:sp>
        <p:sp>
          <p:nvSpPr>
            <p:cNvPr id="43044" name="Oval 61"/>
            <p:cNvSpPr>
              <a:spLocks noChangeArrowheads="1"/>
            </p:cNvSpPr>
            <p:nvPr/>
          </p:nvSpPr>
          <p:spPr bwMode="auto">
            <a:xfrm>
              <a:off x="7356475" y="3956050"/>
              <a:ext cx="196850" cy="258763"/>
            </a:xfrm>
            <a:prstGeom prst="ellipse">
              <a:avLst/>
            </a:prstGeom>
            <a:solidFill>
              <a:srgbClr val="006000"/>
            </a:solidFill>
            <a:ln w="9525">
              <a:noFill/>
              <a:round/>
              <a:headEnd/>
              <a:tailEnd/>
            </a:ln>
          </p:spPr>
          <p:txBody>
            <a:bodyPr/>
            <a:lstStyle/>
            <a:p>
              <a:pPr algn="ctr" eaLnBrk="0" hangingPunct="0"/>
              <a:endParaRPr lang="nl-BE"/>
            </a:p>
          </p:txBody>
        </p:sp>
        <p:sp>
          <p:nvSpPr>
            <p:cNvPr id="43045" name="Oval 62"/>
            <p:cNvSpPr>
              <a:spLocks noChangeArrowheads="1"/>
            </p:cNvSpPr>
            <p:nvPr/>
          </p:nvSpPr>
          <p:spPr bwMode="auto">
            <a:xfrm>
              <a:off x="7402513" y="3954463"/>
              <a:ext cx="131762" cy="136525"/>
            </a:xfrm>
            <a:prstGeom prst="ellipse">
              <a:avLst/>
            </a:prstGeom>
            <a:solidFill>
              <a:srgbClr val="004000"/>
            </a:solidFill>
            <a:ln w="9525">
              <a:noFill/>
              <a:round/>
              <a:headEnd/>
              <a:tailEnd/>
            </a:ln>
          </p:spPr>
          <p:txBody>
            <a:bodyPr/>
            <a:lstStyle/>
            <a:p>
              <a:pPr algn="ctr" eaLnBrk="0" hangingPunct="0"/>
              <a:endParaRPr lang="nl-BE"/>
            </a:p>
          </p:txBody>
        </p:sp>
        <p:sp>
          <p:nvSpPr>
            <p:cNvPr id="43046" name="Oval 63"/>
            <p:cNvSpPr>
              <a:spLocks noChangeArrowheads="1"/>
            </p:cNvSpPr>
            <p:nvPr/>
          </p:nvSpPr>
          <p:spPr bwMode="auto">
            <a:xfrm>
              <a:off x="7254875" y="4035425"/>
              <a:ext cx="206375" cy="203200"/>
            </a:xfrm>
            <a:prstGeom prst="ellipse">
              <a:avLst/>
            </a:prstGeom>
            <a:solidFill>
              <a:srgbClr val="008000"/>
            </a:solidFill>
            <a:ln w="9525">
              <a:noFill/>
              <a:round/>
              <a:headEnd/>
              <a:tailEnd/>
            </a:ln>
          </p:spPr>
          <p:txBody>
            <a:bodyPr/>
            <a:lstStyle/>
            <a:p>
              <a:pPr algn="ctr" eaLnBrk="0" hangingPunct="0"/>
              <a:endParaRPr lang="nl-BE"/>
            </a:p>
          </p:txBody>
        </p:sp>
        <p:sp>
          <p:nvSpPr>
            <p:cNvPr id="43047" name="Oval 64"/>
            <p:cNvSpPr>
              <a:spLocks noChangeArrowheads="1"/>
            </p:cNvSpPr>
            <p:nvPr/>
          </p:nvSpPr>
          <p:spPr bwMode="auto">
            <a:xfrm>
              <a:off x="7308850" y="4048125"/>
              <a:ext cx="144463" cy="123825"/>
            </a:xfrm>
            <a:prstGeom prst="ellipse">
              <a:avLst/>
            </a:prstGeom>
            <a:solidFill>
              <a:srgbClr val="006000"/>
            </a:solidFill>
            <a:ln w="9525">
              <a:noFill/>
              <a:round/>
              <a:headEnd/>
              <a:tailEnd/>
            </a:ln>
          </p:spPr>
          <p:txBody>
            <a:bodyPr/>
            <a:lstStyle/>
            <a:p>
              <a:pPr algn="ctr" eaLnBrk="0" hangingPunct="0"/>
              <a:endParaRPr lang="nl-BE"/>
            </a:p>
          </p:txBody>
        </p:sp>
        <p:sp>
          <p:nvSpPr>
            <p:cNvPr id="43048" name="Oval 65"/>
            <p:cNvSpPr>
              <a:spLocks noChangeArrowheads="1"/>
            </p:cNvSpPr>
            <p:nvPr/>
          </p:nvSpPr>
          <p:spPr bwMode="auto">
            <a:xfrm>
              <a:off x="7586663" y="4311650"/>
              <a:ext cx="261937" cy="238125"/>
            </a:xfrm>
            <a:prstGeom prst="ellipse">
              <a:avLst/>
            </a:prstGeom>
            <a:solidFill>
              <a:srgbClr val="006000"/>
            </a:solidFill>
            <a:ln w="9525">
              <a:noFill/>
              <a:round/>
              <a:headEnd/>
              <a:tailEnd/>
            </a:ln>
          </p:spPr>
          <p:txBody>
            <a:bodyPr/>
            <a:lstStyle/>
            <a:p>
              <a:pPr algn="ctr" eaLnBrk="0" hangingPunct="0"/>
              <a:endParaRPr lang="nl-BE"/>
            </a:p>
          </p:txBody>
        </p:sp>
        <p:sp>
          <p:nvSpPr>
            <p:cNvPr id="43049" name="Oval 66"/>
            <p:cNvSpPr>
              <a:spLocks noChangeArrowheads="1"/>
            </p:cNvSpPr>
            <p:nvPr/>
          </p:nvSpPr>
          <p:spPr bwMode="auto">
            <a:xfrm>
              <a:off x="7550150" y="4186238"/>
              <a:ext cx="260350" cy="195262"/>
            </a:xfrm>
            <a:prstGeom prst="ellipse">
              <a:avLst/>
            </a:prstGeom>
            <a:solidFill>
              <a:srgbClr val="006000"/>
            </a:solidFill>
            <a:ln w="9525">
              <a:noFill/>
              <a:round/>
              <a:headEnd/>
              <a:tailEnd/>
            </a:ln>
          </p:spPr>
          <p:txBody>
            <a:bodyPr/>
            <a:lstStyle/>
            <a:p>
              <a:pPr algn="ctr" eaLnBrk="0" hangingPunct="0"/>
              <a:endParaRPr lang="nl-BE"/>
            </a:p>
          </p:txBody>
        </p:sp>
        <p:sp>
          <p:nvSpPr>
            <p:cNvPr id="43050" name="Oval 67"/>
            <p:cNvSpPr>
              <a:spLocks noChangeArrowheads="1"/>
            </p:cNvSpPr>
            <p:nvPr/>
          </p:nvSpPr>
          <p:spPr bwMode="auto">
            <a:xfrm>
              <a:off x="7673975" y="4205288"/>
              <a:ext cx="138113" cy="131762"/>
            </a:xfrm>
            <a:prstGeom prst="ellipse">
              <a:avLst/>
            </a:prstGeom>
            <a:solidFill>
              <a:srgbClr val="004000"/>
            </a:solidFill>
            <a:ln w="9525">
              <a:noFill/>
              <a:round/>
              <a:headEnd/>
              <a:tailEnd/>
            </a:ln>
          </p:spPr>
          <p:txBody>
            <a:bodyPr/>
            <a:lstStyle/>
            <a:p>
              <a:pPr algn="ctr" eaLnBrk="0" hangingPunct="0"/>
              <a:endParaRPr lang="nl-BE"/>
            </a:p>
          </p:txBody>
        </p:sp>
        <p:sp>
          <p:nvSpPr>
            <p:cNvPr id="43051" name="Oval 68"/>
            <p:cNvSpPr>
              <a:spLocks noChangeArrowheads="1"/>
            </p:cNvSpPr>
            <p:nvPr/>
          </p:nvSpPr>
          <p:spPr bwMode="auto">
            <a:xfrm>
              <a:off x="7524750" y="4278313"/>
              <a:ext cx="204788" cy="204787"/>
            </a:xfrm>
            <a:prstGeom prst="ellipse">
              <a:avLst/>
            </a:prstGeom>
            <a:solidFill>
              <a:srgbClr val="008000"/>
            </a:solidFill>
            <a:ln w="9525">
              <a:noFill/>
              <a:round/>
              <a:headEnd/>
              <a:tailEnd/>
            </a:ln>
          </p:spPr>
          <p:txBody>
            <a:bodyPr/>
            <a:lstStyle/>
            <a:p>
              <a:pPr algn="ctr" eaLnBrk="0" hangingPunct="0"/>
              <a:endParaRPr lang="nl-BE"/>
            </a:p>
          </p:txBody>
        </p:sp>
        <p:sp>
          <p:nvSpPr>
            <p:cNvPr id="43052" name="Oval 69"/>
            <p:cNvSpPr>
              <a:spLocks noChangeArrowheads="1"/>
            </p:cNvSpPr>
            <p:nvPr/>
          </p:nvSpPr>
          <p:spPr bwMode="auto">
            <a:xfrm>
              <a:off x="7594600" y="4284663"/>
              <a:ext cx="122238" cy="146050"/>
            </a:xfrm>
            <a:prstGeom prst="ellipse">
              <a:avLst/>
            </a:prstGeom>
            <a:solidFill>
              <a:srgbClr val="006000"/>
            </a:solidFill>
            <a:ln w="9525">
              <a:noFill/>
              <a:round/>
              <a:headEnd/>
              <a:tailEnd/>
            </a:ln>
          </p:spPr>
          <p:txBody>
            <a:bodyPr/>
            <a:lstStyle/>
            <a:p>
              <a:pPr algn="ctr" eaLnBrk="0" hangingPunct="0"/>
              <a:endParaRPr lang="nl-BE"/>
            </a:p>
          </p:txBody>
        </p:sp>
        <p:sp>
          <p:nvSpPr>
            <p:cNvPr id="43053" name="Oval 70"/>
            <p:cNvSpPr>
              <a:spLocks noChangeArrowheads="1"/>
            </p:cNvSpPr>
            <p:nvPr/>
          </p:nvSpPr>
          <p:spPr bwMode="auto">
            <a:xfrm>
              <a:off x="6977063" y="3332163"/>
              <a:ext cx="214312" cy="171450"/>
            </a:xfrm>
            <a:prstGeom prst="ellipse">
              <a:avLst/>
            </a:prstGeom>
            <a:solidFill>
              <a:srgbClr val="006000"/>
            </a:solidFill>
            <a:ln w="9525">
              <a:noFill/>
              <a:round/>
              <a:headEnd/>
              <a:tailEnd/>
            </a:ln>
          </p:spPr>
          <p:txBody>
            <a:bodyPr/>
            <a:lstStyle/>
            <a:p>
              <a:pPr algn="ctr" eaLnBrk="0" hangingPunct="0"/>
              <a:endParaRPr lang="nl-BE"/>
            </a:p>
          </p:txBody>
        </p:sp>
        <p:sp>
          <p:nvSpPr>
            <p:cNvPr id="43054" name="Oval 71"/>
            <p:cNvSpPr>
              <a:spLocks noChangeArrowheads="1"/>
            </p:cNvSpPr>
            <p:nvPr/>
          </p:nvSpPr>
          <p:spPr bwMode="auto">
            <a:xfrm>
              <a:off x="7008813" y="3451225"/>
              <a:ext cx="212725" cy="141288"/>
            </a:xfrm>
            <a:prstGeom prst="ellipse">
              <a:avLst/>
            </a:prstGeom>
            <a:solidFill>
              <a:srgbClr val="006000"/>
            </a:solidFill>
            <a:ln w="9525">
              <a:noFill/>
              <a:round/>
              <a:headEnd/>
              <a:tailEnd/>
            </a:ln>
          </p:spPr>
          <p:txBody>
            <a:bodyPr/>
            <a:lstStyle/>
            <a:p>
              <a:pPr algn="ctr" eaLnBrk="0" hangingPunct="0"/>
              <a:endParaRPr lang="nl-BE"/>
            </a:p>
          </p:txBody>
        </p:sp>
        <p:sp>
          <p:nvSpPr>
            <p:cNvPr id="43055" name="Oval 72"/>
            <p:cNvSpPr>
              <a:spLocks noChangeArrowheads="1"/>
            </p:cNvSpPr>
            <p:nvPr/>
          </p:nvSpPr>
          <p:spPr bwMode="auto">
            <a:xfrm>
              <a:off x="7008813" y="3484563"/>
              <a:ext cx="111125" cy="96837"/>
            </a:xfrm>
            <a:prstGeom prst="ellipse">
              <a:avLst/>
            </a:prstGeom>
            <a:solidFill>
              <a:srgbClr val="004000"/>
            </a:solidFill>
            <a:ln w="9525">
              <a:noFill/>
              <a:round/>
              <a:headEnd/>
              <a:tailEnd/>
            </a:ln>
          </p:spPr>
          <p:txBody>
            <a:bodyPr/>
            <a:lstStyle/>
            <a:p>
              <a:pPr algn="ctr" eaLnBrk="0" hangingPunct="0"/>
              <a:endParaRPr lang="nl-BE"/>
            </a:p>
          </p:txBody>
        </p:sp>
        <p:sp>
          <p:nvSpPr>
            <p:cNvPr id="43056" name="Oval 73"/>
            <p:cNvSpPr>
              <a:spLocks noChangeArrowheads="1"/>
            </p:cNvSpPr>
            <p:nvPr/>
          </p:nvSpPr>
          <p:spPr bwMode="auto">
            <a:xfrm>
              <a:off x="7075488" y="3379788"/>
              <a:ext cx="168275" cy="147637"/>
            </a:xfrm>
            <a:prstGeom prst="ellipse">
              <a:avLst/>
            </a:prstGeom>
            <a:solidFill>
              <a:srgbClr val="008000"/>
            </a:solidFill>
            <a:ln w="9525">
              <a:noFill/>
              <a:round/>
              <a:headEnd/>
              <a:tailEnd/>
            </a:ln>
          </p:spPr>
          <p:txBody>
            <a:bodyPr/>
            <a:lstStyle/>
            <a:p>
              <a:pPr algn="ctr" eaLnBrk="0" hangingPunct="0"/>
              <a:endParaRPr lang="nl-BE"/>
            </a:p>
          </p:txBody>
        </p:sp>
        <p:sp>
          <p:nvSpPr>
            <p:cNvPr id="43057" name="Oval 74"/>
            <p:cNvSpPr>
              <a:spLocks noChangeArrowheads="1"/>
            </p:cNvSpPr>
            <p:nvPr/>
          </p:nvSpPr>
          <p:spPr bwMode="auto">
            <a:xfrm>
              <a:off x="7086600" y="3417888"/>
              <a:ext cx="100013" cy="103187"/>
            </a:xfrm>
            <a:prstGeom prst="ellipse">
              <a:avLst/>
            </a:prstGeom>
            <a:solidFill>
              <a:srgbClr val="006000"/>
            </a:solidFill>
            <a:ln w="9525">
              <a:noFill/>
              <a:round/>
              <a:headEnd/>
              <a:tailEnd/>
            </a:ln>
          </p:spPr>
          <p:txBody>
            <a:bodyPr/>
            <a:lstStyle/>
            <a:p>
              <a:pPr algn="ctr" eaLnBrk="0" hangingPunct="0"/>
              <a:endParaRPr lang="nl-BE"/>
            </a:p>
          </p:txBody>
        </p:sp>
        <p:sp>
          <p:nvSpPr>
            <p:cNvPr id="43058" name="Oval 75"/>
            <p:cNvSpPr>
              <a:spLocks noChangeArrowheads="1"/>
            </p:cNvSpPr>
            <p:nvPr/>
          </p:nvSpPr>
          <p:spPr bwMode="auto">
            <a:xfrm>
              <a:off x="3968750" y="3897313"/>
              <a:ext cx="239713" cy="258762"/>
            </a:xfrm>
            <a:prstGeom prst="ellipse">
              <a:avLst/>
            </a:prstGeom>
            <a:solidFill>
              <a:srgbClr val="006000"/>
            </a:solidFill>
            <a:ln w="9525">
              <a:noFill/>
              <a:round/>
              <a:headEnd/>
              <a:tailEnd/>
            </a:ln>
          </p:spPr>
          <p:txBody>
            <a:bodyPr/>
            <a:lstStyle/>
            <a:p>
              <a:pPr algn="ctr" eaLnBrk="0" hangingPunct="0"/>
              <a:endParaRPr lang="nl-BE"/>
            </a:p>
          </p:txBody>
        </p:sp>
        <p:sp>
          <p:nvSpPr>
            <p:cNvPr id="43059" name="Oval 76"/>
            <p:cNvSpPr>
              <a:spLocks noChangeArrowheads="1"/>
            </p:cNvSpPr>
            <p:nvPr/>
          </p:nvSpPr>
          <p:spPr bwMode="auto">
            <a:xfrm>
              <a:off x="4135438" y="3859213"/>
              <a:ext cx="200025" cy="258762"/>
            </a:xfrm>
            <a:prstGeom prst="ellipse">
              <a:avLst/>
            </a:prstGeom>
            <a:solidFill>
              <a:srgbClr val="006000"/>
            </a:solidFill>
            <a:ln w="9525">
              <a:noFill/>
              <a:round/>
              <a:headEnd/>
              <a:tailEnd/>
            </a:ln>
          </p:spPr>
          <p:txBody>
            <a:bodyPr/>
            <a:lstStyle/>
            <a:p>
              <a:pPr algn="ctr" eaLnBrk="0" hangingPunct="0"/>
              <a:endParaRPr lang="nl-BE"/>
            </a:p>
          </p:txBody>
        </p:sp>
        <p:sp>
          <p:nvSpPr>
            <p:cNvPr id="43060" name="Oval 77"/>
            <p:cNvSpPr>
              <a:spLocks noChangeArrowheads="1"/>
            </p:cNvSpPr>
            <p:nvPr/>
          </p:nvSpPr>
          <p:spPr bwMode="auto">
            <a:xfrm>
              <a:off x="4041775" y="4044950"/>
              <a:ext cx="125413" cy="104775"/>
            </a:xfrm>
            <a:prstGeom prst="ellipse">
              <a:avLst/>
            </a:prstGeom>
            <a:solidFill>
              <a:srgbClr val="004000"/>
            </a:solidFill>
            <a:ln w="9525">
              <a:noFill/>
              <a:round/>
              <a:headEnd/>
              <a:tailEnd/>
            </a:ln>
          </p:spPr>
          <p:txBody>
            <a:bodyPr/>
            <a:lstStyle/>
            <a:p>
              <a:pPr algn="ctr" eaLnBrk="0" hangingPunct="0"/>
              <a:endParaRPr lang="nl-BE"/>
            </a:p>
          </p:txBody>
        </p:sp>
        <p:sp>
          <p:nvSpPr>
            <p:cNvPr id="43061" name="Oval 78"/>
            <p:cNvSpPr>
              <a:spLocks noChangeArrowheads="1"/>
            </p:cNvSpPr>
            <p:nvPr/>
          </p:nvSpPr>
          <p:spPr bwMode="auto">
            <a:xfrm>
              <a:off x="4183063" y="3983038"/>
              <a:ext cx="131762" cy="134937"/>
            </a:xfrm>
            <a:prstGeom prst="ellipse">
              <a:avLst/>
            </a:prstGeom>
            <a:solidFill>
              <a:srgbClr val="004000"/>
            </a:solidFill>
            <a:ln w="9525">
              <a:noFill/>
              <a:round/>
              <a:headEnd/>
              <a:tailEnd/>
            </a:ln>
          </p:spPr>
          <p:txBody>
            <a:bodyPr/>
            <a:lstStyle/>
            <a:p>
              <a:pPr algn="ctr" eaLnBrk="0" hangingPunct="0"/>
              <a:endParaRPr lang="nl-BE"/>
            </a:p>
          </p:txBody>
        </p:sp>
        <p:sp>
          <p:nvSpPr>
            <p:cNvPr id="43062" name="Oval 79"/>
            <p:cNvSpPr>
              <a:spLocks noChangeArrowheads="1"/>
            </p:cNvSpPr>
            <p:nvPr/>
          </p:nvSpPr>
          <p:spPr bwMode="auto">
            <a:xfrm>
              <a:off x="4035425" y="3833813"/>
              <a:ext cx="204788" cy="203200"/>
            </a:xfrm>
            <a:prstGeom prst="ellipse">
              <a:avLst/>
            </a:prstGeom>
            <a:solidFill>
              <a:srgbClr val="008000"/>
            </a:solidFill>
            <a:ln w="9525">
              <a:noFill/>
              <a:round/>
              <a:headEnd/>
              <a:tailEnd/>
            </a:ln>
          </p:spPr>
          <p:txBody>
            <a:bodyPr/>
            <a:lstStyle/>
            <a:p>
              <a:pPr algn="ctr" eaLnBrk="0" hangingPunct="0"/>
              <a:endParaRPr lang="nl-BE"/>
            </a:p>
          </p:txBody>
        </p:sp>
        <p:sp>
          <p:nvSpPr>
            <p:cNvPr id="43063" name="Oval 80"/>
            <p:cNvSpPr>
              <a:spLocks noChangeArrowheads="1"/>
            </p:cNvSpPr>
            <p:nvPr/>
          </p:nvSpPr>
          <p:spPr bwMode="auto">
            <a:xfrm>
              <a:off x="4087813" y="3902075"/>
              <a:ext cx="147637" cy="122238"/>
            </a:xfrm>
            <a:prstGeom prst="ellipse">
              <a:avLst/>
            </a:prstGeom>
            <a:solidFill>
              <a:srgbClr val="006000"/>
            </a:solidFill>
            <a:ln w="9525">
              <a:noFill/>
              <a:round/>
              <a:headEnd/>
              <a:tailEnd/>
            </a:ln>
          </p:spPr>
          <p:txBody>
            <a:bodyPr/>
            <a:lstStyle/>
            <a:p>
              <a:pPr algn="ctr" eaLnBrk="0" hangingPunct="0"/>
              <a:endParaRPr lang="nl-BE"/>
            </a:p>
          </p:txBody>
        </p:sp>
        <p:sp>
          <p:nvSpPr>
            <p:cNvPr id="43064" name="Oval 81"/>
            <p:cNvSpPr>
              <a:spLocks noChangeArrowheads="1"/>
            </p:cNvSpPr>
            <p:nvPr/>
          </p:nvSpPr>
          <p:spPr bwMode="auto">
            <a:xfrm>
              <a:off x="3940175" y="3659188"/>
              <a:ext cx="239713" cy="258762"/>
            </a:xfrm>
            <a:prstGeom prst="ellipse">
              <a:avLst/>
            </a:prstGeom>
            <a:solidFill>
              <a:srgbClr val="006000"/>
            </a:solidFill>
            <a:ln w="9525">
              <a:noFill/>
              <a:round/>
              <a:headEnd/>
              <a:tailEnd/>
            </a:ln>
          </p:spPr>
          <p:txBody>
            <a:bodyPr/>
            <a:lstStyle/>
            <a:p>
              <a:pPr algn="ctr" eaLnBrk="0" hangingPunct="0"/>
              <a:endParaRPr lang="nl-BE"/>
            </a:p>
          </p:txBody>
        </p:sp>
        <p:sp>
          <p:nvSpPr>
            <p:cNvPr id="43065" name="Oval 82"/>
            <p:cNvSpPr>
              <a:spLocks noChangeArrowheads="1"/>
            </p:cNvSpPr>
            <p:nvPr/>
          </p:nvSpPr>
          <p:spPr bwMode="auto">
            <a:xfrm>
              <a:off x="4106863" y="3695700"/>
              <a:ext cx="198437" cy="260350"/>
            </a:xfrm>
            <a:prstGeom prst="ellipse">
              <a:avLst/>
            </a:prstGeom>
            <a:solidFill>
              <a:srgbClr val="006000"/>
            </a:solidFill>
            <a:ln w="9525">
              <a:noFill/>
              <a:round/>
              <a:headEnd/>
              <a:tailEnd/>
            </a:ln>
          </p:spPr>
          <p:txBody>
            <a:bodyPr/>
            <a:lstStyle/>
            <a:p>
              <a:pPr algn="ctr" eaLnBrk="0" hangingPunct="0"/>
              <a:endParaRPr lang="nl-BE"/>
            </a:p>
          </p:txBody>
        </p:sp>
        <p:sp>
          <p:nvSpPr>
            <p:cNvPr id="43066" name="Oval 83"/>
            <p:cNvSpPr>
              <a:spLocks noChangeArrowheads="1"/>
            </p:cNvSpPr>
            <p:nvPr/>
          </p:nvSpPr>
          <p:spPr bwMode="auto">
            <a:xfrm>
              <a:off x="4013200" y="3663950"/>
              <a:ext cx="125413" cy="104775"/>
            </a:xfrm>
            <a:prstGeom prst="ellipse">
              <a:avLst/>
            </a:prstGeom>
            <a:solidFill>
              <a:srgbClr val="004000"/>
            </a:solidFill>
            <a:ln w="9525">
              <a:noFill/>
              <a:round/>
              <a:headEnd/>
              <a:tailEnd/>
            </a:ln>
          </p:spPr>
          <p:txBody>
            <a:bodyPr/>
            <a:lstStyle/>
            <a:p>
              <a:pPr algn="ctr" eaLnBrk="0" hangingPunct="0"/>
              <a:endParaRPr lang="nl-BE"/>
            </a:p>
          </p:txBody>
        </p:sp>
        <p:sp>
          <p:nvSpPr>
            <p:cNvPr id="43067" name="Oval 84"/>
            <p:cNvSpPr>
              <a:spLocks noChangeArrowheads="1"/>
            </p:cNvSpPr>
            <p:nvPr/>
          </p:nvSpPr>
          <p:spPr bwMode="auto">
            <a:xfrm>
              <a:off x="4154488" y="3694113"/>
              <a:ext cx="131762" cy="136525"/>
            </a:xfrm>
            <a:prstGeom prst="ellipse">
              <a:avLst/>
            </a:prstGeom>
            <a:solidFill>
              <a:srgbClr val="004000"/>
            </a:solidFill>
            <a:ln w="9525">
              <a:noFill/>
              <a:round/>
              <a:headEnd/>
              <a:tailEnd/>
            </a:ln>
          </p:spPr>
          <p:txBody>
            <a:bodyPr/>
            <a:lstStyle/>
            <a:p>
              <a:pPr algn="ctr" eaLnBrk="0" hangingPunct="0"/>
              <a:endParaRPr lang="nl-BE"/>
            </a:p>
          </p:txBody>
        </p:sp>
        <p:sp>
          <p:nvSpPr>
            <p:cNvPr id="43068" name="Oval 85"/>
            <p:cNvSpPr>
              <a:spLocks noChangeArrowheads="1"/>
            </p:cNvSpPr>
            <p:nvPr/>
          </p:nvSpPr>
          <p:spPr bwMode="auto">
            <a:xfrm>
              <a:off x="4008438" y="3776663"/>
              <a:ext cx="203200" cy="203200"/>
            </a:xfrm>
            <a:prstGeom prst="ellipse">
              <a:avLst/>
            </a:prstGeom>
            <a:solidFill>
              <a:srgbClr val="008000"/>
            </a:solidFill>
            <a:ln w="9525">
              <a:noFill/>
              <a:round/>
              <a:headEnd/>
              <a:tailEnd/>
            </a:ln>
          </p:spPr>
          <p:txBody>
            <a:bodyPr/>
            <a:lstStyle/>
            <a:p>
              <a:pPr algn="ctr" eaLnBrk="0" hangingPunct="0"/>
              <a:endParaRPr lang="nl-BE"/>
            </a:p>
          </p:txBody>
        </p:sp>
        <p:sp>
          <p:nvSpPr>
            <p:cNvPr id="43069" name="Oval 86"/>
            <p:cNvSpPr>
              <a:spLocks noChangeArrowheads="1"/>
            </p:cNvSpPr>
            <p:nvPr/>
          </p:nvSpPr>
          <p:spPr bwMode="auto">
            <a:xfrm>
              <a:off x="4060825" y="3787775"/>
              <a:ext cx="144463" cy="123825"/>
            </a:xfrm>
            <a:prstGeom prst="ellipse">
              <a:avLst/>
            </a:prstGeom>
            <a:solidFill>
              <a:srgbClr val="006000"/>
            </a:solidFill>
            <a:ln w="9525">
              <a:noFill/>
              <a:round/>
              <a:headEnd/>
              <a:tailEnd/>
            </a:ln>
          </p:spPr>
          <p:txBody>
            <a:bodyPr/>
            <a:lstStyle/>
            <a:p>
              <a:pPr algn="ctr" eaLnBrk="0" hangingPunct="0"/>
              <a:endParaRPr lang="nl-BE"/>
            </a:p>
          </p:txBody>
        </p:sp>
        <p:sp>
          <p:nvSpPr>
            <p:cNvPr id="43070" name="Oval 87"/>
            <p:cNvSpPr>
              <a:spLocks noChangeArrowheads="1"/>
            </p:cNvSpPr>
            <p:nvPr/>
          </p:nvSpPr>
          <p:spPr bwMode="auto">
            <a:xfrm>
              <a:off x="3960813" y="3468688"/>
              <a:ext cx="239712" cy="258762"/>
            </a:xfrm>
            <a:prstGeom prst="ellipse">
              <a:avLst/>
            </a:prstGeom>
            <a:solidFill>
              <a:srgbClr val="006000"/>
            </a:solidFill>
            <a:ln w="9525">
              <a:noFill/>
              <a:round/>
              <a:headEnd/>
              <a:tailEnd/>
            </a:ln>
          </p:spPr>
          <p:txBody>
            <a:bodyPr/>
            <a:lstStyle/>
            <a:p>
              <a:pPr algn="ctr" eaLnBrk="0" hangingPunct="0"/>
              <a:endParaRPr lang="nl-BE"/>
            </a:p>
          </p:txBody>
        </p:sp>
        <p:sp>
          <p:nvSpPr>
            <p:cNvPr id="43071" name="Oval 88"/>
            <p:cNvSpPr>
              <a:spLocks noChangeArrowheads="1"/>
            </p:cNvSpPr>
            <p:nvPr/>
          </p:nvSpPr>
          <p:spPr bwMode="auto">
            <a:xfrm>
              <a:off x="4144963" y="3479800"/>
              <a:ext cx="198437" cy="260350"/>
            </a:xfrm>
            <a:prstGeom prst="ellipse">
              <a:avLst/>
            </a:prstGeom>
            <a:solidFill>
              <a:srgbClr val="006000"/>
            </a:solidFill>
            <a:ln w="9525">
              <a:noFill/>
              <a:round/>
              <a:headEnd/>
              <a:tailEnd/>
            </a:ln>
          </p:spPr>
          <p:txBody>
            <a:bodyPr/>
            <a:lstStyle/>
            <a:p>
              <a:pPr algn="ctr" eaLnBrk="0" hangingPunct="0"/>
              <a:endParaRPr lang="nl-BE"/>
            </a:p>
          </p:txBody>
        </p:sp>
        <p:sp>
          <p:nvSpPr>
            <p:cNvPr id="43072" name="Oval 89"/>
            <p:cNvSpPr>
              <a:spLocks noChangeArrowheads="1"/>
            </p:cNvSpPr>
            <p:nvPr/>
          </p:nvSpPr>
          <p:spPr bwMode="auto">
            <a:xfrm>
              <a:off x="4064000" y="3433763"/>
              <a:ext cx="206375" cy="204787"/>
            </a:xfrm>
            <a:prstGeom prst="ellipse">
              <a:avLst/>
            </a:prstGeom>
            <a:solidFill>
              <a:srgbClr val="008000"/>
            </a:solidFill>
            <a:ln w="9525">
              <a:noFill/>
              <a:round/>
              <a:headEnd/>
              <a:tailEnd/>
            </a:ln>
          </p:spPr>
          <p:txBody>
            <a:bodyPr/>
            <a:lstStyle/>
            <a:p>
              <a:pPr algn="ctr" eaLnBrk="0" hangingPunct="0"/>
              <a:endParaRPr lang="nl-BE"/>
            </a:p>
          </p:txBody>
        </p:sp>
        <p:sp>
          <p:nvSpPr>
            <p:cNvPr id="43073" name="Oval 90"/>
            <p:cNvSpPr>
              <a:spLocks noChangeArrowheads="1"/>
            </p:cNvSpPr>
            <p:nvPr/>
          </p:nvSpPr>
          <p:spPr bwMode="auto">
            <a:xfrm>
              <a:off x="4117975" y="3503613"/>
              <a:ext cx="144463" cy="122237"/>
            </a:xfrm>
            <a:prstGeom prst="ellipse">
              <a:avLst/>
            </a:prstGeom>
            <a:solidFill>
              <a:srgbClr val="006000"/>
            </a:solidFill>
            <a:ln w="9525">
              <a:noFill/>
              <a:round/>
              <a:headEnd/>
              <a:tailEnd/>
            </a:ln>
          </p:spPr>
          <p:txBody>
            <a:bodyPr/>
            <a:lstStyle/>
            <a:p>
              <a:pPr algn="ctr" eaLnBrk="0" hangingPunct="0"/>
              <a:endParaRPr lang="nl-BE"/>
            </a:p>
          </p:txBody>
        </p:sp>
        <p:sp>
          <p:nvSpPr>
            <p:cNvPr id="43074" name="Oval 91"/>
            <p:cNvSpPr>
              <a:spLocks noChangeArrowheads="1"/>
            </p:cNvSpPr>
            <p:nvPr/>
          </p:nvSpPr>
          <p:spPr bwMode="auto">
            <a:xfrm>
              <a:off x="3968750" y="3259138"/>
              <a:ext cx="239713" cy="258762"/>
            </a:xfrm>
            <a:prstGeom prst="ellipse">
              <a:avLst/>
            </a:prstGeom>
            <a:solidFill>
              <a:srgbClr val="006000"/>
            </a:solidFill>
            <a:ln w="9525">
              <a:noFill/>
              <a:round/>
              <a:headEnd/>
              <a:tailEnd/>
            </a:ln>
          </p:spPr>
          <p:txBody>
            <a:bodyPr/>
            <a:lstStyle/>
            <a:p>
              <a:pPr algn="ctr" eaLnBrk="0" hangingPunct="0"/>
              <a:endParaRPr lang="nl-BE"/>
            </a:p>
          </p:txBody>
        </p:sp>
        <p:sp>
          <p:nvSpPr>
            <p:cNvPr id="43075" name="Oval 92"/>
            <p:cNvSpPr>
              <a:spLocks noChangeArrowheads="1"/>
            </p:cNvSpPr>
            <p:nvPr/>
          </p:nvSpPr>
          <p:spPr bwMode="auto">
            <a:xfrm>
              <a:off x="4137025" y="3295650"/>
              <a:ext cx="198438" cy="260350"/>
            </a:xfrm>
            <a:prstGeom prst="ellipse">
              <a:avLst/>
            </a:prstGeom>
            <a:solidFill>
              <a:srgbClr val="006000"/>
            </a:solidFill>
            <a:ln w="9525">
              <a:noFill/>
              <a:round/>
              <a:headEnd/>
              <a:tailEnd/>
            </a:ln>
          </p:spPr>
          <p:txBody>
            <a:bodyPr/>
            <a:lstStyle/>
            <a:p>
              <a:pPr algn="ctr" eaLnBrk="0" hangingPunct="0"/>
              <a:endParaRPr lang="nl-BE"/>
            </a:p>
          </p:txBody>
        </p:sp>
        <p:sp>
          <p:nvSpPr>
            <p:cNvPr id="43076" name="Oval 93"/>
            <p:cNvSpPr>
              <a:spLocks noChangeArrowheads="1"/>
            </p:cNvSpPr>
            <p:nvPr/>
          </p:nvSpPr>
          <p:spPr bwMode="auto">
            <a:xfrm>
              <a:off x="4035425" y="3376613"/>
              <a:ext cx="206375" cy="204787"/>
            </a:xfrm>
            <a:prstGeom prst="ellipse">
              <a:avLst/>
            </a:prstGeom>
            <a:solidFill>
              <a:srgbClr val="008000"/>
            </a:solidFill>
            <a:ln w="9525">
              <a:noFill/>
              <a:round/>
              <a:headEnd/>
              <a:tailEnd/>
            </a:ln>
          </p:spPr>
          <p:txBody>
            <a:bodyPr/>
            <a:lstStyle/>
            <a:p>
              <a:pPr algn="ctr" eaLnBrk="0" hangingPunct="0"/>
              <a:endParaRPr lang="nl-BE"/>
            </a:p>
          </p:txBody>
        </p:sp>
        <p:sp>
          <p:nvSpPr>
            <p:cNvPr id="43077" name="Oval 94"/>
            <p:cNvSpPr>
              <a:spLocks noChangeArrowheads="1"/>
            </p:cNvSpPr>
            <p:nvPr/>
          </p:nvSpPr>
          <p:spPr bwMode="auto">
            <a:xfrm>
              <a:off x="4087813" y="3387725"/>
              <a:ext cx="147637" cy="123825"/>
            </a:xfrm>
            <a:prstGeom prst="ellipse">
              <a:avLst/>
            </a:prstGeom>
            <a:solidFill>
              <a:srgbClr val="006000"/>
            </a:solidFill>
            <a:ln w="9525">
              <a:noFill/>
              <a:round/>
              <a:headEnd/>
              <a:tailEnd/>
            </a:ln>
          </p:spPr>
          <p:txBody>
            <a:bodyPr/>
            <a:lstStyle/>
            <a:p>
              <a:pPr algn="ctr" eaLnBrk="0" hangingPunct="0"/>
              <a:endParaRPr lang="nl-BE"/>
            </a:p>
          </p:txBody>
        </p:sp>
        <p:sp>
          <p:nvSpPr>
            <p:cNvPr id="43078" name="Oval 95"/>
            <p:cNvSpPr>
              <a:spLocks noChangeArrowheads="1"/>
            </p:cNvSpPr>
            <p:nvPr/>
          </p:nvSpPr>
          <p:spPr bwMode="auto">
            <a:xfrm>
              <a:off x="3781425" y="4022725"/>
              <a:ext cx="260350" cy="238125"/>
            </a:xfrm>
            <a:prstGeom prst="ellipse">
              <a:avLst/>
            </a:prstGeom>
            <a:solidFill>
              <a:srgbClr val="006000"/>
            </a:solidFill>
            <a:ln w="9525">
              <a:noFill/>
              <a:round/>
              <a:headEnd/>
              <a:tailEnd/>
            </a:ln>
          </p:spPr>
          <p:txBody>
            <a:bodyPr/>
            <a:lstStyle/>
            <a:p>
              <a:pPr algn="ctr" eaLnBrk="0" hangingPunct="0"/>
              <a:endParaRPr lang="nl-BE"/>
            </a:p>
          </p:txBody>
        </p:sp>
        <p:sp>
          <p:nvSpPr>
            <p:cNvPr id="43079" name="Oval 96"/>
            <p:cNvSpPr>
              <a:spLocks noChangeArrowheads="1"/>
            </p:cNvSpPr>
            <p:nvPr/>
          </p:nvSpPr>
          <p:spPr bwMode="auto">
            <a:xfrm>
              <a:off x="3743325" y="3897313"/>
              <a:ext cx="260350" cy="196850"/>
            </a:xfrm>
            <a:prstGeom prst="ellipse">
              <a:avLst/>
            </a:prstGeom>
            <a:solidFill>
              <a:srgbClr val="006000"/>
            </a:solidFill>
            <a:ln w="9525">
              <a:noFill/>
              <a:round/>
              <a:headEnd/>
              <a:tailEnd/>
            </a:ln>
          </p:spPr>
          <p:txBody>
            <a:bodyPr/>
            <a:lstStyle/>
            <a:p>
              <a:pPr algn="ctr" eaLnBrk="0" hangingPunct="0"/>
              <a:endParaRPr lang="nl-BE"/>
            </a:p>
          </p:txBody>
        </p:sp>
        <p:sp>
          <p:nvSpPr>
            <p:cNvPr id="43080" name="Oval 97"/>
            <p:cNvSpPr>
              <a:spLocks noChangeArrowheads="1"/>
            </p:cNvSpPr>
            <p:nvPr/>
          </p:nvSpPr>
          <p:spPr bwMode="auto">
            <a:xfrm>
              <a:off x="3930650" y="4033838"/>
              <a:ext cx="166688" cy="114300"/>
            </a:xfrm>
            <a:prstGeom prst="ellipse">
              <a:avLst/>
            </a:prstGeom>
            <a:solidFill>
              <a:srgbClr val="004000"/>
            </a:solidFill>
            <a:ln w="9525">
              <a:noFill/>
              <a:round/>
              <a:headEnd/>
              <a:tailEnd/>
            </a:ln>
          </p:spPr>
          <p:txBody>
            <a:bodyPr/>
            <a:lstStyle/>
            <a:p>
              <a:pPr algn="ctr" eaLnBrk="0" hangingPunct="0"/>
              <a:endParaRPr lang="nl-BE"/>
            </a:p>
          </p:txBody>
        </p:sp>
        <p:sp>
          <p:nvSpPr>
            <p:cNvPr id="43081" name="Oval 98"/>
            <p:cNvSpPr>
              <a:spLocks noChangeArrowheads="1"/>
            </p:cNvSpPr>
            <p:nvPr/>
          </p:nvSpPr>
          <p:spPr bwMode="auto">
            <a:xfrm>
              <a:off x="3868738" y="3916363"/>
              <a:ext cx="134937" cy="131762"/>
            </a:xfrm>
            <a:prstGeom prst="ellipse">
              <a:avLst/>
            </a:prstGeom>
            <a:solidFill>
              <a:srgbClr val="004000"/>
            </a:solidFill>
            <a:ln w="9525">
              <a:noFill/>
              <a:round/>
              <a:headEnd/>
              <a:tailEnd/>
            </a:ln>
          </p:spPr>
          <p:txBody>
            <a:bodyPr/>
            <a:lstStyle/>
            <a:p>
              <a:pPr algn="ctr" eaLnBrk="0" hangingPunct="0"/>
              <a:endParaRPr lang="nl-BE"/>
            </a:p>
          </p:txBody>
        </p:sp>
        <p:sp>
          <p:nvSpPr>
            <p:cNvPr id="43082" name="Oval 99"/>
            <p:cNvSpPr>
              <a:spLocks noChangeArrowheads="1"/>
            </p:cNvSpPr>
            <p:nvPr/>
          </p:nvSpPr>
          <p:spPr bwMode="auto">
            <a:xfrm>
              <a:off x="3719513" y="3989388"/>
              <a:ext cx="203200" cy="204787"/>
            </a:xfrm>
            <a:prstGeom prst="ellipse">
              <a:avLst/>
            </a:prstGeom>
            <a:solidFill>
              <a:srgbClr val="008000"/>
            </a:solidFill>
            <a:ln w="9525">
              <a:noFill/>
              <a:round/>
              <a:headEnd/>
              <a:tailEnd/>
            </a:ln>
          </p:spPr>
          <p:txBody>
            <a:bodyPr/>
            <a:lstStyle/>
            <a:p>
              <a:pPr algn="ctr" eaLnBrk="0" hangingPunct="0"/>
              <a:endParaRPr lang="nl-BE"/>
            </a:p>
          </p:txBody>
        </p:sp>
        <p:sp>
          <p:nvSpPr>
            <p:cNvPr id="43083" name="Oval 100"/>
            <p:cNvSpPr>
              <a:spLocks noChangeArrowheads="1"/>
            </p:cNvSpPr>
            <p:nvPr/>
          </p:nvSpPr>
          <p:spPr bwMode="auto">
            <a:xfrm>
              <a:off x="3787775" y="3995738"/>
              <a:ext cx="123825" cy="146050"/>
            </a:xfrm>
            <a:prstGeom prst="ellipse">
              <a:avLst/>
            </a:prstGeom>
            <a:solidFill>
              <a:srgbClr val="006000"/>
            </a:solidFill>
            <a:ln w="9525">
              <a:noFill/>
              <a:round/>
              <a:headEnd/>
              <a:tailEnd/>
            </a:ln>
          </p:spPr>
          <p:txBody>
            <a:bodyPr/>
            <a:lstStyle/>
            <a:p>
              <a:pPr algn="ctr" eaLnBrk="0" hangingPunct="0"/>
              <a:endParaRPr lang="nl-BE"/>
            </a:p>
          </p:txBody>
        </p:sp>
        <p:sp>
          <p:nvSpPr>
            <p:cNvPr id="43084" name="Oval 101"/>
            <p:cNvSpPr>
              <a:spLocks noChangeArrowheads="1"/>
            </p:cNvSpPr>
            <p:nvPr/>
          </p:nvSpPr>
          <p:spPr bwMode="auto">
            <a:xfrm>
              <a:off x="4098925" y="3073400"/>
              <a:ext cx="174625" cy="161925"/>
            </a:xfrm>
            <a:prstGeom prst="ellipse">
              <a:avLst/>
            </a:prstGeom>
            <a:solidFill>
              <a:srgbClr val="006000"/>
            </a:solidFill>
            <a:ln w="9525">
              <a:noFill/>
              <a:round/>
              <a:headEnd/>
              <a:tailEnd/>
            </a:ln>
          </p:spPr>
          <p:txBody>
            <a:bodyPr/>
            <a:lstStyle/>
            <a:p>
              <a:pPr algn="ctr" eaLnBrk="0" hangingPunct="0"/>
              <a:endParaRPr lang="nl-BE"/>
            </a:p>
          </p:txBody>
        </p:sp>
        <p:sp>
          <p:nvSpPr>
            <p:cNvPr id="43085" name="Oval 102"/>
            <p:cNvSpPr>
              <a:spLocks noChangeArrowheads="1"/>
            </p:cNvSpPr>
            <p:nvPr/>
          </p:nvSpPr>
          <p:spPr bwMode="auto">
            <a:xfrm>
              <a:off x="4090988" y="3192463"/>
              <a:ext cx="214312" cy="142875"/>
            </a:xfrm>
            <a:prstGeom prst="ellipse">
              <a:avLst/>
            </a:prstGeom>
            <a:solidFill>
              <a:srgbClr val="006000"/>
            </a:solidFill>
            <a:ln w="9525">
              <a:noFill/>
              <a:round/>
              <a:headEnd/>
              <a:tailEnd/>
            </a:ln>
          </p:spPr>
          <p:txBody>
            <a:bodyPr/>
            <a:lstStyle/>
            <a:p>
              <a:pPr algn="ctr" eaLnBrk="0" hangingPunct="0"/>
              <a:endParaRPr lang="nl-BE"/>
            </a:p>
          </p:txBody>
        </p:sp>
        <p:sp>
          <p:nvSpPr>
            <p:cNvPr id="43086" name="Oval 103"/>
            <p:cNvSpPr>
              <a:spLocks noChangeArrowheads="1"/>
            </p:cNvSpPr>
            <p:nvPr/>
          </p:nvSpPr>
          <p:spPr bwMode="auto">
            <a:xfrm>
              <a:off x="4159250" y="3119438"/>
              <a:ext cx="166688" cy="147637"/>
            </a:xfrm>
            <a:prstGeom prst="ellipse">
              <a:avLst/>
            </a:prstGeom>
            <a:solidFill>
              <a:srgbClr val="008000"/>
            </a:solidFill>
            <a:ln w="9525">
              <a:noFill/>
              <a:round/>
              <a:headEnd/>
              <a:tailEnd/>
            </a:ln>
          </p:spPr>
          <p:txBody>
            <a:bodyPr/>
            <a:lstStyle/>
            <a:p>
              <a:pPr algn="ctr" eaLnBrk="0" hangingPunct="0"/>
              <a:endParaRPr lang="nl-BE"/>
            </a:p>
          </p:txBody>
        </p:sp>
        <p:sp>
          <p:nvSpPr>
            <p:cNvPr id="43087" name="Oval 104"/>
            <p:cNvSpPr>
              <a:spLocks noChangeArrowheads="1"/>
            </p:cNvSpPr>
            <p:nvPr/>
          </p:nvSpPr>
          <p:spPr bwMode="auto">
            <a:xfrm>
              <a:off x="4168775" y="3157538"/>
              <a:ext cx="101600" cy="104775"/>
            </a:xfrm>
            <a:prstGeom prst="ellipse">
              <a:avLst/>
            </a:prstGeom>
            <a:solidFill>
              <a:srgbClr val="006000"/>
            </a:solidFill>
            <a:ln w="9525">
              <a:noFill/>
              <a:round/>
              <a:headEnd/>
              <a:tailEnd/>
            </a:ln>
          </p:spPr>
          <p:txBody>
            <a:bodyPr/>
            <a:lstStyle/>
            <a:p>
              <a:pPr algn="ctr" eaLnBrk="0" hangingPunct="0"/>
              <a:endParaRPr lang="nl-BE"/>
            </a:p>
          </p:txBody>
        </p:sp>
        <p:sp>
          <p:nvSpPr>
            <p:cNvPr id="43088" name="Oval 105"/>
            <p:cNvSpPr>
              <a:spLocks noChangeArrowheads="1"/>
            </p:cNvSpPr>
            <p:nvPr/>
          </p:nvSpPr>
          <p:spPr bwMode="auto">
            <a:xfrm>
              <a:off x="3844925" y="3676650"/>
              <a:ext cx="136525" cy="157163"/>
            </a:xfrm>
            <a:prstGeom prst="ellipse">
              <a:avLst/>
            </a:prstGeom>
            <a:solidFill>
              <a:srgbClr val="006000"/>
            </a:solidFill>
            <a:ln w="9525">
              <a:noFill/>
              <a:round/>
              <a:headEnd/>
              <a:tailEnd/>
            </a:ln>
          </p:spPr>
          <p:txBody>
            <a:bodyPr/>
            <a:lstStyle/>
            <a:p>
              <a:pPr algn="ctr" eaLnBrk="0" hangingPunct="0"/>
              <a:endParaRPr lang="nl-BE"/>
            </a:p>
          </p:txBody>
        </p:sp>
        <p:sp>
          <p:nvSpPr>
            <p:cNvPr id="43089" name="Oval 106"/>
            <p:cNvSpPr>
              <a:spLocks noChangeArrowheads="1"/>
            </p:cNvSpPr>
            <p:nvPr/>
          </p:nvSpPr>
          <p:spPr bwMode="auto">
            <a:xfrm>
              <a:off x="3798888" y="3795713"/>
              <a:ext cx="214312" cy="142875"/>
            </a:xfrm>
            <a:prstGeom prst="ellipse">
              <a:avLst/>
            </a:prstGeom>
            <a:solidFill>
              <a:srgbClr val="006000"/>
            </a:solidFill>
            <a:ln w="9525">
              <a:noFill/>
              <a:round/>
              <a:headEnd/>
              <a:tailEnd/>
            </a:ln>
          </p:spPr>
          <p:txBody>
            <a:bodyPr/>
            <a:lstStyle/>
            <a:p>
              <a:pPr algn="ctr" eaLnBrk="0" hangingPunct="0"/>
              <a:endParaRPr lang="nl-BE"/>
            </a:p>
          </p:txBody>
        </p:sp>
        <p:sp>
          <p:nvSpPr>
            <p:cNvPr id="43090" name="Oval 107"/>
            <p:cNvSpPr>
              <a:spLocks noChangeArrowheads="1"/>
            </p:cNvSpPr>
            <p:nvPr/>
          </p:nvSpPr>
          <p:spPr bwMode="auto">
            <a:xfrm>
              <a:off x="3865563" y="3724275"/>
              <a:ext cx="168275" cy="146050"/>
            </a:xfrm>
            <a:prstGeom prst="ellipse">
              <a:avLst/>
            </a:prstGeom>
            <a:solidFill>
              <a:srgbClr val="008000"/>
            </a:solidFill>
            <a:ln w="9525">
              <a:noFill/>
              <a:round/>
              <a:headEnd/>
              <a:tailEnd/>
            </a:ln>
          </p:spPr>
          <p:txBody>
            <a:bodyPr/>
            <a:lstStyle/>
            <a:p>
              <a:pPr algn="ctr" eaLnBrk="0" hangingPunct="0"/>
              <a:endParaRPr lang="nl-BE"/>
            </a:p>
          </p:txBody>
        </p:sp>
        <p:sp>
          <p:nvSpPr>
            <p:cNvPr id="43091" name="Oval 108"/>
            <p:cNvSpPr>
              <a:spLocks noChangeArrowheads="1"/>
            </p:cNvSpPr>
            <p:nvPr/>
          </p:nvSpPr>
          <p:spPr bwMode="auto">
            <a:xfrm>
              <a:off x="3875088" y="3762375"/>
              <a:ext cx="101600" cy="104775"/>
            </a:xfrm>
            <a:prstGeom prst="ellipse">
              <a:avLst/>
            </a:prstGeom>
            <a:solidFill>
              <a:srgbClr val="006000"/>
            </a:solidFill>
            <a:ln w="9525">
              <a:noFill/>
              <a:round/>
              <a:headEnd/>
              <a:tailEnd/>
            </a:ln>
          </p:spPr>
          <p:txBody>
            <a:bodyPr/>
            <a:lstStyle/>
            <a:p>
              <a:pPr algn="ctr" eaLnBrk="0" hangingPunct="0"/>
              <a:endParaRPr lang="nl-BE"/>
            </a:p>
          </p:txBody>
        </p:sp>
        <p:sp>
          <p:nvSpPr>
            <p:cNvPr id="43092" name="Oval 109"/>
            <p:cNvSpPr>
              <a:spLocks noChangeArrowheads="1"/>
            </p:cNvSpPr>
            <p:nvPr/>
          </p:nvSpPr>
          <p:spPr bwMode="auto">
            <a:xfrm>
              <a:off x="3571875" y="4057650"/>
              <a:ext cx="215900" cy="169863"/>
            </a:xfrm>
            <a:prstGeom prst="ellipse">
              <a:avLst/>
            </a:prstGeom>
            <a:solidFill>
              <a:srgbClr val="006000"/>
            </a:solidFill>
            <a:ln w="9525">
              <a:noFill/>
              <a:round/>
              <a:headEnd/>
              <a:tailEnd/>
            </a:ln>
          </p:spPr>
          <p:txBody>
            <a:bodyPr/>
            <a:lstStyle/>
            <a:p>
              <a:pPr algn="ctr" eaLnBrk="0" hangingPunct="0"/>
              <a:endParaRPr lang="nl-BE"/>
            </a:p>
          </p:txBody>
        </p:sp>
        <p:sp>
          <p:nvSpPr>
            <p:cNvPr id="43093" name="Oval 110"/>
            <p:cNvSpPr>
              <a:spLocks noChangeArrowheads="1"/>
            </p:cNvSpPr>
            <p:nvPr/>
          </p:nvSpPr>
          <p:spPr bwMode="auto">
            <a:xfrm>
              <a:off x="3602038" y="4176713"/>
              <a:ext cx="214312" cy="141287"/>
            </a:xfrm>
            <a:prstGeom prst="ellipse">
              <a:avLst/>
            </a:prstGeom>
            <a:solidFill>
              <a:srgbClr val="006000"/>
            </a:solidFill>
            <a:ln w="9525">
              <a:noFill/>
              <a:round/>
              <a:headEnd/>
              <a:tailEnd/>
            </a:ln>
          </p:spPr>
          <p:txBody>
            <a:bodyPr/>
            <a:lstStyle/>
            <a:p>
              <a:pPr algn="ctr" eaLnBrk="0" hangingPunct="0"/>
              <a:endParaRPr lang="nl-BE"/>
            </a:p>
          </p:txBody>
        </p:sp>
        <p:sp>
          <p:nvSpPr>
            <p:cNvPr id="43094" name="Oval 111"/>
            <p:cNvSpPr>
              <a:spLocks noChangeArrowheads="1"/>
            </p:cNvSpPr>
            <p:nvPr/>
          </p:nvSpPr>
          <p:spPr bwMode="auto">
            <a:xfrm>
              <a:off x="3575050" y="4089400"/>
              <a:ext cx="161925" cy="109538"/>
            </a:xfrm>
            <a:prstGeom prst="ellipse">
              <a:avLst/>
            </a:prstGeom>
            <a:solidFill>
              <a:srgbClr val="004000"/>
            </a:solidFill>
            <a:ln w="9525">
              <a:noFill/>
              <a:round/>
              <a:headEnd/>
              <a:tailEnd/>
            </a:ln>
          </p:spPr>
          <p:txBody>
            <a:bodyPr/>
            <a:lstStyle/>
            <a:p>
              <a:pPr algn="ctr" eaLnBrk="0" hangingPunct="0"/>
              <a:endParaRPr lang="nl-BE"/>
            </a:p>
          </p:txBody>
        </p:sp>
        <p:sp>
          <p:nvSpPr>
            <p:cNvPr id="43095" name="Oval 112"/>
            <p:cNvSpPr>
              <a:spLocks noChangeArrowheads="1"/>
            </p:cNvSpPr>
            <p:nvPr/>
          </p:nvSpPr>
          <p:spPr bwMode="auto">
            <a:xfrm>
              <a:off x="3602038" y="4210050"/>
              <a:ext cx="112712" cy="95250"/>
            </a:xfrm>
            <a:prstGeom prst="ellipse">
              <a:avLst/>
            </a:prstGeom>
            <a:solidFill>
              <a:srgbClr val="004000"/>
            </a:solidFill>
            <a:ln w="9525">
              <a:noFill/>
              <a:round/>
              <a:headEnd/>
              <a:tailEnd/>
            </a:ln>
          </p:spPr>
          <p:txBody>
            <a:bodyPr/>
            <a:lstStyle/>
            <a:p>
              <a:pPr algn="ctr" eaLnBrk="0" hangingPunct="0"/>
              <a:endParaRPr lang="nl-BE"/>
            </a:p>
          </p:txBody>
        </p:sp>
        <p:sp>
          <p:nvSpPr>
            <p:cNvPr id="43096" name="Oval 113"/>
            <p:cNvSpPr>
              <a:spLocks noChangeArrowheads="1"/>
            </p:cNvSpPr>
            <p:nvPr/>
          </p:nvSpPr>
          <p:spPr bwMode="auto">
            <a:xfrm>
              <a:off x="3668713" y="4103688"/>
              <a:ext cx="169862" cy="147637"/>
            </a:xfrm>
            <a:prstGeom prst="ellipse">
              <a:avLst/>
            </a:prstGeom>
            <a:solidFill>
              <a:srgbClr val="008000"/>
            </a:solidFill>
            <a:ln w="9525">
              <a:noFill/>
              <a:round/>
              <a:headEnd/>
              <a:tailEnd/>
            </a:ln>
          </p:spPr>
          <p:txBody>
            <a:bodyPr/>
            <a:lstStyle/>
            <a:p>
              <a:pPr algn="ctr" eaLnBrk="0" hangingPunct="0"/>
              <a:endParaRPr lang="nl-BE"/>
            </a:p>
          </p:txBody>
        </p:sp>
        <p:sp>
          <p:nvSpPr>
            <p:cNvPr id="43097" name="Oval 114"/>
            <p:cNvSpPr>
              <a:spLocks noChangeArrowheads="1"/>
            </p:cNvSpPr>
            <p:nvPr/>
          </p:nvSpPr>
          <p:spPr bwMode="auto">
            <a:xfrm>
              <a:off x="3679825" y="4143375"/>
              <a:ext cx="101600" cy="101600"/>
            </a:xfrm>
            <a:prstGeom prst="ellipse">
              <a:avLst/>
            </a:prstGeom>
            <a:solidFill>
              <a:srgbClr val="006000"/>
            </a:solidFill>
            <a:ln w="9525">
              <a:noFill/>
              <a:round/>
              <a:headEnd/>
              <a:tailEnd/>
            </a:ln>
          </p:spPr>
          <p:txBody>
            <a:bodyPr/>
            <a:lstStyle/>
            <a:p>
              <a:pPr algn="ctr" eaLnBrk="0" hangingPunct="0"/>
              <a:endParaRPr lang="nl-BE"/>
            </a:p>
          </p:txBody>
        </p:sp>
        <p:sp>
          <p:nvSpPr>
            <p:cNvPr id="43098" name="Oval 115"/>
            <p:cNvSpPr>
              <a:spLocks noChangeArrowheads="1"/>
            </p:cNvSpPr>
            <p:nvPr/>
          </p:nvSpPr>
          <p:spPr bwMode="auto">
            <a:xfrm>
              <a:off x="7062788" y="4016375"/>
              <a:ext cx="239712" cy="258763"/>
            </a:xfrm>
            <a:prstGeom prst="ellipse">
              <a:avLst/>
            </a:prstGeom>
            <a:solidFill>
              <a:srgbClr val="006000"/>
            </a:solidFill>
            <a:ln w="9525">
              <a:noFill/>
              <a:round/>
              <a:headEnd/>
              <a:tailEnd/>
            </a:ln>
          </p:spPr>
          <p:txBody>
            <a:bodyPr/>
            <a:lstStyle/>
            <a:p>
              <a:pPr algn="ctr" eaLnBrk="0" hangingPunct="0"/>
              <a:endParaRPr lang="nl-BE"/>
            </a:p>
          </p:txBody>
        </p:sp>
        <p:sp>
          <p:nvSpPr>
            <p:cNvPr id="43099" name="Oval 116"/>
            <p:cNvSpPr>
              <a:spLocks noChangeArrowheads="1"/>
            </p:cNvSpPr>
            <p:nvPr/>
          </p:nvSpPr>
          <p:spPr bwMode="auto">
            <a:xfrm>
              <a:off x="7229475" y="3978275"/>
              <a:ext cx="200025" cy="258763"/>
            </a:xfrm>
            <a:prstGeom prst="ellipse">
              <a:avLst/>
            </a:prstGeom>
            <a:solidFill>
              <a:srgbClr val="006000"/>
            </a:solidFill>
            <a:ln w="9525">
              <a:noFill/>
              <a:round/>
              <a:headEnd/>
              <a:tailEnd/>
            </a:ln>
          </p:spPr>
          <p:txBody>
            <a:bodyPr/>
            <a:lstStyle/>
            <a:p>
              <a:pPr algn="ctr" eaLnBrk="0" hangingPunct="0"/>
              <a:endParaRPr lang="nl-BE"/>
            </a:p>
          </p:txBody>
        </p:sp>
        <p:sp>
          <p:nvSpPr>
            <p:cNvPr id="43100" name="Oval 117"/>
            <p:cNvSpPr>
              <a:spLocks noChangeArrowheads="1"/>
            </p:cNvSpPr>
            <p:nvPr/>
          </p:nvSpPr>
          <p:spPr bwMode="auto">
            <a:xfrm>
              <a:off x="7137400" y="4164013"/>
              <a:ext cx="123825" cy="104775"/>
            </a:xfrm>
            <a:prstGeom prst="ellipse">
              <a:avLst/>
            </a:prstGeom>
            <a:solidFill>
              <a:srgbClr val="004000"/>
            </a:solidFill>
            <a:ln w="9525">
              <a:noFill/>
              <a:round/>
              <a:headEnd/>
              <a:tailEnd/>
            </a:ln>
          </p:spPr>
          <p:txBody>
            <a:bodyPr/>
            <a:lstStyle/>
            <a:p>
              <a:pPr algn="ctr" eaLnBrk="0" hangingPunct="0"/>
              <a:endParaRPr lang="nl-BE"/>
            </a:p>
          </p:txBody>
        </p:sp>
        <p:sp>
          <p:nvSpPr>
            <p:cNvPr id="43101" name="Oval 118"/>
            <p:cNvSpPr>
              <a:spLocks noChangeArrowheads="1"/>
            </p:cNvSpPr>
            <p:nvPr/>
          </p:nvSpPr>
          <p:spPr bwMode="auto">
            <a:xfrm>
              <a:off x="7278688" y="4102100"/>
              <a:ext cx="130175" cy="134938"/>
            </a:xfrm>
            <a:prstGeom prst="ellipse">
              <a:avLst/>
            </a:prstGeom>
            <a:solidFill>
              <a:srgbClr val="004000"/>
            </a:solidFill>
            <a:ln w="9525">
              <a:noFill/>
              <a:round/>
              <a:headEnd/>
              <a:tailEnd/>
            </a:ln>
          </p:spPr>
          <p:txBody>
            <a:bodyPr/>
            <a:lstStyle/>
            <a:p>
              <a:pPr algn="ctr" eaLnBrk="0" hangingPunct="0"/>
              <a:endParaRPr lang="nl-BE"/>
            </a:p>
          </p:txBody>
        </p:sp>
        <p:sp>
          <p:nvSpPr>
            <p:cNvPr id="43102" name="Oval 119"/>
            <p:cNvSpPr>
              <a:spLocks noChangeArrowheads="1"/>
            </p:cNvSpPr>
            <p:nvPr/>
          </p:nvSpPr>
          <p:spPr bwMode="auto">
            <a:xfrm>
              <a:off x="7131050" y="3952875"/>
              <a:ext cx="204788" cy="203200"/>
            </a:xfrm>
            <a:prstGeom prst="ellipse">
              <a:avLst/>
            </a:prstGeom>
            <a:solidFill>
              <a:srgbClr val="008000"/>
            </a:solidFill>
            <a:ln w="9525">
              <a:noFill/>
              <a:round/>
              <a:headEnd/>
              <a:tailEnd/>
            </a:ln>
          </p:spPr>
          <p:txBody>
            <a:bodyPr/>
            <a:lstStyle/>
            <a:p>
              <a:pPr algn="ctr" eaLnBrk="0" hangingPunct="0"/>
              <a:endParaRPr lang="nl-BE"/>
            </a:p>
          </p:txBody>
        </p:sp>
        <p:sp>
          <p:nvSpPr>
            <p:cNvPr id="43103" name="Oval 120"/>
            <p:cNvSpPr>
              <a:spLocks noChangeArrowheads="1"/>
            </p:cNvSpPr>
            <p:nvPr/>
          </p:nvSpPr>
          <p:spPr bwMode="auto">
            <a:xfrm>
              <a:off x="7183438" y="4021138"/>
              <a:ext cx="146050" cy="122237"/>
            </a:xfrm>
            <a:prstGeom prst="ellipse">
              <a:avLst/>
            </a:prstGeom>
            <a:solidFill>
              <a:srgbClr val="006000"/>
            </a:solidFill>
            <a:ln w="9525">
              <a:noFill/>
              <a:round/>
              <a:headEnd/>
              <a:tailEnd/>
            </a:ln>
          </p:spPr>
          <p:txBody>
            <a:bodyPr/>
            <a:lstStyle/>
            <a:p>
              <a:pPr algn="ctr" eaLnBrk="0" hangingPunct="0"/>
              <a:endParaRPr lang="nl-BE"/>
            </a:p>
          </p:txBody>
        </p:sp>
        <p:sp>
          <p:nvSpPr>
            <p:cNvPr id="43104" name="Oval 121"/>
            <p:cNvSpPr>
              <a:spLocks noChangeArrowheads="1"/>
            </p:cNvSpPr>
            <p:nvPr/>
          </p:nvSpPr>
          <p:spPr bwMode="auto">
            <a:xfrm>
              <a:off x="7035800" y="4102100"/>
              <a:ext cx="277813" cy="222250"/>
            </a:xfrm>
            <a:prstGeom prst="ellipse">
              <a:avLst/>
            </a:prstGeom>
            <a:solidFill>
              <a:srgbClr val="006000"/>
            </a:solidFill>
            <a:ln w="9525">
              <a:noFill/>
              <a:round/>
              <a:headEnd/>
              <a:tailEnd/>
            </a:ln>
          </p:spPr>
          <p:txBody>
            <a:bodyPr/>
            <a:lstStyle/>
            <a:p>
              <a:pPr algn="ctr" eaLnBrk="0" hangingPunct="0"/>
              <a:endParaRPr lang="nl-BE"/>
            </a:p>
          </p:txBody>
        </p:sp>
        <p:sp>
          <p:nvSpPr>
            <p:cNvPr id="43105" name="Oval 122"/>
            <p:cNvSpPr>
              <a:spLocks noChangeArrowheads="1"/>
            </p:cNvSpPr>
            <p:nvPr/>
          </p:nvSpPr>
          <p:spPr bwMode="auto">
            <a:xfrm>
              <a:off x="7075488" y="4256088"/>
              <a:ext cx="279400" cy="184150"/>
            </a:xfrm>
            <a:prstGeom prst="ellipse">
              <a:avLst/>
            </a:prstGeom>
            <a:solidFill>
              <a:srgbClr val="006000"/>
            </a:solidFill>
            <a:ln w="9525">
              <a:noFill/>
              <a:round/>
              <a:headEnd/>
              <a:tailEnd/>
            </a:ln>
          </p:spPr>
          <p:txBody>
            <a:bodyPr/>
            <a:lstStyle/>
            <a:p>
              <a:pPr algn="ctr" eaLnBrk="0" hangingPunct="0"/>
              <a:endParaRPr lang="nl-BE"/>
            </a:p>
          </p:txBody>
        </p:sp>
        <p:sp>
          <p:nvSpPr>
            <p:cNvPr id="43106" name="Oval 123"/>
            <p:cNvSpPr>
              <a:spLocks noChangeArrowheads="1"/>
            </p:cNvSpPr>
            <p:nvPr/>
          </p:nvSpPr>
          <p:spPr bwMode="auto">
            <a:xfrm>
              <a:off x="7034213" y="4186238"/>
              <a:ext cx="223837" cy="111125"/>
            </a:xfrm>
            <a:prstGeom prst="ellipse">
              <a:avLst/>
            </a:prstGeom>
            <a:solidFill>
              <a:srgbClr val="004000"/>
            </a:solidFill>
            <a:ln w="9525">
              <a:noFill/>
              <a:round/>
              <a:headEnd/>
              <a:tailEnd/>
            </a:ln>
          </p:spPr>
          <p:txBody>
            <a:bodyPr/>
            <a:lstStyle/>
            <a:p>
              <a:pPr algn="ctr" eaLnBrk="0" hangingPunct="0"/>
              <a:endParaRPr lang="nl-BE"/>
            </a:p>
          </p:txBody>
        </p:sp>
        <p:sp>
          <p:nvSpPr>
            <p:cNvPr id="43107" name="Oval 124"/>
            <p:cNvSpPr>
              <a:spLocks noChangeArrowheads="1"/>
            </p:cNvSpPr>
            <p:nvPr/>
          </p:nvSpPr>
          <p:spPr bwMode="auto">
            <a:xfrm>
              <a:off x="7162800" y="4162425"/>
              <a:ext cx="219075" cy="192088"/>
            </a:xfrm>
            <a:prstGeom prst="ellipse">
              <a:avLst/>
            </a:prstGeom>
            <a:solidFill>
              <a:srgbClr val="008000"/>
            </a:solidFill>
            <a:ln w="9525">
              <a:noFill/>
              <a:round/>
              <a:headEnd/>
              <a:tailEnd/>
            </a:ln>
          </p:spPr>
          <p:txBody>
            <a:bodyPr/>
            <a:lstStyle/>
            <a:p>
              <a:pPr algn="ctr" eaLnBrk="0" hangingPunct="0"/>
              <a:endParaRPr lang="nl-BE"/>
            </a:p>
          </p:txBody>
        </p:sp>
        <p:sp>
          <p:nvSpPr>
            <p:cNvPr id="43108" name="Oval 125"/>
            <p:cNvSpPr>
              <a:spLocks noChangeArrowheads="1"/>
            </p:cNvSpPr>
            <p:nvPr/>
          </p:nvSpPr>
          <p:spPr bwMode="auto">
            <a:xfrm>
              <a:off x="7175500" y="4213225"/>
              <a:ext cx="131763" cy="134938"/>
            </a:xfrm>
            <a:prstGeom prst="ellipse">
              <a:avLst/>
            </a:prstGeom>
            <a:solidFill>
              <a:srgbClr val="006000"/>
            </a:solidFill>
            <a:ln w="9525">
              <a:noFill/>
              <a:round/>
              <a:headEnd/>
              <a:tailEnd/>
            </a:ln>
          </p:spPr>
          <p:txBody>
            <a:bodyPr/>
            <a:lstStyle/>
            <a:p>
              <a:pPr algn="ctr" eaLnBrk="0" hangingPunct="0"/>
              <a:endParaRPr lang="nl-BE"/>
            </a:p>
          </p:txBody>
        </p:sp>
        <p:sp>
          <p:nvSpPr>
            <p:cNvPr id="43109" name="Oval 126"/>
            <p:cNvSpPr>
              <a:spLocks noChangeArrowheads="1"/>
            </p:cNvSpPr>
            <p:nvPr/>
          </p:nvSpPr>
          <p:spPr bwMode="auto">
            <a:xfrm>
              <a:off x="6789738" y="4143375"/>
              <a:ext cx="238125" cy="258763"/>
            </a:xfrm>
            <a:prstGeom prst="ellipse">
              <a:avLst/>
            </a:prstGeom>
            <a:solidFill>
              <a:srgbClr val="006000"/>
            </a:solidFill>
            <a:ln w="9525">
              <a:noFill/>
              <a:round/>
              <a:headEnd/>
              <a:tailEnd/>
            </a:ln>
          </p:spPr>
          <p:txBody>
            <a:bodyPr/>
            <a:lstStyle/>
            <a:p>
              <a:pPr algn="ctr" eaLnBrk="0" hangingPunct="0"/>
              <a:endParaRPr lang="nl-BE"/>
            </a:p>
          </p:txBody>
        </p:sp>
        <p:sp>
          <p:nvSpPr>
            <p:cNvPr id="43110" name="Oval 127"/>
            <p:cNvSpPr>
              <a:spLocks noChangeArrowheads="1"/>
            </p:cNvSpPr>
            <p:nvPr/>
          </p:nvSpPr>
          <p:spPr bwMode="auto">
            <a:xfrm>
              <a:off x="6956425" y="4105275"/>
              <a:ext cx="200025" cy="258763"/>
            </a:xfrm>
            <a:prstGeom prst="ellipse">
              <a:avLst/>
            </a:prstGeom>
            <a:solidFill>
              <a:srgbClr val="006000"/>
            </a:solidFill>
            <a:ln w="9525">
              <a:noFill/>
              <a:round/>
              <a:headEnd/>
              <a:tailEnd/>
            </a:ln>
          </p:spPr>
          <p:txBody>
            <a:bodyPr/>
            <a:lstStyle/>
            <a:p>
              <a:pPr algn="ctr" eaLnBrk="0" hangingPunct="0"/>
              <a:endParaRPr lang="nl-BE"/>
            </a:p>
          </p:txBody>
        </p:sp>
        <p:sp>
          <p:nvSpPr>
            <p:cNvPr id="43111" name="Oval 128"/>
            <p:cNvSpPr>
              <a:spLocks noChangeArrowheads="1"/>
            </p:cNvSpPr>
            <p:nvPr/>
          </p:nvSpPr>
          <p:spPr bwMode="auto">
            <a:xfrm>
              <a:off x="6862763" y="4291013"/>
              <a:ext cx="125412" cy="104775"/>
            </a:xfrm>
            <a:prstGeom prst="ellipse">
              <a:avLst/>
            </a:prstGeom>
            <a:solidFill>
              <a:srgbClr val="004000"/>
            </a:solidFill>
            <a:ln w="9525">
              <a:noFill/>
              <a:round/>
              <a:headEnd/>
              <a:tailEnd/>
            </a:ln>
          </p:spPr>
          <p:txBody>
            <a:bodyPr/>
            <a:lstStyle/>
            <a:p>
              <a:pPr algn="ctr" eaLnBrk="0" hangingPunct="0"/>
              <a:endParaRPr lang="nl-BE"/>
            </a:p>
          </p:txBody>
        </p:sp>
        <p:sp>
          <p:nvSpPr>
            <p:cNvPr id="43112" name="Oval 129"/>
            <p:cNvSpPr>
              <a:spLocks noChangeArrowheads="1"/>
            </p:cNvSpPr>
            <p:nvPr/>
          </p:nvSpPr>
          <p:spPr bwMode="auto">
            <a:xfrm>
              <a:off x="7004050" y="4229100"/>
              <a:ext cx="130175" cy="134938"/>
            </a:xfrm>
            <a:prstGeom prst="ellipse">
              <a:avLst/>
            </a:prstGeom>
            <a:solidFill>
              <a:srgbClr val="004000"/>
            </a:solidFill>
            <a:ln w="9525">
              <a:noFill/>
              <a:round/>
              <a:headEnd/>
              <a:tailEnd/>
            </a:ln>
          </p:spPr>
          <p:txBody>
            <a:bodyPr/>
            <a:lstStyle/>
            <a:p>
              <a:pPr algn="ctr" eaLnBrk="0" hangingPunct="0"/>
              <a:endParaRPr lang="nl-BE"/>
            </a:p>
          </p:txBody>
        </p:sp>
        <p:sp>
          <p:nvSpPr>
            <p:cNvPr id="43113" name="Oval 130"/>
            <p:cNvSpPr>
              <a:spLocks noChangeArrowheads="1"/>
            </p:cNvSpPr>
            <p:nvPr/>
          </p:nvSpPr>
          <p:spPr bwMode="auto">
            <a:xfrm>
              <a:off x="6856413" y="4079875"/>
              <a:ext cx="204787" cy="203200"/>
            </a:xfrm>
            <a:prstGeom prst="ellipse">
              <a:avLst/>
            </a:prstGeom>
            <a:solidFill>
              <a:srgbClr val="008000"/>
            </a:solidFill>
            <a:ln w="9525">
              <a:noFill/>
              <a:round/>
              <a:headEnd/>
              <a:tailEnd/>
            </a:ln>
          </p:spPr>
          <p:txBody>
            <a:bodyPr/>
            <a:lstStyle/>
            <a:p>
              <a:pPr algn="ctr" eaLnBrk="0" hangingPunct="0"/>
              <a:endParaRPr lang="nl-BE"/>
            </a:p>
          </p:txBody>
        </p:sp>
        <p:sp>
          <p:nvSpPr>
            <p:cNvPr id="43114" name="Oval 131"/>
            <p:cNvSpPr>
              <a:spLocks noChangeArrowheads="1"/>
            </p:cNvSpPr>
            <p:nvPr/>
          </p:nvSpPr>
          <p:spPr bwMode="auto">
            <a:xfrm>
              <a:off x="6908800" y="4148138"/>
              <a:ext cx="146050" cy="122237"/>
            </a:xfrm>
            <a:prstGeom prst="ellipse">
              <a:avLst/>
            </a:prstGeom>
            <a:solidFill>
              <a:srgbClr val="006000"/>
            </a:solidFill>
            <a:ln w="9525">
              <a:noFill/>
              <a:round/>
              <a:headEnd/>
              <a:tailEnd/>
            </a:ln>
          </p:spPr>
          <p:txBody>
            <a:bodyPr/>
            <a:lstStyle/>
            <a:p>
              <a:pPr algn="ctr" eaLnBrk="0" hangingPunct="0"/>
              <a:endParaRPr lang="nl-BE"/>
            </a:p>
          </p:txBody>
        </p:sp>
        <p:sp>
          <p:nvSpPr>
            <p:cNvPr id="43115" name="Oval 132"/>
            <p:cNvSpPr>
              <a:spLocks noChangeArrowheads="1"/>
            </p:cNvSpPr>
            <p:nvPr/>
          </p:nvSpPr>
          <p:spPr bwMode="auto">
            <a:xfrm>
              <a:off x="6761163" y="4229100"/>
              <a:ext cx="279400" cy="222250"/>
            </a:xfrm>
            <a:prstGeom prst="ellipse">
              <a:avLst/>
            </a:prstGeom>
            <a:solidFill>
              <a:srgbClr val="006000"/>
            </a:solidFill>
            <a:ln w="9525">
              <a:noFill/>
              <a:round/>
              <a:headEnd/>
              <a:tailEnd/>
            </a:ln>
          </p:spPr>
          <p:txBody>
            <a:bodyPr/>
            <a:lstStyle/>
            <a:p>
              <a:pPr algn="ctr" eaLnBrk="0" hangingPunct="0"/>
              <a:endParaRPr lang="nl-BE"/>
            </a:p>
          </p:txBody>
        </p:sp>
        <p:sp>
          <p:nvSpPr>
            <p:cNvPr id="43116" name="Oval 133"/>
            <p:cNvSpPr>
              <a:spLocks noChangeArrowheads="1"/>
            </p:cNvSpPr>
            <p:nvPr/>
          </p:nvSpPr>
          <p:spPr bwMode="auto">
            <a:xfrm>
              <a:off x="6800850" y="4383088"/>
              <a:ext cx="279400" cy="184150"/>
            </a:xfrm>
            <a:prstGeom prst="ellipse">
              <a:avLst/>
            </a:prstGeom>
            <a:solidFill>
              <a:srgbClr val="006000"/>
            </a:solidFill>
            <a:ln w="9525">
              <a:noFill/>
              <a:round/>
              <a:headEnd/>
              <a:tailEnd/>
            </a:ln>
          </p:spPr>
          <p:txBody>
            <a:bodyPr/>
            <a:lstStyle/>
            <a:p>
              <a:pPr algn="ctr" eaLnBrk="0" hangingPunct="0"/>
              <a:endParaRPr lang="nl-BE"/>
            </a:p>
          </p:txBody>
        </p:sp>
        <p:sp>
          <p:nvSpPr>
            <p:cNvPr id="43117" name="Oval 134"/>
            <p:cNvSpPr>
              <a:spLocks noChangeArrowheads="1"/>
            </p:cNvSpPr>
            <p:nvPr/>
          </p:nvSpPr>
          <p:spPr bwMode="auto">
            <a:xfrm>
              <a:off x="6759575" y="4313238"/>
              <a:ext cx="223838" cy="111125"/>
            </a:xfrm>
            <a:prstGeom prst="ellipse">
              <a:avLst/>
            </a:prstGeom>
            <a:solidFill>
              <a:srgbClr val="004000"/>
            </a:solidFill>
            <a:ln w="9525">
              <a:noFill/>
              <a:round/>
              <a:headEnd/>
              <a:tailEnd/>
            </a:ln>
          </p:spPr>
          <p:txBody>
            <a:bodyPr/>
            <a:lstStyle/>
            <a:p>
              <a:pPr algn="ctr" eaLnBrk="0" hangingPunct="0"/>
              <a:endParaRPr lang="nl-BE"/>
            </a:p>
          </p:txBody>
        </p:sp>
        <p:sp>
          <p:nvSpPr>
            <p:cNvPr id="43118" name="Oval 135"/>
            <p:cNvSpPr>
              <a:spLocks noChangeArrowheads="1"/>
            </p:cNvSpPr>
            <p:nvPr/>
          </p:nvSpPr>
          <p:spPr bwMode="auto">
            <a:xfrm>
              <a:off x="6888163" y="4289425"/>
              <a:ext cx="219075" cy="192088"/>
            </a:xfrm>
            <a:prstGeom prst="ellipse">
              <a:avLst/>
            </a:prstGeom>
            <a:solidFill>
              <a:srgbClr val="008000"/>
            </a:solidFill>
            <a:ln w="9525">
              <a:noFill/>
              <a:round/>
              <a:headEnd/>
              <a:tailEnd/>
            </a:ln>
          </p:spPr>
          <p:txBody>
            <a:bodyPr/>
            <a:lstStyle/>
            <a:p>
              <a:pPr algn="ctr" eaLnBrk="0" hangingPunct="0"/>
              <a:endParaRPr lang="nl-BE"/>
            </a:p>
          </p:txBody>
        </p:sp>
        <p:sp>
          <p:nvSpPr>
            <p:cNvPr id="43119" name="Oval 136"/>
            <p:cNvSpPr>
              <a:spLocks noChangeArrowheads="1"/>
            </p:cNvSpPr>
            <p:nvPr/>
          </p:nvSpPr>
          <p:spPr bwMode="auto">
            <a:xfrm>
              <a:off x="6902450" y="4340225"/>
              <a:ext cx="131763" cy="134938"/>
            </a:xfrm>
            <a:prstGeom prst="ellipse">
              <a:avLst/>
            </a:prstGeom>
            <a:solidFill>
              <a:srgbClr val="006000"/>
            </a:solidFill>
            <a:ln w="9525">
              <a:noFill/>
              <a:round/>
              <a:headEnd/>
              <a:tailEnd/>
            </a:ln>
          </p:spPr>
          <p:txBody>
            <a:bodyPr/>
            <a:lstStyle/>
            <a:p>
              <a:pPr algn="ctr" eaLnBrk="0" hangingPunct="0"/>
              <a:endParaRPr lang="nl-BE"/>
            </a:p>
          </p:txBody>
        </p:sp>
        <p:sp>
          <p:nvSpPr>
            <p:cNvPr id="43120" name="Oval 137"/>
            <p:cNvSpPr>
              <a:spLocks noChangeArrowheads="1"/>
            </p:cNvSpPr>
            <p:nvPr/>
          </p:nvSpPr>
          <p:spPr bwMode="auto">
            <a:xfrm>
              <a:off x="1719263" y="4143375"/>
              <a:ext cx="239712" cy="258763"/>
            </a:xfrm>
            <a:prstGeom prst="ellipse">
              <a:avLst/>
            </a:prstGeom>
            <a:solidFill>
              <a:srgbClr val="006000"/>
            </a:solidFill>
            <a:ln w="9525">
              <a:noFill/>
              <a:round/>
              <a:headEnd/>
              <a:tailEnd/>
            </a:ln>
          </p:spPr>
          <p:txBody>
            <a:bodyPr/>
            <a:lstStyle/>
            <a:p>
              <a:pPr algn="ctr" eaLnBrk="0" hangingPunct="0"/>
              <a:endParaRPr lang="nl-BE"/>
            </a:p>
          </p:txBody>
        </p:sp>
        <p:sp>
          <p:nvSpPr>
            <p:cNvPr id="43121" name="Oval 138"/>
            <p:cNvSpPr>
              <a:spLocks noChangeArrowheads="1"/>
            </p:cNvSpPr>
            <p:nvPr/>
          </p:nvSpPr>
          <p:spPr bwMode="auto">
            <a:xfrm>
              <a:off x="1592263" y="4105275"/>
              <a:ext cx="200025" cy="258763"/>
            </a:xfrm>
            <a:prstGeom prst="ellipse">
              <a:avLst/>
            </a:prstGeom>
            <a:solidFill>
              <a:srgbClr val="006000"/>
            </a:solidFill>
            <a:ln w="9525">
              <a:noFill/>
              <a:round/>
              <a:headEnd/>
              <a:tailEnd/>
            </a:ln>
          </p:spPr>
          <p:txBody>
            <a:bodyPr/>
            <a:lstStyle/>
            <a:p>
              <a:pPr algn="ctr" eaLnBrk="0" hangingPunct="0"/>
              <a:endParaRPr lang="nl-BE"/>
            </a:p>
          </p:txBody>
        </p:sp>
        <p:sp>
          <p:nvSpPr>
            <p:cNvPr id="43122" name="Oval 139"/>
            <p:cNvSpPr>
              <a:spLocks noChangeArrowheads="1"/>
            </p:cNvSpPr>
            <p:nvPr/>
          </p:nvSpPr>
          <p:spPr bwMode="auto">
            <a:xfrm>
              <a:off x="1760538" y="4291013"/>
              <a:ext cx="123825" cy="104775"/>
            </a:xfrm>
            <a:prstGeom prst="ellipse">
              <a:avLst/>
            </a:prstGeom>
            <a:solidFill>
              <a:srgbClr val="004000"/>
            </a:solidFill>
            <a:ln w="9525">
              <a:noFill/>
              <a:round/>
              <a:headEnd/>
              <a:tailEnd/>
            </a:ln>
          </p:spPr>
          <p:txBody>
            <a:bodyPr/>
            <a:lstStyle/>
            <a:p>
              <a:pPr algn="ctr" eaLnBrk="0" hangingPunct="0"/>
              <a:endParaRPr lang="nl-BE"/>
            </a:p>
          </p:txBody>
        </p:sp>
        <p:sp>
          <p:nvSpPr>
            <p:cNvPr id="43123" name="Oval 140"/>
            <p:cNvSpPr>
              <a:spLocks noChangeArrowheads="1"/>
            </p:cNvSpPr>
            <p:nvPr/>
          </p:nvSpPr>
          <p:spPr bwMode="auto">
            <a:xfrm>
              <a:off x="1612900" y="4229100"/>
              <a:ext cx="130175" cy="134938"/>
            </a:xfrm>
            <a:prstGeom prst="ellipse">
              <a:avLst/>
            </a:prstGeom>
            <a:solidFill>
              <a:srgbClr val="004000"/>
            </a:solidFill>
            <a:ln w="9525">
              <a:noFill/>
              <a:round/>
              <a:headEnd/>
              <a:tailEnd/>
            </a:ln>
          </p:spPr>
          <p:txBody>
            <a:bodyPr/>
            <a:lstStyle/>
            <a:p>
              <a:pPr algn="ctr" eaLnBrk="0" hangingPunct="0"/>
              <a:endParaRPr lang="nl-BE"/>
            </a:p>
          </p:txBody>
        </p:sp>
        <p:sp>
          <p:nvSpPr>
            <p:cNvPr id="43124" name="Oval 141"/>
            <p:cNvSpPr>
              <a:spLocks noChangeArrowheads="1"/>
            </p:cNvSpPr>
            <p:nvPr/>
          </p:nvSpPr>
          <p:spPr bwMode="auto">
            <a:xfrm>
              <a:off x="1685925" y="4079875"/>
              <a:ext cx="204788" cy="203200"/>
            </a:xfrm>
            <a:prstGeom prst="ellipse">
              <a:avLst/>
            </a:prstGeom>
            <a:solidFill>
              <a:srgbClr val="008000"/>
            </a:solidFill>
            <a:ln w="9525">
              <a:noFill/>
              <a:round/>
              <a:headEnd/>
              <a:tailEnd/>
            </a:ln>
          </p:spPr>
          <p:txBody>
            <a:bodyPr/>
            <a:lstStyle/>
            <a:p>
              <a:pPr algn="ctr" eaLnBrk="0" hangingPunct="0"/>
              <a:endParaRPr lang="nl-BE"/>
            </a:p>
          </p:txBody>
        </p:sp>
        <p:sp>
          <p:nvSpPr>
            <p:cNvPr id="43125" name="Oval 142"/>
            <p:cNvSpPr>
              <a:spLocks noChangeArrowheads="1"/>
            </p:cNvSpPr>
            <p:nvPr/>
          </p:nvSpPr>
          <p:spPr bwMode="auto">
            <a:xfrm>
              <a:off x="1692275" y="4148138"/>
              <a:ext cx="146050" cy="122237"/>
            </a:xfrm>
            <a:prstGeom prst="ellipse">
              <a:avLst/>
            </a:prstGeom>
            <a:solidFill>
              <a:srgbClr val="006000"/>
            </a:solidFill>
            <a:ln w="9525">
              <a:noFill/>
              <a:round/>
              <a:headEnd/>
              <a:tailEnd/>
            </a:ln>
          </p:spPr>
          <p:txBody>
            <a:bodyPr/>
            <a:lstStyle/>
            <a:p>
              <a:pPr algn="ctr" eaLnBrk="0" hangingPunct="0"/>
              <a:endParaRPr lang="nl-BE"/>
            </a:p>
          </p:txBody>
        </p:sp>
        <p:sp>
          <p:nvSpPr>
            <p:cNvPr id="43126" name="Oval 143"/>
            <p:cNvSpPr>
              <a:spLocks noChangeArrowheads="1"/>
            </p:cNvSpPr>
            <p:nvPr/>
          </p:nvSpPr>
          <p:spPr bwMode="auto">
            <a:xfrm>
              <a:off x="1708150" y="4229100"/>
              <a:ext cx="279400" cy="222250"/>
            </a:xfrm>
            <a:prstGeom prst="ellipse">
              <a:avLst/>
            </a:prstGeom>
            <a:solidFill>
              <a:srgbClr val="006000"/>
            </a:solidFill>
            <a:ln w="9525">
              <a:noFill/>
              <a:round/>
              <a:headEnd/>
              <a:tailEnd/>
            </a:ln>
          </p:spPr>
          <p:txBody>
            <a:bodyPr/>
            <a:lstStyle/>
            <a:p>
              <a:pPr algn="ctr" eaLnBrk="0" hangingPunct="0"/>
              <a:endParaRPr lang="nl-BE"/>
            </a:p>
          </p:txBody>
        </p:sp>
        <p:sp>
          <p:nvSpPr>
            <p:cNvPr id="43127" name="Oval 144"/>
            <p:cNvSpPr>
              <a:spLocks noChangeArrowheads="1"/>
            </p:cNvSpPr>
            <p:nvPr/>
          </p:nvSpPr>
          <p:spPr bwMode="auto">
            <a:xfrm>
              <a:off x="1666875" y="4383088"/>
              <a:ext cx="279400" cy="184150"/>
            </a:xfrm>
            <a:prstGeom prst="ellipse">
              <a:avLst/>
            </a:prstGeom>
            <a:solidFill>
              <a:srgbClr val="006000"/>
            </a:solidFill>
            <a:ln w="9525">
              <a:noFill/>
              <a:round/>
              <a:headEnd/>
              <a:tailEnd/>
            </a:ln>
          </p:spPr>
          <p:txBody>
            <a:bodyPr/>
            <a:lstStyle/>
            <a:p>
              <a:pPr algn="ctr" eaLnBrk="0" hangingPunct="0"/>
              <a:endParaRPr lang="nl-BE"/>
            </a:p>
          </p:txBody>
        </p:sp>
        <p:sp>
          <p:nvSpPr>
            <p:cNvPr id="43128" name="Oval 145"/>
            <p:cNvSpPr>
              <a:spLocks noChangeArrowheads="1"/>
            </p:cNvSpPr>
            <p:nvPr/>
          </p:nvSpPr>
          <p:spPr bwMode="auto">
            <a:xfrm>
              <a:off x="1763713" y="4313238"/>
              <a:ext cx="223837" cy="111125"/>
            </a:xfrm>
            <a:prstGeom prst="ellipse">
              <a:avLst/>
            </a:prstGeom>
            <a:solidFill>
              <a:srgbClr val="004000"/>
            </a:solidFill>
            <a:ln w="9525">
              <a:noFill/>
              <a:round/>
              <a:headEnd/>
              <a:tailEnd/>
            </a:ln>
          </p:spPr>
          <p:txBody>
            <a:bodyPr/>
            <a:lstStyle/>
            <a:p>
              <a:pPr algn="ctr" eaLnBrk="0" hangingPunct="0"/>
              <a:endParaRPr lang="nl-BE"/>
            </a:p>
          </p:txBody>
        </p:sp>
        <p:sp>
          <p:nvSpPr>
            <p:cNvPr id="43129" name="Oval 146"/>
            <p:cNvSpPr>
              <a:spLocks noChangeArrowheads="1"/>
            </p:cNvSpPr>
            <p:nvPr/>
          </p:nvSpPr>
          <p:spPr bwMode="auto">
            <a:xfrm>
              <a:off x="1639888" y="4289425"/>
              <a:ext cx="219075" cy="192088"/>
            </a:xfrm>
            <a:prstGeom prst="ellipse">
              <a:avLst/>
            </a:prstGeom>
            <a:solidFill>
              <a:srgbClr val="008000"/>
            </a:solidFill>
            <a:ln w="9525">
              <a:noFill/>
              <a:round/>
              <a:headEnd/>
              <a:tailEnd/>
            </a:ln>
          </p:spPr>
          <p:txBody>
            <a:bodyPr/>
            <a:lstStyle/>
            <a:p>
              <a:pPr algn="ctr" eaLnBrk="0" hangingPunct="0"/>
              <a:endParaRPr lang="nl-BE"/>
            </a:p>
          </p:txBody>
        </p:sp>
        <p:sp>
          <p:nvSpPr>
            <p:cNvPr id="43130" name="Oval 147"/>
            <p:cNvSpPr>
              <a:spLocks noChangeArrowheads="1"/>
            </p:cNvSpPr>
            <p:nvPr/>
          </p:nvSpPr>
          <p:spPr bwMode="auto">
            <a:xfrm>
              <a:off x="1714500" y="4340225"/>
              <a:ext cx="131763" cy="134938"/>
            </a:xfrm>
            <a:prstGeom prst="ellipse">
              <a:avLst/>
            </a:prstGeom>
            <a:solidFill>
              <a:srgbClr val="006000"/>
            </a:solidFill>
            <a:ln w="9525">
              <a:noFill/>
              <a:round/>
              <a:headEnd/>
              <a:tailEnd/>
            </a:ln>
          </p:spPr>
          <p:txBody>
            <a:bodyPr/>
            <a:lstStyle/>
            <a:p>
              <a:pPr algn="ctr" eaLnBrk="0" hangingPunct="0"/>
              <a:endParaRPr lang="nl-BE"/>
            </a:p>
          </p:txBody>
        </p:sp>
        <p:sp>
          <p:nvSpPr>
            <p:cNvPr id="43131" name="Oval 148"/>
            <p:cNvSpPr>
              <a:spLocks noChangeArrowheads="1"/>
            </p:cNvSpPr>
            <p:nvPr/>
          </p:nvSpPr>
          <p:spPr bwMode="auto">
            <a:xfrm>
              <a:off x="2019300" y="4154488"/>
              <a:ext cx="423863" cy="252412"/>
            </a:xfrm>
            <a:prstGeom prst="ellipse">
              <a:avLst/>
            </a:prstGeom>
            <a:solidFill>
              <a:srgbClr val="006000"/>
            </a:solidFill>
            <a:ln w="9525">
              <a:noFill/>
              <a:round/>
              <a:headEnd/>
              <a:tailEnd/>
            </a:ln>
          </p:spPr>
          <p:txBody>
            <a:bodyPr/>
            <a:lstStyle/>
            <a:p>
              <a:pPr algn="ctr" eaLnBrk="0" hangingPunct="0"/>
              <a:endParaRPr lang="nl-BE"/>
            </a:p>
          </p:txBody>
        </p:sp>
        <p:sp>
          <p:nvSpPr>
            <p:cNvPr id="43132" name="Oval 149"/>
            <p:cNvSpPr>
              <a:spLocks noChangeArrowheads="1"/>
            </p:cNvSpPr>
            <p:nvPr/>
          </p:nvSpPr>
          <p:spPr bwMode="auto">
            <a:xfrm>
              <a:off x="1793875" y="4117975"/>
              <a:ext cx="354013" cy="254000"/>
            </a:xfrm>
            <a:prstGeom prst="ellipse">
              <a:avLst/>
            </a:prstGeom>
            <a:solidFill>
              <a:srgbClr val="006000"/>
            </a:solidFill>
            <a:ln w="9525">
              <a:noFill/>
              <a:round/>
              <a:headEnd/>
              <a:tailEnd/>
            </a:ln>
          </p:spPr>
          <p:txBody>
            <a:bodyPr/>
            <a:lstStyle/>
            <a:p>
              <a:pPr algn="ctr" eaLnBrk="0" hangingPunct="0"/>
              <a:endParaRPr lang="nl-BE"/>
            </a:p>
          </p:txBody>
        </p:sp>
        <p:sp>
          <p:nvSpPr>
            <p:cNvPr id="43133" name="Oval 150"/>
            <p:cNvSpPr>
              <a:spLocks noChangeArrowheads="1"/>
            </p:cNvSpPr>
            <p:nvPr/>
          </p:nvSpPr>
          <p:spPr bwMode="auto">
            <a:xfrm>
              <a:off x="2090738" y="4298950"/>
              <a:ext cx="220662" cy="101600"/>
            </a:xfrm>
            <a:prstGeom prst="ellipse">
              <a:avLst/>
            </a:prstGeom>
            <a:solidFill>
              <a:srgbClr val="004000"/>
            </a:solidFill>
            <a:ln w="9525">
              <a:noFill/>
              <a:round/>
              <a:headEnd/>
              <a:tailEnd/>
            </a:ln>
          </p:spPr>
          <p:txBody>
            <a:bodyPr/>
            <a:lstStyle/>
            <a:p>
              <a:pPr algn="ctr" eaLnBrk="0" hangingPunct="0"/>
              <a:endParaRPr lang="nl-BE"/>
            </a:p>
          </p:txBody>
        </p:sp>
        <p:sp>
          <p:nvSpPr>
            <p:cNvPr id="43134" name="Oval 151"/>
            <p:cNvSpPr>
              <a:spLocks noChangeArrowheads="1"/>
            </p:cNvSpPr>
            <p:nvPr/>
          </p:nvSpPr>
          <p:spPr bwMode="auto">
            <a:xfrm>
              <a:off x="1831975" y="4238625"/>
              <a:ext cx="230188" cy="133350"/>
            </a:xfrm>
            <a:prstGeom prst="ellipse">
              <a:avLst/>
            </a:prstGeom>
            <a:solidFill>
              <a:srgbClr val="004000"/>
            </a:solidFill>
            <a:ln w="9525">
              <a:noFill/>
              <a:round/>
              <a:headEnd/>
              <a:tailEnd/>
            </a:ln>
          </p:spPr>
          <p:txBody>
            <a:bodyPr/>
            <a:lstStyle/>
            <a:p>
              <a:pPr algn="ctr" eaLnBrk="0" hangingPunct="0"/>
              <a:endParaRPr lang="nl-BE"/>
            </a:p>
          </p:txBody>
        </p:sp>
        <p:sp>
          <p:nvSpPr>
            <p:cNvPr id="43135" name="Oval 152"/>
            <p:cNvSpPr>
              <a:spLocks noChangeArrowheads="1"/>
            </p:cNvSpPr>
            <p:nvPr/>
          </p:nvSpPr>
          <p:spPr bwMode="auto">
            <a:xfrm>
              <a:off x="1958975" y="4094163"/>
              <a:ext cx="365125" cy="196850"/>
            </a:xfrm>
            <a:prstGeom prst="ellipse">
              <a:avLst/>
            </a:prstGeom>
            <a:solidFill>
              <a:srgbClr val="008000"/>
            </a:solidFill>
            <a:ln w="9525">
              <a:noFill/>
              <a:round/>
              <a:headEnd/>
              <a:tailEnd/>
            </a:ln>
          </p:spPr>
          <p:txBody>
            <a:bodyPr/>
            <a:lstStyle/>
            <a:p>
              <a:pPr algn="ctr" eaLnBrk="0" hangingPunct="0"/>
              <a:endParaRPr lang="nl-BE"/>
            </a:p>
          </p:txBody>
        </p:sp>
        <p:sp>
          <p:nvSpPr>
            <p:cNvPr id="43136" name="Oval 153"/>
            <p:cNvSpPr>
              <a:spLocks noChangeArrowheads="1"/>
            </p:cNvSpPr>
            <p:nvPr/>
          </p:nvSpPr>
          <p:spPr bwMode="auto">
            <a:xfrm>
              <a:off x="1971675" y="4160838"/>
              <a:ext cx="260350" cy="119062"/>
            </a:xfrm>
            <a:prstGeom prst="ellipse">
              <a:avLst/>
            </a:prstGeom>
            <a:solidFill>
              <a:srgbClr val="006000"/>
            </a:solidFill>
            <a:ln w="9525">
              <a:noFill/>
              <a:round/>
              <a:headEnd/>
              <a:tailEnd/>
            </a:ln>
          </p:spPr>
          <p:txBody>
            <a:bodyPr/>
            <a:lstStyle/>
            <a:p>
              <a:pPr algn="ctr" eaLnBrk="0" hangingPunct="0"/>
              <a:endParaRPr lang="nl-BE"/>
            </a:p>
          </p:txBody>
        </p:sp>
        <p:sp>
          <p:nvSpPr>
            <p:cNvPr id="43137" name="Oval 154"/>
            <p:cNvSpPr>
              <a:spLocks noChangeArrowheads="1"/>
            </p:cNvSpPr>
            <p:nvPr/>
          </p:nvSpPr>
          <p:spPr bwMode="auto">
            <a:xfrm>
              <a:off x="1998663" y="4238625"/>
              <a:ext cx="495300" cy="217488"/>
            </a:xfrm>
            <a:prstGeom prst="ellipse">
              <a:avLst/>
            </a:prstGeom>
            <a:solidFill>
              <a:srgbClr val="006000"/>
            </a:solidFill>
            <a:ln w="9525">
              <a:noFill/>
              <a:round/>
              <a:headEnd/>
              <a:tailEnd/>
            </a:ln>
          </p:spPr>
          <p:txBody>
            <a:bodyPr/>
            <a:lstStyle/>
            <a:p>
              <a:pPr algn="ctr" eaLnBrk="0" hangingPunct="0"/>
              <a:endParaRPr lang="nl-BE"/>
            </a:p>
          </p:txBody>
        </p:sp>
        <p:sp>
          <p:nvSpPr>
            <p:cNvPr id="43138" name="Oval 155"/>
            <p:cNvSpPr>
              <a:spLocks noChangeArrowheads="1"/>
            </p:cNvSpPr>
            <p:nvPr/>
          </p:nvSpPr>
          <p:spPr bwMode="auto">
            <a:xfrm>
              <a:off x="1927225" y="4389438"/>
              <a:ext cx="495300" cy="177800"/>
            </a:xfrm>
            <a:prstGeom prst="ellipse">
              <a:avLst/>
            </a:prstGeom>
            <a:solidFill>
              <a:srgbClr val="006000"/>
            </a:solidFill>
            <a:ln w="9525">
              <a:noFill/>
              <a:round/>
              <a:headEnd/>
              <a:tailEnd/>
            </a:ln>
          </p:spPr>
          <p:txBody>
            <a:bodyPr/>
            <a:lstStyle/>
            <a:p>
              <a:pPr algn="ctr" eaLnBrk="0" hangingPunct="0"/>
              <a:endParaRPr lang="nl-BE"/>
            </a:p>
          </p:txBody>
        </p:sp>
        <p:sp>
          <p:nvSpPr>
            <p:cNvPr id="43139" name="Oval 156"/>
            <p:cNvSpPr>
              <a:spLocks noChangeArrowheads="1"/>
            </p:cNvSpPr>
            <p:nvPr/>
          </p:nvSpPr>
          <p:spPr bwMode="auto">
            <a:xfrm>
              <a:off x="2097088" y="4321175"/>
              <a:ext cx="398462" cy="107950"/>
            </a:xfrm>
            <a:prstGeom prst="ellipse">
              <a:avLst/>
            </a:prstGeom>
            <a:solidFill>
              <a:srgbClr val="004000"/>
            </a:solidFill>
            <a:ln w="9525">
              <a:noFill/>
              <a:round/>
              <a:headEnd/>
              <a:tailEnd/>
            </a:ln>
          </p:spPr>
          <p:txBody>
            <a:bodyPr/>
            <a:lstStyle/>
            <a:p>
              <a:pPr algn="ctr" eaLnBrk="0" hangingPunct="0"/>
              <a:endParaRPr lang="nl-BE"/>
            </a:p>
          </p:txBody>
        </p:sp>
        <p:sp>
          <p:nvSpPr>
            <p:cNvPr id="43140" name="Oval 157"/>
            <p:cNvSpPr>
              <a:spLocks noChangeArrowheads="1"/>
            </p:cNvSpPr>
            <p:nvPr/>
          </p:nvSpPr>
          <p:spPr bwMode="auto">
            <a:xfrm>
              <a:off x="1878013" y="4297363"/>
              <a:ext cx="390525" cy="185737"/>
            </a:xfrm>
            <a:prstGeom prst="ellipse">
              <a:avLst/>
            </a:prstGeom>
            <a:solidFill>
              <a:srgbClr val="008000"/>
            </a:solidFill>
            <a:ln w="9525">
              <a:noFill/>
              <a:round/>
              <a:headEnd/>
              <a:tailEnd/>
            </a:ln>
          </p:spPr>
          <p:txBody>
            <a:bodyPr/>
            <a:lstStyle/>
            <a:p>
              <a:pPr algn="ctr" eaLnBrk="0" hangingPunct="0"/>
              <a:endParaRPr lang="nl-BE"/>
            </a:p>
          </p:txBody>
        </p:sp>
        <p:sp>
          <p:nvSpPr>
            <p:cNvPr id="43141" name="Oval 158"/>
            <p:cNvSpPr>
              <a:spLocks noChangeArrowheads="1"/>
            </p:cNvSpPr>
            <p:nvPr/>
          </p:nvSpPr>
          <p:spPr bwMode="auto">
            <a:xfrm>
              <a:off x="2009775" y="4348163"/>
              <a:ext cx="233363" cy="130175"/>
            </a:xfrm>
            <a:prstGeom prst="ellipse">
              <a:avLst/>
            </a:prstGeom>
            <a:solidFill>
              <a:srgbClr val="006000"/>
            </a:solidFill>
            <a:ln w="9525">
              <a:noFill/>
              <a:round/>
              <a:headEnd/>
              <a:tailEnd/>
            </a:ln>
          </p:spPr>
          <p:txBody>
            <a:bodyPr/>
            <a:lstStyle/>
            <a:p>
              <a:pPr algn="ctr" eaLnBrk="0" hangingPunct="0"/>
              <a:endParaRPr lang="nl-BE"/>
            </a:p>
          </p:txBody>
        </p:sp>
        <p:sp>
          <p:nvSpPr>
            <p:cNvPr id="43142" name="Freeform 159"/>
            <p:cNvSpPr>
              <a:spLocks/>
            </p:cNvSpPr>
            <p:nvPr/>
          </p:nvSpPr>
          <p:spPr bwMode="auto">
            <a:xfrm>
              <a:off x="657225" y="4308475"/>
              <a:ext cx="5848350" cy="1943100"/>
            </a:xfrm>
            <a:custGeom>
              <a:avLst/>
              <a:gdLst>
                <a:gd name="T0" fmla="*/ 2147483647 w 3684"/>
                <a:gd name="T1" fmla="*/ 2147483647 h 1224"/>
                <a:gd name="T2" fmla="*/ 2147483647 w 3684"/>
                <a:gd name="T3" fmla="*/ 2147483647 h 1224"/>
                <a:gd name="T4" fmla="*/ 0 w 3684"/>
                <a:gd name="T5" fmla="*/ 2147483647 h 1224"/>
                <a:gd name="T6" fmla="*/ 0 w 3684"/>
                <a:gd name="T7" fmla="*/ 2147483647 h 1224"/>
                <a:gd name="T8" fmla="*/ 2147483647 w 3684"/>
                <a:gd name="T9" fmla="*/ 2147483647 h 1224"/>
                <a:gd name="T10" fmla="*/ 2147483647 w 3684"/>
                <a:gd name="T11" fmla="*/ 0 h 1224"/>
                <a:gd name="T12" fmla="*/ 2147483647 w 3684"/>
                <a:gd name="T13" fmla="*/ 2147483647 h 1224"/>
                <a:gd name="T14" fmla="*/ 0 60000 65536"/>
                <a:gd name="T15" fmla="*/ 0 60000 65536"/>
                <a:gd name="T16" fmla="*/ 0 60000 65536"/>
                <a:gd name="T17" fmla="*/ 0 60000 65536"/>
                <a:gd name="T18" fmla="*/ 0 60000 65536"/>
                <a:gd name="T19" fmla="*/ 0 60000 65536"/>
                <a:gd name="T20" fmla="*/ 0 60000 65536"/>
                <a:gd name="T21" fmla="*/ 0 w 3684"/>
                <a:gd name="T22" fmla="*/ 0 h 1224"/>
                <a:gd name="T23" fmla="*/ 3684 w 3684"/>
                <a:gd name="T24" fmla="*/ 1224 h 12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84" h="1224">
                  <a:moveTo>
                    <a:pt x="3684" y="6"/>
                  </a:moveTo>
                  <a:lnTo>
                    <a:pt x="12" y="1218"/>
                  </a:lnTo>
                  <a:lnTo>
                    <a:pt x="0" y="1224"/>
                  </a:lnTo>
                  <a:lnTo>
                    <a:pt x="0" y="606"/>
                  </a:lnTo>
                  <a:lnTo>
                    <a:pt x="3" y="213"/>
                  </a:lnTo>
                  <a:lnTo>
                    <a:pt x="2670" y="0"/>
                  </a:lnTo>
                  <a:lnTo>
                    <a:pt x="2955" y="6"/>
                  </a:lnTo>
                </a:path>
              </a:pathLst>
            </a:custGeom>
            <a:solidFill>
              <a:schemeClr val="bg2"/>
            </a:solidFill>
            <a:ln w="9525">
              <a:solidFill>
                <a:schemeClr val="tx1"/>
              </a:solidFill>
              <a:round/>
              <a:headEnd/>
              <a:tailEnd/>
            </a:ln>
          </p:spPr>
          <p:txBody>
            <a:bodyPr wrap="none" anchor="ctr"/>
            <a:lstStyle/>
            <a:p>
              <a:endParaRPr lang="nl-BE"/>
            </a:p>
          </p:txBody>
        </p:sp>
        <p:sp>
          <p:nvSpPr>
            <p:cNvPr id="43143" name="Freeform 160"/>
            <p:cNvSpPr>
              <a:spLocks/>
            </p:cNvSpPr>
            <p:nvPr/>
          </p:nvSpPr>
          <p:spPr bwMode="auto">
            <a:xfrm>
              <a:off x="657225" y="4098925"/>
              <a:ext cx="5857875" cy="1195388"/>
            </a:xfrm>
            <a:custGeom>
              <a:avLst/>
              <a:gdLst>
                <a:gd name="T0" fmla="*/ 0 w 3690"/>
                <a:gd name="T1" fmla="*/ 2147483647 h 753"/>
                <a:gd name="T2" fmla="*/ 2147483647 w 3690"/>
                <a:gd name="T3" fmla="*/ 0 h 753"/>
                <a:gd name="T4" fmla="*/ 0 w 3690"/>
                <a:gd name="T5" fmla="*/ 2147483647 h 753"/>
                <a:gd name="T6" fmla="*/ 0 w 3690"/>
                <a:gd name="T7" fmla="*/ 2147483647 h 753"/>
                <a:gd name="T8" fmla="*/ 0 w 3690"/>
                <a:gd name="T9" fmla="*/ 2147483647 h 753"/>
                <a:gd name="T10" fmla="*/ 0 60000 65536"/>
                <a:gd name="T11" fmla="*/ 0 60000 65536"/>
                <a:gd name="T12" fmla="*/ 0 60000 65536"/>
                <a:gd name="T13" fmla="*/ 0 60000 65536"/>
                <a:gd name="T14" fmla="*/ 0 60000 65536"/>
                <a:gd name="T15" fmla="*/ 0 w 3690"/>
                <a:gd name="T16" fmla="*/ 0 h 753"/>
                <a:gd name="T17" fmla="*/ 3690 w 3690"/>
                <a:gd name="T18" fmla="*/ 753 h 753"/>
              </a:gdLst>
              <a:ahLst/>
              <a:cxnLst>
                <a:cxn ang="T10">
                  <a:pos x="T0" y="T1"/>
                </a:cxn>
                <a:cxn ang="T11">
                  <a:pos x="T2" y="T3"/>
                </a:cxn>
                <a:cxn ang="T12">
                  <a:pos x="T4" y="T5"/>
                </a:cxn>
                <a:cxn ang="T13">
                  <a:pos x="T6" y="T7"/>
                </a:cxn>
                <a:cxn ang="T14">
                  <a:pos x="T8" y="T9"/>
                </a:cxn>
              </a:cxnLst>
              <a:rect l="T15" t="T16" r="T17" b="T18"/>
              <a:pathLst>
                <a:path w="3690" h="753">
                  <a:moveTo>
                    <a:pt x="0" y="699"/>
                  </a:moveTo>
                  <a:lnTo>
                    <a:pt x="3690" y="0"/>
                  </a:lnTo>
                  <a:lnTo>
                    <a:pt x="0" y="753"/>
                  </a:lnTo>
                  <a:lnTo>
                    <a:pt x="0" y="699"/>
                  </a:lnTo>
                  <a:close/>
                </a:path>
              </a:pathLst>
            </a:custGeom>
            <a:solidFill>
              <a:srgbClr val="FFFF00"/>
            </a:solidFill>
            <a:ln w="9525">
              <a:solidFill>
                <a:schemeClr val="tx1"/>
              </a:solidFill>
              <a:round/>
              <a:headEnd/>
              <a:tailEnd/>
            </a:ln>
          </p:spPr>
          <p:txBody>
            <a:bodyPr wrap="none" anchor="ctr"/>
            <a:lstStyle/>
            <a:p>
              <a:endParaRPr lang="nl-BE"/>
            </a:p>
          </p:txBody>
        </p:sp>
        <p:sp>
          <p:nvSpPr>
            <p:cNvPr id="43144" name="Freeform 161"/>
            <p:cNvSpPr>
              <a:spLocks/>
            </p:cNvSpPr>
            <p:nvPr/>
          </p:nvSpPr>
          <p:spPr bwMode="auto">
            <a:xfrm>
              <a:off x="4419600" y="3089275"/>
              <a:ext cx="2514600" cy="1238250"/>
            </a:xfrm>
            <a:custGeom>
              <a:avLst/>
              <a:gdLst>
                <a:gd name="T0" fmla="*/ 2147483647 w 775"/>
                <a:gd name="T1" fmla="*/ 2147483647 h 780"/>
                <a:gd name="T2" fmla="*/ 2147483647 w 775"/>
                <a:gd name="T3" fmla="*/ 2147483647 h 780"/>
                <a:gd name="T4" fmla="*/ 2147483647 w 775"/>
                <a:gd name="T5" fmla="*/ 2147483647 h 780"/>
                <a:gd name="T6" fmla="*/ 2147483647 w 775"/>
                <a:gd name="T7" fmla="*/ 2147483647 h 780"/>
                <a:gd name="T8" fmla="*/ 2147483647 w 775"/>
                <a:gd name="T9" fmla="*/ 2147483647 h 780"/>
                <a:gd name="T10" fmla="*/ 2147483647 w 775"/>
                <a:gd name="T11" fmla="*/ 2147483647 h 780"/>
                <a:gd name="T12" fmla="*/ 2147483647 w 775"/>
                <a:gd name="T13" fmla="*/ 2147483647 h 780"/>
                <a:gd name="T14" fmla="*/ 2147483647 w 775"/>
                <a:gd name="T15" fmla="*/ 2147483647 h 780"/>
                <a:gd name="T16" fmla="*/ 2147483647 w 775"/>
                <a:gd name="T17" fmla="*/ 2147483647 h 780"/>
                <a:gd name="T18" fmla="*/ 2147483647 w 775"/>
                <a:gd name="T19" fmla="*/ 2147483647 h 780"/>
                <a:gd name="T20" fmla="*/ 2147483647 w 775"/>
                <a:gd name="T21" fmla="*/ 2147483647 h 780"/>
                <a:gd name="T22" fmla="*/ 2147483647 w 775"/>
                <a:gd name="T23" fmla="*/ 2147483647 h 780"/>
                <a:gd name="T24" fmla="*/ 2147483647 w 775"/>
                <a:gd name="T25" fmla="*/ 2147483647 h 780"/>
                <a:gd name="T26" fmla="*/ 2147483647 w 775"/>
                <a:gd name="T27" fmla="*/ 2147483647 h 780"/>
                <a:gd name="T28" fmla="*/ 2147483647 w 775"/>
                <a:gd name="T29" fmla="*/ 2147483647 h 780"/>
                <a:gd name="T30" fmla="*/ 2147483647 w 775"/>
                <a:gd name="T31" fmla="*/ 2147483647 h 780"/>
                <a:gd name="T32" fmla="*/ 2147483647 w 775"/>
                <a:gd name="T33" fmla="*/ 2147483647 h 780"/>
                <a:gd name="T34" fmla="*/ 2147483647 w 775"/>
                <a:gd name="T35" fmla="*/ 2147483647 h 780"/>
                <a:gd name="T36" fmla="*/ 2147483647 w 775"/>
                <a:gd name="T37" fmla="*/ 2147483647 h 780"/>
                <a:gd name="T38" fmla="*/ 2147483647 w 775"/>
                <a:gd name="T39" fmla="*/ 2147483647 h 780"/>
                <a:gd name="T40" fmla="*/ 2147483647 w 775"/>
                <a:gd name="T41" fmla="*/ 2147483647 h 780"/>
                <a:gd name="T42" fmla="*/ 2147483647 w 775"/>
                <a:gd name="T43" fmla="*/ 2147483647 h 780"/>
                <a:gd name="T44" fmla="*/ 2147483647 w 775"/>
                <a:gd name="T45" fmla="*/ 2147483647 h 780"/>
                <a:gd name="T46" fmla="*/ 2147483647 w 775"/>
                <a:gd name="T47" fmla="*/ 2147483647 h 780"/>
                <a:gd name="T48" fmla="*/ 2147483647 w 775"/>
                <a:gd name="T49" fmla="*/ 2147483647 h 780"/>
                <a:gd name="T50" fmla="*/ 2147483647 w 775"/>
                <a:gd name="T51" fmla="*/ 2147483647 h 780"/>
                <a:gd name="T52" fmla="*/ 2147483647 w 775"/>
                <a:gd name="T53" fmla="*/ 2147483647 h 780"/>
                <a:gd name="T54" fmla="*/ 2147483647 w 775"/>
                <a:gd name="T55" fmla="*/ 2147483647 h 780"/>
                <a:gd name="T56" fmla="*/ 2147483647 w 775"/>
                <a:gd name="T57" fmla="*/ 2147483647 h 780"/>
                <a:gd name="T58" fmla="*/ 2147483647 w 775"/>
                <a:gd name="T59" fmla="*/ 2147483647 h 780"/>
                <a:gd name="T60" fmla="*/ 2147483647 w 775"/>
                <a:gd name="T61" fmla="*/ 2147483647 h 780"/>
                <a:gd name="T62" fmla="*/ 2147483647 w 775"/>
                <a:gd name="T63" fmla="*/ 2147483647 h 780"/>
                <a:gd name="T64" fmla="*/ 2147483647 w 775"/>
                <a:gd name="T65" fmla="*/ 2147483647 h 780"/>
                <a:gd name="T66" fmla="*/ 2147483647 w 775"/>
                <a:gd name="T67" fmla="*/ 2147483647 h 780"/>
                <a:gd name="T68" fmla="*/ 2147483647 w 775"/>
                <a:gd name="T69" fmla="*/ 2147483647 h 780"/>
                <a:gd name="T70" fmla="*/ 2147483647 w 775"/>
                <a:gd name="T71" fmla="*/ 2147483647 h 780"/>
                <a:gd name="T72" fmla="*/ 2147483647 w 775"/>
                <a:gd name="T73" fmla="*/ 2147483647 h 780"/>
                <a:gd name="T74" fmla="*/ 2147483647 w 775"/>
                <a:gd name="T75" fmla="*/ 2147483647 h 780"/>
                <a:gd name="T76" fmla="*/ 2147483647 w 775"/>
                <a:gd name="T77" fmla="*/ 2147483647 h 780"/>
                <a:gd name="T78" fmla="*/ 2147483647 w 775"/>
                <a:gd name="T79" fmla="*/ 2147483647 h 780"/>
                <a:gd name="T80" fmla="*/ 2147483647 w 775"/>
                <a:gd name="T81" fmla="*/ 2147483647 h 780"/>
                <a:gd name="T82" fmla="*/ 2147483647 w 775"/>
                <a:gd name="T83" fmla="*/ 2147483647 h 780"/>
                <a:gd name="T84" fmla="*/ 2147483647 w 775"/>
                <a:gd name="T85" fmla="*/ 2147483647 h 780"/>
                <a:gd name="T86" fmla="*/ 2147483647 w 775"/>
                <a:gd name="T87" fmla="*/ 2147483647 h 780"/>
                <a:gd name="T88" fmla="*/ 2147483647 w 775"/>
                <a:gd name="T89" fmla="*/ 2147483647 h 780"/>
                <a:gd name="T90" fmla="*/ 2147483647 w 775"/>
                <a:gd name="T91" fmla="*/ 2147483647 h 780"/>
                <a:gd name="T92" fmla="*/ 2147483647 w 775"/>
                <a:gd name="T93" fmla="*/ 0 h 780"/>
                <a:gd name="T94" fmla="*/ 0 w 775"/>
                <a:gd name="T95" fmla="*/ 2147483647 h 780"/>
                <a:gd name="T96" fmla="*/ 2147483647 w 775"/>
                <a:gd name="T97" fmla="*/ 2147483647 h 780"/>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775"/>
                <a:gd name="T148" fmla="*/ 0 h 780"/>
                <a:gd name="T149" fmla="*/ 775 w 775"/>
                <a:gd name="T150" fmla="*/ 780 h 780"/>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775" h="780">
                  <a:moveTo>
                    <a:pt x="134" y="363"/>
                  </a:moveTo>
                  <a:lnTo>
                    <a:pt x="136" y="353"/>
                  </a:lnTo>
                  <a:lnTo>
                    <a:pt x="136" y="344"/>
                  </a:lnTo>
                  <a:lnTo>
                    <a:pt x="137" y="335"/>
                  </a:lnTo>
                  <a:lnTo>
                    <a:pt x="140" y="324"/>
                  </a:lnTo>
                  <a:lnTo>
                    <a:pt x="141" y="315"/>
                  </a:lnTo>
                  <a:lnTo>
                    <a:pt x="144" y="306"/>
                  </a:lnTo>
                  <a:lnTo>
                    <a:pt x="147" y="299"/>
                  </a:lnTo>
                  <a:lnTo>
                    <a:pt x="148" y="292"/>
                  </a:lnTo>
                  <a:lnTo>
                    <a:pt x="152" y="285"/>
                  </a:lnTo>
                  <a:lnTo>
                    <a:pt x="154" y="278"/>
                  </a:lnTo>
                  <a:lnTo>
                    <a:pt x="159" y="267"/>
                  </a:lnTo>
                  <a:lnTo>
                    <a:pt x="166" y="256"/>
                  </a:lnTo>
                  <a:lnTo>
                    <a:pt x="170" y="247"/>
                  </a:lnTo>
                  <a:lnTo>
                    <a:pt x="177" y="237"/>
                  </a:lnTo>
                  <a:lnTo>
                    <a:pt x="182" y="230"/>
                  </a:lnTo>
                  <a:lnTo>
                    <a:pt x="190" y="218"/>
                  </a:lnTo>
                  <a:lnTo>
                    <a:pt x="199" y="207"/>
                  </a:lnTo>
                  <a:lnTo>
                    <a:pt x="207" y="199"/>
                  </a:lnTo>
                  <a:lnTo>
                    <a:pt x="214" y="193"/>
                  </a:lnTo>
                  <a:lnTo>
                    <a:pt x="223" y="185"/>
                  </a:lnTo>
                  <a:lnTo>
                    <a:pt x="231" y="178"/>
                  </a:lnTo>
                  <a:lnTo>
                    <a:pt x="242" y="171"/>
                  </a:lnTo>
                  <a:lnTo>
                    <a:pt x="251" y="165"/>
                  </a:lnTo>
                  <a:lnTo>
                    <a:pt x="260" y="158"/>
                  </a:lnTo>
                  <a:lnTo>
                    <a:pt x="267" y="155"/>
                  </a:lnTo>
                  <a:lnTo>
                    <a:pt x="272" y="152"/>
                  </a:lnTo>
                  <a:lnTo>
                    <a:pt x="278" y="149"/>
                  </a:lnTo>
                  <a:lnTo>
                    <a:pt x="284" y="145"/>
                  </a:lnTo>
                  <a:lnTo>
                    <a:pt x="292" y="143"/>
                  </a:lnTo>
                  <a:lnTo>
                    <a:pt x="298" y="140"/>
                  </a:lnTo>
                  <a:lnTo>
                    <a:pt x="306" y="138"/>
                  </a:lnTo>
                  <a:lnTo>
                    <a:pt x="314" y="135"/>
                  </a:lnTo>
                  <a:lnTo>
                    <a:pt x="323" y="133"/>
                  </a:lnTo>
                  <a:lnTo>
                    <a:pt x="329" y="130"/>
                  </a:lnTo>
                  <a:lnTo>
                    <a:pt x="339" y="128"/>
                  </a:lnTo>
                  <a:lnTo>
                    <a:pt x="345" y="128"/>
                  </a:lnTo>
                  <a:lnTo>
                    <a:pt x="356" y="126"/>
                  </a:lnTo>
                  <a:lnTo>
                    <a:pt x="362" y="125"/>
                  </a:lnTo>
                  <a:lnTo>
                    <a:pt x="371" y="124"/>
                  </a:lnTo>
                  <a:lnTo>
                    <a:pt x="378" y="123"/>
                  </a:lnTo>
                  <a:lnTo>
                    <a:pt x="389" y="123"/>
                  </a:lnTo>
                  <a:lnTo>
                    <a:pt x="400" y="123"/>
                  </a:lnTo>
                  <a:lnTo>
                    <a:pt x="411" y="124"/>
                  </a:lnTo>
                  <a:lnTo>
                    <a:pt x="422" y="125"/>
                  </a:lnTo>
                  <a:lnTo>
                    <a:pt x="427" y="126"/>
                  </a:lnTo>
                  <a:lnTo>
                    <a:pt x="437" y="128"/>
                  </a:lnTo>
                  <a:lnTo>
                    <a:pt x="443" y="129"/>
                  </a:lnTo>
                  <a:lnTo>
                    <a:pt x="451" y="131"/>
                  </a:lnTo>
                  <a:lnTo>
                    <a:pt x="459" y="133"/>
                  </a:lnTo>
                  <a:lnTo>
                    <a:pt x="466" y="135"/>
                  </a:lnTo>
                  <a:lnTo>
                    <a:pt x="476" y="138"/>
                  </a:lnTo>
                  <a:lnTo>
                    <a:pt x="483" y="140"/>
                  </a:lnTo>
                  <a:lnTo>
                    <a:pt x="492" y="144"/>
                  </a:lnTo>
                  <a:lnTo>
                    <a:pt x="499" y="147"/>
                  </a:lnTo>
                  <a:lnTo>
                    <a:pt x="505" y="150"/>
                  </a:lnTo>
                  <a:lnTo>
                    <a:pt x="514" y="154"/>
                  </a:lnTo>
                  <a:lnTo>
                    <a:pt x="521" y="158"/>
                  </a:lnTo>
                  <a:lnTo>
                    <a:pt x="528" y="162"/>
                  </a:lnTo>
                  <a:lnTo>
                    <a:pt x="536" y="168"/>
                  </a:lnTo>
                  <a:lnTo>
                    <a:pt x="542" y="172"/>
                  </a:lnTo>
                  <a:lnTo>
                    <a:pt x="548" y="177"/>
                  </a:lnTo>
                  <a:lnTo>
                    <a:pt x="554" y="182"/>
                  </a:lnTo>
                  <a:lnTo>
                    <a:pt x="560" y="186"/>
                  </a:lnTo>
                  <a:lnTo>
                    <a:pt x="564" y="190"/>
                  </a:lnTo>
                  <a:lnTo>
                    <a:pt x="570" y="195"/>
                  </a:lnTo>
                  <a:lnTo>
                    <a:pt x="575" y="200"/>
                  </a:lnTo>
                  <a:lnTo>
                    <a:pt x="580" y="204"/>
                  </a:lnTo>
                  <a:lnTo>
                    <a:pt x="582" y="208"/>
                  </a:lnTo>
                  <a:lnTo>
                    <a:pt x="588" y="214"/>
                  </a:lnTo>
                  <a:lnTo>
                    <a:pt x="591" y="218"/>
                  </a:lnTo>
                  <a:lnTo>
                    <a:pt x="595" y="223"/>
                  </a:lnTo>
                  <a:lnTo>
                    <a:pt x="597" y="227"/>
                  </a:lnTo>
                  <a:lnTo>
                    <a:pt x="602" y="234"/>
                  </a:lnTo>
                  <a:lnTo>
                    <a:pt x="608" y="241"/>
                  </a:lnTo>
                  <a:lnTo>
                    <a:pt x="611" y="247"/>
                  </a:lnTo>
                  <a:lnTo>
                    <a:pt x="615" y="255"/>
                  </a:lnTo>
                  <a:lnTo>
                    <a:pt x="618" y="261"/>
                  </a:lnTo>
                  <a:lnTo>
                    <a:pt x="621" y="267"/>
                  </a:lnTo>
                  <a:lnTo>
                    <a:pt x="625" y="273"/>
                  </a:lnTo>
                  <a:lnTo>
                    <a:pt x="628" y="282"/>
                  </a:lnTo>
                  <a:lnTo>
                    <a:pt x="631" y="288"/>
                  </a:lnTo>
                  <a:lnTo>
                    <a:pt x="634" y="296"/>
                  </a:lnTo>
                  <a:lnTo>
                    <a:pt x="637" y="305"/>
                  </a:lnTo>
                  <a:lnTo>
                    <a:pt x="640" y="317"/>
                  </a:lnTo>
                  <a:lnTo>
                    <a:pt x="642" y="326"/>
                  </a:lnTo>
                  <a:lnTo>
                    <a:pt x="643" y="335"/>
                  </a:lnTo>
                  <a:lnTo>
                    <a:pt x="645" y="347"/>
                  </a:lnTo>
                  <a:lnTo>
                    <a:pt x="648" y="363"/>
                  </a:lnTo>
                  <a:lnTo>
                    <a:pt x="648" y="780"/>
                  </a:lnTo>
                  <a:lnTo>
                    <a:pt x="134" y="780"/>
                  </a:lnTo>
                  <a:lnTo>
                    <a:pt x="775" y="780"/>
                  </a:lnTo>
                  <a:lnTo>
                    <a:pt x="775" y="86"/>
                  </a:lnTo>
                  <a:lnTo>
                    <a:pt x="688" y="0"/>
                  </a:lnTo>
                  <a:lnTo>
                    <a:pt x="86" y="0"/>
                  </a:lnTo>
                  <a:lnTo>
                    <a:pt x="0" y="86"/>
                  </a:lnTo>
                  <a:lnTo>
                    <a:pt x="0" y="780"/>
                  </a:lnTo>
                  <a:lnTo>
                    <a:pt x="133" y="780"/>
                  </a:lnTo>
                  <a:lnTo>
                    <a:pt x="134" y="363"/>
                  </a:lnTo>
                  <a:close/>
                </a:path>
              </a:pathLst>
            </a:custGeom>
            <a:solidFill>
              <a:srgbClr val="C0C0C0"/>
            </a:solidFill>
            <a:ln w="9525">
              <a:noFill/>
              <a:round/>
              <a:headEnd/>
              <a:tailEnd/>
            </a:ln>
          </p:spPr>
          <p:txBody>
            <a:bodyPr/>
            <a:lstStyle/>
            <a:p>
              <a:endParaRPr lang="nl-BE"/>
            </a:p>
          </p:txBody>
        </p:sp>
        <p:sp>
          <p:nvSpPr>
            <p:cNvPr id="43145" name="Freeform 162"/>
            <p:cNvSpPr>
              <a:spLocks/>
            </p:cNvSpPr>
            <p:nvPr/>
          </p:nvSpPr>
          <p:spPr bwMode="auto">
            <a:xfrm rot="-155667">
              <a:off x="3703638" y="4249738"/>
              <a:ext cx="2368550" cy="327025"/>
            </a:xfrm>
            <a:custGeom>
              <a:avLst/>
              <a:gdLst>
                <a:gd name="T0" fmla="*/ 2147483647 w 3610"/>
                <a:gd name="T1" fmla="*/ 0 h 746"/>
                <a:gd name="T2" fmla="*/ 2147483647 w 3610"/>
                <a:gd name="T3" fmla="*/ 2147483647 h 746"/>
                <a:gd name="T4" fmla="*/ 2147483647 w 3610"/>
                <a:gd name="T5" fmla="*/ 2147483647 h 746"/>
                <a:gd name="T6" fmla="*/ 2147483647 w 3610"/>
                <a:gd name="T7" fmla="*/ 2147483647 h 746"/>
                <a:gd name="T8" fmla="*/ 2147483647 w 3610"/>
                <a:gd name="T9" fmla="*/ 2147483647 h 746"/>
                <a:gd name="T10" fmla="*/ 2147483647 w 3610"/>
                <a:gd name="T11" fmla="*/ 2147483647 h 746"/>
                <a:gd name="T12" fmla="*/ 2147483647 w 3610"/>
                <a:gd name="T13" fmla="*/ 2147483647 h 746"/>
                <a:gd name="T14" fmla="*/ 2147483647 w 3610"/>
                <a:gd name="T15" fmla="*/ 2147483647 h 746"/>
                <a:gd name="T16" fmla="*/ 2147483647 w 3610"/>
                <a:gd name="T17" fmla="*/ 2147483647 h 746"/>
                <a:gd name="T18" fmla="*/ 2147483647 w 3610"/>
                <a:gd name="T19" fmla="*/ 2147483647 h 746"/>
                <a:gd name="T20" fmla="*/ 2147483647 w 3610"/>
                <a:gd name="T21" fmla="*/ 2147483647 h 746"/>
                <a:gd name="T22" fmla="*/ 2147483647 w 3610"/>
                <a:gd name="T23" fmla="*/ 2147483647 h 746"/>
                <a:gd name="T24" fmla="*/ 2147483647 w 3610"/>
                <a:gd name="T25" fmla="*/ 2147483647 h 746"/>
                <a:gd name="T26" fmla="*/ 2147483647 w 3610"/>
                <a:gd name="T27" fmla="*/ 2147483647 h 746"/>
                <a:gd name="T28" fmla="*/ 2147483647 w 3610"/>
                <a:gd name="T29" fmla="*/ 2147483647 h 746"/>
                <a:gd name="T30" fmla="*/ 2147483647 w 3610"/>
                <a:gd name="T31" fmla="*/ 2147483647 h 746"/>
                <a:gd name="T32" fmla="*/ 2147483647 w 3610"/>
                <a:gd name="T33" fmla="*/ 2147483647 h 746"/>
                <a:gd name="T34" fmla="*/ 2147483647 w 3610"/>
                <a:gd name="T35" fmla="*/ 2147483647 h 746"/>
                <a:gd name="T36" fmla="*/ 2147483647 w 3610"/>
                <a:gd name="T37" fmla="*/ 2147483647 h 746"/>
                <a:gd name="T38" fmla="*/ 2147483647 w 3610"/>
                <a:gd name="T39" fmla="*/ 2147483647 h 746"/>
                <a:gd name="T40" fmla="*/ 2147483647 w 3610"/>
                <a:gd name="T41" fmla="*/ 2147483647 h 746"/>
                <a:gd name="T42" fmla="*/ 2147483647 w 3610"/>
                <a:gd name="T43" fmla="*/ 2147483647 h 746"/>
                <a:gd name="T44" fmla="*/ 2147483647 w 3610"/>
                <a:gd name="T45" fmla="*/ 2147483647 h 746"/>
                <a:gd name="T46" fmla="*/ 2147483647 w 3610"/>
                <a:gd name="T47" fmla="*/ 2147483647 h 746"/>
                <a:gd name="T48" fmla="*/ 2147483647 w 3610"/>
                <a:gd name="T49" fmla="*/ 2147483647 h 746"/>
                <a:gd name="T50" fmla="*/ 2147483647 w 3610"/>
                <a:gd name="T51" fmla="*/ 2147483647 h 746"/>
                <a:gd name="T52" fmla="*/ 2147483647 w 3610"/>
                <a:gd name="T53" fmla="*/ 2147483647 h 746"/>
                <a:gd name="T54" fmla="*/ 2147483647 w 3610"/>
                <a:gd name="T55" fmla="*/ 2147483647 h 746"/>
                <a:gd name="T56" fmla="*/ 2147483647 w 3610"/>
                <a:gd name="T57" fmla="*/ 2147483647 h 746"/>
                <a:gd name="T58" fmla="*/ 2147483647 w 3610"/>
                <a:gd name="T59" fmla="*/ 2147483647 h 746"/>
                <a:gd name="T60" fmla="*/ 2147483647 w 3610"/>
                <a:gd name="T61" fmla="*/ 2147483647 h 746"/>
                <a:gd name="T62" fmla="*/ 2147483647 w 3610"/>
                <a:gd name="T63" fmla="*/ 2147483647 h 746"/>
                <a:gd name="T64" fmla="*/ 2147483647 w 3610"/>
                <a:gd name="T65" fmla="*/ 2147483647 h 746"/>
                <a:gd name="T66" fmla="*/ 2147483647 w 3610"/>
                <a:gd name="T67" fmla="*/ 2147483647 h 746"/>
                <a:gd name="T68" fmla="*/ 2147483647 w 3610"/>
                <a:gd name="T69" fmla="*/ 2147483647 h 746"/>
                <a:gd name="T70" fmla="*/ 2147483647 w 3610"/>
                <a:gd name="T71" fmla="*/ 2147483647 h 746"/>
                <a:gd name="T72" fmla="*/ 2147483647 w 3610"/>
                <a:gd name="T73" fmla="*/ 2147483647 h 746"/>
                <a:gd name="T74" fmla="*/ 2147483647 w 3610"/>
                <a:gd name="T75" fmla="*/ 2147483647 h 746"/>
                <a:gd name="T76" fmla="*/ 0 w 3610"/>
                <a:gd name="T77" fmla="*/ 2147483647 h 746"/>
                <a:gd name="T78" fmla="*/ 0 w 3610"/>
                <a:gd name="T79" fmla="*/ 2147483647 h 746"/>
                <a:gd name="T80" fmla="*/ 2147483647 w 3610"/>
                <a:gd name="T81" fmla="*/ 0 h 74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610"/>
                <a:gd name="T124" fmla="*/ 0 h 746"/>
                <a:gd name="T125" fmla="*/ 3610 w 3610"/>
                <a:gd name="T126" fmla="*/ 746 h 74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610" h="746">
                  <a:moveTo>
                    <a:pt x="3610" y="0"/>
                  </a:moveTo>
                  <a:lnTo>
                    <a:pt x="3610" y="282"/>
                  </a:lnTo>
                  <a:lnTo>
                    <a:pt x="3554" y="240"/>
                  </a:lnTo>
                  <a:lnTo>
                    <a:pt x="3179" y="249"/>
                  </a:lnTo>
                  <a:lnTo>
                    <a:pt x="3147" y="297"/>
                  </a:lnTo>
                  <a:lnTo>
                    <a:pt x="3110" y="344"/>
                  </a:lnTo>
                  <a:lnTo>
                    <a:pt x="3110" y="311"/>
                  </a:lnTo>
                  <a:lnTo>
                    <a:pt x="3138" y="282"/>
                  </a:lnTo>
                  <a:lnTo>
                    <a:pt x="3154" y="246"/>
                  </a:lnTo>
                  <a:lnTo>
                    <a:pt x="3043" y="260"/>
                  </a:lnTo>
                  <a:lnTo>
                    <a:pt x="2773" y="389"/>
                  </a:lnTo>
                  <a:lnTo>
                    <a:pt x="2638" y="564"/>
                  </a:lnTo>
                  <a:lnTo>
                    <a:pt x="2491" y="585"/>
                  </a:lnTo>
                  <a:lnTo>
                    <a:pt x="2387" y="578"/>
                  </a:lnTo>
                  <a:lnTo>
                    <a:pt x="2363" y="516"/>
                  </a:lnTo>
                  <a:lnTo>
                    <a:pt x="2330" y="438"/>
                  </a:lnTo>
                  <a:lnTo>
                    <a:pt x="2330" y="353"/>
                  </a:lnTo>
                  <a:lnTo>
                    <a:pt x="2245" y="381"/>
                  </a:lnTo>
                  <a:lnTo>
                    <a:pt x="2250" y="423"/>
                  </a:lnTo>
                  <a:lnTo>
                    <a:pt x="2198" y="417"/>
                  </a:lnTo>
                  <a:lnTo>
                    <a:pt x="2188" y="501"/>
                  </a:lnTo>
                  <a:lnTo>
                    <a:pt x="2141" y="572"/>
                  </a:lnTo>
                  <a:lnTo>
                    <a:pt x="2084" y="621"/>
                  </a:lnTo>
                  <a:lnTo>
                    <a:pt x="2019" y="650"/>
                  </a:lnTo>
                  <a:lnTo>
                    <a:pt x="1891" y="663"/>
                  </a:lnTo>
                  <a:lnTo>
                    <a:pt x="1763" y="635"/>
                  </a:lnTo>
                  <a:lnTo>
                    <a:pt x="1705" y="614"/>
                  </a:lnTo>
                  <a:lnTo>
                    <a:pt x="1648" y="516"/>
                  </a:lnTo>
                  <a:lnTo>
                    <a:pt x="1403" y="540"/>
                  </a:lnTo>
                  <a:lnTo>
                    <a:pt x="1337" y="687"/>
                  </a:lnTo>
                  <a:lnTo>
                    <a:pt x="1247" y="737"/>
                  </a:lnTo>
                  <a:lnTo>
                    <a:pt x="1128" y="737"/>
                  </a:lnTo>
                  <a:lnTo>
                    <a:pt x="1020" y="744"/>
                  </a:lnTo>
                  <a:lnTo>
                    <a:pt x="982" y="746"/>
                  </a:lnTo>
                  <a:lnTo>
                    <a:pt x="949" y="723"/>
                  </a:lnTo>
                  <a:lnTo>
                    <a:pt x="928" y="689"/>
                  </a:lnTo>
                  <a:lnTo>
                    <a:pt x="925" y="623"/>
                  </a:lnTo>
                  <a:lnTo>
                    <a:pt x="785" y="674"/>
                  </a:lnTo>
                  <a:lnTo>
                    <a:pt x="0" y="666"/>
                  </a:lnTo>
                  <a:lnTo>
                    <a:pt x="0" y="89"/>
                  </a:lnTo>
                  <a:lnTo>
                    <a:pt x="3610" y="0"/>
                  </a:lnTo>
                  <a:close/>
                </a:path>
              </a:pathLst>
            </a:custGeom>
            <a:solidFill>
              <a:srgbClr val="202020"/>
            </a:solidFill>
            <a:ln w="9525">
              <a:noFill/>
              <a:round/>
              <a:headEnd/>
              <a:tailEnd/>
            </a:ln>
          </p:spPr>
          <p:txBody>
            <a:bodyPr/>
            <a:lstStyle/>
            <a:p>
              <a:endParaRPr lang="nl-BE"/>
            </a:p>
          </p:txBody>
        </p:sp>
        <p:sp>
          <p:nvSpPr>
            <p:cNvPr id="43146" name="Freeform 163"/>
            <p:cNvSpPr>
              <a:spLocks/>
            </p:cNvSpPr>
            <p:nvPr/>
          </p:nvSpPr>
          <p:spPr bwMode="auto">
            <a:xfrm rot="-155667">
              <a:off x="4683125" y="4321175"/>
              <a:ext cx="201613" cy="393700"/>
            </a:xfrm>
            <a:custGeom>
              <a:avLst/>
              <a:gdLst>
                <a:gd name="T0" fmla="*/ 2147483647 w 307"/>
                <a:gd name="T1" fmla="*/ 0 h 904"/>
                <a:gd name="T2" fmla="*/ 2147483647 w 307"/>
                <a:gd name="T3" fmla="*/ 0 h 904"/>
                <a:gd name="T4" fmla="*/ 2147483647 w 307"/>
                <a:gd name="T5" fmla="*/ 2147483647 h 904"/>
                <a:gd name="T6" fmla="*/ 2147483647 w 307"/>
                <a:gd name="T7" fmla="*/ 2147483647 h 904"/>
                <a:gd name="T8" fmla="*/ 2147483647 w 307"/>
                <a:gd name="T9" fmla="*/ 2147483647 h 904"/>
                <a:gd name="T10" fmla="*/ 2147483647 w 307"/>
                <a:gd name="T11" fmla="*/ 2147483647 h 904"/>
                <a:gd name="T12" fmla="*/ 2147483647 w 307"/>
                <a:gd name="T13" fmla="*/ 2147483647 h 904"/>
                <a:gd name="T14" fmla="*/ 2147483647 w 307"/>
                <a:gd name="T15" fmla="*/ 2147483647 h 904"/>
                <a:gd name="T16" fmla="*/ 2147483647 w 307"/>
                <a:gd name="T17" fmla="*/ 2147483647 h 904"/>
                <a:gd name="T18" fmla="*/ 2147483647 w 307"/>
                <a:gd name="T19" fmla="*/ 2147483647 h 904"/>
                <a:gd name="T20" fmla="*/ 2147483647 w 307"/>
                <a:gd name="T21" fmla="*/ 2147483647 h 904"/>
                <a:gd name="T22" fmla="*/ 2147483647 w 307"/>
                <a:gd name="T23" fmla="*/ 2147483647 h 904"/>
                <a:gd name="T24" fmla="*/ 2147483647 w 307"/>
                <a:gd name="T25" fmla="*/ 2147483647 h 904"/>
                <a:gd name="T26" fmla="*/ 2147483647 w 307"/>
                <a:gd name="T27" fmla="*/ 2147483647 h 904"/>
                <a:gd name="T28" fmla="*/ 2147483647 w 307"/>
                <a:gd name="T29" fmla="*/ 2147483647 h 904"/>
                <a:gd name="T30" fmla="*/ 2147483647 w 307"/>
                <a:gd name="T31" fmla="*/ 2147483647 h 904"/>
                <a:gd name="T32" fmla="*/ 2147483647 w 307"/>
                <a:gd name="T33" fmla="*/ 2147483647 h 904"/>
                <a:gd name="T34" fmla="*/ 2147483647 w 307"/>
                <a:gd name="T35" fmla="*/ 2147483647 h 904"/>
                <a:gd name="T36" fmla="*/ 2147483647 w 307"/>
                <a:gd name="T37" fmla="*/ 2147483647 h 904"/>
                <a:gd name="T38" fmla="*/ 2147483647 w 307"/>
                <a:gd name="T39" fmla="*/ 2147483647 h 904"/>
                <a:gd name="T40" fmla="*/ 2147483647 w 307"/>
                <a:gd name="T41" fmla="*/ 2147483647 h 904"/>
                <a:gd name="T42" fmla="*/ 2147483647 w 307"/>
                <a:gd name="T43" fmla="*/ 2147483647 h 904"/>
                <a:gd name="T44" fmla="*/ 2147483647 w 307"/>
                <a:gd name="T45" fmla="*/ 2147483647 h 904"/>
                <a:gd name="T46" fmla="*/ 2147483647 w 307"/>
                <a:gd name="T47" fmla="*/ 2147483647 h 904"/>
                <a:gd name="T48" fmla="*/ 2147483647 w 307"/>
                <a:gd name="T49" fmla="*/ 2147483647 h 904"/>
                <a:gd name="T50" fmla="*/ 2147483647 w 307"/>
                <a:gd name="T51" fmla="*/ 2147483647 h 904"/>
                <a:gd name="T52" fmla="*/ 2147483647 w 307"/>
                <a:gd name="T53" fmla="*/ 2147483647 h 904"/>
                <a:gd name="T54" fmla="*/ 2147483647 w 307"/>
                <a:gd name="T55" fmla="*/ 2147483647 h 904"/>
                <a:gd name="T56" fmla="*/ 0 w 307"/>
                <a:gd name="T57" fmla="*/ 2147483647 h 904"/>
                <a:gd name="T58" fmla="*/ 0 w 307"/>
                <a:gd name="T59" fmla="*/ 2147483647 h 904"/>
                <a:gd name="T60" fmla="*/ 2147483647 w 307"/>
                <a:gd name="T61" fmla="*/ 2147483647 h 904"/>
                <a:gd name="T62" fmla="*/ 2147483647 w 307"/>
                <a:gd name="T63" fmla="*/ 2147483647 h 904"/>
                <a:gd name="T64" fmla="*/ 2147483647 w 307"/>
                <a:gd name="T65" fmla="*/ 2147483647 h 904"/>
                <a:gd name="T66" fmla="*/ 2147483647 w 307"/>
                <a:gd name="T67" fmla="*/ 2147483647 h 904"/>
                <a:gd name="T68" fmla="*/ 2147483647 w 307"/>
                <a:gd name="T69" fmla="*/ 2147483647 h 904"/>
                <a:gd name="T70" fmla="*/ 2147483647 w 307"/>
                <a:gd name="T71" fmla="*/ 2147483647 h 904"/>
                <a:gd name="T72" fmla="*/ 2147483647 w 307"/>
                <a:gd name="T73" fmla="*/ 2147483647 h 904"/>
                <a:gd name="T74" fmla="*/ 2147483647 w 307"/>
                <a:gd name="T75" fmla="*/ 2147483647 h 904"/>
                <a:gd name="T76" fmla="*/ 2147483647 w 307"/>
                <a:gd name="T77" fmla="*/ 2147483647 h 904"/>
                <a:gd name="T78" fmla="*/ 2147483647 w 307"/>
                <a:gd name="T79" fmla="*/ 2147483647 h 904"/>
                <a:gd name="T80" fmla="*/ 2147483647 w 307"/>
                <a:gd name="T81" fmla="*/ 2147483647 h 904"/>
                <a:gd name="T82" fmla="*/ 2147483647 w 307"/>
                <a:gd name="T83" fmla="*/ 2147483647 h 904"/>
                <a:gd name="T84" fmla="*/ 2147483647 w 307"/>
                <a:gd name="T85" fmla="*/ 2147483647 h 904"/>
                <a:gd name="T86" fmla="*/ 2147483647 w 307"/>
                <a:gd name="T87" fmla="*/ 2147483647 h 904"/>
                <a:gd name="T88" fmla="*/ 2147483647 w 307"/>
                <a:gd name="T89" fmla="*/ 2147483647 h 904"/>
                <a:gd name="T90" fmla="*/ 2147483647 w 307"/>
                <a:gd name="T91" fmla="*/ 2147483647 h 904"/>
                <a:gd name="T92" fmla="*/ 2147483647 w 307"/>
                <a:gd name="T93" fmla="*/ 2147483647 h 904"/>
                <a:gd name="T94" fmla="*/ 2147483647 w 307"/>
                <a:gd name="T95" fmla="*/ 2147483647 h 904"/>
                <a:gd name="T96" fmla="*/ 2147483647 w 307"/>
                <a:gd name="T97" fmla="*/ 2147483647 h 904"/>
                <a:gd name="T98" fmla="*/ 2147483647 w 307"/>
                <a:gd name="T99" fmla="*/ 2147483647 h 904"/>
                <a:gd name="T100" fmla="*/ 2147483647 w 307"/>
                <a:gd name="T101" fmla="*/ 2147483647 h 904"/>
                <a:gd name="T102" fmla="*/ 2147483647 w 307"/>
                <a:gd name="T103" fmla="*/ 2147483647 h 904"/>
                <a:gd name="T104" fmla="*/ 2147483647 w 307"/>
                <a:gd name="T105" fmla="*/ 2147483647 h 904"/>
                <a:gd name="T106" fmla="*/ 2147483647 w 307"/>
                <a:gd name="T107" fmla="*/ 0 h 904"/>
                <a:gd name="T108" fmla="*/ 2147483647 w 307"/>
                <a:gd name="T109" fmla="*/ 0 h 90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307"/>
                <a:gd name="T166" fmla="*/ 0 h 904"/>
                <a:gd name="T167" fmla="*/ 307 w 307"/>
                <a:gd name="T168" fmla="*/ 904 h 904"/>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307" h="904">
                  <a:moveTo>
                    <a:pt x="144" y="0"/>
                  </a:moveTo>
                  <a:lnTo>
                    <a:pt x="307" y="0"/>
                  </a:lnTo>
                  <a:lnTo>
                    <a:pt x="305" y="904"/>
                  </a:lnTo>
                  <a:lnTo>
                    <a:pt x="144" y="897"/>
                  </a:lnTo>
                  <a:lnTo>
                    <a:pt x="138" y="894"/>
                  </a:lnTo>
                  <a:lnTo>
                    <a:pt x="133" y="892"/>
                  </a:lnTo>
                  <a:lnTo>
                    <a:pt x="124" y="889"/>
                  </a:lnTo>
                  <a:lnTo>
                    <a:pt x="116" y="885"/>
                  </a:lnTo>
                  <a:lnTo>
                    <a:pt x="107" y="876"/>
                  </a:lnTo>
                  <a:lnTo>
                    <a:pt x="98" y="867"/>
                  </a:lnTo>
                  <a:lnTo>
                    <a:pt x="90" y="858"/>
                  </a:lnTo>
                  <a:lnTo>
                    <a:pt x="83" y="847"/>
                  </a:lnTo>
                  <a:lnTo>
                    <a:pt x="77" y="837"/>
                  </a:lnTo>
                  <a:lnTo>
                    <a:pt x="71" y="826"/>
                  </a:lnTo>
                  <a:lnTo>
                    <a:pt x="66" y="817"/>
                  </a:lnTo>
                  <a:lnTo>
                    <a:pt x="59" y="802"/>
                  </a:lnTo>
                  <a:lnTo>
                    <a:pt x="54" y="787"/>
                  </a:lnTo>
                  <a:lnTo>
                    <a:pt x="48" y="774"/>
                  </a:lnTo>
                  <a:lnTo>
                    <a:pt x="44" y="763"/>
                  </a:lnTo>
                  <a:lnTo>
                    <a:pt x="41" y="753"/>
                  </a:lnTo>
                  <a:lnTo>
                    <a:pt x="34" y="730"/>
                  </a:lnTo>
                  <a:lnTo>
                    <a:pt x="28" y="706"/>
                  </a:lnTo>
                  <a:lnTo>
                    <a:pt x="23" y="684"/>
                  </a:lnTo>
                  <a:lnTo>
                    <a:pt x="17" y="657"/>
                  </a:lnTo>
                  <a:lnTo>
                    <a:pt x="12" y="627"/>
                  </a:lnTo>
                  <a:lnTo>
                    <a:pt x="9" y="597"/>
                  </a:lnTo>
                  <a:lnTo>
                    <a:pt x="4" y="564"/>
                  </a:lnTo>
                  <a:lnTo>
                    <a:pt x="2" y="528"/>
                  </a:lnTo>
                  <a:lnTo>
                    <a:pt x="0" y="490"/>
                  </a:lnTo>
                  <a:lnTo>
                    <a:pt x="0" y="448"/>
                  </a:lnTo>
                  <a:lnTo>
                    <a:pt x="1" y="391"/>
                  </a:lnTo>
                  <a:lnTo>
                    <a:pt x="4" y="337"/>
                  </a:lnTo>
                  <a:lnTo>
                    <a:pt x="9" y="300"/>
                  </a:lnTo>
                  <a:lnTo>
                    <a:pt x="14" y="262"/>
                  </a:lnTo>
                  <a:lnTo>
                    <a:pt x="18" y="231"/>
                  </a:lnTo>
                  <a:lnTo>
                    <a:pt x="23" y="208"/>
                  </a:lnTo>
                  <a:lnTo>
                    <a:pt x="31" y="177"/>
                  </a:lnTo>
                  <a:lnTo>
                    <a:pt x="41" y="141"/>
                  </a:lnTo>
                  <a:lnTo>
                    <a:pt x="50" y="115"/>
                  </a:lnTo>
                  <a:lnTo>
                    <a:pt x="58" y="97"/>
                  </a:lnTo>
                  <a:lnTo>
                    <a:pt x="63" y="87"/>
                  </a:lnTo>
                  <a:lnTo>
                    <a:pt x="69" y="75"/>
                  </a:lnTo>
                  <a:lnTo>
                    <a:pt x="74" y="64"/>
                  </a:lnTo>
                  <a:lnTo>
                    <a:pt x="79" y="54"/>
                  </a:lnTo>
                  <a:lnTo>
                    <a:pt x="85" y="46"/>
                  </a:lnTo>
                  <a:lnTo>
                    <a:pt x="91" y="37"/>
                  </a:lnTo>
                  <a:lnTo>
                    <a:pt x="98" y="28"/>
                  </a:lnTo>
                  <a:lnTo>
                    <a:pt x="104" y="22"/>
                  </a:lnTo>
                  <a:lnTo>
                    <a:pt x="109" y="18"/>
                  </a:lnTo>
                  <a:lnTo>
                    <a:pt x="115" y="12"/>
                  </a:lnTo>
                  <a:lnTo>
                    <a:pt x="122" y="7"/>
                  </a:lnTo>
                  <a:lnTo>
                    <a:pt x="127" y="4"/>
                  </a:lnTo>
                  <a:lnTo>
                    <a:pt x="133" y="1"/>
                  </a:lnTo>
                  <a:lnTo>
                    <a:pt x="138" y="0"/>
                  </a:lnTo>
                  <a:lnTo>
                    <a:pt x="144" y="0"/>
                  </a:lnTo>
                  <a:close/>
                </a:path>
              </a:pathLst>
            </a:custGeom>
            <a:solidFill>
              <a:srgbClr val="202020"/>
            </a:solidFill>
            <a:ln w="9525">
              <a:noFill/>
              <a:round/>
              <a:headEnd/>
              <a:tailEnd/>
            </a:ln>
          </p:spPr>
          <p:txBody>
            <a:bodyPr/>
            <a:lstStyle/>
            <a:p>
              <a:endParaRPr lang="nl-BE"/>
            </a:p>
          </p:txBody>
        </p:sp>
        <p:sp>
          <p:nvSpPr>
            <p:cNvPr id="43147" name="Oval 164"/>
            <p:cNvSpPr>
              <a:spLocks noChangeArrowheads="1"/>
            </p:cNvSpPr>
            <p:nvPr/>
          </p:nvSpPr>
          <p:spPr bwMode="auto">
            <a:xfrm rot="-155667">
              <a:off x="4778375" y="4316413"/>
              <a:ext cx="203200" cy="395287"/>
            </a:xfrm>
            <a:prstGeom prst="ellipse">
              <a:avLst/>
            </a:prstGeom>
            <a:solidFill>
              <a:srgbClr val="404040"/>
            </a:solidFill>
            <a:ln w="9525">
              <a:noFill/>
              <a:round/>
              <a:headEnd/>
              <a:tailEnd/>
            </a:ln>
          </p:spPr>
          <p:txBody>
            <a:bodyPr/>
            <a:lstStyle/>
            <a:p>
              <a:pPr algn="ctr" eaLnBrk="0" hangingPunct="0"/>
              <a:endParaRPr lang="nl-BE"/>
            </a:p>
          </p:txBody>
        </p:sp>
        <p:sp>
          <p:nvSpPr>
            <p:cNvPr id="43148" name="Oval 165"/>
            <p:cNvSpPr>
              <a:spLocks noChangeArrowheads="1"/>
            </p:cNvSpPr>
            <p:nvPr/>
          </p:nvSpPr>
          <p:spPr bwMode="auto">
            <a:xfrm rot="-155667">
              <a:off x="4819650" y="4397375"/>
              <a:ext cx="119063" cy="233363"/>
            </a:xfrm>
            <a:prstGeom prst="ellipse">
              <a:avLst/>
            </a:prstGeom>
            <a:solidFill>
              <a:srgbClr val="A0A0A0"/>
            </a:solidFill>
            <a:ln w="9525">
              <a:noFill/>
              <a:round/>
              <a:headEnd/>
              <a:tailEnd/>
            </a:ln>
          </p:spPr>
          <p:txBody>
            <a:bodyPr/>
            <a:lstStyle/>
            <a:p>
              <a:pPr algn="ctr" eaLnBrk="0" hangingPunct="0"/>
              <a:endParaRPr lang="nl-BE"/>
            </a:p>
          </p:txBody>
        </p:sp>
        <p:sp>
          <p:nvSpPr>
            <p:cNvPr id="43149" name="Oval 166"/>
            <p:cNvSpPr>
              <a:spLocks noChangeArrowheads="1"/>
            </p:cNvSpPr>
            <p:nvPr/>
          </p:nvSpPr>
          <p:spPr bwMode="auto">
            <a:xfrm rot="-155667">
              <a:off x="4818063" y="4402138"/>
              <a:ext cx="109537" cy="219075"/>
            </a:xfrm>
            <a:prstGeom prst="ellipse">
              <a:avLst/>
            </a:prstGeom>
            <a:solidFill>
              <a:srgbClr val="808080"/>
            </a:solidFill>
            <a:ln w="9525">
              <a:noFill/>
              <a:round/>
              <a:headEnd/>
              <a:tailEnd/>
            </a:ln>
          </p:spPr>
          <p:txBody>
            <a:bodyPr/>
            <a:lstStyle/>
            <a:p>
              <a:pPr algn="ctr" eaLnBrk="0" hangingPunct="0"/>
              <a:endParaRPr lang="nl-BE"/>
            </a:p>
          </p:txBody>
        </p:sp>
        <p:sp>
          <p:nvSpPr>
            <p:cNvPr id="43150" name="Oval 167"/>
            <p:cNvSpPr>
              <a:spLocks noChangeArrowheads="1"/>
            </p:cNvSpPr>
            <p:nvPr/>
          </p:nvSpPr>
          <p:spPr bwMode="auto">
            <a:xfrm rot="-155667">
              <a:off x="4868863" y="4494213"/>
              <a:ext cx="20637" cy="39687"/>
            </a:xfrm>
            <a:prstGeom prst="ellipse">
              <a:avLst/>
            </a:prstGeom>
            <a:solidFill>
              <a:srgbClr val="404040"/>
            </a:solidFill>
            <a:ln w="9525">
              <a:noFill/>
              <a:round/>
              <a:headEnd/>
              <a:tailEnd/>
            </a:ln>
          </p:spPr>
          <p:txBody>
            <a:bodyPr/>
            <a:lstStyle/>
            <a:p>
              <a:pPr algn="ctr" eaLnBrk="0" hangingPunct="0"/>
              <a:endParaRPr lang="nl-BE"/>
            </a:p>
          </p:txBody>
        </p:sp>
        <p:sp>
          <p:nvSpPr>
            <p:cNvPr id="43151" name="Freeform 168"/>
            <p:cNvSpPr>
              <a:spLocks/>
            </p:cNvSpPr>
            <p:nvPr/>
          </p:nvSpPr>
          <p:spPr bwMode="auto">
            <a:xfrm rot="-155667">
              <a:off x="4800600" y="4316413"/>
              <a:ext cx="201613" cy="403225"/>
            </a:xfrm>
            <a:custGeom>
              <a:avLst/>
              <a:gdLst>
                <a:gd name="T0" fmla="*/ 2147483647 w 306"/>
                <a:gd name="T1" fmla="*/ 0 h 925"/>
                <a:gd name="T2" fmla="*/ 2147483647 w 306"/>
                <a:gd name="T3" fmla="*/ 0 h 925"/>
                <a:gd name="T4" fmla="*/ 2147483647 w 306"/>
                <a:gd name="T5" fmla="*/ 2147483647 h 925"/>
                <a:gd name="T6" fmla="*/ 2147483647 w 306"/>
                <a:gd name="T7" fmla="*/ 2147483647 h 925"/>
                <a:gd name="T8" fmla="*/ 2147483647 w 306"/>
                <a:gd name="T9" fmla="*/ 2147483647 h 925"/>
                <a:gd name="T10" fmla="*/ 2147483647 w 306"/>
                <a:gd name="T11" fmla="*/ 2147483647 h 925"/>
                <a:gd name="T12" fmla="*/ 2147483647 w 306"/>
                <a:gd name="T13" fmla="*/ 2147483647 h 925"/>
                <a:gd name="T14" fmla="*/ 2147483647 w 306"/>
                <a:gd name="T15" fmla="*/ 2147483647 h 925"/>
                <a:gd name="T16" fmla="*/ 2147483647 w 306"/>
                <a:gd name="T17" fmla="*/ 2147483647 h 925"/>
                <a:gd name="T18" fmla="*/ 2147483647 w 306"/>
                <a:gd name="T19" fmla="*/ 2147483647 h 925"/>
                <a:gd name="T20" fmla="*/ 2147483647 w 306"/>
                <a:gd name="T21" fmla="*/ 2147483647 h 925"/>
                <a:gd name="T22" fmla="*/ 2147483647 w 306"/>
                <a:gd name="T23" fmla="*/ 2147483647 h 925"/>
                <a:gd name="T24" fmla="*/ 2147483647 w 306"/>
                <a:gd name="T25" fmla="*/ 2147483647 h 925"/>
                <a:gd name="T26" fmla="*/ 2147483647 w 306"/>
                <a:gd name="T27" fmla="*/ 2147483647 h 925"/>
                <a:gd name="T28" fmla="*/ 2147483647 w 306"/>
                <a:gd name="T29" fmla="*/ 2147483647 h 925"/>
                <a:gd name="T30" fmla="*/ 2147483647 w 306"/>
                <a:gd name="T31" fmla="*/ 2147483647 h 925"/>
                <a:gd name="T32" fmla="*/ 2147483647 w 306"/>
                <a:gd name="T33" fmla="*/ 2147483647 h 925"/>
                <a:gd name="T34" fmla="*/ 2147483647 w 306"/>
                <a:gd name="T35" fmla="*/ 2147483647 h 925"/>
                <a:gd name="T36" fmla="*/ 2147483647 w 306"/>
                <a:gd name="T37" fmla="*/ 2147483647 h 925"/>
                <a:gd name="T38" fmla="*/ 2147483647 w 306"/>
                <a:gd name="T39" fmla="*/ 2147483647 h 925"/>
                <a:gd name="T40" fmla="*/ 2147483647 w 306"/>
                <a:gd name="T41" fmla="*/ 2147483647 h 925"/>
                <a:gd name="T42" fmla="*/ 2147483647 w 306"/>
                <a:gd name="T43" fmla="*/ 2147483647 h 925"/>
                <a:gd name="T44" fmla="*/ 2147483647 w 306"/>
                <a:gd name="T45" fmla="*/ 2147483647 h 925"/>
                <a:gd name="T46" fmla="*/ 2147483647 w 306"/>
                <a:gd name="T47" fmla="*/ 2147483647 h 925"/>
                <a:gd name="T48" fmla="*/ 2147483647 w 306"/>
                <a:gd name="T49" fmla="*/ 2147483647 h 925"/>
                <a:gd name="T50" fmla="*/ 2147483647 w 306"/>
                <a:gd name="T51" fmla="*/ 2147483647 h 925"/>
                <a:gd name="T52" fmla="*/ 2147483647 w 306"/>
                <a:gd name="T53" fmla="*/ 2147483647 h 925"/>
                <a:gd name="T54" fmla="*/ 2147483647 w 306"/>
                <a:gd name="T55" fmla="*/ 2147483647 h 925"/>
                <a:gd name="T56" fmla="*/ 0 w 306"/>
                <a:gd name="T57" fmla="*/ 2147483647 h 925"/>
                <a:gd name="T58" fmla="*/ 0 w 306"/>
                <a:gd name="T59" fmla="*/ 2147483647 h 925"/>
                <a:gd name="T60" fmla="*/ 2147483647 w 306"/>
                <a:gd name="T61" fmla="*/ 2147483647 h 925"/>
                <a:gd name="T62" fmla="*/ 2147483647 w 306"/>
                <a:gd name="T63" fmla="*/ 2147483647 h 925"/>
                <a:gd name="T64" fmla="*/ 2147483647 w 306"/>
                <a:gd name="T65" fmla="*/ 2147483647 h 925"/>
                <a:gd name="T66" fmla="*/ 2147483647 w 306"/>
                <a:gd name="T67" fmla="*/ 2147483647 h 925"/>
                <a:gd name="T68" fmla="*/ 2147483647 w 306"/>
                <a:gd name="T69" fmla="*/ 2147483647 h 925"/>
                <a:gd name="T70" fmla="*/ 2147483647 w 306"/>
                <a:gd name="T71" fmla="*/ 2147483647 h 925"/>
                <a:gd name="T72" fmla="*/ 2147483647 w 306"/>
                <a:gd name="T73" fmla="*/ 2147483647 h 925"/>
                <a:gd name="T74" fmla="*/ 2147483647 w 306"/>
                <a:gd name="T75" fmla="*/ 2147483647 h 925"/>
                <a:gd name="T76" fmla="*/ 2147483647 w 306"/>
                <a:gd name="T77" fmla="*/ 2147483647 h 925"/>
                <a:gd name="T78" fmla="*/ 2147483647 w 306"/>
                <a:gd name="T79" fmla="*/ 2147483647 h 925"/>
                <a:gd name="T80" fmla="*/ 2147483647 w 306"/>
                <a:gd name="T81" fmla="*/ 2147483647 h 925"/>
                <a:gd name="T82" fmla="*/ 2147483647 w 306"/>
                <a:gd name="T83" fmla="*/ 2147483647 h 925"/>
                <a:gd name="T84" fmla="*/ 2147483647 w 306"/>
                <a:gd name="T85" fmla="*/ 2147483647 h 925"/>
                <a:gd name="T86" fmla="*/ 2147483647 w 306"/>
                <a:gd name="T87" fmla="*/ 2147483647 h 925"/>
                <a:gd name="T88" fmla="*/ 2147483647 w 306"/>
                <a:gd name="T89" fmla="*/ 2147483647 h 925"/>
                <a:gd name="T90" fmla="*/ 2147483647 w 306"/>
                <a:gd name="T91" fmla="*/ 2147483647 h 925"/>
                <a:gd name="T92" fmla="*/ 2147483647 w 306"/>
                <a:gd name="T93" fmla="*/ 2147483647 h 925"/>
                <a:gd name="T94" fmla="*/ 2147483647 w 306"/>
                <a:gd name="T95" fmla="*/ 2147483647 h 925"/>
                <a:gd name="T96" fmla="*/ 2147483647 w 306"/>
                <a:gd name="T97" fmla="*/ 2147483647 h 925"/>
                <a:gd name="T98" fmla="*/ 2147483647 w 306"/>
                <a:gd name="T99" fmla="*/ 2147483647 h 925"/>
                <a:gd name="T100" fmla="*/ 2147483647 w 306"/>
                <a:gd name="T101" fmla="*/ 2147483647 h 925"/>
                <a:gd name="T102" fmla="*/ 2147483647 w 306"/>
                <a:gd name="T103" fmla="*/ 2147483647 h 925"/>
                <a:gd name="T104" fmla="*/ 2147483647 w 306"/>
                <a:gd name="T105" fmla="*/ 2147483647 h 925"/>
                <a:gd name="T106" fmla="*/ 2147483647 w 306"/>
                <a:gd name="T107" fmla="*/ 0 h 925"/>
                <a:gd name="T108" fmla="*/ 2147483647 w 306"/>
                <a:gd name="T109" fmla="*/ 0 h 925"/>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306"/>
                <a:gd name="T166" fmla="*/ 0 h 925"/>
                <a:gd name="T167" fmla="*/ 306 w 306"/>
                <a:gd name="T168" fmla="*/ 925 h 925"/>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306" h="925">
                  <a:moveTo>
                    <a:pt x="145" y="0"/>
                  </a:moveTo>
                  <a:lnTo>
                    <a:pt x="306" y="0"/>
                  </a:lnTo>
                  <a:lnTo>
                    <a:pt x="304" y="925"/>
                  </a:lnTo>
                  <a:lnTo>
                    <a:pt x="145" y="916"/>
                  </a:lnTo>
                  <a:lnTo>
                    <a:pt x="139" y="915"/>
                  </a:lnTo>
                  <a:lnTo>
                    <a:pt x="133" y="913"/>
                  </a:lnTo>
                  <a:lnTo>
                    <a:pt x="125" y="909"/>
                  </a:lnTo>
                  <a:lnTo>
                    <a:pt x="117" y="904"/>
                  </a:lnTo>
                  <a:lnTo>
                    <a:pt x="108" y="895"/>
                  </a:lnTo>
                  <a:lnTo>
                    <a:pt x="99" y="888"/>
                  </a:lnTo>
                  <a:lnTo>
                    <a:pt x="90" y="877"/>
                  </a:lnTo>
                  <a:lnTo>
                    <a:pt x="83" y="867"/>
                  </a:lnTo>
                  <a:lnTo>
                    <a:pt x="76" y="856"/>
                  </a:lnTo>
                  <a:lnTo>
                    <a:pt x="71" y="844"/>
                  </a:lnTo>
                  <a:lnTo>
                    <a:pt x="66" y="837"/>
                  </a:lnTo>
                  <a:lnTo>
                    <a:pt x="59" y="822"/>
                  </a:lnTo>
                  <a:lnTo>
                    <a:pt x="54" y="805"/>
                  </a:lnTo>
                  <a:lnTo>
                    <a:pt x="48" y="792"/>
                  </a:lnTo>
                  <a:lnTo>
                    <a:pt x="44" y="780"/>
                  </a:lnTo>
                  <a:lnTo>
                    <a:pt x="41" y="769"/>
                  </a:lnTo>
                  <a:lnTo>
                    <a:pt x="34" y="747"/>
                  </a:lnTo>
                  <a:lnTo>
                    <a:pt x="28" y="723"/>
                  </a:lnTo>
                  <a:lnTo>
                    <a:pt x="22" y="697"/>
                  </a:lnTo>
                  <a:lnTo>
                    <a:pt x="17" y="672"/>
                  </a:lnTo>
                  <a:lnTo>
                    <a:pt x="12" y="642"/>
                  </a:lnTo>
                  <a:lnTo>
                    <a:pt x="9" y="610"/>
                  </a:lnTo>
                  <a:lnTo>
                    <a:pt x="4" y="577"/>
                  </a:lnTo>
                  <a:lnTo>
                    <a:pt x="2" y="540"/>
                  </a:lnTo>
                  <a:lnTo>
                    <a:pt x="0" y="502"/>
                  </a:lnTo>
                  <a:lnTo>
                    <a:pt x="0" y="459"/>
                  </a:lnTo>
                  <a:lnTo>
                    <a:pt x="1" y="400"/>
                  </a:lnTo>
                  <a:lnTo>
                    <a:pt x="4" y="346"/>
                  </a:lnTo>
                  <a:lnTo>
                    <a:pt x="9" y="307"/>
                  </a:lnTo>
                  <a:lnTo>
                    <a:pt x="13" y="268"/>
                  </a:lnTo>
                  <a:lnTo>
                    <a:pt x="18" y="237"/>
                  </a:lnTo>
                  <a:lnTo>
                    <a:pt x="22" y="213"/>
                  </a:lnTo>
                  <a:lnTo>
                    <a:pt x="30" y="181"/>
                  </a:lnTo>
                  <a:lnTo>
                    <a:pt x="41" y="144"/>
                  </a:lnTo>
                  <a:lnTo>
                    <a:pt x="50" y="118"/>
                  </a:lnTo>
                  <a:lnTo>
                    <a:pt x="57" y="100"/>
                  </a:lnTo>
                  <a:lnTo>
                    <a:pt x="63" y="90"/>
                  </a:lnTo>
                  <a:lnTo>
                    <a:pt x="69" y="76"/>
                  </a:lnTo>
                  <a:lnTo>
                    <a:pt x="74" y="66"/>
                  </a:lnTo>
                  <a:lnTo>
                    <a:pt x="79" y="55"/>
                  </a:lnTo>
                  <a:lnTo>
                    <a:pt x="84" y="46"/>
                  </a:lnTo>
                  <a:lnTo>
                    <a:pt x="91" y="39"/>
                  </a:lnTo>
                  <a:lnTo>
                    <a:pt x="99" y="30"/>
                  </a:lnTo>
                  <a:lnTo>
                    <a:pt x="104" y="24"/>
                  </a:lnTo>
                  <a:lnTo>
                    <a:pt x="110" y="18"/>
                  </a:lnTo>
                  <a:lnTo>
                    <a:pt x="116" y="12"/>
                  </a:lnTo>
                  <a:lnTo>
                    <a:pt x="123" y="7"/>
                  </a:lnTo>
                  <a:lnTo>
                    <a:pt x="128" y="4"/>
                  </a:lnTo>
                  <a:lnTo>
                    <a:pt x="134" y="1"/>
                  </a:lnTo>
                  <a:lnTo>
                    <a:pt x="138" y="0"/>
                  </a:lnTo>
                  <a:lnTo>
                    <a:pt x="145" y="0"/>
                  </a:lnTo>
                  <a:close/>
                </a:path>
              </a:pathLst>
            </a:custGeom>
            <a:solidFill>
              <a:srgbClr val="202020"/>
            </a:solidFill>
            <a:ln w="9525">
              <a:noFill/>
              <a:round/>
              <a:headEnd/>
              <a:tailEnd/>
            </a:ln>
          </p:spPr>
          <p:txBody>
            <a:bodyPr/>
            <a:lstStyle/>
            <a:p>
              <a:endParaRPr lang="nl-BE"/>
            </a:p>
          </p:txBody>
        </p:sp>
        <p:sp>
          <p:nvSpPr>
            <p:cNvPr id="43152" name="Oval 169"/>
            <p:cNvSpPr>
              <a:spLocks noChangeArrowheads="1"/>
            </p:cNvSpPr>
            <p:nvPr/>
          </p:nvSpPr>
          <p:spPr bwMode="auto">
            <a:xfrm rot="-155667">
              <a:off x="4895850" y="4311650"/>
              <a:ext cx="203200" cy="404813"/>
            </a:xfrm>
            <a:prstGeom prst="ellipse">
              <a:avLst/>
            </a:prstGeom>
            <a:solidFill>
              <a:srgbClr val="404040"/>
            </a:solidFill>
            <a:ln w="9525">
              <a:noFill/>
              <a:round/>
              <a:headEnd/>
              <a:tailEnd/>
            </a:ln>
          </p:spPr>
          <p:txBody>
            <a:bodyPr/>
            <a:lstStyle/>
            <a:p>
              <a:pPr algn="ctr" eaLnBrk="0" hangingPunct="0"/>
              <a:endParaRPr lang="nl-BE"/>
            </a:p>
          </p:txBody>
        </p:sp>
        <p:sp>
          <p:nvSpPr>
            <p:cNvPr id="43153" name="Oval 170"/>
            <p:cNvSpPr>
              <a:spLocks noChangeArrowheads="1"/>
            </p:cNvSpPr>
            <p:nvPr/>
          </p:nvSpPr>
          <p:spPr bwMode="auto">
            <a:xfrm rot="-155667">
              <a:off x="4938713" y="4394200"/>
              <a:ext cx="117475" cy="238125"/>
            </a:xfrm>
            <a:prstGeom prst="ellipse">
              <a:avLst/>
            </a:prstGeom>
            <a:solidFill>
              <a:srgbClr val="A0A0A0"/>
            </a:solidFill>
            <a:ln w="9525">
              <a:noFill/>
              <a:round/>
              <a:headEnd/>
              <a:tailEnd/>
            </a:ln>
          </p:spPr>
          <p:txBody>
            <a:bodyPr/>
            <a:lstStyle/>
            <a:p>
              <a:pPr algn="ctr" eaLnBrk="0" hangingPunct="0"/>
              <a:endParaRPr lang="nl-BE"/>
            </a:p>
          </p:txBody>
        </p:sp>
        <p:sp>
          <p:nvSpPr>
            <p:cNvPr id="43154" name="Oval 171"/>
            <p:cNvSpPr>
              <a:spLocks noChangeArrowheads="1"/>
            </p:cNvSpPr>
            <p:nvPr/>
          </p:nvSpPr>
          <p:spPr bwMode="auto">
            <a:xfrm rot="-155667">
              <a:off x="4937125" y="4400550"/>
              <a:ext cx="109538" cy="222250"/>
            </a:xfrm>
            <a:prstGeom prst="ellipse">
              <a:avLst/>
            </a:prstGeom>
            <a:solidFill>
              <a:srgbClr val="808080"/>
            </a:solidFill>
            <a:ln w="9525">
              <a:noFill/>
              <a:round/>
              <a:headEnd/>
              <a:tailEnd/>
            </a:ln>
          </p:spPr>
          <p:txBody>
            <a:bodyPr/>
            <a:lstStyle/>
            <a:p>
              <a:pPr algn="ctr" eaLnBrk="0" hangingPunct="0"/>
              <a:endParaRPr lang="nl-BE"/>
            </a:p>
          </p:txBody>
        </p:sp>
        <p:sp>
          <p:nvSpPr>
            <p:cNvPr id="43155" name="Oval 172"/>
            <p:cNvSpPr>
              <a:spLocks noChangeArrowheads="1"/>
            </p:cNvSpPr>
            <p:nvPr/>
          </p:nvSpPr>
          <p:spPr bwMode="auto">
            <a:xfrm rot="-155667">
              <a:off x="4986338" y="4492625"/>
              <a:ext cx="20637" cy="39688"/>
            </a:xfrm>
            <a:prstGeom prst="ellipse">
              <a:avLst/>
            </a:prstGeom>
            <a:solidFill>
              <a:srgbClr val="404040"/>
            </a:solidFill>
            <a:ln w="9525">
              <a:noFill/>
              <a:round/>
              <a:headEnd/>
              <a:tailEnd/>
            </a:ln>
          </p:spPr>
          <p:txBody>
            <a:bodyPr/>
            <a:lstStyle/>
            <a:p>
              <a:pPr algn="ctr" eaLnBrk="0" hangingPunct="0"/>
              <a:endParaRPr lang="nl-BE"/>
            </a:p>
          </p:txBody>
        </p:sp>
        <p:sp>
          <p:nvSpPr>
            <p:cNvPr id="43156" name="Freeform 173"/>
            <p:cNvSpPr>
              <a:spLocks/>
            </p:cNvSpPr>
            <p:nvPr/>
          </p:nvSpPr>
          <p:spPr bwMode="auto">
            <a:xfrm rot="-155667">
              <a:off x="4475163" y="4340225"/>
              <a:ext cx="207962" cy="414338"/>
            </a:xfrm>
            <a:custGeom>
              <a:avLst/>
              <a:gdLst>
                <a:gd name="T0" fmla="*/ 2147483647 w 319"/>
                <a:gd name="T1" fmla="*/ 0 h 947"/>
                <a:gd name="T2" fmla="*/ 2147483647 w 319"/>
                <a:gd name="T3" fmla="*/ 0 h 947"/>
                <a:gd name="T4" fmla="*/ 2147483647 w 319"/>
                <a:gd name="T5" fmla="*/ 2147483647 h 947"/>
                <a:gd name="T6" fmla="*/ 2147483647 w 319"/>
                <a:gd name="T7" fmla="*/ 2147483647 h 947"/>
                <a:gd name="T8" fmla="*/ 2147483647 w 319"/>
                <a:gd name="T9" fmla="*/ 2147483647 h 947"/>
                <a:gd name="T10" fmla="*/ 2147483647 w 319"/>
                <a:gd name="T11" fmla="*/ 2147483647 h 947"/>
                <a:gd name="T12" fmla="*/ 2147483647 w 319"/>
                <a:gd name="T13" fmla="*/ 2147483647 h 947"/>
                <a:gd name="T14" fmla="*/ 2147483647 w 319"/>
                <a:gd name="T15" fmla="*/ 2147483647 h 947"/>
                <a:gd name="T16" fmla="*/ 2147483647 w 319"/>
                <a:gd name="T17" fmla="*/ 2147483647 h 947"/>
                <a:gd name="T18" fmla="*/ 2147483647 w 319"/>
                <a:gd name="T19" fmla="*/ 2147483647 h 947"/>
                <a:gd name="T20" fmla="*/ 2147483647 w 319"/>
                <a:gd name="T21" fmla="*/ 2147483647 h 947"/>
                <a:gd name="T22" fmla="*/ 2147483647 w 319"/>
                <a:gd name="T23" fmla="*/ 2147483647 h 947"/>
                <a:gd name="T24" fmla="*/ 2147483647 w 319"/>
                <a:gd name="T25" fmla="*/ 2147483647 h 947"/>
                <a:gd name="T26" fmla="*/ 2147483647 w 319"/>
                <a:gd name="T27" fmla="*/ 2147483647 h 947"/>
                <a:gd name="T28" fmla="*/ 2147483647 w 319"/>
                <a:gd name="T29" fmla="*/ 2147483647 h 947"/>
                <a:gd name="T30" fmla="*/ 2147483647 w 319"/>
                <a:gd name="T31" fmla="*/ 2147483647 h 947"/>
                <a:gd name="T32" fmla="*/ 2147483647 w 319"/>
                <a:gd name="T33" fmla="*/ 2147483647 h 947"/>
                <a:gd name="T34" fmla="*/ 2147483647 w 319"/>
                <a:gd name="T35" fmla="*/ 2147483647 h 947"/>
                <a:gd name="T36" fmla="*/ 2147483647 w 319"/>
                <a:gd name="T37" fmla="*/ 2147483647 h 947"/>
                <a:gd name="T38" fmla="*/ 2147483647 w 319"/>
                <a:gd name="T39" fmla="*/ 2147483647 h 947"/>
                <a:gd name="T40" fmla="*/ 2147483647 w 319"/>
                <a:gd name="T41" fmla="*/ 2147483647 h 947"/>
                <a:gd name="T42" fmla="*/ 2147483647 w 319"/>
                <a:gd name="T43" fmla="*/ 2147483647 h 947"/>
                <a:gd name="T44" fmla="*/ 2147483647 w 319"/>
                <a:gd name="T45" fmla="*/ 2147483647 h 947"/>
                <a:gd name="T46" fmla="*/ 2147483647 w 319"/>
                <a:gd name="T47" fmla="*/ 2147483647 h 947"/>
                <a:gd name="T48" fmla="*/ 2147483647 w 319"/>
                <a:gd name="T49" fmla="*/ 2147483647 h 947"/>
                <a:gd name="T50" fmla="*/ 2147483647 w 319"/>
                <a:gd name="T51" fmla="*/ 2147483647 h 947"/>
                <a:gd name="T52" fmla="*/ 2147483647 w 319"/>
                <a:gd name="T53" fmla="*/ 2147483647 h 947"/>
                <a:gd name="T54" fmla="*/ 2147483647 w 319"/>
                <a:gd name="T55" fmla="*/ 2147483647 h 947"/>
                <a:gd name="T56" fmla="*/ 0 w 319"/>
                <a:gd name="T57" fmla="*/ 2147483647 h 947"/>
                <a:gd name="T58" fmla="*/ 0 w 319"/>
                <a:gd name="T59" fmla="*/ 2147483647 h 947"/>
                <a:gd name="T60" fmla="*/ 2147483647 w 319"/>
                <a:gd name="T61" fmla="*/ 2147483647 h 947"/>
                <a:gd name="T62" fmla="*/ 2147483647 w 319"/>
                <a:gd name="T63" fmla="*/ 2147483647 h 947"/>
                <a:gd name="T64" fmla="*/ 2147483647 w 319"/>
                <a:gd name="T65" fmla="*/ 2147483647 h 947"/>
                <a:gd name="T66" fmla="*/ 2147483647 w 319"/>
                <a:gd name="T67" fmla="*/ 2147483647 h 947"/>
                <a:gd name="T68" fmla="*/ 2147483647 w 319"/>
                <a:gd name="T69" fmla="*/ 2147483647 h 947"/>
                <a:gd name="T70" fmla="*/ 2147483647 w 319"/>
                <a:gd name="T71" fmla="*/ 2147483647 h 947"/>
                <a:gd name="T72" fmla="*/ 2147483647 w 319"/>
                <a:gd name="T73" fmla="*/ 2147483647 h 947"/>
                <a:gd name="T74" fmla="*/ 2147483647 w 319"/>
                <a:gd name="T75" fmla="*/ 2147483647 h 947"/>
                <a:gd name="T76" fmla="*/ 2147483647 w 319"/>
                <a:gd name="T77" fmla="*/ 2147483647 h 947"/>
                <a:gd name="T78" fmla="*/ 2147483647 w 319"/>
                <a:gd name="T79" fmla="*/ 2147483647 h 947"/>
                <a:gd name="T80" fmla="*/ 2147483647 w 319"/>
                <a:gd name="T81" fmla="*/ 2147483647 h 947"/>
                <a:gd name="T82" fmla="*/ 2147483647 w 319"/>
                <a:gd name="T83" fmla="*/ 2147483647 h 947"/>
                <a:gd name="T84" fmla="*/ 2147483647 w 319"/>
                <a:gd name="T85" fmla="*/ 2147483647 h 947"/>
                <a:gd name="T86" fmla="*/ 2147483647 w 319"/>
                <a:gd name="T87" fmla="*/ 2147483647 h 947"/>
                <a:gd name="T88" fmla="*/ 2147483647 w 319"/>
                <a:gd name="T89" fmla="*/ 2147483647 h 947"/>
                <a:gd name="T90" fmla="*/ 2147483647 w 319"/>
                <a:gd name="T91" fmla="*/ 2147483647 h 947"/>
                <a:gd name="T92" fmla="*/ 2147483647 w 319"/>
                <a:gd name="T93" fmla="*/ 2147483647 h 947"/>
                <a:gd name="T94" fmla="*/ 2147483647 w 319"/>
                <a:gd name="T95" fmla="*/ 2147483647 h 947"/>
                <a:gd name="T96" fmla="*/ 2147483647 w 319"/>
                <a:gd name="T97" fmla="*/ 2147483647 h 947"/>
                <a:gd name="T98" fmla="*/ 2147483647 w 319"/>
                <a:gd name="T99" fmla="*/ 2147483647 h 947"/>
                <a:gd name="T100" fmla="*/ 2147483647 w 319"/>
                <a:gd name="T101" fmla="*/ 2147483647 h 947"/>
                <a:gd name="T102" fmla="*/ 2147483647 w 319"/>
                <a:gd name="T103" fmla="*/ 2147483647 h 947"/>
                <a:gd name="T104" fmla="*/ 2147483647 w 319"/>
                <a:gd name="T105" fmla="*/ 2147483647 h 947"/>
                <a:gd name="T106" fmla="*/ 2147483647 w 319"/>
                <a:gd name="T107" fmla="*/ 0 h 947"/>
                <a:gd name="T108" fmla="*/ 2147483647 w 319"/>
                <a:gd name="T109" fmla="*/ 0 h 947"/>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319"/>
                <a:gd name="T166" fmla="*/ 0 h 947"/>
                <a:gd name="T167" fmla="*/ 319 w 319"/>
                <a:gd name="T168" fmla="*/ 947 h 947"/>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319" h="947">
                  <a:moveTo>
                    <a:pt x="151" y="0"/>
                  </a:moveTo>
                  <a:lnTo>
                    <a:pt x="319" y="0"/>
                  </a:lnTo>
                  <a:lnTo>
                    <a:pt x="317" y="947"/>
                  </a:lnTo>
                  <a:lnTo>
                    <a:pt x="151" y="938"/>
                  </a:lnTo>
                  <a:lnTo>
                    <a:pt x="145" y="936"/>
                  </a:lnTo>
                  <a:lnTo>
                    <a:pt x="139" y="935"/>
                  </a:lnTo>
                  <a:lnTo>
                    <a:pt x="130" y="930"/>
                  </a:lnTo>
                  <a:lnTo>
                    <a:pt x="121" y="926"/>
                  </a:lnTo>
                  <a:lnTo>
                    <a:pt x="112" y="917"/>
                  </a:lnTo>
                  <a:lnTo>
                    <a:pt x="102" y="908"/>
                  </a:lnTo>
                  <a:lnTo>
                    <a:pt x="94" y="897"/>
                  </a:lnTo>
                  <a:lnTo>
                    <a:pt x="87" y="887"/>
                  </a:lnTo>
                  <a:lnTo>
                    <a:pt x="80" y="876"/>
                  </a:lnTo>
                  <a:lnTo>
                    <a:pt x="75" y="864"/>
                  </a:lnTo>
                  <a:lnTo>
                    <a:pt x="69" y="857"/>
                  </a:lnTo>
                  <a:lnTo>
                    <a:pt x="62" y="840"/>
                  </a:lnTo>
                  <a:lnTo>
                    <a:pt x="56" y="825"/>
                  </a:lnTo>
                  <a:lnTo>
                    <a:pt x="50" y="810"/>
                  </a:lnTo>
                  <a:lnTo>
                    <a:pt x="46" y="798"/>
                  </a:lnTo>
                  <a:lnTo>
                    <a:pt x="43" y="788"/>
                  </a:lnTo>
                  <a:lnTo>
                    <a:pt x="35" y="764"/>
                  </a:lnTo>
                  <a:lnTo>
                    <a:pt x="30" y="740"/>
                  </a:lnTo>
                  <a:lnTo>
                    <a:pt x="24" y="714"/>
                  </a:lnTo>
                  <a:lnTo>
                    <a:pt x="18" y="686"/>
                  </a:lnTo>
                  <a:lnTo>
                    <a:pt x="13" y="657"/>
                  </a:lnTo>
                  <a:lnTo>
                    <a:pt x="9" y="626"/>
                  </a:lnTo>
                  <a:lnTo>
                    <a:pt x="5" y="590"/>
                  </a:lnTo>
                  <a:lnTo>
                    <a:pt x="2" y="552"/>
                  </a:lnTo>
                  <a:lnTo>
                    <a:pt x="0" y="515"/>
                  </a:lnTo>
                  <a:lnTo>
                    <a:pt x="0" y="470"/>
                  </a:lnTo>
                  <a:lnTo>
                    <a:pt x="1" y="410"/>
                  </a:lnTo>
                  <a:lnTo>
                    <a:pt x="5" y="354"/>
                  </a:lnTo>
                  <a:lnTo>
                    <a:pt x="9" y="315"/>
                  </a:lnTo>
                  <a:lnTo>
                    <a:pt x="14" y="275"/>
                  </a:lnTo>
                  <a:lnTo>
                    <a:pt x="19" y="243"/>
                  </a:lnTo>
                  <a:lnTo>
                    <a:pt x="24" y="219"/>
                  </a:lnTo>
                  <a:lnTo>
                    <a:pt x="32" y="185"/>
                  </a:lnTo>
                  <a:lnTo>
                    <a:pt x="43" y="149"/>
                  </a:lnTo>
                  <a:lnTo>
                    <a:pt x="53" y="122"/>
                  </a:lnTo>
                  <a:lnTo>
                    <a:pt x="60" y="102"/>
                  </a:lnTo>
                  <a:lnTo>
                    <a:pt x="66" y="90"/>
                  </a:lnTo>
                  <a:lnTo>
                    <a:pt x="72" y="77"/>
                  </a:lnTo>
                  <a:lnTo>
                    <a:pt x="78" y="66"/>
                  </a:lnTo>
                  <a:lnTo>
                    <a:pt x="83" y="57"/>
                  </a:lnTo>
                  <a:lnTo>
                    <a:pt x="89" y="48"/>
                  </a:lnTo>
                  <a:lnTo>
                    <a:pt x="96" y="39"/>
                  </a:lnTo>
                  <a:lnTo>
                    <a:pt x="103" y="30"/>
                  </a:lnTo>
                  <a:lnTo>
                    <a:pt x="109" y="24"/>
                  </a:lnTo>
                  <a:lnTo>
                    <a:pt x="115" y="18"/>
                  </a:lnTo>
                  <a:lnTo>
                    <a:pt x="120" y="12"/>
                  </a:lnTo>
                  <a:lnTo>
                    <a:pt x="128" y="8"/>
                  </a:lnTo>
                  <a:lnTo>
                    <a:pt x="134" y="5"/>
                  </a:lnTo>
                  <a:lnTo>
                    <a:pt x="139" y="2"/>
                  </a:lnTo>
                  <a:lnTo>
                    <a:pt x="144" y="0"/>
                  </a:lnTo>
                  <a:lnTo>
                    <a:pt x="151" y="0"/>
                  </a:lnTo>
                  <a:close/>
                </a:path>
              </a:pathLst>
            </a:custGeom>
            <a:solidFill>
              <a:srgbClr val="202020"/>
            </a:solidFill>
            <a:ln w="9525">
              <a:noFill/>
              <a:round/>
              <a:headEnd/>
              <a:tailEnd/>
            </a:ln>
          </p:spPr>
          <p:txBody>
            <a:bodyPr/>
            <a:lstStyle/>
            <a:p>
              <a:endParaRPr lang="nl-BE"/>
            </a:p>
          </p:txBody>
        </p:sp>
        <p:sp>
          <p:nvSpPr>
            <p:cNvPr id="43157" name="Oval 174"/>
            <p:cNvSpPr>
              <a:spLocks noChangeArrowheads="1"/>
            </p:cNvSpPr>
            <p:nvPr/>
          </p:nvSpPr>
          <p:spPr bwMode="auto">
            <a:xfrm rot="-155667">
              <a:off x="4573588" y="4335463"/>
              <a:ext cx="211137" cy="415925"/>
            </a:xfrm>
            <a:prstGeom prst="ellipse">
              <a:avLst/>
            </a:prstGeom>
            <a:solidFill>
              <a:srgbClr val="404040"/>
            </a:solidFill>
            <a:ln w="9525">
              <a:noFill/>
              <a:round/>
              <a:headEnd/>
              <a:tailEnd/>
            </a:ln>
          </p:spPr>
          <p:txBody>
            <a:bodyPr/>
            <a:lstStyle/>
            <a:p>
              <a:pPr algn="ctr" eaLnBrk="0" hangingPunct="0"/>
              <a:endParaRPr lang="nl-BE"/>
            </a:p>
          </p:txBody>
        </p:sp>
        <p:sp>
          <p:nvSpPr>
            <p:cNvPr id="43158" name="Oval 175"/>
            <p:cNvSpPr>
              <a:spLocks noChangeArrowheads="1"/>
            </p:cNvSpPr>
            <p:nvPr/>
          </p:nvSpPr>
          <p:spPr bwMode="auto">
            <a:xfrm rot="-155667">
              <a:off x="4616450" y="4421188"/>
              <a:ext cx="125413" cy="242887"/>
            </a:xfrm>
            <a:prstGeom prst="ellipse">
              <a:avLst/>
            </a:prstGeom>
            <a:solidFill>
              <a:srgbClr val="A0A0A0"/>
            </a:solidFill>
            <a:ln w="9525">
              <a:noFill/>
              <a:round/>
              <a:headEnd/>
              <a:tailEnd/>
            </a:ln>
          </p:spPr>
          <p:txBody>
            <a:bodyPr/>
            <a:lstStyle/>
            <a:p>
              <a:pPr algn="ctr" eaLnBrk="0" hangingPunct="0"/>
              <a:endParaRPr lang="nl-BE"/>
            </a:p>
          </p:txBody>
        </p:sp>
        <p:sp>
          <p:nvSpPr>
            <p:cNvPr id="43159" name="Oval 176"/>
            <p:cNvSpPr>
              <a:spLocks noChangeArrowheads="1"/>
            </p:cNvSpPr>
            <p:nvPr/>
          </p:nvSpPr>
          <p:spPr bwMode="auto">
            <a:xfrm rot="-155667">
              <a:off x="4614863" y="4427538"/>
              <a:ext cx="115887" cy="227012"/>
            </a:xfrm>
            <a:prstGeom prst="ellipse">
              <a:avLst/>
            </a:prstGeom>
            <a:solidFill>
              <a:srgbClr val="808080"/>
            </a:solidFill>
            <a:ln w="9525">
              <a:noFill/>
              <a:round/>
              <a:headEnd/>
              <a:tailEnd/>
            </a:ln>
          </p:spPr>
          <p:txBody>
            <a:bodyPr/>
            <a:lstStyle/>
            <a:p>
              <a:pPr algn="ctr" eaLnBrk="0" hangingPunct="0"/>
              <a:endParaRPr lang="nl-BE"/>
            </a:p>
          </p:txBody>
        </p:sp>
        <p:sp>
          <p:nvSpPr>
            <p:cNvPr id="43160" name="Oval 177"/>
            <p:cNvSpPr>
              <a:spLocks noChangeArrowheads="1"/>
            </p:cNvSpPr>
            <p:nvPr/>
          </p:nvSpPr>
          <p:spPr bwMode="auto">
            <a:xfrm rot="-155667">
              <a:off x="4667250" y="4521200"/>
              <a:ext cx="22225" cy="42863"/>
            </a:xfrm>
            <a:prstGeom prst="ellipse">
              <a:avLst/>
            </a:prstGeom>
            <a:solidFill>
              <a:srgbClr val="404040"/>
            </a:solidFill>
            <a:ln w="9525">
              <a:noFill/>
              <a:round/>
              <a:headEnd/>
              <a:tailEnd/>
            </a:ln>
          </p:spPr>
          <p:txBody>
            <a:bodyPr/>
            <a:lstStyle/>
            <a:p>
              <a:pPr algn="ctr" eaLnBrk="0" hangingPunct="0"/>
              <a:endParaRPr lang="nl-BE"/>
            </a:p>
          </p:txBody>
        </p:sp>
        <p:sp>
          <p:nvSpPr>
            <p:cNvPr id="43161" name="Freeform 178"/>
            <p:cNvSpPr>
              <a:spLocks/>
            </p:cNvSpPr>
            <p:nvPr/>
          </p:nvSpPr>
          <p:spPr bwMode="auto">
            <a:xfrm rot="-155667">
              <a:off x="4598988" y="4335463"/>
              <a:ext cx="209550" cy="423862"/>
            </a:xfrm>
            <a:custGeom>
              <a:avLst/>
              <a:gdLst>
                <a:gd name="T0" fmla="*/ 2147483647 w 320"/>
                <a:gd name="T1" fmla="*/ 0 h 968"/>
                <a:gd name="T2" fmla="*/ 2147483647 w 320"/>
                <a:gd name="T3" fmla="*/ 0 h 968"/>
                <a:gd name="T4" fmla="*/ 2147483647 w 320"/>
                <a:gd name="T5" fmla="*/ 2147483647 h 968"/>
                <a:gd name="T6" fmla="*/ 2147483647 w 320"/>
                <a:gd name="T7" fmla="*/ 2147483647 h 968"/>
                <a:gd name="T8" fmla="*/ 2147483647 w 320"/>
                <a:gd name="T9" fmla="*/ 2147483647 h 968"/>
                <a:gd name="T10" fmla="*/ 2147483647 w 320"/>
                <a:gd name="T11" fmla="*/ 2147483647 h 968"/>
                <a:gd name="T12" fmla="*/ 2147483647 w 320"/>
                <a:gd name="T13" fmla="*/ 2147483647 h 968"/>
                <a:gd name="T14" fmla="*/ 2147483647 w 320"/>
                <a:gd name="T15" fmla="*/ 2147483647 h 968"/>
                <a:gd name="T16" fmla="*/ 2147483647 w 320"/>
                <a:gd name="T17" fmla="*/ 2147483647 h 968"/>
                <a:gd name="T18" fmla="*/ 2147483647 w 320"/>
                <a:gd name="T19" fmla="*/ 2147483647 h 968"/>
                <a:gd name="T20" fmla="*/ 2147483647 w 320"/>
                <a:gd name="T21" fmla="*/ 2147483647 h 968"/>
                <a:gd name="T22" fmla="*/ 2147483647 w 320"/>
                <a:gd name="T23" fmla="*/ 2147483647 h 968"/>
                <a:gd name="T24" fmla="*/ 2147483647 w 320"/>
                <a:gd name="T25" fmla="*/ 2147483647 h 968"/>
                <a:gd name="T26" fmla="*/ 2147483647 w 320"/>
                <a:gd name="T27" fmla="*/ 2147483647 h 968"/>
                <a:gd name="T28" fmla="*/ 2147483647 w 320"/>
                <a:gd name="T29" fmla="*/ 2147483647 h 968"/>
                <a:gd name="T30" fmla="*/ 2147483647 w 320"/>
                <a:gd name="T31" fmla="*/ 2147483647 h 968"/>
                <a:gd name="T32" fmla="*/ 2147483647 w 320"/>
                <a:gd name="T33" fmla="*/ 2147483647 h 968"/>
                <a:gd name="T34" fmla="*/ 2147483647 w 320"/>
                <a:gd name="T35" fmla="*/ 2147483647 h 968"/>
                <a:gd name="T36" fmla="*/ 2147483647 w 320"/>
                <a:gd name="T37" fmla="*/ 2147483647 h 968"/>
                <a:gd name="T38" fmla="*/ 2147483647 w 320"/>
                <a:gd name="T39" fmla="*/ 2147483647 h 968"/>
                <a:gd name="T40" fmla="*/ 2147483647 w 320"/>
                <a:gd name="T41" fmla="*/ 2147483647 h 968"/>
                <a:gd name="T42" fmla="*/ 2147483647 w 320"/>
                <a:gd name="T43" fmla="*/ 2147483647 h 968"/>
                <a:gd name="T44" fmla="*/ 2147483647 w 320"/>
                <a:gd name="T45" fmla="*/ 2147483647 h 968"/>
                <a:gd name="T46" fmla="*/ 2147483647 w 320"/>
                <a:gd name="T47" fmla="*/ 2147483647 h 968"/>
                <a:gd name="T48" fmla="*/ 2147483647 w 320"/>
                <a:gd name="T49" fmla="*/ 2147483647 h 968"/>
                <a:gd name="T50" fmla="*/ 2147483647 w 320"/>
                <a:gd name="T51" fmla="*/ 2147483647 h 968"/>
                <a:gd name="T52" fmla="*/ 2147483647 w 320"/>
                <a:gd name="T53" fmla="*/ 2147483647 h 968"/>
                <a:gd name="T54" fmla="*/ 2147483647 w 320"/>
                <a:gd name="T55" fmla="*/ 2147483647 h 968"/>
                <a:gd name="T56" fmla="*/ 0 w 320"/>
                <a:gd name="T57" fmla="*/ 2147483647 h 968"/>
                <a:gd name="T58" fmla="*/ 2147483647 w 320"/>
                <a:gd name="T59" fmla="*/ 2147483647 h 968"/>
                <a:gd name="T60" fmla="*/ 2147483647 w 320"/>
                <a:gd name="T61" fmla="*/ 2147483647 h 968"/>
                <a:gd name="T62" fmla="*/ 2147483647 w 320"/>
                <a:gd name="T63" fmla="*/ 2147483647 h 968"/>
                <a:gd name="T64" fmla="*/ 2147483647 w 320"/>
                <a:gd name="T65" fmla="*/ 2147483647 h 968"/>
                <a:gd name="T66" fmla="*/ 2147483647 w 320"/>
                <a:gd name="T67" fmla="*/ 2147483647 h 968"/>
                <a:gd name="T68" fmla="*/ 2147483647 w 320"/>
                <a:gd name="T69" fmla="*/ 2147483647 h 968"/>
                <a:gd name="T70" fmla="*/ 2147483647 w 320"/>
                <a:gd name="T71" fmla="*/ 2147483647 h 968"/>
                <a:gd name="T72" fmla="*/ 2147483647 w 320"/>
                <a:gd name="T73" fmla="*/ 2147483647 h 968"/>
                <a:gd name="T74" fmla="*/ 2147483647 w 320"/>
                <a:gd name="T75" fmla="*/ 2147483647 h 968"/>
                <a:gd name="T76" fmla="*/ 2147483647 w 320"/>
                <a:gd name="T77" fmla="*/ 2147483647 h 968"/>
                <a:gd name="T78" fmla="*/ 2147483647 w 320"/>
                <a:gd name="T79" fmla="*/ 2147483647 h 968"/>
                <a:gd name="T80" fmla="*/ 2147483647 w 320"/>
                <a:gd name="T81" fmla="*/ 2147483647 h 968"/>
                <a:gd name="T82" fmla="*/ 2147483647 w 320"/>
                <a:gd name="T83" fmla="*/ 2147483647 h 968"/>
                <a:gd name="T84" fmla="*/ 2147483647 w 320"/>
                <a:gd name="T85" fmla="*/ 2147483647 h 968"/>
                <a:gd name="T86" fmla="*/ 2147483647 w 320"/>
                <a:gd name="T87" fmla="*/ 2147483647 h 968"/>
                <a:gd name="T88" fmla="*/ 2147483647 w 320"/>
                <a:gd name="T89" fmla="*/ 2147483647 h 968"/>
                <a:gd name="T90" fmla="*/ 2147483647 w 320"/>
                <a:gd name="T91" fmla="*/ 2147483647 h 968"/>
                <a:gd name="T92" fmla="*/ 2147483647 w 320"/>
                <a:gd name="T93" fmla="*/ 2147483647 h 968"/>
                <a:gd name="T94" fmla="*/ 2147483647 w 320"/>
                <a:gd name="T95" fmla="*/ 2147483647 h 968"/>
                <a:gd name="T96" fmla="*/ 2147483647 w 320"/>
                <a:gd name="T97" fmla="*/ 2147483647 h 968"/>
                <a:gd name="T98" fmla="*/ 2147483647 w 320"/>
                <a:gd name="T99" fmla="*/ 2147483647 h 968"/>
                <a:gd name="T100" fmla="*/ 2147483647 w 320"/>
                <a:gd name="T101" fmla="*/ 2147483647 h 968"/>
                <a:gd name="T102" fmla="*/ 2147483647 w 320"/>
                <a:gd name="T103" fmla="*/ 2147483647 h 968"/>
                <a:gd name="T104" fmla="*/ 2147483647 w 320"/>
                <a:gd name="T105" fmla="*/ 2147483647 h 968"/>
                <a:gd name="T106" fmla="*/ 2147483647 w 320"/>
                <a:gd name="T107" fmla="*/ 2147483647 h 968"/>
                <a:gd name="T108" fmla="*/ 2147483647 w 320"/>
                <a:gd name="T109" fmla="*/ 0 h 96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320"/>
                <a:gd name="T166" fmla="*/ 0 h 968"/>
                <a:gd name="T167" fmla="*/ 320 w 320"/>
                <a:gd name="T168" fmla="*/ 968 h 96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320" h="968">
                  <a:moveTo>
                    <a:pt x="150" y="0"/>
                  </a:moveTo>
                  <a:lnTo>
                    <a:pt x="320" y="0"/>
                  </a:lnTo>
                  <a:lnTo>
                    <a:pt x="317" y="968"/>
                  </a:lnTo>
                  <a:lnTo>
                    <a:pt x="150" y="960"/>
                  </a:lnTo>
                  <a:lnTo>
                    <a:pt x="144" y="957"/>
                  </a:lnTo>
                  <a:lnTo>
                    <a:pt x="138" y="956"/>
                  </a:lnTo>
                  <a:lnTo>
                    <a:pt x="130" y="951"/>
                  </a:lnTo>
                  <a:lnTo>
                    <a:pt x="121" y="947"/>
                  </a:lnTo>
                  <a:lnTo>
                    <a:pt x="112" y="938"/>
                  </a:lnTo>
                  <a:lnTo>
                    <a:pt x="102" y="929"/>
                  </a:lnTo>
                  <a:lnTo>
                    <a:pt x="94" y="918"/>
                  </a:lnTo>
                  <a:lnTo>
                    <a:pt x="86" y="908"/>
                  </a:lnTo>
                  <a:lnTo>
                    <a:pt x="80" y="897"/>
                  </a:lnTo>
                  <a:lnTo>
                    <a:pt x="75" y="884"/>
                  </a:lnTo>
                  <a:lnTo>
                    <a:pt x="69" y="876"/>
                  </a:lnTo>
                  <a:lnTo>
                    <a:pt x="62" y="860"/>
                  </a:lnTo>
                  <a:lnTo>
                    <a:pt x="57" y="843"/>
                  </a:lnTo>
                  <a:lnTo>
                    <a:pt x="51" y="828"/>
                  </a:lnTo>
                  <a:lnTo>
                    <a:pt x="47" y="816"/>
                  </a:lnTo>
                  <a:lnTo>
                    <a:pt x="43" y="806"/>
                  </a:lnTo>
                  <a:lnTo>
                    <a:pt x="36" y="782"/>
                  </a:lnTo>
                  <a:lnTo>
                    <a:pt x="30" y="758"/>
                  </a:lnTo>
                  <a:lnTo>
                    <a:pt x="24" y="731"/>
                  </a:lnTo>
                  <a:lnTo>
                    <a:pt x="18" y="702"/>
                  </a:lnTo>
                  <a:lnTo>
                    <a:pt x="13" y="669"/>
                  </a:lnTo>
                  <a:lnTo>
                    <a:pt x="10" y="639"/>
                  </a:lnTo>
                  <a:lnTo>
                    <a:pt x="5" y="605"/>
                  </a:lnTo>
                  <a:lnTo>
                    <a:pt x="3" y="564"/>
                  </a:lnTo>
                  <a:lnTo>
                    <a:pt x="0" y="525"/>
                  </a:lnTo>
                  <a:lnTo>
                    <a:pt x="1" y="480"/>
                  </a:lnTo>
                  <a:lnTo>
                    <a:pt x="2" y="419"/>
                  </a:lnTo>
                  <a:lnTo>
                    <a:pt x="5" y="363"/>
                  </a:lnTo>
                  <a:lnTo>
                    <a:pt x="10" y="321"/>
                  </a:lnTo>
                  <a:lnTo>
                    <a:pt x="15" y="281"/>
                  </a:lnTo>
                  <a:lnTo>
                    <a:pt x="19" y="249"/>
                  </a:lnTo>
                  <a:lnTo>
                    <a:pt x="24" y="224"/>
                  </a:lnTo>
                  <a:lnTo>
                    <a:pt x="32" y="191"/>
                  </a:lnTo>
                  <a:lnTo>
                    <a:pt x="44" y="152"/>
                  </a:lnTo>
                  <a:lnTo>
                    <a:pt x="53" y="125"/>
                  </a:lnTo>
                  <a:lnTo>
                    <a:pt x="61" y="105"/>
                  </a:lnTo>
                  <a:lnTo>
                    <a:pt x="66" y="93"/>
                  </a:lnTo>
                  <a:lnTo>
                    <a:pt x="73" y="78"/>
                  </a:lnTo>
                  <a:lnTo>
                    <a:pt x="78" y="68"/>
                  </a:lnTo>
                  <a:lnTo>
                    <a:pt x="82" y="59"/>
                  </a:lnTo>
                  <a:lnTo>
                    <a:pt x="88" y="50"/>
                  </a:lnTo>
                  <a:lnTo>
                    <a:pt x="95" y="41"/>
                  </a:lnTo>
                  <a:lnTo>
                    <a:pt x="102" y="32"/>
                  </a:lnTo>
                  <a:lnTo>
                    <a:pt x="108" y="24"/>
                  </a:lnTo>
                  <a:lnTo>
                    <a:pt x="114" y="20"/>
                  </a:lnTo>
                  <a:lnTo>
                    <a:pt x="120" y="14"/>
                  </a:lnTo>
                  <a:lnTo>
                    <a:pt x="127" y="9"/>
                  </a:lnTo>
                  <a:lnTo>
                    <a:pt x="133" y="5"/>
                  </a:lnTo>
                  <a:lnTo>
                    <a:pt x="139" y="3"/>
                  </a:lnTo>
                  <a:lnTo>
                    <a:pt x="144" y="2"/>
                  </a:lnTo>
                  <a:lnTo>
                    <a:pt x="150" y="0"/>
                  </a:lnTo>
                  <a:close/>
                </a:path>
              </a:pathLst>
            </a:custGeom>
            <a:solidFill>
              <a:srgbClr val="202020"/>
            </a:solidFill>
            <a:ln w="9525">
              <a:noFill/>
              <a:round/>
              <a:headEnd/>
              <a:tailEnd/>
            </a:ln>
          </p:spPr>
          <p:txBody>
            <a:bodyPr/>
            <a:lstStyle/>
            <a:p>
              <a:endParaRPr lang="nl-BE"/>
            </a:p>
          </p:txBody>
        </p:sp>
        <p:sp>
          <p:nvSpPr>
            <p:cNvPr id="43162" name="Oval 179"/>
            <p:cNvSpPr>
              <a:spLocks noChangeArrowheads="1"/>
            </p:cNvSpPr>
            <p:nvPr/>
          </p:nvSpPr>
          <p:spPr bwMode="auto">
            <a:xfrm rot="-155667">
              <a:off x="4697413" y="4330700"/>
              <a:ext cx="211137" cy="425450"/>
            </a:xfrm>
            <a:prstGeom prst="ellipse">
              <a:avLst/>
            </a:prstGeom>
            <a:solidFill>
              <a:srgbClr val="404040"/>
            </a:solidFill>
            <a:ln w="9525">
              <a:noFill/>
              <a:round/>
              <a:headEnd/>
              <a:tailEnd/>
            </a:ln>
          </p:spPr>
          <p:txBody>
            <a:bodyPr/>
            <a:lstStyle/>
            <a:p>
              <a:pPr algn="ctr" eaLnBrk="0" hangingPunct="0"/>
              <a:endParaRPr lang="nl-BE"/>
            </a:p>
          </p:txBody>
        </p:sp>
        <p:sp>
          <p:nvSpPr>
            <p:cNvPr id="43163" name="Oval 180"/>
            <p:cNvSpPr>
              <a:spLocks noChangeArrowheads="1"/>
            </p:cNvSpPr>
            <p:nvPr/>
          </p:nvSpPr>
          <p:spPr bwMode="auto">
            <a:xfrm rot="-155667">
              <a:off x="4740275" y="4418013"/>
              <a:ext cx="123825" cy="250825"/>
            </a:xfrm>
            <a:prstGeom prst="ellipse">
              <a:avLst/>
            </a:prstGeom>
            <a:solidFill>
              <a:srgbClr val="A0A0A0"/>
            </a:solidFill>
            <a:ln w="9525">
              <a:noFill/>
              <a:round/>
              <a:headEnd/>
              <a:tailEnd/>
            </a:ln>
          </p:spPr>
          <p:txBody>
            <a:bodyPr/>
            <a:lstStyle/>
            <a:p>
              <a:pPr algn="ctr" eaLnBrk="0" hangingPunct="0"/>
              <a:endParaRPr lang="nl-BE"/>
            </a:p>
          </p:txBody>
        </p:sp>
        <p:sp>
          <p:nvSpPr>
            <p:cNvPr id="43164" name="Oval 181"/>
            <p:cNvSpPr>
              <a:spLocks noChangeArrowheads="1"/>
            </p:cNvSpPr>
            <p:nvPr/>
          </p:nvSpPr>
          <p:spPr bwMode="auto">
            <a:xfrm rot="-155667">
              <a:off x="4740275" y="4424363"/>
              <a:ext cx="114300" cy="234950"/>
            </a:xfrm>
            <a:prstGeom prst="ellipse">
              <a:avLst/>
            </a:prstGeom>
            <a:solidFill>
              <a:srgbClr val="808080"/>
            </a:solidFill>
            <a:ln w="9525">
              <a:noFill/>
              <a:round/>
              <a:headEnd/>
              <a:tailEnd/>
            </a:ln>
          </p:spPr>
          <p:txBody>
            <a:bodyPr/>
            <a:lstStyle/>
            <a:p>
              <a:pPr algn="ctr" eaLnBrk="0" hangingPunct="0"/>
              <a:endParaRPr lang="nl-BE"/>
            </a:p>
          </p:txBody>
        </p:sp>
        <p:sp>
          <p:nvSpPr>
            <p:cNvPr id="43165" name="Oval 182"/>
            <p:cNvSpPr>
              <a:spLocks noChangeArrowheads="1"/>
            </p:cNvSpPr>
            <p:nvPr/>
          </p:nvSpPr>
          <p:spPr bwMode="auto">
            <a:xfrm rot="-155667">
              <a:off x="4791075" y="4521200"/>
              <a:ext cx="20638" cy="41275"/>
            </a:xfrm>
            <a:prstGeom prst="ellipse">
              <a:avLst/>
            </a:prstGeom>
            <a:solidFill>
              <a:srgbClr val="404040"/>
            </a:solidFill>
            <a:ln w="9525">
              <a:noFill/>
              <a:round/>
              <a:headEnd/>
              <a:tailEnd/>
            </a:ln>
          </p:spPr>
          <p:txBody>
            <a:bodyPr/>
            <a:lstStyle/>
            <a:p>
              <a:pPr algn="ctr" eaLnBrk="0" hangingPunct="0"/>
              <a:endParaRPr lang="nl-BE"/>
            </a:p>
          </p:txBody>
        </p:sp>
        <p:sp>
          <p:nvSpPr>
            <p:cNvPr id="43166" name="Freeform 183"/>
            <p:cNvSpPr>
              <a:spLocks/>
            </p:cNvSpPr>
            <p:nvPr/>
          </p:nvSpPr>
          <p:spPr bwMode="auto">
            <a:xfrm rot="-155667">
              <a:off x="5613400" y="3692525"/>
              <a:ext cx="347663" cy="149225"/>
            </a:xfrm>
            <a:custGeom>
              <a:avLst/>
              <a:gdLst>
                <a:gd name="T0" fmla="*/ 2147483647 w 531"/>
                <a:gd name="T1" fmla="*/ 0 h 342"/>
                <a:gd name="T2" fmla="*/ 2147483647 w 531"/>
                <a:gd name="T3" fmla="*/ 2147483647 h 342"/>
                <a:gd name="T4" fmla="*/ 2147483647 w 531"/>
                <a:gd name="T5" fmla="*/ 2147483647 h 342"/>
                <a:gd name="T6" fmla="*/ 2147483647 w 531"/>
                <a:gd name="T7" fmla="*/ 2147483647 h 342"/>
                <a:gd name="T8" fmla="*/ 2147483647 w 531"/>
                <a:gd name="T9" fmla="*/ 2147483647 h 342"/>
                <a:gd name="T10" fmla="*/ 2147483647 w 531"/>
                <a:gd name="T11" fmla="*/ 2147483647 h 342"/>
                <a:gd name="T12" fmla="*/ 2147483647 w 531"/>
                <a:gd name="T13" fmla="*/ 2147483647 h 342"/>
                <a:gd name="T14" fmla="*/ 2147483647 w 531"/>
                <a:gd name="T15" fmla="*/ 2147483647 h 342"/>
                <a:gd name="T16" fmla="*/ 2147483647 w 531"/>
                <a:gd name="T17" fmla="*/ 2147483647 h 342"/>
                <a:gd name="T18" fmla="*/ 0 w 531"/>
                <a:gd name="T19" fmla="*/ 2147483647 h 342"/>
                <a:gd name="T20" fmla="*/ 0 w 531"/>
                <a:gd name="T21" fmla="*/ 0 h 342"/>
                <a:gd name="T22" fmla="*/ 2147483647 w 531"/>
                <a:gd name="T23" fmla="*/ 0 h 34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31"/>
                <a:gd name="T37" fmla="*/ 0 h 342"/>
                <a:gd name="T38" fmla="*/ 531 w 531"/>
                <a:gd name="T39" fmla="*/ 342 h 34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31" h="342">
                  <a:moveTo>
                    <a:pt x="397" y="0"/>
                  </a:moveTo>
                  <a:lnTo>
                    <a:pt x="412" y="3"/>
                  </a:lnTo>
                  <a:lnTo>
                    <a:pt x="424" y="9"/>
                  </a:lnTo>
                  <a:lnTo>
                    <a:pt x="434" y="15"/>
                  </a:lnTo>
                  <a:lnTo>
                    <a:pt x="442" y="27"/>
                  </a:lnTo>
                  <a:lnTo>
                    <a:pt x="448" y="39"/>
                  </a:lnTo>
                  <a:lnTo>
                    <a:pt x="454" y="54"/>
                  </a:lnTo>
                  <a:lnTo>
                    <a:pt x="531" y="342"/>
                  </a:lnTo>
                  <a:lnTo>
                    <a:pt x="384" y="260"/>
                  </a:lnTo>
                  <a:lnTo>
                    <a:pt x="0" y="260"/>
                  </a:lnTo>
                  <a:lnTo>
                    <a:pt x="0" y="0"/>
                  </a:lnTo>
                  <a:lnTo>
                    <a:pt x="397" y="0"/>
                  </a:lnTo>
                  <a:close/>
                </a:path>
              </a:pathLst>
            </a:custGeom>
            <a:solidFill>
              <a:srgbClr val="E0E0E0"/>
            </a:solidFill>
            <a:ln w="6350">
              <a:solidFill>
                <a:srgbClr val="000000"/>
              </a:solidFill>
              <a:prstDash val="solid"/>
              <a:round/>
              <a:headEnd/>
              <a:tailEnd/>
            </a:ln>
          </p:spPr>
          <p:txBody>
            <a:bodyPr/>
            <a:lstStyle/>
            <a:p>
              <a:endParaRPr lang="nl-BE"/>
            </a:p>
          </p:txBody>
        </p:sp>
        <p:sp>
          <p:nvSpPr>
            <p:cNvPr id="43167" name="Freeform 184"/>
            <p:cNvSpPr>
              <a:spLocks/>
            </p:cNvSpPr>
            <p:nvPr/>
          </p:nvSpPr>
          <p:spPr bwMode="auto">
            <a:xfrm rot="-155667">
              <a:off x="5670550" y="3702050"/>
              <a:ext cx="244475" cy="120650"/>
            </a:xfrm>
            <a:custGeom>
              <a:avLst/>
              <a:gdLst>
                <a:gd name="T0" fmla="*/ 2147483647 w 372"/>
                <a:gd name="T1" fmla="*/ 2147483647 h 278"/>
                <a:gd name="T2" fmla="*/ 2147483647 w 372"/>
                <a:gd name="T3" fmla="*/ 2147483647 h 278"/>
                <a:gd name="T4" fmla="*/ 2147483647 w 372"/>
                <a:gd name="T5" fmla="*/ 2147483647 h 278"/>
                <a:gd name="T6" fmla="*/ 2147483647 w 372"/>
                <a:gd name="T7" fmla="*/ 2147483647 h 278"/>
                <a:gd name="T8" fmla="*/ 2147483647 w 372"/>
                <a:gd name="T9" fmla="*/ 2147483647 h 278"/>
                <a:gd name="T10" fmla="*/ 2147483647 w 372"/>
                <a:gd name="T11" fmla="*/ 2147483647 h 278"/>
                <a:gd name="T12" fmla="*/ 2147483647 w 372"/>
                <a:gd name="T13" fmla="*/ 2147483647 h 278"/>
                <a:gd name="T14" fmla="*/ 2147483647 w 372"/>
                <a:gd name="T15" fmla="*/ 0 h 278"/>
                <a:gd name="T16" fmla="*/ 2147483647 w 372"/>
                <a:gd name="T17" fmla="*/ 0 h 278"/>
                <a:gd name="T18" fmla="*/ 2147483647 w 372"/>
                <a:gd name="T19" fmla="*/ 2147483647 h 278"/>
                <a:gd name="T20" fmla="*/ 2147483647 w 372"/>
                <a:gd name="T21" fmla="*/ 2147483647 h 278"/>
                <a:gd name="T22" fmla="*/ 0 w 372"/>
                <a:gd name="T23" fmla="*/ 2147483647 h 278"/>
                <a:gd name="T24" fmla="*/ 0 w 372"/>
                <a:gd name="T25" fmla="*/ 2147483647 h 278"/>
                <a:gd name="T26" fmla="*/ 2147483647 w 372"/>
                <a:gd name="T27" fmla="*/ 2147483647 h 27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72"/>
                <a:gd name="T43" fmla="*/ 0 h 278"/>
                <a:gd name="T44" fmla="*/ 372 w 372"/>
                <a:gd name="T45" fmla="*/ 278 h 27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72" h="278">
                  <a:moveTo>
                    <a:pt x="372" y="278"/>
                  </a:moveTo>
                  <a:lnTo>
                    <a:pt x="349" y="72"/>
                  </a:lnTo>
                  <a:lnTo>
                    <a:pt x="345" y="50"/>
                  </a:lnTo>
                  <a:lnTo>
                    <a:pt x="339" y="33"/>
                  </a:lnTo>
                  <a:lnTo>
                    <a:pt x="333" y="20"/>
                  </a:lnTo>
                  <a:lnTo>
                    <a:pt x="325" y="9"/>
                  </a:lnTo>
                  <a:lnTo>
                    <a:pt x="315" y="3"/>
                  </a:lnTo>
                  <a:lnTo>
                    <a:pt x="305" y="0"/>
                  </a:lnTo>
                  <a:lnTo>
                    <a:pt x="32" y="0"/>
                  </a:lnTo>
                  <a:lnTo>
                    <a:pt x="18" y="8"/>
                  </a:lnTo>
                  <a:lnTo>
                    <a:pt x="6" y="18"/>
                  </a:lnTo>
                  <a:lnTo>
                    <a:pt x="0" y="38"/>
                  </a:lnTo>
                  <a:lnTo>
                    <a:pt x="0" y="278"/>
                  </a:lnTo>
                  <a:lnTo>
                    <a:pt x="372" y="278"/>
                  </a:lnTo>
                  <a:close/>
                </a:path>
              </a:pathLst>
            </a:custGeom>
            <a:solidFill>
              <a:srgbClr val="202020"/>
            </a:solidFill>
            <a:ln w="6350">
              <a:solidFill>
                <a:srgbClr val="000000"/>
              </a:solidFill>
              <a:prstDash val="solid"/>
              <a:round/>
              <a:headEnd/>
              <a:tailEnd/>
            </a:ln>
          </p:spPr>
          <p:txBody>
            <a:bodyPr/>
            <a:lstStyle/>
            <a:p>
              <a:endParaRPr lang="nl-BE"/>
            </a:p>
          </p:txBody>
        </p:sp>
        <p:sp>
          <p:nvSpPr>
            <p:cNvPr id="43168" name="Freeform 185"/>
            <p:cNvSpPr>
              <a:spLocks/>
            </p:cNvSpPr>
            <p:nvPr/>
          </p:nvSpPr>
          <p:spPr bwMode="auto">
            <a:xfrm rot="-155667">
              <a:off x="5829300" y="4171950"/>
              <a:ext cx="269875" cy="153988"/>
            </a:xfrm>
            <a:custGeom>
              <a:avLst/>
              <a:gdLst>
                <a:gd name="T0" fmla="*/ 0 w 413"/>
                <a:gd name="T1" fmla="*/ 2147483647 h 352"/>
                <a:gd name="T2" fmla="*/ 2147483647 w 413"/>
                <a:gd name="T3" fmla="*/ 0 h 352"/>
                <a:gd name="T4" fmla="*/ 2147483647 w 413"/>
                <a:gd name="T5" fmla="*/ 2147483647 h 352"/>
                <a:gd name="T6" fmla="*/ 2147483647 w 413"/>
                <a:gd name="T7" fmla="*/ 2147483647 h 352"/>
                <a:gd name="T8" fmla="*/ 2147483647 w 413"/>
                <a:gd name="T9" fmla="*/ 2147483647 h 352"/>
                <a:gd name="T10" fmla="*/ 2147483647 w 413"/>
                <a:gd name="T11" fmla="*/ 2147483647 h 352"/>
                <a:gd name="T12" fmla="*/ 2147483647 w 413"/>
                <a:gd name="T13" fmla="*/ 2147483647 h 352"/>
                <a:gd name="T14" fmla="*/ 2147483647 w 413"/>
                <a:gd name="T15" fmla="*/ 2147483647 h 352"/>
                <a:gd name="T16" fmla="*/ 2147483647 w 413"/>
                <a:gd name="T17" fmla="*/ 2147483647 h 352"/>
                <a:gd name="T18" fmla="*/ 2147483647 w 413"/>
                <a:gd name="T19" fmla="*/ 2147483647 h 352"/>
                <a:gd name="T20" fmla="*/ 2147483647 w 413"/>
                <a:gd name="T21" fmla="*/ 2147483647 h 352"/>
                <a:gd name="T22" fmla="*/ 2147483647 w 413"/>
                <a:gd name="T23" fmla="*/ 2147483647 h 352"/>
                <a:gd name="T24" fmla="*/ 2147483647 w 413"/>
                <a:gd name="T25" fmla="*/ 2147483647 h 352"/>
                <a:gd name="T26" fmla="*/ 2147483647 w 413"/>
                <a:gd name="T27" fmla="*/ 2147483647 h 352"/>
                <a:gd name="T28" fmla="*/ 2147483647 w 413"/>
                <a:gd name="T29" fmla="*/ 2147483647 h 352"/>
                <a:gd name="T30" fmla="*/ 0 w 413"/>
                <a:gd name="T31" fmla="*/ 2147483647 h 352"/>
                <a:gd name="T32" fmla="*/ 0 w 413"/>
                <a:gd name="T33" fmla="*/ 2147483647 h 35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13"/>
                <a:gd name="T52" fmla="*/ 0 h 352"/>
                <a:gd name="T53" fmla="*/ 413 w 413"/>
                <a:gd name="T54" fmla="*/ 352 h 35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13" h="352">
                  <a:moveTo>
                    <a:pt x="0" y="33"/>
                  </a:moveTo>
                  <a:lnTo>
                    <a:pt x="387" y="0"/>
                  </a:lnTo>
                  <a:lnTo>
                    <a:pt x="413" y="33"/>
                  </a:lnTo>
                  <a:lnTo>
                    <a:pt x="413" y="156"/>
                  </a:lnTo>
                  <a:lnTo>
                    <a:pt x="384" y="165"/>
                  </a:lnTo>
                  <a:lnTo>
                    <a:pt x="413" y="222"/>
                  </a:lnTo>
                  <a:lnTo>
                    <a:pt x="413" y="324"/>
                  </a:lnTo>
                  <a:lnTo>
                    <a:pt x="398" y="342"/>
                  </a:lnTo>
                  <a:lnTo>
                    <a:pt x="353" y="352"/>
                  </a:lnTo>
                  <a:lnTo>
                    <a:pt x="353" y="132"/>
                  </a:lnTo>
                  <a:lnTo>
                    <a:pt x="350" y="112"/>
                  </a:lnTo>
                  <a:lnTo>
                    <a:pt x="345" y="94"/>
                  </a:lnTo>
                  <a:lnTo>
                    <a:pt x="336" y="84"/>
                  </a:lnTo>
                  <a:lnTo>
                    <a:pt x="326" y="76"/>
                  </a:lnTo>
                  <a:lnTo>
                    <a:pt x="321" y="75"/>
                  </a:lnTo>
                  <a:lnTo>
                    <a:pt x="0" y="94"/>
                  </a:lnTo>
                  <a:lnTo>
                    <a:pt x="0" y="33"/>
                  </a:lnTo>
                  <a:close/>
                </a:path>
              </a:pathLst>
            </a:custGeom>
            <a:solidFill>
              <a:srgbClr val="C0C0C0"/>
            </a:solidFill>
            <a:ln w="6350">
              <a:solidFill>
                <a:srgbClr val="000000"/>
              </a:solidFill>
              <a:prstDash val="solid"/>
              <a:round/>
              <a:headEnd/>
              <a:tailEnd/>
            </a:ln>
          </p:spPr>
          <p:txBody>
            <a:bodyPr/>
            <a:lstStyle/>
            <a:p>
              <a:endParaRPr lang="nl-BE"/>
            </a:p>
          </p:txBody>
        </p:sp>
        <p:sp>
          <p:nvSpPr>
            <p:cNvPr id="43169" name="Freeform 186"/>
            <p:cNvSpPr>
              <a:spLocks/>
            </p:cNvSpPr>
            <p:nvPr/>
          </p:nvSpPr>
          <p:spPr bwMode="auto">
            <a:xfrm rot="-155667">
              <a:off x="5716588" y="3805238"/>
              <a:ext cx="155575" cy="414337"/>
            </a:xfrm>
            <a:custGeom>
              <a:avLst/>
              <a:gdLst>
                <a:gd name="T0" fmla="*/ 0 w 237"/>
                <a:gd name="T1" fmla="*/ 0 h 949"/>
                <a:gd name="T2" fmla="*/ 2147483647 w 237"/>
                <a:gd name="T3" fmla="*/ 2147483647 h 949"/>
                <a:gd name="T4" fmla="*/ 2147483647 w 237"/>
                <a:gd name="T5" fmla="*/ 2147483647 h 949"/>
                <a:gd name="T6" fmla="*/ 0 w 237"/>
                <a:gd name="T7" fmla="*/ 2147483647 h 949"/>
                <a:gd name="T8" fmla="*/ 0 w 237"/>
                <a:gd name="T9" fmla="*/ 0 h 949"/>
                <a:gd name="T10" fmla="*/ 0 60000 65536"/>
                <a:gd name="T11" fmla="*/ 0 60000 65536"/>
                <a:gd name="T12" fmla="*/ 0 60000 65536"/>
                <a:gd name="T13" fmla="*/ 0 60000 65536"/>
                <a:gd name="T14" fmla="*/ 0 60000 65536"/>
                <a:gd name="T15" fmla="*/ 0 w 237"/>
                <a:gd name="T16" fmla="*/ 0 h 949"/>
                <a:gd name="T17" fmla="*/ 237 w 237"/>
                <a:gd name="T18" fmla="*/ 949 h 949"/>
              </a:gdLst>
              <a:ahLst/>
              <a:cxnLst>
                <a:cxn ang="T10">
                  <a:pos x="T0" y="T1"/>
                </a:cxn>
                <a:cxn ang="T11">
                  <a:pos x="T2" y="T3"/>
                </a:cxn>
                <a:cxn ang="T12">
                  <a:pos x="T4" y="T5"/>
                </a:cxn>
                <a:cxn ang="T13">
                  <a:pos x="T6" y="T7"/>
                </a:cxn>
                <a:cxn ang="T14">
                  <a:pos x="T8" y="T9"/>
                </a:cxn>
              </a:cxnLst>
              <a:rect l="T15" t="T16" r="T17" b="T18"/>
              <a:pathLst>
                <a:path w="237" h="949">
                  <a:moveTo>
                    <a:pt x="0" y="0"/>
                  </a:moveTo>
                  <a:lnTo>
                    <a:pt x="237" y="4"/>
                  </a:lnTo>
                  <a:lnTo>
                    <a:pt x="237" y="949"/>
                  </a:lnTo>
                  <a:lnTo>
                    <a:pt x="0" y="949"/>
                  </a:lnTo>
                  <a:lnTo>
                    <a:pt x="0" y="0"/>
                  </a:lnTo>
                  <a:close/>
                </a:path>
              </a:pathLst>
            </a:custGeom>
            <a:solidFill>
              <a:srgbClr val="E0E0E0"/>
            </a:solidFill>
            <a:ln w="6350">
              <a:solidFill>
                <a:srgbClr val="000000"/>
              </a:solidFill>
              <a:prstDash val="solid"/>
              <a:round/>
              <a:headEnd/>
              <a:tailEnd/>
            </a:ln>
          </p:spPr>
          <p:txBody>
            <a:bodyPr/>
            <a:lstStyle/>
            <a:p>
              <a:endParaRPr lang="nl-BE"/>
            </a:p>
          </p:txBody>
        </p:sp>
        <p:sp>
          <p:nvSpPr>
            <p:cNvPr id="43170" name="Rectangle 187"/>
            <p:cNvSpPr>
              <a:spLocks noChangeArrowheads="1"/>
            </p:cNvSpPr>
            <p:nvPr/>
          </p:nvSpPr>
          <p:spPr bwMode="auto">
            <a:xfrm rot="-155667">
              <a:off x="5719763" y="3865563"/>
              <a:ext cx="149225" cy="349250"/>
            </a:xfrm>
            <a:prstGeom prst="rect">
              <a:avLst/>
            </a:prstGeom>
            <a:solidFill>
              <a:srgbClr val="A0A0A0"/>
            </a:solidFill>
            <a:ln w="6350">
              <a:solidFill>
                <a:srgbClr val="000000"/>
              </a:solidFill>
              <a:miter lim="800000"/>
              <a:headEnd/>
              <a:tailEnd/>
            </a:ln>
          </p:spPr>
          <p:txBody>
            <a:bodyPr/>
            <a:lstStyle/>
            <a:p>
              <a:pPr algn="ctr" eaLnBrk="0" hangingPunct="0"/>
              <a:endParaRPr lang="nl-BE"/>
            </a:p>
          </p:txBody>
        </p:sp>
        <p:sp>
          <p:nvSpPr>
            <p:cNvPr id="43171" name="Freeform 188"/>
            <p:cNvSpPr>
              <a:spLocks/>
            </p:cNvSpPr>
            <p:nvPr/>
          </p:nvSpPr>
          <p:spPr bwMode="auto">
            <a:xfrm rot="-155667">
              <a:off x="5870575" y="3795713"/>
              <a:ext cx="193675" cy="411162"/>
            </a:xfrm>
            <a:custGeom>
              <a:avLst/>
              <a:gdLst>
                <a:gd name="T0" fmla="*/ 0 w 296"/>
                <a:gd name="T1" fmla="*/ 0 h 941"/>
                <a:gd name="T2" fmla="*/ 2147483647 w 296"/>
                <a:gd name="T3" fmla="*/ 2147483647 h 941"/>
                <a:gd name="T4" fmla="*/ 2147483647 w 296"/>
                <a:gd name="T5" fmla="*/ 2147483647 h 941"/>
                <a:gd name="T6" fmla="*/ 2147483647 w 296"/>
                <a:gd name="T7" fmla="*/ 2147483647 h 941"/>
                <a:gd name="T8" fmla="*/ 2147483647 w 296"/>
                <a:gd name="T9" fmla="*/ 2147483647 h 941"/>
                <a:gd name="T10" fmla="*/ 2147483647 w 296"/>
                <a:gd name="T11" fmla="*/ 2147483647 h 941"/>
                <a:gd name="T12" fmla="*/ 2147483647 w 296"/>
                <a:gd name="T13" fmla="*/ 2147483647 h 941"/>
                <a:gd name="T14" fmla="*/ 2147483647 w 296"/>
                <a:gd name="T15" fmla="*/ 2147483647 h 941"/>
                <a:gd name="T16" fmla="*/ 2147483647 w 296"/>
                <a:gd name="T17" fmla="*/ 2147483647 h 941"/>
                <a:gd name="T18" fmla="*/ 2147483647 w 296"/>
                <a:gd name="T19" fmla="*/ 2147483647 h 941"/>
                <a:gd name="T20" fmla="*/ 2147483647 w 296"/>
                <a:gd name="T21" fmla="*/ 2147483647 h 941"/>
                <a:gd name="T22" fmla="*/ 2147483647 w 296"/>
                <a:gd name="T23" fmla="*/ 2147483647 h 941"/>
                <a:gd name="T24" fmla="*/ 2147483647 w 296"/>
                <a:gd name="T25" fmla="*/ 2147483647 h 941"/>
                <a:gd name="T26" fmla="*/ 2147483647 w 296"/>
                <a:gd name="T27" fmla="*/ 2147483647 h 941"/>
                <a:gd name="T28" fmla="*/ 2147483647 w 296"/>
                <a:gd name="T29" fmla="*/ 2147483647 h 941"/>
                <a:gd name="T30" fmla="*/ 2147483647 w 296"/>
                <a:gd name="T31" fmla="*/ 2147483647 h 941"/>
                <a:gd name="T32" fmla="*/ 2147483647 w 296"/>
                <a:gd name="T33" fmla="*/ 2147483647 h 941"/>
                <a:gd name="T34" fmla="*/ 2147483647 w 296"/>
                <a:gd name="T35" fmla="*/ 2147483647 h 941"/>
                <a:gd name="T36" fmla="*/ 2147483647 w 296"/>
                <a:gd name="T37" fmla="*/ 2147483647 h 941"/>
                <a:gd name="T38" fmla="*/ 2147483647 w 296"/>
                <a:gd name="T39" fmla="*/ 2147483647 h 941"/>
                <a:gd name="T40" fmla="*/ 0 w 296"/>
                <a:gd name="T41" fmla="*/ 2147483647 h 941"/>
                <a:gd name="T42" fmla="*/ 0 w 296"/>
                <a:gd name="T43" fmla="*/ 0 h 94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96"/>
                <a:gd name="T67" fmla="*/ 0 h 941"/>
                <a:gd name="T68" fmla="*/ 296 w 296"/>
                <a:gd name="T69" fmla="*/ 941 h 941"/>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96" h="941">
                  <a:moveTo>
                    <a:pt x="0" y="0"/>
                  </a:moveTo>
                  <a:lnTo>
                    <a:pt x="205" y="110"/>
                  </a:lnTo>
                  <a:lnTo>
                    <a:pt x="223" y="158"/>
                  </a:lnTo>
                  <a:lnTo>
                    <a:pt x="264" y="389"/>
                  </a:lnTo>
                  <a:lnTo>
                    <a:pt x="267" y="425"/>
                  </a:lnTo>
                  <a:lnTo>
                    <a:pt x="255" y="417"/>
                  </a:lnTo>
                  <a:lnTo>
                    <a:pt x="200" y="417"/>
                  </a:lnTo>
                  <a:lnTo>
                    <a:pt x="103" y="413"/>
                  </a:lnTo>
                  <a:lnTo>
                    <a:pt x="103" y="149"/>
                  </a:lnTo>
                  <a:lnTo>
                    <a:pt x="200" y="179"/>
                  </a:lnTo>
                  <a:lnTo>
                    <a:pt x="201" y="417"/>
                  </a:lnTo>
                  <a:lnTo>
                    <a:pt x="211" y="417"/>
                  </a:lnTo>
                  <a:lnTo>
                    <a:pt x="211" y="183"/>
                  </a:lnTo>
                  <a:lnTo>
                    <a:pt x="255" y="417"/>
                  </a:lnTo>
                  <a:lnTo>
                    <a:pt x="267" y="425"/>
                  </a:lnTo>
                  <a:lnTo>
                    <a:pt x="270" y="467"/>
                  </a:lnTo>
                  <a:lnTo>
                    <a:pt x="284" y="504"/>
                  </a:lnTo>
                  <a:lnTo>
                    <a:pt x="296" y="531"/>
                  </a:lnTo>
                  <a:lnTo>
                    <a:pt x="296" y="861"/>
                  </a:lnTo>
                  <a:lnTo>
                    <a:pt x="296" y="923"/>
                  </a:lnTo>
                  <a:lnTo>
                    <a:pt x="0" y="941"/>
                  </a:lnTo>
                  <a:lnTo>
                    <a:pt x="0" y="0"/>
                  </a:lnTo>
                  <a:close/>
                </a:path>
              </a:pathLst>
            </a:custGeom>
            <a:solidFill>
              <a:srgbClr val="E0E0E0"/>
            </a:solidFill>
            <a:ln w="6350">
              <a:solidFill>
                <a:srgbClr val="000000"/>
              </a:solidFill>
              <a:prstDash val="solid"/>
              <a:round/>
              <a:headEnd/>
              <a:tailEnd/>
            </a:ln>
          </p:spPr>
          <p:txBody>
            <a:bodyPr/>
            <a:lstStyle/>
            <a:p>
              <a:endParaRPr lang="nl-BE"/>
            </a:p>
          </p:txBody>
        </p:sp>
        <p:sp>
          <p:nvSpPr>
            <p:cNvPr id="43172" name="Freeform 189"/>
            <p:cNvSpPr>
              <a:spLocks/>
            </p:cNvSpPr>
            <p:nvPr/>
          </p:nvSpPr>
          <p:spPr bwMode="auto">
            <a:xfrm rot="-155667">
              <a:off x="5926138" y="4000500"/>
              <a:ext cx="107950" cy="157163"/>
            </a:xfrm>
            <a:custGeom>
              <a:avLst/>
              <a:gdLst>
                <a:gd name="T0" fmla="*/ 0 w 165"/>
                <a:gd name="T1" fmla="*/ 0 h 361"/>
                <a:gd name="T2" fmla="*/ 2147483647 w 165"/>
                <a:gd name="T3" fmla="*/ 2147483647 h 361"/>
                <a:gd name="T4" fmla="*/ 2147483647 w 165"/>
                <a:gd name="T5" fmla="*/ 2147483647 h 361"/>
                <a:gd name="T6" fmla="*/ 0 w 165"/>
                <a:gd name="T7" fmla="*/ 2147483647 h 361"/>
                <a:gd name="T8" fmla="*/ 0 w 165"/>
                <a:gd name="T9" fmla="*/ 0 h 361"/>
                <a:gd name="T10" fmla="*/ 0 60000 65536"/>
                <a:gd name="T11" fmla="*/ 0 60000 65536"/>
                <a:gd name="T12" fmla="*/ 0 60000 65536"/>
                <a:gd name="T13" fmla="*/ 0 60000 65536"/>
                <a:gd name="T14" fmla="*/ 0 60000 65536"/>
                <a:gd name="T15" fmla="*/ 0 w 165"/>
                <a:gd name="T16" fmla="*/ 0 h 361"/>
                <a:gd name="T17" fmla="*/ 165 w 165"/>
                <a:gd name="T18" fmla="*/ 361 h 361"/>
              </a:gdLst>
              <a:ahLst/>
              <a:cxnLst>
                <a:cxn ang="T10">
                  <a:pos x="T0" y="T1"/>
                </a:cxn>
                <a:cxn ang="T11">
                  <a:pos x="T2" y="T3"/>
                </a:cxn>
                <a:cxn ang="T12">
                  <a:pos x="T4" y="T5"/>
                </a:cxn>
                <a:cxn ang="T13">
                  <a:pos x="T6" y="T7"/>
                </a:cxn>
                <a:cxn ang="T14">
                  <a:pos x="T8" y="T9"/>
                </a:cxn>
              </a:cxnLst>
              <a:rect l="T15" t="T16" r="T17" b="T18"/>
              <a:pathLst>
                <a:path w="165" h="361">
                  <a:moveTo>
                    <a:pt x="0" y="0"/>
                  </a:moveTo>
                  <a:lnTo>
                    <a:pt x="165" y="6"/>
                  </a:lnTo>
                  <a:lnTo>
                    <a:pt x="165" y="354"/>
                  </a:lnTo>
                  <a:lnTo>
                    <a:pt x="0" y="361"/>
                  </a:lnTo>
                  <a:lnTo>
                    <a:pt x="0" y="0"/>
                  </a:lnTo>
                  <a:close/>
                </a:path>
              </a:pathLst>
            </a:custGeom>
            <a:solidFill>
              <a:srgbClr val="E0E0E0"/>
            </a:solidFill>
            <a:ln w="6350">
              <a:solidFill>
                <a:srgbClr val="000000"/>
              </a:solidFill>
              <a:prstDash val="solid"/>
              <a:round/>
              <a:headEnd/>
              <a:tailEnd/>
            </a:ln>
          </p:spPr>
          <p:txBody>
            <a:bodyPr/>
            <a:lstStyle/>
            <a:p>
              <a:endParaRPr lang="nl-BE"/>
            </a:p>
          </p:txBody>
        </p:sp>
        <p:sp>
          <p:nvSpPr>
            <p:cNvPr id="43173" name="Freeform 190"/>
            <p:cNvSpPr>
              <a:spLocks/>
            </p:cNvSpPr>
            <p:nvPr/>
          </p:nvSpPr>
          <p:spPr bwMode="auto">
            <a:xfrm rot="-155667">
              <a:off x="5940425" y="3984625"/>
              <a:ext cx="25400" cy="7938"/>
            </a:xfrm>
            <a:custGeom>
              <a:avLst/>
              <a:gdLst>
                <a:gd name="T0" fmla="*/ 0 w 39"/>
                <a:gd name="T1" fmla="*/ 0 h 17"/>
                <a:gd name="T2" fmla="*/ 2147483647 w 39"/>
                <a:gd name="T3" fmla="*/ 2147483647 h 17"/>
                <a:gd name="T4" fmla="*/ 2147483647 w 39"/>
                <a:gd name="T5" fmla="*/ 2147483647 h 17"/>
                <a:gd name="T6" fmla="*/ 2147483647 w 39"/>
                <a:gd name="T7" fmla="*/ 2147483647 h 17"/>
                <a:gd name="T8" fmla="*/ 0 w 39"/>
                <a:gd name="T9" fmla="*/ 0 h 17"/>
                <a:gd name="T10" fmla="*/ 0 60000 65536"/>
                <a:gd name="T11" fmla="*/ 0 60000 65536"/>
                <a:gd name="T12" fmla="*/ 0 60000 65536"/>
                <a:gd name="T13" fmla="*/ 0 60000 65536"/>
                <a:gd name="T14" fmla="*/ 0 60000 65536"/>
                <a:gd name="T15" fmla="*/ 0 w 39"/>
                <a:gd name="T16" fmla="*/ 0 h 17"/>
                <a:gd name="T17" fmla="*/ 39 w 39"/>
                <a:gd name="T18" fmla="*/ 17 h 17"/>
              </a:gdLst>
              <a:ahLst/>
              <a:cxnLst>
                <a:cxn ang="T10">
                  <a:pos x="T0" y="T1"/>
                </a:cxn>
                <a:cxn ang="T11">
                  <a:pos x="T2" y="T3"/>
                </a:cxn>
                <a:cxn ang="T12">
                  <a:pos x="T4" y="T5"/>
                </a:cxn>
                <a:cxn ang="T13">
                  <a:pos x="T6" y="T7"/>
                </a:cxn>
                <a:cxn ang="T14">
                  <a:pos x="T8" y="T9"/>
                </a:cxn>
              </a:cxnLst>
              <a:rect l="T15" t="T16" r="T17" b="T18"/>
              <a:pathLst>
                <a:path w="39" h="17">
                  <a:moveTo>
                    <a:pt x="0" y="0"/>
                  </a:moveTo>
                  <a:lnTo>
                    <a:pt x="39" y="2"/>
                  </a:lnTo>
                  <a:lnTo>
                    <a:pt x="39" y="17"/>
                  </a:lnTo>
                  <a:lnTo>
                    <a:pt x="1" y="15"/>
                  </a:lnTo>
                  <a:lnTo>
                    <a:pt x="0" y="0"/>
                  </a:lnTo>
                  <a:close/>
                </a:path>
              </a:pathLst>
            </a:custGeom>
            <a:solidFill>
              <a:srgbClr val="C0C0C0"/>
            </a:solidFill>
            <a:ln w="6350">
              <a:solidFill>
                <a:srgbClr val="000000"/>
              </a:solidFill>
              <a:prstDash val="solid"/>
              <a:round/>
              <a:headEnd/>
              <a:tailEnd/>
            </a:ln>
          </p:spPr>
          <p:txBody>
            <a:bodyPr/>
            <a:lstStyle/>
            <a:p>
              <a:endParaRPr lang="nl-BE"/>
            </a:p>
          </p:txBody>
        </p:sp>
        <p:sp>
          <p:nvSpPr>
            <p:cNvPr id="43174" name="Line 191"/>
            <p:cNvSpPr>
              <a:spLocks noChangeShapeType="1"/>
            </p:cNvSpPr>
            <p:nvPr/>
          </p:nvSpPr>
          <p:spPr bwMode="auto">
            <a:xfrm rot="-155667">
              <a:off x="5868988" y="3829050"/>
              <a:ext cx="144462" cy="38100"/>
            </a:xfrm>
            <a:prstGeom prst="line">
              <a:avLst/>
            </a:prstGeom>
            <a:noFill/>
            <a:ln w="6350">
              <a:solidFill>
                <a:srgbClr val="000000"/>
              </a:solidFill>
              <a:round/>
              <a:headEnd/>
              <a:tailEnd/>
            </a:ln>
          </p:spPr>
          <p:txBody>
            <a:bodyPr/>
            <a:lstStyle/>
            <a:p>
              <a:endParaRPr lang="nl-BE"/>
            </a:p>
          </p:txBody>
        </p:sp>
        <p:sp>
          <p:nvSpPr>
            <p:cNvPr id="43175" name="Line 192"/>
            <p:cNvSpPr>
              <a:spLocks noChangeShapeType="1"/>
            </p:cNvSpPr>
            <p:nvPr/>
          </p:nvSpPr>
          <p:spPr bwMode="auto">
            <a:xfrm rot="-155667">
              <a:off x="5922963" y="3846513"/>
              <a:ext cx="1587" cy="334962"/>
            </a:xfrm>
            <a:prstGeom prst="line">
              <a:avLst/>
            </a:prstGeom>
            <a:noFill/>
            <a:ln w="6350">
              <a:solidFill>
                <a:srgbClr val="000000"/>
              </a:solidFill>
              <a:round/>
              <a:headEnd/>
              <a:tailEnd/>
            </a:ln>
          </p:spPr>
          <p:txBody>
            <a:bodyPr/>
            <a:lstStyle/>
            <a:p>
              <a:endParaRPr lang="nl-BE"/>
            </a:p>
          </p:txBody>
        </p:sp>
        <p:sp>
          <p:nvSpPr>
            <p:cNvPr id="43176" name="Line 193"/>
            <p:cNvSpPr>
              <a:spLocks noChangeShapeType="1"/>
            </p:cNvSpPr>
            <p:nvPr/>
          </p:nvSpPr>
          <p:spPr bwMode="auto">
            <a:xfrm rot="-155667" flipH="1" flipV="1">
              <a:off x="5988050" y="3844925"/>
              <a:ext cx="79375" cy="31750"/>
            </a:xfrm>
            <a:prstGeom prst="line">
              <a:avLst/>
            </a:prstGeom>
            <a:noFill/>
            <a:ln w="6350">
              <a:solidFill>
                <a:srgbClr val="A0A0A0"/>
              </a:solidFill>
              <a:round/>
              <a:headEnd/>
              <a:tailEnd/>
            </a:ln>
          </p:spPr>
          <p:txBody>
            <a:bodyPr/>
            <a:lstStyle/>
            <a:p>
              <a:endParaRPr lang="nl-BE"/>
            </a:p>
          </p:txBody>
        </p:sp>
        <p:sp>
          <p:nvSpPr>
            <p:cNvPr id="43177" name="Line 194"/>
            <p:cNvSpPr>
              <a:spLocks noChangeShapeType="1"/>
            </p:cNvSpPr>
            <p:nvPr/>
          </p:nvSpPr>
          <p:spPr bwMode="auto">
            <a:xfrm rot="21444333" flipV="1">
              <a:off x="6034088" y="4003675"/>
              <a:ext cx="39687" cy="14288"/>
            </a:xfrm>
            <a:prstGeom prst="line">
              <a:avLst/>
            </a:prstGeom>
            <a:noFill/>
            <a:ln w="6350">
              <a:solidFill>
                <a:srgbClr val="A0A0A0"/>
              </a:solidFill>
              <a:round/>
              <a:headEnd/>
              <a:tailEnd/>
            </a:ln>
          </p:spPr>
          <p:txBody>
            <a:bodyPr/>
            <a:lstStyle/>
            <a:p>
              <a:endParaRPr lang="nl-BE"/>
            </a:p>
          </p:txBody>
        </p:sp>
        <p:sp>
          <p:nvSpPr>
            <p:cNvPr id="43178" name="Freeform 195"/>
            <p:cNvSpPr>
              <a:spLocks/>
            </p:cNvSpPr>
            <p:nvPr/>
          </p:nvSpPr>
          <p:spPr bwMode="auto">
            <a:xfrm rot="-155667">
              <a:off x="6043613" y="3873500"/>
              <a:ext cx="44450" cy="133350"/>
            </a:xfrm>
            <a:custGeom>
              <a:avLst/>
              <a:gdLst>
                <a:gd name="T0" fmla="*/ 0 w 66"/>
                <a:gd name="T1" fmla="*/ 0 h 303"/>
                <a:gd name="T2" fmla="*/ 2147483647 w 66"/>
                <a:gd name="T3" fmla="*/ 0 h 303"/>
                <a:gd name="T4" fmla="*/ 2147483647 w 66"/>
                <a:gd name="T5" fmla="*/ 2147483647 h 303"/>
                <a:gd name="T6" fmla="*/ 0 w 66"/>
                <a:gd name="T7" fmla="*/ 2147483647 h 303"/>
                <a:gd name="T8" fmla="*/ 0 w 66"/>
                <a:gd name="T9" fmla="*/ 0 h 303"/>
                <a:gd name="T10" fmla="*/ 0 60000 65536"/>
                <a:gd name="T11" fmla="*/ 0 60000 65536"/>
                <a:gd name="T12" fmla="*/ 0 60000 65536"/>
                <a:gd name="T13" fmla="*/ 0 60000 65536"/>
                <a:gd name="T14" fmla="*/ 0 60000 65536"/>
                <a:gd name="T15" fmla="*/ 0 w 66"/>
                <a:gd name="T16" fmla="*/ 0 h 303"/>
                <a:gd name="T17" fmla="*/ 66 w 66"/>
                <a:gd name="T18" fmla="*/ 303 h 303"/>
              </a:gdLst>
              <a:ahLst/>
              <a:cxnLst>
                <a:cxn ang="T10">
                  <a:pos x="T0" y="T1"/>
                </a:cxn>
                <a:cxn ang="T11">
                  <a:pos x="T2" y="T3"/>
                </a:cxn>
                <a:cxn ang="T12">
                  <a:pos x="T4" y="T5"/>
                </a:cxn>
                <a:cxn ang="T13">
                  <a:pos x="T6" y="T7"/>
                </a:cxn>
                <a:cxn ang="T14">
                  <a:pos x="T8" y="T9"/>
                </a:cxn>
              </a:cxnLst>
              <a:rect l="T15" t="T16" r="T17" b="T18"/>
              <a:pathLst>
                <a:path w="66" h="303">
                  <a:moveTo>
                    <a:pt x="0" y="0"/>
                  </a:moveTo>
                  <a:lnTo>
                    <a:pt x="66" y="0"/>
                  </a:lnTo>
                  <a:lnTo>
                    <a:pt x="66" y="303"/>
                  </a:lnTo>
                  <a:lnTo>
                    <a:pt x="0" y="292"/>
                  </a:lnTo>
                  <a:lnTo>
                    <a:pt x="0" y="0"/>
                  </a:lnTo>
                  <a:close/>
                </a:path>
              </a:pathLst>
            </a:custGeom>
            <a:solidFill>
              <a:srgbClr val="C0C0C0"/>
            </a:solidFill>
            <a:ln w="6350">
              <a:solidFill>
                <a:srgbClr val="000000"/>
              </a:solidFill>
              <a:prstDash val="solid"/>
              <a:round/>
              <a:headEnd/>
              <a:tailEnd/>
            </a:ln>
          </p:spPr>
          <p:txBody>
            <a:bodyPr/>
            <a:lstStyle/>
            <a:p>
              <a:endParaRPr lang="nl-BE"/>
            </a:p>
          </p:txBody>
        </p:sp>
        <p:sp>
          <p:nvSpPr>
            <p:cNvPr id="43179" name="Line 196"/>
            <p:cNvSpPr>
              <a:spLocks noChangeShapeType="1"/>
            </p:cNvSpPr>
            <p:nvPr/>
          </p:nvSpPr>
          <p:spPr bwMode="auto">
            <a:xfrm rot="-155667">
              <a:off x="6046788" y="3883025"/>
              <a:ext cx="42862" cy="42863"/>
            </a:xfrm>
            <a:prstGeom prst="line">
              <a:avLst/>
            </a:prstGeom>
            <a:noFill/>
            <a:ln w="6350">
              <a:solidFill>
                <a:srgbClr val="E0E0E0"/>
              </a:solidFill>
              <a:round/>
              <a:headEnd/>
              <a:tailEnd/>
            </a:ln>
          </p:spPr>
          <p:txBody>
            <a:bodyPr/>
            <a:lstStyle/>
            <a:p>
              <a:endParaRPr lang="nl-BE"/>
            </a:p>
          </p:txBody>
        </p:sp>
        <p:sp>
          <p:nvSpPr>
            <p:cNvPr id="43180" name="Line 197"/>
            <p:cNvSpPr>
              <a:spLocks noChangeShapeType="1"/>
            </p:cNvSpPr>
            <p:nvPr/>
          </p:nvSpPr>
          <p:spPr bwMode="auto">
            <a:xfrm rot="-155667">
              <a:off x="6053138" y="3944938"/>
              <a:ext cx="36512" cy="36512"/>
            </a:xfrm>
            <a:prstGeom prst="line">
              <a:avLst/>
            </a:prstGeom>
            <a:noFill/>
            <a:ln w="6350">
              <a:solidFill>
                <a:srgbClr val="E0E0E0"/>
              </a:solidFill>
              <a:round/>
              <a:headEnd/>
              <a:tailEnd/>
            </a:ln>
          </p:spPr>
          <p:txBody>
            <a:bodyPr/>
            <a:lstStyle/>
            <a:p>
              <a:endParaRPr lang="nl-BE"/>
            </a:p>
          </p:txBody>
        </p:sp>
        <p:sp>
          <p:nvSpPr>
            <p:cNvPr id="43181" name="Line 198"/>
            <p:cNvSpPr>
              <a:spLocks noChangeShapeType="1"/>
            </p:cNvSpPr>
            <p:nvPr/>
          </p:nvSpPr>
          <p:spPr bwMode="auto">
            <a:xfrm rot="-155667">
              <a:off x="6049963" y="3903663"/>
              <a:ext cx="38100" cy="36512"/>
            </a:xfrm>
            <a:prstGeom prst="line">
              <a:avLst/>
            </a:prstGeom>
            <a:noFill/>
            <a:ln w="6350">
              <a:solidFill>
                <a:srgbClr val="E0E0E0"/>
              </a:solidFill>
              <a:round/>
              <a:headEnd/>
              <a:tailEnd/>
            </a:ln>
          </p:spPr>
          <p:txBody>
            <a:bodyPr/>
            <a:lstStyle/>
            <a:p>
              <a:endParaRPr lang="nl-BE"/>
            </a:p>
          </p:txBody>
        </p:sp>
        <p:sp>
          <p:nvSpPr>
            <p:cNvPr id="43182" name="Freeform 199"/>
            <p:cNvSpPr>
              <a:spLocks/>
            </p:cNvSpPr>
            <p:nvPr/>
          </p:nvSpPr>
          <p:spPr bwMode="auto">
            <a:xfrm rot="-155667">
              <a:off x="5856288" y="4211638"/>
              <a:ext cx="101600" cy="227012"/>
            </a:xfrm>
            <a:custGeom>
              <a:avLst/>
              <a:gdLst>
                <a:gd name="T0" fmla="*/ 2147483647 w 153"/>
                <a:gd name="T1" fmla="*/ 0 h 519"/>
                <a:gd name="T2" fmla="*/ 2147483647 w 153"/>
                <a:gd name="T3" fmla="*/ 0 h 519"/>
                <a:gd name="T4" fmla="*/ 2147483647 w 153"/>
                <a:gd name="T5" fmla="*/ 2147483647 h 519"/>
                <a:gd name="T6" fmla="*/ 2147483647 w 153"/>
                <a:gd name="T7" fmla="*/ 2147483647 h 519"/>
                <a:gd name="T8" fmla="*/ 2147483647 w 153"/>
                <a:gd name="T9" fmla="*/ 2147483647 h 519"/>
                <a:gd name="T10" fmla="*/ 2147483647 w 153"/>
                <a:gd name="T11" fmla="*/ 2147483647 h 519"/>
                <a:gd name="T12" fmla="*/ 2147483647 w 153"/>
                <a:gd name="T13" fmla="*/ 2147483647 h 519"/>
                <a:gd name="T14" fmla="*/ 2147483647 w 153"/>
                <a:gd name="T15" fmla="*/ 2147483647 h 519"/>
                <a:gd name="T16" fmla="*/ 2147483647 w 153"/>
                <a:gd name="T17" fmla="*/ 2147483647 h 519"/>
                <a:gd name="T18" fmla="*/ 2147483647 w 153"/>
                <a:gd name="T19" fmla="*/ 2147483647 h 519"/>
                <a:gd name="T20" fmla="*/ 2147483647 w 153"/>
                <a:gd name="T21" fmla="*/ 2147483647 h 519"/>
                <a:gd name="T22" fmla="*/ 2147483647 w 153"/>
                <a:gd name="T23" fmla="*/ 2147483647 h 519"/>
                <a:gd name="T24" fmla="*/ 2147483647 w 153"/>
                <a:gd name="T25" fmla="*/ 2147483647 h 519"/>
                <a:gd name="T26" fmla="*/ 2147483647 w 153"/>
                <a:gd name="T27" fmla="*/ 2147483647 h 519"/>
                <a:gd name="T28" fmla="*/ 2147483647 w 153"/>
                <a:gd name="T29" fmla="*/ 2147483647 h 519"/>
                <a:gd name="T30" fmla="*/ 2147483647 w 153"/>
                <a:gd name="T31" fmla="*/ 2147483647 h 519"/>
                <a:gd name="T32" fmla="*/ 2147483647 w 153"/>
                <a:gd name="T33" fmla="*/ 2147483647 h 519"/>
                <a:gd name="T34" fmla="*/ 2147483647 w 153"/>
                <a:gd name="T35" fmla="*/ 2147483647 h 519"/>
                <a:gd name="T36" fmla="*/ 2147483647 w 153"/>
                <a:gd name="T37" fmla="*/ 2147483647 h 519"/>
                <a:gd name="T38" fmla="*/ 2147483647 w 153"/>
                <a:gd name="T39" fmla="*/ 2147483647 h 519"/>
                <a:gd name="T40" fmla="*/ 2147483647 w 153"/>
                <a:gd name="T41" fmla="*/ 2147483647 h 519"/>
                <a:gd name="T42" fmla="*/ 2147483647 w 153"/>
                <a:gd name="T43" fmla="*/ 2147483647 h 519"/>
                <a:gd name="T44" fmla="*/ 2147483647 w 153"/>
                <a:gd name="T45" fmla="*/ 2147483647 h 519"/>
                <a:gd name="T46" fmla="*/ 2147483647 w 153"/>
                <a:gd name="T47" fmla="*/ 2147483647 h 519"/>
                <a:gd name="T48" fmla="*/ 2147483647 w 153"/>
                <a:gd name="T49" fmla="*/ 2147483647 h 519"/>
                <a:gd name="T50" fmla="*/ 2147483647 w 153"/>
                <a:gd name="T51" fmla="*/ 2147483647 h 519"/>
                <a:gd name="T52" fmla="*/ 2147483647 w 153"/>
                <a:gd name="T53" fmla="*/ 2147483647 h 519"/>
                <a:gd name="T54" fmla="*/ 2147483647 w 153"/>
                <a:gd name="T55" fmla="*/ 2147483647 h 519"/>
                <a:gd name="T56" fmla="*/ 0 w 153"/>
                <a:gd name="T57" fmla="*/ 2147483647 h 519"/>
                <a:gd name="T58" fmla="*/ 0 w 153"/>
                <a:gd name="T59" fmla="*/ 2147483647 h 519"/>
                <a:gd name="T60" fmla="*/ 0 w 153"/>
                <a:gd name="T61" fmla="*/ 2147483647 h 519"/>
                <a:gd name="T62" fmla="*/ 2147483647 w 153"/>
                <a:gd name="T63" fmla="*/ 2147483647 h 519"/>
                <a:gd name="T64" fmla="*/ 2147483647 w 153"/>
                <a:gd name="T65" fmla="*/ 2147483647 h 519"/>
                <a:gd name="T66" fmla="*/ 2147483647 w 153"/>
                <a:gd name="T67" fmla="*/ 2147483647 h 519"/>
                <a:gd name="T68" fmla="*/ 2147483647 w 153"/>
                <a:gd name="T69" fmla="*/ 2147483647 h 519"/>
                <a:gd name="T70" fmla="*/ 2147483647 w 153"/>
                <a:gd name="T71" fmla="*/ 2147483647 h 519"/>
                <a:gd name="T72" fmla="*/ 2147483647 w 153"/>
                <a:gd name="T73" fmla="*/ 2147483647 h 519"/>
                <a:gd name="T74" fmla="*/ 2147483647 w 153"/>
                <a:gd name="T75" fmla="*/ 2147483647 h 519"/>
                <a:gd name="T76" fmla="*/ 2147483647 w 153"/>
                <a:gd name="T77" fmla="*/ 2147483647 h 519"/>
                <a:gd name="T78" fmla="*/ 2147483647 w 153"/>
                <a:gd name="T79" fmla="*/ 2147483647 h 519"/>
                <a:gd name="T80" fmla="*/ 2147483647 w 153"/>
                <a:gd name="T81" fmla="*/ 2147483647 h 519"/>
                <a:gd name="T82" fmla="*/ 2147483647 w 153"/>
                <a:gd name="T83" fmla="*/ 2147483647 h 519"/>
                <a:gd name="T84" fmla="*/ 2147483647 w 153"/>
                <a:gd name="T85" fmla="*/ 2147483647 h 519"/>
                <a:gd name="T86" fmla="*/ 2147483647 w 153"/>
                <a:gd name="T87" fmla="*/ 2147483647 h 519"/>
                <a:gd name="T88" fmla="*/ 2147483647 w 153"/>
                <a:gd name="T89" fmla="*/ 2147483647 h 519"/>
                <a:gd name="T90" fmla="*/ 2147483647 w 153"/>
                <a:gd name="T91" fmla="*/ 2147483647 h 519"/>
                <a:gd name="T92" fmla="*/ 2147483647 w 153"/>
                <a:gd name="T93" fmla="*/ 2147483647 h 519"/>
                <a:gd name="T94" fmla="*/ 2147483647 w 153"/>
                <a:gd name="T95" fmla="*/ 2147483647 h 519"/>
                <a:gd name="T96" fmla="*/ 2147483647 w 153"/>
                <a:gd name="T97" fmla="*/ 2147483647 h 519"/>
                <a:gd name="T98" fmla="*/ 2147483647 w 153"/>
                <a:gd name="T99" fmla="*/ 2147483647 h 519"/>
                <a:gd name="T100" fmla="*/ 2147483647 w 153"/>
                <a:gd name="T101" fmla="*/ 2147483647 h 519"/>
                <a:gd name="T102" fmla="*/ 2147483647 w 153"/>
                <a:gd name="T103" fmla="*/ 2147483647 h 519"/>
                <a:gd name="T104" fmla="*/ 2147483647 w 153"/>
                <a:gd name="T105" fmla="*/ 0 h 519"/>
                <a:gd name="T106" fmla="*/ 2147483647 w 153"/>
                <a:gd name="T107" fmla="*/ 0 h 519"/>
                <a:gd name="T108" fmla="*/ 2147483647 w 153"/>
                <a:gd name="T109" fmla="*/ 0 h 51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53"/>
                <a:gd name="T166" fmla="*/ 0 h 519"/>
                <a:gd name="T167" fmla="*/ 153 w 153"/>
                <a:gd name="T168" fmla="*/ 519 h 51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53" h="519">
                  <a:moveTo>
                    <a:pt x="72" y="0"/>
                  </a:moveTo>
                  <a:lnTo>
                    <a:pt x="153" y="0"/>
                  </a:lnTo>
                  <a:lnTo>
                    <a:pt x="152" y="519"/>
                  </a:lnTo>
                  <a:lnTo>
                    <a:pt x="72" y="513"/>
                  </a:lnTo>
                  <a:lnTo>
                    <a:pt x="70" y="513"/>
                  </a:lnTo>
                  <a:lnTo>
                    <a:pt x="67" y="511"/>
                  </a:lnTo>
                  <a:lnTo>
                    <a:pt x="63" y="508"/>
                  </a:lnTo>
                  <a:lnTo>
                    <a:pt x="58" y="507"/>
                  </a:lnTo>
                  <a:lnTo>
                    <a:pt x="54" y="502"/>
                  </a:lnTo>
                  <a:lnTo>
                    <a:pt x="49" y="496"/>
                  </a:lnTo>
                  <a:lnTo>
                    <a:pt x="45" y="490"/>
                  </a:lnTo>
                  <a:lnTo>
                    <a:pt x="41" y="486"/>
                  </a:lnTo>
                  <a:lnTo>
                    <a:pt x="38" y="480"/>
                  </a:lnTo>
                  <a:lnTo>
                    <a:pt x="36" y="474"/>
                  </a:lnTo>
                  <a:lnTo>
                    <a:pt x="33" y="468"/>
                  </a:lnTo>
                  <a:lnTo>
                    <a:pt x="30" y="459"/>
                  </a:lnTo>
                  <a:lnTo>
                    <a:pt x="27" y="451"/>
                  </a:lnTo>
                  <a:lnTo>
                    <a:pt x="24" y="442"/>
                  </a:lnTo>
                  <a:lnTo>
                    <a:pt x="22" y="436"/>
                  </a:lnTo>
                  <a:lnTo>
                    <a:pt x="20" y="430"/>
                  </a:lnTo>
                  <a:lnTo>
                    <a:pt x="17" y="418"/>
                  </a:lnTo>
                  <a:lnTo>
                    <a:pt x="14" y="405"/>
                  </a:lnTo>
                  <a:lnTo>
                    <a:pt x="11" y="390"/>
                  </a:lnTo>
                  <a:lnTo>
                    <a:pt x="8" y="375"/>
                  </a:lnTo>
                  <a:lnTo>
                    <a:pt x="6" y="358"/>
                  </a:lnTo>
                  <a:lnTo>
                    <a:pt x="4" y="342"/>
                  </a:lnTo>
                  <a:lnTo>
                    <a:pt x="2" y="322"/>
                  </a:lnTo>
                  <a:lnTo>
                    <a:pt x="1" y="301"/>
                  </a:lnTo>
                  <a:lnTo>
                    <a:pt x="0" y="280"/>
                  </a:lnTo>
                  <a:lnTo>
                    <a:pt x="0" y="255"/>
                  </a:lnTo>
                  <a:lnTo>
                    <a:pt x="0" y="225"/>
                  </a:lnTo>
                  <a:lnTo>
                    <a:pt x="2" y="193"/>
                  </a:lnTo>
                  <a:lnTo>
                    <a:pt x="4" y="172"/>
                  </a:lnTo>
                  <a:lnTo>
                    <a:pt x="6" y="150"/>
                  </a:lnTo>
                  <a:lnTo>
                    <a:pt x="9" y="132"/>
                  </a:lnTo>
                  <a:lnTo>
                    <a:pt x="11" y="120"/>
                  </a:lnTo>
                  <a:lnTo>
                    <a:pt x="15" y="102"/>
                  </a:lnTo>
                  <a:lnTo>
                    <a:pt x="21" y="82"/>
                  </a:lnTo>
                  <a:lnTo>
                    <a:pt x="25" y="67"/>
                  </a:lnTo>
                  <a:lnTo>
                    <a:pt x="29" y="57"/>
                  </a:lnTo>
                  <a:lnTo>
                    <a:pt x="32" y="49"/>
                  </a:lnTo>
                  <a:lnTo>
                    <a:pt x="35" y="43"/>
                  </a:lnTo>
                  <a:lnTo>
                    <a:pt x="38" y="36"/>
                  </a:lnTo>
                  <a:lnTo>
                    <a:pt x="39" y="30"/>
                  </a:lnTo>
                  <a:lnTo>
                    <a:pt x="43" y="27"/>
                  </a:lnTo>
                  <a:lnTo>
                    <a:pt x="46" y="21"/>
                  </a:lnTo>
                  <a:lnTo>
                    <a:pt x="49" y="16"/>
                  </a:lnTo>
                  <a:lnTo>
                    <a:pt x="52" y="13"/>
                  </a:lnTo>
                  <a:lnTo>
                    <a:pt x="55" y="10"/>
                  </a:lnTo>
                  <a:lnTo>
                    <a:pt x="58" y="6"/>
                  </a:lnTo>
                  <a:lnTo>
                    <a:pt x="61" y="4"/>
                  </a:lnTo>
                  <a:lnTo>
                    <a:pt x="64" y="3"/>
                  </a:lnTo>
                  <a:lnTo>
                    <a:pt x="67" y="0"/>
                  </a:lnTo>
                  <a:lnTo>
                    <a:pt x="69" y="0"/>
                  </a:lnTo>
                  <a:lnTo>
                    <a:pt x="72" y="0"/>
                  </a:lnTo>
                  <a:close/>
                </a:path>
              </a:pathLst>
            </a:custGeom>
            <a:solidFill>
              <a:srgbClr val="202020"/>
            </a:solidFill>
            <a:ln w="9525">
              <a:noFill/>
              <a:round/>
              <a:headEnd/>
              <a:tailEnd/>
            </a:ln>
          </p:spPr>
          <p:txBody>
            <a:bodyPr/>
            <a:lstStyle/>
            <a:p>
              <a:endParaRPr lang="nl-BE"/>
            </a:p>
          </p:txBody>
        </p:sp>
        <p:sp>
          <p:nvSpPr>
            <p:cNvPr id="43183" name="Oval 200"/>
            <p:cNvSpPr>
              <a:spLocks noChangeArrowheads="1"/>
            </p:cNvSpPr>
            <p:nvPr/>
          </p:nvSpPr>
          <p:spPr bwMode="auto">
            <a:xfrm rot="-155667">
              <a:off x="5903913" y="4210050"/>
              <a:ext cx="101600" cy="227013"/>
            </a:xfrm>
            <a:prstGeom prst="ellipse">
              <a:avLst/>
            </a:prstGeom>
            <a:solidFill>
              <a:srgbClr val="404040"/>
            </a:solidFill>
            <a:ln w="9525">
              <a:noFill/>
              <a:round/>
              <a:headEnd/>
              <a:tailEnd/>
            </a:ln>
          </p:spPr>
          <p:txBody>
            <a:bodyPr/>
            <a:lstStyle/>
            <a:p>
              <a:pPr algn="ctr" eaLnBrk="0" hangingPunct="0"/>
              <a:endParaRPr lang="nl-BE"/>
            </a:p>
          </p:txBody>
        </p:sp>
        <p:sp>
          <p:nvSpPr>
            <p:cNvPr id="43184" name="Oval 201"/>
            <p:cNvSpPr>
              <a:spLocks noChangeArrowheads="1"/>
            </p:cNvSpPr>
            <p:nvPr/>
          </p:nvSpPr>
          <p:spPr bwMode="auto">
            <a:xfrm rot="-155667">
              <a:off x="5924550" y="4256088"/>
              <a:ext cx="60325" cy="133350"/>
            </a:xfrm>
            <a:prstGeom prst="ellipse">
              <a:avLst/>
            </a:prstGeom>
            <a:solidFill>
              <a:srgbClr val="A0A0A0"/>
            </a:solidFill>
            <a:ln w="9525">
              <a:noFill/>
              <a:round/>
              <a:headEnd/>
              <a:tailEnd/>
            </a:ln>
          </p:spPr>
          <p:txBody>
            <a:bodyPr/>
            <a:lstStyle/>
            <a:p>
              <a:pPr algn="ctr" eaLnBrk="0" hangingPunct="0"/>
              <a:endParaRPr lang="nl-BE"/>
            </a:p>
          </p:txBody>
        </p:sp>
        <p:sp>
          <p:nvSpPr>
            <p:cNvPr id="43185" name="Oval 202"/>
            <p:cNvSpPr>
              <a:spLocks noChangeArrowheads="1"/>
            </p:cNvSpPr>
            <p:nvPr/>
          </p:nvSpPr>
          <p:spPr bwMode="auto">
            <a:xfrm rot="-155667">
              <a:off x="5924550" y="4259263"/>
              <a:ext cx="55563" cy="127000"/>
            </a:xfrm>
            <a:prstGeom prst="ellipse">
              <a:avLst/>
            </a:prstGeom>
            <a:solidFill>
              <a:srgbClr val="808080"/>
            </a:solidFill>
            <a:ln w="9525">
              <a:noFill/>
              <a:round/>
              <a:headEnd/>
              <a:tailEnd/>
            </a:ln>
          </p:spPr>
          <p:txBody>
            <a:bodyPr/>
            <a:lstStyle/>
            <a:p>
              <a:pPr algn="ctr" eaLnBrk="0" hangingPunct="0"/>
              <a:endParaRPr lang="nl-BE"/>
            </a:p>
          </p:txBody>
        </p:sp>
        <p:sp>
          <p:nvSpPr>
            <p:cNvPr id="43186" name="Oval 203"/>
            <p:cNvSpPr>
              <a:spLocks noChangeArrowheads="1"/>
            </p:cNvSpPr>
            <p:nvPr/>
          </p:nvSpPr>
          <p:spPr bwMode="auto">
            <a:xfrm rot="-155667">
              <a:off x="5949950" y="4311650"/>
              <a:ext cx="7938" cy="22225"/>
            </a:xfrm>
            <a:prstGeom prst="ellipse">
              <a:avLst/>
            </a:prstGeom>
            <a:solidFill>
              <a:srgbClr val="404040"/>
            </a:solidFill>
            <a:ln w="9525">
              <a:noFill/>
              <a:round/>
              <a:headEnd/>
              <a:tailEnd/>
            </a:ln>
          </p:spPr>
          <p:txBody>
            <a:bodyPr/>
            <a:lstStyle/>
            <a:p>
              <a:pPr algn="ctr" eaLnBrk="0" hangingPunct="0"/>
              <a:endParaRPr lang="nl-BE"/>
            </a:p>
          </p:txBody>
        </p:sp>
        <p:sp>
          <p:nvSpPr>
            <p:cNvPr id="43187" name="Freeform 204"/>
            <p:cNvSpPr>
              <a:spLocks/>
            </p:cNvSpPr>
            <p:nvPr/>
          </p:nvSpPr>
          <p:spPr bwMode="auto">
            <a:xfrm rot="-155667">
              <a:off x="5916613" y="4210050"/>
              <a:ext cx="101600" cy="230188"/>
            </a:xfrm>
            <a:custGeom>
              <a:avLst/>
              <a:gdLst>
                <a:gd name="T0" fmla="*/ 2147483647 w 154"/>
                <a:gd name="T1" fmla="*/ 0 h 529"/>
                <a:gd name="T2" fmla="*/ 2147483647 w 154"/>
                <a:gd name="T3" fmla="*/ 0 h 529"/>
                <a:gd name="T4" fmla="*/ 2147483647 w 154"/>
                <a:gd name="T5" fmla="*/ 2147483647 h 529"/>
                <a:gd name="T6" fmla="*/ 2147483647 w 154"/>
                <a:gd name="T7" fmla="*/ 2147483647 h 529"/>
                <a:gd name="T8" fmla="*/ 2147483647 w 154"/>
                <a:gd name="T9" fmla="*/ 2147483647 h 529"/>
                <a:gd name="T10" fmla="*/ 2147483647 w 154"/>
                <a:gd name="T11" fmla="*/ 2147483647 h 529"/>
                <a:gd name="T12" fmla="*/ 2147483647 w 154"/>
                <a:gd name="T13" fmla="*/ 2147483647 h 529"/>
                <a:gd name="T14" fmla="*/ 2147483647 w 154"/>
                <a:gd name="T15" fmla="*/ 2147483647 h 529"/>
                <a:gd name="T16" fmla="*/ 2147483647 w 154"/>
                <a:gd name="T17" fmla="*/ 2147483647 h 529"/>
                <a:gd name="T18" fmla="*/ 2147483647 w 154"/>
                <a:gd name="T19" fmla="*/ 2147483647 h 529"/>
                <a:gd name="T20" fmla="*/ 2147483647 w 154"/>
                <a:gd name="T21" fmla="*/ 2147483647 h 529"/>
                <a:gd name="T22" fmla="*/ 2147483647 w 154"/>
                <a:gd name="T23" fmla="*/ 2147483647 h 529"/>
                <a:gd name="T24" fmla="*/ 2147483647 w 154"/>
                <a:gd name="T25" fmla="*/ 2147483647 h 529"/>
                <a:gd name="T26" fmla="*/ 2147483647 w 154"/>
                <a:gd name="T27" fmla="*/ 2147483647 h 529"/>
                <a:gd name="T28" fmla="*/ 2147483647 w 154"/>
                <a:gd name="T29" fmla="*/ 2147483647 h 529"/>
                <a:gd name="T30" fmla="*/ 2147483647 w 154"/>
                <a:gd name="T31" fmla="*/ 2147483647 h 529"/>
                <a:gd name="T32" fmla="*/ 2147483647 w 154"/>
                <a:gd name="T33" fmla="*/ 2147483647 h 529"/>
                <a:gd name="T34" fmla="*/ 2147483647 w 154"/>
                <a:gd name="T35" fmla="*/ 2147483647 h 529"/>
                <a:gd name="T36" fmla="*/ 2147483647 w 154"/>
                <a:gd name="T37" fmla="*/ 2147483647 h 529"/>
                <a:gd name="T38" fmla="*/ 2147483647 w 154"/>
                <a:gd name="T39" fmla="*/ 2147483647 h 529"/>
                <a:gd name="T40" fmla="*/ 2147483647 w 154"/>
                <a:gd name="T41" fmla="*/ 2147483647 h 529"/>
                <a:gd name="T42" fmla="*/ 2147483647 w 154"/>
                <a:gd name="T43" fmla="*/ 2147483647 h 529"/>
                <a:gd name="T44" fmla="*/ 2147483647 w 154"/>
                <a:gd name="T45" fmla="*/ 2147483647 h 529"/>
                <a:gd name="T46" fmla="*/ 2147483647 w 154"/>
                <a:gd name="T47" fmla="*/ 2147483647 h 529"/>
                <a:gd name="T48" fmla="*/ 2147483647 w 154"/>
                <a:gd name="T49" fmla="*/ 2147483647 h 529"/>
                <a:gd name="T50" fmla="*/ 2147483647 w 154"/>
                <a:gd name="T51" fmla="*/ 2147483647 h 529"/>
                <a:gd name="T52" fmla="*/ 2147483647 w 154"/>
                <a:gd name="T53" fmla="*/ 2147483647 h 529"/>
                <a:gd name="T54" fmla="*/ 2147483647 w 154"/>
                <a:gd name="T55" fmla="*/ 2147483647 h 529"/>
                <a:gd name="T56" fmla="*/ 0 w 154"/>
                <a:gd name="T57" fmla="*/ 2147483647 h 529"/>
                <a:gd name="T58" fmla="*/ 0 w 154"/>
                <a:gd name="T59" fmla="*/ 2147483647 h 529"/>
                <a:gd name="T60" fmla="*/ 0 w 154"/>
                <a:gd name="T61" fmla="*/ 2147483647 h 529"/>
                <a:gd name="T62" fmla="*/ 2147483647 w 154"/>
                <a:gd name="T63" fmla="*/ 2147483647 h 529"/>
                <a:gd name="T64" fmla="*/ 2147483647 w 154"/>
                <a:gd name="T65" fmla="*/ 2147483647 h 529"/>
                <a:gd name="T66" fmla="*/ 2147483647 w 154"/>
                <a:gd name="T67" fmla="*/ 2147483647 h 529"/>
                <a:gd name="T68" fmla="*/ 2147483647 w 154"/>
                <a:gd name="T69" fmla="*/ 2147483647 h 529"/>
                <a:gd name="T70" fmla="*/ 2147483647 w 154"/>
                <a:gd name="T71" fmla="*/ 2147483647 h 529"/>
                <a:gd name="T72" fmla="*/ 2147483647 w 154"/>
                <a:gd name="T73" fmla="*/ 2147483647 h 529"/>
                <a:gd name="T74" fmla="*/ 2147483647 w 154"/>
                <a:gd name="T75" fmla="*/ 2147483647 h 529"/>
                <a:gd name="T76" fmla="*/ 2147483647 w 154"/>
                <a:gd name="T77" fmla="*/ 2147483647 h 529"/>
                <a:gd name="T78" fmla="*/ 2147483647 w 154"/>
                <a:gd name="T79" fmla="*/ 2147483647 h 529"/>
                <a:gd name="T80" fmla="*/ 2147483647 w 154"/>
                <a:gd name="T81" fmla="*/ 2147483647 h 529"/>
                <a:gd name="T82" fmla="*/ 2147483647 w 154"/>
                <a:gd name="T83" fmla="*/ 2147483647 h 529"/>
                <a:gd name="T84" fmla="*/ 2147483647 w 154"/>
                <a:gd name="T85" fmla="*/ 2147483647 h 529"/>
                <a:gd name="T86" fmla="*/ 2147483647 w 154"/>
                <a:gd name="T87" fmla="*/ 2147483647 h 529"/>
                <a:gd name="T88" fmla="*/ 2147483647 w 154"/>
                <a:gd name="T89" fmla="*/ 2147483647 h 529"/>
                <a:gd name="T90" fmla="*/ 2147483647 w 154"/>
                <a:gd name="T91" fmla="*/ 2147483647 h 529"/>
                <a:gd name="T92" fmla="*/ 2147483647 w 154"/>
                <a:gd name="T93" fmla="*/ 2147483647 h 529"/>
                <a:gd name="T94" fmla="*/ 2147483647 w 154"/>
                <a:gd name="T95" fmla="*/ 2147483647 h 529"/>
                <a:gd name="T96" fmla="*/ 2147483647 w 154"/>
                <a:gd name="T97" fmla="*/ 2147483647 h 529"/>
                <a:gd name="T98" fmla="*/ 2147483647 w 154"/>
                <a:gd name="T99" fmla="*/ 2147483647 h 529"/>
                <a:gd name="T100" fmla="*/ 2147483647 w 154"/>
                <a:gd name="T101" fmla="*/ 2147483647 h 529"/>
                <a:gd name="T102" fmla="*/ 2147483647 w 154"/>
                <a:gd name="T103" fmla="*/ 2147483647 h 529"/>
                <a:gd name="T104" fmla="*/ 2147483647 w 154"/>
                <a:gd name="T105" fmla="*/ 2147483647 h 529"/>
                <a:gd name="T106" fmla="*/ 2147483647 w 154"/>
                <a:gd name="T107" fmla="*/ 0 h 529"/>
                <a:gd name="T108" fmla="*/ 2147483647 w 154"/>
                <a:gd name="T109" fmla="*/ 0 h 52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54"/>
                <a:gd name="T166" fmla="*/ 0 h 529"/>
                <a:gd name="T167" fmla="*/ 154 w 154"/>
                <a:gd name="T168" fmla="*/ 529 h 52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54" h="529">
                  <a:moveTo>
                    <a:pt x="72" y="0"/>
                  </a:moveTo>
                  <a:lnTo>
                    <a:pt x="154" y="0"/>
                  </a:lnTo>
                  <a:lnTo>
                    <a:pt x="153" y="529"/>
                  </a:lnTo>
                  <a:lnTo>
                    <a:pt x="72" y="525"/>
                  </a:lnTo>
                  <a:lnTo>
                    <a:pt x="69" y="523"/>
                  </a:lnTo>
                  <a:lnTo>
                    <a:pt x="67" y="522"/>
                  </a:lnTo>
                  <a:lnTo>
                    <a:pt x="63" y="520"/>
                  </a:lnTo>
                  <a:lnTo>
                    <a:pt x="58" y="519"/>
                  </a:lnTo>
                  <a:lnTo>
                    <a:pt x="54" y="513"/>
                  </a:lnTo>
                  <a:lnTo>
                    <a:pt x="49" y="508"/>
                  </a:lnTo>
                  <a:lnTo>
                    <a:pt x="45" y="502"/>
                  </a:lnTo>
                  <a:lnTo>
                    <a:pt x="42" y="496"/>
                  </a:lnTo>
                  <a:lnTo>
                    <a:pt x="39" y="490"/>
                  </a:lnTo>
                  <a:lnTo>
                    <a:pt x="36" y="483"/>
                  </a:lnTo>
                  <a:lnTo>
                    <a:pt x="33" y="480"/>
                  </a:lnTo>
                  <a:lnTo>
                    <a:pt x="30" y="469"/>
                  </a:lnTo>
                  <a:lnTo>
                    <a:pt x="27" y="462"/>
                  </a:lnTo>
                  <a:lnTo>
                    <a:pt x="25" y="453"/>
                  </a:lnTo>
                  <a:lnTo>
                    <a:pt x="22" y="447"/>
                  </a:lnTo>
                  <a:lnTo>
                    <a:pt x="20" y="441"/>
                  </a:lnTo>
                  <a:lnTo>
                    <a:pt x="17" y="427"/>
                  </a:lnTo>
                  <a:lnTo>
                    <a:pt x="14" y="414"/>
                  </a:lnTo>
                  <a:lnTo>
                    <a:pt x="11" y="399"/>
                  </a:lnTo>
                  <a:lnTo>
                    <a:pt x="8" y="384"/>
                  </a:lnTo>
                  <a:lnTo>
                    <a:pt x="6" y="366"/>
                  </a:lnTo>
                  <a:lnTo>
                    <a:pt x="4" y="349"/>
                  </a:lnTo>
                  <a:lnTo>
                    <a:pt x="2" y="330"/>
                  </a:lnTo>
                  <a:lnTo>
                    <a:pt x="1" y="309"/>
                  </a:lnTo>
                  <a:lnTo>
                    <a:pt x="0" y="286"/>
                  </a:lnTo>
                  <a:lnTo>
                    <a:pt x="0" y="262"/>
                  </a:lnTo>
                  <a:lnTo>
                    <a:pt x="0" y="229"/>
                  </a:lnTo>
                  <a:lnTo>
                    <a:pt x="2" y="199"/>
                  </a:lnTo>
                  <a:lnTo>
                    <a:pt x="4" y="177"/>
                  </a:lnTo>
                  <a:lnTo>
                    <a:pt x="7" y="154"/>
                  </a:lnTo>
                  <a:lnTo>
                    <a:pt x="9" y="136"/>
                  </a:lnTo>
                  <a:lnTo>
                    <a:pt x="11" y="123"/>
                  </a:lnTo>
                  <a:lnTo>
                    <a:pt x="15" y="105"/>
                  </a:lnTo>
                  <a:lnTo>
                    <a:pt x="21" y="84"/>
                  </a:lnTo>
                  <a:lnTo>
                    <a:pt x="25" y="69"/>
                  </a:lnTo>
                  <a:lnTo>
                    <a:pt x="29" y="58"/>
                  </a:lnTo>
                  <a:lnTo>
                    <a:pt x="32" y="51"/>
                  </a:lnTo>
                  <a:lnTo>
                    <a:pt x="35" y="45"/>
                  </a:lnTo>
                  <a:lnTo>
                    <a:pt x="37" y="37"/>
                  </a:lnTo>
                  <a:lnTo>
                    <a:pt x="40" y="31"/>
                  </a:lnTo>
                  <a:lnTo>
                    <a:pt x="42" y="27"/>
                  </a:lnTo>
                  <a:lnTo>
                    <a:pt x="46" y="22"/>
                  </a:lnTo>
                  <a:lnTo>
                    <a:pt x="49" y="16"/>
                  </a:lnTo>
                  <a:lnTo>
                    <a:pt x="52" y="13"/>
                  </a:lnTo>
                  <a:lnTo>
                    <a:pt x="55" y="10"/>
                  </a:lnTo>
                  <a:lnTo>
                    <a:pt x="58" y="7"/>
                  </a:lnTo>
                  <a:lnTo>
                    <a:pt x="61" y="4"/>
                  </a:lnTo>
                  <a:lnTo>
                    <a:pt x="64" y="3"/>
                  </a:lnTo>
                  <a:lnTo>
                    <a:pt x="67" y="1"/>
                  </a:lnTo>
                  <a:lnTo>
                    <a:pt x="69" y="0"/>
                  </a:lnTo>
                  <a:lnTo>
                    <a:pt x="72" y="0"/>
                  </a:lnTo>
                  <a:close/>
                </a:path>
              </a:pathLst>
            </a:custGeom>
            <a:solidFill>
              <a:srgbClr val="202020"/>
            </a:solidFill>
            <a:ln w="9525">
              <a:noFill/>
              <a:round/>
              <a:headEnd/>
              <a:tailEnd/>
            </a:ln>
          </p:spPr>
          <p:txBody>
            <a:bodyPr/>
            <a:lstStyle/>
            <a:p>
              <a:endParaRPr lang="nl-BE"/>
            </a:p>
          </p:txBody>
        </p:sp>
        <p:sp>
          <p:nvSpPr>
            <p:cNvPr id="43188" name="Oval 205"/>
            <p:cNvSpPr>
              <a:spLocks noChangeArrowheads="1"/>
            </p:cNvSpPr>
            <p:nvPr/>
          </p:nvSpPr>
          <p:spPr bwMode="auto">
            <a:xfrm rot="-155667">
              <a:off x="5962650" y="4208463"/>
              <a:ext cx="103188" cy="231775"/>
            </a:xfrm>
            <a:prstGeom prst="ellipse">
              <a:avLst/>
            </a:prstGeom>
            <a:solidFill>
              <a:srgbClr val="404040"/>
            </a:solidFill>
            <a:ln w="9525">
              <a:noFill/>
              <a:round/>
              <a:headEnd/>
              <a:tailEnd/>
            </a:ln>
          </p:spPr>
          <p:txBody>
            <a:bodyPr/>
            <a:lstStyle/>
            <a:p>
              <a:pPr algn="ctr" eaLnBrk="0" hangingPunct="0"/>
              <a:endParaRPr lang="nl-BE"/>
            </a:p>
          </p:txBody>
        </p:sp>
        <p:sp>
          <p:nvSpPr>
            <p:cNvPr id="43189" name="Oval 206"/>
            <p:cNvSpPr>
              <a:spLocks noChangeArrowheads="1"/>
            </p:cNvSpPr>
            <p:nvPr/>
          </p:nvSpPr>
          <p:spPr bwMode="auto">
            <a:xfrm rot="-155667">
              <a:off x="5984875" y="4256088"/>
              <a:ext cx="60325" cy="136525"/>
            </a:xfrm>
            <a:prstGeom prst="ellipse">
              <a:avLst/>
            </a:prstGeom>
            <a:solidFill>
              <a:srgbClr val="A0A0A0"/>
            </a:solidFill>
            <a:ln w="9525">
              <a:noFill/>
              <a:round/>
              <a:headEnd/>
              <a:tailEnd/>
            </a:ln>
          </p:spPr>
          <p:txBody>
            <a:bodyPr/>
            <a:lstStyle/>
            <a:p>
              <a:pPr algn="ctr" eaLnBrk="0" hangingPunct="0"/>
              <a:endParaRPr lang="nl-BE"/>
            </a:p>
          </p:txBody>
        </p:sp>
        <p:sp>
          <p:nvSpPr>
            <p:cNvPr id="43190" name="Oval 207"/>
            <p:cNvSpPr>
              <a:spLocks noChangeArrowheads="1"/>
            </p:cNvSpPr>
            <p:nvPr/>
          </p:nvSpPr>
          <p:spPr bwMode="auto">
            <a:xfrm rot="-155667">
              <a:off x="5984875" y="4259263"/>
              <a:ext cx="55563" cy="128587"/>
            </a:xfrm>
            <a:prstGeom prst="ellipse">
              <a:avLst/>
            </a:prstGeom>
            <a:solidFill>
              <a:srgbClr val="808080"/>
            </a:solidFill>
            <a:ln w="9525">
              <a:noFill/>
              <a:round/>
              <a:headEnd/>
              <a:tailEnd/>
            </a:ln>
          </p:spPr>
          <p:txBody>
            <a:bodyPr/>
            <a:lstStyle/>
            <a:p>
              <a:pPr algn="ctr" eaLnBrk="0" hangingPunct="0"/>
              <a:endParaRPr lang="nl-BE"/>
            </a:p>
          </p:txBody>
        </p:sp>
        <p:sp>
          <p:nvSpPr>
            <p:cNvPr id="43191" name="Oval 208"/>
            <p:cNvSpPr>
              <a:spLocks noChangeArrowheads="1"/>
            </p:cNvSpPr>
            <p:nvPr/>
          </p:nvSpPr>
          <p:spPr bwMode="auto">
            <a:xfrm rot="-155667">
              <a:off x="6010275" y="4311650"/>
              <a:ext cx="7938" cy="23813"/>
            </a:xfrm>
            <a:prstGeom prst="ellipse">
              <a:avLst/>
            </a:prstGeom>
            <a:solidFill>
              <a:srgbClr val="404040"/>
            </a:solidFill>
            <a:ln w="9525">
              <a:noFill/>
              <a:round/>
              <a:headEnd/>
              <a:tailEnd/>
            </a:ln>
          </p:spPr>
          <p:txBody>
            <a:bodyPr/>
            <a:lstStyle/>
            <a:p>
              <a:pPr algn="ctr" eaLnBrk="0" hangingPunct="0"/>
              <a:endParaRPr lang="nl-BE"/>
            </a:p>
          </p:txBody>
        </p:sp>
        <p:sp>
          <p:nvSpPr>
            <p:cNvPr id="43192" name="Oval 209"/>
            <p:cNvSpPr>
              <a:spLocks noChangeArrowheads="1"/>
            </p:cNvSpPr>
            <p:nvPr/>
          </p:nvSpPr>
          <p:spPr bwMode="auto">
            <a:xfrm rot="-155667">
              <a:off x="5845175" y="4248150"/>
              <a:ext cx="87313" cy="95250"/>
            </a:xfrm>
            <a:prstGeom prst="ellipse">
              <a:avLst/>
            </a:prstGeom>
            <a:solidFill>
              <a:srgbClr val="606060"/>
            </a:solidFill>
            <a:ln w="6350">
              <a:solidFill>
                <a:srgbClr val="000000"/>
              </a:solidFill>
              <a:round/>
              <a:headEnd/>
              <a:tailEnd/>
            </a:ln>
          </p:spPr>
          <p:txBody>
            <a:bodyPr/>
            <a:lstStyle/>
            <a:p>
              <a:pPr algn="ctr" eaLnBrk="0" hangingPunct="0"/>
              <a:endParaRPr lang="nl-BE"/>
            </a:p>
          </p:txBody>
        </p:sp>
        <p:sp>
          <p:nvSpPr>
            <p:cNvPr id="43193" name="Oval 210"/>
            <p:cNvSpPr>
              <a:spLocks noChangeArrowheads="1"/>
            </p:cNvSpPr>
            <p:nvPr/>
          </p:nvSpPr>
          <p:spPr bwMode="auto">
            <a:xfrm rot="-155667">
              <a:off x="5832475" y="4249738"/>
              <a:ext cx="88900" cy="95250"/>
            </a:xfrm>
            <a:prstGeom prst="ellipse">
              <a:avLst/>
            </a:prstGeom>
            <a:solidFill>
              <a:srgbClr val="606060"/>
            </a:solidFill>
            <a:ln w="6350">
              <a:solidFill>
                <a:srgbClr val="000000"/>
              </a:solidFill>
              <a:round/>
              <a:headEnd/>
              <a:tailEnd/>
            </a:ln>
          </p:spPr>
          <p:txBody>
            <a:bodyPr/>
            <a:lstStyle/>
            <a:p>
              <a:pPr algn="ctr" eaLnBrk="0" hangingPunct="0"/>
              <a:endParaRPr lang="nl-BE"/>
            </a:p>
          </p:txBody>
        </p:sp>
        <p:sp>
          <p:nvSpPr>
            <p:cNvPr id="43194" name="Oval 211"/>
            <p:cNvSpPr>
              <a:spLocks noChangeArrowheads="1"/>
            </p:cNvSpPr>
            <p:nvPr/>
          </p:nvSpPr>
          <p:spPr bwMode="auto">
            <a:xfrm rot="-155667">
              <a:off x="5819775" y="4249738"/>
              <a:ext cx="87313" cy="95250"/>
            </a:xfrm>
            <a:prstGeom prst="ellipse">
              <a:avLst/>
            </a:prstGeom>
            <a:solidFill>
              <a:srgbClr val="808080"/>
            </a:solidFill>
            <a:ln w="6350">
              <a:solidFill>
                <a:srgbClr val="000000"/>
              </a:solidFill>
              <a:round/>
              <a:headEnd/>
              <a:tailEnd/>
            </a:ln>
          </p:spPr>
          <p:txBody>
            <a:bodyPr/>
            <a:lstStyle/>
            <a:p>
              <a:pPr algn="ctr" eaLnBrk="0" hangingPunct="0"/>
              <a:endParaRPr lang="nl-BE"/>
            </a:p>
          </p:txBody>
        </p:sp>
        <p:sp>
          <p:nvSpPr>
            <p:cNvPr id="43195" name="Oval 212"/>
            <p:cNvSpPr>
              <a:spLocks noChangeArrowheads="1"/>
            </p:cNvSpPr>
            <p:nvPr/>
          </p:nvSpPr>
          <p:spPr bwMode="auto">
            <a:xfrm rot="-155667">
              <a:off x="5808663" y="4249738"/>
              <a:ext cx="87312" cy="95250"/>
            </a:xfrm>
            <a:prstGeom prst="ellipse">
              <a:avLst/>
            </a:prstGeom>
            <a:solidFill>
              <a:srgbClr val="808080"/>
            </a:solidFill>
            <a:ln w="6350">
              <a:solidFill>
                <a:srgbClr val="000000"/>
              </a:solidFill>
              <a:round/>
              <a:headEnd/>
              <a:tailEnd/>
            </a:ln>
          </p:spPr>
          <p:txBody>
            <a:bodyPr/>
            <a:lstStyle/>
            <a:p>
              <a:pPr algn="ctr" eaLnBrk="0" hangingPunct="0"/>
              <a:endParaRPr lang="nl-BE"/>
            </a:p>
          </p:txBody>
        </p:sp>
        <p:sp>
          <p:nvSpPr>
            <p:cNvPr id="43196" name="Oval 213"/>
            <p:cNvSpPr>
              <a:spLocks noChangeArrowheads="1"/>
            </p:cNvSpPr>
            <p:nvPr/>
          </p:nvSpPr>
          <p:spPr bwMode="auto">
            <a:xfrm rot="-155667">
              <a:off x="5797550" y="4251325"/>
              <a:ext cx="88900" cy="95250"/>
            </a:xfrm>
            <a:prstGeom prst="ellipse">
              <a:avLst/>
            </a:prstGeom>
            <a:solidFill>
              <a:srgbClr val="808080"/>
            </a:solidFill>
            <a:ln w="6350">
              <a:solidFill>
                <a:srgbClr val="000000"/>
              </a:solidFill>
              <a:round/>
              <a:headEnd/>
              <a:tailEnd/>
            </a:ln>
          </p:spPr>
          <p:txBody>
            <a:bodyPr/>
            <a:lstStyle/>
            <a:p>
              <a:pPr algn="ctr" eaLnBrk="0" hangingPunct="0"/>
              <a:endParaRPr lang="nl-BE"/>
            </a:p>
          </p:txBody>
        </p:sp>
        <p:sp>
          <p:nvSpPr>
            <p:cNvPr id="43197" name="Oval 214"/>
            <p:cNvSpPr>
              <a:spLocks noChangeArrowheads="1"/>
            </p:cNvSpPr>
            <p:nvPr/>
          </p:nvSpPr>
          <p:spPr bwMode="auto">
            <a:xfrm rot="-155667">
              <a:off x="5784850" y="4251325"/>
              <a:ext cx="87313" cy="95250"/>
            </a:xfrm>
            <a:prstGeom prst="ellipse">
              <a:avLst/>
            </a:prstGeom>
            <a:solidFill>
              <a:srgbClr val="808080"/>
            </a:solidFill>
            <a:ln w="6350">
              <a:solidFill>
                <a:srgbClr val="000000"/>
              </a:solidFill>
              <a:round/>
              <a:headEnd/>
              <a:tailEnd/>
            </a:ln>
          </p:spPr>
          <p:txBody>
            <a:bodyPr/>
            <a:lstStyle/>
            <a:p>
              <a:pPr algn="ctr" eaLnBrk="0" hangingPunct="0"/>
              <a:endParaRPr lang="nl-BE"/>
            </a:p>
          </p:txBody>
        </p:sp>
        <p:sp>
          <p:nvSpPr>
            <p:cNvPr id="43198" name="Oval 215"/>
            <p:cNvSpPr>
              <a:spLocks noChangeArrowheads="1"/>
            </p:cNvSpPr>
            <p:nvPr/>
          </p:nvSpPr>
          <p:spPr bwMode="auto">
            <a:xfrm rot="-155667">
              <a:off x="5772150" y="4252913"/>
              <a:ext cx="88900" cy="95250"/>
            </a:xfrm>
            <a:prstGeom prst="ellipse">
              <a:avLst/>
            </a:prstGeom>
            <a:solidFill>
              <a:srgbClr val="404040"/>
            </a:solidFill>
            <a:ln w="6350">
              <a:solidFill>
                <a:srgbClr val="000000"/>
              </a:solidFill>
              <a:round/>
              <a:headEnd/>
              <a:tailEnd/>
            </a:ln>
          </p:spPr>
          <p:txBody>
            <a:bodyPr/>
            <a:lstStyle/>
            <a:p>
              <a:pPr algn="ctr" eaLnBrk="0" hangingPunct="0"/>
              <a:endParaRPr lang="nl-BE"/>
            </a:p>
          </p:txBody>
        </p:sp>
        <p:sp>
          <p:nvSpPr>
            <p:cNvPr id="43199" name="Freeform 216"/>
            <p:cNvSpPr>
              <a:spLocks/>
            </p:cNvSpPr>
            <p:nvPr/>
          </p:nvSpPr>
          <p:spPr bwMode="auto">
            <a:xfrm rot="-155667">
              <a:off x="5465763" y="4246563"/>
              <a:ext cx="138112" cy="271462"/>
            </a:xfrm>
            <a:custGeom>
              <a:avLst/>
              <a:gdLst>
                <a:gd name="T0" fmla="*/ 2147483647 w 209"/>
                <a:gd name="T1" fmla="*/ 0 h 621"/>
                <a:gd name="T2" fmla="*/ 2147483647 w 209"/>
                <a:gd name="T3" fmla="*/ 0 h 621"/>
                <a:gd name="T4" fmla="*/ 2147483647 w 209"/>
                <a:gd name="T5" fmla="*/ 2147483647 h 621"/>
                <a:gd name="T6" fmla="*/ 2147483647 w 209"/>
                <a:gd name="T7" fmla="*/ 2147483647 h 621"/>
                <a:gd name="T8" fmla="*/ 2147483647 w 209"/>
                <a:gd name="T9" fmla="*/ 2147483647 h 621"/>
                <a:gd name="T10" fmla="*/ 2147483647 w 209"/>
                <a:gd name="T11" fmla="*/ 2147483647 h 621"/>
                <a:gd name="T12" fmla="*/ 2147483647 w 209"/>
                <a:gd name="T13" fmla="*/ 2147483647 h 621"/>
                <a:gd name="T14" fmla="*/ 2147483647 w 209"/>
                <a:gd name="T15" fmla="*/ 2147483647 h 621"/>
                <a:gd name="T16" fmla="*/ 2147483647 w 209"/>
                <a:gd name="T17" fmla="*/ 2147483647 h 621"/>
                <a:gd name="T18" fmla="*/ 2147483647 w 209"/>
                <a:gd name="T19" fmla="*/ 2147483647 h 621"/>
                <a:gd name="T20" fmla="*/ 2147483647 w 209"/>
                <a:gd name="T21" fmla="*/ 2147483647 h 621"/>
                <a:gd name="T22" fmla="*/ 2147483647 w 209"/>
                <a:gd name="T23" fmla="*/ 2147483647 h 621"/>
                <a:gd name="T24" fmla="*/ 2147483647 w 209"/>
                <a:gd name="T25" fmla="*/ 2147483647 h 621"/>
                <a:gd name="T26" fmla="*/ 2147483647 w 209"/>
                <a:gd name="T27" fmla="*/ 2147483647 h 621"/>
                <a:gd name="T28" fmla="*/ 2147483647 w 209"/>
                <a:gd name="T29" fmla="*/ 2147483647 h 621"/>
                <a:gd name="T30" fmla="*/ 2147483647 w 209"/>
                <a:gd name="T31" fmla="*/ 2147483647 h 621"/>
                <a:gd name="T32" fmla="*/ 2147483647 w 209"/>
                <a:gd name="T33" fmla="*/ 2147483647 h 621"/>
                <a:gd name="T34" fmla="*/ 2147483647 w 209"/>
                <a:gd name="T35" fmla="*/ 2147483647 h 621"/>
                <a:gd name="T36" fmla="*/ 2147483647 w 209"/>
                <a:gd name="T37" fmla="*/ 2147483647 h 621"/>
                <a:gd name="T38" fmla="*/ 2147483647 w 209"/>
                <a:gd name="T39" fmla="*/ 2147483647 h 621"/>
                <a:gd name="T40" fmla="*/ 2147483647 w 209"/>
                <a:gd name="T41" fmla="*/ 2147483647 h 621"/>
                <a:gd name="T42" fmla="*/ 2147483647 w 209"/>
                <a:gd name="T43" fmla="*/ 2147483647 h 621"/>
                <a:gd name="T44" fmla="*/ 2147483647 w 209"/>
                <a:gd name="T45" fmla="*/ 2147483647 h 621"/>
                <a:gd name="T46" fmla="*/ 2147483647 w 209"/>
                <a:gd name="T47" fmla="*/ 2147483647 h 621"/>
                <a:gd name="T48" fmla="*/ 2147483647 w 209"/>
                <a:gd name="T49" fmla="*/ 2147483647 h 621"/>
                <a:gd name="T50" fmla="*/ 2147483647 w 209"/>
                <a:gd name="T51" fmla="*/ 2147483647 h 621"/>
                <a:gd name="T52" fmla="*/ 2147483647 w 209"/>
                <a:gd name="T53" fmla="*/ 2147483647 h 621"/>
                <a:gd name="T54" fmla="*/ 2147483647 w 209"/>
                <a:gd name="T55" fmla="*/ 2147483647 h 621"/>
                <a:gd name="T56" fmla="*/ 0 w 209"/>
                <a:gd name="T57" fmla="*/ 2147483647 h 621"/>
                <a:gd name="T58" fmla="*/ 0 w 209"/>
                <a:gd name="T59" fmla="*/ 2147483647 h 621"/>
                <a:gd name="T60" fmla="*/ 2147483647 w 209"/>
                <a:gd name="T61" fmla="*/ 2147483647 h 621"/>
                <a:gd name="T62" fmla="*/ 2147483647 w 209"/>
                <a:gd name="T63" fmla="*/ 2147483647 h 621"/>
                <a:gd name="T64" fmla="*/ 2147483647 w 209"/>
                <a:gd name="T65" fmla="*/ 2147483647 h 621"/>
                <a:gd name="T66" fmla="*/ 2147483647 w 209"/>
                <a:gd name="T67" fmla="*/ 2147483647 h 621"/>
                <a:gd name="T68" fmla="*/ 2147483647 w 209"/>
                <a:gd name="T69" fmla="*/ 2147483647 h 621"/>
                <a:gd name="T70" fmla="*/ 2147483647 w 209"/>
                <a:gd name="T71" fmla="*/ 2147483647 h 621"/>
                <a:gd name="T72" fmla="*/ 2147483647 w 209"/>
                <a:gd name="T73" fmla="*/ 2147483647 h 621"/>
                <a:gd name="T74" fmla="*/ 2147483647 w 209"/>
                <a:gd name="T75" fmla="*/ 2147483647 h 621"/>
                <a:gd name="T76" fmla="*/ 2147483647 w 209"/>
                <a:gd name="T77" fmla="*/ 2147483647 h 621"/>
                <a:gd name="T78" fmla="*/ 2147483647 w 209"/>
                <a:gd name="T79" fmla="*/ 2147483647 h 621"/>
                <a:gd name="T80" fmla="*/ 2147483647 w 209"/>
                <a:gd name="T81" fmla="*/ 2147483647 h 621"/>
                <a:gd name="T82" fmla="*/ 2147483647 w 209"/>
                <a:gd name="T83" fmla="*/ 2147483647 h 621"/>
                <a:gd name="T84" fmla="*/ 2147483647 w 209"/>
                <a:gd name="T85" fmla="*/ 2147483647 h 621"/>
                <a:gd name="T86" fmla="*/ 2147483647 w 209"/>
                <a:gd name="T87" fmla="*/ 2147483647 h 621"/>
                <a:gd name="T88" fmla="*/ 2147483647 w 209"/>
                <a:gd name="T89" fmla="*/ 2147483647 h 621"/>
                <a:gd name="T90" fmla="*/ 2147483647 w 209"/>
                <a:gd name="T91" fmla="*/ 2147483647 h 621"/>
                <a:gd name="T92" fmla="*/ 2147483647 w 209"/>
                <a:gd name="T93" fmla="*/ 2147483647 h 621"/>
                <a:gd name="T94" fmla="*/ 2147483647 w 209"/>
                <a:gd name="T95" fmla="*/ 2147483647 h 621"/>
                <a:gd name="T96" fmla="*/ 2147483647 w 209"/>
                <a:gd name="T97" fmla="*/ 2147483647 h 621"/>
                <a:gd name="T98" fmla="*/ 2147483647 w 209"/>
                <a:gd name="T99" fmla="*/ 2147483647 h 621"/>
                <a:gd name="T100" fmla="*/ 2147483647 w 209"/>
                <a:gd name="T101" fmla="*/ 2147483647 h 621"/>
                <a:gd name="T102" fmla="*/ 2147483647 w 209"/>
                <a:gd name="T103" fmla="*/ 2147483647 h 621"/>
                <a:gd name="T104" fmla="*/ 2147483647 w 209"/>
                <a:gd name="T105" fmla="*/ 0 h 621"/>
                <a:gd name="T106" fmla="*/ 2147483647 w 209"/>
                <a:gd name="T107" fmla="*/ 0 h 621"/>
                <a:gd name="T108" fmla="*/ 2147483647 w 209"/>
                <a:gd name="T109" fmla="*/ 0 h 621"/>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09"/>
                <a:gd name="T166" fmla="*/ 0 h 621"/>
                <a:gd name="T167" fmla="*/ 209 w 209"/>
                <a:gd name="T168" fmla="*/ 621 h 621"/>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09" h="621">
                  <a:moveTo>
                    <a:pt x="98" y="0"/>
                  </a:moveTo>
                  <a:lnTo>
                    <a:pt x="209" y="0"/>
                  </a:lnTo>
                  <a:lnTo>
                    <a:pt x="207" y="621"/>
                  </a:lnTo>
                  <a:lnTo>
                    <a:pt x="98" y="617"/>
                  </a:lnTo>
                  <a:lnTo>
                    <a:pt x="94" y="615"/>
                  </a:lnTo>
                  <a:lnTo>
                    <a:pt x="90" y="614"/>
                  </a:lnTo>
                  <a:lnTo>
                    <a:pt x="84" y="611"/>
                  </a:lnTo>
                  <a:lnTo>
                    <a:pt x="78" y="608"/>
                  </a:lnTo>
                  <a:lnTo>
                    <a:pt x="73" y="602"/>
                  </a:lnTo>
                  <a:lnTo>
                    <a:pt x="66" y="596"/>
                  </a:lnTo>
                  <a:lnTo>
                    <a:pt x="61" y="590"/>
                  </a:lnTo>
                  <a:lnTo>
                    <a:pt x="56" y="582"/>
                  </a:lnTo>
                  <a:lnTo>
                    <a:pt x="52" y="576"/>
                  </a:lnTo>
                  <a:lnTo>
                    <a:pt x="48" y="569"/>
                  </a:lnTo>
                  <a:lnTo>
                    <a:pt x="44" y="563"/>
                  </a:lnTo>
                  <a:lnTo>
                    <a:pt x="40" y="551"/>
                  </a:lnTo>
                  <a:lnTo>
                    <a:pt x="36" y="542"/>
                  </a:lnTo>
                  <a:lnTo>
                    <a:pt x="32" y="531"/>
                  </a:lnTo>
                  <a:lnTo>
                    <a:pt x="29" y="524"/>
                  </a:lnTo>
                  <a:lnTo>
                    <a:pt x="28" y="516"/>
                  </a:lnTo>
                  <a:lnTo>
                    <a:pt x="23" y="501"/>
                  </a:lnTo>
                  <a:lnTo>
                    <a:pt x="19" y="486"/>
                  </a:lnTo>
                  <a:lnTo>
                    <a:pt x="15" y="468"/>
                  </a:lnTo>
                  <a:lnTo>
                    <a:pt x="12" y="450"/>
                  </a:lnTo>
                  <a:lnTo>
                    <a:pt x="9" y="431"/>
                  </a:lnTo>
                  <a:lnTo>
                    <a:pt x="6" y="410"/>
                  </a:lnTo>
                  <a:lnTo>
                    <a:pt x="3" y="387"/>
                  </a:lnTo>
                  <a:lnTo>
                    <a:pt x="2" y="362"/>
                  </a:lnTo>
                  <a:lnTo>
                    <a:pt x="0" y="336"/>
                  </a:lnTo>
                  <a:lnTo>
                    <a:pt x="0" y="306"/>
                  </a:lnTo>
                  <a:lnTo>
                    <a:pt x="1" y="267"/>
                  </a:lnTo>
                  <a:lnTo>
                    <a:pt x="3" y="231"/>
                  </a:lnTo>
                  <a:lnTo>
                    <a:pt x="6" y="206"/>
                  </a:lnTo>
                  <a:lnTo>
                    <a:pt x="9" y="180"/>
                  </a:lnTo>
                  <a:lnTo>
                    <a:pt x="13" y="159"/>
                  </a:lnTo>
                  <a:lnTo>
                    <a:pt x="15" y="144"/>
                  </a:lnTo>
                  <a:lnTo>
                    <a:pt x="21" y="122"/>
                  </a:lnTo>
                  <a:lnTo>
                    <a:pt x="28" y="98"/>
                  </a:lnTo>
                  <a:lnTo>
                    <a:pt x="34" y="80"/>
                  </a:lnTo>
                  <a:lnTo>
                    <a:pt x="39" y="68"/>
                  </a:lnTo>
                  <a:lnTo>
                    <a:pt x="42" y="60"/>
                  </a:lnTo>
                  <a:lnTo>
                    <a:pt x="47" y="51"/>
                  </a:lnTo>
                  <a:lnTo>
                    <a:pt x="50" y="44"/>
                  </a:lnTo>
                  <a:lnTo>
                    <a:pt x="53" y="36"/>
                  </a:lnTo>
                  <a:lnTo>
                    <a:pt x="57" y="32"/>
                  </a:lnTo>
                  <a:lnTo>
                    <a:pt x="62" y="26"/>
                  </a:lnTo>
                  <a:lnTo>
                    <a:pt x="66" y="20"/>
                  </a:lnTo>
                  <a:lnTo>
                    <a:pt x="70" y="15"/>
                  </a:lnTo>
                  <a:lnTo>
                    <a:pt x="74" y="12"/>
                  </a:lnTo>
                  <a:lnTo>
                    <a:pt x="78" y="8"/>
                  </a:lnTo>
                  <a:lnTo>
                    <a:pt x="83" y="5"/>
                  </a:lnTo>
                  <a:lnTo>
                    <a:pt x="86" y="2"/>
                  </a:lnTo>
                  <a:lnTo>
                    <a:pt x="90" y="0"/>
                  </a:lnTo>
                  <a:lnTo>
                    <a:pt x="94" y="0"/>
                  </a:lnTo>
                  <a:lnTo>
                    <a:pt x="98" y="0"/>
                  </a:lnTo>
                  <a:close/>
                </a:path>
              </a:pathLst>
            </a:custGeom>
            <a:solidFill>
              <a:srgbClr val="202020"/>
            </a:solidFill>
            <a:ln w="9525">
              <a:noFill/>
              <a:round/>
              <a:headEnd/>
              <a:tailEnd/>
            </a:ln>
          </p:spPr>
          <p:txBody>
            <a:bodyPr/>
            <a:lstStyle/>
            <a:p>
              <a:endParaRPr lang="nl-BE"/>
            </a:p>
          </p:txBody>
        </p:sp>
        <p:sp>
          <p:nvSpPr>
            <p:cNvPr id="43200" name="Oval 217"/>
            <p:cNvSpPr>
              <a:spLocks noChangeArrowheads="1"/>
            </p:cNvSpPr>
            <p:nvPr/>
          </p:nvSpPr>
          <p:spPr bwMode="auto">
            <a:xfrm rot="-155667">
              <a:off x="5529263" y="4244975"/>
              <a:ext cx="139700" cy="273050"/>
            </a:xfrm>
            <a:prstGeom prst="ellipse">
              <a:avLst/>
            </a:prstGeom>
            <a:solidFill>
              <a:srgbClr val="404040"/>
            </a:solidFill>
            <a:ln w="9525">
              <a:noFill/>
              <a:round/>
              <a:headEnd/>
              <a:tailEnd/>
            </a:ln>
          </p:spPr>
          <p:txBody>
            <a:bodyPr/>
            <a:lstStyle/>
            <a:p>
              <a:pPr algn="ctr" eaLnBrk="0" hangingPunct="0"/>
              <a:endParaRPr lang="nl-BE"/>
            </a:p>
          </p:txBody>
        </p:sp>
        <p:sp>
          <p:nvSpPr>
            <p:cNvPr id="43201" name="Oval 218"/>
            <p:cNvSpPr>
              <a:spLocks noChangeArrowheads="1"/>
            </p:cNvSpPr>
            <p:nvPr/>
          </p:nvSpPr>
          <p:spPr bwMode="auto">
            <a:xfrm rot="-155667">
              <a:off x="5559425" y="4302125"/>
              <a:ext cx="80963" cy="158750"/>
            </a:xfrm>
            <a:prstGeom prst="ellipse">
              <a:avLst/>
            </a:prstGeom>
            <a:solidFill>
              <a:srgbClr val="A0A0A0"/>
            </a:solidFill>
            <a:ln w="9525">
              <a:noFill/>
              <a:round/>
              <a:headEnd/>
              <a:tailEnd/>
            </a:ln>
          </p:spPr>
          <p:txBody>
            <a:bodyPr/>
            <a:lstStyle/>
            <a:p>
              <a:pPr algn="ctr" eaLnBrk="0" hangingPunct="0"/>
              <a:endParaRPr lang="nl-BE"/>
            </a:p>
          </p:txBody>
        </p:sp>
        <p:sp>
          <p:nvSpPr>
            <p:cNvPr id="43202" name="Oval 219"/>
            <p:cNvSpPr>
              <a:spLocks noChangeArrowheads="1"/>
            </p:cNvSpPr>
            <p:nvPr/>
          </p:nvSpPr>
          <p:spPr bwMode="auto">
            <a:xfrm rot="-155667">
              <a:off x="5559425" y="4305300"/>
              <a:ext cx="74613" cy="150813"/>
            </a:xfrm>
            <a:prstGeom prst="ellipse">
              <a:avLst/>
            </a:prstGeom>
            <a:solidFill>
              <a:srgbClr val="808080"/>
            </a:solidFill>
            <a:ln w="9525">
              <a:noFill/>
              <a:round/>
              <a:headEnd/>
              <a:tailEnd/>
            </a:ln>
          </p:spPr>
          <p:txBody>
            <a:bodyPr/>
            <a:lstStyle/>
            <a:p>
              <a:pPr algn="ctr" eaLnBrk="0" hangingPunct="0"/>
              <a:endParaRPr lang="nl-BE"/>
            </a:p>
          </p:txBody>
        </p:sp>
        <p:sp>
          <p:nvSpPr>
            <p:cNvPr id="43203" name="Oval 220"/>
            <p:cNvSpPr>
              <a:spLocks noChangeArrowheads="1"/>
            </p:cNvSpPr>
            <p:nvPr/>
          </p:nvSpPr>
          <p:spPr bwMode="auto">
            <a:xfrm rot="-155667">
              <a:off x="5592763" y="4367213"/>
              <a:ext cx="14287" cy="26987"/>
            </a:xfrm>
            <a:prstGeom prst="ellipse">
              <a:avLst/>
            </a:prstGeom>
            <a:solidFill>
              <a:srgbClr val="404040"/>
            </a:solidFill>
            <a:ln w="9525">
              <a:noFill/>
              <a:round/>
              <a:headEnd/>
              <a:tailEnd/>
            </a:ln>
          </p:spPr>
          <p:txBody>
            <a:bodyPr/>
            <a:lstStyle/>
            <a:p>
              <a:pPr algn="ctr" eaLnBrk="0" hangingPunct="0"/>
              <a:endParaRPr lang="nl-BE"/>
            </a:p>
          </p:txBody>
        </p:sp>
        <p:sp>
          <p:nvSpPr>
            <p:cNvPr id="43204" name="Freeform 221"/>
            <p:cNvSpPr>
              <a:spLocks/>
            </p:cNvSpPr>
            <p:nvPr/>
          </p:nvSpPr>
          <p:spPr bwMode="auto">
            <a:xfrm rot="-155667">
              <a:off x="5546725" y="4241800"/>
              <a:ext cx="138113" cy="277813"/>
            </a:xfrm>
            <a:custGeom>
              <a:avLst/>
              <a:gdLst>
                <a:gd name="T0" fmla="*/ 2147483647 w 210"/>
                <a:gd name="T1" fmla="*/ 0 h 635"/>
                <a:gd name="T2" fmla="*/ 2147483647 w 210"/>
                <a:gd name="T3" fmla="*/ 0 h 635"/>
                <a:gd name="T4" fmla="*/ 2147483647 w 210"/>
                <a:gd name="T5" fmla="*/ 2147483647 h 635"/>
                <a:gd name="T6" fmla="*/ 2147483647 w 210"/>
                <a:gd name="T7" fmla="*/ 2147483647 h 635"/>
                <a:gd name="T8" fmla="*/ 2147483647 w 210"/>
                <a:gd name="T9" fmla="*/ 2147483647 h 635"/>
                <a:gd name="T10" fmla="*/ 2147483647 w 210"/>
                <a:gd name="T11" fmla="*/ 2147483647 h 635"/>
                <a:gd name="T12" fmla="*/ 2147483647 w 210"/>
                <a:gd name="T13" fmla="*/ 2147483647 h 635"/>
                <a:gd name="T14" fmla="*/ 2147483647 w 210"/>
                <a:gd name="T15" fmla="*/ 2147483647 h 635"/>
                <a:gd name="T16" fmla="*/ 2147483647 w 210"/>
                <a:gd name="T17" fmla="*/ 2147483647 h 635"/>
                <a:gd name="T18" fmla="*/ 2147483647 w 210"/>
                <a:gd name="T19" fmla="*/ 2147483647 h 635"/>
                <a:gd name="T20" fmla="*/ 2147483647 w 210"/>
                <a:gd name="T21" fmla="*/ 2147483647 h 635"/>
                <a:gd name="T22" fmla="*/ 2147483647 w 210"/>
                <a:gd name="T23" fmla="*/ 2147483647 h 635"/>
                <a:gd name="T24" fmla="*/ 2147483647 w 210"/>
                <a:gd name="T25" fmla="*/ 2147483647 h 635"/>
                <a:gd name="T26" fmla="*/ 2147483647 w 210"/>
                <a:gd name="T27" fmla="*/ 2147483647 h 635"/>
                <a:gd name="T28" fmla="*/ 2147483647 w 210"/>
                <a:gd name="T29" fmla="*/ 2147483647 h 635"/>
                <a:gd name="T30" fmla="*/ 2147483647 w 210"/>
                <a:gd name="T31" fmla="*/ 2147483647 h 635"/>
                <a:gd name="T32" fmla="*/ 2147483647 w 210"/>
                <a:gd name="T33" fmla="*/ 2147483647 h 635"/>
                <a:gd name="T34" fmla="*/ 2147483647 w 210"/>
                <a:gd name="T35" fmla="*/ 2147483647 h 635"/>
                <a:gd name="T36" fmla="*/ 2147483647 w 210"/>
                <a:gd name="T37" fmla="*/ 2147483647 h 635"/>
                <a:gd name="T38" fmla="*/ 2147483647 w 210"/>
                <a:gd name="T39" fmla="*/ 2147483647 h 635"/>
                <a:gd name="T40" fmla="*/ 2147483647 w 210"/>
                <a:gd name="T41" fmla="*/ 2147483647 h 635"/>
                <a:gd name="T42" fmla="*/ 2147483647 w 210"/>
                <a:gd name="T43" fmla="*/ 2147483647 h 635"/>
                <a:gd name="T44" fmla="*/ 2147483647 w 210"/>
                <a:gd name="T45" fmla="*/ 2147483647 h 635"/>
                <a:gd name="T46" fmla="*/ 2147483647 w 210"/>
                <a:gd name="T47" fmla="*/ 2147483647 h 635"/>
                <a:gd name="T48" fmla="*/ 2147483647 w 210"/>
                <a:gd name="T49" fmla="*/ 2147483647 h 635"/>
                <a:gd name="T50" fmla="*/ 2147483647 w 210"/>
                <a:gd name="T51" fmla="*/ 2147483647 h 635"/>
                <a:gd name="T52" fmla="*/ 2147483647 w 210"/>
                <a:gd name="T53" fmla="*/ 2147483647 h 635"/>
                <a:gd name="T54" fmla="*/ 2147483647 w 210"/>
                <a:gd name="T55" fmla="*/ 2147483647 h 635"/>
                <a:gd name="T56" fmla="*/ 0 w 210"/>
                <a:gd name="T57" fmla="*/ 2147483647 h 635"/>
                <a:gd name="T58" fmla="*/ 2147483647 w 210"/>
                <a:gd name="T59" fmla="*/ 2147483647 h 635"/>
                <a:gd name="T60" fmla="*/ 2147483647 w 210"/>
                <a:gd name="T61" fmla="*/ 2147483647 h 635"/>
                <a:gd name="T62" fmla="*/ 2147483647 w 210"/>
                <a:gd name="T63" fmla="*/ 2147483647 h 635"/>
                <a:gd name="T64" fmla="*/ 2147483647 w 210"/>
                <a:gd name="T65" fmla="*/ 2147483647 h 635"/>
                <a:gd name="T66" fmla="*/ 2147483647 w 210"/>
                <a:gd name="T67" fmla="*/ 2147483647 h 635"/>
                <a:gd name="T68" fmla="*/ 2147483647 w 210"/>
                <a:gd name="T69" fmla="*/ 2147483647 h 635"/>
                <a:gd name="T70" fmla="*/ 2147483647 w 210"/>
                <a:gd name="T71" fmla="*/ 2147483647 h 635"/>
                <a:gd name="T72" fmla="*/ 2147483647 w 210"/>
                <a:gd name="T73" fmla="*/ 2147483647 h 635"/>
                <a:gd name="T74" fmla="*/ 2147483647 w 210"/>
                <a:gd name="T75" fmla="*/ 2147483647 h 635"/>
                <a:gd name="T76" fmla="*/ 2147483647 w 210"/>
                <a:gd name="T77" fmla="*/ 2147483647 h 635"/>
                <a:gd name="T78" fmla="*/ 2147483647 w 210"/>
                <a:gd name="T79" fmla="*/ 2147483647 h 635"/>
                <a:gd name="T80" fmla="*/ 2147483647 w 210"/>
                <a:gd name="T81" fmla="*/ 2147483647 h 635"/>
                <a:gd name="T82" fmla="*/ 2147483647 w 210"/>
                <a:gd name="T83" fmla="*/ 2147483647 h 635"/>
                <a:gd name="T84" fmla="*/ 2147483647 w 210"/>
                <a:gd name="T85" fmla="*/ 2147483647 h 635"/>
                <a:gd name="T86" fmla="*/ 2147483647 w 210"/>
                <a:gd name="T87" fmla="*/ 2147483647 h 635"/>
                <a:gd name="T88" fmla="*/ 2147483647 w 210"/>
                <a:gd name="T89" fmla="*/ 2147483647 h 635"/>
                <a:gd name="T90" fmla="*/ 2147483647 w 210"/>
                <a:gd name="T91" fmla="*/ 2147483647 h 635"/>
                <a:gd name="T92" fmla="*/ 2147483647 w 210"/>
                <a:gd name="T93" fmla="*/ 2147483647 h 635"/>
                <a:gd name="T94" fmla="*/ 2147483647 w 210"/>
                <a:gd name="T95" fmla="*/ 2147483647 h 635"/>
                <a:gd name="T96" fmla="*/ 2147483647 w 210"/>
                <a:gd name="T97" fmla="*/ 2147483647 h 635"/>
                <a:gd name="T98" fmla="*/ 2147483647 w 210"/>
                <a:gd name="T99" fmla="*/ 2147483647 h 635"/>
                <a:gd name="T100" fmla="*/ 2147483647 w 210"/>
                <a:gd name="T101" fmla="*/ 2147483647 h 635"/>
                <a:gd name="T102" fmla="*/ 2147483647 w 210"/>
                <a:gd name="T103" fmla="*/ 2147483647 h 635"/>
                <a:gd name="T104" fmla="*/ 2147483647 w 210"/>
                <a:gd name="T105" fmla="*/ 0 h 635"/>
                <a:gd name="T106" fmla="*/ 2147483647 w 210"/>
                <a:gd name="T107" fmla="*/ 0 h 635"/>
                <a:gd name="T108" fmla="*/ 2147483647 w 210"/>
                <a:gd name="T109" fmla="*/ 0 h 635"/>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10"/>
                <a:gd name="T166" fmla="*/ 0 h 635"/>
                <a:gd name="T167" fmla="*/ 210 w 210"/>
                <a:gd name="T168" fmla="*/ 635 h 635"/>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10" h="635">
                  <a:moveTo>
                    <a:pt x="99" y="0"/>
                  </a:moveTo>
                  <a:lnTo>
                    <a:pt x="210" y="0"/>
                  </a:lnTo>
                  <a:lnTo>
                    <a:pt x="209" y="635"/>
                  </a:lnTo>
                  <a:lnTo>
                    <a:pt x="99" y="630"/>
                  </a:lnTo>
                  <a:lnTo>
                    <a:pt x="95" y="629"/>
                  </a:lnTo>
                  <a:lnTo>
                    <a:pt x="91" y="627"/>
                  </a:lnTo>
                  <a:lnTo>
                    <a:pt x="86" y="624"/>
                  </a:lnTo>
                  <a:lnTo>
                    <a:pt x="80" y="621"/>
                  </a:lnTo>
                  <a:lnTo>
                    <a:pt x="74" y="615"/>
                  </a:lnTo>
                  <a:lnTo>
                    <a:pt x="68" y="609"/>
                  </a:lnTo>
                  <a:lnTo>
                    <a:pt x="62" y="603"/>
                  </a:lnTo>
                  <a:lnTo>
                    <a:pt x="57" y="596"/>
                  </a:lnTo>
                  <a:lnTo>
                    <a:pt x="53" y="588"/>
                  </a:lnTo>
                  <a:lnTo>
                    <a:pt x="49" y="581"/>
                  </a:lnTo>
                  <a:lnTo>
                    <a:pt x="46" y="575"/>
                  </a:lnTo>
                  <a:lnTo>
                    <a:pt x="41" y="564"/>
                  </a:lnTo>
                  <a:lnTo>
                    <a:pt x="38" y="554"/>
                  </a:lnTo>
                  <a:lnTo>
                    <a:pt x="34" y="543"/>
                  </a:lnTo>
                  <a:lnTo>
                    <a:pt x="31" y="536"/>
                  </a:lnTo>
                  <a:lnTo>
                    <a:pt x="28" y="528"/>
                  </a:lnTo>
                  <a:lnTo>
                    <a:pt x="24" y="513"/>
                  </a:lnTo>
                  <a:lnTo>
                    <a:pt x="20" y="497"/>
                  </a:lnTo>
                  <a:lnTo>
                    <a:pt x="16" y="479"/>
                  </a:lnTo>
                  <a:lnTo>
                    <a:pt x="12" y="461"/>
                  </a:lnTo>
                  <a:lnTo>
                    <a:pt x="9" y="440"/>
                  </a:lnTo>
                  <a:lnTo>
                    <a:pt x="7" y="419"/>
                  </a:lnTo>
                  <a:lnTo>
                    <a:pt x="4" y="396"/>
                  </a:lnTo>
                  <a:lnTo>
                    <a:pt x="2" y="371"/>
                  </a:lnTo>
                  <a:lnTo>
                    <a:pt x="0" y="344"/>
                  </a:lnTo>
                  <a:lnTo>
                    <a:pt x="1" y="314"/>
                  </a:lnTo>
                  <a:lnTo>
                    <a:pt x="1" y="275"/>
                  </a:lnTo>
                  <a:lnTo>
                    <a:pt x="4" y="237"/>
                  </a:lnTo>
                  <a:lnTo>
                    <a:pt x="7" y="210"/>
                  </a:lnTo>
                  <a:lnTo>
                    <a:pt x="10" y="183"/>
                  </a:lnTo>
                  <a:lnTo>
                    <a:pt x="13" y="164"/>
                  </a:lnTo>
                  <a:lnTo>
                    <a:pt x="16" y="147"/>
                  </a:lnTo>
                  <a:lnTo>
                    <a:pt x="21" y="126"/>
                  </a:lnTo>
                  <a:lnTo>
                    <a:pt x="29" y="99"/>
                  </a:lnTo>
                  <a:lnTo>
                    <a:pt x="35" y="83"/>
                  </a:lnTo>
                  <a:lnTo>
                    <a:pt x="40" y="69"/>
                  </a:lnTo>
                  <a:lnTo>
                    <a:pt x="44" y="60"/>
                  </a:lnTo>
                  <a:lnTo>
                    <a:pt x="48" y="53"/>
                  </a:lnTo>
                  <a:lnTo>
                    <a:pt x="51" y="45"/>
                  </a:lnTo>
                  <a:lnTo>
                    <a:pt x="55" y="38"/>
                  </a:lnTo>
                  <a:lnTo>
                    <a:pt x="59" y="32"/>
                  </a:lnTo>
                  <a:lnTo>
                    <a:pt x="63" y="26"/>
                  </a:lnTo>
                  <a:lnTo>
                    <a:pt x="68" y="20"/>
                  </a:lnTo>
                  <a:lnTo>
                    <a:pt x="72" y="15"/>
                  </a:lnTo>
                  <a:lnTo>
                    <a:pt x="76" y="12"/>
                  </a:lnTo>
                  <a:lnTo>
                    <a:pt x="79" y="8"/>
                  </a:lnTo>
                  <a:lnTo>
                    <a:pt x="84" y="5"/>
                  </a:lnTo>
                  <a:lnTo>
                    <a:pt x="88" y="3"/>
                  </a:lnTo>
                  <a:lnTo>
                    <a:pt x="92" y="0"/>
                  </a:lnTo>
                  <a:lnTo>
                    <a:pt x="95" y="0"/>
                  </a:lnTo>
                  <a:lnTo>
                    <a:pt x="99" y="0"/>
                  </a:lnTo>
                  <a:close/>
                </a:path>
              </a:pathLst>
            </a:custGeom>
            <a:solidFill>
              <a:srgbClr val="202020"/>
            </a:solidFill>
            <a:ln w="9525">
              <a:noFill/>
              <a:round/>
              <a:headEnd/>
              <a:tailEnd/>
            </a:ln>
          </p:spPr>
          <p:txBody>
            <a:bodyPr/>
            <a:lstStyle/>
            <a:p>
              <a:endParaRPr lang="nl-BE"/>
            </a:p>
          </p:txBody>
        </p:sp>
        <p:sp>
          <p:nvSpPr>
            <p:cNvPr id="43205" name="Oval 222"/>
            <p:cNvSpPr>
              <a:spLocks noChangeArrowheads="1"/>
            </p:cNvSpPr>
            <p:nvPr/>
          </p:nvSpPr>
          <p:spPr bwMode="auto">
            <a:xfrm rot="-155667">
              <a:off x="5610225" y="4240213"/>
              <a:ext cx="139700" cy="279400"/>
            </a:xfrm>
            <a:prstGeom prst="ellipse">
              <a:avLst/>
            </a:prstGeom>
            <a:solidFill>
              <a:srgbClr val="404040"/>
            </a:solidFill>
            <a:ln w="9525">
              <a:noFill/>
              <a:round/>
              <a:headEnd/>
              <a:tailEnd/>
            </a:ln>
          </p:spPr>
          <p:txBody>
            <a:bodyPr/>
            <a:lstStyle/>
            <a:p>
              <a:pPr algn="ctr" eaLnBrk="0" hangingPunct="0"/>
              <a:endParaRPr lang="nl-BE"/>
            </a:p>
          </p:txBody>
        </p:sp>
        <p:sp>
          <p:nvSpPr>
            <p:cNvPr id="43206" name="Oval 223"/>
            <p:cNvSpPr>
              <a:spLocks noChangeArrowheads="1"/>
            </p:cNvSpPr>
            <p:nvPr/>
          </p:nvSpPr>
          <p:spPr bwMode="auto">
            <a:xfrm rot="-155667">
              <a:off x="5640388" y="4297363"/>
              <a:ext cx="80962" cy="165100"/>
            </a:xfrm>
            <a:prstGeom prst="ellipse">
              <a:avLst/>
            </a:prstGeom>
            <a:solidFill>
              <a:srgbClr val="A0A0A0"/>
            </a:solidFill>
            <a:ln w="9525">
              <a:noFill/>
              <a:round/>
              <a:headEnd/>
              <a:tailEnd/>
            </a:ln>
          </p:spPr>
          <p:txBody>
            <a:bodyPr/>
            <a:lstStyle/>
            <a:p>
              <a:pPr algn="ctr" eaLnBrk="0" hangingPunct="0"/>
              <a:endParaRPr lang="nl-BE"/>
            </a:p>
          </p:txBody>
        </p:sp>
        <p:sp>
          <p:nvSpPr>
            <p:cNvPr id="43207" name="Oval 224"/>
            <p:cNvSpPr>
              <a:spLocks noChangeArrowheads="1"/>
            </p:cNvSpPr>
            <p:nvPr/>
          </p:nvSpPr>
          <p:spPr bwMode="auto">
            <a:xfrm rot="-155667">
              <a:off x="5638800" y="4300538"/>
              <a:ext cx="76200" cy="155575"/>
            </a:xfrm>
            <a:prstGeom prst="ellipse">
              <a:avLst/>
            </a:prstGeom>
            <a:solidFill>
              <a:srgbClr val="808080"/>
            </a:solidFill>
            <a:ln w="9525">
              <a:noFill/>
              <a:round/>
              <a:headEnd/>
              <a:tailEnd/>
            </a:ln>
          </p:spPr>
          <p:txBody>
            <a:bodyPr/>
            <a:lstStyle/>
            <a:p>
              <a:pPr algn="ctr" eaLnBrk="0" hangingPunct="0"/>
              <a:endParaRPr lang="nl-BE"/>
            </a:p>
          </p:txBody>
        </p:sp>
        <p:sp>
          <p:nvSpPr>
            <p:cNvPr id="43208" name="Oval 225"/>
            <p:cNvSpPr>
              <a:spLocks noChangeArrowheads="1"/>
            </p:cNvSpPr>
            <p:nvPr/>
          </p:nvSpPr>
          <p:spPr bwMode="auto">
            <a:xfrm rot="-155667">
              <a:off x="5673725" y="4364038"/>
              <a:ext cx="14288" cy="30162"/>
            </a:xfrm>
            <a:prstGeom prst="ellipse">
              <a:avLst/>
            </a:prstGeom>
            <a:solidFill>
              <a:srgbClr val="404040"/>
            </a:solidFill>
            <a:ln w="9525">
              <a:noFill/>
              <a:round/>
              <a:headEnd/>
              <a:tailEnd/>
            </a:ln>
          </p:spPr>
          <p:txBody>
            <a:bodyPr/>
            <a:lstStyle/>
            <a:p>
              <a:pPr algn="ctr" eaLnBrk="0" hangingPunct="0"/>
              <a:endParaRPr lang="nl-BE"/>
            </a:p>
          </p:txBody>
        </p:sp>
        <p:sp>
          <p:nvSpPr>
            <p:cNvPr id="43209" name="Freeform 226"/>
            <p:cNvSpPr>
              <a:spLocks/>
            </p:cNvSpPr>
            <p:nvPr/>
          </p:nvSpPr>
          <p:spPr bwMode="auto">
            <a:xfrm rot="-155667">
              <a:off x="5311775" y="4260850"/>
              <a:ext cx="150813" cy="296863"/>
            </a:xfrm>
            <a:custGeom>
              <a:avLst/>
              <a:gdLst>
                <a:gd name="T0" fmla="*/ 2147483647 w 228"/>
                <a:gd name="T1" fmla="*/ 0 h 678"/>
                <a:gd name="T2" fmla="*/ 2147483647 w 228"/>
                <a:gd name="T3" fmla="*/ 0 h 678"/>
                <a:gd name="T4" fmla="*/ 2147483647 w 228"/>
                <a:gd name="T5" fmla="*/ 2147483647 h 678"/>
                <a:gd name="T6" fmla="*/ 2147483647 w 228"/>
                <a:gd name="T7" fmla="*/ 2147483647 h 678"/>
                <a:gd name="T8" fmla="*/ 2147483647 w 228"/>
                <a:gd name="T9" fmla="*/ 2147483647 h 678"/>
                <a:gd name="T10" fmla="*/ 2147483647 w 228"/>
                <a:gd name="T11" fmla="*/ 2147483647 h 678"/>
                <a:gd name="T12" fmla="*/ 2147483647 w 228"/>
                <a:gd name="T13" fmla="*/ 2147483647 h 678"/>
                <a:gd name="T14" fmla="*/ 2147483647 w 228"/>
                <a:gd name="T15" fmla="*/ 2147483647 h 678"/>
                <a:gd name="T16" fmla="*/ 2147483647 w 228"/>
                <a:gd name="T17" fmla="*/ 2147483647 h 678"/>
                <a:gd name="T18" fmla="*/ 2147483647 w 228"/>
                <a:gd name="T19" fmla="*/ 2147483647 h 678"/>
                <a:gd name="T20" fmla="*/ 2147483647 w 228"/>
                <a:gd name="T21" fmla="*/ 2147483647 h 678"/>
                <a:gd name="T22" fmla="*/ 2147483647 w 228"/>
                <a:gd name="T23" fmla="*/ 2147483647 h 678"/>
                <a:gd name="T24" fmla="*/ 2147483647 w 228"/>
                <a:gd name="T25" fmla="*/ 2147483647 h 678"/>
                <a:gd name="T26" fmla="*/ 2147483647 w 228"/>
                <a:gd name="T27" fmla="*/ 2147483647 h 678"/>
                <a:gd name="T28" fmla="*/ 2147483647 w 228"/>
                <a:gd name="T29" fmla="*/ 2147483647 h 678"/>
                <a:gd name="T30" fmla="*/ 2147483647 w 228"/>
                <a:gd name="T31" fmla="*/ 2147483647 h 678"/>
                <a:gd name="T32" fmla="*/ 2147483647 w 228"/>
                <a:gd name="T33" fmla="*/ 2147483647 h 678"/>
                <a:gd name="T34" fmla="*/ 2147483647 w 228"/>
                <a:gd name="T35" fmla="*/ 2147483647 h 678"/>
                <a:gd name="T36" fmla="*/ 2147483647 w 228"/>
                <a:gd name="T37" fmla="*/ 2147483647 h 678"/>
                <a:gd name="T38" fmla="*/ 2147483647 w 228"/>
                <a:gd name="T39" fmla="*/ 2147483647 h 678"/>
                <a:gd name="T40" fmla="*/ 2147483647 w 228"/>
                <a:gd name="T41" fmla="*/ 2147483647 h 678"/>
                <a:gd name="T42" fmla="*/ 2147483647 w 228"/>
                <a:gd name="T43" fmla="*/ 2147483647 h 678"/>
                <a:gd name="T44" fmla="*/ 2147483647 w 228"/>
                <a:gd name="T45" fmla="*/ 2147483647 h 678"/>
                <a:gd name="T46" fmla="*/ 2147483647 w 228"/>
                <a:gd name="T47" fmla="*/ 2147483647 h 678"/>
                <a:gd name="T48" fmla="*/ 2147483647 w 228"/>
                <a:gd name="T49" fmla="*/ 2147483647 h 678"/>
                <a:gd name="T50" fmla="*/ 2147483647 w 228"/>
                <a:gd name="T51" fmla="*/ 2147483647 h 678"/>
                <a:gd name="T52" fmla="*/ 2147483647 w 228"/>
                <a:gd name="T53" fmla="*/ 2147483647 h 678"/>
                <a:gd name="T54" fmla="*/ 2147483647 w 228"/>
                <a:gd name="T55" fmla="*/ 2147483647 h 678"/>
                <a:gd name="T56" fmla="*/ 0 w 228"/>
                <a:gd name="T57" fmla="*/ 2147483647 h 678"/>
                <a:gd name="T58" fmla="*/ 0 w 228"/>
                <a:gd name="T59" fmla="*/ 2147483647 h 678"/>
                <a:gd name="T60" fmla="*/ 2147483647 w 228"/>
                <a:gd name="T61" fmla="*/ 2147483647 h 678"/>
                <a:gd name="T62" fmla="*/ 2147483647 w 228"/>
                <a:gd name="T63" fmla="*/ 2147483647 h 678"/>
                <a:gd name="T64" fmla="*/ 2147483647 w 228"/>
                <a:gd name="T65" fmla="*/ 2147483647 h 678"/>
                <a:gd name="T66" fmla="*/ 2147483647 w 228"/>
                <a:gd name="T67" fmla="*/ 2147483647 h 678"/>
                <a:gd name="T68" fmla="*/ 2147483647 w 228"/>
                <a:gd name="T69" fmla="*/ 2147483647 h 678"/>
                <a:gd name="T70" fmla="*/ 2147483647 w 228"/>
                <a:gd name="T71" fmla="*/ 2147483647 h 678"/>
                <a:gd name="T72" fmla="*/ 2147483647 w 228"/>
                <a:gd name="T73" fmla="*/ 2147483647 h 678"/>
                <a:gd name="T74" fmla="*/ 2147483647 w 228"/>
                <a:gd name="T75" fmla="*/ 2147483647 h 678"/>
                <a:gd name="T76" fmla="*/ 2147483647 w 228"/>
                <a:gd name="T77" fmla="*/ 2147483647 h 678"/>
                <a:gd name="T78" fmla="*/ 2147483647 w 228"/>
                <a:gd name="T79" fmla="*/ 2147483647 h 678"/>
                <a:gd name="T80" fmla="*/ 2147483647 w 228"/>
                <a:gd name="T81" fmla="*/ 2147483647 h 678"/>
                <a:gd name="T82" fmla="*/ 2147483647 w 228"/>
                <a:gd name="T83" fmla="*/ 2147483647 h 678"/>
                <a:gd name="T84" fmla="*/ 2147483647 w 228"/>
                <a:gd name="T85" fmla="*/ 2147483647 h 678"/>
                <a:gd name="T86" fmla="*/ 2147483647 w 228"/>
                <a:gd name="T87" fmla="*/ 2147483647 h 678"/>
                <a:gd name="T88" fmla="*/ 2147483647 w 228"/>
                <a:gd name="T89" fmla="*/ 2147483647 h 678"/>
                <a:gd name="T90" fmla="*/ 2147483647 w 228"/>
                <a:gd name="T91" fmla="*/ 2147483647 h 678"/>
                <a:gd name="T92" fmla="*/ 2147483647 w 228"/>
                <a:gd name="T93" fmla="*/ 2147483647 h 678"/>
                <a:gd name="T94" fmla="*/ 2147483647 w 228"/>
                <a:gd name="T95" fmla="*/ 2147483647 h 678"/>
                <a:gd name="T96" fmla="*/ 2147483647 w 228"/>
                <a:gd name="T97" fmla="*/ 2147483647 h 678"/>
                <a:gd name="T98" fmla="*/ 2147483647 w 228"/>
                <a:gd name="T99" fmla="*/ 2147483647 h 678"/>
                <a:gd name="T100" fmla="*/ 2147483647 w 228"/>
                <a:gd name="T101" fmla="*/ 2147483647 h 678"/>
                <a:gd name="T102" fmla="*/ 2147483647 w 228"/>
                <a:gd name="T103" fmla="*/ 2147483647 h 678"/>
                <a:gd name="T104" fmla="*/ 2147483647 w 228"/>
                <a:gd name="T105" fmla="*/ 2147483647 h 678"/>
                <a:gd name="T106" fmla="*/ 2147483647 w 228"/>
                <a:gd name="T107" fmla="*/ 0 h 678"/>
                <a:gd name="T108" fmla="*/ 2147483647 w 228"/>
                <a:gd name="T109" fmla="*/ 0 h 67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28"/>
                <a:gd name="T166" fmla="*/ 0 h 678"/>
                <a:gd name="T167" fmla="*/ 228 w 228"/>
                <a:gd name="T168" fmla="*/ 678 h 67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28" h="678">
                  <a:moveTo>
                    <a:pt x="107" y="0"/>
                  </a:moveTo>
                  <a:lnTo>
                    <a:pt x="228" y="0"/>
                  </a:lnTo>
                  <a:lnTo>
                    <a:pt x="227" y="678"/>
                  </a:lnTo>
                  <a:lnTo>
                    <a:pt x="107" y="672"/>
                  </a:lnTo>
                  <a:lnTo>
                    <a:pt x="103" y="670"/>
                  </a:lnTo>
                  <a:lnTo>
                    <a:pt x="99" y="669"/>
                  </a:lnTo>
                  <a:lnTo>
                    <a:pt x="93" y="666"/>
                  </a:lnTo>
                  <a:lnTo>
                    <a:pt x="86" y="663"/>
                  </a:lnTo>
                  <a:lnTo>
                    <a:pt x="80" y="657"/>
                  </a:lnTo>
                  <a:lnTo>
                    <a:pt x="73" y="649"/>
                  </a:lnTo>
                  <a:lnTo>
                    <a:pt x="67" y="642"/>
                  </a:lnTo>
                  <a:lnTo>
                    <a:pt x="62" y="636"/>
                  </a:lnTo>
                  <a:lnTo>
                    <a:pt x="57" y="627"/>
                  </a:lnTo>
                  <a:lnTo>
                    <a:pt x="53" y="619"/>
                  </a:lnTo>
                  <a:lnTo>
                    <a:pt x="49" y="613"/>
                  </a:lnTo>
                  <a:lnTo>
                    <a:pt x="44" y="601"/>
                  </a:lnTo>
                  <a:lnTo>
                    <a:pt x="40" y="591"/>
                  </a:lnTo>
                  <a:lnTo>
                    <a:pt x="36" y="579"/>
                  </a:lnTo>
                  <a:lnTo>
                    <a:pt x="33" y="571"/>
                  </a:lnTo>
                  <a:lnTo>
                    <a:pt x="30" y="564"/>
                  </a:lnTo>
                  <a:lnTo>
                    <a:pt x="25" y="547"/>
                  </a:lnTo>
                  <a:lnTo>
                    <a:pt x="21" y="529"/>
                  </a:lnTo>
                  <a:lnTo>
                    <a:pt x="16" y="511"/>
                  </a:lnTo>
                  <a:lnTo>
                    <a:pt x="13" y="492"/>
                  </a:lnTo>
                  <a:lnTo>
                    <a:pt x="9" y="469"/>
                  </a:lnTo>
                  <a:lnTo>
                    <a:pt x="7" y="447"/>
                  </a:lnTo>
                  <a:lnTo>
                    <a:pt x="3" y="421"/>
                  </a:lnTo>
                  <a:lnTo>
                    <a:pt x="2" y="394"/>
                  </a:lnTo>
                  <a:lnTo>
                    <a:pt x="0" y="367"/>
                  </a:lnTo>
                  <a:lnTo>
                    <a:pt x="0" y="334"/>
                  </a:lnTo>
                  <a:lnTo>
                    <a:pt x="1" y="292"/>
                  </a:lnTo>
                  <a:lnTo>
                    <a:pt x="3" y="253"/>
                  </a:lnTo>
                  <a:lnTo>
                    <a:pt x="7" y="225"/>
                  </a:lnTo>
                  <a:lnTo>
                    <a:pt x="10" y="195"/>
                  </a:lnTo>
                  <a:lnTo>
                    <a:pt x="13" y="172"/>
                  </a:lnTo>
                  <a:lnTo>
                    <a:pt x="16" y="157"/>
                  </a:lnTo>
                  <a:lnTo>
                    <a:pt x="22" y="133"/>
                  </a:lnTo>
                  <a:lnTo>
                    <a:pt x="31" y="108"/>
                  </a:lnTo>
                  <a:lnTo>
                    <a:pt x="37" y="88"/>
                  </a:lnTo>
                  <a:lnTo>
                    <a:pt x="43" y="75"/>
                  </a:lnTo>
                  <a:lnTo>
                    <a:pt x="47" y="66"/>
                  </a:lnTo>
                  <a:lnTo>
                    <a:pt x="52" y="57"/>
                  </a:lnTo>
                  <a:lnTo>
                    <a:pt x="56" y="48"/>
                  </a:lnTo>
                  <a:lnTo>
                    <a:pt x="59" y="40"/>
                  </a:lnTo>
                  <a:lnTo>
                    <a:pt x="63" y="34"/>
                  </a:lnTo>
                  <a:lnTo>
                    <a:pt x="68" y="28"/>
                  </a:lnTo>
                  <a:lnTo>
                    <a:pt x="73" y="22"/>
                  </a:lnTo>
                  <a:lnTo>
                    <a:pt x="77" y="18"/>
                  </a:lnTo>
                  <a:lnTo>
                    <a:pt x="81" y="13"/>
                  </a:lnTo>
                  <a:lnTo>
                    <a:pt x="86" y="9"/>
                  </a:lnTo>
                  <a:lnTo>
                    <a:pt x="91" y="6"/>
                  </a:lnTo>
                  <a:lnTo>
                    <a:pt x="95" y="3"/>
                  </a:lnTo>
                  <a:lnTo>
                    <a:pt x="99" y="1"/>
                  </a:lnTo>
                  <a:lnTo>
                    <a:pt x="103" y="0"/>
                  </a:lnTo>
                  <a:lnTo>
                    <a:pt x="107" y="0"/>
                  </a:lnTo>
                  <a:close/>
                </a:path>
              </a:pathLst>
            </a:custGeom>
            <a:solidFill>
              <a:srgbClr val="202020"/>
            </a:solidFill>
            <a:ln w="9525">
              <a:noFill/>
              <a:round/>
              <a:headEnd/>
              <a:tailEnd/>
            </a:ln>
          </p:spPr>
          <p:txBody>
            <a:bodyPr/>
            <a:lstStyle/>
            <a:p>
              <a:endParaRPr lang="nl-BE"/>
            </a:p>
          </p:txBody>
        </p:sp>
        <p:sp>
          <p:nvSpPr>
            <p:cNvPr id="43210" name="Oval 227"/>
            <p:cNvSpPr>
              <a:spLocks noChangeArrowheads="1"/>
            </p:cNvSpPr>
            <p:nvPr/>
          </p:nvSpPr>
          <p:spPr bwMode="auto">
            <a:xfrm rot="-155667">
              <a:off x="5381625" y="4257675"/>
              <a:ext cx="152400" cy="296863"/>
            </a:xfrm>
            <a:prstGeom prst="ellipse">
              <a:avLst/>
            </a:prstGeom>
            <a:solidFill>
              <a:srgbClr val="404040"/>
            </a:solidFill>
            <a:ln w="9525">
              <a:noFill/>
              <a:round/>
              <a:headEnd/>
              <a:tailEnd/>
            </a:ln>
          </p:spPr>
          <p:txBody>
            <a:bodyPr/>
            <a:lstStyle/>
            <a:p>
              <a:pPr algn="ctr" eaLnBrk="0" hangingPunct="0"/>
              <a:endParaRPr lang="nl-BE"/>
            </a:p>
          </p:txBody>
        </p:sp>
        <p:sp>
          <p:nvSpPr>
            <p:cNvPr id="43211" name="Oval 228"/>
            <p:cNvSpPr>
              <a:spLocks noChangeArrowheads="1"/>
            </p:cNvSpPr>
            <p:nvPr/>
          </p:nvSpPr>
          <p:spPr bwMode="auto">
            <a:xfrm rot="-155667">
              <a:off x="5413375" y="4319588"/>
              <a:ext cx="87313" cy="174625"/>
            </a:xfrm>
            <a:prstGeom prst="ellipse">
              <a:avLst/>
            </a:prstGeom>
            <a:solidFill>
              <a:srgbClr val="A0A0A0"/>
            </a:solidFill>
            <a:ln w="9525">
              <a:noFill/>
              <a:round/>
              <a:headEnd/>
              <a:tailEnd/>
            </a:ln>
          </p:spPr>
          <p:txBody>
            <a:bodyPr/>
            <a:lstStyle/>
            <a:p>
              <a:pPr algn="ctr" eaLnBrk="0" hangingPunct="0"/>
              <a:endParaRPr lang="nl-BE"/>
            </a:p>
          </p:txBody>
        </p:sp>
        <p:sp>
          <p:nvSpPr>
            <p:cNvPr id="43212" name="Oval 229"/>
            <p:cNvSpPr>
              <a:spLocks noChangeArrowheads="1"/>
            </p:cNvSpPr>
            <p:nvPr/>
          </p:nvSpPr>
          <p:spPr bwMode="auto">
            <a:xfrm rot="-155667">
              <a:off x="5411788" y="4322763"/>
              <a:ext cx="80962" cy="165100"/>
            </a:xfrm>
            <a:prstGeom prst="ellipse">
              <a:avLst/>
            </a:prstGeom>
            <a:solidFill>
              <a:srgbClr val="808080"/>
            </a:solidFill>
            <a:ln w="9525">
              <a:noFill/>
              <a:round/>
              <a:headEnd/>
              <a:tailEnd/>
            </a:ln>
          </p:spPr>
          <p:txBody>
            <a:bodyPr/>
            <a:lstStyle/>
            <a:p>
              <a:pPr algn="ctr" eaLnBrk="0" hangingPunct="0"/>
              <a:endParaRPr lang="nl-BE"/>
            </a:p>
          </p:txBody>
        </p:sp>
        <p:sp>
          <p:nvSpPr>
            <p:cNvPr id="43213" name="Oval 230"/>
            <p:cNvSpPr>
              <a:spLocks noChangeArrowheads="1"/>
            </p:cNvSpPr>
            <p:nvPr/>
          </p:nvSpPr>
          <p:spPr bwMode="auto">
            <a:xfrm rot="-155667">
              <a:off x="5449888" y="4391025"/>
              <a:ext cx="14287" cy="30163"/>
            </a:xfrm>
            <a:prstGeom prst="ellipse">
              <a:avLst/>
            </a:prstGeom>
            <a:solidFill>
              <a:srgbClr val="404040"/>
            </a:solidFill>
            <a:ln w="9525">
              <a:noFill/>
              <a:round/>
              <a:headEnd/>
              <a:tailEnd/>
            </a:ln>
          </p:spPr>
          <p:txBody>
            <a:bodyPr/>
            <a:lstStyle/>
            <a:p>
              <a:pPr algn="ctr" eaLnBrk="0" hangingPunct="0"/>
              <a:endParaRPr lang="nl-BE"/>
            </a:p>
          </p:txBody>
        </p:sp>
        <p:sp>
          <p:nvSpPr>
            <p:cNvPr id="43214" name="Freeform 231"/>
            <p:cNvSpPr>
              <a:spLocks/>
            </p:cNvSpPr>
            <p:nvPr/>
          </p:nvSpPr>
          <p:spPr bwMode="auto">
            <a:xfrm rot="-155667">
              <a:off x="5399088" y="4256088"/>
              <a:ext cx="150812" cy="303212"/>
            </a:xfrm>
            <a:custGeom>
              <a:avLst/>
              <a:gdLst>
                <a:gd name="T0" fmla="*/ 2147483647 w 228"/>
                <a:gd name="T1" fmla="*/ 0 h 693"/>
                <a:gd name="T2" fmla="*/ 2147483647 w 228"/>
                <a:gd name="T3" fmla="*/ 0 h 693"/>
                <a:gd name="T4" fmla="*/ 2147483647 w 228"/>
                <a:gd name="T5" fmla="*/ 2147483647 h 693"/>
                <a:gd name="T6" fmla="*/ 2147483647 w 228"/>
                <a:gd name="T7" fmla="*/ 2147483647 h 693"/>
                <a:gd name="T8" fmla="*/ 2147483647 w 228"/>
                <a:gd name="T9" fmla="*/ 2147483647 h 693"/>
                <a:gd name="T10" fmla="*/ 2147483647 w 228"/>
                <a:gd name="T11" fmla="*/ 2147483647 h 693"/>
                <a:gd name="T12" fmla="*/ 2147483647 w 228"/>
                <a:gd name="T13" fmla="*/ 2147483647 h 693"/>
                <a:gd name="T14" fmla="*/ 2147483647 w 228"/>
                <a:gd name="T15" fmla="*/ 2147483647 h 693"/>
                <a:gd name="T16" fmla="*/ 2147483647 w 228"/>
                <a:gd name="T17" fmla="*/ 2147483647 h 693"/>
                <a:gd name="T18" fmla="*/ 2147483647 w 228"/>
                <a:gd name="T19" fmla="*/ 2147483647 h 693"/>
                <a:gd name="T20" fmla="*/ 2147483647 w 228"/>
                <a:gd name="T21" fmla="*/ 2147483647 h 693"/>
                <a:gd name="T22" fmla="*/ 2147483647 w 228"/>
                <a:gd name="T23" fmla="*/ 2147483647 h 693"/>
                <a:gd name="T24" fmla="*/ 2147483647 w 228"/>
                <a:gd name="T25" fmla="*/ 2147483647 h 693"/>
                <a:gd name="T26" fmla="*/ 2147483647 w 228"/>
                <a:gd name="T27" fmla="*/ 2147483647 h 693"/>
                <a:gd name="T28" fmla="*/ 2147483647 w 228"/>
                <a:gd name="T29" fmla="*/ 2147483647 h 693"/>
                <a:gd name="T30" fmla="*/ 2147483647 w 228"/>
                <a:gd name="T31" fmla="*/ 2147483647 h 693"/>
                <a:gd name="T32" fmla="*/ 2147483647 w 228"/>
                <a:gd name="T33" fmla="*/ 2147483647 h 693"/>
                <a:gd name="T34" fmla="*/ 2147483647 w 228"/>
                <a:gd name="T35" fmla="*/ 2147483647 h 693"/>
                <a:gd name="T36" fmla="*/ 2147483647 w 228"/>
                <a:gd name="T37" fmla="*/ 2147483647 h 693"/>
                <a:gd name="T38" fmla="*/ 2147483647 w 228"/>
                <a:gd name="T39" fmla="*/ 2147483647 h 693"/>
                <a:gd name="T40" fmla="*/ 2147483647 w 228"/>
                <a:gd name="T41" fmla="*/ 2147483647 h 693"/>
                <a:gd name="T42" fmla="*/ 2147483647 w 228"/>
                <a:gd name="T43" fmla="*/ 2147483647 h 693"/>
                <a:gd name="T44" fmla="*/ 2147483647 w 228"/>
                <a:gd name="T45" fmla="*/ 2147483647 h 693"/>
                <a:gd name="T46" fmla="*/ 2147483647 w 228"/>
                <a:gd name="T47" fmla="*/ 2147483647 h 693"/>
                <a:gd name="T48" fmla="*/ 2147483647 w 228"/>
                <a:gd name="T49" fmla="*/ 2147483647 h 693"/>
                <a:gd name="T50" fmla="*/ 2147483647 w 228"/>
                <a:gd name="T51" fmla="*/ 2147483647 h 693"/>
                <a:gd name="T52" fmla="*/ 2147483647 w 228"/>
                <a:gd name="T53" fmla="*/ 2147483647 h 693"/>
                <a:gd name="T54" fmla="*/ 2147483647 w 228"/>
                <a:gd name="T55" fmla="*/ 2147483647 h 693"/>
                <a:gd name="T56" fmla="*/ 0 w 228"/>
                <a:gd name="T57" fmla="*/ 2147483647 h 693"/>
                <a:gd name="T58" fmla="*/ 2147483647 w 228"/>
                <a:gd name="T59" fmla="*/ 2147483647 h 693"/>
                <a:gd name="T60" fmla="*/ 2147483647 w 228"/>
                <a:gd name="T61" fmla="*/ 2147483647 h 693"/>
                <a:gd name="T62" fmla="*/ 2147483647 w 228"/>
                <a:gd name="T63" fmla="*/ 2147483647 h 693"/>
                <a:gd name="T64" fmla="*/ 2147483647 w 228"/>
                <a:gd name="T65" fmla="*/ 2147483647 h 693"/>
                <a:gd name="T66" fmla="*/ 2147483647 w 228"/>
                <a:gd name="T67" fmla="*/ 2147483647 h 693"/>
                <a:gd name="T68" fmla="*/ 2147483647 w 228"/>
                <a:gd name="T69" fmla="*/ 2147483647 h 693"/>
                <a:gd name="T70" fmla="*/ 2147483647 w 228"/>
                <a:gd name="T71" fmla="*/ 2147483647 h 693"/>
                <a:gd name="T72" fmla="*/ 2147483647 w 228"/>
                <a:gd name="T73" fmla="*/ 2147483647 h 693"/>
                <a:gd name="T74" fmla="*/ 2147483647 w 228"/>
                <a:gd name="T75" fmla="*/ 2147483647 h 693"/>
                <a:gd name="T76" fmla="*/ 2147483647 w 228"/>
                <a:gd name="T77" fmla="*/ 2147483647 h 693"/>
                <a:gd name="T78" fmla="*/ 2147483647 w 228"/>
                <a:gd name="T79" fmla="*/ 2147483647 h 693"/>
                <a:gd name="T80" fmla="*/ 2147483647 w 228"/>
                <a:gd name="T81" fmla="*/ 2147483647 h 693"/>
                <a:gd name="T82" fmla="*/ 2147483647 w 228"/>
                <a:gd name="T83" fmla="*/ 2147483647 h 693"/>
                <a:gd name="T84" fmla="*/ 2147483647 w 228"/>
                <a:gd name="T85" fmla="*/ 2147483647 h 693"/>
                <a:gd name="T86" fmla="*/ 2147483647 w 228"/>
                <a:gd name="T87" fmla="*/ 2147483647 h 693"/>
                <a:gd name="T88" fmla="*/ 2147483647 w 228"/>
                <a:gd name="T89" fmla="*/ 2147483647 h 693"/>
                <a:gd name="T90" fmla="*/ 2147483647 w 228"/>
                <a:gd name="T91" fmla="*/ 2147483647 h 693"/>
                <a:gd name="T92" fmla="*/ 2147483647 w 228"/>
                <a:gd name="T93" fmla="*/ 2147483647 h 693"/>
                <a:gd name="T94" fmla="*/ 2147483647 w 228"/>
                <a:gd name="T95" fmla="*/ 2147483647 h 693"/>
                <a:gd name="T96" fmla="*/ 2147483647 w 228"/>
                <a:gd name="T97" fmla="*/ 2147483647 h 693"/>
                <a:gd name="T98" fmla="*/ 2147483647 w 228"/>
                <a:gd name="T99" fmla="*/ 2147483647 h 693"/>
                <a:gd name="T100" fmla="*/ 2147483647 w 228"/>
                <a:gd name="T101" fmla="*/ 2147483647 h 693"/>
                <a:gd name="T102" fmla="*/ 2147483647 w 228"/>
                <a:gd name="T103" fmla="*/ 2147483647 h 693"/>
                <a:gd name="T104" fmla="*/ 2147483647 w 228"/>
                <a:gd name="T105" fmla="*/ 2147483647 h 693"/>
                <a:gd name="T106" fmla="*/ 2147483647 w 228"/>
                <a:gd name="T107" fmla="*/ 2147483647 h 693"/>
                <a:gd name="T108" fmla="*/ 2147483647 w 228"/>
                <a:gd name="T109" fmla="*/ 0 h 693"/>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28"/>
                <a:gd name="T166" fmla="*/ 0 h 693"/>
                <a:gd name="T167" fmla="*/ 228 w 228"/>
                <a:gd name="T168" fmla="*/ 693 h 693"/>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28" h="693">
                  <a:moveTo>
                    <a:pt x="108" y="0"/>
                  </a:moveTo>
                  <a:lnTo>
                    <a:pt x="228" y="0"/>
                  </a:lnTo>
                  <a:lnTo>
                    <a:pt x="227" y="693"/>
                  </a:lnTo>
                  <a:lnTo>
                    <a:pt x="108" y="687"/>
                  </a:lnTo>
                  <a:lnTo>
                    <a:pt x="103" y="685"/>
                  </a:lnTo>
                  <a:lnTo>
                    <a:pt x="100" y="684"/>
                  </a:lnTo>
                  <a:lnTo>
                    <a:pt x="94" y="681"/>
                  </a:lnTo>
                  <a:lnTo>
                    <a:pt x="87" y="678"/>
                  </a:lnTo>
                  <a:lnTo>
                    <a:pt x="81" y="672"/>
                  </a:lnTo>
                  <a:lnTo>
                    <a:pt x="73" y="664"/>
                  </a:lnTo>
                  <a:lnTo>
                    <a:pt x="68" y="657"/>
                  </a:lnTo>
                  <a:lnTo>
                    <a:pt x="62" y="649"/>
                  </a:lnTo>
                  <a:lnTo>
                    <a:pt x="57" y="642"/>
                  </a:lnTo>
                  <a:lnTo>
                    <a:pt x="54" y="633"/>
                  </a:lnTo>
                  <a:lnTo>
                    <a:pt x="50" y="627"/>
                  </a:lnTo>
                  <a:lnTo>
                    <a:pt x="45" y="615"/>
                  </a:lnTo>
                  <a:lnTo>
                    <a:pt x="41" y="604"/>
                  </a:lnTo>
                  <a:lnTo>
                    <a:pt x="37" y="592"/>
                  </a:lnTo>
                  <a:lnTo>
                    <a:pt x="33" y="585"/>
                  </a:lnTo>
                  <a:lnTo>
                    <a:pt x="31" y="576"/>
                  </a:lnTo>
                  <a:lnTo>
                    <a:pt x="26" y="559"/>
                  </a:lnTo>
                  <a:lnTo>
                    <a:pt x="22" y="541"/>
                  </a:lnTo>
                  <a:lnTo>
                    <a:pt x="17" y="523"/>
                  </a:lnTo>
                  <a:lnTo>
                    <a:pt x="13" y="502"/>
                  </a:lnTo>
                  <a:lnTo>
                    <a:pt x="10" y="480"/>
                  </a:lnTo>
                  <a:lnTo>
                    <a:pt x="7" y="457"/>
                  </a:lnTo>
                  <a:lnTo>
                    <a:pt x="4" y="432"/>
                  </a:lnTo>
                  <a:lnTo>
                    <a:pt x="2" y="403"/>
                  </a:lnTo>
                  <a:lnTo>
                    <a:pt x="0" y="376"/>
                  </a:lnTo>
                  <a:lnTo>
                    <a:pt x="1" y="343"/>
                  </a:lnTo>
                  <a:lnTo>
                    <a:pt x="1" y="300"/>
                  </a:lnTo>
                  <a:lnTo>
                    <a:pt x="4" y="259"/>
                  </a:lnTo>
                  <a:lnTo>
                    <a:pt x="7" y="229"/>
                  </a:lnTo>
                  <a:lnTo>
                    <a:pt x="11" y="199"/>
                  </a:lnTo>
                  <a:lnTo>
                    <a:pt x="14" y="177"/>
                  </a:lnTo>
                  <a:lnTo>
                    <a:pt x="17" y="160"/>
                  </a:lnTo>
                  <a:lnTo>
                    <a:pt x="23" y="138"/>
                  </a:lnTo>
                  <a:lnTo>
                    <a:pt x="31" y="109"/>
                  </a:lnTo>
                  <a:lnTo>
                    <a:pt x="38" y="90"/>
                  </a:lnTo>
                  <a:lnTo>
                    <a:pt x="44" y="76"/>
                  </a:lnTo>
                  <a:lnTo>
                    <a:pt x="48" y="67"/>
                  </a:lnTo>
                  <a:lnTo>
                    <a:pt x="52" y="57"/>
                  </a:lnTo>
                  <a:lnTo>
                    <a:pt x="56" y="49"/>
                  </a:lnTo>
                  <a:lnTo>
                    <a:pt x="60" y="42"/>
                  </a:lnTo>
                  <a:lnTo>
                    <a:pt x="64" y="36"/>
                  </a:lnTo>
                  <a:lnTo>
                    <a:pt x="69" y="28"/>
                  </a:lnTo>
                  <a:lnTo>
                    <a:pt x="73" y="22"/>
                  </a:lnTo>
                  <a:lnTo>
                    <a:pt x="78" y="18"/>
                  </a:lnTo>
                  <a:lnTo>
                    <a:pt x="82" y="13"/>
                  </a:lnTo>
                  <a:lnTo>
                    <a:pt x="86" y="9"/>
                  </a:lnTo>
                  <a:lnTo>
                    <a:pt x="92" y="6"/>
                  </a:lnTo>
                  <a:lnTo>
                    <a:pt x="96" y="4"/>
                  </a:lnTo>
                  <a:lnTo>
                    <a:pt x="100" y="1"/>
                  </a:lnTo>
                  <a:lnTo>
                    <a:pt x="103" y="1"/>
                  </a:lnTo>
                  <a:lnTo>
                    <a:pt x="108" y="0"/>
                  </a:lnTo>
                  <a:close/>
                </a:path>
              </a:pathLst>
            </a:custGeom>
            <a:solidFill>
              <a:srgbClr val="202020"/>
            </a:solidFill>
            <a:ln w="9525">
              <a:noFill/>
              <a:round/>
              <a:headEnd/>
              <a:tailEnd/>
            </a:ln>
          </p:spPr>
          <p:txBody>
            <a:bodyPr/>
            <a:lstStyle/>
            <a:p>
              <a:endParaRPr lang="nl-BE"/>
            </a:p>
          </p:txBody>
        </p:sp>
        <p:sp>
          <p:nvSpPr>
            <p:cNvPr id="43215" name="Oval 232"/>
            <p:cNvSpPr>
              <a:spLocks noChangeArrowheads="1"/>
            </p:cNvSpPr>
            <p:nvPr/>
          </p:nvSpPr>
          <p:spPr bwMode="auto">
            <a:xfrm rot="-155667">
              <a:off x="5470525" y="4251325"/>
              <a:ext cx="150813" cy="304800"/>
            </a:xfrm>
            <a:prstGeom prst="ellipse">
              <a:avLst/>
            </a:prstGeom>
            <a:solidFill>
              <a:srgbClr val="404040"/>
            </a:solidFill>
            <a:ln w="9525">
              <a:noFill/>
              <a:round/>
              <a:headEnd/>
              <a:tailEnd/>
            </a:ln>
          </p:spPr>
          <p:txBody>
            <a:bodyPr/>
            <a:lstStyle/>
            <a:p>
              <a:pPr algn="ctr" eaLnBrk="0" hangingPunct="0"/>
              <a:endParaRPr lang="nl-BE"/>
            </a:p>
          </p:txBody>
        </p:sp>
        <p:sp>
          <p:nvSpPr>
            <p:cNvPr id="43216" name="Oval 233"/>
            <p:cNvSpPr>
              <a:spLocks noChangeArrowheads="1"/>
            </p:cNvSpPr>
            <p:nvPr/>
          </p:nvSpPr>
          <p:spPr bwMode="auto">
            <a:xfrm rot="-155667">
              <a:off x="5500688" y="4316413"/>
              <a:ext cx="88900" cy="177800"/>
            </a:xfrm>
            <a:prstGeom prst="ellipse">
              <a:avLst/>
            </a:prstGeom>
            <a:solidFill>
              <a:srgbClr val="A0A0A0"/>
            </a:solidFill>
            <a:ln w="9525">
              <a:noFill/>
              <a:round/>
              <a:headEnd/>
              <a:tailEnd/>
            </a:ln>
          </p:spPr>
          <p:txBody>
            <a:bodyPr/>
            <a:lstStyle/>
            <a:p>
              <a:pPr algn="ctr" eaLnBrk="0" hangingPunct="0"/>
              <a:endParaRPr lang="nl-BE"/>
            </a:p>
          </p:txBody>
        </p:sp>
        <p:sp>
          <p:nvSpPr>
            <p:cNvPr id="43217" name="Oval 234"/>
            <p:cNvSpPr>
              <a:spLocks noChangeArrowheads="1"/>
            </p:cNvSpPr>
            <p:nvPr/>
          </p:nvSpPr>
          <p:spPr bwMode="auto">
            <a:xfrm rot="-155667">
              <a:off x="5499100" y="4319588"/>
              <a:ext cx="82550" cy="168275"/>
            </a:xfrm>
            <a:prstGeom prst="ellipse">
              <a:avLst/>
            </a:prstGeom>
            <a:solidFill>
              <a:srgbClr val="808080"/>
            </a:solidFill>
            <a:ln w="9525">
              <a:noFill/>
              <a:round/>
              <a:headEnd/>
              <a:tailEnd/>
            </a:ln>
          </p:spPr>
          <p:txBody>
            <a:bodyPr/>
            <a:lstStyle/>
            <a:p>
              <a:pPr algn="ctr" eaLnBrk="0" hangingPunct="0"/>
              <a:endParaRPr lang="nl-BE"/>
            </a:p>
          </p:txBody>
        </p:sp>
        <p:sp>
          <p:nvSpPr>
            <p:cNvPr id="43218" name="Oval 235"/>
            <p:cNvSpPr>
              <a:spLocks noChangeArrowheads="1"/>
            </p:cNvSpPr>
            <p:nvPr/>
          </p:nvSpPr>
          <p:spPr bwMode="auto">
            <a:xfrm rot="-155667">
              <a:off x="5537200" y="4387850"/>
              <a:ext cx="14288" cy="30163"/>
            </a:xfrm>
            <a:prstGeom prst="ellipse">
              <a:avLst/>
            </a:prstGeom>
            <a:solidFill>
              <a:srgbClr val="404040"/>
            </a:solidFill>
            <a:ln w="9525">
              <a:noFill/>
              <a:round/>
              <a:headEnd/>
              <a:tailEnd/>
            </a:ln>
          </p:spPr>
          <p:txBody>
            <a:bodyPr/>
            <a:lstStyle/>
            <a:p>
              <a:pPr algn="ctr" eaLnBrk="0" hangingPunct="0"/>
              <a:endParaRPr lang="nl-BE"/>
            </a:p>
          </p:txBody>
        </p:sp>
        <p:sp>
          <p:nvSpPr>
            <p:cNvPr id="43219" name="Freeform 236"/>
            <p:cNvSpPr>
              <a:spLocks/>
            </p:cNvSpPr>
            <p:nvPr/>
          </p:nvSpPr>
          <p:spPr bwMode="auto">
            <a:xfrm rot="-155667">
              <a:off x="5319713" y="4286250"/>
              <a:ext cx="142875" cy="207963"/>
            </a:xfrm>
            <a:custGeom>
              <a:avLst/>
              <a:gdLst>
                <a:gd name="T0" fmla="*/ 0 w 216"/>
                <a:gd name="T1" fmla="*/ 2147483647 h 478"/>
                <a:gd name="T2" fmla="*/ 0 w 216"/>
                <a:gd name="T3" fmla="*/ 2147483647 h 478"/>
                <a:gd name="T4" fmla="*/ 2147483647 w 216"/>
                <a:gd name="T5" fmla="*/ 2147483647 h 478"/>
                <a:gd name="T6" fmla="*/ 2147483647 w 216"/>
                <a:gd name="T7" fmla="*/ 0 h 478"/>
                <a:gd name="T8" fmla="*/ 0 w 216"/>
                <a:gd name="T9" fmla="*/ 2147483647 h 478"/>
                <a:gd name="T10" fmla="*/ 0 60000 65536"/>
                <a:gd name="T11" fmla="*/ 0 60000 65536"/>
                <a:gd name="T12" fmla="*/ 0 60000 65536"/>
                <a:gd name="T13" fmla="*/ 0 60000 65536"/>
                <a:gd name="T14" fmla="*/ 0 60000 65536"/>
                <a:gd name="T15" fmla="*/ 0 w 216"/>
                <a:gd name="T16" fmla="*/ 0 h 478"/>
                <a:gd name="T17" fmla="*/ 216 w 216"/>
                <a:gd name="T18" fmla="*/ 478 h 478"/>
              </a:gdLst>
              <a:ahLst/>
              <a:cxnLst>
                <a:cxn ang="T10">
                  <a:pos x="T0" y="T1"/>
                </a:cxn>
                <a:cxn ang="T11">
                  <a:pos x="T2" y="T3"/>
                </a:cxn>
                <a:cxn ang="T12">
                  <a:pos x="T4" y="T5"/>
                </a:cxn>
                <a:cxn ang="T13">
                  <a:pos x="T6" y="T7"/>
                </a:cxn>
                <a:cxn ang="T14">
                  <a:pos x="T8" y="T9"/>
                </a:cxn>
              </a:cxnLst>
              <a:rect l="T15" t="T16" r="T17" b="T18"/>
              <a:pathLst>
                <a:path w="216" h="478">
                  <a:moveTo>
                    <a:pt x="0" y="28"/>
                  </a:moveTo>
                  <a:lnTo>
                    <a:pt x="0" y="465"/>
                  </a:lnTo>
                  <a:lnTo>
                    <a:pt x="216" y="478"/>
                  </a:lnTo>
                  <a:lnTo>
                    <a:pt x="216" y="0"/>
                  </a:lnTo>
                  <a:lnTo>
                    <a:pt x="0" y="28"/>
                  </a:lnTo>
                  <a:close/>
                </a:path>
              </a:pathLst>
            </a:custGeom>
            <a:solidFill>
              <a:srgbClr val="202020"/>
            </a:solidFill>
            <a:ln w="9525">
              <a:noFill/>
              <a:round/>
              <a:headEnd/>
              <a:tailEnd/>
            </a:ln>
          </p:spPr>
          <p:txBody>
            <a:bodyPr/>
            <a:lstStyle/>
            <a:p>
              <a:endParaRPr lang="nl-BE"/>
            </a:p>
          </p:txBody>
        </p:sp>
        <p:sp>
          <p:nvSpPr>
            <p:cNvPr id="43220" name="Freeform 237"/>
            <p:cNvSpPr>
              <a:spLocks/>
            </p:cNvSpPr>
            <p:nvPr/>
          </p:nvSpPr>
          <p:spPr bwMode="auto">
            <a:xfrm rot="-155667">
              <a:off x="4533900" y="3160713"/>
              <a:ext cx="1214438" cy="1146175"/>
            </a:xfrm>
            <a:custGeom>
              <a:avLst/>
              <a:gdLst>
                <a:gd name="T0" fmla="*/ 2147483647 w 1855"/>
                <a:gd name="T1" fmla="*/ 0 h 2621"/>
                <a:gd name="T2" fmla="*/ 2147483647 w 1855"/>
                <a:gd name="T3" fmla="*/ 2147483647 h 2621"/>
                <a:gd name="T4" fmla="*/ 2147483647 w 1855"/>
                <a:gd name="T5" fmla="*/ 2147483647 h 2621"/>
                <a:gd name="T6" fmla="*/ 0 w 1855"/>
                <a:gd name="T7" fmla="*/ 2147483647 h 2621"/>
                <a:gd name="T8" fmla="*/ 2147483647 w 1855"/>
                <a:gd name="T9" fmla="*/ 0 h 2621"/>
                <a:gd name="T10" fmla="*/ 0 60000 65536"/>
                <a:gd name="T11" fmla="*/ 0 60000 65536"/>
                <a:gd name="T12" fmla="*/ 0 60000 65536"/>
                <a:gd name="T13" fmla="*/ 0 60000 65536"/>
                <a:gd name="T14" fmla="*/ 0 60000 65536"/>
                <a:gd name="T15" fmla="*/ 0 w 1855"/>
                <a:gd name="T16" fmla="*/ 0 h 2621"/>
                <a:gd name="T17" fmla="*/ 1855 w 1855"/>
                <a:gd name="T18" fmla="*/ 2621 h 2621"/>
              </a:gdLst>
              <a:ahLst/>
              <a:cxnLst>
                <a:cxn ang="T10">
                  <a:pos x="T0" y="T1"/>
                </a:cxn>
                <a:cxn ang="T11">
                  <a:pos x="T2" y="T3"/>
                </a:cxn>
                <a:cxn ang="T12">
                  <a:pos x="T4" y="T5"/>
                </a:cxn>
                <a:cxn ang="T13">
                  <a:pos x="T6" y="T7"/>
                </a:cxn>
                <a:cxn ang="T14">
                  <a:pos x="T8" y="T9"/>
                </a:cxn>
              </a:cxnLst>
              <a:rect l="T15" t="T16" r="T17" b="T18"/>
              <a:pathLst>
                <a:path w="1855" h="2621">
                  <a:moveTo>
                    <a:pt x="3" y="0"/>
                  </a:moveTo>
                  <a:lnTo>
                    <a:pt x="1855" y="1212"/>
                  </a:lnTo>
                  <a:lnTo>
                    <a:pt x="1855" y="2529"/>
                  </a:lnTo>
                  <a:lnTo>
                    <a:pt x="0" y="2621"/>
                  </a:lnTo>
                  <a:lnTo>
                    <a:pt x="3" y="0"/>
                  </a:lnTo>
                  <a:close/>
                </a:path>
              </a:pathLst>
            </a:custGeom>
            <a:solidFill>
              <a:srgbClr val="A0A0A0"/>
            </a:solidFill>
            <a:ln w="6350">
              <a:solidFill>
                <a:srgbClr val="000000"/>
              </a:solidFill>
              <a:prstDash val="solid"/>
              <a:round/>
              <a:headEnd/>
              <a:tailEnd/>
            </a:ln>
          </p:spPr>
          <p:txBody>
            <a:bodyPr/>
            <a:lstStyle/>
            <a:p>
              <a:endParaRPr lang="nl-BE"/>
            </a:p>
          </p:txBody>
        </p:sp>
        <p:sp>
          <p:nvSpPr>
            <p:cNvPr id="43221" name="Freeform 238"/>
            <p:cNvSpPr>
              <a:spLocks/>
            </p:cNvSpPr>
            <p:nvPr/>
          </p:nvSpPr>
          <p:spPr bwMode="auto">
            <a:xfrm rot="-155667">
              <a:off x="4532313" y="3203575"/>
              <a:ext cx="1214437" cy="1054100"/>
            </a:xfrm>
            <a:custGeom>
              <a:avLst/>
              <a:gdLst>
                <a:gd name="T0" fmla="*/ 2147483647 w 1855"/>
                <a:gd name="T1" fmla="*/ 0 h 2408"/>
                <a:gd name="T2" fmla="*/ 2147483647 w 1855"/>
                <a:gd name="T3" fmla="*/ 2147483647 h 2408"/>
                <a:gd name="T4" fmla="*/ 2147483647 w 1855"/>
                <a:gd name="T5" fmla="*/ 2147483647 h 2408"/>
                <a:gd name="T6" fmla="*/ 0 w 1855"/>
                <a:gd name="T7" fmla="*/ 2147483647 h 2408"/>
                <a:gd name="T8" fmla="*/ 2147483647 w 1855"/>
                <a:gd name="T9" fmla="*/ 0 h 2408"/>
                <a:gd name="T10" fmla="*/ 0 60000 65536"/>
                <a:gd name="T11" fmla="*/ 0 60000 65536"/>
                <a:gd name="T12" fmla="*/ 0 60000 65536"/>
                <a:gd name="T13" fmla="*/ 0 60000 65536"/>
                <a:gd name="T14" fmla="*/ 0 60000 65536"/>
                <a:gd name="T15" fmla="*/ 0 w 1855"/>
                <a:gd name="T16" fmla="*/ 0 h 2408"/>
                <a:gd name="T17" fmla="*/ 1855 w 1855"/>
                <a:gd name="T18" fmla="*/ 2408 h 2408"/>
              </a:gdLst>
              <a:ahLst/>
              <a:cxnLst>
                <a:cxn ang="T10">
                  <a:pos x="T0" y="T1"/>
                </a:cxn>
                <a:cxn ang="T11">
                  <a:pos x="T2" y="T3"/>
                </a:cxn>
                <a:cxn ang="T12">
                  <a:pos x="T4" y="T5"/>
                </a:cxn>
                <a:cxn ang="T13">
                  <a:pos x="T6" y="T7"/>
                </a:cxn>
                <a:cxn ang="T14">
                  <a:pos x="T8" y="T9"/>
                </a:cxn>
              </a:cxnLst>
              <a:rect l="T15" t="T16" r="T17" b="T18"/>
              <a:pathLst>
                <a:path w="1855" h="2408">
                  <a:moveTo>
                    <a:pt x="3" y="0"/>
                  </a:moveTo>
                  <a:lnTo>
                    <a:pt x="1855" y="1170"/>
                  </a:lnTo>
                  <a:lnTo>
                    <a:pt x="1855" y="2352"/>
                  </a:lnTo>
                  <a:lnTo>
                    <a:pt x="0" y="2408"/>
                  </a:lnTo>
                  <a:lnTo>
                    <a:pt x="3" y="0"/>
                  </a:lnTo>
                  <a:close/>
                </a:path>
              </a:pathLst>
            </a:custGeom>
            <a:solidFill>
              <a:srgbClr val="E0E0E0"/>
            </a:solidFill>
            <a:ln w="6350">
              <a:solidFill>
                <a:srgbClr val="000000"/>
              </a:solidFill>
              <a:prstDash val="solid"/>
              <a:round/>
              <a:headEnd/>
              <a:tailEnd/>
            </a:ln>
          </p:spPr>
          <p:txBody>
            <a:bodyPr/>
            <a:lstStyle/>
            <a:p>
              <a:endParaRPr lang="nl-BE"/>
            </a:p>
          </p:txBody>
        </p:sp>
        <p:sp>
          <p:nvSpPr>
            <p:cNvPr id="43222" name="Rectangle 239"/>
            <p:cNvSpPr>
              <a:spLocks noChangeArrowheads="1"/>
            </p:cNvSpPr>
            <p:nvPr/>
          </p:nvSpPr>
          <p:spPr bwMode="auto">
            <a:xfrm rot="-155667">
              <a:off x="4578350" y="4292600"/>
              <a:ext cx="57150" cy="15875"/>
            </a:xfrm>
            <a:prstGeom prst="rect">
              <a:avLst/>
            </a:prstGeom>
            <a:solidFill>
              <a:srgbClr val="E0E0E0"/>
            </a:solidFill>
            <a:ln w="6350">
              <a:solidFill>
                <a:srgbClr val="000000"/>
              </a:solidFill>
              <a:miter lim="800000"/>
              <a:headEnd/>
              <a:tailEnd/>
            </a:ln>
          </p:spPr>
          <p:txBody>
            <a:bodyPr/>
            <a:lstStyle/>
            <a:p>
              <a:pPr algn="ctr" eaLnBrk="0" hangingPunct="0"/>
              <a:endParaRPr lang="nl-BE"/>
            </a:p>
          </p:txBody>
        </p:sp>
        <p:sp>
          <p:nvSpPr>
            <p:cNvPr id="43223" name="Oval 240"/>
            <p:cNvSpPr>
              <a:spLocks noChangeArrowheads="1"/>
            </p:cNvSpPr>
            <p:nvPr/>
          </p:nvSpPr>
          <p:spPr bwMode="auto">
            <a:xfrm rot="-155667">
              <a:off x="4594225" y="4289425"/>
              <a:ext cx="23813" cy="22225"/>
            </a:xfrm>
            <a:prstGeom prst="ellipse">
              <a:avLst/>
            </a:prstGeom>
            <a:solidFill>
              <a:srgbClr val="E0E0E0"/>
            </a:solidFill>
            <a:ln w="6350">
              <a:solidFill>
                <a:srgbClr val="000000"/>
              </a:solidFill>
              <a:round/>
              <a:headEnd/>
              <a:tailEnd/>
            </a:ln>
          </p:spPr>
          <p:txBody>
            <a:bodyPr/>
            <a:lstStyle/>
            <a:p>
              <a:pPr algn="ctr" eaLnBrk="0" hangingPunct="0"/>
              <a:endParaRPr lang="nl-BE"/>
            </a:p>
          </p:txBody>
        </p:sp>
        <p:sp>
          <p:nvSpPr>
            <p:cNvPr id="43224" name="Oval 241"/>
            <p:cNvSpPr>
              <a:spLocks noChangeArrowheads="1"/>
            </p:cNvSpPr>
            <p:nvPr/>
          </p:nvSpPr>
          <p:spPr bwMode="auto">
            <a:xfrm rot="-155667">
              <a:off x="4600575" y="4294188"/>
              <a:ext cx="11113" cy="12700"/>
            </a:xfrm>
            <a:prstGeom prst="ellipse">
              <a:avLst/>
            </a:prstGeom>
            <a:solidFill>
              <a:srgbClr val="E0E0E0"/>
            </a:solidFill>
            <a:ln w="6350">
              <a:solidFill>
                <a:srgbClr val="000000"/>
              </a:solidFill>
              <a:round/>
              <a:headEnd/>
              <a:tailEnd/>
            </a:ln>
          </p:spPr>
          <p:txBody>
            <a:bodyPr/>
            <a:lstStyle/>
            <a:p>
              <a:pPr algn="ctr" eaLnBrk="0" hangingPunct="0"/>
              <a:endParaRPr lang="nl-BE"/>
            </a:p>
          </p:txBody>
        </p:sp>
        <p:sp>
          <p:nvSpPr>
            <p:cNvPr id="43225" name="Freeform 242"/>
            <p:cNvSpPr>
              <a:spLocks/>
            </p:cNvSpPr>
            <p:nvPr/>
          </p:nvSpPr>
          <p:spPr bwMode="auto">
            <a:xfrm rot="-155667">
              <a:off x="4532313" y="3205163"/>
              <a:ext cx="61912" cy="50800"/>
            </a:xfrm>
            <a:custGeom>
              <a:avLst/>
              <a:gdLst>
                <a:gd name="T0" fmla="*/ 0 w 93"/>
                <a:gd name="T1" fmla="*/ 0 h 114"/>
                <a:gd name="T2" fmla="*/ 2147483647 w 93"/>
                <a:gd name="T3" fmla="*/ 2147483647 h 114"/>
                <a:gd name="T4" fmla="*/ 2147483647 w 93"/>
                <a:gd name="T5" fmla="*/ 2147483647 h 114"/>
                <a:gd name="T6" fmla="*/ 0 w 93"/>
                <a:gd name="T7" fmla="*/ 2147483647 h 114"/>
                <a:gd name="T8" fmla="*/ 0 w 93"/>
                <a:gd name="T9" fmla="*/ 0 h 114"/>
                <a:gd name="T10" fmla="*/ 0 60000 65536"/>
                <a:gd name="T11" fmla="*/ 0 60000 65536"/>
                <a:gd name="T12" fmla="*/ 0 60000 65536"/>
                <a:gd name="T13" fmla="*/ 0 60000 65536"/>
                <a:gd name="T14" fmla="*/ 0 60000 65536"/>
                <a:gd name="T15" fmla="*/ 0 w 93"/>
                <a:gd name="T16" fmla="*/ 0 h 114"/>
                <a:gd name="T17" fmla="*/ 93 w 93"/>
                <a:gd name="T18" fmla="*/ 114 h 114"/>
              </a:gdLst>
              <a:ahLst/>
              <a:cxnLst>
                <a:cxn ang="T10">
                  <a:pos x="T0" y="T1"/>
                </a:cxn>
                <a:cxn ang="T11">
                  <a:pos x="T2" y="T3"/>
                </a:cxn>
                <a:cxn ang="T12">
                  <a:pos x="T4" y="T5"/>
                </a:cxn>
                <a:cxn ang="T13">
                  <a:pos x="T6" y="T7"/>
                </a:cxn>
                <a:cxn ang="T14">
                  <a:pos x="T8" y="T9"/>
                </a:cxn>
              </a:cxnLst>
              <a:rect l="T15" t="T16" r="T17" b="T18"/>
              <a:pathLst>
                <a:path w="93" h="114">
                  <a:moveTo>
                    <a:pt x="0" y="0"/>
                  </a:moveTo>
                  <a:lnTo>
                    <a:pt x="93" y="63"/>
                  </a:lnTo>
                  <a:lnTo>
                    <a:pt x="93" y="114"/>
                  </a:lnTo>
                  <a:lnTo>
                    <a:pt x="0" y="54"/>
                  </a:lnTo>
                  <a:lnTo>
                    <a:pt x="0" y="0"/>
                  </a:lnTo>
                  <a:close/>
                </a:path>
              </a:pathLst>
            </a:custGeom>
            <a:solidFill>
              <a:srgbClr val="E0E0E0"/>
            </a:solidFill>
            <a:ln w="6350">
              <a:solidFill>
                <a:srgbClr val="000000"/>
              </a:solidFill>
              <a:prstDash val="solid"/>
              <a:round/>
              <a:headEnd/>
              <a:tailEnd/>
            </a:ln>
          </p:spPr>
          <p:txBody>
            <a:bodyPr/>
            <a:lstStyle/>
            <a:p>
              <a:endParaRPr lang="nl-BE"/>
            </a:p>
          </p:txBody>
        </p:sp>
        <p:sp>
          <p:nvSpPr>
            <p:cNvPr id="43226" name="Oval 243"/>
            <p:cNvSpPr>
              <a:spLocks noChangeArrowheads="1"/>
            </p:cNvSpPr>
            <p:nvPr/>
          </p:nvSpPr>
          <p:spPr bwMode="auto">
            <a:xfrm rot="-155667">
              <a:off x="4552950" y="3219450"/>
              <a:ext cx="19050" cy="23813"/>
            </a:xfrm>
            <a:prstGeom prst="ellipse">
              <a:avLst/>
            </a:prstGeom>
            <a:solidFill>
              <a:srgbClr val="E0E0E0"/>
            </a:solidFill>
            <a:ln w="6350">
              <a:solidFill>
                <a:srgbClr val="000000"/>
              </a:solidFill>
              <a:round/>
              <a:headEnd/>
              <a:tailEnd/>
            </a:ln>
          </p:spPr>
          <p:txBody>
            <a:bodyPr/>
            <a:lstStyle/>
            <a:p>
              <a:pPr algn="ctr" eaLnBrk="0" hangingPunct="0"/>
              <a:endParaRPr lang="nl-BE"/>
            </a:p>
          </p:txBody>
        </p:sp>
        <p:sp>
          <p:nvSpPr>
            <p:cNvPr id="43227" name="Oval 244"/>
            <p:cNvSpPr>
              <a:spLocks noChangeArrowheads="1"/>
            </p:cNvSpPr>
            <p:nvPr/>
          </p:nvSpPr>
          <p:spPr bwMode="auto">
            <a:xfrm rot="-155667">
              <a:off x="4557713" y="3225800"/>
              <a:ext cx="9525" cy="11113"/>
            </a:xfrm>
            <a:prstGeom prst="ellipse">
              <a:avLst/>
            </a:prstGeom>
            <a:solidFill>
              <a:srgbClr val="E0E0E0"/>
            </a:solidFill>
            <a:ln w="6350">
              <a:solidFill>
                <a:srgbClr val="000000"/>
              </a:solidFill>
              <a:round/>
              <a:headEnd/>
              <a:tailEnd/>
            </a:ln>
          </p:spPr>
          <p:txBody>
            <a:bodyPr/>
            <a:lstStyle/>
            <a:p>
              <a:pPr algn="ctr" eaLnBrk="0" hangingPunct="0"/>
              <a:endParaRPr lang="nl-BE"/>
            </a:p>
          </p:txBody>
        </p:sp>
        <p:sp>
          <p:nvSpPr>
            <p:cNvPr id="43228" name="Freeform 245"/>
            <p:cNvSpPr>
              <a:spLocks/>
            </p:cNvSpPr>
            <p:nvPr/>
          </p:nvSpPr>
          <p:spPr bwMode="auto">
            <a:xfrm rot="-155667">
              <a:off x="3573463" y="3209925"/>
              <a:ext cx="962025" cy="1146175"/>
            </a:xfrm>
            <a:custGeom>
              <a:avLst/>
              <a:gdLst>
                <a:gd name="T0" fmla="*/ 2147483647 w 1468"/>
                <a:gd name="T1" fmla="*/ 0 h 2621"/>
                <a:gd name="T2" fmla="*/ 2147483647 w 1468"/>
                <a:gd name="T3" fmla="*/ 2147483647 h 2621"/>
                <a:gd name="T4" fmla="*/ 2147483647 w 1468"/>
                <a:gd name="T5" fmla="*/ 2147483647 h 2621"/>
                <a:gd name="T6" fmla="*/ 0 w 1468"/>
                <a:gd name="T7" fmla="*/ 2147483647 h 2621"/>
                <a:gd name="T8" fmla="*/ 2147483647 w 1468"/>
                <a:gd name="T9" fmla="*/ 0 h 2621"/>
                <a:gd name="T10" fmla="*/ 0 60000 65536"/>
                <a:gd name="T11" fmla="*/ 0 60000 65536"/>
                <a:gd name="T12" fmla="*/ 0 60000 65536"/>
                <a:gd name="T13" fmla="*/ 0 60000 65536"/>
                <a:gd name="T14" fmla="*/ 0 60000 65536"/>
                <a:gd name="T15" fmla="*/ 0 w 1468"/>
                <a:gd name="T16" fmla="*/ 0 h 2621"/>
                <a:gd name="T17" fmla="*/ 1468 w 1468"/>
                <a:gd name="T18" fmla="*/ 2621 h 2621"/>
              </a:gdLst>
              <a:ahLst/>
              <a:cxnLst>
                <a:cxn ang="T10">
                  <a:pos x="T0" y="T1"/>
                </a:cxn>
                <a:cxn ang="T11">
                  <a:pos x="T2" y="T3"/>
                </a:cxn>
                <a:cxn ang="T12">
                  <a:pos x="T4" y="T5"/>
                </a:cxn>
                <a:cxn ang="T13">
                  <a:pos x="T6" y="T7"/>
                </a:cxn>
                <a:cxn ang="T14">
                  <a:pos x="T8" y="T9"/>
                </a:cxn>
              </a:cxnLst>
              <a:rect l="T15" t="T16" r="T17" b="T18"/>
              <a:pathLst>
                <a:path w="1468" h="2621">
                  <a:moveTo>
                    <a:pt x="1468" y="0"/>
                  </a:moveTo>
                  <a:lnTo>
                    <a:pt x="1465" y="2621"/>
                  </a:lnTo>
                  <a:lnTo>
                    <a:pt x="3" y="2562"/>
                  </a:lnTo>
                  <a:lnTo>
                    <a:pt x="0" y="164"/>
                  </a:lnTo>
                  <a:lnTo>
                    <a:pt x="1468" y="0"/>
                  </a:lnTo>
                  <a:close/>
                </a:path>
              </a:pathLst>
            </a:custGeom>
            <a:solidFill>
              <a:srgbClr val="A0A0A0"/>
            </a:solidFill>
            <a:ln w="6350">
              <a:solidFill>
                <a:srgbClr val="000000"/>
              </a:solidFill>
              <a:prstDash val="solid"/>
              <a:round/>
              <a:headEnd/>
              <a:tailEnd/>
            </a:ln>
          </p:spPr>
          <p:txBody>
            <a:bodyPr/>
            <a:lstStyle/>
            <a:p>
              <a:endParaRPr lang="nl-BE"/>
            </a:p>
          </p:txBody>
        </p:sp>
        <p:sp>
          <p:nvSpPr>
            <p:cNvPr id="43229" name="Freeform 246"/>
            <p:cNvSpPr>
              <a:spLocks/>
            </p:cNvSpPr>
            <p:nvPr/>
          </p:nvSpPr>
          <p:spPr bwMode="auto">
            <a:xfrm rot="-155667">
              <a:off x="3630613" y="3313113"/>
              <a:ext cx="385762" cy="928687"/>
            </a:xfrm>
            <a:custGeom>
              <a:avLst/>
              <a:gdLst>
                <a:gd name="T0" fmla="*/ 2147483647 w 589"/>
                <a:gd name="T1" fmla="*/ 0 h 2124"/>
                <a:gd name="T2" fmla="*/ 2147483647 w 589"/>
                <a:gd name="T3" fmla="*/ 2147483647 h 2124"/>
                <a:gd name="T4" fmla="*/ 0 w 589"/>
                <a:gd name="T5" fmla="*/ 2147483647 h 2124"/>
                <a:gd name="T6" fmla="*/ 0 w 589"/>
                <a:gd name="T7" fmla="*/ 2147483647 h 2124"/>
                <a:gd name="T8" fmla="*/ 2147483647 w 589"/>
                <a:gd name="T9" fmla="*/ 0 h 2124"/>
                <a:gd name="T10" fmla="*/ 0 60000 65536"/>
                <a:gd name="T11" fmla="*/ 0 60000 65536"/>
                <a:gd name="T12" fmla="*/ 0 60000 65536"/>
                <a:gd name="T13" fmla="*/ 0 60000 65536"/>
                <a:gd name="T14" fmla="*/ 0 60000 65536"/>
                <a:gd name="T15" fmla="*/ 0 w 589"/>
                <a:gd name="T16" fmla="*/ 0 h 2124"/>
                <a:gd name="T17" fmla="*/ 589 w 589"/>
                <a:gd name="T18" fmla="*/ 2124 h 2124"/>
              </a:gdLst>
              <a:ahLst/>
              <a:cxnLst>
                <a:cxn ang="T10">
                  <a:pos x="T0" y="T1"/>
                </a:cxn>
                <a:cxn ang="T11">
                  <a:pos x="T2" y="T3"/>
                </a:cxn>
                <a:cxn ang="T12">
                  <a:pos x="T4" y="T5"/>
                </a:cxn>
                <a:cxn ang="T13">
                  <a:pos x="T6" y="T7"/>
                </a:cxn>
                <a:cxn ang="T14">
                  <a:pos x="T8" y="T9"/>
                </a:cxn>
              </a:cxnLst>
              <a:rect l="T15" t="T16" r="T17" b="T18"/>
              <a:pathLst>
                <a:path w="589" h="2124">
                  <a:moveTo>
                    <a:pt x="589" y="0"/>
                  </a:moveTo>
                  <a:lnTo>
                    <a:pt x="589" y="2124"/>
                  </a:lnTo>
                  <a:lnTo>
                    <a:pt x="0" y="2124"/>
                  </a:lnTo>
                  <a:lnTo>
                    <a:pt x="0" y="65"/>
                  </a:lnTo>
                  <a:lnTo>
                    <a:pt x="589" y="0"/>
                  </a:lnTo>
                  <a:close/>
                </a:path>
              </a:pathLst>
            </a:custGeom>
            <a:solidFill>
              <a:srgbClr val="C0C0C0"/>
            </a:solidFill>
            <a:ln w="6350">
              <a:solidFill>
                <a:srgbClr val="000000"/>
              </a:solidFill>
              <a:prstDash val="solid"/>
              <a:round/>
              <a:headEnd/>
              <a:tailEnd/>
            </a:ln>
          </p:spPr>
          <p:txBody>
            <a:bodyPr/>
            <a:lstStyle/>
            <a:p>
              <a:endParaRPr lang="nl-BE"/>
            </a:p>
          </p:txBody>
        </p:sp>
        <p:sp>
          <p:nvSpPr>
            <p:cNvPr id="43230" name="Line 247"/>
            <p:cNvSpPr>
              <a:spLocks noChangeShapeType="1"/>
            </p:cNvSpPr>
            <p:nvPr/>
          </p:nvSpPr>
          <p:spPr bwMode="auto">
            <a:xfrm rot="-155667">
              <a:off x="3819525" y="3332163"/>
              <a:ext cx="1588" cy="914400"/>
            </a:xfrm>
            <a:prstGeom prst="line">
              <a:avLst/>
            </a:prstGeom>
            <a:noFill/>
            <a:ln w="6350">
              <a:solidFill>
                <a:srgbClr val="000000"/>
              </a:solidFill>
              <a:round/>
              <a:headEnd/>
              <a:tailEnd/>
            </a:ln>
          </p:spPr>
          <p:txBody>
            <a:bodyPr/>
            <a:lstStyle/>
            <a:p>
              <a:endParaRPr lang="nl-BE"/>
            </a:p>
          </p:txBody>
        </p:sp>
        <p:sp>
          <p:nvSpPr>
            <p:cNvPr id="43231" name="Freeform 248"/>
            <p:cNvSpPr>
              <a:spLocks/>
            </p:cNvSpPr>
            <p:nvPr/>
          </p:nvSpPr>
          <p:spPr bwMode="auto">
            <a:xfrm rot="-155667">
              <a:off x="4065588" y="3259138"/>
              <a:ext cx="409575" cy="962025"/>
            </a:xfrm>
            <a:custGeom>
              <a:avLst/>
              <a:gdLst>
                <a:gd name="T0" fmla="*/ 2147483647 w 624"/>
                <a:gd name="T1" fmla="*/ 0 h 2200"/>
                <a:gd name="T2" fmla="*/ 2147483647 w 624"/>
                <a:gd name="T3" fmla="*/ 2147483647 h 2200"/>
                <a:gd name="T4" fmla="*/ 0 w 624"/>
                <a:gd name="T5" fmla="*/ 2147483647 h 2200"/>
                <a:gd name="T6" fmla="*/ 0 w 624"/>
                <a:gd name="T7" fmla="*/ 2147483647 h 2200"/>
                <a:gd name="T8" fmla="*/ 2147483647 w 624"/>
                <a:gd name="T9" fmla="*/ 0 h 2200"/>
                <a:gd name="T10" fmla="*/ 0 60000 65536"/>
                <a:gd name="T11" fmla="*/ 0 60000 65536"/>
                <a:gd name="T12" fmla="*/ 0 60000 65536"/>
                <a:gd name="T13" fmla="*/ 0 60000 65536"/>
                <a:gd name="T14" fmla="*/ 0 60000 65536"/>
                <a:gd name="T15" fmla="*/ 0 w 624"/>
                <a:gd name="T16" fmla="*/ 0 h 2200"/>
                <a:gd name="T17" fmla="*/ 624 w 624"/>
                <a:gd name="T18" fmla="*/ 2200 h 2200"/>
              </a:gdLst>
              <a:ahLst/>
              <a:cxnLst>
                <a:cxn ang="T10">
                  <a:pos x="T0" y="T1"/>
                </a:cxn>
                <a:cxn ang="T11">
                  <a:pos x="T2" y="T3"/>
                </a:cxn>
                <a:cxn ang="T12">
                  <a:pos x="T4" y="T5"/>
                </a:cxn>
                <a:cxn ang="T13">
                  <a:pos x="T6" y="T7"/>
                </a:cxn>
                <a:cxn ang="T14">
                  <a:pos x="T8" y="T9"/>
                </a:cxn>
              </a:cxnLst>
              <a:rect l="T15" t="T16" r="T17" b="T18"/>
              <a:pathLst>
                <a:path w="624" h="2200">
                  <a:moveTo>
                    <a:pt x="624" y="0"/>
                  </a:moveTo>
                  <a:lnTo>
                    <a:pt x="622" y="2194"/>
                  </a:lnTo>
                  <a:lnTo>
                    <a:pt x="0" y="2200"/>
                  </a:lnTo>
                  <a:lnTo>
                    <a:pt x="0" y="69"/>
                  </a:lnTo>
                  <a:lnTo>
                    <a:pt x="624" y="0"/>
                  </a:lnTo>
                  <a:close/>
                </a:path>
              </a:pathLst>
            </a:custGeom>
            <a:solidFill>
              <a:srgbClr val="C0C0C0"/>
            </a:solidFill>
            <a:ln w="6350">
              <a:solidFill>
                <a:srgbClr val="000000"/>
              </a:solidFill>
              <a:prstDash val="solid"/>
              <a:round/>
              <a:headEnd/>
              <a:tailEnd/>
            </a:ln>
          </p:spPr>
          <p:txBody>
            <a:bodyPr/>
            <a:lstStyle/>
            <a:p>
              <a:endParaRPr lang="nl-BE"/>
            </a:p>
          </p:txBody>
        </p:sp>
        <p:sp>
          <p:nvSpPr>
            <p:cNvPr id="43232" name="Line 249"/>
            <p:cNvSpPr>
              <a:spLocks noChangeShapeType="1"/>
            </p:cNvSpPr>
            <p:nvPr/>
          </p:nvSpPr>
          <p:spPr bwMode="auto">
            <a:xfrm rot="-155667">
              <a:off x="4278313" y="3278188"/>
              <a:ext cx="1587" cy="946150"/>
            </a:xfrm>
            <a:prstGeom prst="line">
              <a:avLst/>
            </a:prstGeom>
            <a:noFill/>
            <a:ln w="6350">
              <a:solidFill>
                <a:srgbClr val="000000"/>
              </a:solidFill>
              <a:round/>
              <a:headEnd/>
              <a:tailEnd/>
            </a:ln>
          </p:spPr>
          <p:txBody>
            <a:bodyPr/>
            <a:lstStyle/>
            <a:p>
              <a:endParaRPr lang="nl-BE"/>
            </a:p>
          </p:txBody>
        </p:sp>
        <p:sp>
          <p:nvSpPr>
            <p:cNvPr id="43233" name="Freeform 250"/>
            <p:cNvSpPr>
              <a:spLocks/>
            </p:cNvSpPr>
            <p:nvPr/>
          </p:nvSpPr>
          <p:spPr bwMode="auto">
            <a:xfrm rot="-155667">
              <a:off x="3965575" y="3533775"/>
              <a:ext cx="131763" cy="33338"/>
            </a:xfrm>
            <a:custGeom>
              <a:avLst/>
              <a:gdLst>
                <a:gd name="T0" fmla="*/ 0 w 199"/>
                <a:gd name="T1" fmla="*/ 2147483647 h 76"/>
                <a:gd name="T2" fmla="*/ 2147483647 w 199"/>
                <a:gd name="T3" fmla="*/ 0 h 76"/>
                <a:gd name="T4" fmla="*/ 2147483647 w 199"/>
                <a:gd name="T5" fmla="*/ 2147483647 h 76"/>
                <a:gd name="T6" fmla="*/ 2147483647 w 199"/>
                <a:gd name="T7" fmla="*/ 2147483647 h 76"/>
                <a:gd name="T8" fmla="*/ 0 w 199"/>
                <a:gd name="T9" fmla="*/ 2147483647 h 76"/>
                <a:gd name="T10" fmla="*/ 0 60000 65536"/>
                <a:gd name="T11" fmla="*/ 0 60000 65536"/>
                <a:gd name="T12" fmla="*/ 0 60000 65536"/>
                <a:gd name="T13" fmla="*/ 0 60000 65536"/>
                <a:gd name="T14" fmla="*/ 0 60000 65536"/>
                <a:gd name="T15" fmla="*/ 0 w 199"/>
                <a:gd name="T16" fmla="*/ 0 h 76"/>
                <a:gd name="T17" fmla="*/ 199 w 199"/>
                <a:gd name="T18" fmla="*/ 76 h 76"/>
              </a:gdLst>
              <a:ahLst/>
              <a:cxnLst>
                <a:cxn ang="T10">
                  <a:pos x="T0" y="T1"/>
                </a:cxn>
                <a:cxn ang="T11">
                  <a:pos x="T2" y="T3"/>
                </a:cxn>
                <a:cxn ang="T12">
                  <a:pos x="T4" y="T5"/>
                </a:cxn>
                <a:cxn ang="T13">
                  <a:pos x="T6" y="T7"/>
                </a:cxn>
                <a:cxn ang="T14">
                  <a:pos x="T8" y="T9"/>
                </a:cxn>
              </a:cxnLst>
              <a:rect l="T15" t="T16" r="T17" b="T18"/>
              <a:pathLst>
                <a:path w="199" h="76">
                  <a:moveTo>
                    <a:pt x="0" y="13"/>
                  </a:moveTo>
                  <a:lnTo>
                    <a:pt x="199" y="0"/>
                  </a:lnTo>
                  <a:lnTo>
                    <a:pt x="199" y="64"/>
                  </a:lnTo>
                  <a:lnTo>
                    <a:pt x="1" y="76"/>
                  </a:lnTo>
                  <a:lnTo>
                    <a:pt x="0" y="13"/>
                  </a:lnTo>
                  <a:close/>
                </a:path>
              </a:pathLst>
            </a:custGeom>
            <a:solidFill>
              <a:srgbClr val="E0E0E0"/>
            </a:solidFill>
            <a:ln w="6350">
              <a:solidFill>
                <a:srgbClr val="000000"/>
              </a:solidFill>
              <a:prstDash val="solid"/>
              <a:round/>
              <a:headEnd/>
              <a:tailEnd/>
            </a:ln>
          </p:spPr>
          <p:txBody>
            <a:bodyPr/>
            <a:lstStyle/>
            <a:p>
              <a:endParaRPr lang="nl-BE"/>
            </a:p>
          </p:txBody>
        </p:sp>
        <p:sp>
          <p:nvSpPr>
            <p:cNvPr id="43234" name="Freeform 251"/>
            <p:cNvSpPr>
              <a:spLocks/>
            </p:cNvSpPr>
            <p:nvPr/>
          </p:nvSpPr>
          <p:spPr bwMode="auto">
            <a:xfrm rot="-155667">
              <a:off x="3986213" y="3978275"/>
              <a:ext cx="131762" cy="33338"/>
            </a:xfrm>
            <a:custGeom>
              <a:avLst/>
              <a:gdLst>
                <a:gd name="T0" fmla="*/ 0 w 199"/>
                <a:gd name="T1" fmla="*/ 2147483647 h 76"/>
                <a:gd name="T2" fmla="*/ 2147483647 w 199"/>
                <a:gd name="T3" fmla="*/ 0 h 76"/>
                <a:gd name="T4" fmla="*/ 2147483647 w 199"/>
                <a:gd name="T5" fmla="*/ 2147483647 h 76"/>
                <a:gd name="T6" fmla="*/ 2147483647 w 199"/>
                <a:gd name="T7" fmla="*/ 2147483647 h 76"/>
                <a:gd name="T8" fmla="*/ 0 w 199"/>
                <a:gd name="T9" fmla="*/ 2147483647 h 76"/>
                <a:gd name="T10" fmla="*/ 0 60000 65536"/>
                <a:gd name="T11" fmla="*/ 0 60000 65536"/>
                <a:gd name="T12" fmla="*/ 0 60000 65536"/>
                <a:gd name="T13" fmla="*/ 0 60000 65536"/>
                <a:gd name="T14" fmla="*/ 0 60000 65536"/>
                <a:gd name="T15" fmla="*/ 0 w 199"/>
                <a:gd name="T16" fmla="*/ 0 h 76"/>
                <a:gd name="T17" fmla="*/ 199 w 199"/>
                <a:gd name="T18" fmla="*/ 76 h 76"/>
              </a:gdLst>
              <a:ahLst/>
              <a:cxnLst>
                <a:cxn ang="T10">
                  <a:pos x="T0" y="T1"/>
                </a:cxn>
                <a:cxn ang="T11">
                  <a:pos x="T2" y="T3"/>
                </a:cxn>
                <a:cxn ang="T12">
                  <a:pos x="T4" y="T5"/>
                </a:cxn>
                <a:cxn ang="T13">
                  <a:pos x="T6" y="T7"/>
                </a:cxn>
                <a:cxn ang="T14">
                  <a:pos x="T8" y="T9"/>
                </a:cxn>
              </a:cxnLst>
              <a:rect l="T15" t="T16" r="T17" b="T18"/>
              <a:pathLst>
                <a:path w="199" h="76">
                  <a:moveTo>
                    <a:pt x="0" y="12"/>
                  </a:moveTo>
                  <a:lnTo>
                    <a:pt x="199" y="0"/>
                  </a:lnTo>
                  <a:lnTo>
                    <a:pt x="199" y="63"/>
                  </a:lnTo>
                  <a:lnTo>
                    <a:pt x="1" y="76"/>
                  </a:lnTo>
                  <a:lnTo>
                    <a:pt x="0" y="12"/>
                  </a:lnTo>
                  <a:close/>
                </a:path>
              </a:pathLst>
            </a:custGeom>
            <a:solidFill>
              <a:srgbClr val="E0E0E0"/>
            </a:solidFill>
            <a:ln w="6350">
              <a:solidFill>
                <a:srgbClr val="000000"/>
              </a:solidFill>
              <a:prstDash val="solid"/>
              <a:round/>
              <a:headEnd/>
              <a:tailEnd/>
            </a:ln>
          </p:spPr>
          <p:txBody>
            <a:bodyPr/>
            <a:lstStyle/>
            <a:p>
              <a:endParaRPr lang="nl-BE"/>
            </a:p>
          </p:txBody>
        </p:sp>
        <p:sp>
          <p:nvSpPr>
            <p:cNvPr id="43235" name="Oval 252"/>
            <p:cNvSpPr>
              <a:spLocks noChangeArrowheads="1"/>
            </p:cNvSpPr>
            <p:nvPr/>
          </p:nvSpPr>
          <p:spPr bwMode="auto">
            <a:xfrm rot="-155667">
              <a:off x="3609975" y="4265613"/>
              <a:ext cx="58738" cy="58737"/>
            </a:xfrm>
            <a:prstGeom prst="ellipse">
              <a:avLst/>
            </a:prstGeom>
            <a:solidFill>
              <a:srgbClr val="FF0000"/>
            </a:solidFill>
            <a:ln w="6350">
              <a:solidFill>
                <a:srgbClr val="000000"/>
              </a:solidFill>
              <a:round/>
              <a:headEnd/>
              <a:tailEnd/>
            </a:ln>
          </p:spPr>
          <p:txBody>
            <a:bodyPr/>
            <a:lstStyle/>
            <a:p>
              <a:pPr algn="ctr" eaLnBrk="0" hangingPunct="0"/>
              <a:endParaRPr lang="nl-BE"/>
            </a:p>
          </p:txBody>
        </p:sp>
        <p:sp>
          <p:nvSpPr>
            <p:cNvPr id="43236" name="Oval 253"/>
            <p:cNvSpPr>
              <a:spLocks noChangeArrowheads="1"/>
            </p:cNvSpPr>
            <p:nvPr/>
          </p:nvSpPr>
          <p:spPr bwMode="auto">
            <a:xfrm rot="-155667">
              <a:off x="3683000" y="4262438"/>
              <a:ext cx="58738" cy="58737"/>
            </a:xfrm>
            <a:prstGeom prst="ellipse">
              <a:avLst/>
            </a:prstGeom>
            <a:solidFill>
              <a:srgbClr val="FF0000"/>
            </a:solidFill>
            <a:ln w="6350">
              <a:solidFill>
                <a:srgbClr val="000000"/>
              </a:solidFill>
              <a:round/>
              <a:headEnd/>
              <a:tailEnd/>
            </a:ln>
          </p:spPr>
          <p:txBody>
            <a:bodyPr/>
            <a:lstStyle/>
            <a:p>
              <a:pPr algn="ctr" eaLnBrk="0" hangingPunct="0"/>
              <a:endParaRPr lang="nl-BE"/>
            </a:p>
          </p:txBody>
        </p:sp>
        <p:sp>
          <p:nvSpPr>
            <p:cNvPr id="43237" name="Oval 254"/>
            <p:cNvSpPr>
              <a:spLocks noChangeArrowheads="1"/>
            </p:cNvSpPr>
            <p:nvPr/>
          </p:nvSpPr>
          <p:spPr bwMode="auto">
            <a:xfrm rot="-155667">
              <a:off x="3744913" y="4260850"/>
              <a:ext cx="57150" cy="58738"/>
            </a:xfrm>
            <a:prstGeom prst="ellipse">
              <a:avLst/>
            </a:prstGeom>
            <a:solidFill>
              <a:srgbClr val="E0E000"/>
            </a:solidFill>
            <a:ln w="6350">
              <a:solidFill>
                <a:srgbClr val="000000"/>
              </a:solidFill>
              <a:round/>
              <a:headEnd/>
              <a:tailEnd/>
            </a:ln>
          </p:spPr>
          <p:txBody>
            <a:bodyPr/>
            <a:lstStyle/>
            <a:p>
              <a:pPr algn="ctr" eaLnBrk="0" hangingPunct="0"/>
              <a:endParaRPr lang="nl-BE"/>
            </a:p>
          </p:txBody>
        </p:sp>
        <p:sp>
          <p:nvSpPr>
            <p:cNvPr id="43238" name="Oval 255"/>
            <p:cNvSpPr>
              <a:spLocks noChangeArrowheads="1"/>
            </p:cNvSpPr>
            <p:nvPr/>
          </p:nvSpPr>
          <p:spPr bwMode="auto">
            <a:xfrm rot="-155667">
              <a:off x="4456113" y="4246563"/>
              <a:ext cx="58737" cy="58737"/>
            </a:xfrm>
            <a:prstGeom prst="ellipse">
              <a:avLst/>
            </a:prstGeom>
            <a:solidFill>
              <a:srgbClr val="FF0000"/>
            </a:solidFill>
            <a:ln w="6350">
              <a:solidFill>
                <a:srgbClr val="000000"/>
              </a:solidFill>
              <a:round/>
              <a:headEnd/>
              <a:tailEnd/>
            </a:ln>
          </p:spPr>
          <p:txBody>
            <a:bodyPr/>
            <a:lstStyle/>
            <a:p>
              <a:pPr algn="ctr" eaLnBrk="0" hangingPunct="0"/>
              <a:endParaRPr lang="nl-BE"/>
            </a:p>
          </p:txBody>
        </p:sp>
        <p:sp>
          <p:nvSpPr>
            <p:cNvPr id="43239" name="Oval 256"/>
            <p:cNvSpPr>
              <a:spLocks noChangeArrowheads="1"/>
            </p:cNvSpPr>
            <p:nvPr/>
          </p:nvSpPr>
          <p:spPr bwMode="auto">
            <a:xfrm rot="-155667">
              <a:off x="4384675" y="4249738"/>
              <a:ext cx="58738" cy="58737"/>
            </a:xfrm>
            <a:prstGeom prst="ellipse">
              <a:avLst/>
            </a:prstGeom>
            <a:solidFill>
              <a:srgbClr val="FF0000"/>
            </a:solidFill>
            <a:ln w="6350">
              <a:solidFill>
                <a:srgbClr val="000000"/>
              </a:solidFill>
              <a:round/>
              <a:headEnd/>
              <a:tailEnd/>
            </a:ln>
          </p:spPr>
          <p:txBody>
            <a:bodyPr/>
            <a:lstStyle/>
            <a:p>
              <a:pPr algn="ctr" eaLnBrk="0" hangingPunct="0"/>
              <a:endParaRPr lang="nl-BE"/>
            </a:p>
          </p:txBody>
        </p:sp>
        <p:sp>
          <p:nvSpPr>
            <p:cNvPr id="43240" name="Oval 257"/>
            <p:cNvSpPr>
              <a:spLocks noChangeArrowheads="1"/>
            </p:cNvSpPr>
            <p:nvPr/>
          </p:nvSpPr>
          <p:spPr bwMode="auto">
            <a:xfrm rot="-155667">
              <a:off x="4321175" y="4251325"/>
              <a:ext cx="58738" cy="58738"/>
            </a:xfrm>
            <a:prstGeom prst="ellipse">
              <a:avLst/>
            </a:prstGeom>
            <a:solidFill>
              <a:srgbClr val="E0E000"/>
            </a:solidFill>
            <a:ln w="6350">
              <a:solidFill>
                <a:srgbClr val="000000"/>
              </a:solidFill>
              <a:round/>
              <a:headEnd/>
              <a:tailEnd/>
            </a:ln>
          </p:spPr>
          <p:txBody>
            <a:bodyPr/>
            <a:lstStyle/>
            <a:p>
              <a:pPr algn="ctr" eaLnBrk="0" hangingPunct="0"/>
              <a:endParaRPr lang="nl-BE"/>
            </a:p>
          </p:txBody>
        </p:sp>
        <p:sp>
          <p:nvSpPr>
            <p:cNvPr id="43241" name="Freeform 258"/>
            <p:cNvSpPr>
              <a:spLocks/>
            </p:cNvSpPr>
            <p:nvPr/>
          </p:nvSpPr>
          <p:spPr bwMode="auto">
            <a:xfrm rot="-155667">
              <a:off x="5797550" y="3605213"/>
              <a:ext cx="68263" cy="646112"/>
            </a:xfrm>
            <a:custGeom>
              <a:avLst/>
              <a:gdLst>
                <a:gd name="T0" fmla="*/ 0 w 104"/>
                <a:gd name="T1" fmla="*/ 2147483647 h 1478"/>
                <a:gd name="T2" fmla="*/ 2147483647 w 104"/>
                <a:gd name="T3" fmla="*/ 2147483647 h 1478"/>
                <a:gd name="T4" fmla="*/ 2147483647 w 104"/>
                <a:gd name="T5" fmla="*/ 2147483647 h 1478"/>
                <a:gd name="T6" fmla="*/ 2147483647 w 104"/>
                <a:gd name="T7" fmla="*/ 2147483647 h 1478"/>
                <a:gd name="T8" fmla="*/ 2147483647 w 104"/>
                <a:gd name="T9" fmla="*/ 2147483647 h 1478"/>
                <a:gd name="T10" fmla="*/ 2147483647 w 104"/>
                <a:gd name="T11" fmla="*/ 2147483647 h 1478"/>
                <a:gd name="T12" fmla="*/ 2147483647 w 104"/>
                <a:gd name="T13" fmla="*/ 2147483647 h 1478"/>
                <a:gd name="T14" fmla="*/ 2147483647 w 104"/>
                <a:gd name="T15" fmla="*/ 0 h 1478"/>
                <a:gd name="T16" fmla="*/ 2147483647 w 104"/>
                <a:gd name="T17" fmla="*/ 0 h 1478"/>
                <a:gd name="T18" fmla="*/ 2147483647 w 104"/>
                <a:gd name="T19" fmla="*/ 2147483647 h 1478"/>
                <a:gd name="T20" fmla="*/ 2147483647 w 104"/>
                <a:gd name="T21" fmla="*/ 2147483647 h 1478"/>
                <a:gd name="T22" fmla="*/ 2147483647 w 104"/>
                <a:gd name="T23" fmla="*/ 2147483647 h 1478"/>
                <a:gd name="T24" fmla="*/ 2147483647 w 104"/>
                <a:gd name="T25" fmla="*/ 2147483647 h 1478"/>
                <a:gd name="T26" fmla="*/ 2147483647 w 104"/>
                <a:gd name="T27" fmla="*/ 2147483647 h 1478"/>
                <a:gd name="T28" fmla="*/ 2147483647 w 104"/>
                <a:gd name="T29" fmla="*/ 2147483647 h 1478"/>
                <a:gd name="T30" fmla="*/ 2147483647 w 104"/>
                <a:gd name="T31" fmla="*/ 2147483647 h 1478"/>
                <a:gd name="T32" fmla="*/ 2147483647 w 104"/>
                <a:gd name="T33" fmla="*/ 2147483647 h 1478"/>
                <a:gd name="T34" fmla="*/ 2147483647 w 104"/>
                <a:gd name="T35" fmla="*/ 2147483647 h 1478"/>
                <a:gd name="T36" fmla="*/ 2147483647 w 104"/>
                <a:gd name="T37" fmla="*/ 2147483647 h 1478"/>
                <a:gd name="T38" fmla="*/ 2147483647 w 104"/>
                <a:gd name="T39" fmla="*/ 2147483647 h 1478"/>
                <a:gd name="T40" fmla="*/ 0 w 104"/>
                <a:gd name="T41" fmla="*/ 2147483647 h 1478"/>
                <a:gd name="T42" fmla="*/ 0 w 104"/>
                <a:gd name="T43" fmla="*/ 2147483647 h 147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4"/>
                <a:gd name="T67" fmla="*/ 0 h 1478"/>
                <a:gd name="T68" fmla="*/ 104 w 104"/>
                <a:gd name="T69" fmla="*/ 1478 h 147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4" h="1478">
                  <a:moveTo>
                    <a:pt x="0" y="1421"/>
                  </a:moveTo>
                  <a:lnTo>
                    <a:pt x="40" y="1421"/>
                  </a:lnTo>
                  <a:lnTo>
                    <a:pt x="45" y="1419"/>
                  </a:lnTo>
                  <a:lnTo>
                    <a:pt x="49" y="1418"/>
                  </a:lnTo>
                  <a:lnTo>
                    <a:pt x="54" y="1415"/>
                  </a:lnTo>
                  <a:lnTo>
                    <a:pt x="56" y="1410"/>
                  </a:lnTo>
                  <a:lnTo>
                    <a:pt x="59" y="1403"/>
                  </a:lnTo>
                  <a:lnTo>
                    <a:pt x="59" y="0"/>
                  </a:lnTo>
                  <a:lnTo>
                    <a:pt x="104" y="0"/>
                  </a:lnTo>
                  <a:lnTo>
                    <a:pt x="104" y="1410"/>
                  </a:lnTo>
                  <a:lnTo>
                    <a:pt x="103" y="1421"/>
                  </a:lnTo>
                  <a:lnTo>
                    <a:pt x="103" y="1430"/>
                  </a:lnTo>
                  <a:lnTo>
                    <a:pt x="101" y="1440"/>
                  </a:lnTo>
                  <a:lnTo>
                    <a:pt x="97" y="1449"/>
                  </a:lnTo>
                  <a:lnTo>
                    <a:pt x="91" y="1458"/>
                  </a:lnTo>
                  <a:lnTo>
                    <a:pt x="85" y="1464"/>
                  </a:lnTo>
                  <a:lnTo>
                    <a:pt x="79" y="1470"/>
                  </a:lnTo>
                  <a:lnTo>
                    <a:pt x="73" y="1473"/>
                  </a:lnTo>
                  <a:lnTo>
                    <a:pt x="66" y="1476"/>
                  </a:lnTo>
                  <a:lnTo>
                    <a:pt x="59" y="1478"/>
                  </a:lnTo>
                  <a:lnTo>
                    <a:pt x="0" y="1478"/>
                  </a:lnTo>
                  <a:lnTo>
                    <a:pt x="0" y="1421"/>
                  </a:lnTo>
                  <a:close/>
                </a:path>
              </a:pathLst>
            </a:custGeom>
            <a:solidFill>
              <a:srgbClr val="C0C0C0"/>
            </a:solidFill>
            <a:ln w="6350">
              <a:solidFill>
                <a:srgbClr val="000000"/>
              </a:solidFill>
              <a:prstDash val="solid"/>
              <a:round/>
              <a:headEnd/>
              <a:tailEnd/>
            </a:ln>
          </p:spPr>
          <p:txBody>
            <a:bodyPr/>
            <a:lstStyle/>
            <a:p>
              <a:endParaRPr lang="nl-BE"/>
            </a:p>
          </p:txBody>
        </p:sp>
        <p:sp>
          <p:nvSpPr>
            <p:cNvPr id="43242" name="Oval 259"/>
            <p:cNvSpPr>
              <a:spLocks noChangeArrowheads="1"/>
            </p:cNvSpPr>
            <p:nvPr/>
          </p:nvSpPr>
          <p:spPr bwMode="auto">
            <a:xfrm rot="-155667">
              <a:off x="5819775" y="3602038"/>
              <a:ext cx="28575" cy="4762"/>
            </a:xfrm>
            <a:prstGeom prst="ellipse">
              <a:avLst/>
            </a:prstGeom>
            <a:solidFill>
              <a:srgbClr val="404040"/>
            </a:solidFill>
            <a:ln w="6350">
              <a:solidFill>
                <a:srgbClr val="000000"/>
              </a:solidFill>
              <a:round/>
              <a:headEnd/>
              <a:tailEnd/>
            </a:ln>
          </p:spPr>
          <p:txBody>
            <a:bodyPr/>
            <a:lstStyle/>
            <a:p>
              <a:pPr algn="ctr" eaLnBrk="0" hangingPunct="0"/>
              <a:endParaRPr lang="nl-BE"/>
            </a:p>
          </p:txBody>
        </p:sp>
        <p:sp>
          <p:nvSpPr>
            <p:cNvPr id="43243" name="Freeform 260"/>
            <p:cNvSpPr>
              <a:spLocks/>
            </p:cNvSpPr>
            <p:nvPr/>
          </p:nvSpPr>
          <p:spPr bwMode="auto">
            <a:xfrm rot="-155667">
              <a:off x="5818188" y="3582988"/>
              <a:ext cx="25400" cy="22225"/>
            </a:xfrm>
            <a:custGeom>
              <a:avLst/>
              <a:gdLst>
                <a:gd name="T0" fmla="*/ 0 w 39"/>
                <a:gd name="T1" fmla="*/ 2147483647 h 50"/>
                <a:gd name="T2" fmla="*/ 2147483647 w 39"/>
                <a:gd name="T3" fmla="*/ 2147483647 h 50"/>
                <a:gd name="T4" fmla="*/ 2147483647 w 39"/>
                <a:gd name="T5" fmla="*/ 2147483647 h 50"/>
                <a:gd name="T6" fmla="*/ 2147483647 w 39"/>
                <a:gd name="T7" fmla="*/ 2147483647 h 50"/>
                <a:gd name="T8" fmla="*/ 2147483647 w 39"/>
                <a:gd name="T9" fmla="*/ 2147483647 h 50"/>
                <a:gd name="T10" fmla="*/ 2147483647 w 39"/>
                <a:gd name="T11" fmla="*/ 2147483647 h 50"/>
                <a:gd name="T12" fmla="*/ 2147483647 w 39"/>
                <a:gd name="T13" fmla="*/ 0 h 50"/>
                <a:gd name="T14" fmla="*/ 2147483647 w 39"/>
                <a:gd name="T15" fmla="*/ 0 h 50"/>
                <a:gd name="T16" fmla="*/ 2147483647 w 39"/>
                <a:gd name="T17" fmla="*/ 2147483647 h 50"/>
                <a:gd name="T18" fmla="*/ 2147483647 w 39"/>
                <a:gd name="T19" fmla="*/ 2147483647 h 50"/>
                <a:gd name="T20" fmla="*/ 2147483647 w 39"/>
                <a:gd name="T21" fmla="*/ 2147483647 h 50"/>
                <a:gd name="T22" fmla="*/ 2147483647 w 39"/>
                <a:gd name="T23" fmla="*/ 2147483647 h 50"/>
                <a:gd name="T24" fmla="*/ 2147483647 w 39"/>
                <a:gd name="T25" fmla="*/ 2147483647 h 50"/>
                <a:gd name="T26" fmla="*/ 2147483647 w 39"/>
                <a:gd name="T27" fmla="*/ 2147483647 h 50"/>
                <a:gd name="T28" fmla="*/ 2147483647 w 39"/>
                <a:gd name="T29" fmla="*/ 2147483647 h 50"/>
                <a:gd name="T30" fmla="*/ 0 w 39"/>
                <a:gd name="T31" fmla="*/ 2147483647 h 5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9"/>
                <a:gd name="T49" fmla="*/ 0 h 50"/>
                <a:gd name="T50" fmla="*/ 39 w 39"/>
                <a:gd name="T51" fmla="*/ 50 h 5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9" h="50">
                  <a:moveTo>
                    <a:pt x="0" y="50"/>
                  </a:moveTo>
                  <a:lnTo>
                    <a:pt x="7" y="35"/>
                  </a:lnTo>
                  <a:lnTo>
                    <a:pt x="14" y="21"/>
                  </a:lnTo>
                  <a:lnTo>
                    <a:pt x="19" y="14"/>
                  </a:lnTo>
                  <a:lnTo>
                    <a:pt x="24" y="9"/>
                  </a:lnTo>
                  <a:lnTo>
                    <a:pt x="29" y="5"/>
                  </a:lnTo>
                  <a:lnTo>
                    <a:pt x="34" y="0"/>
                  </a:lnTo>
                  <a:lnTo>
                    <a:pt x="38" y="0"/>
                  </a:lnTo>
                  <a:lnTo>
                    <a:pt x="39" y="6"/>
                  </a:lnTo>
                  <a:lnTo>
                    <a:pt x="35" y="17"/>
                  </a:lnTo>
                  <a:lnTo>
                    <a:pt x="31" y="23"/>
                  </a:lnTo>
                  <a:lnTo>
                    <a:pt x="25" y="32"/>
                  </a:lnTo>
                  <a:lnTo>
                    <a:pt x="19" y="38"/>
                  </a:lnTo>
                  <a:lnTo>
                    <a:pt x="11" y="47"/>
                  </a:lnTo>
                  <a:lnTo>
                    <a:pt x="5" y="50"/>
                  </a:lnTo>
                  <a:lnTo>
                    <a:pt x="0" y="50"/>
                  </a:lnTo>
                  <a:close/>
                </a:path>
              </a:pathLst>
            </a:custGeom>
            <a:solidFill>
              <a:srgbClr val="FFFFFF"/>
            </a:solidFill>
            <a:ln w="6350">
              <a:solidFill>
                <a:srgbClr val="000000"/>
              </a:solidFill>
              <a:prstDash val="solid"/>
              <a:round/>
              <a:headEnd/>
              <a:tailEnd/>
            </a:ln>
          </p:spPr>
          <p:txBody>
            <a:bodyPr/>
            <a:lstStyle/>
            <a:p>
              <a:endParaRPr lang="nl-BE"/>
            </a:p>
          </p:txBody>
        </p:sp>
        <p:sp>
          <p:nvSpPr>
            <p:cNvPr id="43244" name="Freeform 261"/>
            <p:cNvSpPr>
              <a:spLocks/>
            </p:cNvSpPr>
            <p:nvPr/>
          </p:nvSpPr>
          <p:spPr bwMode="auto">
            <a:xfrm rot="-155667">
              <a:off x="5851525" y="3881438"/>
              <a:ext cx="25400" cy="209550"/>
            </a:xfrm>
            <a:custGeom>
              <a:avLst/>
              <a:gdLst>
                <a:gd name="T0" fmla="*/ 0 w 39"/>
                <a:gd name="T1" fmla="*/ 0 h 479"/>
                <a:gd name="T2" fmla="*/ 2147483647 w 39"/>
                <a:gd name="T3" fmla="*/ 2147483647 h 479"/>
                <a:gd name="T4" fmla="*/ 2147483647 w 39"/>
                <a:gd name="T5" fmla="*/ 2147483647 h 479"/>
                <a:gd name="T6" fmla="*/ 0 w 39"/>
                <a:gd name="T7" fmla="*/ 2147483647 h 479"/>
                <a:gd name="T8" fmla="*/ 0 w 39"/>
                <a:gd name="T9" fmla="*/ 0 h 479"/>
                <a:gd name="T10" fmla="*/ 0 60000 65536"/>
                <a:gd name="T11" fmla="*/ 0 60000 65536"/>
                <a:gd name="T12" fmla="*/ 0 60000 65536"/>
                <a:gd name="T13" fmla="*/ 0 60000 65536"/>
                <a:gd name="T14" fmla="*/ 0 60000 65536"/>
                <a:gd name="T15" fmla="*/ 0 w 39"/>
                <a:gd name="T16" fmla="*/ 0 h 479"/>
                <a:gd name="T17" fmla="*/ 39 w 39"/>
                <a:gd name="T18" fmla="*/ 479 h 479"/>
              </a:gdLst>
              <a:ahLst/>
              <a:cxnLst>
                <a:cxn ang="T10">
                  <a:pos x="T0" y="T1"/>
                </a:cxn>
                <a:cxn ang="T11">
                  <a:pos x="T2" y="T3"/>
                </a:cxn>
                <a:cxn ang="T12">
                  <a:pos x="T4" y="T5"/>
                </a:cxn>
                <a:cxn ang="T13">
                  <a:pos x="T6" y="T7"/>
                </a:cxn>
                <a:cxn ang="T14">
                  <a:pos x="T8" y="T9"/>
                </a:cxn>
              </a:cxnLst>
              <a:rect l="T15" t="T16" r="T17" b="T18"/>
              <a:pathLst>
                <a:path w="39" h="479">
                  <a:moveTo>
                    <a:pt x="0" y="0"/>
                  </a:moveTo>
                  <a:lnTo>
                    <a:pt x="39" y="14"/>
                  </a:lnTo>
                  <a:lnTo>
                    <a:pt x="39" y="464"/>
                  </a:lnTo>
                  <a:lnTo>
                    <a:pt x="0" y="479"/>
                  </a:lnTo>
                  <a:lnTo>
                    <a:pt x="0" y="0"/>
                  </a:lnTo>
                  <a:close/>
                </a:path>
              </a:pathLst>
            </a:custGeom>
            <a:solidFill>
              <a:srgbClr val="606060"/>
            </a:solidFill>
            <a:ln w="6350">
              <a:solidFill>
                <a:srgbClr val="000000"/>
              </a:solidFill>
              <a:prstDash val="solid"/>
              <a:round/>
              <a:headEnd/>
              <a:tailEnd/>
            </a:ln>
          </p:spPr>
          <p:txBody>
            <a:bodyPr/>
            <a:lstStyle/>
            <a:p>
              <a:endParaRPr lang="nl-BE"/>
            </a:p>
          </p:txBody>
        </p:sp>
        <p:sp>
          <p:nvSpPr>
            <p:cNvPr id="43245" name="Freeform 262"/>
            <p:cNvSpPr>
              <a:spLocks/>
            </p:cNvSpPr>
            <p:nvPr/>
          </p:nvSpPr>
          <p:spPr bwMode="auto">
            <a:xfrm rot="-155667">
              <a:off x="5826125" y="3883025"/>
              <a:ext cx="26988" cy="209550"/>
            </a:xfrm>
            <a:custGeom>
              <a:avLst/>
              <a:gdLst>
                <a:gd name="T0" fmla="*/ 2147483647 w 42"/>
                <a:gd name="T1" fmla="*/ 2147483647 h 480"/>
                <a:gd name="T2" fmla="*/ 2147483647 w 42"/>
                <a:gd name="T3" fmla="*/ 2147483647 h 480"/>
                <a:gd name="T4" fmla="*/ 0 w 42"/>
                <a:gd name="T5" fmla="*/ 2147483647 h 480"/>
                <a:gd name="T6" fmla="*/ 0 w 42"/>
                <a:gd name="T7" fmla="*/ 0 h 480"/>
                <a:gd name="T8" fmla="*/ 2147483647 w 42"/>
                <a:gd name="T9" fmla="*/ 2147483647 h 480"/>
                <a:gd name="T10" fmla="*/ 0 60000 65536"/>
                <a:gd name="T11" fmla="*/ 0 60000 65536"/>
                <a:gd name="T12" fmla="*/ 0 60000 65536"/>
                <a:gd name="T13" fmla="*/ 0 60000 65536"/>
                <a:gd name="T14" fmla="*/ 0 60000 65536"/>
                <a:gd name="T15" fmla="*/ 0 w 42"/>
                <a:gd name="T16" fmla="*/ 0 h 480"/>
                <a:gd name="T17" fmla="*/ 42 w 42"/>
                <a:gd name="T18" fmla="*/ 480 h 480"/>
              </a:gdLst>
              <a:ahLst/>
              <a:cxnLst>
                <a:cxn ang="T10">
                  <a:pos x="T0" y="T1"/>
                </a:cxn>
                <a:cxn ang="T11">
                  <a:pos x="T2" y="T3"/>
                </a:cxn>
                <a:cxn ang="T12">
                  <a:pos x="T4" y="T5"/>
                </a:cxn>
                <a:cxn ang="T13">
                  <a:pos x="T6" y="T7"/>
                </a:cxn>
                <a:cxn ang="T14">
                  <a:pos x="T8" y="T9"/>
                </a:cxn>
              </a:cxnLst>
              <a:rect l="T15" t="T16" r="T17" b="T18"/>
              <a:pathLst>
                <a:path w="42" h="480">
                  <a:moveTo>
                    <a:pt x="42" y="1"/>
                  </a:moveTo>
                  <a:lnTo>
                    <a:pt x="42" y="480"/>
                  </a:lnTo>
                  <a:lnTo>
                    <a:pt x="0" y="480"/>
                  </a:lnTo>
                  <a:lnTo>
                    <a:pt x="0" y="0"/>
                  </a:lnTo>
                  <a:lnTo>
                    <a:pt x="42" y="1"/>
                  </a:lnTo>
                  <a:close/>
                </a:path>
              </a:pathLst>
            </a:custGeom>
            <a:solidFill>
              <a:srgbClr val="202020"/>
            </a:solidFill>
            <a:ln w="6350">
              <a:solidFill>
                <a:srgbClr val="000000"/>
              </a:solidFill>
              <a:prstDash val="solid"/>
              <a:round/>
              <a:headEnd/>
              <a:tailEnd/>
            </a:ln>
          </p:spPr>
          <p:txBody>
            <a:bodyPr/>
            <a:lstStyle/>
            <a:p>
              <a:endParaRPr lang="nl-BE"/>
            </a:p>
          </p:txBody>
        </p:sp>
        <p:sp>
          <p:nvSpPr>
            <p:cNvPr id="43246" name="Freeform 263"/>
            <p:cNvSpPr>
              <a:spLocks/>
            </p:cNvSpPr>
            <p:nvPr/>
          </p:nvSpPr>
          <p:spPr bwMode="auto">
            <a:xfrm rot="-155667">
              <a:off x="3871913" y="4362450"/>
              <a:ext cx="184150" cy="365125"/>
            </a:xfrm>
            <a:custGeom>
              <a:avLst/>
              <a:gdLst>
                <a:gd name="T0" fmla="*/ 2147483647 w 281"/>
                <a:gd name="T1" fmla="*/ 0 h 834"/>
                <a:gd name="T2" fmla="*/ 2147483647 w 281"/>
                <a:gd name="T3" fmla="*/ 0 h 834"/>
                <a:gd name="T4" fmla="*/ 2147483647 w 281"/>
                <a:gd name="T5" fmla="*/ 2147483647 h 834"/>
                <a:gd name="T6" fmla="*/ 2147483647 w 281"/>
                <a:gd name="T7" fmla="*/ 2147483647 h 834"/>
                <a:gd name="T8" fmla="*/ 2147483647 w 281"/>
                <a:gd name="T9" fmla="*/ 2147483647 h 834"/>
                <a:gd name="T10" fmla="*/ 2147483647 w 281"/>
                <a:gd name="T11" fmla="*/ 2147483647 h 834"/>
                <a:gd name="T12" fmla="*/ 2147483647 w 281"/>
                <a:gd name="T13" fmla="*/ 2147483647 h 834"/>
                <a:gd name="T14" fmla="*/ 2147483647 w 281"/>
                <a:gd name="T15" fmla="*/ 2147483647 h 834"/>
                <a:gd name="T16" fmla="*/ 2147483647 w 281"/>
                <a:gd name="T17" fmla="*/ 2147483647 h 834"/>
                <a:gd name="T18" fmla="*/ 2147483647 w 281"/>
                <a:gd name="T19" fmla="*/ 2147483647 h 834"/>
                <a:gd name="T20" fmla="*/ 2147483647 w 281"/>
                <a:gd name="T21" fmla="*/ 2147483647 h 834"/>
                <a:gd name="T22" fmla="*/ 2147483647 w 281"/>
                <a:gd name="T23" fmla="*/ 2147483647 h 834"/>
                <a:gd name="T24" fmla="*/ 2147483647 w 281"/>
                <a:gd name="T25" fmla="*/ 2147483647 h 834"/>
                <a:gd name="T26" fmla="*/ 2147483647 w 281"/>
                <a:gd name="T27" fmla="*/ 2147483647 h 834"/>
                <a:gd name="T28" fmla="*/ 2147483647 w 281"/>
                <a:gd name="T29" fmla="*/ 2147483647 h 834"/>
                <a:gd name="T30" fmla="*/ 2147483647 w 281"/>
                <a:gd name="T31" fmla="*/ 2147483647 h 834"/>
                <a:gd name="T32" fmla="*/ 2147483647 w 281"/>
                <a:gd name="T33" fmla="*/ 2147483647 h 834"/>
                <a:gd name="T34" fmla="*/ 2147483647 w 281"/>
                <a:gd name="T35" fmla="*/ 2147483647 h 834"/>
                <a:gd name="T36" fmla="*/ 2147483647 w 281"/>
                <a:gd name="T37" fmla="*/ 2147483647 h 834"/>
                <a:gd name="T38" fmla="*/ 2147483647 w 281"/>
                <a:gd name="T39" fmla="*/ 2147483647 h 834"/>
                <a:gd name="T40" fmla="*/ 2147483647 w 281"/>
                <a:gd name="T41" fmla="*/ 2147483647 h 834"/>
                <a:gd name="T42" fmla="*/ 2147483647 w 281"/>
                <a:gd name="T43" fmla="*/ 2147483647 h 834"/>
                <a:gd name="T44" fmla="*/ 2147483647 w 281"/>
                <a:gd name="T45" fmla="*/ 2147483647 h 834"/>
                <a:gd name="T46" fmla="*/ 2147483647 w 281"/>
                <a:gd name="T47" fmla="*/ 2147483647 h 834"/>
                <a:gd name="T48" fmla="*/ 2147483647 w 281"/>
                <a:gd name="T49" fmla="*/ 2147483647 h 834"/>
                <a:gd name="T50" fmla="*/ 2147483647 w 281"/>
                <a:gd name="T51" fmla="*/ 2147483647 h 834"/>
                <a:gd name="T52" fmla="*/ 2147483647 w 281"/>
                <a:gd name="T53" fmla="*/ 2147483647 h 834"/>
                <a:gd name="T54" fmla="*/ 2147483647 w 281"/>
                <a:gd name="T55" fmla="*/ 2147483647 h 834"/>
                <a:gd name="T56" fmla="*/ 0 w 281"/>
                <a:gd name="T57" fmla="*/ 2147483647 h 834"/>
                <a:gd name="T58" fmla="*/ 0 w 281"/>
                <a:gd name="T59" fmla="*/ 2147483647 h 834"/>
                <a:gd name="T60" fmla="*/ 2147483647 w 281"/>
                <a:gd name="T61" fmla="*/ 2147483647 h 834"/>
                <a:gd name="T62" fmla="*/ 2147483647 w 281"/>
                <a:gd name="T63" fmla="*/ 2147483647 h 834"/>
                <a:gd name="T64" fmla="*/ 2147483647 w 281"/>
                <a:gd name="T65" fmla="*/ 2147483647 h 834"/>
                <a:gd name="T66" fmla="*/ 2147483647 w 281"/>
                <a:gd name="T67" fmla="*/ 2147483647 h 834"/>
                <a:gd name="T68" fmla="*/ 2147483647 w 281"/>
                <a:gd name="T69" fmla="*/ 2147483647 h 834"/>
                <a:gd name="T70" fmla="*/ 2147483647 w 281"/>
                <a:gd name="T71" fmla="*/ 2147483647 h 834"/>
                <a:gd name="T72" fmla="*/ 2147483647 w 281"/>
                <a:gd name="T73" fmla="*/ 2147483647 h 834"/>
                <a:gd name="T74" fmla="*/ 2147483647 w 281"/>
                <a:gd name="T75" fmla="*/ 2147483647 h 834"/>
                <a:gd name="T76" fmla="*/ 2147483647 w 281"/>
                <a:gd name="T77" fmla="*/ 2147483647 h 834"/>
                <a:gd name="T78" fmla="*/ 2147483647 w 281"/>
                <a:gd name="T79" fmla="*/ 2147483647 h 834"/>
                <a:gd name="T80" fmla="*/ 2147483647 w 281"/>
                <a:gd name="T81" fmla="*/ 2147483647 h 834"/>
                <a:gd name="T82" fmla="*/ 2147483647 w 281"/>
                <a:gd name="T83" fmla="*/ 2147483647 h 834"/>
                <a:gd name="T84" fmla="*/ 2147483647 w 281"/>
                <a:gd name="T85" fmla="*/ 2147483647 h 834"/>
                <a:gd name="T86" fmla="*/ 2147483647 w 281"/>
                <a:gd name="T87" fmla="*/ 2147483647 h 834"/>
                <a:gd name="T88" fmla="*/ 2147483647 w 281"/>
                <a:gd name="T89" fmla="*/ 2147483647 h 834"/>
                <a:gd name="T90" fmla="*/ 2147483647 w 281"/>
                <a:gd name="T91" fmla="*/ 2147483647 h 834"/>
                <a:gd name="T92" fmla="*/ 2147483647 w 281"/>
                <a:gd name="T93" fmla="*/ 2147483647 h 834"/>
                <a:gd name="T94" fmla="*/ 2147483647 w 281"/>
                <a:gd name="T95" fmla="*/ 2147483647 h 834"/>
                <a:gd name="T96" fmla="*/ 2147483647 w 281"/>
                <a:gd name="T97" fmla="*/ 2147483647 h 834"/>
                <a:gd name="T98" fmla="*/ 2147483647 w 281"/>
                <a:gd name="T99" fmla="*/ 2147483647 h 834"/>
                <a:gd name="T100" fmla="*/ 2147483647 w 281"/>
                <a:gd name="T101" fmla="*/ 2147483647 h 834"/>
                <a:gd name="T102" fmla="*/ 2147483647 w 281"/>
                <a:gd name="T103" fmla="*/ 2147483647 h 834"/>
                <a:gd name="T104" fmla="*/ 2147483647 w 281"/>
                <a:gd name="T105" fmla="*/ 2147483647 h 834"/>
                <a:gd name="T106" fmla="*/ 2147483647 w 281"/>
                <a:gd name="T107" fmla="*/ 0 h 834"/>
                <a:gd name="T108" fmla="*/ 2147483647 w 281"/>
                <a:gd name="T109" fmla="*/ 0 h 83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81"/>
                <a:gd name="T166" fmla="*/ 0 h 834"/>
                <a:gd name="T167" fmla="*/ 281 w 281"/>
                <a:gd name="T168" fmla="*/ 834 h 834"/>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81" h="834">
                  <a:moveTo>
                    <a:pt x="133" y="0"/>
                  </a:moveTo>
                  <a:lnTo>
                    <a:pt x="281" y="0"/>
                  </a:lnTo>
                  <a:lnTo>
                    <a:pt x="280" y="834"/>
                  </a:lnTo>
                  <a:lnTo>
                    <a:pt x="133" y="827"/>
                  </a:lnTo>
                  <a:lnTo>
                    <a:pt x="127" y="824"/>
                  </a:lnTo>
                  <a:lnTo>
                    <a:pt x="122" y="824"/>
                  </a:lnTo>
                  <a:lnTo>
                    <a:pt x="114" y="819"/>
                  </a:lnTo>
                  <a:lnTo>
                    <a:pt x="107" y="815"/>
                  </a:lnTo>
                  <a:lnTo>
                    <a:pt x="98" y="807"/>
                  </a:lnTo>
                  <a:lnTo>
                    <a:pt x="90" y="800"/>
                  </a:lnTo>
                  <a:lnTo>
                    <a:pt x="83" y="791"/>
                  </a:lnTo>
                  <a:lnTo>
                    <a:pt x="76" y="782"/>
                  </a:lnTo>
                  <a:lnTo>
                    <a:pt x="70" y="773"/>
                  </a:lnTo>
                  <a:lnTo>
                    <a:pt x="66" y="762"/>
                  </a:lnTo>
                  <a:lnTo>
                    <a:pt x="61" y="753"/>
                  </a:lnTo>
                  <a:lnTo>
                    <a:pt x="54" y="740"/>
                  </a:lnTo>
                  <a:lnTo>
                    <a:pt x="50" y="726"/>
                  </a:lnTo>
                  <a:lnTo>
                    <a:pt x="44" y="713"/>
                  </a:lnTo>
                  <a:lnTo>
                    <a:pt x="41" y="704"/>
                  </a:lnTo>
                  <a:lnTo>
                    <a:pt x="38" y="693"/>
                  </a:lnTo>
                  <a:lnTo>
                    <a:pt x="31" y="675"/>
                  </a:lnTo>
                  <a:lnTo>
                    <a:pt x="26" y="653"/>
                  </a:lnTo>
                  <a:lnTo>
                    <a:pt x="21" y="630"/>
                  </a:lnTo>
                  <a:lnTo>
                    <a:pt x="16" y="606"/>
                  </a:lnTo>
                  <a:lnTo>
                    <a:pt x="11" y="579"/>
                  </a:lnTo>
                  <a:lnTo>
                    <a:pt x="8" y="551"/>
                  </a:lnTo>
                  <a:lnTo>
                    <a:pt x="4" y="521"/>
                  </a:lnTo>
                  <a:lnTo>
                    <a:pt x="2" y="488"/>
                  </a:lnTo>
                  <a:lnTo>
                    <a:pt x="0" y="453"/>
                  </a:lnTo>
                  <a:lnTo>
                    <a:pt x="0" y="413"/>
                  </a:lnTo>
                  <a:lnTo>
                    <a:pt x="1" y="362"/>
                  </a:lnTo>
                  <a:lnTo>
                    <a:pt x="4" y="312"/>
                  </a:lnTo>
                  <a:lnTo>
                    <a:pt x="8" y="278"/>
                  </a:lnTo>
                  <a:lnTo>
                    <a:pt x="13" y="242"/>
                  </a:lnTo>
                  <a:lnTo>
                    <a:pt x="16" y="213"/>
                  </a:lnTo>
                  <a:lnTo>
                    <a:pt x="21" y="192"/>
                  </a:lnTo>
                  <a:lnTo>
                    <a:pt x="28" y="164"/>
                  </a:lnTo>
                  <a:lnTo>
                    <a:pt x="38" y="131"/>
                  </a:lnTo>
                  <a:lnTo>
                    <a:pt x="46" y="107"/>
                  </a:lnTo>
                  <a:lnTo>
                    <a:pt x="53" y="90"/>
                  </a:lnTo>
                  <a:lnTo>
                    <a:pt x="58" y="81"/>
                  </a:lnTo>
                  <a:lnTo>
                    <a:pt x="63" y="69"/>
                  </a:lnTo>
                  <a:lnTo>
                    <a:pt x="69" y="59"/>
                  </a:lnTo>
                  <a:lnTo>
                    <a:pt x="73" y="50"/>
                  </a:lnTo>
                  <a:lnTo>
                    <a:pt x="78" y="42"/>
                  </a:lnTo>
                  <a:lnTo>
                    <a:pt x="84" y="35"/>
                  </a:lnTo>
                  <a:lnTo>
                    <a:pt x="90" y="27"/>
                  </a:lnTo>
                  <a:lnTo>
                    <a:pt x="96" y="21"/>
                  </a:lnTo>
                  <a:lnTo>
                    <a:pt x="101" y="17"/>
                  </a:lnTo>
                  <a:lnTo>
                    <a:pt x="106" y="11"/>
                  </a:lnTo>
                  <a:lnTo>
                    <a:pt x="112" y="6"/>
                  </a:lnTo>
                  <a:lnTo>
                    <a:pt x="117" y="3"/>
                  </a:lnTo>
                  <a:lnTo>
                    <a:pt x="122" y="2"/>
                  </a:lnTo>
                  <a:lnTo>
                    <a:pt x="127" y="0"/>
                  </a:lnTo>
                  <a:lnTo>
                    <a:pt x="133" y="0"/>
                  </a:lnTo>
                  <a:close/>
                </a:path>
              </a:pathLst>
            </a:custGeom>
            <a:solidFill>
              <a:srgbClr val="202020"/>
            </a:solidFill>
            <a:ln w="9525">
              <a:noFill/>
              <a:round/>
              <a:headEnd/>
              <a:tailEnd/>
            </a:ln>
          </p:spPr>
          <p:txBody>
            <a:bodyPr/>
            <a:lstStyle/>
            <a:p>
              <a:endParaRPr lang="nl-BE"/>
            </a:p>
          </p:txBody>
        </p:sp>
        <p:sp>
          <p:nvSpPr>
            <p:cNvPr id="43247" name="Oval 264"/>
            <p:cNvSpPr>
              <a:spLocks noChangeArrowheads="1"/>
            </p:cNvSpPr>
            <p:nvPr/>
          </p:nvSpPr>
          <p:spPr bwMode="auto">
            <a:xfrm rot="-155667">
              <a:off x="3959225" y="4357688"/>
              <a:ext cx="187325" cy="366712"/>
            </a:xfrm>
            <a:prstGeom prst="ellipse">
              <a:avLst/>
            </a:prstGeom>
            <a:solidFill>
              <a:srgbClr val="404040"/>
            </a:solidFill>
            <a:ln w="9525">
              <a:noFill/>
              <a:round/>
              <a:headEnd/>
              <a:tailEnd/>
            </a:ln>
          </p:spPr>
          <p:txBody>
            <a:bodyPr/>
            <a:lstStyle/>
            <a:p>
              <a:pPr algn="ctr" eaLnBrk="0" hangingPunct="0"/>
              <a:endParaRPr lang="nl-BE"/>
            </a:p>
          </p:txBody>
        </p:sp>
        <p:sp>
          <p:nvSpPr>
            <p:cNvPr id="43248" name="Oval 265"/>
            <p:cNvSpPr>
              <a:spLocks noChangeArrowheads="1"/>
            </p:cNvSpPr>
            <p:nvPr/>
          </p:nvSpPr>
          <p:spPr bwMode="auto">
            <a:xfrm rot="-155667">
              <a:off x="3997325" y="4432300"/>
              <a:ext cx="109538" cy="217488"/>
            </a:xfrm>
            <a:prstGeom prst="ellipse">
              <a:avLst/>
            </a:prstGeom>
            <a:solidFill>
              <a:srgbClr val="A0A0A0"/>
            </a:solidFill>
            <a:ln w="9525">
              <a:noFill/>
              <a:round/>
              <a:headEnd/>
              <a:tailEnd/>
            </a:ln>
          </p:spPr>
          <p:txBody>
            <a:bodyPr/>
            <a:lstStyle/>
            <a:p>
              <a:pPr algn="ctr" eaLnBrk="0" hangingPunct="0"/>
              <a:endParaRPr lang="nl-BE"/>
            </a:p>
          </p:txBody>
        </p:sp>
        <p:sp>
          <p:nvSpPr>
            <p:cNvPr id="43249" name="Oval 266"/>
            <p:cNvSpPr>
              <a:spLocks noChangeArrowheads="1"/>
            </p:cNvSpPr>
            <p:nvPr/>
          </p:nvSpPr>
          <p:spPr bwMode="auto">
            <a:xfrm rot="-155667">
              <a:off x="3995738" y="4438650"/>
              <a:ext cx="101600" cy="203200"/>
            </a:xfrm>
            <a:prstGeom prst="ellipse">
              <a:avLst/>
            </a:prstGeom>
            <a:solidFill>
              <a:srgbClr val="808080"/>
            </a:solidFill>
            <a:ln w="9525">
              <a:noFill/>
              <a:round/>
              <a:headEnd/>
              <a:tailEnd/>
            </a:ln>
          </p:spPr>
          <p:txBody>
            <a:bodyPr/>
            <a:lstStyle/>
            <a:p>
              <a:pPr algn="ctr" eaLnBrk="0" hangingPunct="0"/>
              <a:endParaRPr lang="nl-BE"/>
            </a:p>
          </p:txBody>
        </p:sp>
        <p:sp>
          <p:nvSpPr>
            <p:cNvPr id="43250" name="Oval 267"/>
            <p:cNvSpPr>
              <a:spLocks noChangeArrowheads="1"/>
            </p:cNvSpPr>
            <p:nvPr/>
          </p:nvSpPr>
          <p:spPr bwMode="auto">
            <a:xfrm rot="-155667">
              <a:off x="4043363" y="4522788"/>
              <a:ext cx="17462" cy="36512"/>
            </a:xfrm>
            <a:prstGeom prst="ellipse">
              <a:avLst/>
            </a:prstGeom>
            <a:solidFill>
              <a:srgbClr val="404040"/>
            </a:solidFill>
            <a:ln w="9525">
              <a:noFill/>
              <a:round/>
              <a:headEnd/>
              <a:tailEnd/>
            </a:ln>
          </p:spPr>
          <p:txBody>
            <a:bodyPr/>
            <a:lstStyle/>
            <a:p>
              <a:pPr algn="ctr" eaLnBrk="0" hangingPunct="0"/>
              <a:endParaRPr lang="nl-BE"/>
            </a:p>
          </p:txBody>
        </p:sp>
        <p:sp>
          <p:nvSpPr>
            <p:cNvPr id="43251" name="Oval 268"/>
            <p:cNvSpPr>
              <a:spLocks noChangeArrowheads="1"/>
            </p:cNvSpPr>
            <p:nvPr/>
          </p:nvSpPr>
          <p:spPr bwMode="auto">
            <a:xfrm rot="-155667">
              <a:off x="4068763" y="4352925"/>
              <a:ext cx="187325" cy="376238"/>
            </a:xfrm>
            <a:prstGeom prst="ellipse">
              <a:avLst/>
            </a:prstGeom>
            <a:solidFill>
              <a:srgbClr val="202020"/>
            </a:solidFill>
            <a:ln w="9525">
              <a:noFill/>
              <a:round/>
              <a:headEnd/>
              <a:tailEnd/>
            </a:ln>
          </p:spPr>
          <p:txBody>
            <a:bodyPr/>
            <a:lstStyle/>
            <a:p>
              <a:pPr algn="ctr" eaLnBrk="0" hangingPunct="0"/>
              <a:endParaRPr lang="nl-BE"/>
            </a:p>
          </p:txBody>
        </p:sp>
        <p:sp>
          <p:nvSpPr>
            <p:cNvPr id="43252" name="Freeform 269"/>
            <p:cNvSpPr>
              <a:spLocks/>
            </p:cNvSpPr>
            <p:nvPr/>
          </p:nvSpPr>
          <p:spPr bwMode="auto">
            <a:xfrm rot="-155667">
              <a:off x="3981450" y="4356100"/>
              <a:ext cx="185738" cy="373063"/>
            </a:xfrm>
            <a:custGeom>
              <a:avLst/>
              <a:gdLst>
                <a:gd name="T0" fmla="*/ 2147483647 w 281"/>
                <a:gd name="T1" fmla="*/ 0 h 852"/>
                <a:gd name="T2" fmla="*/ 2147483647 w 281"/>
                <a:gd name="T3" fmla="*/ 0 h 852"/>
                <a:gd name="T4" fmla="*/ 2147483647 w 281"/>
                <a:gd name="T5" fmla="*/ 2147483647 h 852"/>
                <a:gd name="T6" fmla="*/ 2147483647 w 281"/>
                <a:gd name="T7" fmla="*/ 2147483647 h 852"/>
                <a:gd name="T8" fmla="*/ 2147483647 w 281"/>
                <a:gd name="T9" fmla="*/ 2147483647 h 852"/>
                <a:gd name="T10" fmla="*/ 2147483647 w 281"/>
                <a:gd name="T11" fmla="*/ 2147483647 h 852"/>
                <a:gd name="T12" fmla="*/ 2147483647 w 281"/>
                <a:gd name="T13" fmla="*/ 2147483647 h 852"/>
                <a:gd name="T14" fmla="*/ 2147483647 w 281"/>
                <a:gd name="T15" fmla="*/ 2147483647 h 852"/>
                <a:gd name="T16" fmla="*/ 2147483647 w 281"/>
                <a:gd name="T17" fmla="*/ 2147483647 h 852"/>
                <a:gd name="T18" fmla="*/ 2147483647 w 281"/>
                <a:gd name="T19" fmla="*/ 2147483647 h 852"/>
                <a:gd name="T20" fmla="*/ 2147483647 w 281"/>
                <a:gd name="T21" fmla="*/ 2147483647 h 852"/>
                <a:gd name="T22" fmla="*/ 2147483647 w 281"/>
                <a:gd name="T23" fmla="*/ 2147483647 h 852"/>
                <a:gd name="T24" fmla="*/ 2147483647 w 281"/>
                <a:gd name="T25" fmla="*/ 2147483647 h 852"/>
                <a:gd name="T26" fmla="*/ 2147483647 w 281"/>
                <a:gd name="T27" fmla="*/ 2147483647 h 852"/>
                <a:gd name="T28" fmla="*/ 2147483647 w 281"/>
                <a:gd name="T29" fmla="*/ 2147483647 h 852"/>
                <a:gd name="T30" fmla="*/ 2147483647 w 281"/>
                <a:gd name="T31" fmla="*/ 2147483647 h 852"/>
                <a:gd name="T32" fmla="*/ 2147483647 w 281"/>
                <a:gd name="T33" fmla="*/ 2147483647 h 852"/>
                <a:gd name="T34" fmla="*/ 2147483647 w 281"/>
                <a:gd name="T35" fmla="*/ 2147483647 h 852"/>
                <a:gd name="T36" fmla="*/ 2147483647 w 281"/>
                <a:gd name="T37" fmla="*/ 2147483647 h 852"/>
                <a:gd name="T38" fmla="*/ 2147483647 w 281"/>
                <a:gd name="T39" fmla="*/ 2147483647 h 852"/>
                <a:gd name="T40" fmla="*/ 2147483647 w 281"/>
                <a:gd name="T41" fmla="*/ 2147483647 h 852"/>
                <a:gd name="T42" fmla="*/ 2147483647 w 281"/>
                <a:gd name="T43" fmla="*/ 2147483647 h 852"/>
                <a:gd name="T44" fmla="*/ 2147483647 w 281"/>
                <a:gd name="T45" fmla="*/ 2147483647 h 852"/>
                <a:gd name="T46" fmla="*/ 2147483647 w 281"/>
                <a:gd name="T47" fmla="*/ 2147483647 h 852"/>
                <a:gd name="T48" fmla="*/ 2147483647 w 281"/>
                <a:gd name="T49" fmla="*/ 2147483647 h 852"/>
                <a:gd name="T50" fmla="*/ 2147483647 w 281"/>
                <a:gd name="T51" fmla="*/ 2147483647 h 852"/>
                <a:gd name="T52" fmla="*/ 2147483647 w 281"/>
                <a:gd name="T53" fmla="*/ 2147483647 h 852"/>
                <a:gd name="T54" fmla="*/ 2147483647 w 281"/>
                <a:gd name="T55" fmla="*/ 2147483647 h 852"/>
                <a:gd name="T56" fmla="*/ 0 w 281"/>
                <a:gd name="T57" fmla="*/ 2147483647 h 852"/>
                <a:gd name="T58" fmla="*/ 0 w 281"/>
                <a:gd name="T59" fmla="*/ 2147483647 h 852"/>
                <a:gd name="T60" fmla="*/ 2147483647 w 281"/>
                <a:gd name="T61" fmla="*/ 2147483647 h 852"/>
                <a:gd name="T62" fmla="*/ 2147483647 w 281"/>
                <a:gd name="T63" fmla="*/ 2147483647 h 852"/>
                <a:gd name="T64" fmla="*/ 2147483647 w 281"/>
                <a:gd name="T65" fmla="*/ 2147483647 h 852"/>
                <a:gd name="T66" fmla="*/ 2147483647 w 281"/>
                <a:gd name="T67" fmla="*/ 2147483647 h 852"/>
                <a:gd name="T68" fmla="*/ 2147483647 w 281"/>
                <a:gd name="T69" fmla="*/ 2147483647 h 852"/>
                <a:gd name="T70" fmla="*/ 2147483647 w 281"/>
                <a:gd name="T71" fmla="*/ 2147483647 h 852"/>
                <a:gd name="T72" fmla="*/ 2147483647 w 281"/>
                <a:gd name="T73" fmla="*/ 2147483647 h 852"/>
                <a:gd name="T74" fmla="*/ 2147483647 w 281"/>
                <a:gd name="T75" fmla="*/ 2147483647 h 852"/>
                <a:gd name="T76" fmla="*/ 2147483647 w 281"/>
                <a:gd name="T77" fmla="*/ 2147483647 h 852"/>
                <a:gd name="T78" fmla="*/ 2147483647 w 281"/>
                <a:gd name="T79" fmla="*/ 2147483647 h 852"/>
                <a:gd name="T80" fmla="*/ 2147483647 w 281"/>
                <a:gd name="T81" fmla="*/ 2147483647 h 852"/>
                <a:gd name="T82" fmla="*/ 2147483647 w 281"/>
                <a:gd name="T83" fmla="*/ 2147483647 h 852"/>
                <a:gd name="T84" fmla="*/ 2147483647 w 281"/>
                <a:gd name="T85" fmla="*/ 2147483647 h 852"/>
                <a:gd name="T86" fmla="*/ 2147483647 w 281"/>
                <a:gd name="T87" fmla="*/ 2147483647 h 852"/>
                <a:gd name="T88" fmla="*/ 2147483647 w 281"/>
                <a:gd name="T89" fmla="*/ 2147483647 h 852"/>
                <a:gd name="T90" fmla="*/ 2147483647 w 281"/>
                <a:gd name="T91" fmla="*/ 2147483647 h 852"/>
                <a:gd name="T92" fmla="*/ 2147483647 w 281"/>
                <a:gd name="T93" fmla="*/ 2147483647 h 852"/>
                <a:gd name="T94" fmla="*/ 2147483647 w 281"/>
                <a:gd name="T95" fmla="*/ 2147483647 h 852"/>
                <a:gd name="T96" fmla="*/ 2147483647 w 281"/>
                <a:gd name="T97" fmla="*/ 2147483647 h 852"/>
                <a:gd name="T98" fmla="*/ 2147483647 w 281"/>
                <a:gd name="T99" fmla="*/ 2147483647 h 852"/>
                <a:gd name="T100" fmla="*/ 2147483647 w 281"/>
                <a:gd name="T101" fmla="*/ 2147483647 h 852"/>
                <a:gd name="T102" fmla="*/ 2147483647 w 281"/>
                <a:gd name="T103" fmla="*/ 2147483647 h 852"/>
                <a:gd name="T104" fmla="*/ 2147483647 w 281"/>
                <a:gd name="T105" fmla="*/ 2147483647 h 852"/>
                <a:gd name="T106" fmla="*/ 2147483647 w 281"/>
                <a:gd name="T107" fmla="*/ 0 h 852"/>
                <a:gd name="T108" fmla="*/ 2147483647 w 281"/>
                <a:gd name="T109" fmla="*/ 0 h 8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81"/>
                <a:gd name="T166" fmla="*/ 0 h 852"/>
                <a:gd name="T167" fmla="*/ 281 w 281"/>
                <a:gd name="T168" fmla="*/ 852 h 852"/>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81" h="852">
                  <a:moveTo>
                    <a:pt x="132" y="0"/>
                  </a:moveTo>
                  <a:lnTo>
                    <a:pt x="281" y="0"/>
                  </a:lnTo>
                  <a:lnTo>
                    <a:pt x="279" y="852"/>
                  </a:lnTo>
                  <a:lnTo>
                    <a:pt x="132" y="845"/>
                  </a:lnTo>
                  <a:lnTo>
                    <a:pt x="127" y="843"/>
                  </a:lnTo>
                  <a:lnTo>
                    <a:pt x="122" y="842"/>
                  </a:lnTo>
                  <a:lnTo>
                    <a:pt x="114" y="839"/>
                  </a:lnTo>
                  <a:lnTo>
                    <a:pt x="106" y="834"/>
                  </a:lnTo>
                  <a:lnTo>
                    <a:pt x="98" y="827"/>
                  </a:lnTo>
                  <a:lnTo>
                    <a:pt x="90" y="818"/>
                  </a:lnTo>
                  <a:lnTo>
                    <a:pt x="83" y="809"/>
                  </a:lnTo>
                  <a:lnTo>
                    <a:pt x="76" y="800"/>
                  </a:lnTo>
                  <a:lnTo>
                    <a:pt x="70" y="791"/>
                  </a:lnTo>
                  <a:lnTo>
                    <a:pt x="65" y="779"/>
                  </a:lnTo>
                  <a:lnTo>
                    <a:pt x="61" y="771"/>
                  </a:lnTo>
                  <a:lnTo>
                    <a:pt x="54" y="758"/>
                  </a:lnTo>
                  <a:lnTo>
                    <a:pt x="49" y="743"/>
                  </a:lnTo>
                  <a:lnTo>
                    <a:pt x="44" y="729"/>
                  </a:lnTo>
                  <a:lnTo>
                    <a:pt x="40" y="720"/>
                  </a:lnTo>
                  <a:lnTo>
                    <a:pt x="37" y="710"/>
                  </a:lnTo>
                  <a:lnTo>
                    <a:pt x="31" y="689"/>
                  </a:lnTo>
                  <a:lnTo>
                    <a:pt x="25" y="668"/>
                  </a:lnTo>
                  <a:lnTo>
                    <a:pt x="20" y="645"/>
                  </a:lnTo>
                  <a:lnTo>
                    <a:pt x="15" y="620"/>
                  </a:lnTo>
                  <a:lnTo>
                    <a:pt x="11" y="591"/>
                  </a:lnTo>
                  <a:lnTo>
                    <a:pt x="8" y="563"/>
                  </a:lnTo>
                  <a:lnTo>
                    <a:pt x="4" y="533"/>
                  </a:lnTo>
                  <a:lnTo>
                    <a:pt x="1" y="498"/>
                  </a:lnTo>
                  <a:lnTo>
                    <a:pt x="0" y="462"/>
                  </a:lnTo>
                  <a:lnTo>
                    <a:pt x="0" y="423"/>
                  </a:lnTo>
                  <a:lnTo>
                    <a:pt x="1" y="369"/>
                  </a:lnTo>
                  <a:lnTo>
                    <a:pt x="4" y="320"/>
                  </a:lnTo>
                  <a:lnTo>
                    <a:pt x="8" y="284"/>
                  </a:lnTo>
                  <a:lnTo>
                    <a:pt x="12" y="248"/>
                  </a:lnTo>
                  <a:lnTo>
                    <a:pt x="16" y="219"/>
                  </a:lnTo>
                  <a:lnTo>
                    <a:pt x="20" y="197"/>
                  </a:lnTo>
                  <a:lnTo>
                    <a:pt x="28" y="167"/>
                  </a:lnTo>
                  <a:lnTo>
                    <a:pt x="38" y="134"/>
                  </a:lnTo>
                  <a:lnTo>
                    <a:pt x="46" y="110"/>
                  </a:lnTo>
                  <a:lnTo>
                    <a:pt x="53" y="92"/>
                  </a:lnTo>
                  <a:lnTo>
                    <a:pt x="57" y="83"/>
                  </a:lnTo>
                  <a:lnTo>
                    <a:pt x="63" y="71"/>
                  </a:lnTo>
                  <a:lnTo>
                    <a:pt x="68" y="60"/>
                  </a:lnTo>
                  <a:lnTo>
                    <a:pt x="73" y="51"/>
                  </a:lnTo>
                  <a:lnTo>
                    <a:pt x="78" y="44"/>
                  </a:lnTo>
                  <a:lnTo>
                    <a:pt x="83" y="35"/>
                  </a:lnTo>
                  <a:lnTo>
                    <a:pt x="90" y="29"/>
                  </a:lnTo>
                  <a:lnTo>
                    <a:pt x="95" y="21"/>
                  </a:lnTo>
                  <a:lnTo>
                    <a:pt x="100" y="17"/>
                  </a:lnTo>
                  <a:lnTo>
                    <a:pt x="106" y="11"/>
                  </a:lnTo>
                  <a:lnTo>
                    <a:pt x="112" y="8"/>
                  </a:lnTo>
                  <a:lnTo>
                    <a:pt x="117" y="5"/>
                  </a:lnTo>
                  <a:lnTo>
                    <a:pt x="122" y="2"/>
                  </a:lnTo>
                  <a:lnTo>
                    <a:pt x="126" y="0"/>
                  </a:lnTo>
                  <a:lnTo>
                    <a:pt x="132" y="0"/>
                  </a:lnTo>
                  <a:close/>
                </a:path>
              </a:pathLst>
            </a:custGeom>
            <a:solidFill>
              <a:srgbClr val="202020"/>
            </a:solidFill>
            <a:ln w="9525">
              <a:noFill/>
              <a:round/>
              <a:headEnd/>
              <a:tailEnd/>
            </a:ln>
          </p:spPr>
          <p:txBody>
            <a:bodyPr/>
            <a:lstStyle/>
            <a:p>
              <a:endParaRPr lang="nl-BE"/>
            </a:p>
          </p:txBody>
        </p:sp>
        <p:sp>
          <p:nvSpPr>
            <p:cNvPr id="43253" name="Oval 270"/>
            <p:cNvSpPr>
              <a:spLocks noChangeArrowheads="1"/>
            </p:cNvSpPr>
            <p:nvPr/>
          </p:nvSpPr>
          <p:spPr bwMode="auto">
            <a:xfrm rot="-155667">
              <a:off x="4106863" y="4430713"/>
              <a:ext cx="111125" cy="220662"/>
            </a:xfrm>
            <a:prstGeom prst="ellipse">
              <a:avLst/>
            </a:prstGeom>
            <a:solidFill>
              <a:srgbClr val="606060"/>
            </a:solidFill>
            <a:ln w="9525">
              <a:noFill/>
              <a:round/>
              <a:headEnd/>
              <a:tailEnd/>
            </a:ln>
          </p:spPr>
          <p:txBody>
            <a:bodyPr/>
            <a:lstStyle/>
            <a:p>
              <a:pPr algn="ctr" eaLnBrk="0" hangingPunct="0"/>
              <a:endParaRPr lang="nl-BE"/>
            </a:p>
          </p:txBody>
        </p:sp>
        <p:sp>
          <p:nvSpPr>
            <p:cNvPr id="43254" name="Oval 271"/>
            <p:cNvSpPr>
              <a:spLocks noChangeArrowheads="1"/>
            </p:cNvSpPr>
            <p:nvPr/>
          </p:nvSpPr>
          <p:spPr bwMode="auto">
            <a:xfrm rot="-155667">
              <a:off x="4105275" y="4435475"/>
              <a:ext cx="103188" cy="207963"/>
            </a:xfrm>
            <a:prstGeom prst="ellipse">
              <a:avLst/>
            </a:prstGeom>
            <a:solidFill>
              <a:srgbClr val="404040"/>
            </a:solidFill>
            <a:ln w="9525">
              <a:noFill/>
              <a:round/>
              <a:headEnd/>
              <a:tailEnd/>
            </a:ln>
          </p:spPr>
          <p:txBody>
            <a:bodyPr/>
            <a:lstStyle/>
            <a:p>
              <a:pPr algn="ctr" eaLnBrk="0" hangingPunct="0"/>
              <a:endParaRPr lang="nl-BE"/>
            </a:p>
          </p:txBody>
        </p:sp>
        <p:sp>
          <p:nvSpPr>
            <p:cNvPr id="43255" name="Oval 272"/>
            <p:cNvSpPr>
              <a:spLocks noChangeArrowheads="1"/>
            </p:cNvSpPr>
            <p:nvPr/>
          </p:nvSpPr>
          <p:spPr bwMode="auto">
            <a:xfrm rot="-155667">
              <a:off x="4152900" y="4522788"/>
              <a:ext cx="19050" cy="36512"/>
            </a:xfrm>
            <a:prstGeom prst="ellipse">
              <a:avLst/>
            </a:prstGeom>
            <a:solidFill>
              <a:srgbClr val="202020"/>
            </a:solidFill>
            <a:ln w="9525">
              <a:noFill/>
              <a:round/>
              <a:headEnd/>
              <a:tailEnd/>
            </a:ln>
          </p:spPr>
          <p:txBody>
            <a:bodyPr/>
            <a:lstStyle/>
            <a:p>
              <a:pPr algn="ctr" eaLnBrk="0" hangingPunct="0"/>
              <a:endParaRPr lang="nl-BE"/>
            </a:p>
          </p:txBody>
        </p:sp>
        <p:sp>
          <p:nvSpPr>
            <p:cNvPr id="43256" name="Oval 273"/>
            <p:cNvSpPr>
              <a:spLocks noChangeArrowheads="1"/>
            </p:cNvSpPr>
            <p:nvPr/>
          </p:nvSpPr>
          <p:spPr bwMode="auto">
            <a:xfrm rot="-155667">
              <a:off x="3886200" y="4373563"/>
              <a:ext cx="196850" cy="392112"/>
            </a:xfrm>
            <a:prstGeom prst="ellipse">
              <a:avLst/>
            </a:prstGeom>
            <a:solidFill>
              <a:srgbClr val="202020"/>
            </a:solidFill>
            <a:ln w="9525">
              <a:noFill/>
              <a:round/>
              <a:headEnd/>
              <a:tailEnd/>
            </a:ln>
          </p:spPr>
          <p:txBody>
            <a:bodyPr/>
            <a:lstStyle/>
            <a:p>
              <a:pPr algn="ctr" eaLnBrk="0" hangingPunct="0"/>
              <a:endParaRPr lang="nl-BE"/>
            </a:p>
          </p:txBody>
        </p:sp>
        <p:sp>
          <p:nvSpPr>
            <p:cNvPr id="43257" name="Freeform 274"/>
            <p:cNvSpPr>
              <a:spLocks/>
            </p:cNvSpPr>
            <p:nvPr/>
          </p:nvSpPr>
          <p:spPr bwMode="auto">
            <a:xfrm rot="-155667">
              <a:off x="3679825" y="4381500"/>
              <a:ext cx="192088" cy="382588"/>
            </a:xfrm>
            <a:custGeom>
              <a:avLst/>
              <a:gdLst>
                <a:gd name="T0" fmla="*/ 2147483647 w 293"/>
                <a:gd name="T1" fmla="*/ 0 h 873"/>
                <a:gd name="T2" fmla="*/ 2147483647 w 293"/>
                <a:gd name="T3" fmla="*/ 0 h 873"/>
                <a:gd name="T4" fmla="*/ 2147483647 w 293"/>
                <a:gd name="T5" fmla="*/ 2147483647 h 873"/>
                <a:gd name="T6" fmla="*/ 2147483647 w 293"/>
                <a:gd name="T7" fmla="*/ 2147483647 h 873"/>
                <a:gd name="T8" fmla="*/ 2147483647 w 293"/>
                <a:gd name="T9" fmla="*/ 2147483647 h 873"/>
                <a:gd name="T10" fmla="*/ 2147483647 w 293"/>
                <a:gd name="T11" fmla="*/ 2147483647 h 873"/>
                <a:gd name="T12" fmla="*/ 2147483647 w 293"/>
                <a:gd name="T13" fmla="*/ 2147483647 h 873"/>
                <a:gd name="T14" fmla="*/ 2147483647 w 293"/>
                <a:gd name="T15" fmla="*/ 2147483647 h 873"/>
                <a:gd name="T16" fmla="*/ 2147483647 w 293"/>
                <a:gd name="T17" fmla="*/ 2147483647 h 873"/>
                <a:gd name="T18" fmla="*/ 2147483647 w 293"/>
                <a:gd name="T19" fmla="*/ 2147483647 h 873"/>
                <a:gd name="T20" fmla="*/ 2147483647 w 293"/>
                <a:gd name="T21" fmla="*/ 2147483647 h 873"/>
                <a:gd name="T22" fmla="*/ 2147483647 w 293"/>
                <a:gd name="T23" fmla="*/ 2147483647 h 873"/>
                <a:gd name="T24" fmla="*/ 2147483647 w 293"/>
                <a:gd name="T25" fmla="*/ 2147483647 h 873"/>
                <a:gd name="T26" fmla="*/ 2147483647 w 293"/>
                <a:gd name="T27" fmla="*/ 2147483647 h 873"/>
                <a:gd name="T28" fmla="*/ 2147483647 w 293"/>
                <a:gd name="T29" fmla="*/ 2147483647 h 873"/>
                <a:gd name="T30" fmla="*/ 2147483647 w 293"/>
                <a:gd name="T31" fmla="*/ 2147483647 h 873"/>
                <a:gd name="T32" fmla="*/ 2147483647 w 293"/>
                <a:gd name="T33" fmla="*/ 2147483647 h 873"/>
                <a:gd name="T34" fmla="*/ 2147483647 w 293"/>
                <a:gd name="T35" fmla="*/ 2147483647 h 873"/>
                <a:gd name="T36" fmla="*/ 2147483647 w 293"/>
                <a:gd name="T37" fmla="*/ 2147483647 h 873"/>
                <a:gd name="T38" fmla="*/ 2147483647 w 293"/>
                <a:gd name="T39" fmla="*/ 2147483647 h 873"/>
                <a:gd name="T40" fmla="*/ 2147483647 w 293"/>
                <a:gd name="T41" fmla="*/ 2147483647 h 873"/>
                <a:gd name="T42" fmla="*/ 2147483647 w 293"/>
                <a:gd name="T43" fmla="*/ 2147483647 h 873"/>
                <a:gd name="T44" fmla="*/ 2147483647 w 293"/>
                <a:gd name="T45" fmla="*/ 2147483647 h 873"/>
                <a:gd name="T46" fmla="*/ 2147483647 w 293"/>
                <a:gd name="T47" fmla="*/ 2147483647 h 873"/>
                <a:gd name="T48" fmla="*/ 2147483647 w 293"/>
                <a:gd name="T49" fmla="*/ 2147483647 h 873"/>
                <a:gd name="T50" fmla="*/ 2147483647 w 293"/>
                <a:gd name="T51" fmla="*/ 2147483647 h 873"/>
                <a:gd name="T52" fmla="*/ 2147483647 w 293"/>
                <a:gd name="T53" fmla="*/ 2147483647 h 873"/>
                <a:gd name="T54" fmla="*/ 2147483647 w 293"/>
                <a:gd name="T55" fmla="*/ 2147483647 h 873"/>
                <a:gd name="T56" fmla="*/ 0 w 293"/>
                <a:gd name="T57" fmla="*/ 2147483647 h 873"/>
                <a:gd name="T58" fmla="*/ 0 w 293"/>
                <a:gd name="T59" fmla="*/ 2147483647 h 873"/>
                <a:gd name="T60" fmla="*/ 2147483647 w 293"/>
                <a:gd name="T61" fmla="*/ 2147483647 h 873"/>
                <a:gd name="T62" fmla="*/ 2147483647 w 293"/>
                <a:gd name="T63" fmla="*/ 2147483647 h 873"/>
                <a:gd name="T64" fmla="*/ 2147483647 w 293"/>
                <a:gd name="T65" fmla="*/ 2147483647 h 873"/>
                <a:gd name="T66" fmla="*/ 2147483647 w 293"/>
                <a:gd name="T67" fmla="*/ 2147483647 h 873"/>
                <a:gd name="T68" fmla="*/ 2147483647 w 293"/>
                <a:gd name="T69" fmla="*/ 2147483647 h 873"/>
                <a:gd name="T70" fmla="*/ 2147483647 w 293"/>
                <a:gd name="T71" fmla="*/ 2147483647 h 873"/>
                <a:gd name="T72" fmla="*/ 2147483647 w 293"/>
                <a:gd name="T73" fmla="*/ 2147483647 h 873"/>
                <a:gd name="T74" fmla="*/ 2147483647 w 293"/>
                <a:gd name="T75" fmla="*/ 2147483647 h 873"/>
                <a:gd name="T76" fmla="*/ 2147483647 w 293"/>
                <a:gd name="T77" fmla="*/ 2147483647 h 873"/>
                <a:gd name="T78" fmla="*/ 2147483647 w 293"/>
                <a:gd name="T79" fmla="*/ 2147483647 h 873"/>
                <a:gd name="T80" fmla="*/ 2147483647 w 293"/>
                <a:gd name="T81" fmla="*/ 2147483647 h 873"/>
                <a:gd name="T82" fmla="*/ 2147483647 w 293"/>
                <a:gd name="T83" fmla="*/ 2147483647 h 873"/>
                <a:gd name="T84" fmla="*/ 2147483647 w 293"/>
                <a:gd name="T85" fmla="*/ 2147483647 h 873"/>
                <a:gd name="T86" fmla="*/ 2147483647 w 293"/>
                <a:gd name="T87" fmla="*/ 2147483647 h 873"/>
                <a:gd name="T88" fmla="*/ 2147483647 w 293"/>
                <a:gd name="T89" fmla="*/ 2147483647 h 873"/>
                <a:gd name="T90" fmla="*/ 2147483647 w 293"/>
                <a:gd name="T91" fmla="*/ 2147483647 h 873"/>
                <a:gd name="T92" fmla="*/ 2147483647 w 293"/>
                <a:gd name="T93" fmla="*/ 2147483647 h 873"/>
                <a:gd name="T94" fmla="*/ 2147483647 w 293"/>
                <a:gd name="T95" fmla="*/ 2147483647 h 873"/>
                <a:gd name="T96" fmla="*/ 2147483647 w 293"/>
                <a:gd name="T97" fmla="*/ 2147483647 h 873"/>
                <a:gd name="T98" fmla="*/ 2147483647 w 293"/>
                <a:gd name="T99" fmla="*/ 2147483647 h 873"/>
                <a:gd name="T100" fmla="*/ 2147483647 w 293"/>
                <a:gd name="T101" fmla="*/ 2147483647 h 873"/>
                <a:gd name="T102" fmla="*/ 2147483647 w 293"/>
                <a:gd name="T103" fmla="*/ 2147483647 h 873"/>
                <a:gd name="T104" fmla="*/ 2147483647 w 293"/>
                <a:gd name="T105" fmla="*/ 2147483647 h 873"/>
                <a:gd name="T106" fmla="*/ 2147483647 w 293"/>
                <a:gd name="T107" fmla="*/ 2147483647 h 873"/>
                <a:gd name="T108" fmla="*/ 2147483647 w 293"/>
                <a:gd name="T109" fmla="*/ 0 h 873"/>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93"/>
                <a:gd name="T166" fmla="*/ 0 h 873"/>
                <a:gd name="T167" fmla="*/ 293 w 293"/>
                <a:gd name="T168" fmla="*/ 873 h 873"/>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93" h="873">
                  <a:moveTo>
                    <a:pt x="138" y="0"/>
                  </a:moveTo>
                  <a:lnTo>
                    <a:pt x="293" y="0"/>
                  </a:lnTo>
                  <a:lnTo>
                    <a:pt x="292" y="873"/>
                  </a:lnTo>
                  <a:lnTo>
                    <a:pt x="138" y="865"/>
                  </a:lnTo>
                  <a:lnTo>
                    <a:pt x="133" y="862"/>
                  </a:lnTo>
                  <a:lnTo>
                    <a:pt x="127" y="861"/>
                  </a:lnTo>
                  <a:lnTo>
                    <a:pt x="119" y="858"/>
                  </a:lnTo>
                  <a:lnTo>
                    <a:pt x="111" y="853"/>
                  </a:lnTo>
                  <a:lnTo>
                    <a:pt x="103" y="846"/>
                  </a:lnTo>
                  <a:lnTo>
                    <a:pt x="94" y="837"/>
                  </a:lnTo>
                  <a:lnTo>
                    <a:pt x="86" y="828"/>
                  </a:lnTo>
                  <a:lnTo>
                    <a:pt x="80" y="817"/>
                  </a:lnTo>
                  <a:lnTo>
                    <a:pt x="73" y="808"/>
                  </a:lnTo>
                  <a:lnTo>
                    <a:pt x="68" y="798"/>
                  </a:lnTo>
                  <a:lnTo>
                    <a:pt x="63" y="789"/>
                  </a:lnTo>
                  <a:lnTo>
                    <a:pt x="57" y="775"/>
                  </a:lnTo>
                  <a:lnTo>
                    <a:pt x="51" y="760"/>
                  </a:lnTo>
                  <a:lnTo>
                    <a:pt x="46" y="747"/>
                  </a:lnTo>
                  <a:lnTo>
                    <a:pt x="42" y="736"/>
                  </a:lnTo>
                  <a:lnTo>
                    <a:pt x="39" y="726"/>
                  </a:lnTo>
                  <a:lnTo>
                    <a:pt x="32" y="705"/>
                  </a:lnTo>
                  <a:lnTo>
                    <a:pt x="27" y="682"/>
                  </a:lnTo>
                  <a:lnTo>
                    <a:pt x="21" y="658"/>
                  </a:lnTo>
                  <a:lnTo>
                    <a:pt x="16" y="634"/>
                  </a:lnTo>
                  <a:lnTo>
                    <a:pt x="12" y="606"/>
                  </a:lnTo>
                  <a:lnTo>
                    <a:pt x="8" y="576"/>
                  </a:lnTo>
                  <a:lnTo>
                    <a:pt x="4" y="544"/>
                  </a:lnTo>
                  <a:lnTo>
                    <a:pt x="2" y="510"/>
                  </a:lnTo>
                  <a:lnTo>
                    <a:pt x="0" y="474"/>
                  </a:lnTo>
                  <a:lnTo>
                    <a:pt x="0" y="433"/>
                  </a:lnTo>
                  <a:lnTo>
                    <a:pt x="1" y="378"/>
                  </a:lnTo>
                  <a:lnTo>
                    <a:pt x="4" y="327"/>
                  </a:lnTo>
                  <a:lnTo>
                    <a:pt x="8" y="291"/>
                  </a:lnTo>
                  <a:lnTo>
                    <a:pt x="13" y="253"/>
                  </a:lnTo>
                  <a:lnTo>
                    <a:pt x="17" y="223"/>
                  </a:lnTo>
                  <a:lnTo>
                    <a:pt x="21" y="202"/>
                  </a:lnTo>
                  <a:lnTo>
                    <a:pt x="29" y="171"/>
                  </a:lnTo>
                  <a:lnTo>
                    <a:pt x="40" y="136"/>
                  </a:lnTo>
                  <a:lnTo>
                    <a:pt x="48" y="112"/>
                  </a:lnTo>
                  <a:lnTo>
                    <a:pt x="55" y="94"/>
                  </a:lnTo>
                  <a:lnTo>
                    <a:pt x="60" y="84"/>
                  </a:lnTo>
                  <a:lnTo>
                    <a:pt x="66" y="70"/>
                  </a:lnTo>
                  <a:lnTo>
                    <a:pt x="71" y="61"/>
                  </a:lnTo>
                  <a:lnTo>
                    <a:pt x="76" y="52"/>
                  </a:lnTo>
                  <a:lnTo>
                    <a:pt x="82" y="45"/>
                  </a:lnTo>
                  <a:lnTo>
                    <a:pt x="88" y="37"/>
                  </a:lnTo>
                  <a:lnTo>
                    <a:pt x="94" y="28"/>
                  </a:lnTo>
                  <a:lnTo>
                    <a:pt x="100" y="22"/>
                  </a:lnTo>
                  <a:lnTo>
                    <a:pt x="105" y="18"/>
                  </a:lnTo>
                  <a:lnTo>
                    <a:pt x="110" y="12"/>
                  </a:lnTo>
                  <a:lnTo>
                    <a:pt x="117" y="7"/>
                  </a:lnTo>
                  <a:lnTo>
                    <a:pt x="123" y="4"/>
                  </a:lnTo>
                  <a:lnTo>
                    <a:pt x="128" y="3"/>
                  </a:lnTo>
                  <a:lnTo>
                    <a:pt x="132" y="1"/>
                  </a:lnTo>
                  <a:lnTo>
                    <a:pt x="138" y="0"/>
                  </a:lnTo>
                  <a:close/>
                </a:path>
              </a:pathLst>
            </a:custGeom>
            <a:solidFill>
              <a:srgbClr val="202020"/>
            </a:solidFill>
            <a:ln w="9525">
              <a:noFill/>
              <a:round/>
              <a:headEnd/>
              <a:tailEnd/>
            </a:ln>
          </p:spPr>
          <p:txBody>
            <a:bodyPr/>
            <a:lstStyle/>
            <a:p>
              <a:endParaRPr lang="nl-BE"/>
            </a:p>
          </p:txBody>
        </p:sp>
        <p:sp>
          <p:nvSpPr>
            <p:cNvPr id="43258" name="Oval 275"/>
            <p:cNvSpPr>
              <a:spLocks noChangeArrowheads="1"/>
            </p:cNvSpPr>
            <p:nvPr/>
          </p:nvSpPr>
          <p:spPr bwMode="auto">
            <a:xfrm rot="-155667">
              <a:off x="3768725" y="4376738"/>
              <a:ext cx="196850" cy="384175"/>
            </a:xfrm>
            <a:prstGeom prst="ellipse">
              <a:avLst/>
            </a:prstGeom>
            <a:solidFill>
              <a:srgbClr val="404040"/>
            </a:solidFill>
            <a:ln w="9525">
              <a:noFill/>
              <a:round/>
              <a:headEnd/>
              <a:tailEnd/>
            </a:ln>
          </p:spPr>
          <p:txBody>
            <a:bodyPr/>
            <a:lstStyle/>
            <a:p>
              <a:pPr algn="ctr" eaLnBrk="0" hangingPunct="0"/>
              <a:endParaRPr lang="nl-BE"/>
            </a:p>
          </p:txBody>
        </p:sp>
        <p:sp>
          <p:nvSpPr>
            <p:cNvPr id="43259" name="Oval 276"/>
            <p:cNvSpPr>
              <a:spLocks noChangeArrowheads="1"/>
            </p:cNvSpPr>
            <p:nvPr/>
          </p:nvSpPr>
          <p:spPr bwMode="auto">
            <a:xfrm rot="-155667">
              <a:off x="3810000" y="4456113"/>
              <a:ext cx="114300" cy="223837"/>
            </a:xfrm>
            <a:prstGeom prst="ellipse">
              <a:avLst/>
            </a:prstGeom>
            <a:solidFill>
              <a:srgbClr val="A0A0A0"/>
            </a:solidFill>
            <a:ln w="9525">
              <a:noFill/>
              <a:round/>
              <a:headEnd/>
              <a:tailEnd/>
            </a:ln>
          </p:spPr>
          <p:txBody>
            <a:bodyPr/>
            <a:lstStyle/>
            <a:p>
              <a:pPr algn="ctr" eaLnBrk="0" hangingPunct="0"/>
              <a:endParaRPr lang="nl-BE"/>
            </a:p>
          </p:txBody>
        </p:sp>
        <p:sp>
          <p:nvSpPr>
            <p:cNvPr id="43260" name="Oval 277"/>
            <p:cNvSpPr>
              <a:spLocks noChangeArrowheads="1"/>
            </p:cNvSpPr>
            <p:nvPr/>
          </p:nvSpPr>
          <p:spPr bwMode="auto">
            <a:xfrm rot="-155667">
              <a:off x="3808413" y="4460875"/>
              <a:ext cx="106362" cy="211138"/>
            </a:xfrm>
            <a:prstGeom prst="ellipse">
              <a:avLst/>
            </a:prstGeom>
            <a:solidFill>
              <a:srgbClr val="808080"/>
            </a:solidFill>
            <a:ln w="9525">
              <a:noFill/>
              <a:round/>
              <a:headEnd/>
              <a:tailEnd/>
            </a:ln>
          </p:spPr>
          <p:txBody>
            <a:bodyPr/>
            <a:lstStyle/>
            <a:p>
              <a:pPr algn="ctr" eaLnBrk="0" hangingPunct="0"/>
              <a:endParaRPr lang="nl-BE"/>
            </a:p>
          </p:txBody>
        </p:sp>
        <p:sp>
          <p:nvSpPr>
            <p:cNvPr id="43261" name="Oval 278"/>
            <p:cNvSpPr>
              <a:spLocks noChangeArrowheads="1"/>
            </p:cNvSpPr>
            <p:nvPr/>
          </p:nvSpPr>
          <p:spPr bwMode="auto">
            <a:xfrm rot="-155667">
              <a:off x="3857625" y="4549775"/>
              <a:ext cx="19050" cy="36513"/>
            </a:xfrm>
            <a:prstGeom prst="ellipse">
              <a:avLst/>
            </a:prstGeom>
            <a:solidFill>
              <a:srgbClr val="404040"/>
            </a:solidFill>
            <a:ln w="9525">
              <a:noFill/>
              <a:round/>
              <a:headEnd/>
              <a:tailEnd/>
            </a:ln>
          </p:spPr>
          <p:txBody>
            <a:bodyPr/>
            <a:lstStyle/>
            <a:p>
              <a:pPr algn="ctr" eaLnBrk="0" hangingPunct="0"/>
              <a:endParaRPr lang="nl-BE"/>
            </a:p>
          </p:txBody>
        </p:sp>
        <p:sp>
          <p:nvSpPr>
            <p:cNvPr id="43262" name="Freeform 279"/>
            <p:cNvSpPr>
              <a:spLocks/>
            </p:cNvSpPr>
            <p:nvPr/>
          </p:nvSpPr>
          <p:spPr bwMode="auto">
            <a:xfrm rot="-155667">
              <a:off x="3794125" y="4375150"/>
              <a:ext cx="193675" cy="390525"/>
            </a:xfrm>
            <a:custGeom>
              <a:avLst/>
              <a:gdLst>
                <a:gd name="T0" fmla="*/ 2147483647 w 294"/>
                <a:gd name="T1" fmla="*/ 0 h 892"/>
                <a:gd name="T2" fmla="*/ 2147483647 w 294"/>
                <a:gd name="T3" fmla="*/ 0 h 892"/>
                <a:gd name="T4" fmla="*/ 2147483647 w 294"/>
                <a:gd name="T5" fmla="*/ 2147483647 h 892"/>
                <a:gd name="T6" fmla="*/ 2147483647 w 294"/>
                <a:gd name="T7" fmla="*/ 2147483647 h 892"/>
                <a:gd name="T8" fmla="*/ 2147483647 w 294"/>
                <a:gd name="T9" fmla="*/ 2147483647 h 892"/>
                <a:gd name="T10" fmla="*/ 2147483647 w 294"/>
                <a:gd name="T11" fmla="*/ 2147483647 h 892"/>
                <a:gd name="T12" fmla="*/ 2147483647 w 294"/>
                <a:gd name="T13" fmla="*/ 2147483647 h 892"/>
                <a:gd name="T14" fmla="*/ 2147483647 w 294"/>
                <a:gd name="T15" fmla="*/ 2147483647 h 892"/>
                <a:gd name="T16" fmla="*/ 2147483647 w 294"/>
                <a:gd name="T17" fmla="*/ 2147483647 h 892"/>
                <a:gd name="T18" fmla="*/ 2147483647 w 294"/>
                <a:gd name="T19" fmla="*/ 2147483647 h 892"/>
                <a:gd name="T20" fmla="*/ 2147483647 w 294"/>
                <a:gd name="T21" fmla="*/ 2147483647 h 892"/>
                <a:gd name="T22" fmla="*/ 2147483647 w 294"/>
                <a:gd name="T23" fmla="*/ 2147483647 h 892"/>
                <a:gd name="T24" fmla="*/ 2147483647 w 294"/>
                <a:gd name="T25" fmla="*/ 2147483647 h 892"/>
                <a:gd name="T26" fmla="*/ 2147483647 w 294"/>
                <a:gd name="T27" fmla="*/ 2147483647 h 892"/>
                <a:gd name="T28" fmla="*/ 2147483647 w 294"/>
                <a:gd name="T29" fmla="*/ 2147483647 h 892"/>
                <a:gd name="T30" fmla="*/ 2147483647 w 294"/>
                <a:gd name="T31" fmla="*/ 2147483647 h 892"/>
                <a:gd name="T32" fmla="*/ 2147483647 w 294"/>
                <a:gd name="T33" fmla="*/ 2147483647 h 892"/>
                <a:gd name="T34" fmla="*/ 2147483647 w 294"/>
                <a:gd name="T35" fmla="*/ 2147483647 h 892"/>
                <a:gd name="T36" fmla="*/ 2147483647 w 294"/>
                <a:gd name="T37" fmla="*/ 2147483647 h 892"/>
                <a:gd name="T38" fmla="*/ 2147483647 w 294"/>
                <a:gd name="T39" fmla="*/ 2147483647 h 892"/>
                <a:gd name="T40" fmla="*/ 2147483647 w 294"/>
                <a:gd name="T41" fmla="*/ 2147483647 h 892"/>
                <a:gd name="T42" fmla="*/ 2147483647 w 294"/>
                <a:gd name="T43" fmla="*/ 2147483647 h 892"/>
                <a:gd name="T44" fmla="*/ 2147483647 w 294"/>
                <a:gd name="T45" fmla="*/ 2147483647 h 892"/>
                <a:gd name="T46" fmla="*/ 2147483647 w 294"/>
                <a:gd name="T47" fmla="*/ 2147483647 h 892"/>
                <a:gd name="T48" fmla="*/ 2147483647 w 294"/>
                <a:gd name="T49" fmla="*/ 2147483647 h 892"/>
                <a:gd name="T50" fmla="*/ 2147483647 w 294"/>
                <a:gd name="T51" fmla="*/ 2147483647 h 892"/>
                <a:gd name="T52" fmla="*/ 2147483647 w 294"/>
                <a:gd name="T53" fmla="*/ 2147483647 h 892"/>
                <a:gd name="T54" fmla="*/ 2147483647 w 294"/>
                <a:gd name="T55" fmla="*/ 2147483647 h 892"/>
                <a:gd name="T56" fmla="*/ 0 w 294"/>
                <a:gd name="T57" fmla="*/ 2147483647 h 892"/>
                <a:gd name="T58" fmla="*/ 2147483647 w 294"/>
                <a:gd name="T59" fmla="*/ 2147483647 h 892"/>
                <a:gd name="T60" fmla="*/ 2147483647 w 294"/>
                <a:gd name="T61" fmla="*/ 2147483647 h 892"/>
                <a:gd name="T62" fmla="*/ 2147483647 w 294"/>
                <a:gd name="T63" fmla="*/ 2147483647 h 892"/>
                <a:gd name="T64" fmla="*/ 2147483647 w 294"/>
                <a:gd name="T65" fmla="*/ 2147483647 h 892"/>
                <a:gd name="T66" fmla="*/ 2147483647 w 294"/>
                <a:gd name="T67" fmla="*/ 2147483647 h 892"/>
                <a:gd name="T68" fmla="*/ 2147483647 w 294"/>
                <a:gd name="T69" fmla="*/ 2147483647 h 892"/>
                <a:gd name="T70" fmla="*/ 2147483647 w 294"/>
                <a:gd name="T71" fmla="*/ 2147483647 h 892"/>
                <a:gd name="T72" fmla="*/ 2147483647 w 294"/>
                <a:gd name="T73" fmla="*/ 2147483647 h 892"/>
                <a:gd name="T74" fmla="*/ 2147483647 w 294"/>
                <a:gd name="T75" fmla="*/ 2147483647 h 892"/>
                <a:gd name="T76" fmla="*/ 2147483647 w 294"/>
                <a:gd name="T77" fmla="*/ 2147483647 h 892"/>
                <a:gd name="T78" fmla="*/ 2147483647 w 294"/>
                <a:gd name="T79" fmla="*/ 2147483647 h 892"/>
                <a:gd name="T80" fmla="*/ 2147483647 w 294"/>
                <a:gd name="T81" fmla="*/ 2147483647 h 892"/>
                <a:gd name="T82" fmla="*/ 2147483647 w 294"/>
                <a:gd name="T83" fmla="*/ 2147483647 h 892"/>
                <a:gd name="T84" fmla="*/ 2147483647 w 294"/>
                <a:gd name="T85" fmla="*/ 2147483647 h 892"/>
                <a:gd name="T86" fmla="*/ 2147483647 w 294"/>
                <a:gd name="T87" fmla="*/ 2147483647 h 892"/>
                <a:gd name="T88" fmla="*/ 2147483647 w 294"/>
                <a:gd name="T89" fmla="*/ 2147483647 h 892"/>
                <a:gd name="T90" fmla="*/ 2147483647 w 294"/>
                <a:gd name="T91" fmla="*/ 2147483647 h 892"/>
                <a:gd name="T92" fmla="*/ 2147483647 w 294"/>
                <a:gd name="T93" fmla="*/ 2147483647 h 892"/>
                <a:gd name="T94" fmla="*/ 2147483647 w 294"/>
                <a:gd name="T95" fmla="*/ 2147483647 h 892"/>
                <a:gd name="T96" fmla="*/ 2147483647 w 294"/>
                <a:gd name="T97" fmla="*/ 2147483647 h 892"/>
                <a:gd name="T98" fmla="*/ 2147483647 w 294"/>
                <a:gd name="T99" fmla="*/ 2147483647 h 892"/>
                <a:gd name="T100" fmla="*/ 2147483647 w 294"/>
                <a:gd name="T101" fmla="*/ 2147483647 h 892"/>
                <a:gd name="T102" fmla="*/ 2147483647 w 294"/>
                <a:gd name="T103" fmla="*/ 2147483647 h 892"/>
                <a:gd name="T104" fmla="*/ 2147483647 w 294"/>
                <a:gd name="T105" fmla="*/ 2147483647 h 892"/>
                <a:gd name="T106" fmla="*/ 2147483647 w 294"/>
                <a:gd name="T107" fmla="*/ 2147483647 h 892"/>
                <a:gd name="T108" fmla="*/ 2147483647 w 294"/>
                <a:gd name="T109" fmla="*/ 0 h 89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94"/>
                <a:gd name="T166" fmla="*/ 0 h 892"/>
                <a:gd name="T167" fmla="*/ 294 w 294"/>
                <a:gd name="T168" fmla="*/ 892 h 892"/>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94" h="892">
                  <a:moveTo>
                    <a:pt x="138" y="0"/>
                  </a:moveTo>
                  <a:lnTo>
                    <a:pt x="294" y="0"/>
                  </a:lnTo>
                  <a:lnTo>
                    <a:pt x="292" y="892"/>
                  </a:lnTo>
                  <a:lnTo>
                    <a:pt x="138" y="885"/>
                  </a:lnTo>
                  <a:lnTo>
                    <a:pt x="132" y="882"/>
                  </a:lnTo>
                  <a:lnTo>
                    <a:pt x="127" y="882"/>
                  </a:lnTo>
                  <a:lnTo>
                    <a:pt x="119" y="877"/>
                  </a:lnTo>
                  <a:lnTo>
                    <a:pt x="111" y="873"/>
                  </a:lnTo>
                  <a:lnTo>
                    <a:pt x="102" y="865"/>
                  </a:lnTo>
                  <a:lnTo>
                    <a:pt x="93" y="856"/>
                  </a:lnTo>
                  <a:lnTo>
                    <a:pt x="86" y="846"/>
                  </a:lnTo>
                  <a:lnTo>
                    <a:pt x="79" y="837"/>
                  </a:lnTo>
                  <a:lnTo>
                    <a:pt x="73" y="826"/>
                  </a:lnTo>
                  <a:lnTo>
                    <a:pt x="68" y="816"/>
                  </a:lnTo>
                  <a:lnTo>
                    <a:pt x="63" y="807"/>
                  </a:lnTo>
                  <a:lnTo>
                    <a:pt x="56" y="792"/>
                  </a:lnTo>
                  <a:lnTo>
                    <a:pt x="51" y="778"/>
                  </a:lnTo>
                  <a:lnTo>
                    <a:pt x="46" y="763"/>
                  </a:lnTo>
                  <a:lnTo>
                    <a:pt x="41" y="753"/>
                  </a:lnTo>
                  <a:lnTo>
                    <a:pt x="38" y="742"/>
                  </a:lnTo>
                  <a:lnTo>
                    <a:pt x="32" y="721"/>
                  </a:lnTo>
                  <a:lnTo>
                    <a:pt x="26" y="699"/>
                  </a:lnTo>
                  <a:lnTo>
                    <a:pt x="22" y="673"/>
                  </a:lnTo>
                  <a:lnTo>
                    <a:pt x="16" y="649"/>
                  </a:lnTo>
                  <a:lnTo>
                    <a:pt x="12" y="619"/>
                  </a:lnTo>
                  <a:lnTo>
                    <a:pt x="9" y="589"/>
                  </a:lnTo>
                  <a:lnTo>
                    <a:pt x="5" y="556"/>
                  </a:lnTo>
                  <a:lnTo>
                    <a:pt x="2" y="520"/>
                  </a:lnTo>
                  <a:lnTo>
                    <a:pt x="0" y="484"/>
                  </a:lnTo>
                  <a:lnTo>
                    <a:pt x="1" y="442"/>
                  </a:lnTo>
                  <a:lnTo>
                    <a:pt x="1" y="387"/>
                  </a:lnTo>
                  <a:lnTo>
                    <a:pt x="5" y="334"/>
                  </a:lnTo>
                  <a:lnTo>
                    <a:pt x="9" y="297"/>
                  </a:lnTo>
                  <a:lnTo>
                    <a:pt x="13" y="259"/>
                  </a:lnTo>
                  <a:lnTo>
                    <a:pt x="18" y="229"/>
                  </a:lnTo>
                  <a:lnTo>
                    <a:pt x="22" y="207"/>
                  </a:lnTo>
                  <a:lnTo>
                    <a:pt x="28" y="175"/>
                  </a:lnTo>
                  <a:lnTo>
                    <a:pt x="39" y="141"/>
                  </a:lnTo>
                  <a:lnTo>
                    <a:pt x="48" y="115"/>
                  </a:lnTo>
                  <a:lnTo>
                    <a:pt x="55" y="97"/>
                  </a:lnTo>
                  <a:lnTo>
                    <a:pt x="60" y="85"/>
                  </a:lnTo>
                  <a:lnTo>
                    <a:pt x="65" y="73"/>
                  </a:lnTo>
                  <a:lnTo>
                    <a:pt x="71" y="63"/>
                  </a:lnTo>
                  <a:lnTo>
                    <a:pt x="76" y="54"/>
                  </a:lnTo>
                  <a:lnTo>
                    <a:pt x="81" y="46"/>
                  </a:lnTo>
                  <a:lnTo>
                    <a:pt x="87" y="37"/>
                  </a:lnTo>
                  <a:lnTo>
                    <a:pt x="94" y="30"/>
                  </a:lnTo>
                  <a:lnTo>
                    <a:pt x="99" y="24"/>
                  </a:lnTo>
                  <a:lnTo>
                    <a:pt x="105" y="18"/>
                  </a:lnTo>
                  <a:lnTo>
                    <a:pt x="110" y="13"/>
                  </a:lnTo>
                  <a:lnTo>
                    <a:pt x="117" y="9"/>
                  </a:lnTo>
                  <a:lnTo>
                    <a:pt x="122" y="4"/>
                  </a:lnTo>
                  <a:lnTo>
                    <a:pt x="128" y="3"/>
                  </a:lnTo>
                  <a:lnTo>
                    <a:pt x="132" y="1"/>
                  </a:lnTo>
                  <a:lnTo>
                    <a:pt x="138" y="0"/>
                  </a:lnTo>
                  <a:close/>
                </a:path>
              </a:pathLst>
            </a:custGeom>
            <a:solidFill>
              <a:srgbClr val="202020"/>
            </a:solidFill>
            <a:ln w="9525">
              <a:noFill/>
              <a:round/>
              <a:headEnd/>
              <a:tailEnd/>
            </a:ln>
          </p:spPr>
          <p:txBody>
            <a:bodyPr/>
            <a:lstStyle/>
            <a:p>
              <a:endParaRPr lang="nl-BE"/>
            </a:p>
          </p:txBody>
        </p:sp>
        <p:sp>
          <p:nvSpPr>
            <p:cNvPr id="43263" name="Oval 280"/>
            <p:cNvSpPr>
              <a:spLocks noChangeArrowheads="1"/>
            </p:cNvSpPr>
            <p:nvPr/>
          </p:nvSpPr>
          <p:spPr bwMode="auto">
            <a:xfrm rot="-155667">
              <a:off x="3925888" y="4452938"/>
              <a:ext cx="114300" cy="230187"/>
            </a:xfrm>
            <a:prstGeom prst="ellipse">
              <a:avLst/>
            </a:prstGeom>
            <a:solidFill>
              <a:srgbClr val="606060"/>
            </a:solidFill>
            <a:ln w="9525">
              <a:noFill/>
              <a:round/>
              <a:headEnd/>
              <a:tailEnd/>
            </a:ln>
          </p:spPr>
          <p:txBody>
            <a:bodyPr/>
            <a:lstStyle/>
            <a:p>
              <a:pPr algn="ctr" eaLnBrk="0" hangingPunct="0"/>
              <a:endParaRPr lang="nl-BE"/>
            </a:p>
          </p:txBody>
        </p:sp>
        <p:sp>
          <p:nvSpPr>
            <p:cNvPr id="43264" name="Oval 281"/>
            <p:cNvSpPr>
              <a:spLocks noChangeArrowheads="1"/>
            </p:cNvSpPr>
            <p:nvPr/>
          </p:nvSpPr>
          <p:spPr bwMode="auto">
            <a:xfrm rot="-155667">
              <a:off x="3924300" y="4459288"/>
              <a:ext cx="106363" cy="214312"/>
            </a:xfrm>
            <a:prstGeom prst="ellipse">
              <a:avLst/>
            </a:prstGeom>
            <a:solidFill>
              <a:srgbClr val="404040"/>
            </a:solidFill>
            <a:ln w="9525">
              <a:noFill/>
              <a:round/>
              <a:headEnd/>
              <a:tailEnd/>
            </a:ln>
          </p:spPr>
          <p:txBody>
            <a:bodyPr/>
            <a:lstStyle/>
            <a:p>
              <a:pPr algn="ctr" eaLnBrk="0" hangingPunct="0"/>
              <a:endParaRPr lang="nl-BE"/>
            </a:p>
          </p:txBody>
        </p:sp>
        <p:sp>
          <p:nvSpPr>
            <p:cNvPr id="43265" name="Oval 282"/>
            <p:cNvSpPr>
              <a:spLocks noChangeArrowheads="1"/>
            </p:cNvSpPr>
            <p:nvPr/>
          </p:nvSpPr>
          <p:spPr bwMode="auto">
            <a:xfrm rot="-155667">
              <a:off x="3973513" y="4548188"/>
              <a:ext cx="19050" cy="39687"/>
            </a:xfrm>
            <a:prstGeom prst="ellipse">
              <a:avLst/>
            </a:prstGeom>
            <a:solidFill>
              <a:srgbClr val="202020"/>
            </a:solidFill>
            <a:ln w="9525">
              <a:noFill/>
              <a:round/>
              <a:headEnd/>
              <a:tailEnd/>
            </a:ln>
          </p:spPr>
          <p:txBody>
            <a:bodyPr/>
            <a:lstStyle/>
            <a:p>
              <a:pPr algn="ctr" eaLnBrk="0" hangingPunct="0"/>
              <a:endParaRPr lang="nl-BE"/>
            </a:p>
          </p:txBody>
        </p:sp>
        <p:sp>
          <p:nvSpPr>
            <p:cNvPr id="43266" name="Freeform 283"/>
            <p:cNvSpPr>
              <a:spLocks/>
            </p:cNvSpPr>
            <p:nvPr/>
          </p:nvSpPr>
          <p:spPr bwMode="auto">
            <a:xfrm rot="-155667">
              <a:off x="4368800" y="4344988"/>
              <a:ext cx="207963" cy="339725"/>
            </a:xfrm>
            <a:custGeom>
              <a:avLst/>
              <a:gdLst>
                <a:gd name="T0" fmla="*/ 0 w 315"/>
                <a:gd name="T1" fmla="*/ 0 h 778"/>
                <a:gd name="T2" fmla="*/ 2147483647 w 315"/>
                <a:gd name="T3" fmla="*/ 2147483647 h 778"/>
                <a:gd name="T4" fmla="*/ 2147483647 w 315"/>
                <a:gd name="T5" fmla="*/ 2147483647 h 778"/>
                <a:gd name="T6" fmla="*/ 2147483647 w 315"/>
                <a:gd name="T7" fmla="*/ 2147483647 h 778"/>
                <a:gd name="T8" fmla="*/ 0 w 315"/>
                <a:gd name="T9" fmla="*/ 0 h 778"/>
                <a:gd name="T10" fmla="*/ 0 60000 65536"/>
                <a:gd name="T11" fmla="*/ 0 60000 65536"/>
                <a:gd name="T12" fmla="*/ 0 60000 65536"/>
                <a:gd name="T13" fmla="*/ 0 60000 65536"/>
                <a:gd name="T14" fmla="*/ 0 60000 65536"/>
                <a:gd name="T15" fmla="*/ 0 w 315"/>
                <a:gd name="T16" fmla="*/ 0 h 778"/>
                <a:gd name="T17" fmla="*/ 315 w 315"/>
                <a:gd name="T18" fmla="*/ 778 h 778"/>
              </a:gdLst>
              <a:ahLst/>
              <a:cxnLst>
                <a:cxn ang="T10">
                  <a:pos x="T0" y="T1"/>
                </a:cxn>
                <a:cxn ang="T11">
                  <a:pos x="T2" y="T3"/>
                </a:cxn>
                <a:cxn ang="T12">
                  <a:pos x="T4" y="T5"/>
                </a:cxn>
                <a:cxn ang="T13">
                  <a:pos x="T6" y="T7"/>
                </a:cxn>
                <a:cxn ang="T14">
                  <a:pos x="T8" y="T9"/>
                </a:cxn>
              </a:cxnLst>
              <a:rect l="T15" t="T16" r="T17" b="T18"/>
              <a:pathLst>
                <a:path w="315" h="778">
                  <a:moveTo>
                    <a:pt x="0" y="0"/>
                  </a:moveTo>
                  <a:lnTo>
                    <a:pt x="315" y="10"/>
                  </a:lnTo>
                  <a:lnTo>
                    <a:pt x="315" y="778"/>
                  </a:lnTo>
                  <a:lnTo>
                    <a:pt x="5" y="762"/>
                  </a:lnTo>
                  <a:lnTo>
                    <a:pt x="0" y="0"/>
                  </a:lnTo>
                  <a:close/>
                </a:path>
              </a:pathLst>
            </a:custGeom>
            <a:solidFill>
              <a:srgbClr val="606060"/>
            </a:solidFill>
            <a:ln w="9525">
              <a:noFill/>
              <a:round/>
              <a:headEnd/>
              <a:tailEnd/>
            </a:ln>
          </p:spPr>
          <p:txBody>
            <a:bodyPr/>
            <a:lstStyle/>
            <a:p>
              <a:endParaRPr lang="nl-BE"/>
            </a:p>
          </p:txBody>
        </p:sp>
        <p:sp>
          <p:nvSpPr>
            <p:cNvPr id="43267" name="Freeform 284"/>
            <p:cNvSpPr>
              <a:spLocks/>
            </p:cNvSpPr>
            <p:nvPr/>
          </p:nvSpPr>
          <p:spPr bwMode="auto">
            <a:xfrm rot="-155667">
              <a:off x="4365625" y="4344988"/>
              <a:ext cx="207963" cy="238125"/>
            </a:xfrm>
            <a:custGeom>
              <a:avLst/>
              <a:gdLst>
                <a:gd name="T0" fmla="*/ 0 w 315"/>
                <a:gd name="T1" fmla="*/ 0 h 544"/>
                <a:gd name="T2" fmla="*/ 2147483647 w 315"/>
                <a:gd name="T3" fmla="*/ 2147483647 h 544"/>
                <a:gd name="T4" fmla="*/ 2147483647 w 315"/>
                <a:gd name="T5" fmla="*/ 2147483647 h 544"/>
                <a:gd name="T6" fmla="*/ 2147483647 w 315"/>
                <a:gd name="T7" fmla="*/ 2147483647 h 544"/>
                <a:gd name="T8" fmla="*/ 0 w 315"/>
                <a:gd name="T9" fmla="*/ 0 h 544"/>
                <a:gd name="T10" fmla="*/ 0 60000 65536"/>
                <a:gd name="T11" fmla="*/ 0 60000 65536"/>
                <a:gd name="T12" fmla="*/ 0 60000 65536"/>
                <a:gd name="T13" fmla="*/ 0 60000 65536"/>
                <a:gd name="T14" fmla="*/ 0 60000 65536"/>
                <a:gd name="T15" fmla="*/ 0 w 315"/>
                <a:gd name="T16" fmla="*/ 0 h 544"/>
                <a:gd name="T17" fmla="*/ 315 w 315"/>
                <a:gd name="T18" fmla="*/ 544 h 544"/>
              </a:gdLst>
              <a:ahLst/>
              <a:cxnLst>
                <a:cxn ang="T10">
                  <a:pos x="T0" y="T1"/>
                </a:cxn>
                <a:cxn ang="T11">
                  <a:pos x="T2" y="T3"/>
                </a:cxn>
                <a:cxn ang="T12">
                  <a:pos x="T4" y="T5"/>
                </a:cxn>
                <a:cxn ang="T13">
                  <a:pos x="T6" y="T7"/>
                </a:cxn>
                <a:cxn ang="T14">
                  <a:pos x="T8" y="T9"/>
                </a:cxn>
              </a:cxnLst>
              <a:rect l="T15" t="T16" r="T17" b="T18"/>
              <a:pathLst>
                <a:path w="315" h="544">
                  <a:moveTo>
                    <a:pt x="0" y="0"/>
                  </a:moveTo>
                  <a:lnTo>
                    <a:pt x="315" y="10"/>
                  </a:lnTo>
                  <a:lnTo>
                    <a:pt x="315" y="544"/>
                  </a:lnTo>
                  <a:lnTo>
                    <a:pt x="2" y="514"/>
                  </a:lnTo>
                  <a:lnTo>
                    <a:pt x="0" y="0"/>
                  </a:lnTo>
                  <a:close/>
                </a:path>
              </a:pathLst>
            </a:custGeom>
            <a:solidFill>
              <a:srgbClr val="404040"/>
            </a:solidFill>
            <a:ln w="9525">
              <a:noFill/>
              <a:round/>
              <a:headEnd/>
              <a:tailEnd/>
            </a:ln>
          </p:spPr>
          <p:txBody>
            <a:bodyPr/>
            <a:lstStyle/>
            <a:p>
              <a:endParaRPr lang="nl-BE"/>
            </a:p>
          </p:txBody>
        </p:sp>
        <p:sp>
          <p:nvSpPr>
            <p:cNvPr id="43268" name="Freeform 285"/>
            <p:cNvSpPr>
              <a:spLocks/>
            </p:cNvSpPr>
            <p:nvPr/>
          </p:nvSpPr>
          <p:spPr bwMode="auto">
            <a:xfrm rot="-155667">
              <a:off x="3657600" y="4352925"/>
              <a:ext cx="200025" cy="307975"/>
            </a:xfrm>
            <a:custGeom>
              <a:avLst/>
              <a:gdLst>
                <a:gd name="T0" fmla="*/ 0 w 304"/>
                <a:gd name="T1" fmla="*/ 0 h 702"/>
                <a:gd name="T2" fmla="*/ 2147483647 w 304"/>
                <a:gd name="T3" fmla="*/ 2147483647 h 702"/>
                <a:gd name="T4" fmla="*/ 2147483647 w 304"/>
                <a:gd name="T5" fmla="*/ 2147483647 h 702"/>
                <a:gd name="T6" fmla="*/ 0 w 304"/>
                <a:gd name="T7" fmla="*/ 2147483647 h 702"/>
                <a:gd name="T8" fmla="*/ 0 w 304"/>
                <a:gd name="T9" fmla="*/ 0 h 702"/>
                <a:gd name="T10" fmla="*/ 0 60000 65536"/>
                <a:gd name="T11" fmla="*/ 0 60000 65536"/>
                <a:gd name="T12" fmla="*/ 0 60000 65536"/>
                <a:gd name="T13" fmla="*/ 0 60000 65536"/>
                <a:gd name="T14" fmla="*/ 0 60000 65536"/>
                <a:gd name="T15" fmla="*/ 0 w 304"/>
                <a:gd name="T16" fmla="*/ 0 h 702"/>
                <a:gd name="T17" fmla="*/ 304 w 304"/>
                <a:gd name="T18" fmla="*/ 702 h 702"/>
              </a:gdLst>
              <a:ahLst/>
              <a:cxnLst>
                <a:cxn ang="T10">
                  <a:pos x="T0" y="T1"/>
                </a:cxn>
                <a:cxn ang="T11">
                  <a:pos x="T2" y="T3"/>
                </a:cxn>
                <a:cxn ang="T12">
                  <a:pos x="T4" y="T5"/>
                </a:cxn>
                <a:cxn ang="T13">
                  <a:pos x="T6" y="T7"/>
                </a:cxn>
                <a:cxn ang="T14">
                  <a:pos x="T8" y="T9"/>
                </a:cxn>
              </a:cxnLst>
              <a:rect l="T15" t="T16" r="T17" b="T18"/>
              <a:pathLst>
                <a:path w="304" h="702">
                  <a:moveTo>
                    <a:pt x="0" y="0"/>
                  </a:moveTo>
                  <a:lnTo>
                    <a:pt x="304" y="4"/>
                  </a:lnTo>
                  <a:lnTo>
                    <a:pt x="304" y="702"/>
                  </a:lnTo>
                  <a:lnTo>
                    <a:pt x="0" y="687"/>
                  </a:lnTo>
                  <a:lnTo>
                    <a:pt x="0" y="0"/>
                  </a:lnTo>
                  <a:close/>
                </a:path>
              </a:pathLst>
            </a:custGeom>
            <a:solidFill>
              <a:srgbClr val="606060"/>
            </a:solidFill>
            <a:ln w="9525">
              <a:noFill/>
              <a:round/>
              <a:headEnd/>
              <a:tailEnd/>
            </a:ln>
          </p:spPr>
          <p:txBody>
            <a:bodyPr/>
            <a:lstStyle/>
            <a:p>
              <a:endParaRPr lang="nl-BE"/>
            </a:p>
          </p:txBody>
        </p:sp>
        <p:sp>
          <p:nvSpPr>
            <p:cNvPr id="43269" name="Freeform 286"/>
            <p:cNvSpPr>
              <a:spLocks/>
            </p:cNvSpPr>
            <p:nvPr/>
          </p:nvSpPr>
          <p:spPr bwMode="auto">
            <a:xfrm rot="-155667">
              <a:off x="3652838" y="4352925"/>
              <a:ext cx="200025" cy="165100"/>
            </a:xfrm>
            <a:custGeom>
              <a:avLst/>
              <a:gdLst>
                <a:gd name="T0" fmla="*/ 0 w 304"/>
                <a:gd name="T1" fmla="*/ 0 h 378"/>
                <a:gd name="T2" fmla="*/ 2147483647 w 304"/>
                <a:gd name="T3" fmla="*/ 2147483647 h 378"/>
                <a:gd name="T4" fmla="*/ 2147483647 w 304"/>
                <a:gd name="T5" fmla="*/ 2147483647 h 378"/>
                <a:gd name="T6" fmla="*/ 0 w 304"/>
                <a:gd name="T7" fmla="*/ 2147483647 h 378"/>
                <a:gd name="T8" fmla="*/ 0 w 304"/>
                <a:gd name="T9" fmla="*/ 0 h 378"/>
                <a:gd name="T10" fmla="*/ 0 60000 65536"/>
                <a:gd name="T11" fmla="*/ 0 60000 65536"/>
                <a:gd name="T12" fmla="*/ 0 60000 65536"/>
                <a:gd name="T13" fmla="*/ 0 60000 65536"/>
                <a:gd name="T14" fmla="*/ 0 60000 65536"/>
                <a:gd name="T15" fmla="*/ 0 w 304"/>
                <a:gd name="T16" fmla="*/ 0 h 378"/>
                <a:gd name="T17" fmla="*/ 304 w 304"/>
                <a:gd name="T18" fmla="*/ 378 h 378"/>
              </a:gdLst>
              <a:ahLst/>
              <a:cxnLst>
                <a:cxn ang="T10">
                  <a:pos x="T0" y="T1"/>
                </a:cxn>
                <a:cxn ang="T11">
                  <a:pos x="T2" y="T3"/>
                </a:cxn>
                <a:cxn ang="T12">
                  <a:pos x="T4" y="T5"/>
                </a:cxn>
                <a:cxn ang="T13">
                  <a:pos x="T6" y="T7"/>
                </a:cxn>
                <a:cxn ang="T14">
                  <a:pos x="T8" y="T9"/>
                </a:cxn>
              </a:cxnLst>
              <a:rect l="T15" t="T16" r="T17" b="T18"/>
              <a:pathLst>
                <a:path w="304" h="378">
                  <a:moveTo>
                    <a:pt x="0" y="0"/>
                  </a:moveTo>
                  <a:lnTo>
                    <a:pt x="304" y="4"/>
                  </a:lnTo>
                  <a:lnTo>
                    <a:pt x="304" y="378"/>
                  </a:lnTo>
                  <a:lnTo>
                    <a:pt x="0" y="333"/>
                  </a:lnTo>
                  <a:lnTo>
                    <a:pt x="0" y="0"/>
                  </a:lnTo>
                  <a:close/>
                </a:path>
              </a:pathLst>
            </a:custGeom>
            <a:solidFill>
              <a:srgbClr val="404040"/>
            </a:solidFill>
            <a:ln w="9525">
              <a:noFill/>
              <a:round/>
              <a:headEnd/>
              <a:tailEnd/>
            </a:ln>
          </p:spPr>
          <p:txBody>
            <a:bodyPr/>
            <a:lstStyle/>
            <a:p>
              <a:endParaRPr lang="nl-BE"/>
            </a:p>
          </p:txBody>
        </p:sp>
        <p:sp>
          <p:nvSpPr>
            <p:cNvPr id="43270" name="Freeform 287"/>
            <p:cNvSpPr>
              <a:spLocks/>
            </p:cNvSpPr>
            <p:nvPr/>
          </p:nvSpPr>
          <p:spPr bwMode="auto">
            <a:xfrm rot="-155667">
              <a:off x="3724275" y="4351338"/>
              <a:ext cx="677863" cy="179387"/>
            </a:xfrm>
            <a:custGeom>
              <a:avLst/>
              <a:gdLst>
                <a:gd name="T0" fmla="*/ 2147483647 w 1034"/>
                <a:gd name="T1" fmla="*/ 0 h 412"/>
                <a:gd name="T2" fmla="*/ 2147483647 w 1034"/>
                <a:gd name="T3" fmla="*/ 2147483647 h 412"/>
                <a:gd name="T4" fmla="*/ 2147483647 w 1034"/>
                <a:gd name="T5" fmla="*/ 2147483647 h 412"/>
                <a:gd name="T6" fmla="*/ 2147483647 w 1034"/>
                <a:gd name="T7" fmla="*/ 2147483647 h 412"/>
                <a:gd name="T8" fmla="*/ 2147483647 w 1034"/>
                <a:gd name="T9" fmla="*/ 2147483647 h 412"/>
                <a:gd name="T10" fmla="*/ 2147483647 w 1034"/>
                <a:gd name="T11" fmla="*/ 2147483647 h 412"/>
                <a:gd name="T12" fmla="*/ 2147483647 w 1034"/>
                <a:gd name="T13" fmla="*/ 2147483647 h 412"/>
                <a:gd name="T14" fmla="*/ 2147483647 w 1034"/>
                <a:gd name="T15" fmla="*/ 2147483647 h 412"/>
                <a:gd name="T16" fmla="*/ 2147483647 w 1034"/>
                <a:gd name="T17" fmla="*/ 2147483647 h 412"/>
                <a:gd name="T18" fmla="*/ 0 w 1034"/>
                <a:gd name="T19" fmla="*/ 2147483647 h 412"/>
                <a:gd name="T20" fmla="*/ 0 w 1034"/>
                <a:gd name="T21" fmla="*/ 2147483647 h 412"/>
                <a:gd name="T22" fmla="*/ 2147483647 w 1034"/>
                <a:gd name="T23" fmla="*/ 2147483647 h 412"/>
                <a:gd name="T24" fmla="*/ 2147483647 w 1034"/>
                <a:gd name="T25" fmla="*/ 0 h 41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34"/>
                <a:gd name="T40" fmla="*/ 0 h 412"/>
                <a:gd name="T41" fmla="*/ 1034 w 1034"/>
                <a:gd name="T42" fmla="*/ 412 h 41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34" h="412">
                  <a:moveTo>
                    <a:pt x="151" y="0"/>
                  </a:moveTo>
                  <a:lnTo>
                    <a:pt x="217" y="4"/>
                  </a:lnTo>
                  <a:lnTo>
                    <a:pt x="217" y="208"/>
                  </a:lnTo>
                  <a:lnTo>
                    <a:pt x="819" y="237"/>
                  </a:lnTo>
                  <a:lnTo>
                    <a:pt x="819" y="27"/>
                  </a:lnTo>
                  <a:lnTo>
                    <a:pt x="888" y="30"/>
                  </a:lnTo>
                  <a:lnTo>
                    <a:pt x="888" y="241"/>
                  </a:lnTo>
                  <a:lnTo>
                    <a:pt x="1034" y="247"/>
                  </a:lnTo>
                  <a:lnTo>
                    <a:pt x="1034" y="412"/>
                  </a:lnTo>
                  <a:lnTo>
                    <a:pt x="0" y="351"/>
                  </a:lnTo>
                  <a:lnTo>
                    <a:pt x="0" y="208"/>
                  </a:lnTo>
                  <a:lnTo>
                    <a:pt x="151" y="214"/>
                  </a:lnTo>
                  <a:lnTo>
                    <a:pt x="151" y="0"/>
                  </a:lnTo>
                  <a:close/>
                </a:path>
              </a:pathLst>
            </a:custGeom>
            <a:solidFill>
              <a:srgbClr val="A0A0A0"/>
            </a:solidFill>
            <a:ln w="6350">
              <a:solidFill>
                <a:srgbClr val="000000"/>
              </a:solidFill>
              <a:prstDash val="solid"/>
              <a:round/>
              <a:headEnd/>
              <a:tailEnd/>
            </a:ln>
          </p:spPr>
          <p:txBody>
            <a:bodyPr/>
            <a:lstStyle/>
            <a:p>
              <a:endParaRPr lang="nl-BE"/>
            </a:p>
          </p:txBody>
        </p:sp>
        <p:sp>
          <p:nvSpPr>
            <p:cNvPr id="43271" name="Freeform 288"/>
            <p:cNvSpPr>
              <a:spLocks/>
            </p:cNvSpPr>
            <p:nvPr/>
          </p:nvSpPr>
          <p:spPr bwMode="auto">
            <a:xfrm rot="-155667">
              <a:off x="3863975" y="4360863"/>
              <a:ext cx="20638" cy="88900"/>
            </a:xfrm>
            <a:custGeom>
              <a:avLst/>
              <a:gdLst>
                <a:gd name="T0" fmla="*/ 0 w 32"/>
                <a:gd name="T1" fmla="*/ 0 h 205"/>
                <a:gd name="T2" fmla="*/ 2147483647 w 32"/>
                <a:gd name="T3" fmla="*/ 2147483647 h 205"/>
                <a:gd name="T4" fmla="*/ 2147483647 w 32"/>
                <a:gd name="T5" fmla="*/ 2147483647 h 205"/>
                <a:gd name="T6" fmla="*/ 0 w 32"/>
                <a:gd name="T7" fmla="*/ 2147483647 h 205"/>
                <a:gd name="T8" fmla="*/ 0 w 32"/>
                <a:gd name="T9" fmla="*/ 0 h 205"/>
                <a:gd name="T10" fmla="*/ 0 60000 65536"/>
                <a:gd name="T11" fmla="*/ 0 60000 65536"/>
                <a:gd name="T12" fmla="*/ 0 60000 65536"/>
                <a:gd name="T13" fmla="*/ 0 60000 65536"/>
                <a:gd name="T14" fmla="*/ 0 60000 65536"/>
                <a:gd name="T15" fmla="*/ 0 w 32"/>
                <a:gd name="T16" fmla="*/ 0 h 205"/>
                <a:gd name="T17" fmla="*/ 32 w 32"/>
                <a:gd name="T18" fmla="*/ 205 h 205"/>
              </a:gdLst>
              <a:ahLst/>
              <a:cxnLst>
                <a:cxn ang="T10">
                  <a:pos x="T0" y="T1"/>
                </a:cxn>
                <a:cxn ang="T11">
                  <a:pos x="T2" y="T3"/>
                </a:cxn>
                <a:cxn ang="T12">
                  <a:pos x="T4" y="T5"/>
                </a:cxn>
                <a:cxn ang="T13">
                  <a:pos x="T6" y="T7"/>
                </a:cxn>
                <a:cxn ang="T14">
                  <a:pos x="T8" y="T9"/>
                </a:cxn>
              </a:cxnLst>
              <a:rect l="T15" t="T16" r="T17" b="T18"/>
              <a:pathLst>
                <a:path w="32" h="205">
                  <a:moveTo>
                    <a:pt x="0" y="0"/>
                  </a:moveTo>
                  <a:lnTo>
                    <a:pt x="32" y="4"/>
                  </a:lnTo>
                  <a:lnTo>
                    <a:pt x="32" y="178"/>
                  </a:lnTo>
                  <a:lnTo>
                    <a:pt x="0" y="205"/>
                  </a:lnTo>
                  <a:lnTo>
                    <a:pt x="0" y="0"/>
                  </a:lnTo>
                  <a:close/>
                </a:path>
              </a:pathLst>
            </a:custGeom>
            <a:solidFill>
              <a:srgbClr val="606060"/>
            </a:solidFill>
            <a:ln w="6350">
              <a:solidFill>
                <a:srgbClr val="000000"/>
              </a:solidFill>
              <a:prstDash val="solid"/>
              <a:round/>
              <a:headEnd/>
              <a:tailEnd/>
            </a:ln>
          </p:spPr>
          <p:txBody>
            <a:bodyPr/>
            <a:lstStyle/>
            <a:p>
              <a:endParaRPr lang="nl-BE"/>
            </a:p>
          </p:txBody>
        </p:sp>
        <p:sp>
          <p:nvSpPr>
            <p:cNvPr id="43272" name="Freeform 289"/>
            <p:cNvSpPr>
              <a:spLocks/>
            </p:cNvSpPr>
            <p:nvPr/>
          </p:nvSpPr>
          <p:spPr bwMode="auto">
            <a:xfrm rot="-155667">
              <a:off x="3725863" y="4441825"/>
              <a:ext cx="98425" cy="14288"/>
            </a:xfrm>
            <a:custGeom>
              <a:avLst/>
              <a:gdLst>
                <a:gd name="T0" fmla="*/ 0 w 150"/>
                <a:gd name="T1" fmla="*/ 2147483647 h 32"/>
                <a:gd name="T2" fmla="*/ 2147483647 w 150"/>
                <a:gd name="T3" fmla="*/ 2147483647 h 32"/>
                <a:gd name="T4" fmla="*/ 2147483647 w 150"/>
                <a:gd name="T5" fmla="*/ 2147483647 h 32"/>
                <a:gd name="T6" fmla="*/ 2147483647 w 150"/>
                <a:gd name="T7" fmla="*/ 0 h 32"/>
                <a:gd name="T8" fmla="*/ 0 w 150"/>
                <a:gd name="T9" fmla="*/ 2147483647 h 32"/>
                <a:gd name="T10" fmla="*/ 0 60000 65536"/>
                <a:gd name="T11" fmla="*/ 0 60000 65536"/>
                <a:gd name="T12" fmla="*/ 0 60000 65536"/>
                <a:gd name="T13" fmla="*/ 0 60000 65536"/>
                <a:gd name="T14" fmla="*/ 0 60000 65536"/>
                <a:gd name="T15" fmla="*/ 0 w 150"/>
                <a:gd name="T16" fmla="*/ 0 h 32"/>
                <a:gd name="T17" fmla="*/ 150 w 150"/>
                <a:gd name="T18" fmla="*/ 32 h 32"/>
              </a:gdLst>
              <a:ahLst/>
              <a:cxnLst>
                <a:cxn ang="T10">
                  <a:pos x="T0" y="T1"/>
                </a:cxn>
                <a:cxn ang="T11">
                  <a:pos x="T2" y="T3"/>
                </a:cxn>
                <a:cxn ang="T12">
                  <a:pos x="T4" y="T5"/>
                </a:cxn>
                <a:cxn ang="T13">
                  <a:pos x="T6" y="T7"/>
                </a:cxn>
                <a:cxn ang="T14">
                  <a:pos x="T8" y="T9"/>
                </a:cxn>
              </a:cxnLst>
              <a:rect l="T15" t="T16" r="T17" b="T18"/>
              <a:pathLst>
                <a:path w="150" h="32">
                  <a:moveTo>
                    <a:pt x="0" y="29"/>
                  </a:moveTo>
                  <a:lnTo>
                    <a:pt x="150" y="32"/>
                  </a:lnTo>
                  <a:lnTo>
                    <a:pt x="150" y="2"/>
                  </a:lnTo>
                  <a:lnTo>
                    <a:pt x="30" y="0"/>
                  </a:lnTo>
                  <a:lnTo>
                    <a:pt x="0" y="29"/>
                  </a:lnTo>
                  <a:close/>
                </a:path>
              </a:pathLst>
            </a:custGeom>
            <a:solidFill>
              <a:srgbClr val="808080"/>
            </a:solidFill>
            <a:ln w="6350">
              <a:solidFill>
                <a:srgbClr val="000000"/>
              </a:solidFill>
              <a:prstDash val="solid"/>
              <a:round/>
              <a:headEnd/>
              <a:tailEnd/>
            </a:ln>
          </p:spPr>
          <p:txBody>
            <a:bodyPr/>
            <a:lstStyle/>
            <a:p>
              <a:endParaRPr lang="nl-BE"/>
            </a:p>
          </p:txBody>
        </p:sp>
        <p:sp>
          <p:nvSpPr>
            <p:cNvPr id="43273" name="Freeform 290"/>
            <p:cNvSpPr>
              <a:spLocks/>
            </p:cNvSpPr>
            <p:nvPr/>
          </p:nvSpPr>
          <p:spPr bwMode="auto">
            <a:xfrm rot="-155667">
              <a:off x="3867150" y="4430713"/>
              <a:ext cx="393700" cy="22225"/>
            </a:xfrm>
            <a:custGeom>
              <a:avLst/>
              <a:gdLst>
                <a:gd name="T0" fmla="*/ 0 w 600"/>
                <a:gd name="T1" fmla="*/ 2147483647 h 54"/>
                <a:gd name="T2" fmla="*/ 2147483647 w 600"/>
                <a:gd name="T3" fmla="*/ 0 h 54"/>
                <a:gd name="T4" fmla="*/ 2147483647 w 600"/>
                <a:gd name="T5" fmla="*/ 2147483647 h 54"/>
                <a:gd name="T6" fmla="*/ 2147483647 w 600"/>
                <a:gd name="T7" fmla="*/ 2147483647 h 54"/>
                <a:gd name="T8" fmla="*/ 0 w 600"/>
                <a:gd name="T9" fmla="*/ 2147483647 h 54"/>
                <a:gd name="T10" fmla="*/ 0 60000 65536"/>
                <a:gd name="T11" fmla="*/ 0 60000 65536"/>
                <a:gd name="T12" fmla="*/ 0 60000 65536"/>
                <a:gd name="T13" fmla="*/ 0 60000 65536"/>
                <a:gd name="T14" fmla="*/ 0 60000 65536"/>
                <a:gd name="T15" fmla="*/ 0 w 600"/>
                <a:gd name="T16" fmla="*/ 0 h 54"/>
                <a:gd name="T17" fmla="*/ 600 w 600"/>
                <a:gd name="T18" fmla="*/ 54 h 54"/>
              </a:gdLst>
              <a:ahLst/>
              <a:cxnLst>
                <a:cxn ang="T10">
                  <a:pos x="T0" y="T1"/>
                </a:cxn>
                <a:cxn ang="T11">
                  <a:pos x="T2" y="T3"/>
                </a:cxn>
                <a:cxn ang="T12">
                  <a:pos x="T4" y="T5"/>
                </a:cxn>
                <a:cxn ang="T13">
                  <a:pos x="T6" y="T7"/>
                </a:cxn>
                <a:cxn ang="T14">
                  <a:pos x="T8" y="T9"/>
                </a:cxn>
              </a:cxnLst>
              <a:rect l="T15" t="T16" r="T17" b="T18"/>
              <a:pathLst>
                <a:path w="600" h="54">
                  <a:moveTo>
                    <a:pt x="0" y="28"/>
                  </a:moveTo>
                  <a:lnTo>
                    <a:pt x="32" y="0"/>
                  </a:lnTo>
                  <a:lnTo>
                    <a:pt x="600" y="22"/>
                  </a:lnTo>
                  <a:lnTo>
                    <a:pt x="600" y="54"/>
                  </a:lnTo>
                  <a:lnTo>
                    <a:pt x="0" y="28"/>
                  </a:lnTo>
                  <a:close/>
                </a:path>
              </a:pathLst>
            </a:custGeom>
            <a:solidFill>
              <a:srgbClr val="808080"/>
            </a:solidFill>
            <a:ln w="6350">
              <a:solidFill>
                <a:srgbClr val="000000"/>
              </a:solidFill>
              <a:prstDash val="solid"/>
              <a:round/>
              <a:headEnd/>
              <a:tailEnd/>
            </a:ln>
          </p:spPr>
          <p:txBody>
            <a:bodyPr/>
            <a:lstStyle/>
            <a:p>
              <a:endParaRPr lang="nl-BE"/>
            </a:p>
          </p:txBody>
        </p:sp>
        <p:sp>
          <p:nvSpPr>
            <p:cNvPr id="43274" name="Freeform 291"/>
            <p:cNvSpPr>
              <a:spLocks/>
            </p:cNvSpPr>
            <p:nvPr/>
          </p:nvSpPr>
          <p:spPr bwMode="auto">
            <a:xfrm rot="-155667">
              <a:off x="4303713" y="4351338"/>
              <a:ext cx="20637" cy="93662"/>
            </a:xfrm>
            <a:custGeom>
              <a:avLst/>
              <a:gdLst>
                <a:gd name="T0" fmla="*/ 0 w 32"/>
                <a:gd name="T1" fmla="*/ 2147483647 h 217"/>
                <a:gd name="T2" fmla="*/ 2147483647 w 32"/>
                <a:gd name="T3" fmla="*/ 0 h 217"/>
                <a:gd name="T4" fmla="*/ 2147483647 w 32"/>
                <a:gd name="T5" fmla="*/ 2147483647 h 217"/>
                <a:gd name="T6" fmla="*/ 0 w 32"/>
                <a:gd name="T7" fmla="*/ 2147483647 h 217"/>
                <a:gd name="T8" fmla="*/ 0 w 32"/>
                <a:gd name="T9" fmla="*/ 2147483647 h 217"/>
                <a:gd name="T10" fmla="*/ 0 60000 65536"/>
                <a:gd name="T11" fmla="*/ 0 60000 65536"/>
                <a:gd name="T12" fmla="*/ 0 60000 65536"/>
                <a:gd name="T13" fmla="*/ 0 60000 65536"/>
                <a:gd name="T14" fmla="*/ 0 60000 65536"/>
                <a:gd name="T15" fmla="*/ 0 w 32"/>
                <a:gd name="T16" fmla="*/ 0 h 217"/>
                <a:gd name="T17" fmla="*/ 32 w 32"/>
                <a:gd name="T18" fmla="*/ 217 h 217"/>
              </a:gdLst>
              <a:ahLst/>
              <a:cxnLst>
                <a:cxn ang="T10">
                  <a:pos x="T0" y="T1"/>
                </a:cxn>
                <a:cxn ang="T11">
                  <a:pos x="T2" y="T3"/>
                </a:cxn>
                <a:cxn ang="T12">
                  <a:pos x="T4" y="T5"/>
                </a:cxn>
                <a:cxn ang="T13">
                  <a:pos x="T6" y="T7"/>
                </a:cxn>
                <a:cxn ang="T14">
                  <a:pos x="T8" y="T9"/>
                </a:cxn>
              </a:cxnLst>
              <a:rect l="T15" t="T16" r="T17" b="T18"/>
              <a:pathLst>
                <a:path w="32" h="217">
                  <a:moveTo>
                    <a:pt x="0" y="1"/>
                  </a:moveTo>
                  <a:lnTo>
                    <a:pt x="32" y="0"/>
                  </a:lnTo>
                  <a:lnTo>
                    <a:pt x="32" y="187"/>
                  </a:lnTo>
                  <a:lnTo>
                    <a:pt x="0" y="217"/>
                  </a:lnTo>
                  <a:lnTo>
                    <a:pt x="0" y="1"/>
                  </a:lnTo>
                  <a:close/>
                </a:path>
              </a:pathLst>
            </a:custGeom>
            <a:solidFill>
              <a:srgbClr val="606060"/>
            </a:solidFill>
            <a:ln w="6350">
              <a:solidFill>
                <a:srgbClr val="000000"/>
              </a:solidFill>
              <a:prstDash val="solid"/>
              <a:round/>
              <a:headEnd/>
              <a:tailEnd/>
            </a:ln>
          </p:spPr>
          <p:txBody>
            <a:bodyPr/>
            <a:lstStyle/>
            <a:p>
              <a:endParaRPr lang="nl-BE"/>
            </a:p>
          </p:txBody>
        </p:sp>
        <p:sp>
          <p:nvSpPr>
            <p:cNvPr id="43275" name="Freeform 292"/>
            <p:cNvSpPr>
              <a:spLocks/>
            </p:cNvSpPr>
            <p:nvPr/>
          </p:nvSpPr>
          <p:spPr bwMode="auto">
            <a:xfrm rot="-155667">
              <a:off x="4306888" y="4429125"/>
              <a:ext cx="115887" cy="14288"/>
            </a:xfrm>
            <a:custGeom>
              <a:avLst/>
              <a:gdLst>
                <a:gd name="T0" fmla="*/ 0 w 176"/>
                <a:gd name="T1" fmla="*/ 2147483647 h 34"/>
                <a:gd name="T2" fmla="*/ 2147483647 w 176"/>
                <a:gd name="T3" fmla="*/ 0 h 34"/>
                <a:gd name="T4" fmla="*/ 2147483647 w 176"/>
                <a:gd name="T5" fmla="*/ 2147483647 h 34"/>
                <a:gd name="T6" fmla="*/ 2147483647 w 176"/>
                <a:gd name="T7" fmla="*/ 2147483647 h 34"/>
                <a:gd name="T8" fmla="*/ 0 w 176"/>
                <a:gd name="T9" fmla="*/ 2147483647 h 34"/>
                <a:gd name="T10" fmla="*/ 0 60000 65536"/>
                <a:gd name="T11" fmla="*/ 0 60000 65536"/>
                <a:gd name="T12" fmla="*/ 0 60000 65536"/>
                <a:gd name="T13" fmla="*/ 0 60000 65536"/>
                <a:gd name="T14" fmla="*/ 0 60000 65536"/>
                <a:gd name="T15" fmla="*/ 0 w 176"/>
                <a:gd name="T16" fmla="*/ 0 h 34"/>
                <a:gd name="T17" fmla="*/ 176 w 176"/>
                <a:gd name="T18" fmla="*/ 34 h 34"/>
              </a:gdLst>
              <a:ahLst/>
              <a:cxnLst>
                <a:cxn ang="T10">
                  <a:pos x="T0" y="T1"/>
                </a:cxn>
                <a:cxn ang="T11">
                  <a:pos x="T2" y="T3"/>
                </a:cxn>
                <a:cxn ang="T12">
                  <a:pos x="T4" y="T5"/>
                </a:cxn>
                <a:cxn ang="T13">
                  <a:pos x="T6" y="T7"/>
                </a:cxn>
                <a:cxn ang="T14">
                  <a:pos x="T8" y="T9"/>
                </a:cxn>
              </a:cxnLst>
              <a:rect l="T15" t="T16" r="T17" b="T18"/>
              <a:pathLst>
                <a:path w="176" h="34">
                  <a:moveTo>
                    <a:pt x="0" y="31"/>
                  </a:moveTo>
                  <a:lnTo>
                    <a:pt x="30" y="0"/>
                  </a:lnTo>
                  <a:lnTo>
                    <a:pt x="176" y="6"/>
                  </a:lnTo>
                  <a:lnTo>
                    <a:pt x="144" y="34"/>
                  </a:lnTo>
                  <a:lnTo>
                    <a:pt x="0" y="31"/>
                  </a:lnTo>
                  <a:close/>
                </a:path>
              </a:pathLst>
            </a:custGeom>
            <a:solidFill>
              <a:srgbClr val="808080"/>
            </a:solidFill>
            <a:ln w="6350">
              <a:solidFill>
                <a:srgbClr val="000000"/>
              </a:solidFill>
              <a:prstDash val="solid"/>
              <a:round/>
              <a:headEnd/>
              <a:tailEnd/>
            </a:ln>
          </p:spPr>
          <p:txBody>
            <a:bodyPr/>
            <a:lstStyle/>
            <a:p>
              <a:endParaRPr lang="nl-BE"/>
            </a:p>
          </p:txBody>
        </p:sp>
        <p:sp>
          <p:nvSpPr>
            <p:cNvPr id="43276" name="Freeform 293"/>
            <p:cNvSpPr>
              <a:spLocks/>
            </p:cNvSpPr>
            <p:nvPr/>
          </p:nvSpPr>
          <p:spPr bwMode="auto">
            <a:xfrm rot="-155667">
              <a:off x="4403725" y="4429125"/>
              <a:ext cx="20638" cy="84138"/>
            </a:xfrm>
            <a:custGeom>
              <a:avLst/>
              <a:gdLst>
                <a:gd name="T0" fmla="*/ 2147483647 w 33"/>
                <a:gd name="T1" fmla="*/ 0 h 192"/>
                <a:gd name="T2" fmla="*/ 0 w 33"/>
                <a:gd name="T3" fmla="*/ 2147483647 h 192"/>
                <a:gd name="T4" fmla="*/ 0 w 33"/>
                <a:gd name="T5" fmla="*/ 2147483647 h 192"/>
                <a:gd name="T6" fmla="*/ 2147483647 w 33"/>
                <a:gd name="T7" fmla="*/ 2147483647 h 192"/>
                <a:gd name="T8" fmla="*/ 2147483647 w 33"/>
                <a:gd name="T9" fmla="*/ 0 h 192"/>
                <a:gd name="T10" fmla="*/ 0 60000 65536"/>
                <a:gd name="T11" fmla="*/ 0 60000 65536"/>
                <a:gd name="T12" fmla="*/ 0 60000 65536"/>
                <a:gd name="T13" fmla="*/ 0 60000 65536"/>
                <a:gd name="T14" fmla="*/ 0 60000 65536"/>
                <a:gd name="T15" fmla="*/ 0 w 33"/>
                <a:gd name="T16" fmla="*/ 0 h 192"/>
                <a:gd name="T17" fmla="*/ 33 w 33"/>
                <a:gd name="T18" fmla="*/ 192 h 192"/>
              </a:gdLst>
              <a:ahLst/>
              <a:cxnLst>
                <a:cxn ang="T10">
                  <a:pos x="T0" y="T1"/>
                </a:cxn>
                <a:cxn ang="T11">
                  <a:pos x="T2" y="T3"/>
                </a:cxn>
                <a:cxn ang="T12">
                  <a:pos x="T4" y="T5"/>
                </a:cxn>
                <a:cxn ang="T13">
                  <a:pos x="T6" y="T7"/>
                </a:cxn>
                <a:cxn ang="T14">
                  <a:pos x="T8" y="T9"/>
                </a:cxn>
              </a:cxnLst>
              <a:rect l="T15" t="T16" r="T17" b="T18"/>
              <a:pathLst>
                <a:path w="33" h="192">
                  <a:moveTo>
                    <a:pt x="33" y="0"/>
                  </a:moveTo>
                  <a:lnTo>
                    <a:pt x="0" y="30"/>
                  </a:lnTo>
                  <a:lnTo>
                    <a:pt x="0" y="192"/>
                  </a:lnTo>
                  <a:lnTo>
                    <a:pt x="33" y="156"/>
                  </a:lnTo>
                  <a:lnTo>
                    <a:pt x="33" y="0"/>
                  </a:lnTo>
                  <a:close/>
                </a:path>
              </a:pathLst>
            </a:custGeom>
            <a:solidFill>
              <a:srgbClr val="606060"/>
            </a:solidFill>
            <a:ln w="6350">
              <a:solidFill>
                <a:srgbClr val="000000"/>
              </a:solidFill>
              <a:prstDash val="solid"/>
              <a:round/>
              <a:headEnd/>
              <a:tailEnd/>
            </a:ln>
          </p:spPr>
          <p:txBody>
            <a:bodyPr/>
            <a:lstStyle/>
            <a:p>
              <a:endParaRPr lang="nl-BE"/>
            </a:p>
          </p:txBody>
        </p:sp>
        <p:sp>
          <p:nvSpPr>
            <p:cNvPr id="43277" name="Line 294"/>
            <p:cNvSpPr>
              <a:spLocks noChangeShapeType="1"/>
            </p:cNvSpPr>
            <p:nvPr/>
          </p:nvSpPr>
          <p:spPr bwMode="auto">
            <a:xfrm flipH="1">
              <a:off x="2209800" y="4775200"/>
              <a:ext cx="1981200" cy="609600"/>
            </a:xfrm>
            <a:prstGeom prst="line">
              <a:avLst/>
            </a:prstGeom>
            <a:noFill/>
            <a:ln w="9525">
              <a:solidFill>
                <a:schemeClr val="tx1"/>
              </a:solidFill>
              <a:round/>
              <a:headEnd/>
              <a:tailEnd/>
            </a:ln>
          </p:spPr>
          <p:txBody>
            <a:bodyPr wrap="none" anchor="ctr"/>
            <a:lstStyle/>
            <a:p>
              <a:endParaRPr lang="nl-BE"/>
            </a:p>
          </p:txBody>
        </p:sp>
        <p:sp>
          <p:nvSpPr>
            <p:cNvPr id="43278" name="Line 295"/>
            <p:cNvSpPr>
              <a:spLocks noChangeShapeType="1"/>
            </p:cNvSpPr>
            <p:nvPr/>
          </p:nvSpPr>
          <p:spPr bwMode="auto">
            <a:xfrm flipH="1" flipV="1">
              <a:off x="1524000" y="3098800"/>
              <a:ext cx="1905000" cy="228600"/>
            </a:xfrm>
            <a:prstGeom prst="line">
              <a:avLst/>
            </a:prstGeom>
            <a:noFill/>
            <a:ln w="9525">
              <a:solidFill>
                <a:schemeClr val="tx1"/>
              </a:solidFill>
              <a:round/>
              <a:headEnd/>
              <a:tailEnd/>
            </a:ln>
          </p:spPr>
          <p:txBody>
            <a:bodyPr wrap="none" anchor="ctr"/>
            <a:lstStyle/>
            <a:p>
              <a:endParaRPr lang="nl-BE"/>
            </a:p>
          </p:txBody>
        </p:sp>
        <p:sp>
          <p:nvSpPr>
            <p:cNvPr id="43279" name="Line 296"/>
            <p:cNvSpPr>
              <a:spLocks noChangeShapeType="1"/>
            </p:cNvSpPr>
            <p:nvPr/>
          </p:nvSpPr>
          <p:spPr bwMode="auto">
            <a:xfrm flipV="1">
              <a:off x="1600200" y="4775200"/>
              <a:ext cx="2209800" cy="457200"/>
            </a:xfrm>
            <a:prstGeom prst="line">
              <a:avLst/>
            </a:prstGeom>
            <a:noFill/>
            <a:ln w="9525">
              <a:solidFill>
                <a:schemeClr val="tx1"/>
              </a:solidFill>
              <a:round/>
              <a:headEnd/>
              <a:tailEnd/>
            </a:ln>
          </p:spPr>
          <p:txBody>
            <a:bodyPr wrap="none" anchor="ctr"/>
            <a:lstStyle/>
            <a:p>
              <a:endParaRPr lang="nl-BE"/>
            </a:p>
          </p:txBody>
        </p:sp>
        <p:sp>
          <p:nvSpPr>
            <p:cNvPr id="43280" name="Line 297"/>
            <p:cNvSpPr>
              <a:spLocks noChangeShapeType="1"/>
            </p:cNvSpPr>
            <p:nvPr/>
          </p:nvSpPr>
          <p:spPr bwMode="auto">
            <a:xfrm flipV="1">
              <a:off x="2209800" y="4775200"/>
              <a:ext cx="2362200" cy="762000"/>
            </a:xfrm>
            <a:prstGeom prst="line">
              <a:avLst/>
            </a:prstGeom>
            <a:noFill/>
            <a:ln w="9525">
              <a:solidFill>
                <a:schemeClr val="tx1"/>
              </a:solidFill>
              <a:round/>
              <a:headEnd/>
              <a:tailEnd/>
            </a:ln>
          </p:spPr>
          <p:txBody>
            <a:bodyPr wrap="none" anchor="ctr"/>
            <a:lstStyle/>
            <a:p>
              <a:endParaRPr lang="nl-BE"/>
            </a:p>
          </p:txBody>
        </p:sp>
        <p:sp>
          <p:nvSpPr>
            <p:cNvPr id="43281" name="Line 298"/>
            <p:cNvSpPr>
              <a:spLocks noChangeShapeType="1"/>
            </p:cNvSpPr>
            <p:nvPr/>
          </p:nvSpPr>
          <p:spPr bwMode="auto">
            <a:xfrm flipH="1">
              <a:off x="2438400" y="3708400"/>
              <a:ext cx="990600" cy="0"/>
            </a:xfrm>
            <a:prstGeom prst="line">
              <a:avLst/>
            </a:prstGeom>
            <a:noFill/>
            <a:ln w="9525">
              <a:solidFill>
                <a:schemeClr val="tx1"/>
              </a:solidFill>
              <a:round/>
              <a:headEnd/>
              <a:tailEnd/>
            </a:ln>
          </p:spPr>
          <p:txBody>
            <a:bodyPr wrap="none" anchor="ctr"/>
            <a:lstStyle/>
            <a:p>
              <a:endParaRPr lang="nl-BE"/>
            </a:p>
          </p:txBody>
        </p:sp>
        <p:sp>
          <p:nvSpPr>
            <p:cNvPr id="43282" name="Line 299"/>
            <p:cNvSpPr>
              <a:spLocks noChangeShapeType="1"/>
            </p:cNvSpPr>
            <p:nvPr/>
          </p:nvSpPr>
          <p:spPr bwMode="auto">
            <a:xfrm flipH="1">
              <a:off x="2819400" y="3632200"/>
              <a:ext cx="1600200" cy="0"/>
            </a:xfrm>
            <a:prstGeom prst="line">
              <a:avLst/>
            </a:prstGeom>
            <a:noFill/>
            <a:ln w="9525">
              <a:solidFill>
                <a:schemeClr val="tx1"/>
              </a:solidFill>
              <a:round/>
              <a:headEnd/>
              <a:tailEnd/>
            </a:ln>
          </p:spPr>
          <p:txBody>
            <a:bodyPr wrap="none" anchor="ctr"/>
            <a:lstStyle/>
            <a:p>
              <a:endParaRPr lang="nl-BE"/>
            </a:p>
          </p:txBody>
        </p:sp>
        <p:sp>
          <p:nvSpPr>
            <p:cNvPr id="43283" name="Freeform 300"/>
            <p:cNvSpPr>
              <a:spLocks/>
            </p:cNvSpPr>
            <p:nvPr/>
          </p:nvSpPr>
          <p:spPr bwMode="auto">
            <a:xfrm>
              <a:off x="3929063" y="4356100"/>
              <a:ext cx="300037" cy="74613"/>
            </a:xfrm>
            <a:custGeom>
              <a:avLst/>
              <a:gdLst>
                <a:gd name="T0" fmla="*/ 0 w 189"/>
                <a:gd name="T1" fmla="*/ 2147483647 h 66"/>
                <a:gd name="T2" fmla="*/ 2147483647 w 189"/>
                <a:gd name="T3" fmla="*/ 2147483647 h 66"/>
                <a:gd name="T4" fmla="*/ 2147483647 w 189"/>
                <a:gd name="T5" fmla="*/ 2147483647 h 66"/>
                <a:gd name="T6" fmla="*/ 2147483647 w 189"/>
                <a:gd name="T7" fmla="*/ 0 h 66"/>
                <a:gd name="T8" fmla="*/ 0 w 189"/>
                <a:gd name="T9" fmla="*/ 2147483647 h 66"/>
                <a:gd name="T10" fmla="*/ 0 60000 65536"/>
                <a:gd name="T11" fmla="*/ 0 60000 65536"/>
                <a:gd name="T12" fmla="*/ 0 60000 65536"/>
                <a:gd name="T13" fmla="*/ 0 60000 65536"/>
                <a:gd name="T14" fmla="*/ 0 60000 65536"/>
                <a:gd name="T15" fmla="*/ 0 w 189"/>
                <a:gd name="T16" fmla="*/ 0 h 66"/>
                <a:gd name="T17" fmla="*/ 189 w 189"/>
                <a:gd name="T18" fmla="*/ 66 h 66"/>
              </a:gdLst>
              <a:ahLst/>
              <a:cxnLst>
                <a:cxn ang="T10">
                  <a:pos x="T0" y="T1"/>
                </a:cxn>
                <a:cxn ang="T11">
                  <a:pos x="T2" y="T3"/>
                </a:cxn>
                <a:cxn ang="T12">
                  <a:pos x="T4" y="T5"/>
                </a:cxn>
                <a:cxn ang="T13">
                  <a:pos x="T6" y="T7"/>
                </a:cxn>
                <a:cxn ang="T14">
                  <a:pos x="T8" y="T9"/>
                </a:cxn>
              </a:cxnLst>
              <a:rect l="T15" t="T16" r="T17" b="T18"/>
              <a:pathLst>
                <a:path w="189" h="66">
                  <a:moveTo>
                    <a:pt x="0" y="5"/>
                  </a:moveTo>
                  <a:lnTo>
                    <a:pt x="2" y="66"/>
                  </a:lnTo>
                  <a:lnTo>
                    <a:pt x="189" y="66"/>
                  </a:lnTo>
                  <a:lnTo>
                    <a:pt x="189" y="0"/>
                  </a:lnTo>
                  <a:lnTo>
                    <a:pt x="0" y="5"/>
                  </a:lnTo>
                  <a:close/>
                </a:path>
              </a:pathLst>
            </a:custGeom>
            <a:solidFill>
              <a:srgbClr val="FFCC00"/>
            </a:solidFill>
            <a:ln w="9525">
              <a:solidFill>
                <a:schemeClr val="tx1"/>
              </a:solidFill>
              <a:round/>
              <a:headEnd/>
              <a:tailEnd/>
            </a:ln>
          </p:spPr>
          <p:txBody>
            <a:bodyPr wrap="none" anchor="ctr"/>
            <a:lstStyle/>
            <a:p>
              <a:endParaRPr lang="nl-BE"/>
            </a:p>
          </p:txBody>
        </p:sp>
        <p:sp>
          <p:nvSpPr>
            <p:cNvPr id="43284" name="Text Box 301"/>
            <p:cNvSpPr txBox="1">
              <a:spLocks noChangeArrowheads="1"/>
            </p:cNvSpPr>
            <p:nvPr/>
          </p:nvSpPr>
          <p:spPr bwMode="auto">
            <a:xfrm>
              <a:off x="3876675" y="4322763"/>
              <a:ext cx="533399" cy="585751"/>
            </a:xfrm>
            <a:prstGeom prst="rect">
              <a:avLst/>
            </a:prstGeom>
            <a:noFill/>
            <a:ln w="9525">
              <a:noFill/>
              <a:miter lim="800000"/>
              <a:headEnd/>
              <a:tailEnd/>
            </a:ln>
          </p:spPr>
          <p:txBody>
            <a:bodyPr>
              <a:spAutoFit/>
            </a:bodyPr>
            <a:lstStyle/>
            <a:p>
              <a:pPr eaLnBrk="0" hangingPunct="0">
                <a:spcBef>
                  <a:spcPct val="50000"/>
                </a:spcBef>
              </a:pPr>
              <a:r>
                <a:rPr lang="en-GB" sz="300" b="1">
                  <a:solidFill>
                    <a:schemeClr val="bg2"/>
                  </a:solidFill>
                  <a:latin typeface="Garamond" pitchFamily="18" charset="0"/>
                </a:rPr>
                <a:t>TQM 2001 RD</a:t>
              </a:r>
              <a:endParaRPr lang="en-GB" sz="300" b="1">
                <a:solidFill>
                  <a:schemeClr val="bg2"/>
                </a:solidFill>
              </a:endParaRPr>
            </a:p>
          </p:txBody>
        </p:sp>
      </p:grpSp>
      <p:sp>
        <p:nvSpPr>
          <p:cNvPr id="41987" name="Foliennummernplatzhalter 2"/>
          <p:cNvSpPr>
            <a:spLocks noGrp="1"/>
          </p:cNvSpPr>
          <p:nvPr>
            <p:ph type="sldNum" sz="quarter" idx="10"/>
          </p:nvPr>
        </p:nvSpPr>
        <p:spPr>
          <a:noFill/>
        </p:spPr>
        <p:txBody>
          <a:bodyPr/>
          <a:lstStyle/>
          <a:p>
            <a:pPr defTabSz="909638"/>
            <a:fld id="{2C857AFD-AE2B-40A3-9DD0-A72C3047F9E8}" type="slidenum">
              <a:rPr lang="en-US" smtClean="0">
                <a:latin typeface="Arial" pitchFamily="34" charset="0"/>
              </a:rPr>
              <a:pPr defTabSz="909638"/>
              <a:t>41</a:t>
            </a:fld>
            <a:endParaRPr lang="en-US">
              <a:latin typeface="Arial" pitchFamily="34" charset="0"/>
            </a:endParaRPr>
          </a:p>
        </p:txBody>
      </p:sp>
      <p:sp>
        <p:nvSpPr>
          <p:cNvPr id="41988" name="TextBox 308"/>
          <p:cNvSpPr txBox="1">
            <a:spLocks noChangeArrowheads="1"/>
          </p:cNvSpPr>
          <p:nvPr/>
        </p:nvSpPr>
        <p:spPr bwMode="auto">
          <a:xfrm>
            <a:off x="252413" y="971550"/>
            <a:ext cx="2151062" cy="246063"/>
          </a:xfrm>
          <a:prstGeom prst="rect">
            <a:avLst/>
          </a:prstGeom>
          <a:noFill/>
          <a:ln w="9525">
            <a:noFill/>
            <a:miter lim="800000"/>
            <a:headEnd/>
            <a:tailEnd/>
          </a:ln>
        </p:spPr>
        <p:txBody>
          <a:bodyPr wrap="none" lIns="0" tIns="0" rIns="0" bIns="0">
            <a:spAutoFit/>
          </a:bodyPr>
          <a:lstStyle/>
          <a:p>
            <a:pPr eaLnBrk="0" hangingPunct="0"/>
            <a:r>
              <a:rPr lang="en-US" sz="1600"/>
              <a:t>Good C</a:t>
            </a:r>
            <a:r>
              <a:rPr lang="en-US" sz="1600" baseline="-25000"/>
              <a:t>P</a:t>
            </a:r>
            <a:r>
              <a:rPr lang="en-US" sz="1600"/>
              <a:t> and Good C</a:t>
            </a:r>
            <a:r>
              <a:rPr lang="en-US" sz="1600" baseline="-25000"/>
              <a:t>PK</a:t>
            </a:r>
          </a:p>
        </p:txBody>
      </p:sp>
      <p:sp>
        <p:nvSpPr>
          <p:cNvPr id="41989" name="TextBox 309"/>
          <p:cNvSpPr txBox="1">
            <a:spLocks noChangeArrowheads="1"/>
          </p:cNvSpPr>
          <p:nvPr/>
        </p:nvSpPr>
        <p:spPr bwMode="auto">
          <a:xfrm>
            <a:off x="252413" y="3411538"/>
            <a:ext cx="1674812" cy="246062"/>
          </a:xfrm>
          <a:prstGeom prst="rect">
            <a:avLst/>
          </a:prstGeom>
          <a:solidFill>
            <a:schemeClr val="bg1"/>
          </a:solidFill>
          <a:ln w="9525">
            <a:noFill/>
            <a:miter lim="800000"/>
            <a:headEnd/>
            <a:tailEnd/>
          </a:ln>
        </p:spPr>
        <p:txBody>
          <a:bodyPr wrap="none" lIns="0" tIns="0" rIns="0" bIns="0">
            <a:spAutoFit/>
          </a:bodyPr>
          <a:lstStyle/>
          <a:p>
            <a:pPr eaLnBrk="0" hangingPunct="0"/>
            <a:r>
              <a:rPr lang="en-US" sz="1600" b="1">
                <a:solidFill>
                  <a:schemeClr val="tx2"/>
                </a:solidFill>
              </a:rPr>
              <a:t>Stable &amp; Capable</a:t>
            </a:r>
          </a:p>
        </p:txBody>
      </p:sp>
      <p:grpSp>
        <p:nvGrpSpPr>
          <p:cNvPr id="3" name="Group 310"/>
          <p:cNvGrpSpPr>
            <a:grpSpLocks noChangeAspect="1"/>
          </p:cNvGrpSpPr>
          <p:nvPr/>
        </p:nvGrpSpPr>
        <p:grpSpPr bwMode="auto">
          <a:xfrm>
            <a:off x="4679950" y="1317625"/>
            <a:ext cx="3716338" cy="2339975"/>
            <a:chOff x="655638" y="1238250"/>
            <a:chExt cx="7832725" cy="4932363"/>
          </a:xfrm>
        </p:grpSpPr>
        <p:sp>
          <p:nvSpPr>
            <p:cNvPr id="42673" name="Freeform 2"/>
            <p:cNvSpPr>
              <a:spLocks/>
            </p:cNvSpPr>
            <p:nvPr/>
          </p:nvSpPr>
          <p:spPr bwMode="auto">
            <a:xfrm>
              <a:off x="655638" y="1238250"/>
              <a:ext cx="7832725" cy="3249613"/>
            </a:xfrm>
            <a:custGeom>
              <a:avLst/>
              <a:gdLst>
                <a:gd name="T0" fmla="*/ 2147483647 w 4934"/>
                <a:gd name="T1" fmla="*/ 2147483647 h 2047"/>
                <a:gd name="T2" fmla="*/ 2147483647 w 4934"/>
                <a:gd name="T3" fmla="*/ 2147483647 h 2047"/>
                <a:gd name="T4" fmla="*/ 2147483647 w 4934"/>
                <a:gd name="T5" fmla="*/ 2147483647 h 2047"/>
                <a:gd name="T6" fmla="*/ 2147483647 w 4934"/>
                <a:gd name="T7" fmla="*/ 2147483647 h 2047"/>
                <a:gd name="T8" fmla="*/ 2147483647 w 4934"/>
                <a:gd name="T9" fmla="*/ 2147483647 h 2047"/>
                <a:gd name="T10" fmla="*/ 2147483647 w 4934"/>
                <a:gd name="T11" fmla="*/ 2147483647 h 2047"/>
                <a:gd name="T12" fmla="*/ 2147483647 w 4934"/>
                <a:gd name="T13" fmla="*/ 2147483647 h 2047"/>
                <a:gd name="T14" fmla="*/ 2147483647 w 4934"/>
                <a:gd name="T15" fmla="*/ 2147483647 h 2047"/>
                <a:gd name="T16" fmla="*/ 2147483647 w 4934"/>
                <a:gd name="T17" fmla="*/ 2147483647 h 2047"/>
                <a:gd name="T18" fmla="*/ 2147483647 w 4934"/>
                <a:gd name="T19" fmla="*/ 2147483647 h 2047"/>
                <a:gd name="T20" fmla="*/ 2147483647 w 4934"/>
                <a:gd name="T21" fmla="*/ 2147483647 h 2047"/>
                <a:gd name="T22" fmla="*/ 2147483647 w 4934"/>
                <a:gd name="T23" fmla="*/ 2147483647 h 2047"/>
                <a:gd name="T24" fmla="*/ 2147483647 w 4934"/>
                <a:gd name="T25" fmla="*/ 2147483647 h 2047"/>
                <a:gd name="T26" fmla="*/ 2147483647 w 4934"/>
                <a:gd name="T27" fmla="*/ 2147483647 h 2047"/>
                <a:gd name="T28" fmla="*/ 2147483647 w 4934"/>
                <a:gd name="T29" fmla="*/ 2147483647 h 2047"/>
                <a:gd name="T30" fmla="*/ 2147483647 w 4934"/>
                <a:gd name="T31" fmla="*/ 2147483647 h 2047"/>
                <a:gd name="T32" fmla="*/ 2147483647 w 4934"/>
                <a:gd name="T33" fmla="*/ 2147483647 h 2047"/>
                <a:gd name="T34" fmla="*/ 2147483647 w 4934"/>
                <a:gd name="T35" fmla="*/ 2147483647 h 2047"/>
                <a:gd name="T36" fmla="*/ 2147483647 w 4934"/>
                <a:gd name="T37" fmla="*/ 0 h 2047"/>
                <a:gd name="T38" fmla="*/ 2147483647 w 4934"/>
                <a:gd name="T39" fmla="*/ 2147483647 h 2047"/>
                <a:gd name="T40" fmla="*/ 2147483647 w 4934"/>
                <a:gd name="T41" fmla="*/ 2147483647 h 2047"/>
                <a:gd name="T42" fmla="*/ 2147483647 w 4934"/>
                <a:gd name="T43" fmla="*/ 2147483647 h 2047"/>
                <a:gd name="T44" fmla="*/ 2147483647 w 4934"/>
                <a:gd name="T45" fmla="*/ 2147483647 h 2047"/>
                <a:gd name="T46" fmla="*/ 2147483647 w 4934"/>
                <a:gd name="T47" fmla="*/ 2147483647 h 2047"/>
                <a:gd name="T48" fmla="*/ 2147483647 w 4934"/>
                <a:gd name="T49" fmla="*/ 2147483647 h 2047"/>
                <a:gd name="T50" fmla="*/ 2147483647 w 4934"/>
                <a:gd name="T51" fmla="*/ 2147483647 h 2047"/>
                <a:gd name="T52" fmla="*/ 2147483647 w 4934"/>
                <a:gd name="T53" fmla="*/ 2147483647 h 2047"/>
                <a:gd name="T54" fmla="*/ 0 w 4934"/>
                <a:gd name="T55" fmla="*/ 2147483647 h 2047"/>
                <a:gd name="T56" fmla="*/ 2147483647 w 4934"/>
                <a:gd name="T57" fmla="*/ 2147483647 h 2047"/>
                <a:gd name="T58" fmla="*/ 2147483647 w 4934"/>
                <a:gd name="T59" fmla="*/ 2147483647 h 2047"/>
                <a:gd name="T60" fmla="*/ 2147483647 w 4934"/>
                <a:gd name="T61" fmla="*/ 2147483647 h 2047"/>
                <a:gd name="T62" fmla="*/ 2147483647 w 4934"/>
                <a:gd name="T63" fmla="*/ 2147483647 h 2047"/>
                <a:gd name="T64" fmla="*/ 2147483647 w 4934"/>
                <a:gd name="T65" fmla="*/ 2147483647 h 2047"/>
                <a:gd name="T66" fmla="*/ 2147483647 w 4934"/>
                <a:gd name="T67" fmla="*/ 2147483647 h 2047"/>
                <a:gd name="T68" fmla="*/ 2147483647 w 4934"/>
                <a:gd name="T69" fmla="*/ 2147483647 h 204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4934"/>
                <a:gd name="T106" fmla="*/ 0 h 2047"/>
                <a:gd name="T107" fmla="*/ 4934 w 4934"/>
                <a:gd name="T108" fmla="*/ 2047 h 204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4934" h="2047">
                  <a:moveTo>
                    <a:pt x="2942" y="1869"/>
                  </a:moveTo>
                  <a:lnTo>
                    <a:pt x="3271" y="1894"/>
                  </a:lnTo>
                  <a:lnTo>
                    <a:pt x="3506" y="1956"/>
                  </a:lnTo>
                  <a:lnTo>
                    <a:pt x="3657" y="1962"/>
                  </a:lnTo>
                  <a:lnTo>
                    <a:pt x="3843" y="1986"/>
                  </a:lnTo>
                  <a:lnTo>
                    <a:pt x="3975" y="1986"/>
                  </a:lnTo>
                  <a:lnTo>
                    <a:pt x="4107" y="1979"/>
                  </a:lnTo>
                  <a:lnTo>
                    <a:pt x="4219" y="1956"/>
                  </a:lnTo>
                  <a:lnTo>
                    <a:pt x="4323" y="1924"/>
                  </a:lnTo>
                  <a:lnTo>
                    <a:pt x="4473" y="1906"/>
                  </a:lnTo>
                  <a:lnTo>
                    <a:pt x="4577" y="1894"/>
                  </a:lnTo>
                  <a:lnTo>
                    <a:pt x="4624" y="1888"/>
                  </a:lnTo>
                  <a:lnTo>
                    <a:pt x="4783" y="1906"/>
                  </a:lnTo>
                  <a:lnTo>
                    <a:pt x="4934" y="1906"/>
                  </a:lnTo>
                  <a:lnTo>
                    <a:pt x="4934" y="735"/>
                  </a:lnTo>
                  <a:lnTo>
                    <a:pt x="4839" y="661"/>
                  </a:lnTo>
                  <a:lnTo>
                    <a:pt x="4727" y="564"/>
                  </a:lnTo>
                  <a:lnTo>
                    <a:pt x="4577" y="466"/>
                  </a:lnTo>
                  <a:lnTo>
                    <a:pt x="4369" y="374"/>
                  </a:lnTo>
                  <a:lnTo>
                    <a:pt x="4247" y="319"/>
                  </a:lnTo>
                  <a:lnTo>
                    <a:pt x="4173" y="288"/>
                  </a:lnTo>
                  <a:lnTo>
                    <a:pt x="4088" y="264"/>
                  </a:lnTo>
                  <a:lnTo>
                    <a:pt x="4013" y="245"/>
                  </a:lnTo>
                  <a:lnTo>
                    <a:pt x="3881" y="239"/>
                  </a:lnTo>
                  <a:lnTo>
                    <a:pt x="3787" y="239"/>
                  </a:lnTo>
                  <a:lnTo>
                    <a:pt x="3721" y="239"/>
                  </a:lnTo>
                  <a:lnTo>
                    <a:pt x="3534" y="233"/>
                  </a:lnTo>
                  <a:lnTo>
                    <a:pt x="3346" y="196"/>
                  </a:lnTo>
                  <a:lnTo>
                    <a:pt x="3224" y="165"/>
                  </a:lnTo>
                  <a:lnTo>
                    <a:pt x="3102" y="153"/>
                  </a:lnTo>
                  <a:lnTo>
                    <a:pt x="2895" y="147"/>
                  </a:lnTo>
                  <a:lnTo>
                    <a:pt x="2744" y="141"/>
                  </a:lnTo>
                  <a:lnTo>
                    <a:pt x="2622" y="110"/>
                  </a:lnTo>
                  <a:lnTo>
                    <a:pt x="2519" y="86"/>
                  </a:lnTo>
                  <a:lnTo>
                    <a:pt x="2428" y="73"/>
                  </a:lnTo>
                  <a:lnTo>
                    <a:pt x="2226" y="30"/>
                  </a:lnTo>
                  <a:lnTo>
                    <a:pt x="2142" y="12"/>
                  </a:lnTo>
                  <a:lnTo>
                    <a:pt x="2001" y="0"/>
                  </a:lnTo>
                  <a:lnTo>
                    <a:pt x="1851" y="18"/>
                  </a:lnTo>
                  <a:lnTo>
                    <a:pt x="1671" y="55"/>
                  </a:lnTo>
                  <a:lnTo>
                    <a:pt x="1512" y="91"/>
                  </a:lnTo>
                  <a:lnTo>
                    <a:pt x="1184" y="165"/>
                  </a:lnTo>
                  <a:lnTo>
                    <a:pt x="1024" y="190"/>
                  </a:lnTo>
                  <a:lnTo>
                    <a:pt x="817" y="239"/>
                  </a:lnTo>
                  <a:lnTo>
                    <a:pt x="695" y="270"/>
                  </a:lnTo>
                  <a:lnTo>
                    <a:pt x="544" y="313"/>
                  </a:lnTo>
                  <a:lnTo>
                    <a:pt x="460" y="350"/>
                  </a:lnTo>
                  <a:lnTo>
                    <a:pt x="356" y="417"/>
                  </a:lnTo>
                  <a:lnTo>
                    <a:pt x="290" y="478"/>
                  </a:lnTo>
                  <a:lnTo>
                    <a:pt x="210" y="508"/>
                  </a:lnTo>
                  <a:lnTo>
                    <a:pt x="140" y="551"/>
                  </a:lnTo>
                  <a:lnTo>
                    <a:pt x="93" y="600"/>
                  </a:lnTo>
                  <a:lnTo>
                    <a:pt x="52" y="639"/>
                  </a:lnTo>
                  <a:lnTo>
                    <a:pt x="9" y="698"/>
                  </a:lnTo>
                  <a:lnTo>
                    <a:pt x="0" y="741"/>
                  </a:lnTo>
                  <a:lnTo>
                    <a:pt x="0" y="1999"/>
                  </a:lnTo>
                  <a:lnTo>
                    <a:pt x="178" y="2035"/>
                  </a:lnTo>
                  <a:lnTo>
                    <a:pt x="328" y="2035"/>
                  </a:lnTo>
                  <a:lnTo>
                    <a:pt x="460" y="2042"/>
                  </a:lnTo>
                  <a:lnTo>
                    <a:pt x="554" y="2047"/>
                  </a:lnTo>
                  <a:lnTo>
                    <a:pt x="648" y="2042"/>
                  </a:lnTo>
                  <a:lnTo>
                    <a:pt x="760" y="2035"/>
                  </a:lnTo>
                  <a:lnTo>
                    <a:pt x="855" y="2016"/>
                  </a:lnTo>
                  <a:lnTo>
                    <a:pt x="996" y="1992"/>
                  </a:lnTo>
                  <a:lnTo>
                    <a:pt x="1099" y="1973"/>
                  </a:lnTo>
                  <a:lnTo>
                    <a:pt x="1193" y="1962"/>
                  </a:lnTo>
                  <a:lnTo>
                    <a:pt x="1305" y="1930"/>
                  </a:lnTo>
                  <a:lnTo>
                    <a:pt x="1446" y="1888"/>
                  </a:lnTo>
                  <a:lnTo>
                    <a:pt x="1587" y="1881"/>
                  </a:lnTo>
                  <a:lnTo>
                    <a:pt x="1756" y="1869"/>
                  </a:lnTo>
                  <a:lnTo>
                    <a:pt x="2942" y="1869"/>
                  </a:lnTo>
                  <a:close/>
                </a:path>
              </a:pathLst>
            </a:custGeom>
            <a:solidFill>
              <a:srgbClr val="A05000"/>
            </a:solidFill>
            <a:ln w="9525">
              <a:noFill/>
              <a:round/>
              <a:headEnd/>
              <a:tailEnd/>
            </a:ln>
          </p:spPr>
          <p:txBody>
            <a:bodyPr/>
            <a:lstStyle/>
            <a:p>
              <a:endParaRPr lang="nl-BE"/>
            </a:p>
          </p:txBody>
        </p:sp>
        <p:grpSp>
          <p:nvGrpSpPr>
            <p:cNvPr id="4" name="Group 317"/>
            <p:cNvGrpSpPr>
              <a:grpSpLocks/>
            </p:cNvGrpSpPr>
            <p:nvPr/>
          </p:nvGrpSpPr>
          <p:grpSpPr bwMode="auto">
            <a:xfrm>
              <a:off x="655638" y="1365250"/>
              <a:ext cx="7832725" cy="4805363"/>
              <a:chOff x="413" y="839"/>
              <a:chExt cx="4934" cy="3027"/>
            </a:xfrm>
          </p:grpSpPr>
          <p:sp>
            <p:nvSpPr>
              <p:cNvPr id="42675" name="Freeform 3"/>
              <p:cNvSpPr>
                <a:spLocks/>
              </p:cNvSpPr>
              <p:nvPr/>
            </p:nvSpPr>
            <p:spPr bwMode="auto">
              <a:xfrm>
                <a:off x="4503" y="1021"/>
                <a:ext cx="844" cy="826"/>
              </a:xfrm>
              <a:custGeom>
                <a:avLst/>
                <a:gdLst>
                  <a:gd name="T0" fmla="*/ 844 w 844"/>
                  <a:gd name="T1" fmla="*/ 471 h 826"/>
                  <a:gd name="T2" fmla="*/ 749 w 844"/>
                  <a:gd name="T3" fmla="*/ 397 h 826"/>
                  <a:gd name="T4" fmla="*/ 637 w 844"/>
                  <a:gd name="T5" fmla="*/ 300 h 826"/>
                  <a:gd name="T6" fmla="*/ 488 w 844"/>
                  <a:gd name="T7" fmla="*/ 202 h 826"/>
                  <a:gd name="T8" fmla="*/ 280 w 844"/>
                  <a:gd name="T9" fmla="*/ 110 h 826"/>
                  <a:gd name="T10" fmla="*/ 159 w 844"/>
                  <a:gd name="T11" fmla="*/ 55 h 826"/>
                  <a:gd name="T12" fmla="*/ 85 w 844"/>
                  <a:gd name="T13" fmla="*/ 24 h 826"/>
                  <a:gd name="T14" fmla="*/ 0 w 844"/>
                  <a:gd name="T15" fmla="*/ 0 h 826"/>
                  <a:gd name="T16" fmla="*/ 99 w 844"/>
                  <a:gd name="T17" fmla="*/ 93 h 826"/>
                  <a:gd name="T18" fmla="*/ 181 w 844"/>
                  <a:gd name="T19" fmla="*/ 107 h 826"/>
                  <a:gd name="T20" fmla="*/ 241 w 844"/>
                  <a:gd name="T21" fmla="*/ 201 h 826"/>
                  <a:gd name="T22" fmla="*/ 423 w 844"/>
                  <a:gd name="T23" fmla="*/ 274 h 826"/>
                  <a:gd name="T24" fmla="*/ 356 w 844"/>
                  <a:gd name="T25" fmla="*/ 274 h 826"/>
                  <a:gd name="T26" fmla="*/ 471 w 844"/>
                  <a:gd name="T27" fmla="*/ 369 h 826"/>
                  <a:gd name="T28" fmla="*/ 410 w 844"/>
                  <a:gd name="T29" fmla="*/ 436 h 826"/>
                  <a:gd name="T30" fmla="*/ 532 w 844"/>
                  <a:gd name="T31" fmla="*/ 429 h 826"/>
                  <a:gd name="T32" fmla="*/ 572 w 844"/>
                  <a:gd name="T33" fmla="*/ 504 h 826"/>
                  <a:gd name="T34" fmla="*/ 599 w 844"/>
                  <a:gd name="T35" fmla="*/ 557 h 826"/>
                  <a:gd name="T36" fmla="*/ 653 w 844"/>
                  <a:gd name="T37" fmla="*/ 571 h 826"/>
                  <a:gd name="T38" fmla="*/ 707 w 844"/>
                  <a:gd name="T39" fmla="*/ 551 h 826"/>
                  <a:gd name="T40" fmla="*/ 747 w 844"/>
                  <a:gd name="T41" fmla="*/ 591 h 826"/>
                  <a:gd name="T42" fmla="*/ 761 w 844"/>
                  <a:gd name="T43" fmla="*/ 678 h 826"/>
                  <a:gd name="T44" fmla="*/ 842 w 844"/>
                  <a:gd name="T45" fmla="*/ 826 h 826"/>
                  <a:gd name="T46" fmla="*/ 844 w 844"/>
                  <a:gd name="T47" fmla="*/ 471 h 82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844"/>
                  <a:gd name="T73" fmla="*/ 0 h 826"/>
                  <a:gd name="T74" fmla="*/ 844 w 844"/>
                  <a:gd name="T75" fmla="*/ 826 h 82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844" h="826">
                    <a:moveTo>
                      <a:pt x="844" y="471"/>
                    </a:moveTo>
                    <a:lnTo>
                      <a:pt x="749" y="397"/>
                    </a:lnTo>
                    <a:lnTo>
                      <a:pt x="637" y="300"/>
                    </a:lnTo>
                    <a:lnTo>
                      <a:pt x="488" y="202"/>
                    </a:lnTo>
                    <a:lnTo>
                      <a:pt x="280" y="110"/>
                    </a:lnTo>
                    <a:lnTo>
                      <a:pt x="159" y="55"/>
                    </a:lnTo>
                    <a:lnTo>
                      <a:pt x="85" y="24"/>
                    </a:lnTo>
                    <a:lnTo>
                      <a:pt x="0" y="0"/>
                    </a:lnTo>
                    <a:lnTo>
                      <a:pt x="99" y="93"/>
                    </a:lnTo>
                    <a:lnTo>
                      <a:pt x="181" y="107"/>
                    </a:lnTo>
                    <a:lnTo>
                      <a:pt x="241" y="201"/>
                    </a:lnTo>
                    <a:lnTo>
                      <a:pt x="423" y="274"/>
                    </a:lnTo>
                    <a:lnTo>
                      <a:pt x="356" y="274"/>
                    </a:lnTo>
                    <a:lnTo>
                      <a:pt x="471" y="369"/>
                    </a:lnTo>
                    <a:lnTo>
                      <a:pt x="410" y="436"/>
                    </a:lnTo>
                    <a:lnTo>
                      <a:pt x="532" y="429"/>
                    </a:lnTo>
                    <a:lnTo>
                      <a:pt x="572" y="504"/>
                    </a:lnTo>
                    <a:lnTo>
                      <a:pt x="599" y="557"/>
                    </a:lnTo>
                    <a:lnTo>
                      <a:pt x="653" y="571"/>
                    </a:lnTo>
                    <a:lnTo>
                      <a:pt x="707" y="551"/>
                    </a:lnTo>
                    <a:lnTo>
                      <a:pt x="747" y="591"/>
                    </a:lnTo>
                    <a:lnTo>
                      <a:pt x="761" y="678"/>
                    </a:lnTo>
                    <a:lnTo>
                      <a:pt x="842" y="826"/>
                    </a:lnTo>
                    <a:lnTo>
                      <a:pt x="844" y="471"/>
                    </a:lnTo>
                    <a:close/>
                  </a:path>
                </a:pathLst>
              </a:custGeom>
              <a:solidFill>
                <a:srgbClr val="402000"/>
              </a:solidFill>
              <a:ln w="9525">
                <a:noFill/>
                <a:round/>
                <a:headEnd/>
                <a:tailEnd/>
              </a:ln>
            </p:spPr>
            <p:txBody>
              <a:bodyPr/>
              <a:lstStyle/>
              <a:p>
                <a:endParaRPr lang="nl-BE"/>
              </a:p>
            </p:txBody>
          </p:sp>
          <p:sp>
            <p:nvSpPr>
              <p:cNvPr id="42676" name="Freeform 4"/>
              <p:cNvSpPr>
                <a:spLocks/>
              </p:cNvSpPr>
              <p:nvPr/>
            </p:nvSpPr>
            <p:spPr bwMode="auto">
              <a:xfrm>
                <a:off x="3403" y="907"/>
                <a:ext cx="537" cy="375"/>
              </a:xfrm>
              <a:custGeom>
                <a:avLst/>
                <a:gdLst>
                  <a:gd name="T0" fmla="*/ 218 w 537"/>
                  <a:gd name="T1" fmla="*/ 18 h 375"/>
                  <a:gd name="T2" fmla="*/ 360 w 537"/>
                  <a:gd name="T3" fmla="*/ 53 h 375"/>
                  <a:gd name="T4" fmla="*/ 537 w 537"/>
                  <a:gd name="T5" fmla="*/ 83 h 375"/>
                  <a:gd name="T6" fmla="*/ 325 w 537"/>
                  <a:gd name="T7" fmla="*/ 153 h 375"/>
                  <a:gd name="T8" fmla="*/ 228 w 537"/>
                  <a:gd name="T9" fmla="*/ 204 h 375"/>
                  <a:gd name="T10" fmla="*/ 137 w 537"/>
                  <a:gd name="T11" fmla="*/ 264 h 375"/>
                  <a:gd name="T12" fmla="*/ 112 w 537"/>
                  <a:gd name="T13" fmla="*/ 294 h 375"/>
                  <a:gd name="T14" fmla="*/ 0 w 537"/>
                  <a:gd name="T15" fmla="*/ 375 h 375"/>
                  <a:gd name="T16" fmla="*/ 36 w 537"/>
                  <a:gd name="T17" fmla="*/ 284 h 375"/>
                  <a:gd name="T18" fmla="*/ 16 w 537"/>
                  <a:gd name="T19" fmla="*/ 209 h 375"/>
                  <a:gd name="T20" fmla="*/ 72 w 537"/>
                  <a:gd name="T21" fmla="*/ 204 h 375"/>
                  <a:gd name="T22" fmla="*/ 97 w 537"/>
                  <a:gd name="T23" fmla="*/ 158 h 375"/>
                  <a:gd name="T24" fmla="*/ 21 w 537"/>
                  <a:gd name="T25" fmla="*/ 118 h 375"/>
                  <a:gd name="T26" fmla="*/ 102 w 537"/>
                  <a:gd name="T27" fmla="*/ 83 h 375"/>
                  <a:gd name="T28" fmla="*/ 82 w 537"/>
                  <a:gd name="T29" fmla="*/ 43 h 375"/>
                  <a:gd name="T30" fmla="*/ 0 w 537"/>
                  <a:gd name="T31" fmla="*/ 3 h 375"/>
                  <a:gd name="T32" fmla="*/ 88 w 537"/>
                  <a:gd name="T33" fmla="*/ 0 h 375"/>
                  <a:gd name="T34" fmla="*/ 152 w 537"/>
                  <a:gd name="T35" fmla="*/ 8 h 375"/>
                  <a:gd name="T36" fmla="*/ 218 w 537"/>
                  <a:gd name="T37" fmla="*/ 18 h 37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537"/>
                  <a:gd name="T58" fmla="*/ 0 h 375"/>
                  <a:gd name="T59" fmla="*/ 537 w 537"/>
                  <a:gd name="T60" fmla="*/ 375 h 37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537" h="375">
                    <a:moveTo>
                      <a:pt x="218" y="18"/>
                    </a:moveTo>
                    <a:lnTo>
                      <a:pt x="360" y="53"/>
                    </a:lnTo>
                    <a:lnTo>
                      <a:pt x="537" y="83"/>
                    </a:lnTo>
                    <a:lnTo>
                      <a:pt x="325" y="153"/>
                    </a:lnTo>
                    <a:lnTo>
                      <a:pt x="228" y="204"/>
                    </a:lnTo>
                    <a:lnTo>
                      <a:pt x="137" y="264"/>
                    </a:lnTo>
                    <a:lnTo>
                      <a:pt x="112" y="294"/>
                    </a:lnTo>
                    <a:lnTo>
                      <a:pt x="0" y="375"/>
                    </a:lnTo>
                    <a:lnTo>
                      <a:pt x="36" y="284"/>
                    </a:lnTo>
                    <a:lnTo>
                      <a:pt x="16" y="209"/>
                    </a:lnTo>
                    <a:lnTo>
                      <a:pt x="72" y="204"/>
                    </a:lnTo>
                    <a:lnTo>
                      <a:pt x="97" y="158"/>
                    </a:lnTo>
                    <a:lnTo>
                      <a:pt x="21" y="118"/>
                    </a:lnTo>
                    <a:lnTo>
                      <a:pt x="102" y="83"/>
                    </a:lnTo>
                    <a:lnTo>
                      <a:pt x="82" y="43"/>
                    </a:lnTo>
                    <a:lnTo>
                      <a:pt x="0" y="3"/>
                    </a:lnTo>
                    <a:lnTo>
                      <a:pt x="88" y="0"/>
                    </a:lnTo>
                    <a:lnTo>
                      <a:pt x="152" y="8"/>
                    </a:lnTo>
                    <a:lnTo>
                      <a:pt x="218" y="18"/>
                    </a:lnTo>
                    <a:close/>
                  </a:path>
                </a:pathLst>
              </a:custGeom>
              <a:solidFill>
                <a:srgbClr val="603000"/>
              </a:solidFill>
              <a:ln w="9525">
                <a:noFill/>
                <a:round/>
                <a:headEnd/>
                <a:tailEnd/>
              </a:ln>
            </p:spPr>
            <p:txBody>
              <a:bodyPr/>
              <a:lstStyle/>
              <a:p>
                <a:endParaRPr lang="nl-BE"/>
              </a:p>
            </p:txBody>
          </p:sp>
          <p:sp>
            <p:nvSpPr>
              <p:cNvPr id="42677" name="Freeform 5"/>
              <p:cNvSpPr>
                <a:spLocks/>
              </p:cNvSpPr>
              <p:nvPr/>
            </p:nvSpPr>
            <p:spPr bwMode="auto">
              <a:xfrm>
                <a:off x="2712" y="839"/>
                <a:ext cx="446" cy="407"/>
              </a:xfrm>
              <a:custGeom>
                <a:avLst/>
                <a:gdLst>
                  <a:gd name="T0" fmla="*/ 446 w 446"/>
                  <a:gd name="T1" fmla="*/ 65 h 407"/>
                  <a:gd name="T2" fmla="*/ 326 w 446"/>
                  <a:gd name="T3" fmla="*/ 28 h 407"/>
                  <a:gd name="T4" fmla="*/ 186 w 446"/>
                  <a:gd name="T5" fmla="*/ 0 h 407"/>
                  <a:gd name="T6" fmla="*/ 126 w 446"/>
                  <a:gd name="T7" fmla="*/ 0 h 407"/>
                  <a:gd name="T8" fmla="*/ 146 w 446"/>
                  <a:gd name="T9" fmla="*/ 40 h 407"/>
                  <a:gd name="T10" fmla="*/ 188 w 446"/>
                  <a:gd name="T11" fmla="*/ 40 h 407"/>
                  <a:gd name="T12" fmla="*/ 172 w 446"/>
                  <a:gd name="T13" fmla="*/ 96 h 407"/>
                  <a:gd name="T14" fmla="*/ 228 w 446"/>
                  <a:gd name="T15" fmla="*/ 91 h 407"/>
                  <a:gd name="T16" fmla="*/ 182 w 446"/>
                  <a:gd name="T17" fmla="*/ 120 h 407"/>
                  <a:gd name="T18" fmla="*/ 136 w 446"/>
                  <a:gd name="T19" fmla="*/ 176 h 407"/>
                  <a:gd name="T20" fmla="*/ 177 w 446"/>
                  <a:gd name="T21" fmla="*/ 171 h 407"/>
                  <a:gd name="T22" fmla="*/ 86 w 446"/>
                  <a:gd name="T23" fmla="*/ 247 h 407"/>
                  <a:gd name="T24" fmla="*/ 141 w 446"/>
                  <a:gd name="T25" fmla="*/ 221 h 407"/>
                  <a:gd name="T26" fmla="*/ 106 w 446"/>
                  <a:gd name="T27" fmla="*/ 257 h 407"/>
                  <a:gd name="T28" fmla="*/ 0 w 446"/>
                  <a:gd name="T29" fmla="*/ 326 h 407"/>
                  <a:gd name="T30" fmla="*/ 50 w 446"/>
                  <a:gd name="T31" fmla="*/ 326 h 407"/>
                  <a:gd name="T32" fmla="*/ 20 w 446"/>
                  <a:gd name="T33" fmla="*/ 367 h 407"/>
                  <a:gd name="T34" fmla="*/ 30 w 446"/>
                  <a:gd name="T35" fmla="*/ 407 h 407"/>
                  <a:gd name="T36" fmla="*/ 86 w 446"/>
                  <a:gd name="T37" fmla="*/ 352 h 407"/>
                  <a:gd name="T38" fmla="*/ 136 w 446"/>
                  <a:gd name="T39" fmla="*/ 272 h 407"/>
                  <a:gd name="T40" fmla="*/ 259 w 446"/>
                  <a:gd name="T41" fmla="*/ 231 h 407"/>
                  <a:gd name="T42" fmla="*/ 284 w 446"/>
                  <a:gd name="T43" fmla="*/ 171 h 407"/>
                  <a:gd name="T44" fmla="*/ 349 w 446"/>
                  <a:gd name="T45" fmla="*/ 96 h 407"/>
                  <a:gd name="T46" fmla="*/ 446 w 446"/>
                  <a:gd name="T47" fmla="*/ 65 h 40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446"/>
                  <a:gd name="T73" fmla="*/ 0 h 407"/>
                  <a:gd name="T74" fmla="*/ 446 w 446"/>
                  <a:gd name="T75" fmla="*/ 407 h 407"/>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446" h="407">
                    <a:moveTo>
                      <a:pt x="446" y="65"/>
                    </a:moveTo>
                    <a:lnTo>
                      <a:pt x="326" y="28"/>
                    </a:lnTo>
                    <a:lnTo>
                      <a:pt x="186" y="0"/>
                    </a:lnTo>
                    <a:lnTo>
                      <a:pt x="126" y="0"/>
                    </a:lnTo>
                    <a:lnTo>
                      <a:pt x="146" y="40"/>
                    </a:lnTo>
                    <a:lnTo>
                      <a:pt x="188" y="40"/>
                    </a:lnTo>
                    <a:lnTo>
                      <a:pt x="172" y="96"/>
                    </a:lnTo>
                    <a:lnTo>
                      <a:pt x="228" y="91"/>
                    </a:lnTo>
                    <a:lnTo>
                      <a:pt x="182" y="120"/>
                    </a:lnTo>
                    <a:lnTo>
                      <a:pt x="136" y="176"/>
                    </a:lnTo>
                    <a:lnTo>
                      <a:pt x="177" y="171"/>
                    </a:lnTo>
                    <a:lnTo>
                      <a:pt x="86" y="247"/>
                    </a:lnTo>
                    <a:lnTo>
                      <a:pt x="141" y="221"/>
                    </a:lnTo>
                    <a:lnTo>
                      <a:pt x="106" y="257"/>
                    </a:lnTo>
                    <a:lnTo>
                      <a:pt x="0" y="326"/>
                    </a:lnTo>
                    <a:lnTo>
                      <a:pt x="50" y="326"/>
                    </a:lnTo>
                    <a:lnTo>
                      <a:pt x="20" y="367"/>
                    </a:lnTo>
                    <a:lnTo>
                      <a:pt x="30" y="407"/>
                    </a:lnTo>
                    <a:lnTo>
                      <a:pt x="86" y="352"/>
                    </a:lnTo>
                    <a:lnTo>
                      <a:pt x="136" y="272"/>
                    </a:lnTo>
                    <a:lnTo>
                      <a:pt x="259" y="231"/>
                    </a:lnTo>
                    <a:lnTo>
                      <a:pt x="284" y="171"/>
                    </a:lnTo>
                    <a:lnTo>
                      <a:pt x="349" y="96"/>
                    </a:lnTo>
                    <a:lnTo>
                      <a:pt x="446" y="65"/>
                    </a:lnTo>
                    <a:close/>
                  </a:path>
                </a:pathLst>
              </a:custGeom>
              <a:solidFill>
                <a:srgbClr val="603000"/>
              </a:solidFill>
              <a:ln w="9525">
                <a:noFill/>
                <a:round/>
                <a:headEnd/>
                <a:tailEnd/>
              </a:ln>
            </p:spPr>
            <p:txBody>
              <a:bodyPr/>
              <a:lstStyle/>
              <a:p>
                <a:endParaRPr lang="nl-BE"/>
              </a:p>
            </p:txBody>
          </p:sp>
          <p:sp>
            <p:nvSpPr>
              <p:cNvPr id="42678" name="Freeform 6"/>
              <p:cNvSpPr>
                <a:spLocks/>
              </p:cNvSpPr>
              <p:nvPr/>
            </p:nvSpPr>
            <p:spPr bwMode="auto">
              <a:xfrm>
                <a:off x="1431" y="923"/>
                <a:ext cx="703" cy="496"/>
              </a:xfrm>
              <a:custGeom>
                <a:avLst/>
                <a:gdLst>
                  <a:gd name="T0" fmla="*/ 161 w 703"/>
                  <a:gd name="T1" fmla="*/ 0 h 496"/>
                  <a:gd name="T2" fmla="*/ 311 w 703"/>
                  <a:gd name="T3" fmla="*/ 73 h 496"/>
                  <a:gd name="T4" fmla="*/ 440 w 703"/>
                  <a:gd name="T5" fmla="*/ 167 h 496"/>
                  <a:gd name="T6" fmla="*/ 540 w 703"/>
                  <a:gd name="T7" fmla="*/ 254 h 496"/>
                  <a:gd name="T8" fmla="*/ 628 w 703"/>
                  <a:gd name="T9" fmla="*/ 375 h 496"/>
                  <a:gd name="T10" fmla="*/ 703 w 703"/>
                  <a:gd name="T11" fmla="*/ 496 h 496"/>
                  <a:gd name="T12" fmla="*/ 474 w 703"/>
                  <a:gd name="T13" fmla="*/ 402 h 496"/>
                  <a:gd name="T14" fmla="*/ 547 w 703"/>
                  <a:gd name="T15" fmla="*/ 362 h 496"/>
                  <a:gd name="T16" fmla="*/ 460 w 703"/>
                  <a:gd name="T17" fmla="*/ 302 h 496"/>
                  <a:gd name="T18" fmla="*/ 494 w 703"/>
                  <a:gd name="T19" fmla="*/ 281 h 496"/>
                  <a:gd name="T20" fmla="*/ 318 w 703"/>
                  <a:gd name="T21" fmla="*/ 268 h 496"/>
                  <a:gd name="T22" fmla="*/ 413 w 703"/>
                  <a:gd name="T23" fmla="*/ 221 h 496"/>
                  <a:gd name="T24" fmla="*/ 291 w 703"/>
                  <a:gd name="T25" fmla="*/ 187 h 496"/>
                  <a:gd name="T26" fmla="*/ 345 w 703"/>
                  <a:gd name="T27" fmla="*/ 160 h 496"/>
                  <a:gd name="T28" fmla="*/ 203 w 703"/>
                  <a:gd name="T29" fmla="*/ 133 h 496"/>
                  <a:gd name="T30" fmla="*/ 270 w 703"/>
                  <a:gd name="T31" fmla="*/ 87 h 496"/>
                  <a:gd name="T32" fmla="*/ 138 w 703"/>
                  <a:gd name="T33" fmla="*/ 66 h 496"/>
                  <a:gd name="T34" fmla="*/ 61 w 703"/>
                  <a:gd name="T35" fmla="*/ 80 h 496"/>
                  <a:gd name="T36" fmla="*/ 0 w 703"/>
                  <a:gd name="T37" fmla="*/ 48 h 496"/>
                  <a:gd name="T38" fmla="*/ 57 w 703"/>
                  <a:gd name="T39" fmla="*/ 17 h 496"/>
                  <a:gd name="T40" fmla="*/ 161 w 703"/>
                  <a:gd name="T41" fmla="*/ 0 h 49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03"/>
                  <a:gd name="T64" fmla="*/ 0 h 496"/>
                  <a:gd name="T65" fmla="*/ 703 w 703"/>
                  <a:gd name="T66" fmla="*/ 496 h 49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03" h="496">
                    <a:moveTo>
                      <a:pt x="161" y="0"/>
                    </a:moveTo>
                    <a:lnTo>
                      <a:pt x="311" y="73"/>
                    </a:lnTo>
                    <a:lnTo>
                      <a:pt x="440" y="167"/>
                    </a:lnTo>
                    <a:lnTo>
                      <a:pt x="540" y="254"/>
                    </a:lnTo>
                    <a:lnTo>
                      <a:pt x="628" y="375"/>
                    </a:lnTo>
                    <a:lnTo>
                      <a:pt x="703" y="496"/>
                    </a:lnTo>
                    <a:lnTo>
                      <a:pt x="474" y="402"/>
                    </a:lnTo>
                    <a:lnTo>
                      <a:pt x="547" y="362"/>
                    </a:lnTo>
                    <a:lnTo>
                      <a:pt x="460" y="302"/>
                    </a:lnTo>
                    <a:lnTo>
                      <a:pt x="494" y="281"/>
                    </a:lnTo>
                    <a:lnTo>
                      <a:pt x="318" y="268"/>
                    </a:lnTo>
                    <a:lnTo>
                      <a:pt x="413" y="221"/>
                    </a:lnTo>
                    <a:lnTo>
                      <a:pt x="291" y="187"/>
                    </a:lnTo>
                    <a:lnTo>
                      <a:pt x="345" y="160"/>
                    </a:lnTo>
                    <a:lnTo>
                      <a:pt x="203" y="133"/>
                    </a:lnTo>
                    <a:lnTo>
                      <a:pt x="270" y="87"/>
                    </a:lnTo>
                    <a:lnTo>
                      <a:pt x="138" y="66"/>
                    </a:lnTo>
                    <a:lnTo>
                      <a:pt x="61" y="80"/>
                    </a:lnTo>
                    <a:lnTo>
                      <a:pt x="0" y="48"/>
                    </a:lnTo>
                    <a:lnTo>
                      <a:pt x="57" y="17"/>
                    </a:lnTo>
                    <a:lnTo>
                      <a:pt x="161" y="0"/>
                    </a:lnTo>
                    <a:close/>
                  </a:path>
                </a:pathLst>
              </a:custGeom>
              <a:solidFill>
                <a:srgbClr val="603000"/>
              </a:solidFill>
              <a:ln w="9525">
                <a:noFill/>
                <a:round/>
                <a:headEnd/>
                <a:tailEnd/>
              </a:ln>
            </p:spPr>
            <p:txBody>
              <a:bodyPr/>
              <a:lstStyle/>
              <a:p>
                <a:endParaRPr lang="nl-BE"/>
              </a:p>
            </p:txBody>
          </p:sp>
          <p:sp>
            <p:nvSpPr>
              <p:cNvPr id="42679" name="Freeform 7"/>
              <p:cNvSpPr>
                <a:spLocks/>
              </p:cNvSpPr>
              <p:nvPr/>
            </p:nvSpPr>
            <p:spPr bwMode="auto">
              <a:xfrm>
                <a:off x="620" y="1237"/>
                <a:ext cx="650" cy="438"/>
              </a:xfrm>
              <a:custGeom>
                <a:avLst/>
                <a:gdLst>
                  <a:gd name="T0" fmla="*/ 0 w 650"/>
                  <a:gd name="T1" fmla="*/ 31 h 438"/>
                  <a:gd name="T2" fmla="*/ 35 w 650"/>
                  <a:gd name="T3" fmla="*/ 16 h 438"/>
                  <a:gd name="T4" fmla="*/ 78 w 650"/>
                  <a:gd name="T5" fmla="*/ 0 h 438"/>
                  <a:gd name="T6" fmla="*/ 114 w 650"/>
                  <a:gd name="T7" fmla="*/ 0 h 438"/>
                  <a:gd name="T8" fmla="*/ 152 w 650"/>
                  <a:gd name="T9" fmla="*/ 10 h 438"/>
                  <a:gd name="T10" fmla="*/ 207 w 650"/>
                  <a:gd name="T11" fmla="*/ 33 h 438"/>
                  <a:gd name="T12" fmla="*/ 268 w 650"/>
                  <a:gd name="T13" fmla="*/ 86 h 438"/>
                  <a:gd name="T14" fmla="*/ 344 w 650"/>
                  <a:gd name="T15" fmla="*/ 128 h 438"/>
                  <a:gd name="T16" fmla="*/ 420 w 650"/>
                  <a:gd name="T17" fmla="*/ 171 h 438"/>
                  <a:gd name="T18" fmla="*/ 466 w 650"/>
                  <a:gd name="T19" fmla="*/ 217 h 438"/>
                  <a:gd name="T20" fmla="*/ 498 w 650"/>
                  <a:gd name="T21" fmla="*/ 260 h 438"/>
                  <a:gd name="T22" fmla="*/ 567 w 650"/>
                  <a:gd name="T23" fmla="*/ 332 h 438"/>
                  <a:gd name="T24" fmla="*/ 617 w 650"/>
                  <a:gd name="T25" fmla="*/ 390 h 438"/>
                  <a:gd name="T26" fmla="*/ 650 w 650"/>
                  <a:gd name="T27" fmla="*/ 438 h 438"/>
                  <a:gd name="T28" fmla="*/ 610 w 650"/>
                  <a:gd name="T29" fmla="*/ 436 h 438"/>
                  <a:gd name="T30" fmla="*/ 567 w 650"/>
                  <a:gd name="T31" fmla="*/ 403 h 438"/>
                  <a:gd name="T32" fmla="*/ 584 w 650"/>
                  <a:gd name="T33" fmla="*/ 383 h 438"/>
                  <a:gd name="T34" fmla="*/ 526 w 650"/>
                  <a:gd name="T35" fmla="*/ 362 h 438"/>
                  <a:gd name="T36" fmla="*/ 536 w 650"/>
                  <a:gd name="T37" fmla="*/ 350 h 438"/>
                  <a:gd name="T38" fmla="*/ 490 w 650"/>
                  <a:gd name="T39" fmla="*/ 335 h 438"/>
                  <a:gd name="T40" fmla="*/ 500 w 650"/>
                  <a:gd name="T41" fmla="*/ 303 h 438"/>
                  <a:gd name="T42" fmla="*/ 446 w 650"/>
                  <a:gd name="T43" fmla="*/ 288 h 438"/>
                  <a:gd name="T44" fmla="*/ 446 w 650"/>
                  <a:gd name="T45" fmla="*/ 255 h 438"/>
                  <a:gd name="T46" fmla="*/ 369 w 650"/>
                  <a:gd name="T47" fmla="*/ 242 h 438"/>
                  <a:gd name="T48" fmla="*/ 420 w 650"/>
                  <a:gd name="T49" fmla="*/ 219 h 438"/>
                  <a:gd name="T50" fmla="*/ 357 w 650"/>
                  <a:gd name="T51" fmla="*/ 202 h 438"/>
                  <a:gd name="T52" fmla="*/ 349 w 650"/>
                  <a:gd name="T53" fmla="*/ 164 h 438"/>
                  <a:gd name="T54" fmla="*/ 250 w 650"/>
                  <a:gd name="T55" fmla="*/ 161 h 438"/>
                  <a:gd name="T56" fmla="*/ 291 w 650"/>
                  <a:gd name="T57" fmla="*/ 126 h 438"/>
                  <a:gd name="T58" fmla="*/ 207 w 650"/>
                  <a:gd name="T59" fmla="*/ 123 h 438"/>
                  <a:gd name="T60" fmla="*/ 222 w 650"/>
                  <a:gd name="T61" fmla="*/ 99 h 438"/>
                  <a:gd name="T62" fmla="*/ 119 w 650"/>
                  <a:gd name="T63" fmla="*/ 86 h 438"/>
                  <a:gd name="T64" fmla="*/ 162 w 650"/>
                  <a:gd name="T65" fmla="*/ 56 h 438"/>
                  <a:gd name="T66" fmla="*/ 91 w 650"/>
                  <a:gd name="T67" fmla="*/ 33 h 438"/>
                  <a:gd name="T68" fmla="*/ 99 w 650"/>
                  <a:gd name="T69" fmla="*/ 16 h 438"/>
                  <a:gd name="T70" fmla="*/ 33 w 650"/>
                  <a:gd name="T71" fmla="*/ 48 h 438"/>
                  <a:gd name="T72" fmla="*/ 38 w 650"/>
                  <a:gd name="T73" fmla="*/ 31 h 438"/>
                  <a:gd name="T74" fmla="*/ 0 w 650"/>
                  <a:gd name="T75" fmla="*/ 31 h 43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650"/>
                  <a:gd name="T115" fmla="*/ 0 h 438"/>
                  <a:gd name="T116" fmla="*/ 650 w 650"/>
                  <a:gd name="T117" fmla="*/ 438 h 438"/>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650" h="438">
                    <a:moveTo>
                      <a:pt x="0" y="31"/>
                    </a:moveTo>
                    <a:lnTo>
                      <a:pt x="35" y="16"/>
                    </a:lnTo>
                    <a:lnTo>
                      <a:pt x="78" y="0"/>
                    </a:lnTo>
                    <a:lnTo>
                      <a:pt x="114" y="0"/>
                    </a:lnTo>
                    <a:lnTo>
                      <a:pt x="152" y="10"/>
                    </a:lnTo>
                    <a:lnTo>
                      <a:pt x="207" y="33"/>
                    </a:lnTo>
                    <a:lnTo>
                      <a:pt x="268" y="86"/>
                    </a:lnTo>
                    <a:lnTo>
                      <a:pt x="344" y="128"/>
                    </a:lnTo>
                    <a:lnTo>
                      <a:pt x="420" y="171"/>
                    </a:lnTo>
                    <a:lnTo>
                      <a:pt x="466" y="217"/>
                    </a:lnTo>
                    <a:lnTo>
                      <a:pt x="498" y="260"/>
                    </a:lnTo>
                    <a:lnTo>
                      <a:pt x="567" y="332"/>
                    </a:lnTo>
                    <a:lnTo>
                      <a:pt x="617" y="390"/>
                    </a:lnTo>
                    <a:lnTo>
                      <a:pt x="650" y="438"/>
                    </a:lnTo>
                    <a:lnTo>
                      <a:pt x="610" y="436"/>
                    </a:lnTo>
                    <a:lnTo>
                      <a:pt x="567" y="403"/>
                    </a:lnTo>
                    <a:lnTo>
                      <a:pt x="584" y="383"/>
                    </a:lnTo>
                    <a:lnTo>
                      <a:pt x="526" y="362"/>
                    </a:lnTo>
                    <a:lnTo>
                      <a:pt x="536" y="350"/>
                    </a:lnTo>
                    <a:lnTo>
                      <a:pt x="490" y="335"/>
                    </a:lnTo>
                    <a:lnTo>
                      <a:pt x="500" y="303"/>
                    </a:lnTo>
                    <a:lnTo>
                      <a:pt x="446" y="288"/>
                    </a:lnTo>
                    <a:lnTo>
                      <a:pt x="446" y="255"/>
                    </a:lnTo>
                    <a:lnTo>
                      <a:pt x="369" y="242"/>
                    </a:lnTo>
                    <a:lnTo>
                      <a:pt x="420" y="219"/>
                    </a:lnTo>
                    <a:lnTo>
                      <a:pt x="357" y="202"/>
                    </a:lnTo>
                    <a:lnTo>
                      <a:pt x="349" y="164"/>
                    </a:lnTo>
                    <a:lnTo>
                      <a:pt x="250" y="161"/>
                    </a:lnTo>
                    <a:lnTo>
                      <a:pt x="291" y="126"/>
                    </a:lnTo>
                    <a:lnTo>
                      <a:pt x="207" y="123"/>
                    </a:lnTo>
                    <a:lnTo>
                      <a:pt x="222" y="99"/>
                    </a:lnTo>
                    <a:lnTo>
                      <a:pt x="119" y="86"/>
                    </a:lnTo>
                    <a:lnTo>
                      <a:pt x="162" y="56"/>
                    </a:lnTo>
                    <a:lnTo>
                      <a:pt x="91" y="33"/>
                    </a:lnTo>
                    <a:lnTo>
                      <a:pt x="99" y="16"/>
                    </a:lnTo>
                    <a:lnTo>
                      <a:pt x="33" y="48"/>
                    </a:lnTo>
                    <a:lnTo>
                      <a:pt x="38" y="31"/>
                    </a:lnTo>
                    <a:lnTo>
                      <a:pt x="0" y="31"/>
                    </a:lnTo>
                    <a:close/>
                  </a:path>
                </a:pathLst>
              </a:custGeom>
              <a:solidFill>
                <a:srgbClr val="402000"/>
              </a:solidFill>
              <a:ln w="9525">
                <a:noFill/>
                <a:round/>
                <a:headEnd/>
                <a:tailEnd/>
              </a:ln>
            </p:spPr>
            <p:txBody>
              <a:bodyPr/>
              <a:lstStyle/>
              <a:p>
                <a:endParaRPr lang="nl-BE"/>
              </a:p>
            </p:txBody>
          </p:sp>
          <p:sp>
            <p:nvSpPr>
              <p:cNvPr id="42680" name="Freeform 8"/>
              <p:cNvSpPr>
                <a:spLocks/>
              </p:cNvSpPr>
              <p:nvPr/>
            </p:nvSpPr>
            <p:spPr bwMode="auto">
              <a:xfrm>
                <a:off x="413" y="2624"/>
                <a:ext cx="4934" cy="1241"/>
              </a:xfrm>
              <a:custGeom>
                <a:avLst/>
                <a:gdLst>
                  <a:gd name="T0" fmla="*/ 0 w 4934"/>
                  <a:gd name="T1" fmla="*/ 0 h 1241"/>
                  <a:gd name="T2" fmla="*/ 4934 w 4934"/>
                  <a:gd name="T3" fmla="*/ 0 h 1241"/>
                  <a:gd name="T4" fmla="*/ 4934 w 4934"/>
                  <a:gd name="T5" fmla="*/ 1241 h 1241"/>
                  <a:gd name="T6" fmla="*/ 2 w 4934"/>
                  <a:gd name="T7" fmla="*/ 1241 h 1241"/>
                  <a:gd name="T8" fmla="*/ 0 w 4934"/>
                  <a:gd name="T9" fmla="*/ 0 h 1241"/>
                  <a:gd name="T10" fmla="*/ 0 60000 65536"/>
                  <a:gd name="T11" fmla="*/ 0 60000 65536"/>
                  <a:gd name="T12" fmla="*/ 0 60000 65536"/>
                  <a:gd name="T13" fmla="*/ 0 60000 65536"/>
                  <a:gd name="T14" fmla="*/ 0 60000 65536"/>
                  <a:gd name="T15" fmla="*/ 0 w 4934"/>
                  <a:gd name="T16" fmla="*/ 0 h 1241"/>
                  <a:gd name="T17" fmla="*/ 4934 w 4934"/>
                  <a:gd name="T18" fmla="*/ 1241 h 1241"/>
                </a:gdLst>
                <a:ahLst/>
                <a:cxnLst>
                  <a:cxn ang="T10">
                    <a:pos x="T0" y="T1"/>
                  </a:cxn>
                  <a:cxn ang="T11">
                    <a:pos x="T2" y="T3"/>
                  </a:cxn>
                  <a:cxn ang="T12">
                    <a:pos x="T4" y="T5"/>
                  </a:cxn>
                  <a:cxn ang="T13">
                    <a:pos x="T6" y="T7"/>
                  </a:cxn>
                  <a:cxn ang="T14">
                    <a:pos x="T8" y="T9"/>
                  </a:cxn>
                </a:cxnLst>
                <a:rect l="T15" t="T16" r="T17" b="T18"/>
                <a:pathLst>
                  <a:path w="4934" h="1241">
                    <a:moveTo>
                      <a:pt x="0" y="0"/>
                    </a:moveTo>
                    <a:lnTo>
                      <a:pt x="4934" y="0"/>
                    </a:lnTo>
                    <a:lnTo>
                      <a:pt x="4934" y="1241"/>
                    </a:lnTo>
                    <a:lnTo>
                      <a:pt x="2" y="1241"/>
                    </a:lnTo>
                    <a:lnTo>
                      <a:pt x="0" y="0"/>
                    </a:lnTo>
                    <a:close/>
                  </a:path>
                </a:pathLst>
              </a:custGeom>
              <a:solidFill>
                <a:srgbClr val="008000"/>
              </a:solidFill>
              <a:ln w="9525">
                <a:noFill/>
                <a:round/>
                <a:headEnd/>
                <a:tailEnd/>
              </a:ln>
            </p:spPr>
            <p:txBody>
              <a:bodyPr/>
              <a:lstStyle/>
              <a:p>
                <a:endParaRPr lang="nl-BE"/>
              </a:p>
            </p:txBody>
          </p:sp>
          <p:sp>
            <p:nvSpPr>
              <p:cNvPr id="42681" name="Freeform 9"/>
              <p:cNvSpPr>
                <a:spLocks/>
              </p:cNvSpPr>
              <p:nvPr/>
            </p:nvSpPr>
            <p:spPr bwMode="auto">
              <a:xfrm>
                <a:off x="2400" y="1640"/>
                <a:ext cx="2304" cy="1011"/>
              </a:xfrm>
              <a:custGeom>
                <a:avLst/>
                <a:gdLst>
                  <a:gd name="T0" fmla="*/ 700742 w 1455"/>
                  <a:gd name="T1" fmla="*/ 138 h 924"/>
                  <a:gd name="T2" fmla="*/ 760762 w 1455"/>
                  <a:gd name="T3" fmla="*/ 0 h 924"/>
                  <a:gd name="T4" fmla="*/ 760762 w 1455"/>
                  <a:gd name="T5" fmla="*/ 237 h 924"/>
                  <a:gd name="T6" fmla="*/ 835294 w 1455"/>
                  <a:gd name="T7" fmla="*/ 0 h 924"/>
                  <a:gd name="T8" fmla="*/ 810300 w 1455"/>
                  <a:gd name="T9" fmla="*/ 194 h 924"/>
                  <a:gd name="T10" fmla="*/ 865533 w 1455"/>
                  <a:gd name="T11" fmla="*/ 115 h 924"/>
                  <a:gd name="T12" fmla="*/ 858748 w 1455"/>
                  <a:gd name="T13" fmla="*/ 259 h 924"/>
                  <a:gd name="T14" fmla="*/ 926900 w 1455"/>
                  <a:gd name="T15" fmla="*/ 26 h 924"/>
                  <a:gd name="T16" fmla="*/ 908064 w 1455"/>
                  <a:gd name="T17" fmla="*/ 310 h 924"/>
                  <a:gd name="T18" fmla="*/ 980882 w 1455"/>
                  <a:gd name="T19" fmla="*/ 115 h 924"/>
                  <a:gd name="T20" fmla="*/ 955970 w 1455"/>
                  <a:gd name="T21" fmla="*/ 353 h 924"/>
                  <a:gd name="T22" fmla="*/ 1065851 w 1455"/>
                  <a:gd name="T23" fmla="*/ 310 h 924"/>
                  <a:gd name="T24" fmla="*/ 1054263 w 1455"/>
                  <a:gd name="T25" fmla="*/ 476 h 924"/>
                  <a:gd name="T26" fmla="*/ 1131956 w 1455"/>
                  <a:gd name="T27" fmla="*/ 450 h 924"/>
                  <a:gd name="T28" fmla="*/ 1125858 w 1455"/>
                  <a:gd name="T29" fmla="*/ 660 h 924"/>
                  <a:gd name="T30" fmla="*/ 1187326 w 1455"/>
                  <a:gd name="T31" fmla="*/ 685 h 924"/>
                  <a:gd name="T32" fmla="*/ 1222962 w 1455"/>
                  <a:gd name="T33" fmla="*/ 915 h 924"/>
                  <a:gd name="T34" fmla="*/ 1248494 w 1455"/>
                  <a:gd name="T35" fmla="*/ 1199 h 924"/>
                  <a:gd name="T36" fmla="*/ 1302713 w 1455"/>
                  <a:gd name="T37" fmla="*/ 1251 h 924"/>
                  <a:gd name="T38" fmla="*/ 1320547 w 1455"/>
                  <a:gd name="T39" fmla="*/ 1436 h 924"/>
                  <a:gd name="T40" fmla="*/ 1308653 w 1455"/>
                  <a:gd name="T41" fmla="*/ 1554 h 924"/>
                  <a:gd name="T42" fmla="*/ 1344827 w 1455"/>
                  <a:gd name="T43" fmla="*/ 1750 h 924"/>
                  <a:gd name="T44" fmla="*/ 1368617 w 1455"/>
                  <a:gd name="T45" fmla="*/ 1915 h 924"/>
                  <a:gd name="T46" fmla="*/ 1368617 w 1455"/>
                  <a:gd name="T47" fmla="*/ 2267 h 924"/>
                  <a:gd name="T48" fmla="*/ 1368617 w 1455"/>
                  <a:gd name="T49" fmla="*/ 2431 h 924"/>
                  <a:gd name="T50" fmla="*/ 1411186 w 1455"/>
                  <a:gd name="T51" fmla="*/ 2777 h 924"/>
                  <a:gd name="T52" fmla="*/ 1435984 w 1455"/>
                  <a:gd name="T53" fmla="*/ 3072 h 924"/>
                  <a:gd name="T54" fmla="*/ 1435984 w 1455"/>
                  <a:gd name="T55" fmla="*/ 3493 h 924"/>
                  <a:gd name="T56" fmla="*/ 1430056 w 1455"/>
                  <a:gd name="T57" fmla="*/ 3561 h 924"/>
                  <a:gd name="T58" fmla="*/ 56222 w 1455"/>
                  <a:gd name="T59" fmla="*/ 3561 h 924"/>
                  <a:gd name="T60" fmla="*/ 12883 w 1455"/>
                  <a:gd name="T61" fmla="*/ 3347 h 924"/>
                  <a:gd name="T62" fmla="*/ 60623 w 1455"/>
                  <a:gd name="T63" fmla="*/ 3218 h 924"/>
                  <a:gd name="T64" fmla="*/ 0 w 1455"/>
                  <a:gd name="T65" fmla="*/ 3032 h 924"/>
                  <a:gd name="T66" fmla="*/ 56222 w 1455"/>
                  <a:gd name="T67" fmla="*/ 2836 h 924"/>
                  <a:gd name="T68" fmla="*/ 106541 w 1455"/>
                  <a:gd name="T69" fmla="*/ 2653 h 924"/>
                  <a:gd name="T70" fmla="*/ 33670 w 1455"/>
                  <a:gd name="T71" fmla="*/ 2492 h 924"/>
                  <a:gd name="T72" fmla="*/ 142224 w 1455"/>
                  <a:gd name="T73" fmla="*/ 2381 h 924"/>
                  <a:gd name="T74" fmla="*/ 123507 w 1455"/>
                  <a:gd name="T75" fmla="*/ 2267 h 924"/>
                  <a:gd name="T76" fmla="*/ 83058 w 1455"/>
                  <a:gd name="T77" fmla="*/ 2146 h 924"/>
                  <a:gd name="T78" fmla="*/ 126945 w 1455"/>
                  <a:gd name="T79" fmla="*/ 2097 h 924"/>
                  <a:gd name="T80" fmla="*/ 180757 w 1455"/>
                  <a:gd name="T81" fmla="*/ 1998 h 924"/>
                  <a:gd name="T82" fmla="*/ 121537 w 1455"/>
                  <a:gd name="T83" fmla="*/ 1917 h 924"/>
                  <a:gd name="T84" fmla="*/ 113293 w 1455"/>
                  <a:gd name="T85" fmla="*/ 1766 h 924"/>
                  <a:gd name="T86" fmla="*/ 166821 w 1455"/>
                  <a:gd name="T87" fmla="*/ 1654 h 924"/>
                  <a:gd name="T88" fmla="*/ 153855 w 1455"/>
                  <a:gd name="T89" fmla="*/ 1452 h 924"/>
                  <a:gd name="T90" fmla="*/ 180757 w 1455"/>
                  <a:gd name="T91" fmla="*/ 1269 h 924"/>
                  <a:gd name="T92" fmla="*/ 160069 w 1455"/>
                  <a:gd name="T93" fmla="*/ 1093 h 924"/>
                  <a:gd name="T94" fmla="*/ 233803 w 1455"/>
                  <a:gd name="T95" fmla="*/ 1060 h 924"/>
                  <a:gd name="T96" fmla="*/ 226682 w 1455"/>
                  <a:gd name="T97" fmla="*/ 749 h 924"/>
                  <a:gd name="T98" fmla="*/ 280630 w 1455"/>
                  <a:gd name="T99" fmla="*/ 749 h 924"/>
                  <a:gd name="T100" fmla="*/ 253470 w 1455"/>
                  <a:gd name="T101" fmla="*/ 521 h 924"/>
                  <a:gd name="T102" fmla="*/ 294047 w 1455"/>
                  <a:gd name="T103" fmla="*/ 521 h 924"/>
                  <a:gd name="T104" fmla="*/ 280630 w 1455"/>
                  <a:gd name="T105" fmla="*/ 287 h 924"/>
                  <a:gd name="T106" fmla="*/ 341990 w 1455"/>
                  <a:gd name="T107" fmla="*/ 498 h 924"/>
                  <a:gd name="T108" fmla="*/ 371839 w 1455"/>
                  <a:gd name="T109" fmla="*/ 165 h 924"/>
                  <a:gd name="T110" fmla="*/ 408883 w 1455"/>
                  <a:gd name="T111" fmla="*/ 310 h 924"/>
                  <a:gd name="T112" fmla="*/ 475001 w 1455"/>
                  <a:gd name="T113" fmla="*/ 194 h 924"/>
                  <a:gd name="T114" fmla="*/ 512520 w 1455"/>
                  <a:gd name="T115" fmla="*/ 283 h 924"/>
                  <a:gd name="T116" fmla="*/ 524276 w 1455"/>
                  <a:gd name="T117" fmla="*/ 90 h 924"/>
                  <a:gd name="T118" fmla="*/ 566537 w 1455"/>
                  <a:gd name="T119" fmla="*/ 259 h 924"/>
                  <a:gd name="T120" fmla="*/ 621928 w 1455"/>
                  <a:gd name="T121" fmla="*/ 26 h 924"/>
                  <a:gd name="T122" fmla="*/ 700742 w 1455"/>
                  <a:gd name="T123" fmla="*/ 138 h 924"/>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455"/>
                  <a:gd name="T187" fmla="*/ 0 h 924"/>
                  <a:gd name="T188" fmla="*/ 1455 w 1455"/>
                  <a:gd name="T189" fmla="*/ 924 h 924"/>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455" h="924">
                    <a:moveTo>
                      <a:pt x="710" y="36"/>
                    </a:moveTo>
                    <a:lnTo>
                      <a:pt x="771" y="0"/>
                    </a:lnTo>
                    <a:lnTo>
                      <a:pt x="771" y="61"/>
                    </a:lnTo>
                    <a:lnTo>
                      <a:pt x="846" y="0"/>
                    </a:lnTo>
                    <a:lnTo>
                      <a:pt x="821" y="49"/>
                    </a:lnTo>
                    <a:lnTo>
                      <a:pt x="877" y="30"/>
                    </a:lnTo>
                    <a:lnTo>
                      <a:pt x="870" y="67"/>
                    </a:lnTo>
                    <a:lnTo>
                      <a:pt x="939" y="6"/>
                    </a:lnTo>
                    <a:lnTo>
                      <a:pt x="920" y="80"/>
                    </a:lnTo>
                    <a:lnTo>
                      <a:pt x="994" y="30"/>
                    </a:lnTo>
                    <a:lnTo>
                      <a:pt x="969" y="92"/>
                    </a:lnTo>
                    <a:lnTo>
                      <a:pt x="1080" y="80"/>
                    </a:lnTo>
                    <a:lnTo>
                      <a:pt x="1068" y="123"/>
                    </a:lnTo>
                    <a:lnTo>
                      <a:pt x="1147" y="116"/>
                    </a:lnTo>
                    <a:lnTo>
                      <a:pt x="1141" y="172"/>
                    </a:lnTo>
                    <a:lnTo>
                      <a:pt x="1203" y="178"/>
                    </a:lnTo>
                    <a:lnTo>
                      <a:pt x="1239" y="238"/>
                    </a:lnTo>
                    <a:lnTo>
                      <a:pt x="1265" y="312"/>
                    </a:lnTo>
                    <a:lnTo>
                      <a:pt x="1320" y="324"/>
                    </a:lnTo>
                    <a:lnTo>
                      <a:pt x="1338" y="373"/>
                    </a:lnTo>
                    <a:lnTo>
                      <a:pt x="1326" y="403"/>
                    </a:lnTo>
                    <a:lnTo>
                      <a:pt x="1363" y="453"/>
                    </a:lnTo>
                    <a:lnTo>
                      <a:pt x="1387" y="496"/>
                    </a:lnTo>
                    <a:lnTo>
                      <a:pt x="1387" y="588"/>
                    </a:lnTo>
                    <a:lnTo>
                      <a:pt x="1387" y="631"/>
                    </a:lnTo>
                    <a:lnTo>
                      <a:pt x="1430" y="722"/>
                    </a:lnTo>
                    <a:lnTo>
                      <a:pt x="1455" y="796"/>
                    </a:lnTo>
                    <a:lnTo>
                      <a:pt x="1455" y="906"/>
                    </a:lnTo>
                    <a:lnTo>
                      <a:pt x="1449" y="924"/>
                    </a:lnTo>
                    <a:lnTo>
                      <a:pt x="57" y="924"/>
                    </a:lnTo>
                    <a:lnTo>
                      <a:pt x="13" y="868"/>
                    </a:lnTo>
                    <a:lnTo>
                      <a:pt x="61" y="834"/>
                    </a:lnTo>
                    <a:lnTo>
                      <a:pt x="0" y="787"/>
                    </a:lnTo>
                    <a:lnTo>
                      <a:pt x="57" y="735"/>
                    </a:lnTo>
                    <a:lnTo>
                      <a:pt x="108" y="687"/>
                    </a:lnTo>
                    <a:lnTo>
                      <a:pt x="34" y="646"/>
                    </a:lnTo>
                    <a:lnTo>
                      <a:pt x="144" y="618"/>
                    </a:lnTo>
                    <a:lnTo>
                      <a:pt x="125" y="588"/>
                    </a:lnTo>
                    <a:lnTo>
                      <a:pt x="84" y="556"/>
                    </a:lnTo>
                    <a:lnTo>
                      <a:pt x="129" y="545"/>
                    </a:lnTo>
                    <a:lnTo>
                      <a:pt x="183" y="518"/>
                    </a:lnTo>
                    <a:lnTo>
                      <a:pt x="123" y="498"/>
                    </a:lnTo>
                    <a:lnTo>
                      <a:pt x="115" y="457"/>
                    </a:lnTo>
                    <a:lnTo>
                      <a:pt x="169" y="430"/>
                    </a:lnTo>
                    <a:lnTo>
                      <a:pt x="156" y="377"/>
                    </a:lnTo>
                    <a:lnTo>
                      <a:pt x="183" y="329"/>
                    </a:lnTo>
                    <a:lnTo>
                      <a:pt x="162" y="282"/>
                    </a:lnTo>
                    <a:lnTo>
                      <a:pt x="237" y="275"/>
                    </a:lnTo>
                    <a:lnTo>
                      <a:pt x="230" y="195"/>
                    </a:lnTo>
                    <a:lnTo>
                      <a:pt x="284" y="195"/>
                    </a:lnTo>
                    <a:lnTo>
                      <a:pt x="257" y="135"/>
                    </a:lnTo>
                    <a:lnTo>
                      <a:pt x="298" y="135"/>
                    </a:lnTo>
                    <a:lnTo>
                      <a:pt x="284" y="74"/>
                    </a:lnTo>
                    <a:lnTo>
                      <a:pt x="347" y="129"/>
                    </a:lnTo>
                    <a:lnTo>
                      <a:pt x="377" y="43"/>
                    </a:lnTo>
                    <a:lnTo>
                      <a:pt x="414" y="80"/>
                    </a:lnTo>
                    <a:lnTo>
                      <a:pt x="481" y="49"/>
                    </a:lnTo>
                    <a:lnTo>
                      <a:pt x="519" y="73"/>
                    </a:lnTo>
                    <a:lnTo>
                      <a:pt x="531" y="24"/>
                    </a:lnTo>
                    <a:lnTo>
                      <a:pt x="574" y="67"/>
                    </a:lnTo>
                    <a:lnTo>
                      <a:pt x="630" y="6"/>
                    </a:lnTo>
                    <a:lnTo>
                      <a:pt x="710" y="36"/>
                    </a:lnTo>
                    <a:close/>
                  </a:path>
                </a:pathLst>
              </a:custGeom>
              <a:solidFill>
                <a:srgbClr val="004000"/>
              </a:solidFill>
              <a:ln w="9525">
                <a:noFill/>
                <a:round/>
                <a:headEnd/>
                <a:tailEnd/>
              </a:ln>
            </p:spPr>
            <p:txBody>
              <a:bodyPr/>
              <a:lstStyle/>
              <a:p>
                <a:endParaRPr lang="nl-BE"/>
              </a:p>
            </p:txBody>
          </p:sp>
          <p:sp>
            <p:nvSpPr>
              <p:cNvPr id="42682" name="Freeform 10"/>
              <p:cNvSpPr>
                <a:spLocks/>
              </p:cNvSpPr>
              <p:nvPr/>
            </p:nvSpPr>
            <p:spPr bwMode="auto">
              <a:xfrm>
                <a:off x="3044" y="1874"/>
                <a:ext cx="1228" cy="782"/>
              </a:xfrm>
              <a:custGeom>
                <a:avLst/>
                <a:gdLst>
                  <a:gd name="T0" fmla="*/ 128439 w 777"/>
                  <a:gd name="T1" fmla="*/ 782 h 782"/>
                  <a:gd name="T2" fmla="*/ 745089 w 777"/>
                  <a:gd name="T3" fmla="*/ 782 h 782"/>
                  <a:gd name="T4" fmla="*/ 745089 w 777"/>
                  <a:gd name="T5" fmla="*/ 86 h 782"/>
                  <a:gd name="T6" fmla="*/ 661797 w 777"/>
                  <a:gd name="T7" fmla="*/ 0 h 782"/>
                  <a:gd name="T8" fmla="*/ 82559 w 777"/>
                  <a:gd name="T9" fmla="*/ 0 h 782"/>
                  <a:gd name="T10" fmla="*/ 0 w 777"/>
                  <a:gd name="T11" fmla="*/ 86 h 782"/>
                  <a:gd name="T12" fmla="*/ 0 w 777"/>
                  <a:gd name="T13" fmla="*/ 782 h 782"/>
                  <a:gd name="T14" fmla="*/ 126773 w 777"/>
                  <a:gd name="T15" fmla="*/ 782 h 782"/>
                  <a:gd name="T16" fmla="*/ 128439 w 777"/>
                  <a:gd name="T17" fmla="*/ 782 h 78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77"/>
                  <a:gd name="T28" fmla="*/ 0 h 782"/>
                  <a:gd name="T29" fmla="*/ 777 w 777"/>
                  <a:gd name="T30" fmla="*/ 782 h 78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77" h="782">
                    <a:moveTo>
                      <a:pt x="134" y="782"/>
                    </a:moveTo>
                    <a:lnTo>
                      <a:pt x="777" y="782"/>
                    </a:lnTo>
                    <a:lnTo>
                      <a:pt x="777" y="86"/>
                    </a:lnTo>
                    <a:lnTo>
                      <a:pt x="690" y="0"/>
                    </a:lnTo>
                    <a:lnTo>
                      <a:pt x="86" y="0"/>
                    </a:lnTo>
                    <a:lnTo>
                      <a:pt x="0" y="86"/>
                    </a:lnTo>
                    <a:lnTo>
                      <a:pt x="0" y="782"/>
                    </a:lnTo>
                    <a:lnTo>
                      <a:pt x="132" y="782"/>
                    </a:lnTo>
                    <a:lnTo>
                      <a:pt x="134" y="782"/>
                    </a:lnTo>
                    <a:close/>
                  </a:path>
                </a:pathLst>
              </a:custGeom>
              <a:solidFill>
                <a:srgbClr val="606060"/>
              </a:solidFill>
              <a:ln w="12700">
                <a:solidFill>
                  <a:srgbClr val="000000"/>
                </a:solidFill>
                <a:prstDash val="solid"/>
                <a:round/>
                <a:headEnd/>
                <a:tailEnd/>
              </a:ln>
            </p:spPr>
            <p:txBody>
              <a:bodyPr/>
              <a:lstStyle/>
              <a:p>
                <a:endParaRPr lang="nl-BE"/>
              </a:p>
            </p:txBody>
          </p:sp>
          <p:sp>
            <p:nvSpPr>
              <p:cNvPr id="42683" name="Line 11"/>
              <p:cNvSpPr>
                <a:spLocks noChangeShapeType="1"/>
              </p:cNvSpPr>
              <p:nvPr/>
            </p:nvSpPr>
            <p:spPr bwMode="auto">
              <a:xfrm>
                <a:off x="705" y="2408"/>
                <a:ext cx="735" cy="1"/>
              </a:xfrm>
              <a:prstGeom prst="line">
                <a:avLst/>
              </a:prstGeom>
              <a:noFill/>
              <a:ln w="12700">
                <a:solidFill>
                  <a:srgbClr val="000000"/>
                </a:solidFill>
                <a:round/>
                <a:headEnd/>
                <a:tailEnd/>
              </a:ln>
            </p:spPr>
            <p:txBody>
              <a:bodyPr/>
              <a:lstStyle/>
              <a:p>
                <a:endParaRPr lang="nl-BE"/>
              </a:p>
            </p:txBody>
          </p:sp>
          <p:sp>
            <p:nvSpPr>
              <p:cNvPr id="42684" name="Freeform 12"/>
              <p:cNvSpPr>
                <a:spLocks/>
              </p:cNvSpPr>
              <p:nvPr/>
            </p:nvSpPr>
            <p:spPr bwMode="auto">
              <a:xfrm>
                <a:off x="4002" y="2147"/>
                <a:ext cx="113" cy="50"/>
              </a:xfrm>
              <a:custGeom>
                <a:avLst/>
                <a:gdLst>
                  <a:gd name="T0" fmla="*/ 0 w 39"/>
                  <a:gd name="T1" fmla="*/ 18 h 50"/>
                  <a:gd name="T2" fmla="*/ 0 w 39"/>
                  <a:gd name="T3" fmla="*/ 17 h 50"/>
                  <a:gd name="T4" fmla="*/ 0 w 39"/>
                  <a:gd name="T5" fmla="*/ 16 h 50"/>
                  <a:gd name="T6" fmla="*/ 0 w 39"/>
                  <a:gd name="T7" fmla="*/ 15 h 50"/>
                  <a:gd name="T8" fmla="*/ 9050198 w 39"/>
                  <a:gd name="T9" fmla="*/ 15 h 50"/>
                  <a:gd name="T10" fmla="*/ 9050198 w 39"/>
                  <a:gd name="T11" fmla="*/ 13 h 50"/>
                  <a:gd name="T12" fmla="*/ 17141520 w 39"/>
                  <a:gd name="T13" fmla="*/ 13 h 50"/>
                  <a:gd name="T14" fmla="*/ 17141520 w 39"/>
                  <a:gd name="T15" fmla="*/ 12 h 50"/>
                  <a:gd name="T16" fmla="*/ 17141520 w 39"/>
                  <a:gd name="T17" fmla="*/ 11 h 50"/>
                  <a:gd name="T18" fmla="*/ 26222353 w 39"/>
                  <a:gd name="T19" fmla="*/ 10 h 50"/>
                  <a:gd name="T20" fmla="*/ 26222353 w 39"/>
                  <a:gd name="T21" fmla="*/ 9 h 50"/>
                  <a:gd name="T22" fmla="*/ 35406294 w 39"/>
                  <a:gd name="T23" fmla="*/ 8 h 50"/>
                  <a:gd name="T24" fmla="*/ 41694631 w 39"/>
                  <a:gd name="T25" fmla="*/ 6 h 50"/>
                  <a:gd name="T26" fmla="*/ 49666459 w 39"/>
                  <a:gd name="T27" fmla="*/ 5 h 50"/>
                  <a:gd name="T28" fmla="*/ 58836075 w 39"/>
                  <a:gd name="T29" fmla="*/ 4 h 50"/>
                  <a:gd name="T30" fmla="*/ 67886363 w 39"/>
                  <a:gd name="T31" fmla="*/ 4 h 50"/>
                  <a:gd name="T32" fmla="*/ 75977577 w 39"/>
                  <a:gd name="T33" fmla="*/ 3 h 50"/>
                  <a:gd name="T34" fmla="*/ 85072092 w 39"/>
                  <a:gd name="T35" fmla="*/ 2 h 50"/>
                  <a:gd name="T36" fmla="*/ 94124142 w 39"/>
                  <a:gd name="T37" fmla="*/ 2 h 50"/>
                  <a:gd name="T38" fmla="*/ 94124142 w 39"/>
                  <a:gd name="T39" fmla="*/ 1 h 50"/>
                  <a:gd name="T40" fmla="*/ 102587410 w 39"/>
                  <a:gd name="T41" fmla="*/ 0 h 50"/>
                  <a:gd name="T42" fmla="*/ 111627592 w 39"/>
                  <a:gd name="T43" fmla="*/ 0 h 50"/>
                  <a:gd name="T44" fmla="*/ 120807592 w 39"/>
                  <a:gd name="T45" fmla="*/ 0 h 50"/>
                  <a:gd name="T46" fmla="*/ 126722439 w 39"/>
                  <a:gd name="T47" fmla="*/ 0 h 50"/>
                  <a:gd name="T48" fmla="*/ 134853243 w 39"/>
                  <a:gd name="T49" fmla="*/ 0 h 50"/>
                  <a:gd name="T50" fmla="*/ 143905293 w 39"/>
                  <a:gd name="T51" fmla="*/ 0 h 50"/>
                  <a:gd name="T52" fmla="*/ 153332294 w 39"/>
                  <a:gd name="T53" fmla="*/ 0 h 50"/>
                  <a:gd name="T54" fmla="*/ 161423601 w 39"/>
                  <a:gd name="T55" fmla="*/ 0 h 50"/>
                  <a:gd name="T56" fmla="*/ 170473704 w 39"/>
                  <a:gd name="T57" fmla="*/ 0 h 50"/>
                  <a:gd name="T58" fmla="*/ 187644876 w 39"/>
                  <a:gd name="T59" fmla="*/ 0 h 50"/>
                  <a:gd name="T60" fmla="*/ 196696137 w 39"/>
                  <a:gd name="T61" fmla="*/ 0 h 50"/>
                  <a:gd name="T62" fmla="*/ 205880403 w 39"/>
                  <a:gd name="T63" fmla="*/ 0 h 50"/>
                  <a:gd name="T64" fmla="*/ 212168346 w 39"/>
                  <a:gd name="T65" fmla="*/ 0 h 50"/>
                  <a:gd name="T66" fmla="*/ 229309848 w 39"/>
                  <a:gd name="T67" fmla="*/ 0 h 50"/>
                  <a:gd name="T68" fmla="*/ 229309848 w 39"/>
                  <a:gd name="T69" fmla="*/ 1 h 50"/>
                  <a:gd name="T70" fmla="*/ 238404734 w 39"/>
                  <a:gd name="T71" fmla="*/ 2 h 50"/>
                  <a:gd name="T72" fmla="*/ 246491034 w 39"/>
                  <a:gd name="T73" fmla="*/ 2 h 50"/>
                  <a:gd name="T74" fmla="*/ 255532143 w 39"/>
                  <a:gd name="T75" fmla="*/ 3 h 50"/>
                  <a:gd name="T76" fmla="*/ 264582524 w 39"/>
                  <a:gd name="T77" fmla="*/ 3 h 50"/>
                  <a:gd name="T78" fmla="*/ 264582524 w 39"/>
                  <a:gd name="T79" fmla="*/ 4 h 50"/>
                  <a:gd name="T80" fmla="*/ 272718521 w 39"/>
                  <a:gd name="T81" fmla="*/ 4 h 50"/>
                  <a:gd name="T82" fmla="*/ 281768901 w 39"/>
                  <a:gd name="T83" fmla="*/ 4 h 50"/>
                  <a:gd name="T84" fmla="*/ 281768901 w 39"/>
                  <a:gd name="T85" fmla="*/ 5 h 50"/>
                  <a:gd name="T86" fmla="*/ 281768901 w 39"/>
                  <a:gd name="T87" fmla="*/ 6 h 50"/>
                  <a:gd name="T88" fmla="*/ 291310873 w 39"/>
                  <a:gd name="T89" fmla="*/ 6 h 50"/>
                  <a:gd name="T90" fmla="*/ 291310873 w 39"/>
                  <a:gd name="T91" fmla="*/ 7 h 50"/>
                  <a:gd name="T92" fmla="*/ 297240554 w 39"/>
                  <a:gd name="T93" fmla="*/ 7 h 50"/>
                  <a:gd name="T94" fmla="*/ 305327040 w 39"/>
                  <a:gd name="T95" fmla="*/ 8 h 50"/>
                  <a:gd name="T96" fmla="*/ 305327040 w 39"/>
                  <a:gd name="T97" fmla="*/ 9 h 50"/>
                  <a:gd name="T98" fmla="*/ 305327040 w 39"/>
                  <a:gd name="T99" fmla="*/ 10 h 50"/>
                  <a:gd name="T100" fmla="*/ 314382056 w 39"/>
                  <a:gd name="T101" fmla="*/ 10 h 50"/>
                  <a:gd name="T102" fmla="*/ 314382056 w 39"/>
                  <a:gd name="T103" fmla="*/ 11 h 50"/>
                  <a:gd name="T104" fmla="*/ 323433921 w 39"/>
                  <a:gd name="T105" fmla="*/ 11 h 50"/>
                  <a:gd name="T106" fmla="*/ 323433921 w 39"/>
                  <a:gd name="T107" fmla="*/ 12 h 50"/>
                  <a:gd name="T108" fmla="*/ 323433921 w 39"/>
                  <a:gd name="T109" fmla="*/ 13 h 50"/>
                  <a:gd name="T110" fmla="*/ 323433921 w 39"/>
                  <a:gd name="T111" fmla="*/ 15 h 50"/>
                  <a:gd name="T112" fmla="*/ 323433921 w 39"/>
                  <a:gd name="T113" fmla="*/ 16 h 50"/>
                  <a:gd name="T114" fmla="*/ 331564725 w 39"/>
                  <a:gd name="T115" fmla="*/ 18 h 50"/>
                  <a:gd name="T116" fmla="*/ 331564725 w 39"/>
                  <a:gd name="T117" fmla="*/ 50 h 50"/>
                  <a:gd name="T118" fmla="*/ 0 w 39"/>
                  <a:gd name="T119" fmla="*/ 50 h 50"/>
                  <a:gd name="T120" fmla="*/ 0 w 39"/>
                  <a:gd name="T121" fmla="*/ 18 h 50"/>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39"/>
                  <a:gd name="T184" fmla="*/ 0 h 50"/>
                  <a:gd name="T185" fmla="*/ 39 w 39"/>
                  <a:gd name="T186" fmla="*/ 50 h 50"/>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39" h="50">
                    <a:moveTo>
                      <a:pt x="0" y="18"/>
                    </a:moveTo>
                    <a:lnTo>
                      <a:pt x="0" y="17"/>
                    </a:lnTo>
                    <a:lnTo>
                      <a:pt x="0" y="16"/>
                    </a:lnTo>
                    <a:lnTo>
                      <a:pt x="0" y="15"/>
                    </a:lnTo>
                    <a:lnTo>
                      <a:pt x="1" y="15"/>
                    </a:lnTo>
                    <a:lnTo>
                      <a:pt x="1" y="13"/>
                    </a:lnTo>
                    <a:lnTo>
                      <a:pt x="2" y="13"/>
                    </a:lnTo>
                    <a:lnTo>
                      <a:pt x="2" y="12"/>
                    </a:lnTo>
                    <a:lnTo>
                      <a:pt x="2" y="11"/>
                    </a:lnTo>
                    <a:lnTo>
                      <a:pt x="3" y="10"/>
                    </a:lnTo>
                    <a:lnTo>
                      <a:pt x="3" y="9"/>
                    </a:lnTo>
                    <a:lnTo>
                      <a:pt x="4" y="8"/>
                    </a:lnTo>
                    <a:lnTo>
                      <a:pt x="5" y="6"/>
                    </a:lnTo>
                    <a:lnTo>
                      <a:pt x="6" y="5"/>
                    </a:lnTo>
                    <a:lnTo>
                      <a:pt x="7" y="4"/>
                    </a:lnTo>
                    <a:lnTo>
                      <a:pt x="8" y="4"/>
                    </a:lnTo>
                    <a:lnTo>
                      <a:pt x="9" y="3"/>
                    </a:lnTo>
                    <a:lnTo>
                      <a:pt x="10" y="2"/>
                    </a:lnTo>
                    <a:lnTo>
                      <a:pt x="11" y="2"/>
                    </a:lnTo>
                    <a:lnTo>
                      <a:pt x="11" y="1"/>
                    </a:lnTo>
                    <a:lnTo>
                      <a:pt x="12" y="0"/>
                    </a:lnTo>
                    <a:lnTo>
                      <a:pt x="13" y="0"/>
                    </a:lnTo>
                    <a:lnTo>
                      <a:pt x="14" y="0"/>
                    </a:lnTo>
                    <a:lnTo>
                      <a:pt x="15" y="0"/>
                    </a:lnTo>
                    <a:lnTo>
                      <a:pt x="16" y="0"/>
                    </a:lnTo>
                    <a:lnTo>
                      <a:pt x="17" y="0"/>
                    </a:lnTo>
                    <a:lnTo>
                      <a:pt x="18" y="0"/>
                    </a:lnTo>
                    <a:lnTo>
                      <a:pt x="19" y="0"/>
                    </a:lnTo>
                    <a:lnTo>
                      <a:pt x="20" y="0"/>
                    </a:lnTo>
                    <a:lnTo>
                      <a:pt x="22" y="0"/>
                    </a:lnTo>
                    <a:lnTo>
                      <a:pt x="23" y="0"/>
                    </a:lnTo>
                    <a:lnTo>
                      <a:pt x="24" y="0"/>
                    </a:lnTo>
                    <a:lnTo>
                      <a:pt x="25" y="0"/>
                    </a:lnTo>
                    <a:lnTo>
                      <a:pt x="27" y="0"/>
                    </a:lnTo>
                    <a:lnTo>
                      <a:pt x="27" y="1"/>
                    </a:lnTo>
                    <a:lnTo>
                      <a:pt x="28" y="2"/>
                    </a:lnTo>
                    <a:lnTo>
                      <a:pt x="29" y="2"/>
                    </a:lnTo>
                    <a:lnTo>
                      <a:pt x="30" y="3"/>
                    </a:lnTo>
                    <a:lnTo>
                      <a:pt x="31" y="3"/>
                    </a:lnTo>
                    <a:lnTo>
                      <a:pt x="31" y="4"/>
                    </a:lnTo>
                    <a:lnTo>
                      <a:pt x="32" y="4"/>
                    </a:lnTo>
                    <a:lnTo>
                      <a:pt x="33" y="4"/>
                    </a:lnTo>
                    <a:lnTo>
                      <a:pt x="33" y="5"/>
                    </a:lnTo>
                    <a:lnTo>
                      <a:pt x="33" y="6"/>
                    </a:lnTo>
                    <a:lnTo>
                      <a:pt x="34" y="6"/>
                    </a:lnTo>
                    <a:lnTo>
                      <a:pt x="34" y="7"/>
                    </a:lnTo>
                    <a:lnTo>
                      <a:pt x="35" y="7"/>
                    </a:lnTo>
                    <a:lnTo>
                      <a:pt x="36" y="8"/>
                    </a:lnTo>
                    <a:lnTo>
                      <a:pt x="36" y="9"/>
                    </a:lnTo>
                    <a:lnTo>
                      <a:pt x="36" y="10"/>
                    </a:lnTo>
                    <a:lnTo>
                      <a:pt x="37" y="10"/>
                    </a:lnTo>
                    <a:lnTo>
                      <a:pt x="37" y="11"/>
                    </a:lnTo>
                    <a:lnTo>
                      <a:pt x="38" y="11"/>
                    </a:lnTo>
                    <a:lnTo>
                      <a:pt x="38" y="12"/>
                    </a:lnTo>
                    <a:lnTo>
                      <a:pt x="38" y="13"/>
                    </a:lnTo>
                    <a:lnTo>
                      <a:pt x="38" y="15"/>
                    </a:lnTo>
                    <a:lnTo>
                      <a:pt x="38" y="16"/>
                    </a:lnTo>
                    <a:lnTo>
                      <a:pt x="39" y="18"/>
                    </a:lnTo>
                    <a:lnTo>
                      <a:pt x="39" y="50"/>
                    </a:lnTo>
                    <a:lnTo>
                      <a:pt x="0" y="50"/>
                    </a:lnTo>
                    <a:lnTo>
                      <a:pt x="0" y="18"/>
                    </a:lnTo>
                    <a:close/>
                  </a:path>
                </a:pathLst>
              </a:custGeom>
              <a:solidFill>
                <a:srgbClr val="8080FF"/>
              </a:solidFill>
              <a:ln w="12700">
                <a:solidFill>
                  <a:srgbClr val="000000"/>
                </a:solidFill>
                <a:prstDash val="solid"/>
                <a:round/>
                <a:headEnd/>
                <a:tailEnd/>
              </a:ln>
            </p:spPr>
            <p:txBody>
              <a:bodyPr/>
              <a:lstStyle/>
              <a:p>
                <a:endParaRPr lang="nl-BE"/>
              </a:p>
            </p:txBody>
          </p:sp>
          <p:sp>
            <p:nvSpPr>
              <p:cNvPr id="42685" name="Rectangle 13"/>
              <p:cNvSpPr>
                <a:spLocks noChangeArrowheads="1"/>
              </p:cNvSpPr>
              <p:nvPr/>
            </p:nvSpPr>
            <p:spPr bwMode="auto">
              <a:xfrm>
                <a:off x="3999" y="2160"/>
                <a:ext cx="110" cy="35"/>
              </a:xfrm>
              <a:prstGeom prst="rect">
                <a:avLst/>
              </a:prstGeom>
              <a:solidFill>
                <a:srgbClr val="004000"/>
              </a:solidFill>
              <a:ln w="9525">
                <a:noFill/>
                <a:miter lim="800000"/>
                <a:headEnd/>
                <a:tailEnd/>
              </a:ln>
            </p:spPr>
            <p:txBody>
              <a:bodyPr/>
              <a:lstStyle/>
              <a:p>
                <a:pPr algn="ctr" eaLnBrk="0" hangingPunct="0"/>
                <a:endParaRPr lang="nl-BE"/>
              </a:p>
            </p:txBody>
          </p:sp>
          <p:sp>
            <p:nvSpPr>
              <p:cNvPr id="42686" name="Freeform 14"/>
              <p:cNvSpPr>
                <a:spLocks/>
              </p:cNvSpPr>
              <p:nvPr/>
            </p:nvSpPr>
            <p:spPr bwMode="auto">
              <a:xfrm>
                <a:off x="4002" y="2147"/>
                <a:ext cx="113" cy="50"/>
              </a:xfrm>
              <a:custGeom>
                <a:avLst/>
                <a:gdLst>
                  <a:gd name="T0" fmla="*/ 0 w 39"/>
                  <a:gd name="T1" fmla="*/ 18 h 50"/>
                  <a:gd name="T2" fmla="*/ 0 w 39"/>
                  <a:gd name="T3" fmla="*/ 17 h 50"/>
                  <a:gd name="T4" fmla="*/ 0 w 39"/>
                  <a:gd name="T5" fmla="*/ 16 h 50"/>
                  <a:gd name="T6" fmla="*/ 0 w 39"/>
                  <a:gd name="T7" fmla="*/ 15 h 50"/>
                  <a:gd name="T8" fmla="*/ 9050198 w 39"/>
                  <a:gd name="T9" fmla="*/ 15 h 50"/>
                  <a:gd name="T10" fmla="*/ 9050198 w 39"/>
                  <a:gd name="T11" fmla="*/ 13 h 50"/>
                  <a:gd name="T12" fmla="*/ 17141520 w 39"/>
                  <a:gd name="T13" fmla="*/ 13 h 50"/>
                  <a:gd name="T14" fmla="*/ 17141520 w 39"/>
                  <a:gd name="T15" fmla="*/ 12 h 50"/>
                  <a:gd name="T16" fmla="*/ 17141520 w 39"/>
                  <a:gd name="T17" fmla="*/ 11 h 50"/>
                  <a:gd name="T18" fmla="*/ 26222353 w 39"/>
                  <a:gd name="T19" fmla="*/ 10 h 50"/>
                  <a:gd name="T20" fmla="*/ 26222353 w 39"/>
                  <a:gd name="T21" fmla="*/ 9 h 50"/>
                  <a:gd name="T22" fmla="*/ 35406294 w 39"/>
                  <a:gd name="T23" fmla="*/ 8 h 50"/>
                  <a:gd name="T24" fmla="*/ 41694631 w 39"/>
                  <a:gd name="T25" fmla="*/ 6 h 50"/>
                  <a:gd name="T26" fmla="*/ 49666459 w 39"/>
                  <a:gd name="T27" fmla="*/ 5 h 50"/>
                  <a:gd name="T28" fmla="*/ 58836075 w 39"/>
                  <a:gd name="T29" fmla="*/ 4 h 50"/>
                  <a:gd name="T30" fmla="*/ 67886363 w 39"/>
                  <a:gd name="T31" fmla="*/ 4 h 50"/>
                  <a:gd name="T32" fmla="*/ 75977577 w 39"/>
                  <a:gd name="T33" fmla="*/ 3 h 50"/>
                  <a:gd name="T34" fmla="*/ 85072092 w 39"/>
                  <a:gd name="T35" fmla="*/ 2 h 50"/>
                  <a:gd name="T36" fmla="*/ 94124142 w 39"/>
                  <a:gd name="T37" fmla="*/ 2 h 50"/>
                  <a:gd name="T38" fmla="*/ 94124142 w 39"/>
                  <a:gd name="T39" fmla="*/ 1 h 50"/>
                  <a:gd name="T40" fmla="*/ 102587410 w 39"/>
                  <a:gd name="T41" fmla="*/ 0 h 50"/>
                  <a:gd name="T42" fmla="*/ 111627592 w 39"/>
                  <a:gd name="T43" fmla="*/ 0 h 50"/>
                  <a:gd name="T44" fmla="*/ 120807592 w 39"/>
                  <a:gd name="T45" fmla="*/ 0 h 50"/>
                  <a:gd name="T46" fmla="*/ 126722439 w 39"/>
                  <a:gd name="T47" fmla="*/ 0 h 50"/>
                  <a:gd name="T48" fmla="*/ 134853243 w 39"/>
                  <a:gd name="T49" fmla="*/ 0 h 50"/>
                  <a:gd name="T50" fmla="*/ 143905293 w 39"/>
                  <a:gd name="T51" fmla="*/ 0 h 50"/>
                  <a:gd name="T52" fmla="*/ 153332294 w 39"/>
                  <a:gd name="T53" fmla="*/ 0 h 50"/>
                  <a:gd name="T54" fmla="*/ 161423601 w 39"/>
                  <a:gd name="T55" fmla="*/ 0 h 50"/>
                  <a:gd name="T56" fmla="*/ 170473704 w 39"/>
                  <a:gd name="T57" fmla="*/ 0 h 50"/>
                  <a:gd name="T58" fmla="*/ 187644876 w 39"/>
                  <a:gd name="T59" fmla="*/ 0 h 50"/>
                  <a:gd name="T60" fmla="*/ 196696137 w 39"/>
                  <a:gd name="T61" fmla="*/ 0 h 50"/>
                  <a:gd name="T62" fmla="*/ 205880403 w 39"/>
                  <a:gd name="T63" fmla="*/ 0 h 50"/>
                  <a:gd name="T64" fmla="*/ 212168346 w 39"/>
                  <a:gd name="T65" fmla="*/ 0 h 50"/>
                  <a:gd name="T66" fmla="*/ 229309848 w 39"/>
                  <a:gd name="T67" fmla="*/ 0 h 50"/>
                  <a:gd name="T68" fmla="*/ 229309848 w 39"/>
                  <a:gd name="T69" fmla="*/ 1 h 50"/>
                  <a:gd name="T70" fmla="*/ 238404734 w 39"/>
                  <a:gd name="T71" fmla="*/ 2 h 50"/>
                  <a:gd name="T72" fmla="*/ 246491034 w 39"/>
                  <a:gd name="T73" fmla="*/ 2 h 50"/>
                  <a:gd name="T74" fmla="*/ 255532143 w 39"/>
                  <a:gd name="T75" fmla="*/ 3 h 50"/>
                  <a:gd name="T76" fmla="*/ 264582524 w 39"/>
                  <a:gd name="T77" fmla="*/ 3 h 50"/>
                  <a:gd name="T78" fmla="*/ 264582524 w 39"/>
                  <a:gd name="T79" fmla="*/ 4 h 50"/>
                  <a:gd name="T80" fmla="*/ 272718521 w 39"/>
                  <a:gd name="T81" fmla="*/ 4 h 50"/>
                  <a:gd name="T82" fmla="*/ 281768901 w 39"/>
                  <a:gd name="T83" fmla="*/ 4 h 50"/>
                  <a:gd name="T84" fmla="*/ 281768901 w 39"/>
                  <a:gd name="T85" fmla="*/ 5 h 50"/>
                  <a:gd name="T86" fmla="*/ 281768901 w 39"/>
                  <a:gd name="T87" fmla="*/ 6 h 50"/>
                  <a:gd name="T88" fmla="*/ 291310873 w 39"/>
                  <a:gd name="T89" fmla="*/ 6 h 50"/>
                  <a:gd name="T90" fmla="*/ 291310873 w 39"/>
                  <a:gd name="T91" fmla="*/ 7 h 50"/>
                  <a:gd name="T92" fmla="*/ 297240554 w 39"/>
                  <a:gd name="T93" fmla="*/ 7 h 50"/>
                  <a:gd name="T94" fmla="*/ 305327040 w 39"/>
                  <a:gd name="T95" fmla="*/ 8 h 50"/>
                  <a:gd name="T96" fmla="*/ 305327040 w 39"/>
                  <a:gd name="T97" fmla="*/ 9 h 50"/>
                  <a:gd name="T98" fmla="*/ 305327040 w 39"/>
                  <a:gd name="T99" fmla="*/ 10 h 50"/>
                  <a:gd name="T100" fmla="*/ 314382056 w 39"/>
                  <a:gd name="T101" fmla="*/ 10 h 50"/>
                  <a:gd name="T102" fmla="*/ 314382056 w 39"/>
                  <a:gd name="T103" fmla="*/ 11 h 50"/>
                  <a:gd name="T104" fmla="*/ 323433921 w 39"/>
                  <a:gd name="T105" fmla="*/ 11 h 50"/>
                  <a:gd name="T106" fmla="*/ 323433921 w 39"/>
                  <a:gd name="T107" fmla="*/ 12 h 50"/>
                  <a:gd name="T108" fmla="*/ 323433921 w 39"/>
                  <a:gd name="T109" fmla="*/ 13 h 50"/>
                  <a:gd name="T110" fmla="*/ 323433921 w 39"/>
                  <a:gd name="T111" fmla="*/ 15 h 50"/>
                  <a:gd name="T112" fmla="*/ 323433921 w 39"/>
                  <a:gd name="T113" fmla="*/ 16 h 50"/>
                  <a:gd name="T114" fmla="*/ 331564725 w 39"/>
                  <a:gd name="T115" fmla="*/ 18 h 50"/>
                  <a:gd name="T116" fmla="*/ 331564725 w 39"/>
                  <a:gd name="T117" fmla="*/ 50 h 50"/>
                  <a:gd name="T118" fmla="*/ 0 w 39"/>
                  <a:gd name="T119" fmla="*/ 50 h 50"/>
                  <a:gd name="T120" fmla="*/ 0 w 39"/>
                  <a:gd name="T121" fmla="*/ 18 h 50"/>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39"/>
                  <a:gd name="T184" fmla="*/ 0 h 50"/>
                  <a:gd name="T185" fmla="*/ 39 w 39"/>
                  <a:gd name="T186" fmla="*/ 50 h 50"/>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39" h="50">
                    <a:moveTo>
                      <a:pt x="0" y="18"/>
                    </a:moveTo>
                    <a:lnTo>
                      <a:pt x="0" y="17"/>
                    </a:lnTo>
                    <a:lnTo>
                      <a:pt x="0" y="16"/>
                    </a:lnTo>
                    <a:lnTo>
                      <a:pt x="0" y="15"/>
                    </a:lnTo>
                    <a:lnTo>
                      <a:pt x="1" y="15"/>
                    </a:lnTo>
                    <a:lnTo>
                      <a:pt x="1" y="13"/>
                    </a:lnTo>
                    <a:lnTo>
                      <a:pt x="2" y="13"/>
                    </a:lnTo>
                    <a:lnTo>
                      <a:pt x="2" y="12"/>
                    </a:lnTo>
                    <a:lnTo>
                      <a:pt x="2" y="11"/>
                    </a:lnTo>
                    <a:lnTo>
                      <a:pt x="3" y="10"/>
                    </a:lnTo>
                    <a:lnTo>
                      <a:pt x="3" y="9"/>
                    </a:lnTo>
                    <a:lnTo>
                      <a:pt x="4" y="8"/>
                    </a:lnTo>
                    <a:lnTo>
                      <a:pt x="5" y="6"/>
                    </a:lnTo>
                    <a:lnTo>
                      <a:pt x="6" y="5"/>
                    </a:lnTo>
                    <a:lnTo>
                      <a:pt x="7" y="4"/>
                    </a:lnTo>
                    <a:lnTo>
                      <a:pt x="8" y="4"/>
                    </a:lnTo>
                    <a:lnTo>
                      <a:pt x="9" y="3"/>
                    </a:lnTo>
                    <a:lnTo>
                      <a:pt x="10" y="2"/>
                    </a:lnTo>
                    <a:lnTo>
                      <a:pt x="11" y="2"/>
                    </a:lnTo>
                    <a:lnTo>
                      <a:pt x="11" y="1"/>
                    </a:lnTo>
                    <a:lnTo>
                      <a:pt x="12" y="0"/>
                    </a:lnTo>
                    <a:lnTo>
                      <a:pt x="13" y="0"/>
                    </a:lnTo>
                    <a:lnTo>
                      <a:pt x="14" y="0"/>
                    </a:lnTo>
                    <a:lnTo>
                      <a:pt x="15" y="0"/>
                    </a:lnTo>
                    <a:lnTo>
                      <a:pt x="16" y="0"/>
                    </a:lnTo>
                    <a:lnTo>
                      <a:pt x="17" y="0"/>
                    </a:lnTo>
                    <a:lnTo>
                      <a:pt x="18" y="0"/>
                    </a:lnTo>
                    <a:lnTo>
                      <a:pt x="19" y="0"/>
                    </a:lnTo>
                    <a:lnTo>
                      <a:pt x="20" y="0"/>
                    </a:lnTo>
                    <a:lnTo>
                      <a:pt x="22" y="0"/>
                    </a:lnTo>
                    <a:lnTo>
                      <a:pt x="23" y="0"/>
                    </a:lnTo>
                    <a:lnTo>
                      <a:pt x="24" y="0"/>
                    </a:lnTo>
                    <a:lnTo>
                      <a:pt x="25" y="0"/>
                    </a:lnTo>
                    <a:lnTo>
                      <a:pt x="27" y="0"/>
                    </a:lnTo>
                    <a:lnTo>
                      <a:pt x="27" y="1"/>
                    </a:lnTo>
                    <a:lnTo>
                      <a:pt x="28" y="2"/>
                    </a:lnTo>
                    <a:lnTo>
                      <a:pt x="29" y="2"/>
                    </a:lnTo>
                    <a:lnTo>
                      <a:pt x="30" y="3"/>
                    </a:lnTo>
                    <a:lnTo>
                      <a:pt x="31" y="3"/>
                    </a:lnTo>
                    <a:lnTo>
                      <a:pt x="31" y="4"/>
                    </a:lnTo>
                    <a:lnTo>
                      <a:pt x="32" y="4"/>
                    </a:lnTo>
                    <a:lnTo>
                      <a:pt x="33" y="4"/>
                    </a:lnTo>
                    <a:lnTo>
                      <a:pt x="33" y="5"/>
                    </a:lnTo>
                    <a:lnTo>
                      <a:pt x="33" y="6"/>
                    </a:lnTo>
                    <a:lnTo>
                      <a:pt x="34" y="6"/>
                    </a:lnTo>
                    <a:lnTo>
                      <a:pt x="34" y="7"/>
                    </a:lnTo>
                    <a:lnTo>
                      <a:pt x="35" y="7"/>
                    </a:lnTo>
                    <a:lnTo>
                      <a:pt x="36" y="8"/>
                    </a:lnTo>
                    <a:lnTo>
                      <a:pt x="36" y="9"/>
                    </a:lnTo>
                    <a:lnTo>
                      <a:pt x="36" y="10"/>
                    </a:lnTo>
                    <a:lnTo>
                      <a:pt x="37" y="10"/>
                    </a:lnTo>
                    <a:lnTo>
                      <a:pt x="37" y="11"/>
                    </a:lnTo>
                    <a:lnTo>
                      <a:pt x="38" y="11"/>
                    </a:lnTo>
                    <a:lnTo>
                      <a:pt x="38" y="12"/>
                    </a:lnTo>
                    <a:lnTo>
                      <a:pt x="38" y="13"/>
                    </a:lnTo>
                    <a:lnTo>
                      <a:pt x="38" y="15"/>
                    </a:lnTo>
                    <a:lnTo>
                      <a:pt x="38" y="16"/>
                    </a:lnTo>
                    <a:lnTo>
                      <a:pt x="39" y="18"/>
                    </a:lnTo>
                    <a:lnTo>
                      <a:pt x="39" y="50"/>
                    </a:lnTo>
                    <a:lnTo>
                      <a:pt x="0" y="50"/>
                    </a:lnTo>
                    <a:lnTo>
                      <a:pt x="0" y="18"/>
                    </a:lnTo>
                  </a:path>
                </a:pathLst>
              </a:custGeom>
              <a:noFill/>
              <a:ln w="12700">
                <a:solidFill>
                  <a:srgbClr val="000000"/>
                </a:solidFill>
                <a:prstDash val="solid"/>
                <a:round/>
                <a:headEnd/>
                <a:tailEnd/>
              </a:ln>
            </p:spPr>
            <p:txBody>
              <a:bodyPr/>
              <a:lstStyle/>
              <a:p>
                <a:endParaRPr lang="nl-BE"/>
              </a:p>
            </p:txBody>
          </p:sp>
          <p:sp>
            <p:nvSpPr>
              <p:cNvPr id="42687" name="Freeform 15"/>
              <p:cNvSpPr>
                <a:spLocks/>
              </p:cNvSpPr>
              <p:nvPr/>
            </p:nvSpPr>
            <p:spPr bwMode="auto">
              <a:xfrm>
                <a:off x="4002" y="2147"/>
                <a:ext cx="113" cy="50"/>
              </a:xfrm>
              <a:custGeom>
                <a:avLst/>
                <a:gdLst>
                  <a:gd name="T0" fmla="*/ 0 w 39"/>
                  <a:gd name="T1" fmla="*/ 18 h 50"/>
                  <a:gd name="T2" fmla="*/ 0 w 39"/>
                  <a:gd name="T3" fmla="*/ 17 h 50"/>
                  <a:gd name="T4" fmla="*/ 0 w 39"/>
                  <a:gd name="T5" fmla="*/ 16 h 50"/>
                  <a:gd name="T6" fmla="*/ 0 w 39"/>
                  <a:gd name="T7" fmla="*/ 15 h 50"/>
                  <a:gd name="T8" fmla="*/ 9050198 w 39"/>
                  <a:gd name="T9" fmla="*/ 15 h 50"/>
                  <a:gd name="T10" fmla="*/ 9050198 w 39"/>
                  <a:gd name="T11" fmla="*/ 13 h 50"/>
                  <a:gd name="T12" fmla="*/ 17141520 w 39"/>
                  <a:gd name="T13" fmla="*/ 13 h 50"/>
                  <a:gd name="T14" fmla="*/ 17141520 w 39"/>
                  <a:gd name="T15" fmla="*/ 12 h 50"/>
                  <a:gd name="T16" fmla="*/ 17141520 w 39"/>
                  <a:gd name="T17" fmla="*/ 11 h 50"/>
                  <a:gd name="T18" fmla="*/ 26222353 w 39"/>
                  <a:gd name="T19" fmla="*/ 10 h 50"/>
                  <a:gd name="T20" fmla="*/ 26222353 w 39"/>
                  <a:gd name="T21" fmla="*/ 9 h 50"/>
                  <a:gd name="T22" fmla="*/ 35406294 w 39"/>
                  <a:gd name="T23" fmla="*/ 8 h 50"/>
                  <a:gd name="T24" fmla="*/ 41694631 w 39"/>
                  <a:gd name="T25" fmla="*/ 6 h 50"/>
                  <a:gd name="T26" fmla="*/ 49666459 w 39"/>
                  <a:gd name="T27" fmla="*/ 5 h 50"/>
                  <a:gd name="T28" fmla="*/ 58836075 w 39"/>
                  <a:gd name="T29" fmla="*/ 4 h 50"/>
                  <a:gd name="T30" fmla="*/ 67886363 w 39"/>
                  <a:gd name="T31" fmla="*/ 4 h 50"/>
                  <a:gd name="T32" fmla="*/ 75977577 w 39"/>
                  <a:gd name="T33" fmla="*/ 3 h 50"/>
                  <a:gd name="T34" fmla="*/ 85072092 w 39"/>
                  <a:gd name="T35" fmla="*/ 2 h 50"/>
                  <a:gd name="T36" fmla="*/ 94124142 w 39"/>
                  <a:gd name="T37" fmla="*/ 2 h 50"/>
                  <a:gd name="T38" fmla="*/ 94124142 w 39"/>
                  <a:gd name="T39" fmla="*/ 1 h 50"/>
                  <a:gd name="T40" fmla="*/ 102587410 w 39"/>
                  <a:gd name="T41" fmla="*/ 0 h 50"/>
                  <a:gd name="T42" fmla="*/ 111627592 w 39"/>
                  <a:gd name="T43" fmla="*/ 0 h 50"/>
                  <a:gd name="T44" fmla="*/ 120807592 w 39"/>
                  <a:gd name="T45" fmla="*/ 0 h 50"/>
                  <a:gd name="T46" fmla="*/ 126722439 w 39"/>
                  <a:gd name="T47" fmla="*/ 0 h 50"/>
                  <a:gd name="T48" fmla="*/ 134853243 w 39"/>
                  <a:gd name="T49" fmla="*/ 0 h 50"/>
                  <a:gd name="T50" fmla="*/ 143905293 w 39"/>
                  <a:gd name="T51" fmla="*/ 0 h 50"/>
                  <a:gd name="T52" fmla="*/ 153332294 w 39"/>
                  <a:gd name="T53" fmla="*/ 0 h 50"/>
                  <a:gd name="T54" fmla="*/ 161423601 w 39"/>
                  <a:gd name="T55" fmla="*/ 0 h 50"/>
                  <a:gd name="T56" fmla="*/ 170473704 w 39"/>
                  <a:gd name="T57" fmla="*/ 0 h 50"/>
                  <a:gd name="T58" fmla="*/ 187644876 w 39"/>
                  <a:gd name="T59" fmla="*/ 0 h 50"/>
                  <a:gd name="T60" fmla="*/ 196696137 w 39"/>
                  <a:gd name="T61" fmla="*/ 0 h 50"/>
                  <a:gd name="T62" fmla="*/ 205880403 w 39"/>
                  <a:gd name="T63" fmla="*/ 0 h 50"/>
                  <a:gd name="T64" fmla="*/ 212168346 w 39"/>
                  <a:gd name="T65" fmla="*/ 0 h 50"/>
                  <a:gd name="T66" fmla="*/ 229309848 w 39"/>
                  <a:gd name="T67" fmla="*/ 0 h 50"/>
                  <a:gd name="T68" fmla="*/ 229309848 w 39"/>
                  <a:gd name="T69" fmla="*/ 1 h 50"/>
                  <a:gd name="T70" fmla="*/ 238404734 w 39"/>
                  <a:gd name="T71" fmla="*/ 2 h 50"/>
                  <a:gd name="T72" fmla="*/ 246491034 w 39"/>
                  <a:gd name="T73" fmla="*/ 2 h 50"/>
                  <a:gd name="T74" fmla="*/ 255532143 w 39"/>
                  <a:gd name="T75" fmla="*/ 3 h 50"/>
                  <a:gd name="T76" fmla="*/ 264582524 w 39"/>
                  <a:gd name="T77" fmla="*/ 3 h 50"/>
                  <a:gd name="T78" fmla="*/ 264582524 w 39"/>
                  <a:gd name="T79" fmla="*/ 4 h 50"/>
                  <a:gd name="T80" fmla="*/ 272718521 w 39"/>
                  <a:gd name="T81" fmla="*/ 4 h 50"/>
                  <a:gd name="T82" fmla="*/ 281768901 w 39"/>
                  <a:gd name="T83" fmla="*/ 4 h 50"/>
                  <a:gd name="T84" fmla="*/ 281768901 w 39"/>
                  <a:gd name="T85" fmla="*/ 5 h 50"/>
                  <a:gd name="T86" fmla="*/ 281768901 w 39"/>
                  <a:gd name="T87" fmla="*/ 6 h 50"/>
                  <a:gd name="T88" fmla="*/ 291310873 w 39"/>
                  <a:gd name="T89" fmla="*/ 6 h 50"/>
                  <a:gd name="T90" fmla="*/ 291310873 w 39"/>
                  <a:gd name="T91" fmla="*/ 7 h 50"/>
                  <a:gd name="T92" fmla="*/ 297240554 w 39"/>
                  <a:gd name="T93" fmla="*/ 7 h 50"/>
                  <a:gd name="T94" fmla="*/ 305327040 w 39"/>
                  <a:gd name="T95" fmla="*/ 8 h 50"/>
                  <a:gd name="T96" fmla="*/ 305327040 w 39"/>
                  <a:gd name="T97" fmla="*/ 9 h 50"/>
                  <a:gd name="T98" fmla="*/ 305327040 w 39"/>
                  <a:gd name="T99" fmla="*/ 10 h 50"/>
                  <a:gd name="T100" fmla="*/ 314382056 w 39"/>
                  <a:gd name="T101" fmla="*/ 10 h 50"/>
                  <a:gd name="T102" fmla="*/ 314382056 w 39"/>
                  <a:gd name="T103" fmla="*/ 11 h 50"/>
                  <a:gd name="T104" fmla="*/ 323433921 w 39"/>
                  <a:gd name="T105" fmla="*/ 11 h 50"/>
                  <a:gd name="T106" fmla="*/ 323433921 w 39"/>
                  <a:gd name="T107" fmla="*/ 12 h 50"/>
                  <a:gd name="T108" fmla="*/ 323433921 w 39"/>
                  <a:gd name="T109" fmla="*/ 13 h 50"/>
                  <a:gd name="T110" fmla="*/ 323433921 w 39"/>
                  <a:gd name="T111" fmla="*/ 15 h 50"/>
                  <a:gd name="T112" fmla="*/ 323433921 w 39"/>
                  <a:gd name="T113" fmla="*/ 16 h 50"/>
                  <a:gd name="T114" fmla="*/ 331564725 w 39"/>
                  <a:gd name="T115" fmla="*/ 18 h 50"/>
                  <a:gd name="T116" fmla="*/ 331564725 w 39"/>
                  <a:gd name="T117" fmla="*/ 50 h 50"/>
                  <a:gd name="T118" fmla="*/ 0 w 39"/>
                  <a:gd name="T119" fmla="*/ 50 h 50"/>
                  <a:gd name="T120" fmla="*/ 0 w 39"/>
                  <a:gd name="T121" fmla="*/ 18 h 50"/>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39"/>
                  <a:gd name="T184" fmla="*/ 0 h 50"/>
                  <a:gd name="T185" fmla="*/ 39 w 39"/>
                  <a:gd name="T186" fmla="*/ 50 h 50"/>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39" h="50">
                    <a:moveTo>
                      <a:pt x="0" y="18"/>
                    </a:moveTo>
                    <a:lnTo>
                      <a:pt x="0" y="17"/>
                    </a:lnTo>
                    <a:lnTo>
                      <a:pt x="0" y="16"/>
                    </a:lnTo>
                    <a:lnTo>
                      <a:pt x="0" y="15"/>
                    </a:lnTo>
                    <a:lnTo>
                      <a:pt x="1" y="15"/>
                    </a:lnTo>
                    <a:lnTo>
                      <a:pt x="1" y="13"/>
                    </a:lnTo>
                    <a:lnTo>
                      <a:pt x="2" y="13"/>
                    </a:lnTo>
                    <a:lnTo>
                      <a:pt x="2" y="12"/>
                    </a:lnTo>
                    <a:lnTo>
                      <a:pt x="2" y="11"/>
                    </a:lnTo>
                    <a:lnTo>
                      <a:pt x="3" y="10"/>
                    </a:lnTo>
                    <a:lnTo>
                      <a:pt x="3" y="9"/>
                    </a:lnTo>
                    <a:lnTo>
                      <a:pt x="4" y="8"/>
                    </a:lnTo>
                    <a:lnTo>
                      <a:pt x="5" y="6"/>
                    </a:lnTo>
                    <a:lnTo>
                      <a:pt x="6" y="5"/>
                    </a:lnTo>
                    <a:lnTo>
                      <a:pt x="7" y="4"/>
                    </a:lnTo>
                    <a:lnTo>
                      <a:pt x="8" y="4"/>
                    </a:lnTo>
                    <a:lnTo>
                      <a:pt x="9" y="3"/>
                    </a:lnTo>
                    <a:lnTo>
                      <a:pt x="10" y="2"/>
                    </a:lnTo>
                    <a:lnTo>
                      <a:pt x="11" y="2"/>
                    </a:lnTo>
                    <a:lnTo>
                      <a:pt x="11" y="1"/>
                    </a:lnTo>
                    <a:lnTo>
                      <a:pt x="12" y="0"/>
                    </a:lnTo>
                    <a:lnTo>
                      <a:pt x="13" y="0"/>
                    </a:lnTo>
                    <a:lnTo>
                      <a:pt x="14" y="0"/>
                    </a:lnTo>
                    <a:lnTo>
                      <a:pt x="15" y="0"/>
                    </a:lnTo>
                    <a:lnTo>
                      <a:pt x="16" y="0"/>
                    </a:lnTo>
                    <a:lnTo>
                      <a:pt x="17" y="0"/>
                    </a:lnTo>
                    <a:lnTo>
                      <a:pt x="18" y="0"/>
                    </a:lnTo>
                    <a:lnTo>
                      <a:pt x="19" y="0"/>
                    </a:lnTo>
                    <a:lnTo>
                      <a:pt x="20" y="0"/>
                    </a:lnTo>
                    <a:lnTo>
                      <a:pt x="22" y="0"/>
                    </a:lnTo>
                    <a:lnTo>
                      <a:pt x="23" y="0"/>
                    </a:lnTo>
                    <a:lnTo>
                      <a:pt x="24" y="0"/>
                    </a:lnTo>
                    <a:lnTo>
                      <a:pt x="25" y="0"/>
                    </a:lnTo>
                    <a:lnTo>
                      <a:pt x="27" y="0"/>
                    </a:lnTo>
                    <a:lnTo>
                      <a:pt x="27" y="1"/>
                    </a:lnTo>
                    <a:lnTo>
                      <a:pt x="28" y="2"/>
                    </a:lnTo>
                    <a:lnTo>
                      <a:pt x="29" y="2"/>
                    </a:lnTo>
                    <a:lnTo>
                      <a:pt x="30" y="3"/>
                    </a:lnTo>
                    <a:lnTo>
                      <a:pt x="31" y="3"/>
                    </a:lnTo>
                    <a:lnTo>
                      <a:pt x="31" y="4"/>
                    </a:lnTo>
                    <a:lnTo>
                      <a:pt x="32" y="4"/>
                    </a:lnTo>
                    <a:lnTo>
                      <a:pt x="33" y="4"/>
                    </a:lnTo>
                    <a:lnTo>
                      <a:pt x="33" y="5"/>
                    </a:lnTo>
                    <a:lnTo>
                      <a:pt x="33" y="6"/>
                    </a:lnTo>
                    <a:lnTo>
                      <a:pt x="34" y="6"/>
                    </a:lnTo>
                    <a:lnTo>
                      <a:pt x="34" y="7"/>
                    </a:lnTo>
                    <a:lnTo>
                      <a:pt x="35" y="7"/>
                    </a:lnTo>
                    <a:lnTo>
                      <a:pt x="36" y="8"/>
                    </a:lnTo>
                    <a:lnTo>
                      <a:pt x="36" y="9"/>
                    </a:lnTo>
                    <a:lnTo>
                      <a:pt x="36" y="10"/>
                    </a:lnTo>
                    <a:lnTo>
                      <a:pt x="37" y="10"/>
                    </a:lnTo>
                    <a:lnTo>
                      <a:pt x="37" y="11"/>
                    </a:lnTo>
                    <a:lnTo>
                      <a:pt x="38" y="11"/>
                    </a:lnTo>
                    <a:lnTo>
                      <a:pt x="38" y="12"/>
                    </a:lnTo>
                    <a:lnTo>
                      <a:pt x="38" y="13"/>
                    </a:lnTo>
                    <a:lnTo>
                      <a:pt x="38" y="15"/>
                    </a:lnTo>
                    <a:lnTo>
                      <a:pt x="38" y="16"/>
                    </a:lnTo>
                    <a:lnTo>
                      <a:pt x="39" y="18"/>
                    </a:lnTo>
                    <a:lnTo>
                      <a:pt x="39" y="50"/>
                    </a:lnTo>
                    <a:lnTo>
                      <a:pt x="0" y="50"/>
                    </a:lnTo>
                    <a:lnTo>
                      <a:pt x="0" y="18"/>
                    </a:lnTo>
                  </a:path>
                </a:pathLst>
              </a:custGeom>
              <a:noFill/>
              <a:ln w="12700">
                <a:solidFill>
                  <a:srgbClr val="000000"/>
                </a:solidFill>
                <a:prstDash val="solid"/>
                <a:round/>
                <a:headEnd/>
                <a:tailEnd/>
              </a:ln>
            </p:spPr>
            <p:txBody>
              <a:bodyPr/>
              <a:lstStyle/>
              <a:p>
                <a:endParaRPr lang="nl-BE"/>
              </a:p>
            </p:txBody>
          </p:sp>
          <p:sp>
            <p:nvSpPr>
              <p:cNvPr id="42688" name="Freeform 16"/>
              <p:cNvSpPr>
                <a:spLocks/>
              </p:cNvSpPr>
              <p:nvPr/>
            </p:nvSpPr>
            <p:spPr bwMode="auto">
              <a:xfrm>
                <a:off x="3120" y="1995"/>
                <a:ext cx="1488" cy="661"/>
              </a:xfrm>
              <a:custGeom>
                <a:avLst/>
                <a:gdLst>
                  <a:gd name="T0" fmla="*/ 16186981 w 516"/>
                  <a:gd name="T1" fmla="*/ 232 h 661"/>
                  <a:gd name="T2" fmla="*/ 24780183 w 516"/>
                  <a:gd name="T3" fmla="*/ 213 h 661"/>
                  <a:gd name="T4" fmla="*/ 55272022 w 516"/>
                  <a:gd name="T5" fmla="*/ 194 h 661"/>
                  <a:gd name="T6" fmla="*/ 102161971 w 516"/>
                  <a:gd name="T7" fmla="*/ 178 h 661"/>
                  <a:gd name="T8" fmla="*/ 143240164 w 516"/>
                  <a:gd name="T9" fmla="*/ 163 h 661"/>
                  <a:gd name="T10" fmla="*/ 198402951 w 516"/>
                  <a:gd name="T11" fmla="*/ 145 h 661"/>
                  <a:gd name="T12" fmla="*/ 286012843 w 516"/>
                  <a:gd name="T13" fmla="*/ 125 h 661"/>
                  <a:gd name="T14" fmla="*/ 379703738 w 516"/>
                  <a:gd name="T15" fmla="*/ 108 h 661"/>
                  <a:gd name="T16" fmla="*/ 522466313 w 516"/>
                  <a:gd name="T17" fmla="*/ 84 h 661"/>
                  <a:gd name="T18" fmla="*/ 643919168 w 516"/>
                  <a:gd name="T19" fmla="*/ 70 h 661"/>
                  <a:gd name="T20" fmla="*/ 778096379 w 516"/>
                  <a:gd name="T21" fmla="*/ 55 h 661"/>
                  <a:gd name="T22" fmla="*/ 934507114 w 516"/>
                  <a:gd name="T23" fmla="*/ 40 h 661"/>
                  <a:gd name="T24" fmla="*/ 1061603385 w 516"/>
                  <a:gd name="T25" fmla="*/ 31 h 661"/>
                  <a:gd name="T26" fmla="*/ 1149213831 w 516"/>
                  <a:gd name="T27" fmla="*/ 25 h 661"/>
                  <a:gd name="T28" fmla="*/ 1262627707 w 516"/>
                  <a:gd name="T29" fmla="*/ 19 h 661"/>
                  <a:gd name="T30" fmla="*/ 1372344516 w 516"/>
                  <a:gd name="T31" fmla="*/ 14 h 661"/>
                  <a:gd name="T32" fmla="*/ 1506646672 w 516"/>
                  <a:gd name="T33" fmla="*/ 8 h 661"/>
                  <a:gd name="T34" fmla="*/ 1633698281 w 516"/>
                  <a:gd name="T35" fmla="*/ 5 h 661"/>
                  <a:gd name="T36" fmla="*/ 1767877891 w 516"/>
                  <a:gd name="T37" fmla="*/ 2 h 661"/>
                  <a:gd name="T38" fmla="*/ 1886340537 w 516"/>
                  <a:gd name="T39" fmla="*/ 1 h 661"/>
                  <a:gd name="T40" fmla="*/ 2029470474 w 516"/>
                  <a:gd name="T41" fmla="*/ 0 h 661"/>
                  <a:gd name="T42" fmla="*/ 2147483647 w 516"/>
                  <a:gd name="T43" fmla="*/ 1 h 661"/>
                  <a:gd name="T44" fmla="*/ 2147483647 w 516"/>
                  <a:gd name="T45" fmla="*/ 2 h 661"/>
                  <a:gd name="T46" fmla="*/ 2147483647 w 516"/>
                  <a:gd name="T47" fmla="*/ 5 h 661"/>
                  <a:gd name="T48" fmla="*/ 2147483647 w 516"/>
                  <a:gd name="T49" fmla="*/ 10 h 661"/>
                  <a:gd name="T50" fmla="*/ 2147483647 w 516"/>
                  <a:gd name="T51" fmla="*/ 15 h 661"/>
                  <a:gd name="T52" fmla="*/ 2147483647 w 516"/>
                  <a:gd name="T53" fmla="*/ 21 h 661"/>
                  <a:gd name="T54" fmla="*/ 2147483647 w 516"/>
                  <a:gd name="T55" fmla="*/ 28 h 661"/>
                  <a:gd name="T56" fmla="*/ 2147483647 w 516"/>
                  <a:gd name="T57" fmla="*/ 35 h 661"/>
                  <a:gd name="T58" fmla="*/ 2147483647 w 516"/>
                  <a:gd name="T59" fmla="*/ 45 h 661"/>
                  <a:gd name="T60" fmla="*/ 2147483647 w 516"/>
                  <a:gd name="T61" fmla="*/ 54 h 661"/>
                  <a:gd name="T62" fmla="*/ 2147483647 w 516"/>
                  <a:gd name="T63" fmla="*/ 63 h 661"/>
                  <a:gd name="T64" fmla="*/ 2147483647 w 516"/>
                  <a:gd name="T65" fmla="*/ 72 h 661"/>
                  <a:gd name="T66" fmla="*/ 2147483647 w 516"/>
                  <a:gd name="T67" fmla="*/ 82 h 661"/>
                  <a:gd name="T68" fmla="*/ 2147483647 w 516"/>
                  <a:gd name="T69" fmla="*/ 92 h 661"/>
                  <a:gd name="T70" fmla="*/ 2147483647 w 516"/>
                  <a:gd name="T71" fmla="*/ 101 h 661"/>
                  <a:gd name="T72" fmla="*/ 2147483647 w 516"/>
                  <a:gd name="T73" fmla="*/ 111 h 661"/>
                  <a:gd name="T74" fmla="*/ 2147483647 w 516"/>
                  <a:gd name="T75" fmla="*/ 126 h 661"/>
                  <a:gd name="T76" fmla="*/ 2147483647 w 516"/>
                  <a:gd name="T77" fmla="*/ 139 h 661"/>
                  <a:gd name="T78" fmla="*/ 2147483647 w 516"/>
                  <a:gd name="T79" fmla="*/ 152 h 661"/>
                  <a:gd name="T80" fmla="*/ 2147483647 w 516"/>
                  <a:gd name="T81" fmla="*/ 167 h 661"/>
                  <a:gd name="T82" fmla="*/ 2147483647 w 516"/>
                  <a:gd name="T83" fmla="*/ 183 h 661"/>
                  <a:gd name="T84" fmla="*/ 2147483647 w 516"/>
                  <a:gd name="T85" fmla="*/ 204 h 661"/>
                  <a:gd name="T86" fmla="*/ 2147483647 w 516"/>
                  <a:gd name="T87" fmla="*/ 226 h 661"/>
                  <a:gd name="T88" fmla="*/ 2147483647 w 516"/>
                  <a:gd name="T89" fmla="*/ 661 h 661"/>
                  <a:gd name="T90" fmla="*/ 0 w 516"/>
                  <a:gd name="T91" fmla="*/ 242 h 661"/>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516"/>
                  <a:gd name="T139" fmla="*/ 0 h 661"/>
                  <a:gd name="T140" fmla="*/ 516 w 516"/>
                  <a:gd name="T141" fmla="*/ 661 h 661"/>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516" h="661">
                    <a:moveTo>
                      <a:pt x="0" y="242"/>
                    </a:moveTo>
                    <a:lnTo>
                      <a:pt x="2" y="232"/>
                    </a:lnTo>
                    <a:lnTo>
                      <a:pt x="2" y="222"/>
                    </a:lnTo>
                    <a:lnTo>
                      <a:pt x="3" y="213"/>
                    </a:lnTo>
                    <a:lnTo>
                      <a:pt x="6" y="202"/>
                    </a:lnTo>
                    <a:lnTo>
                      <a:pt x="7" y="194"/>
                    </a:lnTo>
                    <a:lnTo>
                      <a:pt x="10" y="185"/>
                    </a:lnTo>
                    <a:lnTo>
                      <a:pt x="13" y="178"/>
                    </a:lnTo>
                    <a:lnTo>
                      <a:pt x="14" y="170"/>
                    </a:lnTo>
                    <a:lnTo>
                      <a:pt x="18" y="163"/>
                    </a:lnTo>
                    <a:lnTo>
                      <a:pt x="20" y="158"/>
                    </a:lnTo>
                    <a:lnTo>
                      <a:pt x="25" y="145"/>
                    </a:lnTo>
                    <a:lnTo>
                      <a:pt x="32" y="134"/>
                    </a:lnTo>
                    <a:lnTo>
                      <a:pt x="36" y="125"/>
                    </a:lnTo>
                    <a:lnTo>
                      <a:pt x="43" y="115"/>
                    </a:lnTo>
                    <a:lnTo>
                      <a:pt x="48" y="108"/>
                    </a:lnTo>
                    <a:lnTo>
                      <a:pt x="56" y="96"/>
                    </a:lnTo>
                    <a:lnTo>
                      <a:pt x="66" y="84"/>
                    </a:lnTo>
                    <a:lnTo>
                      <a:pt x="74" y="77"/>
                    </a:lnTo>
                    <a:lnTo>
                      <a:pt x="81" y="70"/>
                    </a:lnTo>
                    <a:lnTo>
                      <a:pt x="90" y="62"/>
                    </a:lnTo>
                    <a:lnTo>
                      <a:pt x="98" y="55"/>
                    </a:lnTo>
                    <a:lnTo>
                      <a:pt x="109" y="47"/>
                    </a:lnTo>
                    <a:lnTo>
                      <a:pt x="118" y="40"/>
                    </a:lnTo>
                    <a:lnTo>
                      <a:pt x="127" y="35"/>
                    </a:lnTo>
                    <a:lnTo>
                      <a:pt x="134" y="31"/>
                    </a:lnTo>
                    <a:lnTo>
                      <a:pt x="139" y="29"/>
                    </a:lnTo>
                    <a:lnTo>
                      <a:pt x="145" y="25"/>
                    </a:lnTo>
                    <a:lnTo>
                      <a:pt x="151" y="22"/>
                    </a:lnTo>
                    <a:lnTo>
                      <a:pt x="159" y="19"/>
                    </a:lnTo>
                    <a:lnTo>
                      <a:pt x="165" y="17"/>
                    </a:lnTo>
                    <a:lnTo>
                      <a:pt x="173" y="14"/>
                    </a:lnTo>
                    <a:lnTo>
                      <a:pt x="181" y="12"/>
                    </a:lnTo>
                    <a:lnTo>
                      <a:pt x="190" y="8"/>
                    </a:lnTo>
                    <a:lnTo>
                      <a:pt x="196" y="7"/>
                    </a:lnTo>
                    <a:lnTo>
                      <a:pt x="206" y="5"/>
                    </a:lnTo>
                    <a:lnTo>
                      <a:pt x="212" y="3"/>
                    </a:lnTo>
                    <a:lnTo>
                      <a:pt x="223" y="2"/>
                    </a:lnTo>
                    <a:lnTo>
                      <a:pt x="229" y="2"/>
                    </a:lnTo>
                    <a:lnTo>
                      <a:pt x="238" y="1"/>
                    </a:lnTo>
                    <a:lnTo>
                      <a:pt x="245" y="0"/>
                    </a:lnTo>
                    <a:lnTo>
                      <a:pt x="256" y="0"/>
                    </a:lnTo>
                    <a:lnTo>
                      <a:pt x="267" y="0"/>
                    </a:lnTo>
                    <a:lnTo>
                      <a:pt x="278" y="1"/>
                    </a:lnTo>
                    <a:lnTo>
                      <a:pt x="289" y="2"/>
                    </a:lnTo>
                    <a:lnTo>
                      <a:pt x="294" y="2"/>
                    </a:lnTo>
                    <a:lnTo>
                      <a:pt x="304" y="3"/>
                    </a:lnTo>
                    <a:lnTo>
                      <a:pt x="310" y="5"/>
                    </a:lnTo>
                    <a:lnTo>
                      <a:pt x="318" y="8"/>
                    </a:lnTo>
                    <a:lnTo>
                      <a:pt x="326" y="10"/>
                    </a:lnTo>
                    <a:lnTo>
                      <a:pt x="333" y="12"/>
                    </a:lnTo>
                    <a:lnTo>
                      <a:pt x="343" y="15"/>
                    </a:lnTo>
                    <a:lnTo>
                      <a:pt x="350" y="17"/>
                    </a:lnTo>
                    <a:lnTo>
                      <a:pt x="359" y="21"/>
                    </a:lnTo>
                    <a:lnTo>
                      <a:pt x="366" y="24"/>
                    </a:lnTo>
                    <a:lnTo>
                      <a:pt x="372" y="28"/>
                    </a:lnTo>
                    <a:lnTo>
                      <a:pt x="381" y="31"/>
                    </a:lnTo>
                    <a:lnTo>
                      <a:pt x="388" y="35"/>
                    </a:lnTo>
                    <a:lnTo>
                      <a:pt x="395" y="39"/>
                    </a:lnTo>
                    <a:lnTo>
                      <a:pt x="403" y="45"/>
                    </a:lnTo>
                    <a:lnTo>
                      <a:pt x="409" y="49"/>
                    </a:lnTo>
                    <a:lnTo>
                      <a:pt x="415" y="54"/>
                    </a:lnTo>
                    <a:lnTo>
                      <a:pt x="421" y="58"/>
                    </a:lnTo>
                    <a:lnTo>
                      <a:pt x="427" y="63"/>
                    </a:lnTo>
                    <a:lnTo>
                      <a:pt x="431" y="67"/>
                    </a:lnTo>
                    <a:lnTo>
                      <a:pt x="437" y="72"/>
                    </a:lnTo>
                    <a:lnTo>
                      <a:pt x="442" y="78"/>
                    </a:lnTo>
                    <a:lnTo>
                      <a:pt x="447" y="82"/>
                    </a:lnTo>
                    <a:lnTo>
                      <a:pt x="450" y="86"/>
                    </a:lnTo>
                    <a:lnTo>
                      <a:pt x="456" y="92"/>
                    </a:lnTo>
                    <a:lnTo>
                      <a:pt x="459" y="96"/>
                    </a:lnTo>
                    <a:lnTo>
                      <a:pt x="463" y="101"/>
                    </a:lnTo>
                    <a:lnTo>
                      <a:pt x="465" y="105"/>
                    </a:lnTo>
                    <a:lnTo>
                      <a:pt x="470" y="111"/>
                    </a:lnTo>
                    <a:lnTo>
                      <a:pt x="476" y="119"/>
                    </a:lnTo>
                    <a:lnTo>
                      <a:pt x="479" y="126"/>
                    </a:lnTo>
                    <a:lnTo>
                      <a:pt x="483" y="132"/>
                    </a:lnTo>
                    <a:lnTo>
                      <a:pt x="486" y="139"/>
                    </a:lnTo>
                    <a:lnTo>
                      <a:pt x="489" y="146"/>
                    </a:lnTo>
                    <a:lnTo>
                      <a:pt x="493" y="152"/>
                    </a:lnTo>
                    <a:lnTo>
                      <a:pt x="496" y="159"/>
                    </a:lnTo>
                    <a:lnTo>
                      <a:pt x="499" y="167"/>
                    </a:lnTo>
                    <a:lnTo>
                      <a:pt x="502" y="174"/>
                    </a:lnTo>
                    <a:lnTo>
                      <a:pt x="505" y="183"/>
                    </a:lnTo>
                    <a:lnTo>
                      <a:pt x="508" y="195"/>
                    </a:lnTo>
                    <a:lnTo>
                      <a:pt x="510" y="204"/>
                    </a:lnTo>
                    <a:lnTo>
                      <a:pt x="511" y="213"/>
                    </a:lnTo>
                    <a:lnTo>
                      <a:pt x="513" y="226"/>
                    </a:lnTo>
                    <a:lnTo>
                      <a:pt x="516" y="242"/>
                    </a:lnTo>
                    <a:lnTo>
                      <a:pt x="516" y="661"/>
                    </a:lnTo>
                    <a:lnTo>
                      <a:pt x="0" y="661"/>
                    </a:lnTo>
                    <a:lnTo>
                      <a:pt x="0" y="242"/>
                    </a:lnTo>
                  </a:path>
                </a:pathLst>
              </a:custGeom>
              <a:noFill/>
              <a:ln w="12700">
                <a:solidFill>
                  <a:srgbClr val="000000"/>
                </a:solidFill>
                <a:prstDash val="solid"/>
                <a:round/>
                <a:headEnd/>
                <a:tailEnd/>
              </a:ln>
            </p:spPr>
            <p:txBody>
              <a:bodyPr/>
              <a:lstStyle/>
              <a:p>
                <a:endParaRPr lang="nl-BE"/>
              </a:p>
            </p:txBody>
          </p:sp>
          <p:sp>
            <p:nvSpPr>
              <p:cNvPr id="42689" name="Freeform 17"/>
              <p:cNvSpPr>
                <a:spLocks/>
              </p:cNvSpPr>
              <p:nvPr/>
            </p:nvSpPr>
            <p:spPr bwMode="auto">
              <a:xfrm>
                <a:off x="3291" y="2026"/>
                <a:ext cx="1240" cy="550"/>
              </a:xfrm>
              <a:custGeom>
                <a:avLst/>
                <a:gdLst>
                  <a:gd name="T0" fmla="*/ 16187053 w 430"/>
                  <a:gd name="T1" fmla="*/ 193 h 550"/>
                  <a:gd name="T2" fmla="*/ 33360778 w 430"/>
                  <a:gd name="T3" fmla="*/ 177 h 550"/>
                  <a:gd name="T4" fmla="*/ 55272171 w 430"/>
                  <a:gd name="T5" fmla="*/ 161 h 550"/>
                  <a:gd name="T6" fmla="*/ 87609885 w 430"/>
                  <a:gd name="T7" fmla="*/ 148 h 550"/>
                  <a:gd name="T8" fmla="*/ 118349027 w 430"/>
                  <a:gd name="T9" fmla="*/ 136 h 550"/>
                  <a:gd name="T10" fmla="*/ 168022928 w 430"/>
                  <a:gd name="T11" fmla="*/ 121 h 550"/>
                  <a:gd name="T12" fmla="*/ 245081974 w 430"/>
                  <a:gd name="T13" fmla="*/ 104 h 550"/>
                  <a:gd name="T14" fmla="*/ 316518135 w 430"/>
                  <a:gd name="T15" fmla="*/ 89 h 550"/>
                  <a:gd name="T16" fmla="*/ 437846898 w 430"/>
                  <a:gd name="T17" fmla="*/ 70 h 550"/>
                  <a:gd name="T18" fmla="*/ 538779870 w 430"/>
                  <a:gd name="T19" fmla="*/ 57 h 550"/>
                  <a:gd name="T20" fmla="*/ 649529856 w 430"/>
                  <a:gd name="T21" fmla="*/ 46 h 550"/>
                  <a:gd name="T22" fmla="*/ 778098741 w 430"/>
                  <a:gd name="T23" fmla="*/ 34 h 550"/>
                  <a:gd name="T24" fmla="*/ 880259025 w 430"/>
                  <a:gd name="T25" fmla="*/ 25 h 550"/>
                  <a:gd name="T26" fmla="*/ 951720654 w 430"/>
                  <a:gd name="T27" fmla="*/ 20 h 550"/>
                  <a:gd name="T28" fmla="*/ 1048047426 w 430"/>
                  <a:gd name="T29" fmla="*/ 16 h 550"/>
                  <a:gd name="T30" fmla="*/ 1149215525 w 430"/>
                  <a:gd name="T31" fmla="*/ 11 h 550"/>
                  <a:gd name="T32" fmla="*/ 1253996533 w 430"/>
                  <a:gd name="T33" fmla="*/ 8 h 550"/>
                  <a:gd name="T34" fmla="*/ 1363751751 w 430"/>
                  <a:gd name="T35" fmla="*/ 4 h 550"/>
                  <a:gd name="T36" fmla="*/ 1474310904 w 430"/>
                  <a:gd name="T37" fmla="*/ 2 h 550"/>
                  <a:gd name="T38" fmla="*/ 1562279040 w 430"/>
                  <a:gd name="T39" fmla="*/ 0 h 550"/>
                  <a:gd name="T40" fmla="*/ 1688902129 w 430"/>
                  <a:gd name="T41" fmla="*/ 0 h 550"/>
                  <a:gd name="T42" fmla="*/ 1839702327 w 430"/>
                  <a:gd name="T43" fmla="*/ 0 h 550"/>
                  <a:gd name="T44" fmla="*/ 1950138934 w 430"/>
                  <a:gd name="T45" fmla="*/ 2 h 550"/>
                  <a:gd name="T46" fmla="*/ 2045771029 w 430"/>
                  <a:gd name="T47" fmla="*/ 4 h 550"/>
                  <a:gd name="T48" fmla="*/ 2147483647 w 430"/>
                  <a:gd name="T49" fmla="*/ 8 h 550"/>
                  <a:gd name="T50" fmla="*/ 2147483647 w 430"/>
                  <a:gd name="T51" fmla="*/ 12 h 550"/>
                  <a:gd name="T52" fmla="*/ 2147483647 w 430"/>
                  <a:gd name="T53" fmla="*/ 18 h 550"/>
                  <a:gd name="T54" fmla="*/ 2147483647 w 430"/>
                  <a:gd name="T55" fmla="*/ 23 h 550"/>
                  <a:gd name="T56" fmla="*/ 2147483647 w 430"/>
                  <a:gd name="T57" fmla="*/ 29 h 550"/>
                  <a:gd name="T58" fmla="*/ 2147483647 w 430"/>
                  <a:gd name="T59" fmla="*/ 37 h 550"/>
                  <a:gd name="T60" fmla="*/ 2147483647 w 430"/>
                  <a:gd name="T61" fmla="*/ 45 h 550"/>
                  <a:gd name="T62" fmla="*/ 2147483647 w 430"/>
                  <a:gd name="T63" fmla="*/ 52 h 550"/>
                  <a:gd name="T64" fmla="*/ 2147483647 w 430"/>
                  <a:gd name="T65" fmla="*/ 60 h 550"/>
                  <a:gd name="T66" fmla="*/ 2147483647 w 430"/>
                  <a:gd name="T67" fmla="*/ 68 h 550"/>
                  <a:gd name="T68" fmla="*/ 2147483647 w 430"/>
                  <a:gd name="T69" fmla="*/ 77 h 550"/>
                  <a:gd name="T70" fmla="*/ 2147483647 w 430"/>
                  <a:gd name="T71" fmla="*/ 84 h 550"/>
                  <a:gd name="T72" fmla="*/ 2147483647 w 430"/>
                  <a:gd name="T73" fmla="*/ 93 h 550"/>
                  <a:gd name="T74" fmla="*/ 2147483647 w 430"/>
                  <a:gd name="T75" fmla="*/ 104 h 550"/>
                  <a:gd name="T76" fmla="*/ 2147483647 w 430"/>
                  <a:gd name="T77" fmla="*/ 115 h 550"/>
                  <a:gd name="T78" fmla="*/ 2147483647 w 430"/>
                  <a:gd name="T79" fmla="*/ 127 h 550"/>
                  <a:gd name="T80" fmla="*/ 2147483647 w 430"/>
                  <a:gd name="T81" fmla="*/ 138 h 550"/>
                  <a:gd name="T82" fmla="*/ 2147483647 w 430"/>
                  <a:gd name="T83" fmla="*/ 152 h 550"/>
                  <a:gd name="T84" fmla="*/ 2147483647 w 430"/>
                  <a:gd name="T85" fmla="*/ 170 h 550"/>
                  <a:gd name="T86" fmla="*/ 2147483647 w 430"/>
                  <a:gd name="T87" fmla="*/ 187 h 550"/>
                  <a:gd name="T88" fmla="*/ 2147483647 w 430"/>
                  <a:gd name="T89" fmla="*/ 550 h 550"/>
                  <a:gd name="T90" fmla="*/ 0 w 430"/>
                  <a:gd name="T91" fmla="*/ 202 h 550"/>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430"/>
                  <a:gd name="T139" fmla="*/ 0 h 550"/>
                  <a:gd name="T140" fmla="*/ 430 w 430"/>
                  <a:gd name="T141" fmla="*/ 550 h 550"/>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430" h="550">
                    <a:moveTo>
                      <a:pt x="0" y="202"/>
                    </a:moveTo>
                    <a:lnTo>
                      <a:pt x="2" y="193"/>
                    </a:lnTo>
                    <a:lnTo>
                      <a:pt x="3" y="186"/>
                    </a:lnTo>
                    <a:lnTo>
                      <a:pt x="4" y="177"/>
                    </a:lnTo>
                    <a:lnTo>
                      <a:pt x="5" y="169"/>
                    </a:lnTo>
                    <a:lnTo>
                      <a:pt x="7" y="161"/>
                    </a:lnTo>
                    <a:lnTo>
                      <a:pt x="9" y="154"/>
                    </a:lnTo>
                    <a:lnTo>
                      <a:pt x="11" y="148"/>
                    </a:lnTo>
                    <a:lnTo>
                      <a:pt x="13" y="142"/>
                    </a:lnTo>
                    <a:lnTo>
                      <a:pt x="15" y="136"/>
                    </a:lnTo>
                    <a:lnTo>
                      <a:pt x="18" y="131"/>
                    </a:lnTo>
                    <a:lnTo>
                      <a:pt x="21" y="121"/>
                    </a:lnTo>
                    <a:lnTo>
                      <a:pt x="27" y="111"/>
                    </a:lnTo>
                    <a:lnTo>
                      <a:pt x="31" y="104"/>
                    </a:lnTo>
                    <a:lnTo>
                      <a:pt x="36" y="96"/>
                    </a:lnTo>
                    <a:lnTo>
                      <a:pt x="40" y="89"/>
                    </a:lnTo>
                    <a:lnTo>
                      <a:pt x="48" y="79"/>
                    </a:lnTo>
                    <a:lnTo>
                      <a:pt x="55" y="70"/>
                    </a:lnTo>
                    <a:lnTo>
                      <a:pt x="62" y="63"/>
                    </a:lnTo>
                    <a:lnTo>
                      <a:pt x="68" y="57"/>
                    </a:lnTo>
                    <a:lnTo>
                      <a:pt x="75" y="52"/>
                    </a:lnTo>
                    <a:lnTo>
                      <a:pt x="82" y="46"/>
                    </a:lnTo>
                    <a:lnTo>
                      <a:pt x="91" y="39"/>
                    </a:lnTo>
                    <a:lnTo>
                      <a:pt x="98" y="34"/>
                    </a:lnTo>
                    <a:lnTo>
                      <a:pt x="106" y="29"/>
                    </a:lnTo>
                    <a:lnTo>
                      <a:pt x="111" y="25"/>
                    </a:lnTo>
                    <a:lnTo>
                      <a:pt x="116" y="24"/>
                    </a:lnTo>
                    <a:lnTo>
                      <a:pt x="120" y="20"/>
                    </a:lnTo>
                    <a:lnTo>
                      <a:pt x="127" y="18"/>
                    </a:lnTo>
                    <a:lnTo>
                      <a:pt x="132" y="16"/>
                    </a:lnTo>
                    <a:lnTo>
                      <a:pt x="138" y="14"/>
                    </a:lnTo>
                    <a:lnTo>
                      <a:pt x="145" y="11"/>
                    </a:lnTo>
                    <a:lnTo>
                      <a:pt x="151" y="9"/>
                    </a:lnTo>
                    <a:lnTo>
                      <a:pt x="158" y="8"/>
                    </a:lnTo>
                    <a:lnTo>
                      <a:pt x="164" y="6"/>
                    </a:lnTo>
                    <a:lnTo>
                      <a:pt x="172" y="4"/>
                    </a:lnTo>
                    <a:lnTo>
                      <a:pt x="177" y="3"/>
                    </a:lnTo>
                    <a:lnTo>
                      <a:pt x="186" y="2"/>
                    </a:lnTo>
                    <a:lnTo>
                      <a:pt x="191" y="1"/>
                    </a:lnTo>
                    <a:lnTo>
                      <a:pt x="197" y="0"/>
                    </a:lnTo>
                    <a:lnTo>
                      <a:pt x="205" y="0"/>
                    </a:lnTo>
                    <a:lnTo>
                      <a:pt x="213" y="0"/>
                    </a:lnTo>
                    <a:lnTo>
                      <a:pt x="223" y="0"/>
                    </a:lnTo>
                    <a:lnTo>
                      <a:pt x="232" y="0"/>
                    </a:lnTo>
                    <a:lnTo>
                      <a:pt x="241" y="2"/>
                    </a:lnTo>
                    <a:lnTo>
                      <a:pt x="246" y="2"/>
                    </a:lnTo>
                    <a:lnTo>
                      <a:pt x="253" y="3"/>
                    </a:lnTo>
                    <a:lnTo>
                      <a:pt x="258" y="4"/>
                    </a:lnTo>
                    <a:lnTo>
                      <a:pt x="265" y="6"/>
                    </a:lnTo>
                    <a:lnTo>
                      <a:pt x="272" y="8"/>
                    </a:lnTo>
                    <a:lnTo>
                      <a:pt x="278" y="9"/>
                    </a:lnTo>
                    <a:lnTo>
                      <a:pt x="286" y="12"/>
                    </a:lnTo>
                    <a:lnTo>
                      <a:pt x="291" y="14"/>
                    </a:lnTo>
                    <a:lnTo>
                      <a:pt x="299" y="18"/>
                    </a:lnTo>
                    <a:lnTo>
                      <a:pt x="304" y="20"/>
                    </a:lnTo>
                    <a:lnTo>
                      <a:pt x="311" y="23"/>
                    </a:lnTo>
                    <a:lnTo>
                      <a:pt x="318" y="25"/>
                    </a:lnTo>
                    <a:lnTo>
                      <a:pt x="324" y="29"/>
                    </a:lnTo>
                    <a:lnTo>
                      <a:pt x="329" y="32"/>
                    </a:lnTo>
                    <a:lnTo>
                      <a:pt x="336" y="37"/>
                    </a:lnTo>
                    <a:lnTo>
                      <a:pt x="341" y="41"/>
                    </a:lnTo>
                    <a:lnTo>
                      <a:pt x="347" y="45"/>
                    </a:lnTo>
                    <a:lnTo>
                      <a:pt x="351" y="48"/>
                    </a:lnTo>
                    <a:lnTo>
                      <a:pt x="356" y="52"/>
                    </a:lnTo>
                    <a:lnTo>
                      <a:pt x="359" y="56"/>
                    </a:lnTo>
                    <a:lnTo>
                      <a:pt x="364" y="60"/>
                    </a:lnTo>
                    <a:lnTo>
                      <a:pt x="369" y="65"/>
                    </a:lnTo>
                    <a:lnTo>
                      <a:pt x="372" y="68"/>
                    </a:lnTo>
                    <a:lnTo>
                      <a:pt x="375" y="72"/>
                    </a:lnTo>
                    <a:lnTo>
                      <a:pt x="380" y="77"/>
                    </a:lnTo>
                    <a:lnTo>
                      <a:pt x="383" y="80"/>
                    </a:lnTo>
                    <a:lnTo>
                      <a:pt x="386" y="84"/>
                    </a:lnTo>
                    <a:lnTo>
                      <a:pt x="388" y="88"/>
                    </a:lnTo>
                    <a:lnTo>
                      <a:pt x="392" y="93"/>
                    </a:lnTo>
                    <a:lnTo>
                      <a:pt x="397" y="99"/>
                    </a:lnTo>
                    <a:lnTo>
                      <a:pt x="400" y="104"/>
                    </a:lnTo>
                    <a:lnTo>
                      <a:pt x="402" y="111"/>
                    </a:lnTo>
                    <a:lnTo>
                      <a:pt x="406" y="115"/>
                    </a:lnTo>
                    <a:lnTo>
                      <a:pt x="408" y="121"/>
                    </a:lnTo>
                    <a:lnTo>
                      <a:pt x="411" y="127"/>
                    </a:lnTo>
                    <a:lnTo>
                      <a:pt x="413" y="132"/>
                    </a:lnTo>
                    <a:lnTo>
                      <a:pt x="416" y="138"/>
                    </a:lnTo>
                    <a:lnTo>
                      <a:pt x="419" y="145"/>
                    </a:lnTo>
                    <a:lnTo>
                      <a:pt x="420" y="152"/>
                    </a:lnTo>
                    <a:lnTo>
                      <a:pt x="424" y="163"/>
                    </a:lnTo>
                    <a:lnTo>
                      <a:pt x="425" y="170"/>
                    </a:lnTo>
                    <a:lnTo>
                      <a:pt x="426" y="177"/>
                    </a:lnTo>
                    <a:lnTo>
                      <a:pt x="428" y="187"/>
                    </a:lnTo>
                    <a:lnTo>
                      <a:pt x="430" y="202"/>
                    </a:lnTo>
                    <a:lnTo>
                      <a:pt x="430" y="550"/>
                    </a:lnTo>
                    <a:lnTo>
                      <a:pt x="0" y="550"/>
                    </a:lnTo>
                    <a:lnTo>
                      <a:pt x="0" y="202"/>
                    </a:lnTo>
                    <a:close/>
                  </a:path>
                </a:pathLst>
              </a:custGeom>
              <a:solidFill>
                <a:srgbClr val="404040"/>
              </a:solidFill>
              <a:ln w="12700">
                <a:solidFill>
                  <a:srgbClr val="000000"/>
                </a:solidFill>
                <a:prstDash val="solid"/>
                <a:round/>
                <a:headEnd/>
                <a:tailEnd/>
              </a:ln>
            </p:spPr>
            <p:txBody>
              <a:bodyPr/>
              <a:lstStyle/>
              <a:p>
                <a:endParaRPr lang="nl-BE"/>
              </a:p>
            </p:txBody>
          </p:sp>
          <p:sp>
            <p:nvSpPr>
              <p:cNvPr id="42690" name="Freeform 18"/>
              <p:cNvSpPr>
                <a:spLocks/>
              </p:cNvSpPr>
              <p:nvPr/>
            </p:nvSpPr>
            <p:spPr bwMode="auto">
              <a:xfrm>
                <a:off x="3490" y="2062"/>
                <a:ext cx="929" cy="412"/>
              </a:xfrm>
              <a:custGeom>
                <a:avLst/>
                <a:gdLst>
                  <a:gd name="T0" fmla="*/ 8627011 w 322"/>
                  <a:gd name="T1" fmla="*/ 144 h 412"/>
                  <a:gd name="T2" fmla="*/ 8627011 w 322"/>
                  <a:gd name="T3" fmla="*/ 134 h 412"/>
                  <a:gd name="T4" fmla="*/ 33559910 w 322"/>
                  <a:gd name="T5" fmla="*/ 121 h 412"/>
                  <a:gd name="T6" fmla="*/ 46909278 w 322"/>
                  <a:gd name="T7" fmla="*/ 111 h 412"/>
                  <a:gd name="T8" fmla="*/ 80479551 w 322"/>
                  <a:gd name="T9" fmla="*/ 102 h 412"/>
                  <a:gd name="T10" fmla="*/ 119079383 w 322"/>
                  <a:gd name="T11" fmla="*/ 91 h 412"/>
                  <a:gd name="T12" fmla="*/ 182248404 w 322"/>
                  <a:gd name="T13" fmla="*/ 77 h 412"/>
                  <a:gd name="T14" fmla="*/ 232191010 w 322"/>
                  <a:gd name="T15" fmla="*/ 67 h 412"/>
                  <a:gd name="T16" fmla="*/ 318622090 w 322"/>
                  <a:gd name="T17" fmla="*/ 53 h 412"/>
                  <a:gd name="T18" fmla="*/ 398050199 w 322"/>
                  <a:gd name="T19" fmla="*/ 44 h 412"/>
                  <a:gd name="T20" fmla="*/ 487644079 w 322"/>
                  <a:gd name="T21" fmla="*/ 34 h 412"/>
                  <a:gd name="T22" fmla="*/ 584372676 w 322"/>
                  <a:gd name="T23" fmla="*/ 26 h 412"/>
                  <a:gd name="T24" fmla="*/ 662179132 w 322"/>
                  <a:gd name="T25" fmla="*/ 20 h 412"/>
                  <a:gd name="T26" fmla="*/ 711041236 w 322"/>
                  <a:gd name="T27" fmla="*/ 16 h 412"/>
                  <a:gd name="T28" fmla="*/ 783003095 w 322"/>
                  <a:gd name="T29" fmla="*/ 12 h 412"/>
                  <a:gd name="T30" fmla="*/ 855173788 w 322"/>
                  <a:gd name="T31" fmla="*/ 9 h 412"/>
                  <a:gd name="T32" fmla="*/ 935600369 w 322"/>
                  <a:gd name="T33" fmla="*/ 5 h 412"/>
                  <a:gd name="T34" fmla="*/ 1022074472 w 322"/>
                  <a:gd name="T35" fmla="*/ 3 h 412"/>
                  <a:gd name="T36" fmla="*/ 1110142439 w 322"/>
                  <a:gd name="T37" fmla="*/ 1 h 412"/>
                  <a:gd name="T38" fmla="*/ 1182106329 w 322"/>
                  <a:gd name="T39" fmla="*/ 0 h 412"/>
                  <a:gd name="T40" fmla="*/ 1270525123 w 322"/>
                  <a:gd name="T41" fmla="*/ 0 h 412"/>
                  <a:gd name="T42" fmla="*/ 1381970736 w 322"/>
                  <a:gd name="T43" fmla="*/ 0 h 412"/>
                  <a:gd name="T44" fmla="*/ 1461398752 w 322"/>
                  <a:gd name="T45" fmla="*/ 1 h 412"/>
                  <a:gd name="T46" fmla="*/ 1541875556 w 322"/>
                  <a:gd name="T47" fmla="*/ 4 h 412"/>
                  <a:gd name="T48" fmla="*/ 1622719068 w 322"/>
                  <a:gd name="T49" fmla="*/ 6 h 412"/>
                  <a:gd name="T50" fmla="*/ 1702229066 w 322"/>
                  <a:gd name="T51" fmla="*/ 9 h 412"/>
                  <a:gd name="T52" fmla="*/ 1780063957 w 322"/>
                  <a:gd name="T53" fmla="*/ 13 h 412"/>
                  <a:gd name="T54" fmla="*/ 1851873483 w 322"/>
                  <a:gd name="T55" fmla="*/ 17 h 412"/>
                  <a:gd name="T56" fmla="*/ 1924031621 w 322"/>
                  <a:gd name="T57" fmla="*/ 21 h 412"/>
                  <a:gd name="T58" fmla="*/ 2004510641 w 322"/>
                  <a:gd name="T59" fmla="*/ 28 h 412"/>
                  <a:gd name="T60" fmla="*/ 2067804299 w 322"/>
                  <a:gd name="T61" fmla="*/ 33 h 412"/>
                  <a:gd name="T62" fmla="*/ 2132245716 w 322"/>
                  <a:gd name="T63" fmla="*/ 39 h 412"/>
                  <a:gd name="T64" fmla="*/ 2147483647 w 322"/>
                  <a:gd name="T65" fmla="*/ 45 h 412"/>
                  <a:gd name="T66" fmla="*/ 2147483647 w 322"/>
                  <a:gd name="T67" fmla="*/ 52 h 412"/>
                  <a:gd name="T68" fmla="*/ 2147483647 w 322"/>
                  <a:gd name="T69" fmla="*/ 58 h 412"/>
                  <a:gd name="T70" fmla="*/ 2147483647 w 322"/>
                  <a:gd name="T71" fmla="*/ 63 h 412"/>
                  <a:gd name="T72" fmla="*/ 2147483647 w 322"/>
                  <a:gd name="T73" fmla="*/ 69 h 412"/>
                  <a:gd name="T74" fmla="*/ 2147483647 w 322"/>
                  <a:gd name="T75" fmla="*/ 78 h 412"/>
                  <a:gd name="T76" fmla="*/ 2147483647 w 322"/>
                  <a:gd name="T77" fmla="*/ 86 h 412"/>
                  <a:gd name="T78" fmla="*/ 2147483647 w 322"/>
                  <a:gd name="T79" fmla="*/ 95 h 412"/>
                  <a:gd name="T80" fmla="*/ 2147483647 w 322"/>
                  <a:gd name="T81" fmla="*/ 104 h 412"/>
                  <a:gd name="T82" fmla="*/ 2147483647 w 322"/>
                  <a:gd name="T83" fmla="*/ 114 h 412"/>
                  <a:gd name="T84" fmla="*/ 2147483647 w 322"/>
                  <a:gd name="T85" fmla="*/ 127 h 412"/>
                  <a:gd name="T86" fmla="*/ 2147483647 w 322"/>
                  <a:gd name="T87" fmla="*/ 140 h 412"/>
                  <a:gd name="T88" fmla="*/ 2147483647 w 322"/>
                  <a:gd name="T89" fmla="*/ 412 h 412"/>
                  <a:gd name="T90" fmla="*/ 0 w 322"/>
                  <a:gd name="T91" fmla="*/ 151 h 412"/>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322"/>
                  <a:gd name="T139" fmla="*/ 0 h 412"/>
                  <a:gd name="T140" fmla="*/ 322 w 322"/>
                  <a:gd name="T141" fmla="*/ 412 h 412"/>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322" h="412">
                    <a:moveTo>
                      <a:pt x="0" y="151"/>
                    </a:moveTo>
                    <a:lnTo>
                      <a:pt x="1" y="144"/>
                    </a:lnTo>
                    <a:lnTo>
                      <a:pt x="1" y="139"/>
                    </a:lnTo>
                    <a:lnTo>
                      <a:pt x="1" y="134"/>
                    </a:lnTo>
                    <a:lnTo>
                      <a:pt x="3" y="127"/>
                    </a:lnTo>
                    <a:lnTo>
                      <a:pt x="4" y="121"/>
                    </a:lnTo>
                    <a:lnTo>
                      <a:pt x="6" y="115"/>
                    </a:lnTo>
                    <a:lnTo>
                      <a:pt x="6" y="111"/>
                    </a:lnTo>
                    <a:lnTo>
                      <a:pt x="8" y="107"/>
                    </a:lnTo>
                    <a:lnTo>
                      <a:pt x="10" y="102"/>
                    </a:lnTo>
                    <a:lnTo>
                      <a:pt x="12" y="98"/>
                    </a:lnTo>
                    <a:lnTo>
                      <a:pt x="15" y="91"/>
                    </a:lnTo>
                    <a:lnTo>
                      <a:pt x="19" y="84"/>
                    </a:lnTo>
                    <a:lnTo>
                      <a:pt x="23" y="77"/>
                    </a:lnTo>
                    <a:lnTo>
                      <a:pt x="26" y="72"/>
                    </a:lnTo>
                    <a:lnTo>
                      <a:pt x="29" y="67"/>
                    </a:lnTo>
                    <a:lnTo>
                      <a:pt x="34" y="60"/>
                    </a:lnTo>
                    <a:lnTo>
                      <a:pt x="40" y="53"/>
                    </a:lnTo>
                    <a:lnTo>
                      <a:pt x="45" y="48"/>
                    </a:lnTo>
                    <a:lnTo>
                      <a:pt x="50" y="44"/>
                    </a:lnTo>
                    <a:lnTo>
                      <a:pt x="55" y="39"/>
                    </a:lnTo>
                    <a:lnTo>
                      <a:pt x="61" y="34"/>
                    </a:lnTo>
                    <a:lnTo>
                      <a:pt x="67" y="29"/>
                    </a:lnTo>
                    <a:lnTo>
                      <a:pt x="73" y="26"/>
                    </a:lnTo>
                    <a:lnTo>
                      <a:pt x="79" y="21"/>
                    </a:lnTo>
                    <a:lnTo>
                      <a:pt x="83" y="20"/>
                    </a:lnTo>
                    <a:lnTo>
                      <a:pt x="86" y="18"/>
                    </a:lnTo>
                    <a:lnTo>
                      <a:pt x="89" y="16"/>
                    </a:lnTo>
                    <a:lnTo>
                      <a:pt x="94" y="14"/>
                    </a:lnTo>
                    <a:lnTo>
                      <a:pt x="98" y="12"/>
                    </a:lnTo>
                    <a:lnTo>
                      <a:pt x="102" y="10"/>
                    </a:lnTo>
                    <a:lnTo>
                      <a:pt x="107" y="9"/>
                    </a:lnTo>
                    <a:lnTo>
                      <a:pt x="112" y="7"/>
                    </a:lnTo>
                    <a:lnTo>
                      <a:pt x="117" y="5"/>
                    </a:lnTo>
                    <a:lnTo>
                      <a:pt x="122" y="5"/>
                    </a:lnTo>
                    <a:lnTo>
                      <a:pt x="128" y="3"/>
                    </a:lnTo>
                    <a:lnTo>
                      <a:pt x="132" y="2"/>
                    </a:lnTo>
                    <a:lnTo>
                      <a:pt x="139" y="1"/>
                    </a:lnTo>
                    <a:lnTo>
                      <a:pt x="142" y="0"/>
                    </a:lnTo>
                    <a:lnTo>
                      <a:pt x="148" y="0"/>
                    </a:lnTo>
                    <a:lnTo>
                      <a:pt x="153" y="0"/>
                    </a:lnTo>
                    <a:lnTo>
                      <a:pt x="159" y="0"/>
                    </a:lnTo>
                    <a:lnTo>
                      <a:pt x="166" y="0"/>
                    </a:lnTo>
                    <a:lnTo>
                      <a:pt x="173" y="0"/>
                    </a:lnTo>
                    <a:lnTo>
                      <a:pt x="179" y="1"/>
                    </a:lnTo>
                    <a:lnTo>
                      <a:pt x="183" y="1"/>
                    </a:lnTo>
                    <a:lnTo>
                      <a:pt x="189" y="2"/>
                    </a:lnTo>
                    <a:lnTo>
                      <a:pt x="193" y="4"/>
                    </a:lnTo>
                    <a:lnTo>
                      <a:pt x="198" y="5"/>
                    </a:lnTo>
                    <a:lnTo>
                      <a:pt x="203" y="6"/>
                    </a:lnTo>
                    <a:lnTo>
                      <a:pt x="207" y="8"/>
                    </a:lnTo>
                    <a:lnTo>
                      <a:pt x="213" y="9"/>
                    </a:lnTo>
                    <a:lnTo>
                      <a:pt x="218" y="10"/>
                    </a:lnTo>
                    <a:lnTo>
                      <a:pt x="223" y="13"/>
                    </a:lnTo>
                    <a:lnTo>
                      <a:pt x="227" y="15"/>
                    </a:lnTo>
                    <a:lnTo>
                      <a:pt x="232" y="17"/>
                    </a:lnTo>
                    <a:lnTo>
                      <a:pt x="237" y="19"/>
                    </a:lnTo>
                    <a:lnTo>
                      <a:pt x="241" y="21"/>
                    </a:lnTo>
                    <a:lnTo>
                      <a:pt x="245" y="25"/>
                    </a:lnTo>
                    <a:lnTo>
                      <a:pt x="251" y="28"/>
                    </a:lnTo>
                    <a:lnTo>
                      <a:pt x="255" y="31"/>
                    </a:lnTo>
                    <a:lnTo>
                      <a:pt x="259" y="33"/>
                    </a:lnTo>
                    <a:lnTo>
                      <a:pt x="262" y="36"/>
                    </a:lnTo>
                    <a:lnTo>
                      <a:pt x="267" y="39"/>
                    </a:lnTo>
                    <a:lnTo>
                      <a:pt x="269" y="43"/>
                    </a:lnTo>
                    <a:lnTo>
                      <a:pt x="272" y="45"/>
                    </a:lnTo>
                    <a:lnTo>
                      <a:pt x="276" y="48"/>
                    </a:lnTo>
                    <a:lnTo>
                      <a:pt x="278" y="52"/>
                    </a:lnTo>
                    <a:lnTo>
                      <a:pt x="281" y="53"/>
                    </a:lnTo>
                    <a:lnTo>
                      <a:pt x="284" y="58"/>
                    </a:lnTo>
                    <a:lnTo>
                      <a:pt x="286" y="60"/>
                    </a:lnTo>
                    <a:lnTo>
                      <a:pt x="289" y="63"/>
                    </a:lnTo>
                    <a:lnTo>
                      <a:pt x="290" y="66"/>
                    </a:lnTo>
                    <a:lnTo>
                      <a:pt x="294" y="69"/>
                    </a:lnTo>
                    <a:lnTo>
                      <a:pt x="297" y="75"/>
                    </a:lnTo>
                    <a:lnTo>
                      <a:pt x="299" y="78"/>
                    </a:lnTo>
                    <a:lnTo>
                      <a:pt x="301" y="82"/>
                    </a:lnTo>
                    <a:lnTo>
                      <a:pt x="303" y="86"/>
                    </a:lnTo>
                    <a:lnTo>
                      <a:pt x="305" y="91"/>
                    </a:lnTo>
                    <a:lnTo>
                      <a:pt x="307" y="95"/>
                    </a:lnTo>
                    <a:lnTo>
                      <a:pt x="310" y="100"/>
                    </a:lnTo>
                    <a:lnTo>
                      <a:pt x="311" y="104"/>
                    </a:lnTo>
                    <a:lnTo>
                      <a:pt x="313" y="109"/>
                    </a:lnTo>
                    <a:lnTo>
                      <a:pt x="315" y="114"/>
                    </a:lnTo>
                    <a:lnTo>
                      <a:pt x="317" y="123"/>
                    </a:lnTo>
                    <a:lnTo>
                      <a:pt x="317" y="127"/>
                    </a:lnTo>
                    <a:lnTo>
                      <a:pt x="319" y="133"/>
                    </a:lnTo>
                    <a:lnTo>
                      <a:pt x="320" y="140"/>
                    </a:lnTo>
                    <a:lnTo>
                      <a:pt x="322" y="151"/>
                    </a:lnTo>
                    <a:lnTo>
                      <a:pt x="322" y="412"/>
                    </a:lnTo>
                    <a:lnTo>
                      <a:pt x="0" y="412"/>
                    </a:lnTo>
                    <a:lnTo>
                      <a:pt x="0" y="151"/>
                    </a:lnTo>
                  </a:path>
                </a:pathLst>
              </a:custGeom>
              <a:noFill/>
              <a:ln w="12700">
                <a:solidFill>
                  <a:srgbClr val="000000"/>
                </a:solidFill>
                <a:prstDash val="solid"/>
                <a:round/>
                <a:headEnd/>
                <a:tailEnd/>
              </a:ln>
            </p:spPr>
            <p:txBody>
              <a:bodyPr/>
              <a:lstStyle/>
              <a:p>
                <a:endParaRPr lang="nl-BE"/>
              </a:p>
            </p:txBody>
          </p:sp>
          <p:sp>
            <p:nvSpPr>
              <p:cNvPr id="42691" name="Freeform 19"/>
              <p:cNvSpPr>
                <a:spLocks/>
              </p:cNvSpPr>
              <p:nvPr/>
            </p:nvSpPr>
            <p:spPr bwMode="auto">
              <a:xfrm>
                <a:off x="3620" y="2083"/>
                <a:ext cx="712" cy="317"/>
              </a:xfrm>
              <a:custGeom>
                <a:avLst/>
                <a:gdLst>
                  <a:gd name="T0" fmla="*/ 0 w 247"/>
                  <a:gd name="T1" fmla="*/ 111 h 317"/>
                  <a:gd name="T2" fmla="*/ 8561567 w 247"/>
                  <a:gd name="T3" fmla="*/ 102 h 317"/>
                  <a:gd name="T4" fmla="*/ 24679482 w 247"/>
                  <a:gd name="T5" fmla="*/ 92 h 317"/>
                  <a:gd name="T6" fmla="*/ 46350704 w 247"/>
                  <a:gd name="T7" fmla="*/ 85 h 317"/>
                  <a:gd name="T8" fmla="*/ 62579308 w 247"/>
                  <a:gd name="T9" fmla="*/ 78 h 317"/>
                  <a:gd name="T10" fmla="*/ 87221166 w 247"/>
                  <a:gd name="T11" fmla="*/ 70 h 317"/>
                  <a:gd name="T12" fmla="*/ 133610186 w 247"/>
                  <a:gd name="T13" fmla="*/ 59 h 317"/>
                  <a:gd name="T14" fmla="*/ 172748753 w 247"/>
                  <a:gd name="T15" fmla="*/ 51 h 317"/>
                  <a:gd name="T16" fmla="*/ 243889561 w 247"/>
                  <a:gd name="T17" fmla="*/ 40 h 317"/>
                  <a:gd name="T18" fmla="*/ 306484481 w 247"/>
                  <a:gd name="T19" fmla="*/ 32 h 317"/>
                  <a:gd name="T20" fmla="*/ 368944357 w 247"/>
                  <a:gd name="T21" fmla="*/ 26 h 317"/>
                  <a:gd name="T22" fmla="*/ 440413504 w 247"/>
                  <a:gd name="T23" fmla="*/ 19 h 317"/>
                  <a:gd name="T24" fmla="*/ 497963845 w 247"/>
                  <a:gd name="T25" fmla="*/ 15 h 317"/>
                  <a:gd name="T26" fmla="*/ 544782647 w 247"/>
                  <a:gd name="T27" fmla="*/ 11 h 317"/>
                  <a:gd name="T28" fmla="*/ 598666517 w 247"/>
                  <a:gd name="T29" fmla="*/ 9 h 317"/>
                  <a:gd name="T30" fmla="*/ 653718182 w 247"/>
                  <a:gd name="T31" fmla="*/ 6 h 317"/>
                  <a:gd name="T32" fmla="*/ 708631852 w 247"/>
                  <a:gd name="T33" fmla="*/ 4 h 317"/>
                  <a:gd name="T34" fmla="*/ 771568439 w 247"/>
                  <a:gd name="T35" fmla="*/ 2 h 317"/>
                  <a:gd name="T36" fmla="*/ 836774017 w 247"/>
                  <a:gd name="T37" fmla="*/ 0 h 317"/>
                  <a:gd name="T38" fmla="*/ 892031199 w 247"/>
                  <a:gd name="T39" fmla="*/ 0 h 317"/>
                  <a:gd name="T40" fmla="*/ 963061916 w 247"/>
                  <a:gd name="T41" fmla="*/ 0 h 317"/>
                  <a:gd name="T42" fmla="*/ 1047312146 w 247"/>
                  <a:gd name="T43" fmla="*/ 0 h 317"/>
                  <a:gd name="T44" fmla="*/ 1110210729 w 247"/>
                  <a:gd name="T45" fmla="*/ 0 h 317"/>
                  <a:gd name="T46" fmla="*/ 1167775460 w 247"/>
                  <a:gd name="T47" fmla="*/ 2 h 317"/>
                  <a:gd name="T48" fmla="*/ 1230711678 w 247"/>
                  <a:gd name="T49" fmla="*/ 4 h 317"/>
                  <a:gd name="T50" fmla="*/ 1293267118 w 247"/>
                  <a:gd name="T51" fmla="*/ 6 h 317"/>
                  <a:gd name="T52" fmla="*/ 1356765649 w 247"/>
                  <a:gd name="T53" fmla="*/ 10 h 317"/>
                  <a:gd name="T54" fmla="*/ 1403104050 w 247"/>
                  <a:gd name="T55" fmla="*/ 13 h 317"/>
                  <a:gd name="T56" fmla="*/ 1457455038 w 247"/>
                  <a:gd name="T57" fmla="*/ 16 h 317"/>
                  <a:gd name="T58" fmla="*/ 1520953569 w 247"/>
                  <a:gd name="T59" fmla="*/ 22 h 317"/>
                  <a:gd name="T60" fmla="*/ 1561838202 w 247"/>
                  <a:gd name="T61" fmla="*/ 25 h 317"/>
                  <a:gd name="T62" fmla="*/ 1616773641 w 247"/>
                  <a:gd name="T63" fmla="*/ 29 h 317"/>
                  <a:gd name="T64" fmla="*/ 1654693587 w 247"/>
                  <a:gd name="T65" fmla="*/ 34 h 317"/>
                  <a:gd name="T66" fmla="*/ 1695447235 w 247"/>
                  <a:gd name="T67" fmla="*/ 39 h 317"/>
                  <a:gd name="T68" fmla="*/ 1717119149 w 247"/>
                  <a:gd name="T69" fmla="*/ 43 h 317"/>
                  <a:gd name="T70" fmla="*/ 1750471227 w 247"/>
                  <a:gd name="T71" fmla="*/ 48 h 317"/>
                  <a:gd name="T72" fmla="*/ 1781092915 w 247"/>
                  <a:gd name="T73" fmla="*/ 54 h 317"/>
                  <a:gd name="T74" fmla="*/ 1813304133 w 247"/>
                  <a:gd name="T75" fmla="*/ 59 h 317"/>
                  <a:gd name="T76" fmla="*/ 1837926344 w 247"/>
                  <a:gd name="T77" fmla="*/ 66 h 317"/>
                  <a:gd name="T78" fmla="*/ 1868308939 w 247"/>
                  <a:gd name="T79" fmla="*/ 72 h 317"/>
                  <a:gd name="T80" fmla="*/ 1884400527 w 247"/>
                  <a:gd name="T81" fmla="*/ 80 h 317"/>
                  <a:gd name="T82" fmla="*/ 1909080297 w 247"/>
                  <a:gd name="T83" fmla="*/ 88 h 317"/>
                  <a:gd name="T84" fmla="*/ 1922233396 w 247"/>
                  <a:gd name="T85" fmla="*/ 97 h 317"/>
                  <a:gd name="T86" fmla="*/ 1939343345 w 247"/>
                  <a:gd name="T87" fmla="*/ 107 h 317"/>
                  <a:gd name="T88" fmla="*/ 1946981057 w 247"/>
                  <a:gd name="T89" fmla="*/ 317 h 317"/>
                  <a:gd name="T90" fmla="*/ 0 w 247"/>
                  <a:gd name="T91" fmla="*/ 116 h 31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247"/>
                  <a:gd name="T139" fmla="*/ 0 h 317"/>
                  <a:gd name="T140" fmla="*/ 247 w 247"/>
                  <a:gd name="T141" fmla="*/ 317 h 317"/>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247" h="317">
                    <a:moveTo>
                      <a:pt x="0" y="116"/>
                    </a:moveTo>
                    <a:lnTo>
                      <a:pt x="0" y="111"/>
                    </a:lnTo>
                    <a:lnTo>
                      <a:pt x="0" y="107"/>
                    </a:lnTo>
                    <a:lnTo>
                      <a:pt x="1" y="102"/>
                    </a:lnTo>
                    <a:lnTo>
                      <a:pt x="2" y="97"/>
                    </a:lnTo>
                    <a:lnTo>
                      <a:pt x="3" y="92"/>
                    </a:lnTo>
                    <a:lnTo>
                      <a:pt x="5" y="88"/>
                    </a:lnTo>
                    <a:lnTo>
                      <a:pt x="6" y="85"/>
                    </a:lnTo>
                    <a:lnTo>
                      <a:pt x="6" y="81"/>
                    </a:lnTo>
                    <a:lnTo>
                      <a:pt x="8" y="78"/>
                    </a:lnTo>
                    <a:lnTo>
                      <a:pt x="10" y="75"/>
                    </a:lnTo>
                    <a:lnTo>
                      <a:pt x="11" y="70"/>
                    </a:lnTo>
                    <a:lnTo>
                      <a:pt x="15" y="64"/>
                    </a:lnTo>
                    <a:lnTo>
                      <a:pt x="17" y="59"/>
                    </a:lnTo>
                    <a:lnTo>
                      <a:pt x="20" y="54"/>
                    </a:lnTo>
                    <a:lnTo>
                      <a:pt x="22" y="51"/>
                    </a:lnTo>
                    <a:lnTo>
                      <a:pt x="27" y="45"/>
                    </a:lnTo>
                    <a:lnTo>
                      <a:pt x="31" y="40"/>
                    </a:lnTo>
                    <a:lnTo>
                      <a:pt x="35" y="36"/>
                    </a:lnTo>
                    <a:lnTo>
                      <a:pt x="39" y="32"/>
                    </a:lnTo>
                    <a:lnTo>
                      <a:pt x="42" y="29"/>
                    </a:lnTo>
                    <a:lnTo>
                      <a:pt x="47" y="26"/>
                    </a:lnTo>
                    <a:lnTo>
                      <a:pt x="51" y="22"/>
                    </a:lnTo>
                    <a:lnTo>
                      <a:pt x="56" y="19"/>
                    </a:lnTo>
                    <a:lnTo>
                      <a:pt x="61" y="16"/>
                    </a:lnTo>
                    <a:lnTo>
                      <a:pt x="63" y="15"/>
                    </a:lnTo>
                    <a:lnTo>
                      <a:pt x="66" y="13"/>
                    </a:lnTo>
                    <a:lnTo>
                      <a:pt x="69" y="11"/>
                    </a:lnTo>
                    <a:lnTo>
                      <a:pt x="72" y="10"/>
                    </a:lnTo>
                    <a:lnTo>
                      <a:pt x="76" y="9"/>
                    </a:lnTo>
                    <a:lnTo>
                      <a:pt x="79" y="7"/>
                    </a:lnTo>
                    <a:lnTo>
                      <a:pt x="83" y="6"/>
                    </a:lnTo>
                    <a:lnTo>
                      <a:pt x="87" y="5"/>
                    </a:lnTo>
                    <a:lnTo>
                      <a:pt x="90" y="4"/>
                    </a:lnTo>
                    <a:lnTo>
                      <a:pt x="94" y="3"/>
                    </a:lnTo>
                    <a:lnTo>
                      <a:pt x="98" y="2"/>
                    </a:lnTo>
                    <a:lnTo>
                      <a:pt x="101" y="1"/>
                    </a:lnTo>
                    <a:lnTo>
                      <a:pt x="106" y="0"/>
                    </a:lnTo>
                    <a:lnTo>
                      <a:pt x="110" y="0"/>
                    </a:lnTo>
                    <a:lnTo>
                      <a:pt x="113" y="0"/>
                    </a:lnTo>
                    <a:lnTo>
                      <a:pt x="117" y="0"/>
                    </a:lnTo>
                    <a:lnTo>
                      <a:pt x="122" y="0"/>
                    </a:lnTo>
                    <a:lnTo>
                      <a:pt x="127" y="0"/>
                    </a:lnTo>
                    <a:lnTo>
                      <a:pt x="133" y="0"/>
                    </a:lnTo>
                    <a:lnTo>
                      <a:pt x="138" y="0"/>
                    </a:lnTo>
                    <a:lnTo>
                      <a:pt x="141" y="0"/>
                    </a:lnTo>
                    <a:lnTo>
                      <a:pt x="145" y="1"/>
                    </a:lnTo>
                    <a:lnTo>
                      <a:pt x="148" y="2"/>
                    </a:lnTo>
                    <a:lnTo>
                      <a:pt x="153" y="3"/>
                    </a:lnTo>
                    <a:lnTo>
                      <a:pt x="156" y="4"/>
                    </a:lnTo>
                    <a:lnTo>
                      <a:pt x="160" y="5"/>
                    </a:lnTo>
                    <a:lnTo>
                      <a:pt x="164" y="6"/>
                    </a:lnTo>
                    <a:lnTo>
                      <a:pt x="167" y="8"/>
                    </a:lnTo>
                    <a:lnTo>
                      <a:pt x="172" y="10"/>
                    </a:lnTo>
                    <a:lnTo>
                      <a:pt x="175" y="11"/>
                    </a:lnTo>
                    <a:lnTo>
                      <a:pt x="178" y="13"/>
                    </a:lnTo>
                    <a:lnTo>
                      <a:pt x="182" y="14"/>
                    </a:lnTo>
                    <a:lnTo>
                      <a:pt x="185" y="16"/>
                    </a:lnTo>
                    <a:lnTo>
                      <a:pt x="188" y="18"/>
                    </a:lnTo>
                    <a:lnTo>
                      <a:pt x="193" y="22"/>
                    </a:lnTo>
                    <a:lnTo>
                      <a:pt x="195" y="23"/>
                    </a:lnTo>
                    <a:lnTo>
                      <a:pt x="198" y="25"/>
                    </a:lnTo>
                    <a:lnTo>
                      <a:pt x="202" y="27"/>
                    </a:lnTo>
                    <a:lnTo>
                      <a:pt x="205" y="29"/>
                    </a:lnTo>
                    <a:lnTo>
                      <a:pt x="207" y="32"/>
                    </a:lnTo>
                    <a:lnTo>
                      <a:pt x="210" y="34"/>
                    </a:lnTo>
                    <a:lnTo>
                      <a:pt x="212" y="38"/>
                    </a:lnTo>
                    <a:lnTo>
                      <a:pt x="215" y="39"/>
                    </a:lnTo>
                    <a:lnTo>
                      <a:pt x="216" y="41"/>
                    </a:lnTo>
                    <a:lnTo>
                      <a:pt x="218" y="43"/>
                    </a:lnTo>
                    <a:lnTo>
                      <a:pt x="220" y="46"/>
                    </a:lnTo>
                    <a:lnTo>
                      <a:pt x="222" y="48"/>
                    </a:lnTo>
                    <a:lnTo>
                      <a:pt x="223" y="50"/>
                    </a:lnTo>
                    <a:lnTo>
                      <a:pt x="226" y="54"/>
                    </a:lnTo>
                    <a:lnTo>
                      <a:pt x="228" y="56"/>
                    </a:lnTo>
                    <a:lnTo>
                      <a:pt x="230" y="59"/>
                    </a:lnTo>
                    <a:lnTo>
                      <a:pt x="233" y="63"/>
                    </a:lnTo>
                    <a:lnTo>
                      <a:pt x="233" y="66"/>
                    </a:lnTo>
                    <a:lnTo>
                      <a:pt x="235" y="70"/>
                    </a:lnTo>
                    <a:lnTo>
                      <a:pt x="237" y="72"/>
                    </a:lnTo>
                    <a:lnTo>
                      <a:pt x="238" y="76"/>
                    </a:lnTo>
                    <a:lnTo>
                      <a:pt x="239" y="80"/>
                    </a:lnTo>
                    <a:lnTo>
                      <a:pt x="240" y="84"/>
                    </a:lnTo>
                    <a:lnTo>
                      <a:pt x="242" y="88"/>
                    </a:lnTo>
                    <a:lnTo>
                      <a:pt x="244" y="93"/>
                    </a:lnTo>
                    <a:lnTo>
                      <a:pt x="244" y="97"/>
                    </a:lnTo>
                    <a:lnTo>
                      <a:pt x="245" y="102"/>
                    </a:lnTo>
                    <a:lnTo>
                      <a:pt x="246" y="107"/>
                    </a:lnTo>
                    <a:lnTo>
                      <a:pt x="247" y="116"/>
                    </a:lnTo>
                    <a:lnTo>
                      <a:pt x="247" y="317"/>
                    </a:lnTo>
                    <a:lnTo>
                      <a:pt x="0" y="317"/>
                    </a:lnTo>
                    <a:lnTo>
                      <a:pt x="0" y="116"/>
                    </a:lnTo>
                  </a:path>
                </a:pathLst>
              </a:custGeom>
              <a:noFill/>
              <a:ln w="12700">
                <a:solidFill>
                  <a:srgbClr val="000000"/>
                </a:solidFill>
                <a:prstDash val="solid"/>
                <a:round/>
                <a:headEnd/>
                <a:tailEnd/>
              </a:ln>
            </p:spPr>
            <p:txBody>
              <a:bodyPr/>
              <a:lstStyle/>
              <a:p>
                <a:endParaRPr lang="nl-BE"/>
              </a:p>
            </p:txBody>
          </p:sp>
          <p:sp>
            <p:nvSpPr>
              <p:cNvPr id="42692" name="Freeform 20"/>
              <p:cNvSpPr>
                <a:spLocks/>
              </p:cNvSpPr>
              <p:nvPr/>
            </p:nvSpPr>
            <p:spPr bwMode="auto">
              <a:xfrm>
                <a:off x="3732" y="2099"/>
                <a:ext cx="545" cy="244"/>
              </a:xfrm>
              <a:custGeom>
                <a:avLst/>
                <a:gdLst>
                  <a:gd name="T0" fmla="*/ 0 w 189"/>
                  <a:gd name="T1" fmla="*/ 86 h 244"/>
                  <a:gd name="T2" fmla="*/ 8585907 w 189"/>
                  <a:gd name="T3" fmla="*/ 79 h 244"/>
                  <a:gd name="T4" fmla="*/ 16182348 w 189"/>
                  <a:gd name="T5" fmla="*/ 71 h 244"/>
                  <a:gd name="T6" fmla="*/ 38048773 w 189"/>
                  <a:gd name="T7" fmla="*/ 65 h 244"/>
                  <a:gd name="T8" fmla="*/ 46663369 w 189"/>
                  <a:gd name="T9" fmla="*/ 60 h 244"/>
                  <a:gd name="T10" fmla="*/ 80022053 w 189"/>
                  <a:gd name="T11" fmla="*/ 54 h 244"/>
                  <a:gd name="T12" fmla="*/ 102121456 w 189"/>
                  <a:gd name="T13" fmla="*/ 45 h 244"/>
                  <a:gd name="T14" fmla="*/ 134558461 w 189"/>
                  <a:gd name="T15" fmla="*/ 39 h 244"/>
                  <a:gd name="T16" fmla="*/ 189696803 w 189"/>
                  <a:gd name="T17" fmla="*/ 31 h 244"/>
                  <a:gd name="T18" fmla="*/ 230751334 w 189"/>
                  <a:gd name="T19" fmla="*/ 26 h 244"/>
                  <a:gd name="T20" fmla="*/ 285891429 w 189"/>
                  <a:gd name="T21" fmla="*/ 20 h 244"/>
                  <a:gd name="T22" fmla="*/ 341140039 w 189"/>
                  <a:gd name="T23" fmla="*/ 15 h 244"/>
                  <a:gd name="T24" fmla="*/ 388012192 w 189"/>
                  <a:gd name="T25" fmla="*/ 11 h 244"/>
                  <a:gd name="T26" fmla="*/ 420447998 w 189"/>
                  <a:gd name="T27" fmla="*/ 9 h 244"/>
                  <a:gd name="T28" fmla="*/ 459405808 w 189"/>
                  <a:gd name="T29" fmla="*/ 7 h 244"/>
                  <a:gd name="T30" fmla="*/ 500455679 w 189"/>
                  <a:gd name="T31" fmla="*/ 6 h 244"/>
                  <a:gd name="T32" fmla="*/ 547009207 w 189"/>
                  <a:gd name="T33" fmla="*/ 3 h 244"/>
                  <a:gd name="T34" fmla="*/ 593643198 w 189"/>
                  <a:gd name="T35" fmla="*/ 2 h 244"/>
                  <a:gd name="T36" fmla="*/ 649130801 w 189"/>
                  <a:gd name="T37" fmla="*/ 0 h 244"/>
                  <a:gd name="T38" fmla="*/ 690151882 w 189"/>
                  <a:gd name="T39" fmla="*/ 0 h 244"/>
                  <a:gd name="T40" fmla="*/ 736815032 w 189"/>
                  <a:gd name="T41" fmla="*/ 0 h 244"/>
                  <a:gd name="T42" fmla="*/ 808099210 w 189"/>
                  <a:gd name="T43" fmla="*/ 0 h 244"/>
                  <a:gd name="T44" fmla="*/ 849153510 w 189"/>
                  <a:gd name="T45" fmla="*/ 0 h 244"/>
                  <a:gd name="T46" fmla="*/ 904608632 w 189"/>
                  <a:gd name="T47" fmla="*/ 2 h 244"/>
                  <a:gd name="T48" fmla="*/ 942699056 w 189"/>
                  <a:gd name="T49" fmla="*/ 4 h 244"/>
                  <a:gd name="T50" fmla="*/ 997948220 w 189"/>
                  <a:gd name="T51" fmla="*/ 6 h 244"/>
                  <a:gd name="T52" fmla="*/ 1047436465 w 189"/>
                  <a:gd name="T53" fmla="*/ 7 h 244"/>
                  <a:gd name="T54" fmla="*/ 1085513602 w 189"/>
                  <a:gd name="T55" fmla="*/ 10 h 244"/>
                  <a:gd name="T56" fmla="*/ 1118870682 w 189"/>
                  <a:gd name="T57" fmla="*/ 13 h 244"/>
                  <a:gd name="T58" fmla="*/ 1173406006 w 189"/>
                  <a:gd name="T59" fmla="*/ 16 h 244"/>
                  <a:gd name="T60" fmla="*/ 1195188097 w 189"/>
                  <a:gd name="T61" fmla="*/ 20 h 244"/>
                  <a:gd name="T62" fmla="*/ 1228531890 w 189"/>
                  <a:gd name="T63" fmla="*/ 23 h 244"/>
                  <a:gd name="T64" fmla="*/ 1266623791 w 189"/>
                  <a:gd name="T65" fmla="*/ 26 h 244"/>
                  <a:gd name="T66" fmla="*/ 1308558765 w 189"/>
                  <a:gd name="T67" fmla="*/ 30 h 244"/>
                  <a:gd name="T68" fmla="*/ 1324740865 w 189"/>
                  <a:gd name="T69" fmla="*/ 34 h 244"/>
                  <a:gd name="T70" fmla="*/ 1346962186 w 189"/>
                  <a:gd name="T71" fmla="*/ 38 h 244"/>
                  <a:gd name="T72" fmla="*/ 1363133213 w 189"/>
                  <a:gd name="T73" fmla="*/ 40 h 244"/>
                  <a:gd name="T74" fmla="*/ 1396133004 w 189"/>
                  <a:gd name="T75" fmla="*/ 46 h 244"/>
                  <a:gd name="T76" fmla="*/ 1418395665 w 189"/>
                  <a:gd name="T77" fmla="*/ 51 h 244"/>
                  <a:gd name="T78" fmla="*/ 1434526829 w 189"/>
                  <a:gd name="T79" fmla="*/ 56 h 244"/>
                  <a:gd name="T80" fmla="*/ 1451740196 w 189"/>
                  <a:gd name="T81" fmla="*/ 61 h 244"/>
                  <a:gd name="T82" fmla="*/ 1464891982 w 189"/>
                  <a:gd name="T83" fmla="*/ 68 h 244"/>
                  <a:gd name="T84" fmla="*/ 1481079249 w 189"/>
                  <a:gd name="T85" fmla="*/ 75 h 244"/>
                  <a:gd name="T86" fmla="*/ 1489665263 w 189"/>
                  <a:gd name="T87" fmla="*/ 83 h 244"/>
                  <a:gd name="T88" fmla="*/ 1498293354 w 189"/>
                  <a:gd name="T89" fmla="*/ 244 h 244"/>
                  <a:gd name="T90" fmla="*/ 0 w 189"/>
                  <a:gd name="T91" fmla="*/ 90 h 244"/>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89"/>
                  <a:gd name="T139" fmla="*/ 0 h 244"/>
                  <a:gd name="T140" fmla="*/ 189 w 189"/>
                  <a:gd name="T141" fmla="*/ 244 h 244"/>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89" h="244">
                    <a:moveTo>
                      <a:pt x="0" y="90"/>
                    </a:moveTo>
                    <a:lnTo>
                      <a:pt x="0" y="86"/>
                    </a:lnTo>
                    <a:lnTo>
                      <a:pt x="0" y="82"/>
                    </a:lnTo>
                    <a:lnTo>
                      <a:pt x="1" y="79"/>
                    </a:lnTo>
                    <a:lnTo>
                      <a:pt x="1" y="75"/>
                    </a:lnTo>
                    <a:lnTo>
                      <a:pt x="2" y="71"/>
                    </a:lnTo>
                    <a:lnTo>
                      <a:pt x="3" y="68"/>
                    </a:lnTo>
                    <a:lnTo>
                      <a:pt x="5" y="65"/>
                    </a:lnTo>
                    <a:lnTo>
                      <a:pt x="5" y="63"/>
                    </a:lnTo>
                    <a:lnTo>
                      <a:pt x="6" y="60"/>
                    </a:lnTo>
                    <a:lnTo>
                      <a:pt x="8" y="58"/>
                    </a:lnTo>
                    <a:lnTo>
                      <a:pt x="10" y="54"/>
                    </a:lnTo>
                    <a:lnTo>
                      <a:pt x="11" y="49"/>
                    </a:lnTo>
                    <a:lnTo>
                      <a:pt x="13" y="45"/>
                    </a:lnTo>
                    <a:lnTo>
                      <a:pt x="16" y="42"/>
                    </a:lnTo>
                    <a:lnTo>
                      <a:pt x="17" y="39"/>
                    </a:lnTo>
                    <a:lnTo>
                      <a:pt x="21" y="35"/>
                    </a:lnTo>
                    <a:lnTo>
                      <a:pt x="24" y="31"/>
                    </a:lnTo>
                    <a:lnTo>
                      <a:pt x="27" y="27"/>
                    </a:lnTo>
                    <a:lnTo>
                      <a:pt x="29" y="26"/>
                    </a:lnTo>
                    <a:lnTo>
                      <a:pt x="33" y="23"/>
                    </a:lnTo>
                    <a:lnTo>
                      <a:pt x="36" y="20"/>
                    </a:lnTo>
                    <a:lnTo>
                      <a:pt x="40" y="16"/>
                    </a:lnTo>
                    <a:lnTo>
                      <a:pt x="43" y="15"/>
                    </a:lnTo>
                    <a:lnTo>
                      <a:pt x="46" y="13"/>
                    </a:lnTo>
                    <a:lnTo>
                      <a:pt x="49" y="11"/>
                    </a:lnTo>
                    <a:lnTo>
                      <a:pt x="51" y="10"/>
                    </a:lnTo>
                    <a:lnTo>
                      <a:pt x="53" y="9"/>
                    </a:lnTo>
                    <a:lnTo>
                      <a:pt x="55" y="8"/>
                    </a:lnTo>
                    <a:lnTo>
                      <a:pt x="58" y="7"/>
                    </a:lnTo>
                    <a:lnTo>
                      <a:pt x="60" y="6"/>
                    </a:lnTo>
                    <a:lnTo>
                      <a:pt x="63" y="6"/>
                    </a:lnTo>
                    <a:lnTo>
                      <a:pt x="66" y="4"/>
                    </a:lnTo>
                    <a:lnTo>
                      <a:pt x="69" y="3"/>
                    </a:lnTo>
                    <a:lnTo>
                      <a:pt x="71" y="2"/>
                    </a:lnTo>
                    <a:lnTo>
                      <a:pt x="75" y="2"/>
                    </a:lnTo>
                    <a:lnTo>
                      <a:pt x="77" y="1"/>
                    </a:lnTo>
                    <a:lnTo>
                      <a:pt x="82" y="0"/>
                    </a:lnTo>
                    <a:lnTo>
                      <a:pt x="84" y="0"/>
                    </a:lnTo>
                    <a:lnTo>
                      <a:pt x="87" y="0"/>
                    </a:lnTo>
                    <a:lnTo>
                      <a:pt x="90" y="0"/>
                    </a:lnTo>
                    <a:lnTo>
                      <a:pt x="93" y="0"/>
                    </a:lnTo>
                    <a:lnTo>
                      <a:pt x="98" y="0"/>
                    </a:lnTo>
                    <a:lnTo>
                      <a:pt x="102" y="0"/>
                    </a:lnTo>
                    <a:lnTo>
                      <a:pt x="105" y="0"/>
                    </a:lnTo>
                    <a:lnTo>
                      <a:pt x="107" y="0"/>
                    </a:lnTo>
                    <a:lnTo>
                      <a:pt x="110" y="1"/>
                    </a:lnTo>
                    <a:lnTo>
                      <a:pt x="114" y="2"/>
                    </a:lnTo>
                    <a:lnTo>
                      <a:pt x="117" y="2"/>
                    </a:lnTo>
                    <a:lnTo>
                      <a:pt x="119" y="4"/>
                    </a:lnTo>
                    <a:lnTo>
                      <a:pt x="122" y="4"/>
                    </a:lnTo>
                    <a:lnTo>
                      <a:pt x="126" y="6"/>
                    </a:lnTo>
                    <a:lnTo>
                      <a:pt x="128" y="6"/>
                    </a:lnTo>
                    <a:lnTo>
                      <a:pt x="132" y="7"/>
                    </a:lnTo>
                    <a:lnTo>
                      <a:pt x="134" y="8"/>
                    </a:lnTo>
                    <a:lnTo>
                      <a:pt x="137" y="10"/>
                    </a:lnTo>
                    <a:lnTo>
                      <a:pt x="139" y="11"/>
                    </a:lnTo>
                    <a:lnTo>
                      <a:pt x="141" y="13"/>
                    </a:lnTo>
                    <a:lnTo>
                      <a:pt x="144" y="14"/>
                    </a:lnTo>
                    <a:lnTo>
                      <a:pt x="148" y="16"/>
                    </a:lnTo>
                    <a:lnTo>
                      <a:pt x="149" y="18"/>
                    </a:lnTo>
                    <a:lnTo>
                      <a:pt x="151" y="20"/>
                    </a:lnTo>
                    <a:lnTo>
                      <a:pt x="154" y="22"/>
                    </a:lnTo>
                    <a:lnTo>
                      <a:pt x="155" y="23"/>
                    </a:lnTo>
                    <a:lnTo>
                      <a:pt x="157" y="24"/>
                    </a:lnTo>
                    <a:lnTo>
                      <a:pt x="160" y="26"/>
                    </a:lnTo>
                    <a:lnTo>
                      <a:pt x="163" y="29"/>
                    </a:lnTo>
                    <a:lnTo>
                      <a:pt x="165" y="30"/>
                    </a:lnTo>
                    <a:lnTo>
                      <a:pt x="166" y="32"/>
                    </a:lnTo>
                    <a:lnTo>
                      <a:pt x="167" y="34"/>
                    </a:lnTo>
                    <a:lnTo>
                      <a:pt x="169" y="36"/>
                    </a:lnTo>
                    <a:lnTo>
                      <a:pt x="170" y="38"/>
                    </a:lnTo>
                    <a:lnTo>
                      <a:pt x="171" y="38"/>
                    </a:lnTo>
                    <a:lnTo>
                      <a:pt x="172" y="40"/>
                    </a:lnTo>
                    <a:lnTo>
                      <a:pt x="175" y="43"/>
                    </a:lnTo>
                    <a:lnTo>
                      <a:pt x="176" y="46"/>
                    </a:lnTo>
                    <a:lnTo>
                      <a:pt x="177" y="48"/>
                    </a:lnTo>
                    <a:lnTo>
                      <a:pt x="179" y="51"/>
                    </a:lnTo>
                    <a:lnTo>
                      <a:pt x="180" y="54"/>
                    </a:lnTo>
                    <a:lnTo>
                      <a:pt x="181" y="56"/>
                    </a:lnTo>
                    <a:lnTo>
                      <a:pt x="183" y="59"/>
                    </a:lnTo>
                    <a:lnTo>
                      <a:pt x="183" y="61"/>
                    </a:lnTo>
                    <a:lnTo>
                      <a:pt x="184" y="64"/>
                    </a:lnTo>
                    <a:lnTo>
                      <a:pt x="185" y="68"/>
                    </a:lnTo>
                    <a:lnTo>
                      <a:pt x="187" y="72"/>
                    </a:lnTo>
                    <a:lnTo>
                      <a:pt x="187" y="75"/>
                    </a:lnTo>
                    <a:lnTo>
                      <a:pt x="188" y="79"/>
                    </a:lnTo>
                    <a:lnTo>
                      <a:pt x="188" y="83"/>
                    </a:lnTo>
                    <a:lnTo>
                      <a:pt x="189" y="90"/>
                    </a:lnTo>
                    <a:lnTo>
                      <a:pt x="189" y="244"/>
                    </a:lnTo>
                    <a:lnTo>
                      <a:pt x="0" y="244"/>
                    </a:lnTo>
                    <a:lnTo>
                      <a:pt x="0" y="90"/>
                    </a:lnTo>
                  </a:path>
                </a:pathLst>
              </a:custGeom>
              <a:noFill/>
              <a:ln w="12700">
                <a:solidFill>
                  <a:srgbClr val="000000"/>
                </a:solidFill>
                <a:prstDash val="solid"/>
                <a:round/>
                <a:headEnd/>
                <a:tailEnd/>
              </a:ln>
            </p:spPr>
            <p:txBody>
              <a:bodyPr/>
              <a:lstStyle/>
              <a:p>
                <a:endParaRPr lang="nl-BE"/>
              </a:p>
            </p:txBody>
          </p:sp>
          <p:sp>
            <p:nvSpPr>
              <p:cNvPr id="42693" name="Freeform 21"/>
              <p:cNvSpPr>
                <a:spLocks/>
              </p:cNvSpPr>
              <p:nvPr/>
            </p:nvSpPr>
            <p:spPr bwMode="auto">
              <a:xfrm>
                <a:off x="3836" y="2119"/>
                <a:ext cx="378" cy="169"/>
              </a:xfrm>
              <a:custGeom>
                <a:avLst/>
                <a:gdLst>
                  <a:gd name="T0" fmla="*/ 0 w 131"/>
                  <a:gd name="T1" fmla="*/ 59 h 169"/>
                  <a:gd name="T2" fmla="*/ 8640646 w 131"/>
                  <a:gd name="T3" fmla="*/ 54 h 169"/>
                  <a:gd name="T4" fmla="*/ 8640646 w 131"/>
                  <a:gd name="T5" fmla="*/ 49 h 169"/>
                  <a:gd name="T6" fmla="*/ 16282126 w 131"/>
                  <a:gd name="T7" fmla="*/ 44 h 169"/>
                  <a:gd name="T8" fmla="*/ 33611179 w 131"/>
                  <a:gd name="T9" fmla="*/ 41 h 169"/>
                  <a:gd name="T10" fmla="*/ 46981985 w 131"/>
                  <a:gd name="T11" fmla="*/ 36 h 169"/>
                  <a:gd name="T12" fmla="*/ 63264105 w 131"/>
                  <a:gd name="T13" fmla="*/ 31 h 169"/>
                  <a:gd name="T14" fmla="*/ 96984898 w 131"/>
                  <a:gd name="T15" fmla="*/ 27 h 169"/>
                  <a:gd name="T16" fmla="*/ 135566319 w 131"/>
                  <a:gd name="T17" fmla="*/ 21 h 169"/>
                  <a:gd name="T18" fmla="*/ 160608443 w 131"/>
                  <a:gd name="T19" fmla="*/ 18 h 169"/>
                  <a:gd name="T20" fmla="*/ 191183701 w 131"/>
                  <a:gd name="T21" fmla="*/ 14 h 169"/>
                  <a:gd name="T22" fmla="*/ 241201607 w 131"/>
                  <a:gd name="T23" fmla="*/ 10 h 169"/>
                  <a:gd name="T24" fmla="*/ 263485937 w 131"/>
                  <a:gd name="T25" fmla="*/ 7 h 169"/>
                  <a:gd name="T26" fmla="*/ 288533325 w 131"/>
                  <a:gd name="T27" fmla="*/ 6 h 169"/>
                  <a:gd name="T28" fmla="*/ 319152073 w 131"/>
                  <a:gd name="T29" fmla="*/ 4 h 169"/>
                  <a:gd name="T30" fmla="*/ 344194105 w 131"/>
                  <a:gd name="T31" fmla="*/ 3 h 169"/>
                  <a:gd name="T32" fmla="*/ 376724758 w 131"/>
                  <a:gd name="T33" fmla="*/ 2 h 169"/>
                  <a:gd name="T34" fmla="*/ 416093527 w 131"/>
                  <a:gd name="T35" fmla="*/ 1 h 169"/>
                  <a:gd name="T36" fmla="*/ 449151971 w 131"/>
                  <a:gd name="T37" fmla="*/ 0 h 169"/>
                  <a:gd name="T38" fmla="*/ 479716980 w 131"/>
                  <a:gd name="T39" fmla="*/ 0 h 169"/>
                  <a:gd name="T40" fmla="*/ 521056102 w 131"/>
                  <a:gd name="T41" fmla="*/ 0 h 169"/>
                  <a:gd name="T42" fmla="*/ 560309912 w 131"/>
                  <a:gd name="T43" fmla="*/ 0 h 169"/>
                  <a:gd name="T44" fmla="*/ 592993474 w 131"/>
                  <a:gd name="T45" fmla="*/ 0 h 169"/>
                  <a:gd name="T46" fmla="*/ 624043430 w 131"/>
                  <a:gd name="T47" fmla="*/ 1 h 169"/>
                  <a:gd name="T48" fmla="*/ 663302410 w 131"/>
                  <a:gd name="T49" fmla="*/ 2 h 169"/>
                  <a:gd name="T50" fmla="*/ 695985972 w 131"/>
                  <a:gd name="T51" fmla="*/ 3 h 169"/>
                  <a:gd name="T52" fmla="*/ 729559281 w 131"/>
                  <a:gd name="T53" fmla="*/ 5 h 169"/>
                  <a:gd name="T54" fmla="*/ 760287170 w 131"/>
                  <a:gd name="T55" fmla="*/ 7 h 169"/>
                  <a:gd name="T56" fmla="*/ 785219877 w 131"/>
                  <a:gd name="T57" fmla="*/ 8 h 169"/>
                  <a:gd name="T58" fmla="*/ 815227546 w 131"/>
                  <a:gd name="T59" fmla="*/ 11 h 169"/>
                  <a:gd name="T60" fmla="*/ 840202542 w 131"/>
                  <a:gd name="T61" fmla="*/ 13 h 169"/>
                  <a:gd name="T62" fmla="*/ 865245498 w 131"/>
                  <a:gd name="T63" fmla="*/ 16 h 169"/>
                  <a:gd name="T64" fmla="*/ 879572326 w 131"/>
                  <a:gd name="T65" fmla="*/ 18 h 169"/>
                  <a:gd name="T66" fmla="*/ 904504479 w 131"/>
                  <a:gd name="T67" fmla="*/ 20 h 169"/>
                  <a:gd name="T68" fmla="*/ 920911449 w 131"/>
                  <a:gd name="T69" fmla="*/ 23 h 169"/>
                  <a:gd name="T70" fmla="*/ 937188410 w 131"/>
                  <a:gd name="T71" fmla="*/ 25 h 169"/>
                  <a:gd name="T72" fmla="*/ 951830657 w 131"/>
                  <a:gd name="T73" fmla="*/ 28 h 169"/>
                  <a:gd name="T74" fmla="*/ 968128301 w 131"/>
                  <a:gd name="T75" fmla="*/ 32 h 169"/>
                  <a:gd name="T76" fmla="*/ 993170518 w 131"/>
                  <a:gd name="T77" fmla="*/ 36 h 169"/>
                  <a:gd name="T78" fmla="*/ 1015094739 w 131"/>
                  <a:gd name="T79" fmla="*/ 40 h 169"/>
                  <a:gd name="T80" fmla="*/ 1023774307 w 131"/>
                  <a:gd name="T81" fmla="*/ 44 h 169"/>
                  <a:gd name="T82" fmla="*/ 1040137695 w 131"/>
                  <a:gd name="T83" fmla="*/ 50 h 169"/>
                  <a:gd name="T84" fmla="*/ 1040137695 w 131"/>
                  <a:gd name="T85" fmla="*/ 54 h 169"/>
                  <a:gd name="T86" fmla="*/ 1048830560 w 131"/>
                  <a:gd name="T87" fmla="*/ 62 h 169"/>
                  <a:gd name="T88" fmla="*/ 0 w 131"/>
                  <a:gd name="T89" fmla="*/ 169 h 169"/>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31"/>
                  <a:gd name="T136" fmla="*/ 0 h 169"/>
                  <a:gd name="T137" fmla="*/ 131 w 131"/>
                  <a:gd name="T138" fmla="*/ 169 h 169"/>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31" h="169">
                    <a:moveTo>
                      <a:pt x="0" y="62"/>
                    </a:moveTo>
                    <a:lnTo>
                      <a:pt x="0" y="59"/>
                    </a:lnTo>
                    <a:lnTo>
                      <a:pt x="0" y="56"/>
                    </a:lnTo>
                    <a:lnTo>
                      <a:pt x="1" y="54"/>
                    </a:lnTo>
                    <a:lnTo>
                      <a:pt x="1" y="51"/>
                    </a:lnTo>
                    <a:lnTo>
                      <a:pt x="1" y="49"/>
                    </a:lnTo>
                    <a:lnTo>
                      <a:pt x="2" y="46"/>
                    </a:lnTo>
                    <a:lnTo>
                      <a:pt x="2" y="44"/>
                    </a:lnTo>
                    <a:lnTo>
                      <a:pt x="3" y="43"/>
                    </a:lnTo>
                    <a:lnTo>
                      <a:pt x="4" y="41"/>
                    </a:lnTo>
                    <a:lnTo>
                      <a:pt x="5" y="39"/>
                    </a:lnTo>
                    <a:lnTo>
                      <a:pt x="6" y="36"/>
                    </a:lnTo>
                    <a:lnTo>
                      <a:pt x="8" y="34"/>
                    </a:lnTo>
                    <a:lnTo>
                      <a:pt x="8" y="31"/>
                    </a:lnTo>
                    <a:lnTo>
                      <a:pt x="10" y="28"/>
                    </a:lnTo>
                    <a:lnTo>
                      <a:pt x="12" y="27"/>
                    </a:lnTo>
                    <a:lnTo>
                      <a:pt x="13" y="24"/>
                    </a:lnTo>
                    <a:lnTo>
                      <a:pt x="17" y="21"/>
                    </a:lnTo>
                    <a:lnTo>
                      <a:pt x="19" y="18"/>
                    </a:lnTo>
                    <a:lnTo>
                      <a:pt x="20" y="18"/>
                    </a:lnTo>
                    <a:lnTo>
                      <a:pt x="22" y="16"/>
                    </a:lnTo>
                    <a:lnTo>
                      <a:pt x="24" y="14"/>
                    </a:lnTo>
                    <a:lnTo>
                      <a:pt x="27" y="11"/>
                    </a:lnTo>
                    <a:lnTo>
                      <a:pt x="30" y="10"/>
                    </a:lnTo>
                    <a:lnTo>
                      <a:pt x="32" y="8"/>
                    </a:lnTo>
                    <a:lnTo>
                      <a:pt x="33" y="7"/>
                    </a:lnTo>
                    <a:lnTo>
                      <a:pt x="35" y="7"/>
                    </a:lnTo>
                    <a:lnTo>
                      <a:pt x="36" y="6"/>
                    </a:lnTo>
                    <a:lnTo>
                      <a:pt x="38" y="5"/>
                    </a:lnTo>
                    <a:lnTo>
                      <a:pt x="40" y="4"/>
                    </a:lnTo>
                    <a:lnTo>
                      <a:pt x="41" y="3"/>
                    </a:lnTo>
                    <a:lnTo>
                      <a:pt x="43" y="3"/>
                    </a:lnTo>
                    <a:lnTo>
                      <a:pt x="46" y="3"/>
                    </a:lnTo>
                    <a:lnTo>
                      <a:pt x="47" y="2"/>
                    </a:lnTo>
                    <a:lnTo>
                      <a:pt x="49" y="2"/>
                    </a:lnTo>
                    <a:lnTo>
                      <a:pt x="52" y="1"/>
                    </a:lnTo>
                    <a:lnTo>
                      <a:pt x="53" y="0"/>
                    </a:lnTo>
                    <a:lnTo>
                      <a:pt x="56" y="0"/>
                    </a:lnTo>
                    <a:lnTo>
                      <a:pt x="57" y="0"/>
                    </a:lnTo>
                    <a:lnTo>
                      <a:pt x="60" y="0"/>
                    </a:lnTo>
                    <a:lnTo>
                      <a:pt x="62" y="0"/>
                    </a:lnTo>
                    <a:lnTo>
                      <a:pt x="65" y="0"/>
                    </a:lnTo>
                    <a:lnTo>
                      <a:pt x="67" y="0"/>
                    </a:lnTo>
                    <a:lnTo>
                      <a:pt x="70" y="0"/>
                    </a:lnTo>
                    <a:lnTo>
                      <a:pt x="73" y="0"/>
                    </a:lnTo>
                    <a:lnTo>
                      <a:pt x="74" y="0"/>
                    </a:lnTo>
                    <a:lnTo>
                      <a:pt x="76" y="0"/>
                    </a:lnTo>
                    <a:lnTo>
                      <a:pt x="78" y="1"/>
                    </a:lnTo>
                    <a:lnTo>
                      <a:pt x="81" y="2"/>
                    </a:lnTo>
                    <a:lnTo>
                      <a:pt x="83" y="2"/>
                    </a:lnTo>
                    <a:lnTo>
                      <a:pt x="85" y="3"/>
                    </a:lnTo>
                    <a:lnTo>
                      <a:pt x="87" y="3"/>
                    </a:lnTo>
                    <a:lnTo>
                      <a:pt x="89" y="3"/>
                    </a:lnTo>
                    <a:lnTo>
                      <a:pt x="91" y="5"/>
                    </a:lnTo>
                    <a:lnTo>
                      <a:pt x="92" y="6"/>
                    </a:lnTo>
                    <a:lnTo>
                      <a:pt x="95" y="7"/>
                    </a:lnTo>
                    <a:lnTo>
                      <a:pt x="96" y="7"/>
                    </a:lnTo>
                    <a:lnTo>
                      <a:pt x="98" y="8"/>
                    </a:lnTo>
                    <a:lnTo>
                      <a:pt x="100" y="9"/>
                    </a:lnTo>
                    <a:lnTo>
                      <a:pt x="102" y="11"/>
                    </a:lnTo>
                    <a:lnTo>
                      <a:pt x="103" y="12"/>
                    </a:lnTo>
                    <a:lnTo>
                      <a:pt x="105" y="13"/>
                    </a:lnTo>
                    <a:lnTo>
                      <a:pt x="107" y="14"/>
                    </a:lnTo>
                    <a:lnTo>
                      <a:pt x="108" y="16"/>
                    </a:lnTo>
                    <a:lnTo>
                      <a:pt x="108" y="17"/>
                    </a:lnTo>
                    <a:lnTo>
                      <a:pt x="110" y="18"/>
                    </a:lnTo>
                    <a:lnTo>
                      <a:pt x="112" y="19"/>
                    </a:lnTo>
                    <a:lnTo>
                      <a:pt x="113" y="20"/>
                    </a:lnTo>
                    <a:lnTo>
                      <a:pt x="113" y="22"/>
                    </a:lnTo>
                    <a:lnTo>
                      <a:pt x="115" y="23"/>
                    </a:lnTo>
                    <a:lnTo>
                      <a:pt x="116" y="24"/>
                    </a:lnTo>
                    <a:lnTo>
                      <a:pt x="117" y="25"/>
                    </a:lnTo>
                    <a:lnTo>
                      <a:pt x="118" y="27"/>
                    </a:lnTo>
                    <a:lnTo>
                      <a:pt x="119" y="28"/>
                    </a:lnTo>
                    <a:lnTo>
                      <a:pt x="120" y="30"/>
                    </a:lnTo>
                    <a:lnTo>
                      <a:pt x="121" y="32"/>
                    </a:lnTo>
                    <a:lnTo>
                      <a:pt x="123" y="34"/>
                    </a:lnTo>
                    <a:lnTo>
                      <a:pt x="124" y="36"/>
                    </a:lnTo>
                    <a:lnTo>
                      <a:pt x="124" y="38"/>
                    </a:lnTo>
                    <a:lnTo>
                      <a:pt x="127" y="40"/>
                    </a:lnTo>
                    <a:lnTo>
                      <a:pt x="127" y="42"/>
                    </a:lnTo>
                    <a:lnTo>
                      <a:pt x="128" y="44"/>
                    </a:lnTo>
                    <a:lnTo>
                      <a:pt x="129" y="46"/>
                    </a:lnTo>
                    <a:lnTo>
                      <a:pt x="130" y="50"/>
                    </a:lnTo>
                    <a:lnTo>
                      <a:pt x="130" y="52"/>
                    </a:lnTo>
                    <a:lnTo>
                      <a:pt x="130" y="54"/>
                    </a:lnTo>
                    <a:lnTo>
                      <a:pt x="130" y="57"/>
                    </a:lnTo>
                    <a:lnTo>
                      <a:pt x="131" y="62"/>
                    </a:lnTo>
                    <a:lnTo>
                      <a:pt x="131" y="169"/>
                    </a:lnTo>
                    <a:lnTo>
                      <a:pt x="0" y="169"/>
                    </a:lnTo>
                    <a:lnTo>
                      <a:pt x="0" y="62"/>
                    </a:lnTo>
                  </a:path>
                </a:pathLst>
              </a:custGeom>
              <a:noFill/>
              <a:ln w="12700">
                <a:solidFill>
                  <a:srgbClr val="000000"/>
                </a:solidFill>
                <a:prstDash val="solid"/>
                <a:round/>
                <a:headEnd/>
                <a:tailEnd/>
              </a:ln>
            </p:spPr>
            <p:txBody>
              <a:bodyPr/>
              <a:lstStyle/>
              <a:p>
                <a:endParaRPr lang="nl-BE"/>
              </a:p>
            </p:txBody>
          </p:sp>
          <p:sp>
            <p:nvSpPr>
              <p:cNvPr id="42694" name="Freeform 22"/>
              <p:cNvSpPr>
                <a:spLocks/>
              </p:cNvSpPr>
              <p:nvPr/>
            </p:nvSpPr>
            <p:spPr bwMode="auto">
              <a:xfrm>
                <a:off x="3903" y="2127"/>
                <a:ext cx="273" cy="124"/>
              </a:xfrm>
              <a:custGeom>
                <a:avLst/>
                <a:gdLst>
                  <a:gd name="T0" fmla="*/ 0 w 95"/>
                  <a:gd name="T1" fmla="*/ 44 h 124"/>
                  <a:gd name="T2" fmla="*/ 0 w 95"/>
                  <a:gd name="T3" fmla="*/ 40 h 124"/>
                  <a:gd name="T4" fmla="*/ 8302189 w 95"/>
                  <a:gd name="T5" fmla="*/ 36 h 124"/>
                  <a:gd name="T6" fmla="*/ 8302189 w 95"/>
                  <a:gd name="T7" fmla="*/ 33 h 124"/>
                  <a:gd name="T8" fmla="*/ 23857865 w 95"/>
                  <a:gd name="T9" fmla="*/ 30 h 124"/>
                  <a:gd name="T10" fmla="*/ 36405027 w 95"/>
                  <a:gd name="T11" fmla="*/ 26 h 124"/>
                  <a:gd name="T12" fmla="*/ 52004219 w 95"/>
                  <a:gd name="T13" fmla="*/ 21 h 124"/>
                  <a:gd name="T14" fmla="*/ 75814685 w 95"/>
                  <a:gd name="T15" fmla="*/ 18 h 124"/>
                  <a:gd name="T16" fmla="*/ 96664131 w 95"/>
                  <a:gd name="T17" fmla="*/ 14 h 124"/>
                  <a:gd name="T18" fmla="*/ 120172239 w 95"/>
                  <a:gd name="T19" fmla="*/ 11 h 124"/>
                  <a:gd name="T20" fmla="*/ 144015443 w 95"/>
                  <a:gd name="T21" fmla="*/ 9 h 124"/>
                  <a:gd name="T22" fmla="*/ 173161856 w 95"/>
                  <a:gd name="T23" fmla="*/ 6 h 124"/>
                  <a:gd name="T24" fmla="*/ 188717540 w 95"/>
                  <a:gd name="T25" fmla="*/ 5 h 124"/>
                  <a:gd name="T26" fmla="*/ 209688118 w 95"/>
                  <a:gd name="T27" fmla="*/ 4 h 124"/>
                  <a:gd name="T28" fmla="*/ 225137223 w 95"/>
                  <a:gd name="T29" fmla="*/ 3 h 124"/>
                  <a:gd name="T30" fmla="*/ 248980426 w 95"/>
                  <a:gd name="T31" fmla="*/ 2 h 124"/>
                  <a:gd name="T32" fmla="*/ 264229799 w 95"/>
                  <a:gd name="T33" fmla="*/ 1 h 124"/>
                  <a:gd name="T34" fmla="*/ 293334647 w 95"/>
                  <a:gd name="T35" fmla="*/ 0 h 124"/>
                  <a:gd name="T36" fmla="*/ 317191828 w 95"/>
                  <a:gd name="T37" fmla="*/ 0 h 124"/>
                  <a:gd name="T38" fmla="*/ 345337188 w 95"/>
                  <a:gd name="T39" fmla="*/ 0 h 124"/>
                  <a:gd name="T40" fmla="*/ 369152619 w 95"/>
                  <a:gd name="T41" fmla="*/ 0 h 124"/>
                  <a:gd name="T42" fmla="*/ 398299125 w 95"/>
                  <a:gd name="T43" fmla="*/ 0 h 124"/>
                  <a:gd name="T44" fmla="*/ 422156673 w 95"/>
                  <a:gd name="T45" fmla="*/ 0 h 124"/>
                  <a:gd name="T46" fmla="*/ 437364665 w 95"/>
                  <a:gd name="T47" fmla="*/ 1 h 124"/>
                  <a:gd name="T48" fmla="*/ 466514572 w 95"/>
                  <a:gd name="T49" fmla="*/ 2 h 124"/>
                  <a:gd name="T50" fmla="*/ 482057291 w 95"/>
                  <a:gd name="T51" fmla="*/ 3 h 124"/>
                  <a:gd name="T52" fmla="*/ 510337645 w 95"/>
                  <a:gd name="T53" fmla="*/ 4 h 124"/>
                  <a:gd name="T54" fmla="*/ 526758745 w 95"/>
                  <a:gd name="T55" fmla="*/ 6 h 124"/>
                  <a:gd name="T56" fmla="*/ 549611746 w 95"/>
                  <a:gd name="T57" fmla="*/ 7 h 124"/>
                  <a:gd name="T58" fmla="*/ 566171886 w 95"/>
                  <a:gd name="T59" fmla="*/ 10 h 124"/>
                  <a:gd name="T60" fmla="*/ 587021309 w 95"/>
                  <a:gd name="T61" fmla="*/ 10 h 124"/>
                  <a:gd name="T62" fmla="*/ 594318717 w 95"/>
                  <a:gd name="T63" fmla="*/ 12 h 124"/>
                  <a:gd name="T64" fmla="*/ 610529785 w 95"/>
                  <a:gd name="T65" fmla="*/ 15 h 124"/>
                  <a:gd name="T66" fmla="*/ 626082067 w 95"/>
                  <a:gd name="T67" fmla="*/ 16 h 124"/>
                  <a:gd name="T68" fmla="*/ 631495075 w 95"/>
                  <a:gd name="T69" fmla="*/ 18 h 124"/>
                  <a:gd name="T70" fmla="*/ 638792851 w 95"/>
                  <a:gd name="T71" fmla="*/ 20 h 124"/>
                  <a:gd name="T72" fmla="*/ 654228531 w 95"/>
                  <a:gd name="T73" fmla="*/ 22 h 124"/>
                  <a:gd name="T74" fmla="*/ 670789039 w 95"/>
                  <a:gd name="T75" fmla="*/ 25 h 124"/>
                  <a:gd name="T76" fmla="*/ 678086079 w 95"/>
                  <a:gd name="T77" fmla="*/ 27 h 124"/>
                  <a:gd name="T78" fmla="*/ 686344263 w 95"/>
                  <a:gd name="T79" fmla="*/ 30 h 124"/>
                  <a:gd name="T80" fmla="*/ 691758374 w 95"/>
                  <a:gd name="T81" fmla="*/ 33 h 124"/>
                  <a:gd name="T82" fmla="*/ 707231205 w 95"/>
                  <a:gd name="T83" fmla="*/ 36 h 124"/>
                  <a:gd name="T84" fmla="*/ 707231205 w 95"/>
                  <a:gd name="T85" fmla="*/ 40 h 124"/>
                  <a:gd name="T86" fmla="*/ 715490860 w 95"/>
                  <a:gd name="T87" fmla="*/ 46 h 124"/>
                  <a:gd name="T88" fmla="*/ 0 w 95"/>
                  <a:gd name="T89" fmla="*/ 124 h 12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95"/>
                  <a:gd name="T136" fmla="*/ 0 h 124"/>
                  <a:gd name="T137" fmla="*/ 95 w 95"/>
                  <a:gd name="T138" fmla="*/ 124 h 124"/>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95" h="124">
                    <a:moveTo>
                      <a:pt x="0" y="46"/>
                    </a:moveTo>
                    <a:lnTo>
                      <a:pt x="0" y="44"/>
                    </a:lnTo>
                    <a:lnTo>
                      <a:pt x="0" y="42"/>
                    </a:lnTo>
                    <a:lnTo>
                      <a:pt x="0" y="40"/>
                    </a:lnTo>
                    <a:lnTo>
                      <a:pt x="0" y="38"/>
                    </a:lnTo>
                    <a:lnTo>
                      <a:pt x="1" y="36"/>
                    </a:lnTo>
                    <a:lnTo>
                      <a:pt x="1" y="35"/>
                    </a:lnTo>
                    <a:lnTo>
                      <a:pt x="1" y="33"/>
                    </a:lnTo>
                    <a:lnTo>
                      <a:pt x="2" y="31"/>
                    </a:lnTo>
                    <a:lnTo>
                      <a:pt x="3" y="30"/>
                    </a:lnTo>
                    <a:lnTo>
                      <a:pt x="4" y="27"/>
                    </a:lnTo>
                    <a:lnTo>
                      <a:pt x="5" y="26"/>
                    </a:lnTo>
                    <a:lnTo>
                      <a:pt x="7" y="23"/>
                    </a:lnTo>
                    <a:lnTo>
                      <a:pt x="7" y="21"/>
                    </a:lnTo>
                    <a:lnTo>
                      <a:pt x="8" y="20"/>
                    </a:lnTo>
                    <a:lnTo>
                      <a:pt x="10" y="18"/>
                    </a:lnTo>
                    <a:lnTo>
                      <a:pt x="12" y="15"/>
                    </a:lnTo>
                    <a:lnTo>
                      <a:pt x="13" y="14"/>
                    </a:lnTo>
                    <a:lnTo>
                      <a:pt x="15" y="13"/>
                    </a:lnTo>
                    <a:lnTo>
                      <a:pt x="16" y="11"/>
                    </a:lnTo>
                    <a:lnTo>
                      <a:pt x="18" y="10"/>
                    </a:lnTo>
                    <a:lnTo>
                      <a:pt x="19" y="9"/>
                    </a:lnTo>
                    <a:lnTo>
                      <a:pt x="21" y="8"/>
                    </a:lnTo>
                    <a:lnTo>
                      <a:pt x="23" y="6"/>
                    </a:lnTo>
                    <a:lnTo>
                      <a:pt x="24" y="6"/>
                    </a:lnTo>
                    <a:lnTo>
                      <a:pt x="25" y="5"/>
                    </a:lnTo>
                    <a:lnTo>
                      <a:pt x="26" y="4"/>
                    </a:lnTo>
                    <a:lnTo>
                      <a:pt x="28" y="4"/>
                    </a:lnTo>
                    <a:lnTo>
                      <a:pt x="29" y="4"/>
                    </a:lnTo>
                    <a:lnTo>
                      <a:pt x="30" y="3"/>
                    </a:lnTo>
                    <a:lnTo>
                      <a:pt x="31" y="3"/>
                    </a:lnTo>
                    <a:lnTo>
                      <a:pt x="33" y="2"/>
                    </a:lnTo>
                    <a:lnTo>
                      <a:pt x="34" y="1"/>
                    </a:lnTo>
                    <a:lnTo>
                      <a:pt x="35" y="1"/>
                    </a:lnTo>
                    <a:lnTo>
                      <a:pt x="37" y="1"/>
                    </a:lnTo>
                    <a:lnTo>
                      <a:pt x="39" y="0"/>
                    </a:lnTo>
                    <a:lnTo>
                      <a:pt x="40" y="0"/>
                    </a:lnTo>
                    <a:lnTo>
                      <a:pt x="42" y="0"/>
                    </a:lnTo>
                    <a:lnTo>
                      <a:pt x="44" y="0"/>
                    </a:lnTo>
                    <a:lnTo>
                      <a:pt x="46" y="0"/>
                    </a:lnTo>
                    <a:lnTo>
                      <a:pt x="47" y="0"/>
                    </a:lnTo>
                    <a:lnTo>
                      <a:pt x="49" y="0"/>
                    </a:lnTo>
                    <a:lnTo>
                      <a:pt x="51" y="0"/>
                    </a:lnTo>
                    <a:lnTo>
                      <a:pt x="53" y="0"/>
                    </a:lnTo>
                    <a:lnTo>
                      <a:pt x="54" y="0"/>
                    </a:lnTo>
                    <a:lnTo>
                      <a:pt x="56" y="0"/>
                    </a:lnTo>
                    <a:lnTo>
                      <a:pt x="57" y="1"/>
                    </a:lnTo>
                    <a:lnTo>
                      <a:pt x="58" y="1"/>
                    </a:lnTo>
                    <a:lnTo>
                      <a:pt x="60" y="2"/>
                    </a:lnTo>
                    <a:lnTo>
                      <a:pt x="62" y="2"/>
                    </a:lnTo>
                    <a:lnTo>
                      <a:pt x="62" y="3"/>
                    </a:lnTo>
                    <a:lnTo>
                      <a:pt x="64" y="3"/>
                    </a:lnTo>
                    <a:lnTo>
                      <a:pt x="66" y="4"/>
                    </a:lnTo>
                    <a:lnTo>
                      <a:pt x="68" y="4"/>
                    </a:lnTo>
                    <a:lnTo>
                      <a:pt x="68" y="5"/>
                    </a:lnTo>
                    <a:lnTo>
                      <a:pt x="70" y="6"/>
                    </a:lnTo>
                    <a:lnTo>
                      <a:pt x="71" y="6"/>
                    </a:lnTo>
                    <a:lnTo>
                      <a:pt x="73" y="7"/>
                    </a:lnTo>
                    <a:lnTo>
                      <a:pt x="74" y="8"/>
                    </a:lnTo>
                    <a:lnTo>
                      <a:pt x="75" y="10"/>
                    </a:lnTo>
                    <a:lnTo>
                      <a:pt x="76" y="10"/>
                    </a:lnTo>
                    <a:lnTo>
                      <a:pt x="78" y="10"/>
                    </a:lnTo>
                    <a:lnTo>
                      <a:pt x="79" y="11"/>
                    </a:lnTo>
                    <a:lnTo>
                      <a:pt x="79" y="12"/>
                    </a:lnTo>
                    <a:lnTo>
                      <a:pt x="80" y="13"/>
                    </a:lnTo>
                    <a:lnTo>
                      <a:pt x="81" y="15"/>
                    </a:lnTo>
                    <a:lnTo>
                      <a:pt x="82" y="15"/>
                    </a:lnTo>
                    <a:lnTo>
                      <a:pt x="83" y="16"/>
                    </a:lnTo>
                    <a:lnTo>
                      <a:pt x="84" y="17"/>
                    </a:lnTo>
                    <a:lnTo>
                      <a:pt x="84" y="18"/>
                    </a:lnTo>
                    <a:lnTo>
                      <a:pt x="85" y="19"/>
                    </a:lnTo>
                    <a:lnTo>
                      <a:pt x="85" y="20"/>
                    </a:lnTo>
                    <a:lnTo>
                      <a:pt x="86" y="20"/>
                    </a:lnTo>
                    <a:lnTo>
                      <a:pt x="87" y="22"/>
                    </a:lnTo>
                    <a:lnTo>
                      <a:pt x="89" y="24"/>
                    </a:lnTo>
                    <a:lnTo>
                      <a:pt x="89" y="25"/>
                    </a:lnTo>
                    <a:lnTo>
                      <a:pt x="90" y="26"/>
                    </a:lnTo>
                    <a:lnTo>
                      <a:pt x="90" y="27"/>
                    </a:lnTo>
                    <a:lnTo>
                      <a:pt x="90" y="28"/>
                    </a:lnTo>
                    <a:lnTo>
                      <a:pt x="91" y="30"/>
                    </a:lnTo>
                    <a:lnTo>
                      <a:pt x="92" y="31"/>
                    </a:lnTo>
                    <a:lnTo>
                      <a:pt x="92" y="33"/>
                    </a:lnTo>
                    <a:lnTo>
                      <a:pt x="93" y="35"/>
                    </a:lnTo>
                    <a:lnTo>
                      <a:pt x="94" y="36"/>
                    </a:lnTo>
                    <a:lnTo>
                      <a:pt x="94" y="38"/>
                    </a:lnTo>
                    <a:lnTo>
                      <a:pt x="94" y="40"/>
                    </a:lnTo>
                    <a:lnTo>
                      <a:pt x="95" y="42"/>
                    </a:lnTo>
                    <a:lnTo>
                      <a:pt x="95" y="46"/>
                    </a:lnTo>
                    <a:lnTo>
                      <a:pt x="95" y="124"/>
                    </a:lnTo>
                    <a:lnTo>
                      <a:pt x="0" y="124"/>
                    </a:lnTo>
                    <a:lnTo>
                      <a:pt x="0" y="46"/>
                    </a:lnTo>
                  </a:path>
                </a:pathLst>
              </a:custGeom>
              <a:noFill/>
              <a:ln w="12700">
                <a:solidFill>
                  <a:srgbClr val="000000"/>
                </a:solidFill>
                <a:prstDash val="solid"/>
                <a:round/>
                <a:headEnd/>
                <a:tailEnd/>
              </a:ln>
            </p:spPr>
            <p:txBody>
              <a:bodyPr/>
              <a:lstStyle/>
              <a:p>
                <a:endParaRPr lang="nl-BE"/>
              </a:p>
            </p:txBody>
          </p:sp>
          <p:sp>
            <p:nvSpPr>
              <p:cNvPr id="42695" name="Freeform 23"/>
              <p:cNvSpPr>
                <a:spLocks/>
              </p:cNvSpPr>
              <p:nvPr/>
            </p:nvSpPr>
            <p:spPr bwMode="auto">
              <a:xfrm>
                <a:off x="3969" y="2137"/>
                <a:ext cx="170" cy="76"/>
              </a:xfrm>
              <a:custGeom>
                <a:avLst/>
                <a:gdLst>
                  <a:gd name="T0" fmla="*/ 0 w 59"/>
                  <a:gd name="T1" fmla="*/ 26 h 76"/>
                  <a:gd name="T2" fmla="*/ 0 w 59"/>
                  <a:gd name="T3" fmla="*/ 24 h 76"/>
                  <a:gd name="T4" fmla="*/ 8512725 w 59"/>
                  <a:gd name="T5" fmla="*/ 21 h 76"/>
                  <a:gd name="T6" fmla="*/ 16015454 w 59"/>
                  <a:gd name="T7" fmla="*/ 19 h 76"/>
                  <a:gd name="T8" fmla="*/ 24528181 w 59"/>
                  <a:gd name="T9" fmla="*/ 17 h 76"/>
                  <a:gd name="T10" fmla="*/ 33055794 w 59"/>
                  <a:gd name="T11" fmla="*/ 15 h 76"/>
                  <a:gd name="T12" fmla="*/ 37631363 w 59"/>
                  <a:gd name="T13" fmla="*/ 12 h 76"/>
                  <a:gd name="T14" fmla="*/ 46146206 w 59"/>
                  <a:gd name="T15" fmla="*/ 10 h 76"/>
                  <a:gd name="T16" fmla="*/ 70674456 w 59"/>
                  <a:gd name="T17" fmla="*/ 8 h 76"/>
                  <a:gd name="T18" fmla="*/ 86818021 w 59"/>
                  <a:gd name="T19" fmla="*/ 6 h 76"/>
                  <a:gd name="T20" fmla="*/ 95245547 w 59"/>
                  <a:gd name="T21" fmla="*/ 5 h 76"/>
                  <a:gd name="T22" fmla="*/ 116943880 w 59"/>
                  <a:gd name="T23" fmla="*/ 3 h 76"/>
                  <a:gd name="T24" fmla="*/ 132963662 w 59"/>
                  <a:gd name="T25" fmla="*/ 2 h 76"/>
                  <a:gd name="T26" fmla="*/ 141476983 w 59"/>
                  <a:gd name="T27" fmla="*/ 1 h 76"/>
                  <a:gd name="T28" fmla="*/ 157534752 w 59"/>
                  <a:gd name="T29" fmla="*/ 0 h 76"/>
                  <a:gd name="T30" fmla="*/ 171621214 w 59"/>
                  <a:gd name="T31" fmla="*/ 0 h 76"/>
                  <a:gd name="T32" fmla="*/ 187635924 w 59"/>
                  <a:gd name="T33" fmla="*/ 0 h 76"/>
                  <a:gd name="T34" fmla="*/ 212165754 w 59"/>
                  <a:gd name="T35" fmla="*/ 0 h 76"/>
                  <a:gd name="T36" fmla="*/ 228224261 w 59"/>
                  <a:gd name="T37" fmla="*/ 0 h 76"/>
                  <a:gd name="T38" fmla="*/ 250153541 w 59"/>
                  <a:gd name="T39" fmla="*/ 0 h 76"/>
                  <a:gd name="T40" fmla="*/ 274436219 w 59"/>
                  <a:gd name="T41" fmla="*/ 0 h 76"/>
                  <a:gd name="T42" fmla="*/ 304936355 w 59"/>
                  <a:gd name="T43" fmla="*/ 0 h 76"/>
                  <a:gd name="T44" fmla="*/ 320951711 w 59"/>
                  <a:gd name="T45" fmla="*/ 2 h 76"/>
                  <a:gd name="T46" fmla="*/ 353999426 w 59"/>
                  <a:gd name="T47" fmla="*/ 3 h 76"/>
                  <a:gd name="T48" fmla="*/ 361537420 w 59"/>
                  <a:gd name="T49" fmla="*/ 4 h 76"/>
                  <a:gd name="T50" fmla="*/ 367097467 w 59"/>
                  <a:gd name="T51" fmla="*/ 5 h 76"/>
                  <a:gd name="T52" fmla="*/ 383115589 w 59"/>
                  <a:gd name="T53" fmla="*/ 6 h 76"/>
                  <a:gd name="T54" fmla="*/ 391630662 w 59"/>
                  <a:gd name="T55" fmla="*/ 7 h 76"/>
                  <a:gd name="T56" fmla="*/ 400143614 w 59"/>
                  <a:gd name="T57" fmla="*/ 9 h 76"/>
                  <a:gd name="T58" fmla="*/ 407645280 w 59"/>
                  <a:gd name="T59" fmla="*/ 10 h 76"/>
                  <a:gd name="T60" fmla="*/ 416201753 w 59"/>
                  <a:gd name="T61" fmla="*/ 11 h 76"/>
                  <a:gd name="T62" fmla="*/ 423703787 w 59"/>
                  <a:gd name="T63" fmla="*/ 13 h 76"/>
                  <a:gd name="T64" fmla="*/ 429262175 w 59"/>
                  <a:gd name="T65" fmla="*/ 15 h 76"/>
                  <a:gd name="T66" fmla="*/ 437775127 w 59"/>
                  <a:gd name="T67" fmla="*/ 17 h 76"/>
                  <a:gd name="T68" fmla="*/ 446302832 w 59"/>
                  <a:gd name="T69" fmla="*/ 20 h 76"/>
                  <a:gd name="T70" fmla="*/ 453913667 w 59"/>
                  <a:gd name="T71" fmla="*/ 23 h 76"/>
                  <a:gd name="T72" fmla="*/ 453913667 w 59"/>
                  <a:gd name="T73" fmla="*/ 25 h 76"/>
                  <a:gd name="T74" fmla="*/ 462304542 w 59"/>
                  <a:gd name="T75" fmla="*/ 76 h 76"/>
                  <a:gd name="T76" fmla="*/ 0 w 59"/>
                  <a:gd name="T77" fmla="*/ 27 h 7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59"/>
                  <a:gd name="T118" fmla="*/ 0 h 76"/>
                  <a:gd name="T119" fmla="*/ 59 w 59"/>
                  <a:gd name="T120" fmla="*/ 76 h 7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59" h="76">
                    <a:moveTo>
                      <a:pt x="0" y="27"/>
                    </a:moveTo>
                    <a:lnTo>
                      <a:pt x="0" y="26"/>
                    </a:lnTo>
                    <a:lnTo>
                      <a:pt x="0" y="25"/>
                    </a:lnTo>
                    <a:lnTo>
                      <a:pt x="0" y="24"/>
                    </a:lnTo>
                    <a:lnTo>
                      <a:pt x="1" y="23"/>
                    </a:lnTo>
                    <a:lnTo>
                      <a:pt x="1" y="21"/>
                    </a:lnTo>
                    <a:lnTo>
                      <a:pt x="1" y="20"/>
                    </a:lnTo>
                    <a:lnTo>
                      <a:pt x="2" y="19"/>
                    </a:lnTo>
                    <a:lnTo>
                      <a:pt x="2" y="18"/>
                    </a:lnTo>
                    <a:lnTo>
                      <a:pt x="3" y="17"/>
                    </a:lnTo>
                    <a:lnTo>
                      <a:pt x="3" y="16"/>
                    </a:lnTo>
                    <a:lnTo>
                      <a:pt x="4" y="15"/>
                    </a:lnTo>
                    <a:lnTo>
                      <a:pt x="5" y="14"/>
                    </a:lnTo>
                    <a:lnTo>
                      <a:pt x="5" y="12"/>
                    </a:lnTo>
                    <a:lnTo>
                      <a:pt x="6" y="12"/>
                    </a:lnTo>
                    <a:lnTo>
                      <a:pt x="6" y="10"/>
                    </a:lnTo>
                    <a:lnTo>
                      <a:pt x="8" y="9"/>
                    </a:lnTo>
                    <a:lnTo>
                      <a:pt x="9" y="8"/>
                    </a:lnTo>
                    <a:lnTo>
                      <a:pt x="9" y="7"/>
                    </a:lnTo>
                    <a:lnTo>
                      <a:pt x="11" y="6"/>
                    </a:lnTo>
                    <a:lnTo>
                      <a:pt x="11" y="5"/>
                    </a:lnTo>
                    <a:lnTo>
                      <a:pt x="12" y="5"/>
                    </a:lnTo>
                    <a:lnTo>
                      <a:pt x="14" y="4"/>
                    </a:lnTo>
                    <a:lnTo>
                      <a:pt x="15" y="3"/>
                    </a:lnTo>
                    <a:lnTo>
                      <a:pt x="16" y="2"/>
                    </a:lnTo>
                    <a:lnTo>
                      <a:pt x="17" y="2"/>
                    </a:lnTo>
                    <a:lnTo>
                      <a:pt x="17" y="1"/>
                    </a:lnTo>
                    <a:lnTo>
                      <a:pt x="18" y="1"/>
                    </a:lnTo>
                    <a:lnTo>
                      <a:pt x="19" y="0"/>
                    </a:lnTo>
                    <a:lnTo>
                      <a:pt x="20" y="0"/>
                    </a:lnTo>
                    <a:lnTo>
                      <a:pt x="21" y="0"/>
                    </a:lnTo>
                    <a:lnTo>
                      <a:pt x="22" y="0"/>
                    </a:lnTo>
                    <a:lnTo>
                      <a:pt x="23" y="0"/>
                    </a:lnTo>
                    <a:lnTo>
                      <a:pt x="24" y="0"/>
                    </a:lnTo>
                    <a:lnTo>
                      <a:pt x="25" y="0"/>
                    </a:lnTo>
                    <a:lnTo>
                      <a:pt x="27" y="0"/>
                    </a:lnTo>
                    <a:lnTo>
                      <a:pt x="28" y="0"/>
                    </a:lnTo>
                    <a:lnTo>
                      <a:pt x="29" y="0"/>
                    </a:lnTo>
                    <a:lnTo>
                      <a:pt x="30" y="0"/>
                    </a:lnTo>
                    <a:lnTo>
                      <a:pt x="32" y="0"/>
                    </a:lnTo>
                    <a:lnTo>
                      <a:pt x="34" y="0"/>
                    </a:lnTo>
                    <a:lnTo>
                      <a:pt x="35" y="0"/>
                    </a:lnTo>
                    <a:lnTo>
                      <a:pt x="37" y="0"/>
                    </a:lnTo>
                    <a:lnTo>
                      <a:pt x="39" y="0"/>
                    </a:lnTo>
                    <a:lnTo>
                      <a:pt x="41" y="1"/>
                    </a:lnTo>
                    <a:lnTo>
                      <a:pt x="41" y="2"/>
                    </a:lnTo>
                    <a:lnTo>
                      <a:pt x="43" y="2"/>
                    </a:lnTo>
                    <a:lnTo>
                      <a:pt x="45" y="3"/>
                    </a:lnTo>
                    <a:lnTo>
                      <a:pt x="45" y="4"/>
                    </a:lnTo>
                    <a:lnTo>
                      <a:pt x="46" y="4"/>
                    </a:lnTo>
                    <a:lnTo>
                      <a:pt x="46" y="5"/>
                    </a:lnTo>
                    <a:lnTo>
                      <a:pt x="47" y="5"/>
                    </a:lnTo>
                    <a:lnTo>
                      <a:pt x="48" y="5"/>
                    </a:lnTo>
                    <a:lnTo>
                      <a:pt x="49" y="6"/>
                    </a:lnTo>
                    <a:lnTo>
                      <a:pt x="49" y="7"/>
                    </a:lnTo>
                    <a:lnTo>
                      <a:pt x="50" y="7"/>
                    </a:lnTo>
                    <a:lnTo>
                      <a:pt x="50" y="8"/>
                    </a:lnTo>
                    <a:lnTo>
                      <a:pt x="51" y="9"/>
                    </a:lnTo>
                    <a:lnTo>
                      <a:pt x="51" y="10"/>
                    </a:lnTo>
                    <a:lnTo>
                      <a:pt x="52" y="10"/>
                    </a:lnTo>
                    <a:lnTo>
                      <a:pt x="53" y="10"/>
                    </a:lnTo>
                    <a:lnTo>
                      <a:pt x="53" y="11"/>
                    </a:lnTo>
                    <a:lnTo>
                      <a:pt x="53" y="12"/>
                    </a:lnTo>
                    <a:lnTo>
                      <a:pt x="54" y="13"/>
                    </a:lnTo>
                    <a:lnTo>
                      <a:pt x="55" y="14"/>
                    </a:lnTo>
                    <a:lnTo>
                      <a:pt x="55" y="15"/>
                    </a:lnTo>
                    <a:lnTo>
                      <a:pt x="56" y="16"/>
                    </a:lnTo>
                    <a:lnTo>
                      <a:pt x="56" y="17"/>
                    </a:lnTo>
                    <a:lnTo>
                      <a:pt x="56" y="18"/>
                    </a:lnTo>
                    <a:lnTo>
                      <a:pt x="57" y="20"/>
                    </a:lnTo>
                    <a:lnTo>
                      <a:pt x="57" y="21"/>
                    </a:lnTo>
                    <a:lnTo>
                      <a:pt x="58" y="23"/>
                    </a:lnTo>
                    <a:lnTo>
                      <a:pt x="58" y="24"/>
                    </a:lnTo>
                    <a:lnTo>
                      <a:pt x="58" y="25"/>
                    </a:lnTo>
                    <a:lnTo>
                      <a:pt x="59" y="27"/>
                    </a:lnTo>
                    <a:lnTo>
                      <a:pt x="59" y="76"/>
                    </a:lnTo>
                    <a:lnTo>
                      <a:pt x="0" y="76"/>
                    </a:lnTo>
                    <a:lnTo>
                      <a:pt x="0" y="27"/>
                    </a:lnTo>
                  </a:path>
                </a:pathLst>
              </a:custGeom>
              <a:noFill/>
              <a:ln w="12700">
                <a:solidFill>
                  <a:srgbClr val="000000"/>
                </a:solidFill>
                <a:prstDash val="solid"/>
                <a:round/>
                <a:headEnd/>
                <a:tailEnd/>
              </a:ln>
            </p:spPr>
            <p:txBody>
              <a:bodyPr/>
              <a:lstStyle/>
              <a:p>
                <a:endParaRPr lang="nl-BE"/>
              </a:p>
            </p:txBody>
          </p:sp>
          <p:sp>
            <p:nvSpPr>
              <p:cNvPr id="42696" name="Freeform 24"/>
              <p:cNvSpPr>
                <a:spLocks/>
              </p:cNvSpPr>
              <p:nvPr/>
            </p:nvSpPr>
            <p:spPr bwMode="auto">
              <a:xfrm>
                <a:off x="3958" y="2135"/>
                <a:ext cx="184" cy="85"/>
              </a:xfrm>
              <a:custGeom>
                <a:avLst/>
                <a:gdLst>
                  <a:gd name="T0" fmla="*/ 0 w 64"/>
                  <a:gd name="T1" fmla="*/ 30 h 85"/>
                  <a:gd name="T2" fmla="*/ 0 w 64"/>
                  <a:gd name="T3" fmla="*/ 27 h 85"/>
                  <a:gd name="T4" fmla="*/ 0 w 64"/>
                  <a:gd name="T5" fmla="*/ 23 h 85"/>
                  <a:gd name="T6" fmla="*/ 8331829 w 64"/>
                  <a:gd name="T7" fmla="*/ 21 h 85"/>
                  <a:gd name="T8" fmla="*/ 15618286 w 64"/>
                  <a:gd name="T9" fmla="*/ 18 h 85"/>
                  <a:gd name="T10" fmla="*/ 31292279 w 64"/>
                  <a:gd name="T11" fmla="*/ 16 h 85"/>
                  <a:gd name="T12" fmla="*/ 36729453 w 64"/>
                  <a:gd name="T13" fmla="*/ 14 h 85"/>
                  <a:gd name="T14" fmla="*/ 60577716 w 64"/>
                  <a:gd name="T15" fmla="*/ 11 h 85"/>
                  <a:gd name="T16" fmla="*/ 76194755 w 64"/>
                  <a:gd name="T17" fmla="*/ 8 h 85"/>
                  <a:gd name="T18" fmla="*/ 89965308 w 64"/>
                  <a:gd name="T19" fmla="*/ 7 h 85"/>
                  <a:gd name="T20" fmla="*/ 105597136 w 64"/>
                  <a:gd name="T21" fmla="*/ 5 h 85"/>
                  <a:gd name="T22" fmla="*/ 120912092 w 64"/>
                  <a:gd name="T23" fmla="*/ 3 h 85"/>
                  <a:gd name="T24" fmla="*/ 136422917 w 64"/>
                  <a:gd name="T25" fmla="*/ 2 h 85"/>
                  <a:gd name="T26" fmla="*/ 157534147 w 64"/>
                  <a:gd name="T27" fmla="*/ 2 h 85"/>
                  <a:gd name="T28" fmla="*/ 181484679 w 64"/>
                  <a:gd name="T29" fmla="*/ 1 h 85"/>
                  <a:gd name="T30" fmla="*/ 205331298 w 64"/>
                  <a:gd name="T31" fmla="*/ 0 h 85"/>
                  <a:gd name="T32" fmla="*/ 219059900 w 64"/>
                  <a:gd name="T33" fmla="*/ 0 h 85"/>
                  <a:gd name="T34" fmla="*/ 242025113 w 64"/>
                  <a:gd name="T35" fmla="*/ 0 h 85"/>
                  <a:gd name="T36" fmla="*/ 271425723 w 64"/>
                  <a:gd name="T37" fmla="*/ 0 h 85"/>
                  <a:gd name="T38" fmla="*/ 286964883 w 64"/>
                  <a:gd name="T39" fmla="*/ 0 h 85"/>
                  <a:gd name="T40" fmla="*/ 295259415 w 64"/>
                  <a:gd name="T41" fmla="*/ 1 h 85"/>
                  <a:gd name="T42" fmla="*/ 318914628 w 64"/>
                  <a:gd name="T43" fmla="*/ 2 h 85"/>
                  <a:gd name="T44" fmla="*/ 331988926 w 64"/>
                  <a:gd name="T45" fmla="*/ 2 h 85"/>
                  <a:gd name="T46" fmla="*/ 347622294 w 64"/>
                  <a:gd name="T47" fmla="*/ 3 h 85"/>
                  <a:gd name="T48" fmla="*/ 371147051 w 64"/>
                  <a:gd name="T49" fmla="*/ 4 h 85"/>
                  <a:gd name="T50" fmla="*/ 387786623 w 64"/>
                  <a:gd name="T51" fmla="*/ 6 h 85"/>
                  <a:gd name="T52" fmla="*/ 400548121 w 64"/>
                  <a:gd name="T53" fmla="*/ 7 h 85"/>
                  <a:gd name="T54" fmla="*/ 408842837 w 64"/>
                  <a:gd name="T55" fmla="*/ 9 h 85"/>
                  <a:gd name="T56" fmla="*/ 424516318 w 64"/>
                  <a:gd name="T57" fmla="*/ 11 h 85"/>
                  <a:gd name="T58" fmla="*/ 440012790 w 64"/>
                  <a:gd name="T59" fmla="*/ 12 h 85"/>
                  <a:gd name="T60" fmla="*/ 448350194 w 64"/>
                  <a:gd name="T61" fmla="*/ 14 h 85"/>
                  <a:gd name="T62" fmla="*/ 452789008 w 64"/>
                  <a:gd name="T63" fmla="*/ 16 h 85"/>
                  <a:gd name="T64" fmla="*/ 452789008 w 64"/>
                  <a:gd name="T65" fmla="*/ 18 h 85"/>
                  <a:gd name="T66" fmla="*/ 461083356 w 64"/>
                  <a:gd name="T67" fmla="*/ 19 h 85"/>
                  <a:gd name="T68" fmla="*/ 469415608 w 64"/>
                  <a:gd name="T69" fmla="*/ 21 h 85"/>
                  <a:gd name="T70" fmla="*/ 476743589 w 64"/>
                  <a:gd name="T71" fmla="*/ 23 h 85"/>
                  <a:gd name="T72" fmla="*/ 476743589 w 64"/>
                  <a:gd name="T73" fmla="*/ 26 h 85"/>
                  <a:gd name="T74" fmla="*/ 485039041 w 64"/>
                  <a:gd name="T75" fmla="*/ 28 h 85"/>
                  <a:gd name="T76" fmla="*/ 485039041 w 64"/>
                  <a:gd name="T77" fmla="*/ 85 h 85"/>
                  <a:gd name="T78" fmla="*/ 0 w 64"/>
                  <a:gd name="T79" fmla="*/ 31 h 8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64"/>
                  <a:gd name="T121" fmla="*/ 0 h 85"/>
                  <a:gd name="T122" fmla="*/ 64 w 64"/>
                  <a:gd name="T123" fmla="*/ 85 h 85"/>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64" h="85">
                    <a:moveTo>
                      <a:pt x="0" y="31"/>
                    </a:moveTo>
                    <a:lnTo>
                      <a:pt x="0" y="30"/>
                    </a:lnTo>
                    <a:lnTo>
                      <a:pt x="0" y="28"/>
                    </a:lnTo>
                    <a:lnTo>
                      <a:pt x="0" y="27"/>
                    </a:lnTo>
                    <a:lnTo>
                      <a:pt x="0" y="25"/>
                    </a:lnTo>
                    <a:lnTo>
                      <a:pt x="0" y="23"/>
                    </a:lnTo>
                    <a:lnTo>
                      <a:pt x="1" y="22"/>
                    </a:lnTo>
                    <a:lnTo>
                      <a:pt x="1" y="21"/>
                    </a:lnTo>
                    <a:lnTo>
                      <a:pt x="2" y="20"/>
                    </a:lnTo>
                    <a:lnTo>
                      <a:pt x="2" y="18"/>
                    </a:lnTo>
                    <a:lnTo>
                      <a:pt x="4" y="18"/>
                    </a:lnTo>
                    <a:lnTo>
                      <a:pt x="4" y="16"/>
                    </a:lnTo>
                    <a:lnTo>
                      <a:pt x="4" y="14"/>
                    </a:lnTo>
                    <a:lnTo>
                      <a:pt x="5" y="14"/>
                    </a:lnTo>
                    <a:lnTo>
                      <a:pt x="6" y="12"/>
                    </a:lnTo>
                    <a:lnTo>
                      <a:pt x="8" y="11"/>
                    </a:lnTo>
                    <a:lnTo>
                      <a:pt x="9" y="9"/>
                    </a:lnTo>
                    <a:lnTo>
                      <a:pt x="10" y="8"/>
                    </a:lnTo>
                    <a:lnTo>
                      <a:pt x="10" y="7"/>
                    </a:lnTo>
                    <a:lnTo>
                      <a:pt x="12" y="7"/>
                    </a:lnTo>
                    <a:lnTo>
                      <a:pt x="13" y="6"/>
                    </a:lnTo>
                    <a:lnTo>
                      <a:pt x="14" y="5"/>
                    </a:lnTo>
                    <a:lnTo>
                      <a:pt x="15" y="4"/>
                    </a:lnTo>
                    <a:lnTo>
                      <a:pt x="16" y="3"/>
                    </a:lnTo>
                    <a:lnTo>
                      <a:pt x="17" y="3"/>
                    </a:lnTo>
                    <a:lnTo>
                      <a:pt x="18" y="2"/>
                    </a:lnTo>
                    <a:lnTo>
                      <a:pt x="20" y="2"/>
                    </a:lnTo>
                    <a:lnTo>
                      <a:pt x="21" y="2"/>
                    </a:lnTo>
                    <a:lnTo>
                      <a:pt x="23" y="1"/>
                    </a:lnTo>
                    <a:lnTo>
                      <a:pt x="24" y="1"/>
                    </a:lnTo>
                    <a:lnTo>
                      <a:pt x="25" y="1"/>
                    </a:lnTo>
                    <a:lnTo>
                      <a:pt x="27" y="0"/>
                    </a:lnTo>
                    <a:lnTo>
                      <a:pt x="28" y="0"/>
                    </a:lnTo>
                    <a:lnTo>
                      <a:pt x="29" y="0"/>
                    </a:lnTo>
                    <a:lnTo>
                      <a:pt x="31" y="0"/>
                    </a:lnTo>
                    <a:lnTo>
                      <a:pt x="32" y="0"/>
                    </a:lnTo>
                    <a:lnTo>
                      <a:pt x="34" y="0"/>
                    </a:lnTo>
                    <a:lnTo>
                      <a:pt x="36" y="0"/>
                    </a:lnTo>
                    <a:lnTo>
                      <a:pt x="37" y="0"/>
                    </a:lnTo>
                    <a:lnTo>
                      <a:pt x="38" y="0"/>
                    </a:lnTo>
                    <a:lnTo>
                      <a:pt x="38" y="1"/>
                    </a:lnTo>
                    <a:lnTo>
                      <a:pt x="39" y="1"/>
                    </a:lnTo>
                    <a:lnTo>
                      <a:pt x="41" y="2"/>
                    </a:lnTo>
                    <a:lnTo>
                      <a:pt x="42" y="2"/>
                    </a:lnTo>
                    <a:lnTo>
                      <a:pt x="43" y="2"/>
                    </a:lnTo>
                    <a:lnTo>
                      <a:pt x="44" y="2"/>
                    </a:lnTo>
                    <a:lnTo>
                      <a:pt x="45" y="2"/>
                    </a:lnTo>
                    <a:lnTo>
                      <a:pt x="46" y="3"/>
                    </a:lnTo>
                    <a:lnTo>
                      <a:pt x="47" y="3"/>
                    </a:lnTo>
                    <a:lnTo>
                      <a:pt x="49" y="4"/>
                    </a:lnTo>
                    <a:lnTo>
                      <a:pt x="50" y="5"/>
                    </a:lnTo>
                    <a:lnTo>
                      <a:pt x="51" y="6"/>
                    </a:lnTo>
                    <a:lnTo>
                      <a:pt x="52" y="7"/>
                    </a:lnTo>
                    <a:lnTo>
                      <a:pt x="53" y="7"/>
                    </a:lnTo>
                    <a:lnTo>
                      <a:pt x="54" y="8"/>
                    </a:lnTo>
                    <a:lnTo>
                      <a:pt x="54" y="9"/>
                    </a:lnTo>
                    <a:lnTo>
                      <a:pt x="55" y="10"/>
                    </a:lnTo>
                    <a:lnTo>
                      <a:pt x="56" y="11"/>
                    </a:lnTo>
                    <a:lnTo>
                      <a:pt x="57" y="12"/>
                    </a:lnTo>
                    <a:lnTo>
                      <a:pt x="58" y="12"/>
                    </a:lnTo>
                    <a:lnTo>
                      <a:pt x="58" y="13"/>
                    </a:lnTo>
                    <a:lnTo>
                      <a:pt x="59" y="14"/>
                    </a:lnTo>
                    <a:lnTo>
                      <a:pt x="60" y="15"/>
                    </a:lnTo>
                    <a:lnTo>
                      <a:pt x="60" y="16"/>
                    </a:lnTo>
                    <a:lnTo>
                      <a:pt x="60" y="17"/>
                    </a:lnTo>
                    <a:lnTo>
                      <a:pt x="60" y="18"/>
                    </a:lnTo>
                    <a:lnTo>
                      <a:pt x="61" y="18"/>
                    </a:lnTo>
                    <a:lnTo>
                      <a:pt x="61" y="19"/>
                    </a:lnTo>
                    <a:lnTo>
                      <a:pt x="61" y="20"/>
                    </a:lnTo>
                    <a:lnTo>
                      <a:pt x="62" y="21"/>
                    </a:lnTo>
                    <a:lnTo>
                      <a:pt x="63" y="22"/>
                    </a:lnTo>
                    <a:lnTo>
                      <a:pt x="63" y="23"/>
                    </a:lnTo>
                    <a:lnTo>
                      <a:pt x="63" y="25"/>
                    </a:lnTo>
                    <a:lnTo>
                      <a:pt x="63" y="26"/>
                    </a:lnTo>
                    <a:lnTo>
                      <a:pt x="63" y="27"/>
                    </a:lnTo>
                    <a:lnTo>
                      <a:pt x="64" y="28"/>
                    </a:lnTo>
                    <a:lnTo>
                      <a:pt x="64" y="31"/>
                    </a:lnTo>
                    <a:lnTo>
                      <a:pt x="64" y="85"/>
                    </a:lnTo>
                    <a:lnTo>
                      <a:pt x="0" y="85"/>
                    </a:lnTo>
                    <a:lnTo>
                      <a:pt x="0" y="31"/>
                    </a:lnTo>
                  </a:path>
                </a:pathLst>
              </a:custGeom>
              <a:noFill/>
              <a:ln w="12700">
                <a:solidFill>
                  <a:srgbClr val="000000"/>
                </a:solidFill>
                <a:prstDash val="solid"/>
                <a:round/>
                <a:headEnd/>
                <a:tailEnd/>
              </a:ln>
            </p:spPr>
            <p:txBody>
              <a:bodyPr/>
              <a:lstStyle/>
              <a:p>
                <a:endParaRPr lang="nl-BE"/>
              </a:p>
            </p:txBody>
          </p:sp>
          <p:sp>
            <p:nvSpPr>
              <p:cNvPr id="42697" name="Freeform 25"/>
              <p:cNvSpPr>
                <a:spLocks/>
              </p:cNvSpPr>
              <p:nvPr/>
            </p:nvSpPr>
            <p:spPr bwMode="auto">
              <a:xfrm>
                <a:off x="3943" y="2133"/>
                <a:ext cx="210" cy="98"/>
              </a:xfrm>
              <a:custGeom>
                <a:avLst/>
                <a:gdLst>
                  <a:gd name="T0" fmla="*/ 0 w 73"/>
                  <a:gd name="T1" fmla="*/ 34 h 98"/>
                  <a:gd name="T2" fmla="*/ 0 w 73"/>
                  <a:gd name="T3" fmla="*/ 31 h 98"/>
                  <a:gd name="T4" fmla="*/ 8376951 w 73"/>
                  <a:gd name="T5" fmla="*/ 29 h 98"/>
                  <a:gd name="T6" fmla="*/ 8376951 w 73"/>
                  <a:gd name="T7" fmla="*/ 26 h 98"/>
                  <a:gd name="T8" fmla="*/ 15758595 w 73"/>
                  <a:gd name="T9" fmla="*/ 24 h 98"/>
                  <a:gd name="T10" fmla="*/ 24098065 w 73"/>
                  <a:gd name="T11" fmla="*/ 21 h 98"/>
                  <a:gd name="T12" fmla="*/ 32487447 w 73"/>
                  <a:gd name="T13" fmla="*/ 18 h 98"/>
                  <a:gd name="T14" fmla="*/ 45332859 w 73"/>
                  <a:gd name="T15" fmla="*/ 16 h 98"/>
                  <a:gd name="T16" fmla="*/ 69323192 w 73"/>
                  <a:gd name="T17" fmla="*/ 13 h 98"/>
                  <a:gd name="T18" fmla="*/ 85080250 w 73"/>
                  <a:gd name="T19" fmla="*/ 10 h 98"/>
                  <a:gd name="T20" fmla="*/ 106303866 w 73"/>
                  <a:gd name="T21" fmla="*/ 8 h 98"/>
                  <a:gd name="T22" fmla="*/ 122018717 w 73"/>
                  <a:gd name="T23" fmla="*/ 6 h 98"/>
                  <a:gd name="T24" fmla="*/ 146168822 w 73"/>
                  <a:gd name="T25" fmla="*/ 4 h 98"/>
                  <a:gd name="T26" fmla="*/ 159984032 w 73"/>
                  <a:gd name="T27" fmla="*/ 4 h 98"/>
                  <a:gd name="T28" fmla="*/ 191149169 w 73"/>
                  <a:gd name="T29" fmla="*/ 2 h 98"/>
                  <a:gd name="T30" fmla="*/ 199422913 w 73"/>
                  <a:gd name="T31" fmla="*/ 1 h 98"/>
                  <a:gd name="T32" fmla="*/ 220954888 w 73"/>
                  <a:gd name="T33" fmla="*/ 1 h 98"/>
                  <a:gd name="T34" fmla="*/ 244751227 w 73"/>
                  <a:gd name="T35" fmla="*/ 0 h 98"/>
                  <a:gd name="T36" fmla="*/ 268848769 w 73"/>
                  <a:gd name="T37" fmla="*/ 0 h 98"/>
                  <a:gd name="T38" fmla="*/ 305805439 w 73"/>
                  <a:gd name="T39" fmla="*/ 0 h 98"/>
                  <a:gd name="T40" fmla="*/ 329818659 w 73"/>
                  <a:gd name="T41" fmla="*/ 0 h 98"/>
                  <a:gd name="T42" fmla="*/ 351012609 w 73"/>
                  <a:gd name="T43" fmla="*/ 1 h 98"/>
                  <a:gd name="T44" fmla="*/ 366771279 w 73"/>
                  <a:gd name="T45" fmla="*/ 2 h 98"/>
                  <a:gd name="T46" fmla="*/ 390867624 w 73"/>
                  <a:gd name="T47" fmla="*/ 4 h 98"/>
                  <a:gd name="T48" fmla="*/ 412103920 w 73"/>
                  <a:gd name="T49" fmla="*/ 4 h 98"/>
                  <a:gd name="T50" fmla="*/ 436200541 w 73"/>
                  <a:gd name="T51" fmla="*/ 5 h 98"/>
                  <a:gd name="T52" fmla="*/ 451958842 w 73"/>
                  <a:gd name="T53" fmla="*/ 7 h 98"/>
                  <a:gd name="T54" fmla="*/ 460227937 w 73"/>
                  <a:gd name="T55" fmla="*/ 9 h 98"/>
                  <a:gd name="T56" fmla="*/ 473073626 w 73"/>
                  <a:gd name="T57" fmla="*/ 9 h 98"/>
                  <a:gd name="T58" fmla="*/ 488789950 w 73"/>
                  <a:gd name="T59" fmla="*/ 11 h 98"/>
                  <a:gd name="T60" fmla="*/ 497184239 w 73"/>
                  <a:gd name="T61" fmla="*/ 13 h 98"/>
                  <a:gd name="T62" fmla="*/ 505561222 w 73"/>
                  <a:gd name="T63" fmla="*/ 14 h 98"/>
                  <a:gd name="T64" fmla="*/ 512942541 w 73"/>
                  <a:gd name="T65" fmla="*/ 16 h 98"/>
                  <a:gd name="T66" fmla="*/ 526755173 w 73"/>
                  <a:gd name="T67" fmla="*/ 18 h 98"/>
                  <a:gd name="T68" fmla="*/ 534122867 w 73"/>
                  <a:gd name="T69" fmla="*/ 21 h 98"/>
                  <a:gd name="T70" fmla="*/ 542513842 w 73"/>
                  <a:gd name="T71" fmla="*/ 24 h 98"/>
                  <a:gd name="T72" fmla="*/ 549881537 w 73"/>
                  <a:gd name="T73" fmla="*/ 27 h 98"/>
                  <a:gd name="T74" fmla="*/ 558271039 w 73"/>
                  <a:gd name="T75" fmla="*/ 30 h 98"/>
                  <a:gd name="T76" fmla="*/ 558271039 w 73"/>
                  <a:gd name="T77" fmla="*/ 34 h 98"/>
                  <a:gd name="T78" fmla="*/ 558271039 w 73"/>
                  <a:gd name="T79" fmla="*/ 98 h 98"/>
                  <a:gd name="T80" fmla="*/ 0 w 73"/>
                  <a:gd name="T81" fmla="*/ 36 h 9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73"/>
                  <a:gd name="T124" fmla="*/ 0 h 98"/>
                  <a:gd name="T125" fmla="*/ 73 w 73"/>
                  <a:gd name="T126" fmla="*/ 98 h 9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73" h="98">
                    <a:moveTo>
                      <a:pt x="0" y="36"/>
                    </a:moveTo>
                    <a:lnTo>
                      <a:pt x="0" y="34"/>
                    </a:lnTo>
                    <a:lnTo>
                      <a:pt x="0" y="33"/>
                    </a:lnTo>
                    <a:lnTo>
                      <a:pt x="0" y="31"/>
                    </a:lnTo>
                    <a:lnTo>
                      <a:pt x="1" y="30"/>
                    </a:lnTo>
                    <a:lnTo>
                      <a:pt x="1" y="29"/>
                    </a:lnTo>
                    <a:lnTo>
                      <a:pt x="1" y="27"/>
                    </a:lnTo>
                    <a:lnTo>
                      <a:pt x="1" y="26"/>
                    </a:lnTo>
                    <a:lnTo>
                      <a:pt x="2" y="25"/>
                    </a:lnTo>
                    <a:lnTo>
                      <a:pt x="2" y="24"/>
                    </a:lnTo>
                    <a:lnTo>
                      <a:pt x="3" y="23"/>
                    </a:lnTo>
                    <a:lnTo>
                      <a:pt x="3" y="21"/>
                    </a:lnTo>
                    <a:lnTo>
                      <a:pt x="4" y="20"/>
                    </a:lnTo>
                    <a:lnTo>
                      <a:pt x="4" y="18"/>
                    </a:lnTo>
                    <a:lnTo>
                      <a:pt x="5" y="17"/>
                    </a:lnTo>
                    <a:lnTo>
                      <a:pt x="6" y="16"/>
                    </a:lnTo>
                    <a:lnTo>
                      <a:pt x="8" y="14"/>
                    </a:lnTo>
                    <a:lnTo>
                      <a:pt x="9" y="13"/>
                    </a:lnTo>
                    <a:lnTo>
                      <a:pt x="10" y="11"/>
                    </a:lnTo>
                    <a:lnTo>
                      <a:pt x="11" y="10"/>
                    </a:lnTo>
                    <a:lnTo>
                      <a:pt x="13" y="9"/>
                    </a:lnTo>
                    <a:lnTo>
                      <a:pt x="14" y="8"/>
                    </a:lnTo>
                    <a:lnTo>
                      <a:pt x="15" y="6"/>
                    </a:lnTo>
                    <a:lnTo>
                      <a:pt x="16" y="6"/>
                    </a:lnTo>
                    <a:lnTo>
                      <a:pt x="18" y="4"/>
                    </a:lnTo>
                    <a:lnTo>
                      <a:pt x="19" y="4"/>
                    </a:lnTo>
                    <a:lnTo>
                      <a:pt x="20" y="4"/>
                    </a:lnTo>
                    <a:lnTo>
                      <a:pt x="21" y="4"/>
                    </a:lnTo>
                    <a:lnTo>
                      <a:pt x="23" y="3"/>
                    </a:lnTo>
                    <a:lnTo>
                      <a:pt x="25" y="2"/>
                    </a:lnTo>
                    <a:lnTo>
                      <a:pt x="26" y="2"/>
                    </a:lnTo>
                    <a:lnTo>
                      <a:pt x="26" y="1"/>
                    </a:lnTo>
                    <a:lnTo>
                      <a:pt x="28" y="1"/>
                    </a:lnTo>
                    <a:lnTo>
                      <a:pt x="29" y="1"/>
                    </a:lnTo>
                    <a:lnTo>
                      <a:pt x="30" y="0"/>
                    </a:lnTo>
                    <a:lnTo>
                      <a:pt x="32" y="0"/>
                    </a:lnTo>
                    <a:lnTo>
                      <a:pt x="33" y="0"/>
                    </a:lnTo>
                    <a:lnTo>
                      <a:pt x="35" y="0"/>
                    </a:lnTo>
                    <a:lnTo>
                      <a:pt x="37" y="0"/>
                    </a:lnTo>
                    <a:lnTo>
                      <a:pt x="40" y="0"/>
                    </a:lnTo>
                    <a:lnTo>
                      <a:pt x="41" y="0"/>
                    </a:lnTo>
                    <a:lnTo>
                      <a:pt x="43" y="0"/>
                    </a:lnTo>
                    <a:lnTo>
                      <a:pt x="44" y="1"/>
                    </a:lnTo>
                    <a:lnTo>
                      <a:pt x="46" y="1"/>
                    </a:lnTo>
                    <a:lnTo>
                      <a:pt x="47" y="2"/>
                    </a:lnTo>
                    <a:lnTo>
                      <a:pt x="48" y="2"/>
                    </a:lnTo>
                    <a:lnTo>
                      <a:pt x="50" y="3"/>
                    </a:lnTo>
                    <a:lnTo>
                      <a:pt x="51" y="4"/>
                    </a:lnTo>
                    <a:lnTo>
                      <a:pt x="52" y="4"/>
                    </a:lnTo>
                    <a:lnTo>
                      <a:pt x="54" y="4"/>
                    </a:lnTo>
                    <a:lnTo>
                      <a:pt x="55" y="4"/>
                    </a:lnTo>
                    <a:lnTo>
                      <a:pt x="57" y="5"/>
                    </a:lnTo>
                    <a:lnTo>
                      <a:pt x="58" y="6"/>
                    </a:lnTo>
                    <a:lnTo>
                      <a:pt x="59" y="7"/>
                    </a:lnTo>
                    <a:lnTo>
                      <a:pt x="59" y="8"/>
                    </a:lnTo>
                    <a:lnTo>
                      <a:pt x="60" y="9"/>
                    </a:lnTo>
                    <a:lnTo>
                      <a:pt x="61" y="9"/>
                    </a:lnTo>
                    <a:lnTo>
                      <a:pt x="62" y="9"/>
                    </a:lnTo>
                    <a:lnTo>
                      <a:pt x="63" y="10"/>
                    </a:lnTo>
                    <a:lnTo>
                      <a:pt x="64" y="11"/>
                    </a:lnTo>
                    <a:lnTo>
                      <a:pt x="64" y="12"/>
                    </a:lnTo>
                    <a:lnTo>
                      <a:pt x="65" y="13"/>
                    </a:lnTo>
                    <a:lnTo>
                      <a:pt x="65" y="14"/>
                    </a:lnTo>
                    <a:lnTo>
                      <a:pt x="66" y="14"/>
                    </a:lnTo>
                    <a:lnTo>
                      <a:pt x="66" y="16"/>
                    </a:lnTo>
                    <a:lnTo>
                      <a:pt x="67" y="16"/>
                    </a:lnTo>
                    <a:lnTo>
                      <a:pt x="68" y="17"/>
                    </a:lnTo>
                    <a:lnTo>
                      <a:pt x="69" y="18"/>
                    </a:lnTo>
                    <a:lnTo>
                      <a:pt x="70" y="20"/>
                    </a:lnTo>
                    <a:lnTo>
                      <a:pt x="70" y="21"/>
                    </a:lnTo>
                    <a:lnTo>
                      <a:pt x="70" y="22"/>
                    </a:lnTo>
                    <a:lnTo>
                      <a:pt x="71" y="24"/>
                    </a:lnTo>
                    <a:lnTo>
                      <a:pt x="71" y="25"/>
                    </a:lnTo>
                    <a:lnTo>
                      <a:pt x="72" y="27"/>
                    </a:lnTo>
                    <a:lnTo>
                      <a:pt x="73" y="29"/>
                    </a:lnTo>
                    <a:lnTo>
                      <a:pt x="73" y="30"/>
                    </a:lnTo>
                    <a:lnTo>
                      <a:pt x="73" y="31"/>
                    </a:lnTo>
                    <a:lnTo>
                      <a:pt x="73" y="34"/>
                    </a:lnTo>
                    <a:lnTo>
                      <a:pt x="73" y="36"/>
                    </a:lnTo>
                    <a:lnTo>
                      <a:pt x="73" y="98"/>
                    </a:lnTo>
                    <a:lnTo>
                      <a:pt x="0" y="98"/>
                    </a:lnTo>
                    <a:lnTo>
                      <a:pt x="0" y="36"/>
                    </a:lnTo>
                  </a:path>
                </a:pathLst>
              </a:custGeom>
              <a:noFill/>
              <a:ln w="12700">
                <a:solidFill>
                  <a:srgbClr val="000000"/>
                </a:solidFill>
                <a:prstDash val="solid"/>
                <a:round/>
                <a:headEnd/>
                <a:tailEnd/>
              </a:ln>
            </p:spPr>
            <p:txBody>
              <a:bodyPr/>
              <a:lstStyle/>
              <a:p>
                <a:endParaRPr lang="nl-BE"/>
              </a:p>
            </p:txBody>
          </p:sp>
          <p:sp>
            <p:nvSpPr>
              <p:cNvPr id="42698" name="Freeform 26"/>
              <p:cNvSpPr>
                <a:spLocks/>
              </p:cNvSpPr>
              <p:nvPr/>
            </p:nvSpPr>
            <p:spPr bwMode="auto">
              <a:xfrm>
                <a:off x="3998" y="2144"/>
                <a:ext cx="124" cy="58"/>
              </a:xfrm>
              <a:custGeom>
                <a:avLst/>
                <a:gdLst>
                  <a:gd name="T0" fmla="*/ 0 w 43"/>
                  <a:gd name="T1" fmla="*/ 20 h 58"/>
                  <a:gd name="T2" fmla="*/ 0 w 43"/>
                  <a:gd name="T3" fmla="*/ 18 h 58"/>
                  <a:gd name="T4" fmla="*/ 8593125 w 43"/>
                  <a:gd name="T5" fmla="*/ 16 h 58"/>
                  <a:gd name="T6" fmla="*/ 8593125 w 43"/>
                  <a:gd name="T7" fmla="*/ 14 h 58"/>
                  <a:gd name="T8" fmla="*/ 16187052 w 43"/>
                  <a:gd name="T9" fmla="*/ 12 h 58"/>
                  <a:gd name="T10" fmla="*/ 24780186 w 43"/>
                  <a:gd name="T11" fmla="*/ 10 h 58"/>
                  <a:gd name="T12" fmla="*/ 33360775 w 43"/>
                  <a:gd name="T13" fmla="*/ 9 h 58"/>
                  <a:gd name="T14" fmla="*/ 46678924 w 43"/>
                  <a:gd name="T15" fmla="*/ 7 h 58"/>
                  <a:gd name="T16" fmla="*/ 55272029 w 43"/>
                  <a:gd name="T17" fmla="*/ 5 h 58"/>
                  <a:gd name="T18" fmla="*/ 80052826 w 43"/>
                  <a:gd name="T19" fmla="*/ 3 h 58"/>
                  <a:gd name="T20" fmla="*/ 96203180 w 43"/>
                  <a:gd name="T21" fmla="*/ 3 h 58"/>
                  <a:gd name="T22" fmla="*/ 109760239 w 43"/>
                  <a:gd name="T23" fmla="*/ 2 h 58"/>
                  <a:gd name="T24" fmla="*/ 126942135 w 43"/>
                  <a:gd name="T25" fmla="*/ 1 h 58"/>
                  <a:gd name="T26" fmla="*/ 143240181 w 43"/>
                  <a:gd name="T27" fmla="*/ 0 h 58"/>
                  <a:gd name="T28" fmla="*/ 173621116 w 43"/>
                  <a:gd name="T29" fmla="*/ 0 h 58"/>
                  <a:gd name="T30" fmla="*/ 198402975 w 43"/>
                  <a:gd name="T31" fmla="*/ 0 h 58"/>
                  <a:gd name="T32" fmla="*/ 214661249 w 43"/>
                  <a:gd name="T33" fmla="*/ 1 h 58"/>
                  <a:gd name="T34" fmla="*/ 230850130 w 43"/>
                  <a:gd name="T35" fmla="*/ 2 h 58"/>
                  <a:gd name="T36" fmla="*/ 239443892 w 43"/>
                  <a:gd name="T37" fmla="*/ 3 h 58"/>
                  <a:gd name="T38" fmla="*/ 252642009 w 43"/>
                  <a:gd name="T39" fmla="*/ 3 h 58"/>
                  <a:gd name="T40" fmla="*/ 269823997 w 43"/>
                  <a:gd name="T41" fmla="*/ 3 h 58"/>
                  <a:gd name="T42" fmla="*/ 277422991 w 43"/>
                  <a:gd name="T43" fmla="*/ 5 h 58"/>
                  <a:gd name="T44" fmla="*/ 286012877 w 43"/>
                  <a:gd name="T45" fmla="*/ 6 h 58"/>
                  <a:gd name="T46" fmla="*/ 294606455 w 43"/>
                  <a:gd name="T47" fmla="*/ 7 h 58"/>
                  <a:gd name="T48" fmla="*/ 302271152 w 43"/>
                  <a:gd name="T49" fmla="*/ 8 h 58"/>
                  <a:gd name="T50" fmla="*/ 307930071 w 43"/>
                  <a:gd name="T51" fmla="*/ 9 h 58"/>
                  <a:gd name="T52" fmla="*/ 316517743 w 43"/>
                  <a:gd name="T53" fmla="*/ 10 h 58"/>
                  <a:gd name="T54" fmla="*/ 324063215 w 43"/>
                  <a:gd name="T55" fmla="*/ 13 h 58"/>
                  <a:gd name="T56" fmla="*/ 332695181 w 43"/>
                  <a:gd name="T57" fmla="*/ 15 h 58"/>
                  <a:gd name="T58" fmla="*/ 341285436 w 43"/>
                  <a:gd name="T59" fmla="*/ 17 h 58"/>
                  <a:gd name="T60" fmla="*/ 341285436 w 43"/>
                  <a:gd name="T61" fmla="*/ 19 h 58"/>
                  <a:gd name="T62" fmla="*/ 341285436 w 43"/>
                  <a:gd name="T63" fmla="*/ 21 h 58"/>
                  <a:gd name="T64" fmla="*/ 0 w 43"/>
                  <a:gd name="T65" fmla="*/ 58 h 5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43"/>
                  <a:gd name="T100" fmla="*/ 0 h 58"/>
                  <a:gd name="T101" fmla="*/ 43 w 43"/>
                  <a:gd name="T102" fmla="*/ 58 h 5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43" h="58">
                    <a:moveTo>
                      <a:pt x="0" y="21"/>
                    </a:moveTo>
                    <a:lnTo>
                      <a:pt x="0" y="20"/>
                    </a:lnTo>
                    <a:lnTo>
                      <a:pt x="0" y="19"/>
                    </a:lnTo>
                    <a:lnTo>
                      <a:pt x="0" y="18"/>
                    </a:lnTo>
                    <a:lnTo>
                      <a:pt x="1" y="17"/>
                    </a:lnTo>
                    <a:lnTo>
                      <a:pt x="1" y="16"/>
                    </a:lnTo>
                    <a:lnTo>
                      <a:pt x="1" y="15"/>
                    </a:lnTo>
                    <a:lnTo>
                      <a:pt x="1" y="14"/>
                    </a:lnTo>
                    <a:lnTo>
                      <a:pt x="1" y="13"/>
                    </a:lnTo>
                    <a:lnTo>
                      <a:pt x="2" y="12"/>
                    </a:lnTo>
                    <a:lnTo>
                      <a:pt x="2" y="11"/>
                    </a:lnTo>
                    <a:lnTo>
                      <a:pt x="3" y="10"/>
                    </a:lnTo>
                    <a:lnTo>
                      <a:pt x="3" y="9"/>
                    </a:lnTo>
                    <a:lnTo>
                      <a:pt x="4" y="9"/>
                    </a:lnTo>
                    <a:lnTo>
                      <a:pt x="5" y="8"/>
                    </a:lnTo>
                    <a:lnTo>
                      <a:pt x="6" y="7"/>
                    </a:lnTo>
                    <a:lnTo>
                      <a:pt x="7" y="6"/>
                    </a:lnTo>
                    <a:lnTo>
                      <a:pt x="7" y="5"/>
                    </a:lnTo>
                    <a:lnTo>
                      <a:pt x="9" y="4"/>
                    </a:lnTo>
                    <a:lnTo>
                      <a:pt x="10" y="3"/>
                    </a:lnTo>
                    <a:lnTo>
                      <a:pt x="11" y="3"/>
                    </a:lnTo>
                    <a:lnTo>
                      <a:pt x="12" y="3"/>
                    </a:lnTo>
                    <a:lnTo>
                      <a:pt x="13" y="2"/>
                    </a:lnTo>
                    <a:lnTo>
                      <a:pt x="14" y="2"/>
                    </a:lnTo>
                    <a:lnTo>
                      <a:pt x="15" y="1"/>
                    </a:lnTo>
                    <a:lnTo>
                      <a:pt x="16" y="1"/>
                    </a:lnTo>
                    <a:lnTo>
                      <a:pt x="17" y="0"/>
                    </a:lnTo>
                    <a:lnTo>
                      <a:pt x="18" y="0"/>
                    </a:lnTo>
                    <a:lnTo>
                      <a:pt x="20" y="0"/>
                    </a:lnTo>
                    <a:lnTo>
                      <a:pt x="22" y="0"/>
                    </a:lnTo>
                    <a:lnTo>
                      <a:pt x="24" y="0"/>
                    </a:lnTo>
                    <a:lnTo>
                      <a:pt x="25" y="0"/>
                    </a:lnTo>
                    <a:lnTo>
                      <a:pt x="26" y="0"/>
                    </a:lnTo>
                    <a:lnTo>
                      <a:pt x="27" y="1"/>
                    </a:lnTo>
                    <a:lnTo>
                      <a:pt x="29" y="1"/>
                    </a:lnTo>
                    <a:lnTo>
                      <a:pt x="29" y="2"/>
                    </a:lnTo>
                    <a:lnTo>
                      <a:pt x="30" y="2"/>
                    </a:lnTo>
                    <a:lnTo>
                      <a:pt x="30" y="3"/>
                    </a:lnTo>
                    <a:lnTo>
                      <a:pt x="31" y="3"/>
                    </a:lnTo>
                    <a:lnTo>
                      <a:pt x="32" y="3"/>
                    </a:lnTo>
                    <a:lnTo>
                      <a:pt x="33" y="3"/>
                    </a:lnTo>
                    <a:lnTo>
                      <a:pt x="34" y="3"/>
                    </a:lnTo>
                    <a:lnTo>
                      <a:pt x="35" y="4"/>
                    </a:lnTo>
                    <a:lnTo>
                      <a:pt x="35" y="5"/>
                    </a:lnTo>
                    <a:lnTo>
                      <a:pt x="36" y="5"/>
                    </a:lnTo>
                    <a:lnTo>
                      <a:pt x="36" y="6"/>
                    </a:lnTo>
                    <a:lnTo>
                      <a:pt x="36" y="7"/>
                    </a:lnTo>
                    <a:lnTo>
                      <a:pt x="37" y="7"/>
                    </a:lnTo>
                    <a:lnTo>
                      <a:pt x="38" y="7"/>
                    </a:lnTo>
                    <a:lnTo>
                      <a:pt x="38" y="8"/>
                    </a:lnTo>
                    <a:lnTo>
                      <a:pt x="38" y="9"/>
                    </a:lnTo>
                    <a:lnTo>
                      <a:pt x="39" y="9"/>
                    </a:lnTo>
                    <a:lnTo>
                      <a:pt x="40" y="9"/>
                    </a:lnTo>
                    <a:lnTo>
                      <a:pt x="40" y="10"/>
                    </a:lnTo>
                    <a:lnTo>
                      <a:pt x="40" y="11"/>
                    </a:lnTo>
                    <a:lnTo>
                      <a:pt x="41" y="13"/>
                    </a:lnTo>
                    <a:lnTo>
                      <a:pt x="42" y="14"/>
                    </a:lnTo>
                    <a:lnTo>
                      <a:pt x="42" y="15"/>
                    </a:lnTo>
                    <a:lnTo>
                      <a:pt x="42" y="16"/>
                    </a:lnTo>
                    <a:lnTo>
                      <a:pt x="43" y="17"/>
                    </a:lnTo>
                    <a:lnTo>
                      <a:pt x="43" y="18"/>
                    </a:lnTo>
                    <a:lnTo>
                      <a:pt x="43" y="19"/>
                    </a:lnTo>
                    <a:lnTo>
                      <a:pt x="43" y="20"/>
                    </a:lnTo>
                    <a:lnTo>
                      <a:pt x="43" y="21"/>
                    </a:lnTo>
                    <a:lnTo>
                      <a:pt x="43" y="58"/>
                    </a:lnTo>
                    <a:lnTo>
                      <a:pt x="0" y="58"/>
                    </a:lnTo>
                    <a:lnTo>
                      <a:pt x="0" y="21"/>
                    </a:lnTo>
                  </a:path>
                </a:pathLst>
              </a:custGeom>
              <a:noFill/>
              <a:ln w="12700">
                <a:solidFill>
                  <a:srgbClr val="000000"/>
                </a:solidFill>
                <a:prstDash val="solid"/>
                <a:round/>
                <a:headEnd/>
                <a:tailEnd/>
              </a:ln>
            </p:spPr>
            <p:txBody>
              <a:bodyPr/>
              <a:lstStyle/>
              <a:p>
                <a:endParaRPr lang="nl-BE"/>
              </a:p>
            </p:txBody>
          </p:sp>
          <p:sp>
            <p:nvSpPr>
              <p:cNvPr id="42699" name="Freeform 27"/>
              <p:cNvSpPr>
                <a:spLocks/>
              </p:cNvSpPr>
              <p:nvPr/>
            </p:nvSpPr>
            <p:spPr bwMode="auto">
              <a:xfrm>
                <a:off x="3986" y="2140"/>
                <a:ext cx="144" cy="67"/>
              </a:xfrm>
              <a:custGeom>
                <a:avLst/>
                <a:gdLst>
                  <a:gd name="T0" fmla="*/ 0 w 50"/>
                  <a:gd name="T1" fmla="*/ 23 h 67"/>
                  <a:gd name="T2" fmla="*/ 0 w 50"/>
                  <a:gd name="T3" fmla="*/ 20 h 67"/>
                  <a:gd name="T4" fmla="*/ 8476635 w 50"/>
                  <a:gd name="T5" fmla="*/ 17 h 67"/>
                  <a:gd name="T6" fmla="*/ 15935997 w 50"/>
                  <a:gd name="T7" fmla="*/ 14 h 67"/>
                  <a:gd name="T8" fmla="*/ 24412704 w 50"/>
                  <a:gd name="T9" fmla="*/ 12 h 67"/>
                  <a:gd name="T10" fmla="*/ 37419057 w 50"/>
                  <a:gd name="T11" fmla="*/ 9 h 67"/>
                  <a:gd name="T12" fmla="*/ 45895654 w 50"/>
                  <a:gd name="T13" fmla="*/ 7 h 67"/>
                  <a:gd name="T14" fmla="*/ 61831761 w 50"/>
                  <a:gd name="T15" fmla="*/ 6 h 67"/>
                  <a:gd name="T16" fmla="*/ 78785187 w 50"/>
                  <a:gd name="T17" fmla="*/ 5 h 67"/>
                  <a:gd name="T18" fmla="*/ 86245030 w 50"/>
                  <a:gd name="T19" fmla="*/ 3 h 67"/>
                  <a:gd name="T20" fmla="*/ 100297283 w 50"/>
                  <a:gd name="T21" fmla="*/ 2 h 67"/>
                  <a:gd name="T22" fmla="*/ 116248884 w 50"/>
                  <a:gd name="T23" fmla="*/ 2 h 67"/>
                  <a:gd name="T24" fmla="*/ 140661599 w 50"/>
                  <a:gd name="T25" fmla="*/ 1 h 67"/>
                  <a:gd name="T26" fmla="*/ 156592925 w 50"/>
                  <a:gd name="T27" fmla="*/ 1 h 67"/>
                  <a:gd name="T28" fmla="*/ 169598817 w 50"/>
                  <a:gd name="T29" fmla="*/ 0 h 67"/>
                  <a:gd name="T30" fmla="*/ 186557173 w 50"/>
                  <a:gd name="T31" fmla="*/ 0 h 67"/>
                  <a:gd name="T32" fmla="*/ 218424755 w 50"/>
                  <a:gd name="T33" fmla="*/ 0 h 67"/>
                  <a:gd name="T34" fmla="*/ 240017284 w 50"/>
                  <a:gd name="T35" fmla="*/ 1 h 67"/>
                  <a:gd name="T36" fmla="*/ 256865785 w 50"/>
                  <a:gd name="T37" fmla="*/ 2 h 67"/>
                  <a:gd name="T38" fmla="*/ 272798954 w 50"/>
                  <a:gd name="T39" fmla="*/ 2 h 67"/>
                  <a:gd name="T40" fmla="*/ 294432586 w 50"/>
                  <a:gd name="T41" fmla="*/ 3 h 67"/>
                  <a:gd name="T42" fmla="*/ 302786150 w 50"/>
                  <a:gd name="T43" fmla="*/ 5 h 67"/>
                  <a:gd name="T44" fmla="*/ 318845394 w 50"/>
                  <a:gd name="T45" fmla="*/ 6 h 67"/>
                  <a:gd name="T46" fmla="*/ 334796995 w 50"/>
                  <a:gd name="T47" fmla="*/ 8 h 67"/>
                  <a:gd name="T48" fmla="*/ 343273500 w 50"/>
                  <a:gd name="T49" fmla="*/ 9 h 67"/>
                  <a:gd name="T50" fmla="*/ 343273500 w 50"/>
                  <a:gd name="T51" fmla="*/ 11 h 67"/>
                  <a:gd name="T52" fmla="*/ 356264370 w 50"/>
                  <a:gd name="T53" fmla="*/ 13 h 67"/>
                  <a:gd name="T54" fmla="*/ 364740876 w 50"/>
                  <a:gd name="T55" fmla="*/ 14 h 67"/>
                  <a:gd name="T56" fmla="*/ 372195696 w 50"/>
                  <a:gd name="T57" fmla="*/ 16 h 67"/>
                  <a:gd name="T58" fmla="*/ 380676994 w 50"/>
                  <a:gd name="T59" fmla="*/ 18 h 67"/>
                  <a:gd name="T60" fmla="*/ 389153407 w 50"/>
                  <a:gd name="T61" fmla="*/ 22 h 67"/>
                  <a:gd name="T62" fmla="*/ 389153407 w 50"/>
                  <a:gd name="T63" fmla="*/ 24 h 67"/>
                  <a:gd name="T64" fmla="*/ 0 w 50"/>
                  <a:gd name="T65" fmla="*/ 67 h 6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50"/>
                  <a:gd name="T100" fmla="*/ 0 h 67"/>
                  <a:gd name="T101" fmla="*/ 50 w 50"/>
                  <a:gd name="T102" fmla="*/ 67 h 6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50" h="67">
                    <a:moveTo>
                      <a:pt x="0" y="24"/>
                    </a:moveTo>
                    <a:lnTo>
                      <a:pt x="0" y="23"/>
                    </a:lnTo>
                    <a:lnTo>
                      <a:pt x="0" y="22"/>
                    </a:lnTo>
                    <a:lnTo>
                      <a:pt x="0" y="20"/>
                    </a:lnTo>
                    <a:lnTo>
                      <a:pt x="0" y="18"/>
                    </a:lnTo>
                    <a:lnTo>
                      <a:pt x="1" y="17"/>
                    </a:lnTo>
                    <a:lnTo>
                      <a:pt x="1" y="16"/>
                    </a:lnTo>
                    <a:lnTo>
                      <a:pt x="2" y="14"/>
                    </a:lnTo>
                    <a:lnTo>
                      <a:pt x="3" y="13"/>
                    </a:lnTo>
                    <a:lnTo>
                      <a:pt x="3" y="12"/>
                    </a:lnTo>
                    <a:lnTo>
                      <a:pt x="4" y="11"/>
                    </a:lnTo>
                    <a:lnTo>
                      <a:pt x="5" y="9"/>
                    </a:lnTo>
                    <a:lnTo>
                      <a:pt x="5" y="8"/>
                    </a:lnTo>
                    <a:lnTo>
                      <a:pt x="6" y="7"/>
                    </a:lnTo>
                    <a:lnTo>
                      <a:pt x="7" y="7"/>
                    </a:lnTo>
                    <a:lnTo>
                      <a:pt x="8" y="6"/>
                    </a:lnTo>
                    <a:lnTo>
                      <a:pt x="9" y="6"/>
                    </a:lnTo>
                    <a:lnTo>
                      <a:pt x="10" y="5"/>
                    </a:lnTo>
                    <a:lnTo>
                      <a:pt x="11" y="4"/>
                    </a:lnTo>
                    <a:lnTo>
                      <a:pt x="11" y="3"/>
                    </a:lnTo>
                    <a:lnTo>
                      <a:pt x="12" y="3"/>
                    </a:lnTo>
                    <a:lnTo>
                      <a:pt x="13" y="2"/>
                    </a:lnTo>
                    <a:lnTo>
                      <a:pt x="14" y="2"/>
                    </a:lnTo>
                    <a:lnTo>
                      <a:pt x="15" y="2"/>
                    </a:lnTo>
                    <a:lnTo>
                      <a:pt x="17" y="1"/>
                    </a:lnTo>
                    <a:lnTo>
                      <a:pt x="18" y="1"/>
                    </a:lnTo>
                    <a:lnTo>
                      <a:pt x="19" y="1"/>
                    </a:lnTo>
                    <a:lnTo>
                      <a:pt x="20" y="1"/>
                    </a:lnTo>
                    <a:lnTo>
                      <a:pt x="21" y="0"/>
                    </a:lnTo>
                    <a:lnTo>
                      <a:pt x="22" y="0"/>
                    </a:lnTo>
                    <a:lnTo>
                      <a:pt x="23" y="0"/>
                    </a:lnTo>
                    <a:lnTo>
                      <a:pt x="24" y="0"/>
                    </a:lnTo>
                    <a:lnTo>
                      <a:pt x="26" y="0"/>
                    </a:lnTo>
                    <a:lnTo>
                      <a:pt x="28" y="0"/>
                    </a:lnTo>
                    <a:lnTo>
                      <a:pt x="29" y="1"/>
                    </a:lnTo>
                    <a:lnTo>
                      <a:pt x="31" y="1"/>
                    </a:lnTo>
                    <a:lnTo>
                      <a:pt x="33" y="1"/>
                    </a:lnTo>
                    <a:lnTo>
                      <a:pt x="33" y="2"/>
                    </a:lnTo>
                    <a:lnTo>
                      <a:pt x="34" y="2"/>
                    </a:lnTo>
                    <a:lnTo>
                      <a:pt x="35" y="2"/>
                    </a:lnTo>
                    <a:lnTo>
                      <a:pt x="37" y="3"/>
                    </a:lnTo>
                    <a:lnTo>
                      <a:pt x="38" y="3"/>
                    </a:lnTo>
                    <a:lnTo>
                      <a:pt x="39" y="4"/>
                    </a:lnTo>
                    <a:lnTo>
                      <a:pt x="39" y="5"/>
                    </a:lnTo>
                    <a:lnTo>
                      <a:pt x="40" y="6"/>
                    </a:lnTo>
                    <a:lnTo>
                      <a:pt x="41" y="6"/>
                    </a:lnTo>
                    <a:lnTo>
                      <a:pt x="42" y="7"/>
                    </a:lnTo>
                    <a:lnTo>
                      <a:pt x="43" y="8"/>
                    </a:lnTo>
                    <a:lnTo>
                      <a:pt x="44" y="8"/>
                    </a:lnTo>
                    <a:lnTo>
                      <a:pt x="44" y="9"/>
                    </a:lnTo>
                    <a:lnTo>
                      <a:pt x="44" y="10"/>
                    </a:lnTo>
                    <a:lnTo>
                      <a:pt x="44" y="11"/>
                    </a:lnTo>
                    <a:lnTo>
                      <a:pt x="45" y="11"/>
                    </a:lnTo>
                    <a:lnTo>
                      <a:pt x="46" y="13"/>
                    </a:lnTo>
                    <a:lnTo>
                      <a:pt x="47" y="13"/>
                    </a:lnTo>
                    <a:lnTo>
                      <a:pt x="47" y="14"/>
                    </a:lnTo>
                    <a:lnTo>
                      <a:pt x="47" y="15"/>
                    </a:lnTo>
                    <a:lnTo>
                      <a:pt x="48" y="16"/>
                    </a:lnTo>
                    <a:lnTo>
                      <a:pt x="49" y="17"/>
                    </a:lnTo>
                    <a:lnTo>
                      <a:pt x="49" y="18"/>
                    </a:lnTo>
                    <a:lnTo>
                      <a:pt x="49" y="20"/>
                    </a:lnTo>
                    <a:lnTo>
                      <a:pt x="50" y="22"/>
                    </a:lnTo>
                    <a:lnTo>
                      <a:pt x="50" y="23"/>
                    </a:lnTo>
                    <a:lnTo>
                      <a:pt x="50" y="24"/>
                    </a:lnTo>
                    <a:lnTo>
                      <a:pt x="50" y="67"/>
                    </a:lnTo>
                    <a:lnTo>
                      <a:pt x="0" y="67"/>
                    </a:lnTo>
                    <a:lnTo>
                      <a:pt x="0" y="24"/>
                    </a:lnTo>
                  </a:path>
                </a:pathLst>
              </a:custGeom>
              <a:noFill/>
              <a:ln w="12700">
                <a:solidFill>
                  <a:srgbClr val="000000"/>
                </a:solidFill>
                <a:prstDash val="solid"/>
                <a:round/>
                <a:headEnd/>
                <a:tailEnd/>
              </a:ln>
            </p:spPr>
            <p:txBody>
              <a:bodyPr/>
              <a:lstStyle/>
              <a:p>
                <a:endParaRPr lang="nl-BE"/>
              </a:p>
            </p:txBody>
          </p:sp>
          <p:sp>
            <p:nvSpPr>
              <p:cNvPr id="42700" name="Freeform 28"/>
              <p:cNvSpPr>
                <a:spLocks/>
              </p:cNvSpPr>
              <p:nvPr/>
            </p:nvSpPr>
            <p:spPr bwMode="auto">
              <a:xfrm>
                <a:off x="3923" y="2130"/>
                <a:ext cx="242" cy="110"/>
              </a:xfrm>
              <a:custGeom>
                <a:avLst/>
                <a:gdLst>
                  <a:gd name="T0" fmla="*/ 0 w 84"/>
                  <a:gd name="T1" fmla="*/ 39 h 110"/>
                  <a:gd name="T2" fmla="*/ 0 w 84"/>
                  <a:gd name="T3" fmla="*/ 35 h 110"/>
                  <a:gd name="T4" fmla="*/ 8504370 w 84"/>
                  <a:gd name="T5" fmla="*/ 32 h 110"/>
                  <a:gd name="T6" fmla="*/ 8504370 w 84"/>
                  <a:gd name="T7" fmla="*/ 29 h 110"/>
                  <a:gd name="T8" fmla="*/ 8504370 w 84"/>
                  <a:gd name="T9" fmla="*/ 27 h 110"/>
                  <a:gd name="T10" fmla="*/ 24500682 w 84"/>
                  <a:gd name="T11" fmla="*/ 23 h 110"/>
                  <a:gd name="T12" fmla="*/ 37570129 w 84"/>
                  <a:gd name="T13" fmla="*/ 20 h 110"/>
                  <a:gd name="T14" fmla="*/ 54592484 w 84"/>
                  <a:gd name="T15" fmla="*/ 17 h 110"/>
                  <a:gd name="T16" fmla="*/ 86568232 w 84"/>
                  <a:gd name="T17" fmla="*/ 13 h 110"/>
                  <a:gd name="T18" fmla="*/ 95087735 w 84"/>
                  <a:gd name="T19" fmla="*/ 11 h 110"/>
                  <a:gd name="T20" fmla="*/ 125178903 w 84"/>
                  <a:gd name="T21" fmla="*/ 9 h 110"/>
                  <a:gd name="T22" fmla="*/ 148764352 w 84"/>
                  <a:gd name="T23" fmla="*/ 7 h 110"/>
                  <a:gd name="T24" fmla="*/ 170309351 w 84"/>
                  <a:gd name="T25" fmla="*/ 5 h 110"/>
                  <a:gd name="T26" fmla="*/ 178827564 w 84"/>
                  <a:gd name="T27" fmla="*/ 3 h 110"/>
                  <a:gd name="T28" fmla="*/ 203352664 w 84"/>
                  <a:gd name="T29" fmla="*/ 3 h 110"/>
                  <a:gd name="T30" fmla="*/ 211870877 w 84"/>
                  <a:gd name="T31" fmla="*/ 1 h 110"/>
                  <a:gd name="T32" fmla="*/ 233419471 w 84"/>
                  <a:gd name="T33" fmla="*/ 1 h 110"/>
                  <a:gd name="T34" fmla="*/ 257902487 w 84"/>
                  <a:gd name="T35" fmla="*/ 1 h 110"/>
                  <a:gd name="T36" fmla="*/ 289936084 w 84"/>
                  <a:gd name="T37" fmla="*/ 0 h 110"/>
                  <a:gd name="T38" fmla="*/ 311827627 w 84"/>
                  <a:gd name="T39" fmla="*/ 0 h 110"/>
                  <a:gd name="T40" fmla="*/ 344594507 w 84"/>
                  <a:gd name="T41" fmla="*/ 0 h 110"/>
                  <a:gd name="T42" fmla="*/ 366500247 w 84"/>
                  <a:gd name="T43" fmla="*/ 0 h 110"/>
                  <a:gd name="T44" fmla="*/ 391038854 w 84"/>
                  <a:gd name="T45" fmla="*/ 0 h 110"/>
                  <a:gd name="T46" fmla="*/ 407036846 w 84"/>
                  <a:gd name="T47" fmla="*/ 1 h 110"/>
                  <a:gd name="T48" fmla="*/ 428582490 w 84"/>
                  <a:gd name="T49" fmla="*/ 1 h 110"/>
                  <a:gd name="T50" fmla="*/ 461626126 w 84"/>
                  <a:gd name="T51" fmla="*/ 3 h 110"/>
                  <a:gd name="T52" fmla="*/ 477608630 w 84"/>
                  <a:gd name="T53" fmla="*/ 4 h 110"/>
                  <a:gd name="T54" fmla="*/ 499157592 w 84"/>
                  <a:gd name="T55" fmla="*/ 5 h 110"/>
                  <a:gd name="T56" fmla="*/ 515193567 w 84"/>
                  <a:gd name="T57" fmla="*/ 7 h 110"/>
                  <a:gd name="T58" fmla="*/ 532200860 w 84"/>
                  <a:gd name="T59" fmla="*/ 8 h 110"/>
                  <a:gd name="T60" fmla="*/ 548198852 w 84"/>
                  <a:gd name="T61" fmla="*/ 9 h 110"/>
                  <a:gd name="T62" fmla="*/ 561348527 w 84"/>
                  <a:gd name="T63" fmla="*/ 12 h 110"/>
                  <a:gd name="T64" fmla="*/ 569743020 w 84"/>
                  <a:gd name="T65" fmla="*/ 13 h 110"/>
                  <a:gd name="T66" fmla="*/ 602786288 w 84"/>
                  <a:gd name="T67" fmla="*/ 17 h 110"/>
                  <a:gd name="T68" fmla="*/ 610389787 w 84"/>
                  <a:gd name="T69" fmla="*/ 20 h 110"/>
                  <a:gd name="T70" fmla="*/ 624455098 w 84"/>
                  <a:gd name="T71" fmla="*/ 23 h 110"/>
                  <a:gd name="T72" fmla="*/ 640438340 w 84"/>
                  <a:gd name="T73" fmla="*/ 26 h 110"/>
                  <a:gd name="T74" fmla="*/ 648956368 w 84"/>
                  <a:gd name="T75" fmla="*/ 28 h 110"/>
                  <a:gd name="T76" fmla="*/ 648956368 w 84"/>
                  <a:gd name="T77" fmla="*/ 32 h 110"/>
                  <a:gd name="T78" fmla="*/ 648956368 w 84"/>
                  <a:gd name="T79" fmla="*/ 35 h 110"/>
                  <a:gd name="T80" fmla="*/ 656435963 w 84"/>
                  <a:gd name="T81" fmla="*/ 40 h 110"/>
                  <a:gd name="T82" fmla="*/ 0 w 84"/>
                  <a:gd name="T83" fmla="*/ 110 h 110"/>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84"/>
                  <a:gd name="T127" fmla="*/ 0 h 110"/>
                  <a:gd name="T128" fmla="*/ 84 w 84"/>
                  <a:gd name="T129" fmla="*/ 110 h 110"/>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84" h="110">
                    <a:moveTo>
                      <a:pt x="0" y="40"/>
                    </a:moveTo>
                    <a:lnTo>
                      <a:pt x="0" y="39"/>
                    </a:lnTo>
                    <a:lnTo>
                      <a:pt x="0" y="37"/>
                    </a:lnTo>
                    <a:lnTo>
                      <a:pt x="0" y="35"/>
                    </a:lnTo>
                    <a:lnTo>
                      <a:pt x="0" y="33"/>
                    </a:lnTo>
                    <a:lnTo>
                      <a:pt x="1" y="32"/>
                    </a:lnTo>
                    <a:lnTo>
                      <a:pt x="1" y="30"/>
                    </a:lnTo>
                    <a:lnTo>
                      <a:pt x="1" y="29"/>
                    </a:lnTo>
                    <a:lnTo>
                      <a:pt x="1" y="28"/>
                    </a:lnTo>
                    <a:lnTo>
                      <a:pt x="1" y="27"/>
                    </a:lnTo>
                    <a:lnTo>
                      <a:pt x="3" y="25"/>
                    </a:lnTo>
                    <a:lnTo>
                      <a:pt x="3" y="23"/>
                    </a:lnTo>
                    <a:lnTo>
                      <a:pt x="5" y="22"/>
                    </a:lnTo>
                    <a:lnTo>
                      <a:pt x="5" y="20"/>
                    </a:lnTo>
                    <a:lnTo>
                      <a:pt x="6" y="19"/>
                    </a:lnTo>
                    <a:lnTo>
                      <a:pt x="7" y="17"/>
                    </a:lnTo>
                    <a:lnTo>
                      <a:pt x="9" y="15"/>
                    </a:lnTo>
                    <a:lnTo>
                      <a:pt x="11" y="13"/>
                    </a:lnTo>
                    <a:lnTo>
                      <a:pt x="11" y="12"/>
                    </a:lnTo>
                    <a:lnTo>
                      <a:pt x="12" y="11"/>
                    </a:lnTo>
                    <a:lnTo>
                      <a:pt x="14" y="9"/>
                    </a:lnTo>
                    <a:lnTo>
                      <a:pt x="16" y="9"/>
                    </a:lnTo>
                    <a:lnTo>
                      <a:pt x="17" y="7"/>
                    </a:lnTo>
                    <a:lnTo>
                      <a:pt x="19" y="7"/>
                    </a:lnTo>
                    <a:lnTo>
                      <a:pt x="21" y="5"/>
                    </a:lnTo>
                    <a:lnTo>
                      <a:pt x="22" y="5"/>
                    </a:lnTo>
                    <a:lnTo>
                      <a:pt x="22" y="4"/>
                    </a:lnTo>
                    <a:lnTo>
                      <a:pt x="23" y="3"/>
                    </a:lnTo>
                    <a:lnTo>
                      <a:pt x="24" y="3"/>
                    </a:lnTo>
                    <a:lnTo>
                      <a:pt x="26" y="3"/>
                    </a:lnTo>
                    <a:lnTo>
                      <a:pt x="27" y="2"/>
                    </a:lnTo>
                    <a:lnTo>
                      <a:pt x="27" y="1"/>
                    </a:lnTo>
                    <a:lnTo>
                      <a:pt x="29" y="1"/>
                    </a:lnTo>
                    <a:lnTo>
                      <a:pt x="30" y="1"/>
                    </a:lnTo>
                    <a:lnTo>
                      <a:pt x="32" y="1"/>
                    </a:lnTo>
                    <a:lnTo>
                      <a:pt x="33" y="1"/>
                    </a:lnTo>
                    <a:lnTo>
                      <a:pt x="35" y="0"/>
                    </a:lnTo>
                    <a:lnTo>
                      <a:pt x="37" y="0"/>
                    </a:lnTo>
                    <a:lnTo>
                      <a:pt x="39" y="0"/>
                    </a:lnTo>
                    <a:lnTo>
                      <a:pt x="40" y="0"/>
                    </a:lnTo>
                    <a:lnTo>
                      <a:pt x="41" y="0"/>
                    </a:lnTo>
                    <a:lnTo>
                      <a:pt x="44" y="0"/>
                    </a:lnTo>
                    <a:lnTo>
                      <a:pt x="45" y="0"/>
                    </a:lnTo>
                    <a:lnTo>
                      <a:pt x="47" y="0"/>
                    </a:lnTo>
                    <a:lnTo>
                      <a:pt x="48" y="0"/>
                    </a:lnTo>
                    <a:lnTo>
                      <a:pt x="50" y="0"/>
                    </a:lnTo>
                    <a:lnTo>
                      <a:pt x="51" y="1"/>
                    </a:lnTo>
                    <a:lnTo>
                      <a:pt x="52" y="1"/>
                    </a:lnTo>
                    <a:lnTo>
                      <a:pt x="54" y="1"/>
                    </a:lnTo>
                    <a:lnTo>
                      <a:pt x="55" y="1"/>
                    </a:lnTo>
                    <a:lnTo>
                      <a:pt x="57" y="2"/>
                    </a:lnTo>
                    <a:lnTo>
                      <a:pt x="59" y="3"/>
                    </a:lnTo>
                    <a:lnTo>
                      <a:pt x="61" y="3"/>
                    </a:lnTo>
                    <a:lnTo>
                      <a:pt x="61" y="4"/>
                    </a:lnTo>
                    <a:lnTo>
                      <a:pt x="62" y="5"/>
                    </a:lnTo>
                    <a:lnTo>
                      <a:pt x="64" y="5"/>
                    </a:lnTo>
                    <a:lnTo>
                      <a:pt x="65" y="6"/>
                    </a:lnTo>
                    <a:lnTo>
                      <a:pt x="66" y="7"/>
                    </a:lnTo>
                    <a:lnTo>
                      <a:pt x="67" y="7"/>
                    </a:lnTo>
                    <a:lnTo>
                      <a:pt x="68" y="8"/>
                    </a:lnTo>
                    <a:lnTo>
                      <a:pt x="69" y="9"/>
                    </a:lnTo>
                    <a:lnTo>
                      <a:pt x="70" y="9"/>
                    </a:lnTo>
                    <a:lnTo>
                      <a:pt x="71" y="11"/>
                    </a:lnTo>
                    <a:lnTo>
                      <a:pt x="72" y="12"/>
                    </a:lnTo>
                    <a:lnTo>
                      <a:pt x="73" y="12"/>
                    </a:lnTo>
                    <a:lnTo>
                      <a:pt x="73" y="13"/>
                    </a:lnTo>
                    <a:lnTo>
                      <a:pt x="75" y="15"/>
                    </a:lnTo>
                    <a:lnTo>
                      <a:pt x="77" y="17"/>
                    </a:lnTo>
                    <a:lnTo>
                      <a:pt x="78" y="19"/>
                    </a:lnTo>
                    <a:lnTo>
                      <a:pt x="78" y="20"/>
                    </a:lnTo>
                    <a:lnTo>
                      <a:pt x="79" y="21"/>
                    </a:lnTo>
                    <a:lnTo>
                      <a:pt x="80" y="23"/>
                    </a:lnTo>
                    <a:lnTo>
                      <a:pt x="81" y="25"/>
                    </a:lnTo>
                    <a:lnTo>
                      <a:pt x="82" y="26"/>
                    </a:lnTo>
                    <a:lnTo>
                      <a:pt x="82" y="27"/>
                    </a:lnTo>
                    <a:lnTo>
                      <a:pt x="83" y="28"/>
                    </a:lnTo>
                    <a:lnTo>
                      <a:pt x="83" y="30"/>
                    </a:lnTo>
                    <a:lnTo>
                      <a:pt x="83" y="32"/>
                    </a:lnTo>
                    <a:lnTo>
                      <a:pt x="83" y="33"/>
                    </a:lnTo>
                    <a:lnTo>
                      <a:pt x="83" y="35"/>
                    </a:lnTo>
                    <a:lnTo>
                      <a:pt x="84" y="37"/>
                    </a:lnTo>
                    <a:lnTo>
                      <a:pt x="84" y="40"/>
                    </a:lnTo>
                    <a:lnTo>
                      <a:pt x="84" y="110"/>
                    </a:lnTo>
                    <a:lnTo>
                      <a:pt x="0" y="110"/>
                    </a:lnTo>
                    <a:lnTo>
                      <a:pt x="0" y="40"/>
                    </a:lnTo>
                  </a:path>
                </a:pathLst>
              </a:custGeom>
              <a:noFill/>
              <a:ln w="12700">
                <a:solidFill>
                  <a:srgbClr val="000000"/>
                </a:solidFill>
                <a:prstDash val="solid"/>
                <a:round/>
                <a:headEnd/>
                <a:tailEnd/>
              </a:ln>
            </p:spPr>
            <p:txBody>
              <a:bodyPr/>
              <a:lstStyle/>
              <a:p>
                <a:endParaRPr lang="nl-BE"/>
              </a:p>
            </p:txBody>
          </p:sp>
          <p:sp>
            <p:nvSpPr>
              <p:cNvPr id="42701" name="Freeform 29"/>
              <p:cNvSpPr>
                <a:spLocks/>
              </p:cNvSpPr>
              <p:nvPr/>
            </p:nvSpPr>
            <p:spPr bwMode="auto">
              <a:xfrm>
                <a:off x="3874" y="2123"/>
                <a:ext cx="311" cy="142"/>
              </a:xfrm>
              <a:custGeom>
                <a:avLst/>
                <a:gdLst>
                  <a:gd name="T0" fmla="*/ 0 w 108"/>
                  <a:gd name="T1" fmla="*/ 49 h 142"/>
                  <a:gd name="T2" fmla="*/ 0 w 108"/>
                  <a:gd name="T3" fmla="*/ 46 h 142"/>
                  <a:gd name="T4" fmla="*/ 0 w 108"/>
                  <a:gd name="T5" fmla="*/ 40 h 142"/>
                  <a:gd name="T6" fmla="*/ 15915092 w 108"/>
                  <a:gd name="T7" fmla="*/ 37 h 142"/>
                  <a:gd name="T8" fmla="*/ 32856645 w 108"/>
                  <a:gd name="T9" fmla="*/ 33 h 142"/>
                  <a:gd name="T10" fmla="*/ 45829558 w 108"/>
                  <a:gd name="T11" fmla="*/ 28 h 142"/>
                  <a:gd name="T12" fmla="*/ 70212653 w 108"/>
                  <a:gd name="T13" fmla="*/ 24 h 142"/>
                  <a:gd name="T14" fmla="*/ 86142576 w 108"/>
                  <a:gd name="T15" fmla="*/ 19 h 142"/>
                  <a:gd name="T16" fmla="*/ 116057104 w 108"/>
                  <a:gd name="T17" fmla="*/ 16 h 142"/>
                  <a:gd name="T18" fmla="*/ 140441156 w 108"/>
                  <a:gd name="T19" fmla="*/ 13 h 142"/>
                  <a:gd name="T20" fmla="*/ 169334568 w 108"/>
                  <a:gd name="T21" fmla="*/ 9 h 142"/>
                  <a:gd name="T22" fmla="*/ 202186341 w 108"/>
                  <a:gd name="T23" fmla="*/ 7 h 142"/>
                  <a:gd name="T24" fmla="*/ 226574079 w 108"/>
                  <a:gd name="T25" fmla="*/ 5 h 142"/>
                  <a:gd name="T26" fmla="*/ 239589817 w 108"/>
                  <a:gd name="T27" fmla="*/ 3 h 142"/>
                  <a:gd name="T28" fmla="*/ 263987138 w 108"/>
                  <a:gd name="T29" fmla="*/ 3 h 142"/>
                  <a:gd name="T30" fmla="*/ 293903395 w 108"/>
                  <a:gd name="T31" fmla="*/ 2 h 142"/>
                  <a:gd name="T32" fmla="*/ 318285788 w 108"/>
                  <a:gd name="T33" fmla="*/ 1 h 142"/>
                  <a:gd name="T34" fmla="*/ 342674078 w 108"/>
                  <a:gd name="T35" fmla="*/ 0 h 142"/>
                  <a:gd name="T36" fmla="*/ 371563805 w 108"/>
                  <a:gd name="T37" fmla="*/ 0 h 142"/>
                  <a:gd name="T38" fmla="*/ 395951450 w 108"/>
                  <a:gd name="T39" fmla="*/ 0 h 142"/>
                  <a:gd name="T40" fmla="*/ 434342569 w 108"/>
                  <a:gd name="T41" fmla="*/ 0 h 142"/>
                  <a:gd name="T42" fmla="*/ 474645946 w 108"/>
                  <a:gd name="T43" fmla="*/ 0 h 142"/>
                  <a:gd name="T44" fmla="*/ 503658967 w 108"/>
                  <a:gd name="T45" fmla="*/ 0 h 142"/>
                  <a:gd name="T46" fmla="*/ 528046520 w 108"/>
                  <a:gd name="T47" fmla="*/ 2 h 142"/>
                  <a:gd name="T48" fmla="*/ 557834322 w 108"/>
                  <a:gd name="T49" fmla="*/ 3 h 142"/>
                  <a:gd name="T50" fmla="*/ 590689920 w 108"/>
                  <a:gd name="T51" fmla="*/ 3 h 142"/>
                  <a:gd name="T52" fmla="*/ 606619750 w 108"/>
                  <a:gd name="T53" fmla="*/ 5 h 142"/>
                  <a:gd name="T54" fmla="*/ 636534348 w 108"/>
                  <a:gd name="T55" fmla="*/ 7 h 142"/>
                  <a:gd name="T56" fmla="*/ 660917109 w 108"/>
                  <a:gd name="T57" fmla="*/ 8 h 142"/>
                  <a:gd name="T58" fmla="*/ 682358871 w 108"/>
                  <a:gd name="T59" fmla="*/ 11 h 142"/>
                  <a:gd name="T60" fmla="*/ 689929761 w 108"/>
                  <a:gd name="T61" fmla="*/ 13 h 142"/>
                  <a:gd name="T62" fmla="*/ 714317315 w 108"/>
                  <a:gd name="T63" fmla="*/ 14 h 142"/>
                  <a:gd name="T64" fmla="*/ 730233138 w 108"/>
                  <a:gd name="T65" fmla="*/ 17 h 142"/>
                  <a:gd name="T66" fmla="*/ 738700445 w 108"/>
                  <a:gd name="T67" fmla="*/ 19 h 142"/>
                  <a:gd name="T68" fmla="*/ 751718026 w 108"/>
                  <a:gd name="T69" fmla="*/ 21 h 142"/>
                  <a:gd name="T70" fmla="*/ 768544273 w 108"/>
                  <a:gd name="T71" fmla="*/ 24 h 142"/>
                  <a:gd name="T72" fmla="*/ 784572333 w 108"/>
                  <a:gd name="T73" fmla="*/ 26 h 142"/>
                  <a:gd name="T74" fmla="*/ 792931273 w 108"/>
                  <a:gd name="T75" fmla="*/ 30 h 142"/>
                  <a:gd name="T76" fmla="*/ 806014832 w 108"/>
                  <a:gd name="T77" fmla="*/ 32 h 142"/>
                  <a:gd name="T78" fmla="*/ 814375984 w 108"/>
                  <a:gd name="T79" fmla="*/ 35 h 142"/>
                  <a:gd name="T80" fmla="*/ 821944663 w 108"/>
                  <a:gd name="T81" fmla="*/ 39 h 142"/>
                  <a:gd name="T82" fmla="*/ 830411969 w 108"/>
                  <a:gd name="T83" fmla="*/ 43 h 142"/>
                  <a:gd name="T84" fmla="*/ 838763538 w 108"/>
                  <a:gd name="T85" fmla="*/ 47 h 142"/>
                  <a:gd name="T86" fmla="*/ 838763538 w 108"/>
                  <a:gd name="T87" fmla="*/ 142 h 142"/>
                  <a:gd name="T88" fmla="*/ 0 w 108"/>
                  <a:gd name="T89" fmla="*/ 51 h 142"/>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08"/>
                  <a:gd name="T136" fmla="*/ 0 h 142"/>
                  <a:gd name="T137" fmla="*/ 108 w 108"/>
                  <a:gd name="T138" fmla="*/ 142 h 142"/>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08" h="142">
                    <a:moveTo>
                      <a:pt x="0" y="51"/>
                    </a:moveTo>
                    <a:lnTo>
                      <a:pt x="0" y="49"/>
                    </a:lnTo>
                    <a:lnTo>
                      <a:pt x="0" y="47"/>
                    </a:lnTo>
                    <a:lnTo>
                      <a:pt x="0" y="46"/>
                    </a:lnTo>
                    <a:lnTo>
                      <a:pt x="0" y="43"/>
                    </a:lnTo>
                    <a:lnTo>
                      <a:pt x="0" y="40"/>
                    </a:lnTo>
                    <a:lnTo>
                      <a:pt x="1" y="39"/>
                    </a:lnTo>
                    <a:lnTo>
                      <a:pt x="2" y="37"/>
                    </a:lnTo>
                    <a:lnTo>
                      <a:pt x="2" y="35"/>
                    </a:lnTo>
                    <a:lnTo>
                      <a:pt x="4" y="33"/>
                    </a:lnTo>
                    <a:lnTo>
                      <a:pt x="5" y="30"/>
                    </a:lnTo>
                    <a:lnTo>
                      <a:pt x="6" y="28"/>
                    </a:lnTo>
                    <a:lnTo>
                      <a:pt x="7" y="26"/>
                    </a:lnTo>
                    <a:lnTo>
                      <a:pt x="9" y="24"/>
                    </a:lnTo>
                    <a:lnTo>
                      <a:pt x="9" y="23"/>
                    </a:lnTo>
                    <a:lnTo>
                      <a:pt x="11" y="19"/>
                    </a:lnTo>
                    <a:lnTo>
                      <a:pt x="13" y="18"/>
                    </a:lnTo>
                    <a:lnTo>
                      <a:pt x="15" y="16"/>
                    </a:lnTo>
                    <a:lnTo>
                      <a:pt x="17" y="14"/>
                    </a:lnTo>
                    <a:lnTo>
                      <a:pt x="18" y="13"/>
                    </a:lnTo>
                    <a:lnTo>
                      <a:pt x="20" y="11"/>
                    </a:lnTo>
                    <a:lnTo>
                      <a:pt x="22" y="9"/>
                    </a:lnTo>
                    <a:lnTo>
                      <a:pt x="24" y="8"/>
                    </a:lnTo>
                    <a:lnTo>
                      <a:pt x="26" y="7"/>
                    </a:lnTo>
                    <a:lnTo>
                      <a:pt x="28" y="6"/>
                    </a:lnTo>
                    <a:lnTo>
                      <a:pt x="29" y="5"/>
                    </a:lnTo>
                    <a:lnTo>
                      <a:pt x="30" y="5"/>
                    </a:lnTo>
                    <a:lnTo>
                      <a:pt x="31" y="3"/>
                    </a:lnTo>
                    <a:lnTo>
                      <a:pt x="33" y="3"/>
                    </a:lnTo>
                    <a:lnTo>
                      <a:pt x="34" y="3"/>
                    </a:lnTo>
                    <a:lnTo>
                      <a:pt x="36" y="3"/>
                    </a:lnTo>
                    <a:lnTo>
                      <a:pt x="38" y="2"/>
                    </a:lnTo>
                    <a:lnTo>
                      <a:pt x="39" y="1"/>
                    </a:lnTo>
                    <a:lnTo>
                      <a:pt x="41" y="1"/>
                    </a:lnTo>
                    <a:lnTo>
                      <a:pt x="43" y="0"/>
                    </a:lnTo>
                    <a:lnTo>
                      <a:pt x="44" y="0"/>
                    </a:lnTo>
                    <a:lnTo>
                      <a:pt x="47" y="0"/>
                    </a:lnTo>
                    <a:lnTo>
                      <a:pt x="48" y="0"/>
                    </a:lnTo>
                    <a:lnTo>
                      <a:pt x="50" y="0"/>
                    </a:lnTo>
                    <a:lnTo>
                      <a:pt x="51" y="0"/>
                    </a:lnTo>
                    <a:lnTo>
                      <a:pt x="54" y="0"/>
                    </a:lnTo>
                    <a:lnTo>
                      <a:pt x="56" y="0"/>
                    </a:lnTo>
                    <a:lnTo>
                      <a:pt x="58" y="0"/>
                    </a:lnTo>
                    <a:lnTo>
                      <a:pt x="61" y="0"/>
                    </a:lnTo>
                    <a:lnTo>
                      <a:pt x="63" y="0"/>
                    </a:lnTo>
                    <a:lnTo>
                      <a:pt x="65" y="0"/>
                    </a:lnTo>
                    <a:lnTo>
                      <a:pt x="67" y="1"/>
                    </a:lnTo>
                    <a:lnTo>
                      <a:pt x="68" y="2"/>
                    </a:lnTo>
                    <a:lnTo>
                      <a:pt x="71" y="2"/>
                    </a:lnTo>
                    <a:lnTo>
                      <a:pt x="72" y="3"/>
                    </a:lnTo>
                    <a:lnTo>
                      <a:pt x="73" y="3"/>
                    </a:lnTo>
                    <a:lnTo>
                      <a:pt x="76" y="3"/>
                    </a:lnTo>
                    <a:lnTo>
                      <a:pt x="77" y="4"/>
                    </a:lnTo>
                    <a:lnTo>
                      <a:pt x="78" y="5"/>
                    </a:lnTo>
                    <a:lnTo>
                      <a:pt x="80" y="6"/>
                    </a:lnTo>
                    <a:lnTo>
                      <a:pt x="82" y="7"/>
                    </a:lnTo>
                    <a:lnTo>
                      <a:pt x="83" y="8"/>
                    </a:lnTo>
                    <a:lnTo>
                      <a:pt x="85" y="8"/>
                    </a:lnTo>
                    <a:lnTo>
                      <a:pt x="86" y="10"/>
                    </a:lnTo>
                    <a:lnTo>
                      <a:pt x="88" y="11"/>
                    </a:lnTo>
                    <a:lnTo>
                      <a:pt x="89" y="12"/>
                    </a:lnTo>
                    <a:lnTo>
                      <a:pt x="89" y="13"/>
                    </a:lnTo>
                    <a:lnTo>
                      <a:pt x="90" y="14"/>
                    </a:lnTo>
                    <a:lnTo>
                      <a:pt x="92" y="14"/>
                    </a:lnTo>
                    <a:lnTo>
                      <a:pt x="93" y="16"/>
                    </a:lnTo>
                    <a:lnTo>
                      <a:pt x="94" y="17"/>
                    </a:lnTo>
                    <a:lnTo>
                      <a:pt x="95" y="18"/>
                    </a:lnTo>
                    <a:lnTo>
                      <a:pt x="95" y="19"/>
                    </a:lnTo>
                    <a:lnTo>
                      <a:pt x="97" y="19"/>
                    </a:lnTo>
                    <a:lnTo>
                      <a:pt x="97" y="21"/>
                    </a:lnTo>
                    <a:lnTo>
                      <a:pt x="98" y="22"/>
                    </a:lnTo>
                    <a:lnTo>
                      <a:pt x="99" y="24"/>
                    </a:lnTo>
                    <a:lnTo>
                      <a:pt x="100" y="24"/>
                    </a:lnTo>
                    <a:lnTo>
                      <a:pt x="101" y="26"/>
                    </a:lnTo>
                    <a:lnTo>
                      <a:pt x="102" y="28"/>
                    </a:lnTo>
                    <a:lnTo>
                      <a:pt x="102" y="30"/>
                    </a:lnTo>
                    <a:lnTo>
                      <a:pt x="103" y="30"/>
                    </a:lnTo>
                    <a:lnTo>
                      <a:pt x="104" y="32"/>
                    </a:lnTo>
                    <a:lnTo>
                      <a:pt x="105" y="34"/>
                    </a:lnTo>
                    <a:lnTo>
                      <a:pt x="105" y="35"/>
                    </a:lnTo>
                    <a:lnTo>
                      <a:pt x="105" y="37"/>
                    </a:lnTo>
                    <a:lnTo>
                      <a:pt x="106" y="39"/>
                    </a:lnTo>
                    <a:lnTo>
                      <a:pt x="106" y="41"/>
                    </a:lnTo>
                    <a:lnTo>
                      <a:pt x="107" y="43"/>
                    </a:lnTo>
                    <a:lnTo>
                      <a:pt x="108" y="46"/>
                    </a:lnTo>
                    <a:lnTo>
                      <a:pt x="108" y="47"/>
                    </a:lnTo>
                    <a:lnTo>
                      <a:pt x="108" y="51"/>
                    </a:lnTo>
                    <a:lnTo>
                      <a:pt x="108" y="142"/>
                    </a:lnTo>
                    <a:lnTo>
                      <a:pt x="0" y="142"/>
                    </a:lnTo>
                    <a:lnTo>
                      <a:pt x="0" y="51"/>
                    </a:lnTo>
                  </a:path>
                </a:pathLst>
              </a:custGeom>
              <a:noFill/>
              <a:ln w="12700">
                <a:solidFill>
                  <a:srgbClr val="000000"/>
                </a:solidFill>
                <a:prstDash val="solid"/>
                <a:round/>
                <a:headEnd/>
                <a:tailEnd/>
              </a:ln>
            </p:spPr>
            <p:txBody>
              <a:bodyPr/>
              <a:lstStyle/>
              <a:p>
                <a:endParaRPr lang="nl-BE"/>
              </a:p>
            </p:txBody>
          </p:sp>
          <p:sp>
            <p:nvSpPr>
              <p:cNvPr id="42702" name="Oval 30"/>
              <p:cNvSpPr>
                <a:spLocks noChangeArrowheads="1"/>
              </p:cNvSpPr>
              <p:nvPr/>
            </p:nvSpPr>
            <p:spPr bwMode="auto">
              <a:xfrm>
                <a:off x="4388" y="2433"/>
                <a:ext cx="150" cy="163"/>
              </a:xfrm>
              <a:prstGeom prst="ellipse">
                <a:avLst/>
              </a:prstGeom>
              <a:solidFill>
                <a:srgbClr val="006000"/>
              </a:solidFill>
              <a:ln w="9525">
                <a:noFill/>
                <a:round/>
                <a:headEnd/>
                <a:tailEnd/>
              </a:ln>
            </p:spPr>
            <p:txBody>
              <a:bodyPr/>
              <a:lstStyle/>
              <a:p>
                <a:pPr algn="ctr" eaLnBrk="0" hangingPunct="0"/>
                <a:endParaRPr lang="nl-BE"/>
              </a:p>
            </p:txBody>
          </p:sp>
          <p:sp>
            <p:nvSpPr>
              <p:cNvPr id="42703" name="Oval 31"/>
              <p:cNvSpPr>
                <a:spLocks noChangeArrowheads="1"/>
              </p:cNvSpPr>
              <p:nvPr/>
            </p:nvSpPr>
            <p:spPr bwMode="auto">
              <a:xfrm>
                <a:off x="4493" y="2410"/>
                <a:ext cx="125" cy="163"/>
              </a:xfrm>
              <a:prstGeom prst="ellipse">
                <a:avLst/>
              </a:prstGeom>
              <a:solidFill>
                <a:srgbClr val="006000"/>
              </a:solidFill>
              <a:ln w="9525">
                <a:noFill/>
                <a:round/>
                <a:headEnd/>
                <a:tailEnd/>
              </a:ln>
            </p:spPr>
            <p:txBody>
              <a:bodyPr/>
              <a:lstStyle/>
              <a:p>
                <a:pPr algn="ctr" eaLnBrk="0" hangingPunct="0"/>
                <a:endParaRPr lang="nl-BE"/>
              </a:p>
            </p:txBody>
          </p:sp>
          <p:sp>
            <p:nvSpPr>
              <p:cNvPr id="42704" name="Oval 32"/>
              <p:cNvSpPr>
                <a:spLocks noChangeArrowheads="1"/>
              </p:cNvSpPr>
              <p:nvPr/>
            </p:nvSpPr>
            <p:spPr bwMode="auto">
              <a:xfrm>
                <a:off x="4434" y="2527"/>
                <a:ext cx="79" cy="65"/>
              </a:xfrm>
              <a:prstGeom prst="ellipse">
                <a:avLst/>
              </a:prstGeom>
              <a:solidFill>
                <a:srgbClr val="004000"/>
              </a:solidFill>
              <a:ln w="9525">
                <a:noFill/>
                <a:round/>
                <a:headEnd/>
                <a:tailEnd/>
              </a:ln>
            </p:spPr>
            <p:txBody>
              <a:bodyPr/>
              <a:lstStyle/>
              <a:p>
                <a:pPr algn="ctr" eaLnBrk="0" hangingPunct="0"/>
                <a:endParaRPr lang="nl-BE"/>
              </a:p>
            </p:txBody>
          </p:sp>
          <p:sp>
            <p:nvSpPr>
              <p:cNvPr id="42705" name="Oval 33"/>
              <p:cNvSpPr>
                <a:spLocks noChangeArrowheads="1"/>
              </p:cNvSpPr>
              <p:nvPr/>
            </p:nvSpPr>
            <p:spPr bwMode="auto">
              <a:xfrm>
                <a:off x="4523" y="2488"/>
                <a:ext cx="83" cy="86"/>
              </a:xfrm>
              <a:prstGeom prst="ellipse">
                <a:avLst/>
              </a:prstGeom>
              <a:solidFill>
                <a:srgbClr val="004000"/>
              </a:solidFill>
              <a:ln w="9525">
                <a:noFill/>
                <a:round/>
                <a:headEnd/>
                <a:tailEnd/>
              </a:ln>
            </p:spPr>
            <p:txBody>
              <a:bodyPr/>
              <a:lstStyle/>
              <a:p>
                <a:pPr algn="ctr" eaLnBrk="0" hangingPunct="0"/>
                <a:endParaRPr lang="nl-BE"/>
              </a:p>
            </p:txBody>
          </p:sp>
          <p:sp>
            <p:nvSpPr>
              <p:cNvPr id="42706" name="Oval 34"/>
              <p:cNvSpPr>
                <a:spLocks noChangeArrowheads="1"/>
              </p:cNvSpPr>
              <p:nvPr/>
            </p:nvSpPr>
            <p:spPr bwMode="auto">
              <a:xfrm>
                <a:off x="4430" y="2394"/>
                <a:ext cx="129" cy="128"/>
              </a:xfrm>
              <a:prstGeom prst="ellipse">
                <a:avLst/>
              </a:prstGeom>
              <a:solidFill>
                <a:srgbClr val="008000"/>
              </a:solidFill>
              <a:ln w="9525">
                <a:noFill/>
                <a:round/>
                <a:headEnd/>
                <a:tailEnd/>
              </a:ln>
            </p:spPr>
            <p:txBody>
              <a:bodyPr/>
              <a:lstStyle/>
              <a:p>
                <a:pPr algn="ctr" eaLnBrk="0" hangingPunct="0"/>
                <a:endParaRPr lang="nl-BE"/>
              </a:p>
            </p:txBody>
          </p:sp>
          <p:sp>
            <p:nvSpPr>
              <p:cNvPr id="42707" name="Oval 35"/>
              <p:cNvSpPr>
                <a:spLocks noChangeArrowheads="1"/>
              </p:cNvSpPr>
              <p:nvPr/>
            </p:nvSpPr>
            <p:spPr bwMode="auto">
              <a:xfrm>
                <a:off x="4464" y="2437"/>
                <a:ext cx="91" cy="77"/>
              </a:xfrm>
              <a:prstGeom prst="ellipse">
                <a:avLst/>
              </a:prstGeom>
              <a:solidFill>
                <a:srgbClr val="006000"/>
              </a:solidFill>
              <a:ln w="9525">
                <a:noFill/>
                <a:round/>
                <a:headEnd/>
                <a:tailEnd/>
              </a:ln>
            </p:spPr>
            <p:txBody>
              <a:bodyPr/>
              <a:lstStyle/>
              <a:p>
                <a:pPr algn="ctr" eaLnBrk="0" hangingPunct="0"/>
                <a:endParaRPr lang="nl-BE"/>
              </a:p>
            </p:txBody>
          </p:sp>
          <p:sp>
            <p:nvSpPr>
              <p:cNvPr id="42708" name="Oval 36"/>
              <p:cNvSpPr>
                <a:spLocks noChangeArrowheads="1"/>
              </p:cNvSpPr>
              <p:nvPr/>
            </p:nvSpPr>
            <p:spPr bwMode="auto">
              <a:xfrm>
                <a:off x="4371" y="2487"/>
                <a:ext cx="175" cy="140"/>
              </a:xfrm>
              <a:prstGeom prst="ellipse">
                <a:avLst/>
              </a:prstGeom>
              <a:solidFill>
                <a:srgbClr val="006000"/>
              </a:solidFill>
              <a:ln w="9525">
                <a:noFill/>
                <a:round/>
                <a:headEnd/>
                <a:tailEnd/>
              </a:ln>
            </p:spPr>
            <p:txBody>
              <a:bodyPr/>
              <a:lstStyle/>
              <a:p>
                <a:pPr algn="ctr" eaLnBrk="0" hangingPunct="0"/>
                <a:endParaRPr lang="nl-BE"/>
              </a:p>
            </p:txBody>
          </p:sp>
          <p:sp>
            <p:nvSpPr>
              <p:cNvPr id="42709" name="Oval 37"/>
              <p:cNvSpPr>
                <a:spLocks noChangeArrowheads="1"/>
              </p:cNvSpPr>
              <p:nvPr/>
            </p:nvSpPr>
            <p:spPr bwMode="auto">
              <a:xfrm>
                <a:off x="4395" y="2586"/>
                <a:ext cx="176" cy="116"/>
              </a:xfrm>
              <a:prstGeom prst="ellipse">
                <a:avLst/>
              </a:prstGeom>
              <a:solidFill>
                <a:srgbClr val="006000"/>
              </a:solidFill>
              <a:ln w="9525">
                <a:noFill/>
                <a:round/>
                <a:headEnd/>
                <a:tailEnd/>
              </a:ln>
            </p:spPr>
            <p:txBody>
              <a:bodyPr/>
              <a:lstStyle/>
              <a:p>
                <a:pPr algn="ctr" eaLnBrk="0" hangingPunct="0"/>
                <a:endParaRPr lang="nl-BE"/>
              </a:p>
            </p:txBody>
          </p:sp>
          <p:sp>
            <p:nvSpPr>
              <p:cNvPr id="42710" name="Oval 38"/>
              <p:cNvSpPr>
                <a:spLocks noChangeArrowheads="1"/>
              </p:cNvSpPr>
              <p:nvPr/>
            </p:nvSpPr>
            <p:spPr bwMode="auto">
              <a:xfrm>
                <a:off x="4374" y="2530"/>
                <a:ext cx="71" cy="74"/>
              </a:xfrm>
              <a:prstGeom prst="ellipse">
                <a:avLst/>
              </a:prstGeom>
              <a:solidFill>
                <a:srgbClr val="004000"/>
              </a:solidFill>
              <a:ln w="9525">
                <a:noFill/>
                <a:round/>
                <a:headEnd/>
                <a:tailEnd/>
              </a:ln>
            </p:spPr>
            <p:txBody>
              <a:bodyPr/>
              <a:lstStyle/>
              <a:p>
                <a:pPr algn="ctr" eaLnBrk="0" hangingPunct="0"/>
                <a:endParaRPr lang="nl-BE"/>
              </a:p>
            </p:txBody>
          </p:sp>
          <p:sp>
            <p:nvSpPr>
              <p:cNvPr id="42711" name="Oval 39"/>
              <p:cNvSpPr>
                <a:spLocks noChangeArrowheads="1"/>
              </p:cNvSpPr>
              <p:nvPr/>
            </p:nvSpPr>
            <p:spPr bwMode="auto">
              <a:xfrm>
                <a:off x="4382" y="2606"/>
                <a:ext cx="179" cy="80"/>
              </a:xfrm>
              <a:prstGeom prst="ellipse">
                <a:avLst/>
              </a:prstGeom>
              <a:solidFill>
                <a:srgbClr val="004000"/>
              </a:solidFill>
              <a:ln w="9525">
                <a:noFill/>
                <a:round/>
                <a:headEnd/>
                <a:tailEnd/>
              </a:ln>
            </p:spPr>
            <p:txBody>
              <a:bodyPr/>
              <a:lstStyle/>
              <a:p>
                <a:pPr algn="ctr" eaLnBrk="0" hangingPunct="0"/>
                <a:endParaRPr lang="nl-BE"/>
              </a:p>
            </p:txBody>
          </p:sp>
          <p:sp>
            <p:nvSpPr>
              <p:cNvPr id="42712" name="Oval 40"/>
              <p:cNvSpPr>
                <a:spLocks noChangeArrowheads="1"/>
              </p:cNvSpPr>
              <p:nvPr/>
            </p:nvSpPr>
            <p:spPr bwMode="auto">
              <a:xfrm>
                <a:off x="4450" y="2527"/>
                <a:ext cx="138" cy="120"/>
              </a:xfrm>
              <a:prstGeom prst="ellipse">
                <a:avLst/>
              </a:prstGeom>
              <a:solidFill>
                <a:srgbClr val="008000"/>
              </a:solidFill>
              <a:ln w="9525">
                <a:noFill/>
                <a:round/>
                <a:headEnd/>
                <a:tailEnd/>
              </a:ln>
            </p:spPr>
            <p:txBody>
              <a:bodyPr/>
              <a:lstStyle/>
              <a:p>
                <a:pPr algn="ctr" eaLnBrk="0" hangingPunct="0"/>
                <a:endParaRPr lang="nl-BE"/>
              </a:p>
            </p:txBody>
          </p:sp>
          <p:sp>
            <p:nvSpPr>
              <p:cNvPr id="42713" name="Oval 41"/>
              <p:cNvSpPr>
                <a:spLocks noChangeArrowheads="1"/>
              </p:cNvSpPr>
              <p:nvPr/>
            </p:nvSpPr>
            <p:spPr bwMode="auto">
              <a:xfrm>
                <a:off x="4459" y="2558"/>
                <a:ext cx="82" cy="85"/>
              </a:xfrm>
              <a:prstGeom prst="ellipse">
                <a:avLst/>
              </a:prstGeom>
              <a:solidFill>
                <a:srgbClr val="006000"/>
              </a:solidFill>
              <a:ln w="9525">
                <a:noFill/>
                <a:round/>
                <a:headEnd/>
                <a:tailEnd/>
              </a:ln>
            </p:spPr>
            <p:txBody>
              <a:bodyPr/>
              <a:lstStyle/>
              <a:p>
                <a:pPr algn="ctr" eaLnBrk="0" hangingPunct="0"/>
                <a:endParaRPr lang="nl-BE"/>
              </a:p>
            </p:txBody>
          </p:sp>
          <p:sp>
            <p:nvSpPr>
              <p:cNvPr id="42714" name="Oval 42"/>
              <p:cNvSpPr>
                <a:spLocks noChangeArrowheads="1"/>
              </p:cNvSpPr>
              <p:nvPr/>
            </p:nvSpPr>
            <p:spPr bwMode="auto">
              <a:xfrm>
                <a:off x="4406" y="2181"/>
                <a:ext cx="151" cy="164"/>
              </a:xfrm>
              <a:prstGeom prst="ellipse">
                <a:avLst/>
              </a:prstGeom>
              <a:solidFill>
                <a:srgbClr val="006000"/>
              </a:solidFill>
              <a:ln w="9525">
                <a:noFill/>
                <a:round/>
                <a:headEnd/>
                <a:tailEnd/>
              </a:ln>
            </p:spPr>
            <p:txBody>
              <a:bodyPr/>
              <a:lstStyle/>
              <a:p>
                <a:pPr algn="ctr" eaLnBrk="0" hangingPunct="0"/>
                <a:endParaRPr lang="nl-BE"/>
              </a:p>
            </p:txBody>
          </p:sp>
          <p:sp>
            <p:nvSpPr>
              <p:cNvPr id="42715" name="Oval 43"/>
              <p:cNvSpPr>
                <a:spLocks noChangeArrowheads="1"/>
              </p:cNvSpPr>
              <p:nvPr/>
            </p:nvSpPr>
            <p:spPr bwMode="auto">
              <a:xfrm>
                <a:off x="4512" y="2158"/>
                <a:ext cx="124" cy="163"/>
              </a:xfrm>
              <a:prstGeom prst="ellipse">
                <a:avLst/>
              </a:prstGeom>
              <a:solidFill>
                <a:srgbClr val="006000"/>
              </a:solidFill>
              <a:ln w="9525">
                <a:noFill/>
                <a:round/>
                <a:headEnd/>
                <a:tailEnd/>
              </a:ln>
            </p:spPr>
            <p:txBody>
              <a:bodyPr/>
              <a:lstStyle/>
              <a:p>
                <a:pPr algn="ctr" eaLnBrk="0" hangingPunct="0"/>
                <a:endParaRPr lang="nl-BE"/>
              </a:p>
            </p:txBody>
          </p:sp>
          <p:sp>
            <p:nvSpPr>
              <p:cNvPr id="42716" name="Oval 44"/>
              <p:cNvSpPr>
                <a:spLocks noChangeArrowheads="1"/>
              </p:cNvSpPr>
              <p:nvPr/>
            </p:nvSpPr>
            <p:spPr bwMode="auto">
              <a:xfrm>
                <a:off x="4453" y="2276"/>
                <a:ext cx="79" cy="64"/>
              </a:xfrm>
              <a:prstGeom prst="ellipse">
                <a:avLst/>
              </a:prstGeom>
              <a:solidFill>
                <a:srgbClr val="004000"/>
              </a:solidFill>
              <a:ln w="9525">
                <a:noFill/>
                <a:round/>
                <a:headEnd/>
                <a:tailEnd/>
              </a:ln>
            </p:spPr>
            <p:txBody>
              <a:bodyPr/>
              <a:lstStyle/>
              <a:p>
                <a:pPr algn="ctr" eaLnBrk="0" hangingPunct="0"/>
                <a:endParaRPr lang="nl-BE"/>
              </a:p>
            </p:txBody>
          </p:sp>
          <p:sp>
            <p:nvSpPr>
              <p:cNvPr id="42717" name="Oval 45"/>
              <p:cNvSpPr>
                <a:spLocks noChangeArrowheads="1"/>
              </p:cNvSpPr>
              <p:nvPr/>
            </p:nvSpPr>
            <p:spPr bwMode="auto">
              <a:xfrm>
                <a:off x="4541" y="2236"/>
                <a:ext cx="101" cy="106"/>
              </a:xfrm>
              <a:prstGeom prst="ellipse">
                <a:avLst/>
              </a:prstGeom>
              <a:solidFill>
                <a:srgbClr val="004000"/>
              </a:solidFill>
              <a:ln w="9525">
                <a:noFill/>
                <a:round/>
                <a:headEnd/>
                <a:tailEnd/>
              </a:ln>
            </p:spPr>
            <p:txBody>
              <a:bodyPr/>
              <a:lstStyle/>
              <a:p>
                <a:pPr algn="ctr" eaLnBrk="0" hangingPunct="0"/>
                <a:endParaRPr lang="nl-BE"/>
              </a:p>
            </p:txBody>
          </p:sp>
          <p:sp>
            <p:nvSpPr>
              <p:cNvPr id="42718" name="Oval 46"/>
              <p:cNvSpPr>
                <a:spLocks noChangeArrowheads="1"/>
              </p:cNvSpPr>
              <p:nvPr/>
            </p:nvSpPr>
            <p:spPr bwMode="auto">
              <a:xfrm>
                <a:off x="4448" y="2142"/>
                <a:ext cx="130" cy="128"/>
              </a:xfrm>
              <a:prstGeom prst="ellipse">
                <a:avLst/>
              </a:prstGeom>
              <a:solidFill>
                <a:srgbClr val="008000"/>
              </a:solidFill>
              <a:ln w="9525">
                <a:noFill/>
                <a:round/>
                <a:headEnd/>
                <a:tailEnd/>
              </a:ln>
            </p:spPr>
            <p:txBody>
              <a:bodyPr/>
              <a:lstStyle/>
              <a:p>
                <a:pPr algn="ctr" eaLnBrk="0" hangingPunct="0"/>
                <a:endParaRPr lang="nl-BE"/>
              </a:p>
            </p:txBody>
          </p:sp>
          <p:sp>
            <p:nvSpPr>
              <p:cNvPr id="42719" name="Oval 47"/>
              <p:cNvSpPr>
                <a:spLocks noChangeArrowheads="1"/>
              </p:cNvSpPr>
              <p:nvPr/>
            </p:nvSpPr>
            <p:spPr bwMode="auto">
              <a:xfrm>
                <a:off x="4481" y="2185"/>
                <a:ext cx="93" cy="78"/>
              </a:xfrm>
              <a:prstGeom prst="ellipse">
                <a:avLst/>
              </a:prstGeom>
              <a:solidFill>
                <a:srgbClr val="006000"/>
              </a:solidFill>
              <a:ln w="9525">
                <a:noFill/>
                <a:round/>
                <a:headEnd/>
                <a:tailEnd/>
              </a:ln>
            </p:spPr>
            <p:txBody>
              <a:bodyPr/>
              <a:lstStyle/>
              <a:p>
                <a:pPr algn="ctr" eaLnBrk="0" hangingPunct="0"/>
                <a:endParaRPr lang="nl-BE"/>
              </a:p>
            </p:txBody>
          </p:sp>
          <p:sp>
            <p:nvSpPr>
              <p:cNvPr id="42720" name="Oval 48"/>
              <p:cNvSpPr>
                <a:spLocks noChangeArrowheads="1"/>
              </p:cNvSpPr>
              <p:nvPr/>
            </p:nvSpPr>
            <p:spPr bwMode="auto">
              <a:xfrm>
                <a:off x="4388" y="2240"/>
                <a:ext cx="176" cy="140"/>
              </a:xfrm>
              <a:prstGeom prst="ellipse">
                <a:avLst/>
              </a:prstGeom>
              <a:solidFill>
                <a:srgbClr val="006000"/>
              </a:solidFill>
              <a:ln w="9525">
                <a:noFill/>
                <a:round/>
                <a:headEnd/>
                <a:tailEnd/>
              </a:ln>
            </p:spPr>
            <p:txBody>
              <a:bodyPr/>
              <a:lstStyle/>
              <a:p>
                <a:pPr algn="ctr" eaLnBrk="0" hangingPunct="0"/>
                <a:endParaRPr lang="nl-BE"/>
              </a:p>
            </p:txBody>
          </p:sp>
          <p:sp>
            <p:nvSpPr>
              <p:cNvPr id="42721" name="Oval 49"/>
              <p:cNvSpPr>
                <a:spLocks noChangeArrowheads="1"/>
              </p:cNvSpPr>
              <p:nvPr/>
            </p:nvSpPr>
            <p:spPr bwMode="auto">
              <a:xfrm>
                <a:off x="4414" y="2333"/>
                <a:ext cx="176" cy="117"/>
              </a:xfrm>
              <a:prstGeom prst="ellipse">
                <a:avLst/>
              </a:prstGeom>
              <a:solidFill>
                <a:srgbClr val="006000"/>
              </a:solidFill>
              <a:ln w="9525">
                <a:noFill/>
                <a:round/>
                <a:headEnd/>
                <a:tailEnd/>
              </a:ln>
            </p:spPr>
            <p:txBody>
              <a:bodyPr/>
              <a:lstStyle/>
              <a:p>
                <a:pPr algn="ctr" eaLnBrk="0" hangingPunct="0"/>
                <a:endParaRPr lang="nl-BE"/>
              </a:p>
            </p:txBody>
          </p:sp>
          <p:sp>
            <p:nvSpPr>
              <p:cNvPr id="42722" name="Oval 50"/>
              <p:cNvSpPr>
                <a:spLocks noChangeArrowheads="1"/>
              </p:cNvSpPr>
              <p:nvPr/>
            </p:nvSpPr>
            <p:spPr bwMode="auto">
              <a:xfrm>
                <a:off x="4393" y="2279"/>
                <a:ext cx="137" cy="73"/>
              </a:xfrm>
              <a:prstGeom prst="ellipse">
                <a:avLst/>
              </a:prstGeom>
              <a:solidFill>
                <a:srgbClr val="004000"/>
              </a:solidFill>
              <a:ln w="9525">
                <a:noFill/>
                <a:round/>
                <a:headEnd/>
                <a:tailEnd/>
              </a:ln>
            </p:spPr>
            <p:txBody>
              <a:bodyPr/>
              <a:lstStyle/>
              <a:p>
                <a:pPr algn="ctr" eaLnBrk="0" hangingPunct="0"/>
                <a:endParaRPr lang="nl-BE"/>
              </a:p>
            </p:txBody>
          </p:sp>
          <p:sp>
            <p:nvSpPr>
              <p:cNvPr id="42723" name="Oval 51"/>
              <p:cNvSpPr>
                <a:spLocks noChangeArrowheads="1"/>
              </p:cNvSpPr>
              <p:nvPr/>
            </p:nvSpPr>
            <p:spPr bwMode="auto">
              <a:xfrm>
                <a:off x="4414" y="2335"/>
                <a:ext cx="92" cy="102"/>
              </a:xfrm>
              <a:prstGeom prst="ellipse">
                <a:avLst/>
              </a:prstGeom>
              <a:solidFill>
                <a:srgbClr val="004000"/>
              </a:solidFill>
              <a:ln w="9525">
                <a:noFill/>
                <a:round/>
                <a:headEnd/>
                <a:tailEnd/>
              </a:ln>
            </p:spPr>
            <p:txBody>
              <a:bodyPr/>
              <a:lstStyle/>
              <a:p>
                <a:pPr algn="ctr" eaLnBrk="0" hangingPunct="0"/>
                <a:endParaRPr lang="nl-BE"/>
              </a:p>
            </p:txBody>
          </p:sp>
          <p:sp>
            <p:nvSpPr>
              <p:cNvPr id="42724" name="Oval 52"/>
              <p:cNvSpPr>
                <a:spLocks noChangeArrowheads="1"/>
              </p:cNvSpPr>
              <p:nvPr/>
            </p:nvSpPr>
            <p:spPr bwMode="auto">
              <a:xfrm>
                <a:off x="4469" y="2275"/>
                <a:ext cx="138" cy="120"/>
              </a:xfrm>
              <a:prstGeom prst="ellipse">
                <a:avLst/>
              </a:prstGeom>
              <a:solidFill>
                <a:srgbClr val="008000"/>
              </a:solidFill>
              <a:ln w="9525">
                <a:noFill/>
                <a:round/>
                <a:headEnd/>
                <a:tailEnd/>
              </a:ln>
            </p:spPr>
            <p:txBody>
              <a:bodyPr/>
              <a:lstStyle/>
              <a:p>
                <a:pPr algn="ctr" eaLnBrk="0" hangingPunct="0"/>
                <a:endParaRPr lang="nl-BE"/>
              </a:p>
            </p:txBody>
          </p:sp>
          <p:sp>
            <p:nvSpPr>
              <p:cNvPr id="42725" name="Oval 53"/>
              <p:cNvSpPr>
                <a:spLocks noChangeArrowheads="1"/>
              </p:cNvSpPr>
              <p:nvPr/>
            </p:nvSpPr>
            <p:spPr bwMode="auto">
              <a:xfrm>
                <a:off x="4476" y="2306"/>
                <a:ext cx="85" cy="85"/>
              </a:xfrm>
              <a:prstGeom prst="ellipse">
                <a:avLst/>
              </a:prstGeom>
              <a:solidFill>
                <a:srgbClr val="006000"/>
              </a:solidFill>
              <a:ln w="9525">
                <a:noFill/>
                <a:round/>
                <a:headEnd/>
                <a:tailEnd/>
              </a:ln>
            </p:spPr>
            <p:txBody>
              <a:bodyPr/>
              <a:lstStyle/>
              <a:p>
                <a:pPr algn="ctr" eaLnBrk="0" hangingPunct="0"/>
                <a:endParaRPr lang="nl-BE"/>
              </a:p>
            </p:txBody>
          </p:sp>
          <p:sp>
            <p:nvSpPr>
              <p:cNvPr id="42726" name="Oval 54"/>
              <p:cNvSpPr>
                <a:spLocks noChangeArrowheads="1"/>
              </p:cNvSpPr>
              <p:nvPr/>
            </p:nvSpPr>
            <p:spPr bwMode="auto">
              <a:xfrm>
                <a:off x="4547" y="2545"/>
                <a:ext cx="150" cy="164"/>
              </a:xfrm>
              <a:prstGeom prst="ellipse">
                <a:avLst/>
              </a:prstGeom>
              <a:solidFill>
                <a:srgbClr val="006000"/>
              </a:solidFill>
              <a:ln w="9525">
                <a:noFill/>
                <a:round/>
                <a:headEnd/>
                <a:tailEnd/>
              </a:ln>
            </p:spPr>
            <p:txBody>
              <a:bodyPr/>
              <a:lstStyle/>
              <a:p>
                <a:pPr algn="ctr" eaLnBrk="0" hangingPunct="0"/>
                <a:endParaRPr lang="nl-BE"/>
              </a:p>
            </p:txBody>
          </p:sp>
          <p:sp>
            <p:nvSpPr>
              <p:cNvPr id="42727" name="Oval 55"/>
              <p:cNvSpPr>
                <a:spLocks noChangeArrowheads="1"/>
              </p:cNvSpPr>
              <p:nvPr/>
            </p:nvSpPr>
            <p:spPr bwMode="auto">
              <a:xfrm>
                <a:off x="4652" y="2522"/>
                <a:ext cx="125" cy="164"/>
              </a:xfrm>
              <a:prstGeom prst="ellipse">
                <a:avLst/>
              </a:prstGeom>
              <a:solidFill>
                <a:srgbClr val="006000"/>
              </a:solidFill>
              <a:ln w="9525">
                <a:noFill/>
                <a:round/>
                <a:headEnd/>
                <a:tailEnd/>
              </a:ln>
            </p:spPr>
            <p:txBody>
              <a:bodyPr/>
              <a:lstStyle/>
              <a:p>
                <a:pPr algn="ctr" eaLnBrk="0" hangingPunct="0"/>
                <a:endParaRPr lang="nl-BE"/>
              </a:p>
            </p:txBody>
          </p:sp>
          <p:sp>
            <p:nvSpPr>
              <p:cNvPr id="42728" name="Oval 56"/>
              <p:cNvSpPr>
                <a:spLocks noChangeArrowheads="1"/>
              </p:cNvSpPr>
              <p:nvPr/>
            </p:nvSpPr>
            <p:spPr bwMode="auto">
              <a:xfrm>
                <a:off x="4520" y="2623"/>
                <a:ext cx="142" cy="78"/>
              </a:xfrm>
              <a:prstGeom prst="ellipse">
                <a:avLst/>
              </a:prstGeom>
              <a:solidFill>
                <a:srgbClr val="004000"/>
              </a:solidFill>
              <a:ln w="9525">
                <a:noFill/>
                <a:round/>
                <a:headEnd/>
                <a:tailEnd/>
              </a:ln>
            </p:spPr>
            <p:txBody>
              <a:bodyPr/>
              <a:lstStyle/>
              <a:p>
                <a:pPr algn="ctr" eaLnBrk="0" hangingPunct="0"/>
                <a:endParaRPr lang="nl-BE"/>
              </a:p>
            </p:txBody>
          </p:sp>
          <p:sp>
            <p:nvSpPr>
              <p:cNvPr id="42729" name="Oval 57"/>
              <p:cNvSpPr>
                <a:spLocks noChangeArrowheads="1"/>
              </p:cNvSpPr>
              <p:nvPr/>
            </p:nvSpPr>
            <p:spPr bwMode="auto">
              <a:xfrm>
                <a:off x="4681" y="2600"/>
                <a:ext cx="84" cy="86"/>
              </a:xfrm>
              <a:prstGeom prst="ellipse">
                <a:avLst/>
              </a:prstGeom>
              <a:solidFill>
                <a:srgbClr val="004000"/>
              </a:solidFill>
              <a:ln w="9525">
                <a:noFill/>
                <a:round/>
                <a:headEnd/>
                <a:tailEnd/>
              </a:ln>
            </p:spPr>
            <p:txBody>
              <a:bodyPr/>
              <a:lstStyle/>
              <a:p>
                <a:pPr algn="ctr" eaLnBrk="0" hangingPunct="0"/>
                <a:endParaRPr lang="nl-BE"/>
              </a:p>
            </p:txBody>
          </p:sp>
          <p:sp>
            <p:nvSpPr>
              <p:cNvPr id="42730" name="Oval 58"/>
              <p:cNvSpPr>
                <a:spLocks noChangeArrowheads="1"/>
              </p:cNvSpPr>
              <p:nvPr/>
            </p:nvSpPr>
            <p:spPr bwMode="auto">
              <a:xfrm>
                <a:off x="4589" y="2506"/>
                <a:ext cx="129" cy="128"/>
              </a:xfrm>
              <a:prstGeom prst="ellipse">
                <a:avLst/>
              </a:prstGeom>
              <a:solidFill>
                <a:srgbClr val="008000"/>
              </a:solidFill>
              <a:ln w="9525">
                <a:noFill/>
                <a:round/>
                <a:headEnd/>
                <a:tailEnd/>
              </a:ln>
            </p:spPr>
            <p:txBody>
              <a:bodyPr/>
              <a:lstStyle/>
              <a:p>
                <a:pPr algn="ctr" eaLnBrk="0" hangingPunct="0"/>
                <a:endParaRPr lang="nl-BE"/>
              </a:p>
            </p:txBody>
          </p:sp>
          <p:sp>
            <p:nvSpPr>
              <p:cNvPr id="42731" name="Oval 59"/>
              <p:cNvSpPr>
                <a:spLocks noChangeArrowheads="1"/>
              </p:cNvSpPr>
              <p:nvPr/>
            </p:nvSpPr>
            <p:spPr bwMode="auto">
              <a:xfrm>
                <a:off x="4622" y="2549"/>
                <a:ext cx="91" cy="78"/>
              </a:xfrm>
              <a:prstGeom prst="ellipse">
                <a:avLst/>
              </a:prstGeom>
              <a:solidFill>
                <a:srgbClr val="006000"/>
              </a:solidFill>
              <a:ln w="9525">
                <a:noFill/>
                <a:round/>
                <a:headEnd/>
                <a:tailEnd/>
              </a:ln>
            </p:spPr>
            <p:txBody>
              <a:bodyPr/>
              <a:lstStyle/>
              <a:p>
                <a:pPr algn="ctr" eaLnBrk="0" hangingPunct="0"/>
                <a:endParaRPr lang="nl-BE"/>
              </a:p>
            </p:txBody>
          </p:sp>
          <p:sp>
            <p:nvSpPr>
              <p:cNvPr id="42732" name="Oval 60"/>
              <p:cNvSpPr>
                <a:spLocks noChangeArrowheads="1"/>
              </p:cNvSpPr>
              <p:nvPr/>
            </p:nvSpPr>
            <p:spPr bwMode="auto">
              <a:xfrm>
                <a:off x="4529" y="2396"/>
                <a:ext cx="150" cy="163"/>
              </a:xfrm>
              <a:prstGeom prst="ellipse">
                <a:avLst/>
              </a:prstGeom>
              <a:solidFill>
                <a:srgbClr val="006000"/>
              </a:solidFill>
              <a:ln w="9525">
                <a:noFill/>
                <a:round/>
                <a:headEnd/>
                <a:tailEnd/>
              </a:ln>
            </p:spPr>
            <p:txBody>
              <a:bodyPr/>
              <a:lstStyle/>
              <a:p>
                <a:pPr algn="ctr" eaLnBrk="0" hangingPunct="0"/>
                <a:endParaRPr lang="nl-BE"/>
              </a:p>
            </p:txBody>
          </p:sp>
          <p:sp>
            <p:nvSpPr>
              <p:cNvPr id="42733" name="Oval 61"/>
              <p:cNvSpPr>
                <a:spLocks noChangeArrowheads="1"/>
              </p:cNvSpPr>
              <p:nvPr/>
            </p:nvSpPr>
            <p:spPr bwMode="auto">
              <a:xfrm>
                <a:off x="4634" y="2420"/>
                <a:ext cx="124" cy="163"/>
              </a:xfrm>
              <a:prstGeom prst="ellipse">
                <a:avLst/>
              </a:prstGeom>
              <a:solidFill>
                <a:srgbClr val="006000"/>
              </a:solidFill>
              <a:ln w="9525">
                <a:noFill/>
                <a:round/>
                <a:headEnd/>
                <a:tailEnd/>
              </a:ln>
            </p:spPr>
            <p:txBody>
              <a:bodyPr/>
              <a:lstStyle/>
              <a:p>
                <a:pPr algn="ctr" eaLnBrk="0" hangingPunct="0"/>
                <a:endParaRPr lang="nl-BE"/>
              </a:p>
            </p:txBody>
          </p:sp>
          <p:sp>
            <p:nvSpPr>
              <p:cNvPr id="42734" name="Oval 62"/>
              <p:cNvSpPr>
                <a:spLocks noChangeArrowheads="1"/>
              </p:cNvSpPr>
              <p:nvPr/>
            </p:nvSpPr>
            <p:spPr bwMode="auto">
              <a:xfrm>
                <a:off x="4663" y="2419"/>
                <a:ext cx="83" cy="86"/>
              </a:xfrm>
              <a:prstGeom prst="ellipse">
                <a:avLst/>
              </a:prstGeom>
              <a:solidFill>
                <a:srgbClr val="004000"/>
              </a:solidFill>
              <a:ln w="9525">
                <a:noFill/>
                <a:round/>
                <a:headEnd/>
                <a:tailEnd/>
              </a:ln>
            </p:spPr>
            <p:txBody>
              <a:bodyPr/>
              <a:lstStyle/>
              <a:p>
                <a:pPr algn="ctr" eaLnBrk="0" hangingPunct="0"/>
                <a:endParaRPr lang="nl-BE"/>
              </a:p>
            </p:txBody>
          </p:sp>
          <p:sp>
            <p:nvSpPr>
              <p:cNvPr id="42735" name="Oval 63"/>
              <p:cNvSpPr>
                <a:spLocks noChangeArrowheads="1"/>
              </p:cNvSpPr>
              <p:nvPr/>
            </p:nvSpPr>
            <p:spPr bwMode="auto">
              <a:xfrm>
                <a:off x="4570" y="2470"/>
                <a:ext cx="130" cy="128"/>
              </a:xfrm>
              <a:prstGeom prst="ellipse">
                <a:avLst/>
              </a:prstGeom>
              <a:solidFill>
                <a:srgbClr val="008000"/>
              </a:solidFill>
              <a:ln w="9525">
                <a:noFill/>
                <a:round/>
                <a:headEnd/>
                <a:tailEnd/>
              </a:ln>
            </p:spPr>
            <p:txBody>
              <a:bodyPr/>
              <a:lstStyle/>
              <a:p>
                <a:pPr algn="ctr" eaLnBrk="0" hangingPunct="0"/>
                <a:endParaRPr lang="nl-BE"/>
              </a:p>
            </p:txBody>
          </p:sp>
          <p:sp>
            <p:nvSpPr>
              <p:cNvPr id="42736" name="Oval 64"/>
              <p:cNvSpPr>
                <a:spLocks noChangeArrowheads="1"/>
              </p:cNvSpPr>
              <p:nvPr/>
            </p:nvSpPr>
            <p:spPr bwMode="auto">
              <a:xfrm>
                <a:off x="4604" y="2478"/>
                <a:ext cx="91" cy="78"/>
              </a:xfrm>
              <a:prstGeom prst="ellipse">
                <a:avLst/>
              </a:prstGeom>
              <a:solidFill>
                <a:srgbClr val="006000"/>
              </a:solidFill>
              <a:ln w="9525">
                <a:noFill/>
                <a:round/>
                <a:headEnd/>
                <a:tailEnd/>
              </a:ln>
            </p:spPr>
            <p:txBody>
              <a:bodyPr/>
              <a:lstStyle/>
              <a:p>
                <a:pPr algn="ctr" eaLnBrk="0" hangingPunct="0"/>
                <a:endParaRPr lang="nl-BE"/>
              </a:p>
            </p:txBody>
          </p:sp>
          <p:sp>
            <p:nvSpPr>
              <p:cNvPr id="42737" name="Oval 65"/>
              <p:cNvSpPr>
                <a:spLocks noChangeArrowheads="1"/>
              </p:cNvSpPr>
              <p:nvPr/>
            </p:nvSpPr>
            <p:spPr bwMode="auto">
              <a:xfrm>
                <a:off x="4779" y="2644"/>
                <a:ext cx="165" cy="150"/>
              </a:xfrm>
              <a:prstGeom prst="ellipse">
                <a:avLst/>
              </a:prstGeom>
              <a:solidFill>
                <a:srgbClr val="006000"/>
              </a:solidFill>
              <a:ln w="9525">
                <a:noFill/>
                <a:round/>
                <a:headEnd/>
                <a:tailEnd/>
              </a:ln>
            </p:spPr>
            <p:txBody>
              <a:bodyPr/>
              <a:lstStyle/>
              <a:p>
                <a:pPr algn="ctr" eaLnBrk="0" hangingPunct="0"/>
                <a:endParaRPr lang="nl-BE"/>
              </a:p>
            </p:txBody>
          </p:sp>
          <p:sp>
            <p:nvSpPr>
              <p:cNvPr id="42738" name="Oval 66"/>
              <p:cNvSpPr>
                <a:spLocks noChangeArrowheads="1"/>
              </p:cNvSpPr>
              <p:nvPr/>
            </p:nvSpPr>
            <p:spPr bwMode="auto">
              <a:xfrm>
                <a:off x="4756" y="2565"/>
                <a:ext cx="164" cy="123"/>
              </a:xfrm>
              <a:prstGeom prst="ellipse">
                <a:avLst/>
              </a:prstGeom>
              <a:solidFill>
                <a:srgbClr val="006000"/>
              </a:solidFill>
              <a:ln w="9525">
                <a:noFill/>
                <a:round/>
                <a:headEnd/>
                <a:tailEnd/>
              </a:ln>
            </p:spPr>
            <p:txBody>
              <a:bodyPr/>
              <a:lstStyle/>
              <a:p>
                <a:pPr algn="ctr" eaLnBrk="0" hangingPunct="0"/>
                <a:endParaRPr lang="nl-BE"/>
              </a:p>
            </p:txBody>
          </p:sp>
          <p:sp>
            <p:nvSpPr>
              <p:cNvPr id="42739" name="Oval 67"/>
              <p:cNvSpPr>
                <a:spLocks noChangeArrowheads="1"/>
              </p:cNvSpPr>
              <p:nvPr/>
            </p:nvSpPr>
            <p:spPr bwMode="auto">
              <a:xfrm>
                <a:off x="4834" y="2577"/>
                <a:ext cx="87" cy="83"/>
              </a:xfrm>
              <a:prstGeom prst="ellipse">
                <a:avLst/>
              </a:prstGeom>
              <a:solidFill>
                <a:srgbClr val="004000"/>
              </a:solidFill>
              <a:ln w="9525">
                <a:noFill/>
                <a:round/>
                <a:headEnd/>
                <a:tailEnd/>
              </a:ln>
            </p:spPr>
            <p:txBody>
              <a:bodyPr/>
              <a:lstStyle/>
              <a:p>
                <a:pPr algn="ctr" eaLnBrk="0" hangingPunct="0"/>
                <a:endParaRPr lang="nl-BE"/>
              </a:p>
            </p:txBody>
          </p:sp>
          <p:sp>
            <p:nvSpPr>
              <p:cNvPr id="42740" name="Oval 68"/>
              <p:cNvSpPr>
                <a:spLocks noChangeArrowheads="1"/>
              </p:cNvSpPr>
              <p:nvPr/>
            </p:nvSpPr>
            <p:spPr bwMode="auto">
              <a:xfrm>
                <a:off x="4740" y="2623"/>
                <a:ext cx="129" cy="129"/>
              </a:xfrm>
              <a:prstGeom prst="ellipse">
                <a:avLst/>
              </a:prstGeom>
              <a:solidFill>
                <a:srgbClr val="008000"/>
              </a:solidFill>
              <a:ln w="9525">
                <a:noFill/>
                <a:round/>
                <a:headEnd/>
                <a:tailEnd/>
              </a:ln>
            </p:spPr>
            <p:txBody>
              <a:bodyPr/>
              <a:lstStyle/>
              <a:p>
                <a:pPr algn="ctr" eaLnBrk="0" hangingPunct="0"/>
                <a:endParaRPr lang="nl-BE"/>
              </a:p>
            </p:txBody>
          </p:sp>
          <p:sp>
            <p:nvSpPr>
              <p:cNvPr id="42741" name="Oval 69"/>
              <p:cNvSpPr>
                <a:spLocks noChangeArrowheads="1"/>
              </p:cNvSpPr>
              <p:nvPr/>
            </p:nvSpPr>
            <p:spPr bwMode="auto">
              <a:xfrm>
                <a:off x="4784" y="2627"/>
                <a:ext cx="77" cy="92"/>
              </a:xfrm>
              <a:prstGeom prst="ellipse">
                <a:avLst/>
              </a:prstGeom>
              <a:solidFill>
                <a:srgbClr val="006000"/>
              </a:solidFill>
              <a:ln w="9525">
                <a:noFill/>
                <a:round/>
                <a:headEnd/>
                <a:tailEnd/>
              </a:ln>
            </p:spPr>
            <p:txBody>
              <a:bodyPr/>
              <a:lstStyle/>
              <a:p>
                <a:pPr algn="ctr" eaLnBrk="0" hangingPunct="0"/>
                <a:endParaRPr lang="nl-BE"/>
              </a:p>
            </p:txBody>
          </p:sp>
          <p:sp>
            <p:nvSpPr>
              <p:cNvPr id="42742" name="Oval 70"/>
              <p:cNvSpPr>
                <a:spLocks noChangeArrowheads="1"/>
              </p:cNvSpPr>
              <p:nvPr/>
            </p:nvSpPr>
            <p:spPr bwMode="auto">
              <a:xfrm>
                <a:off x="4395" y="2027"/>
                <a:ext cx="135" cy="108"/>
              </a:xfrm>
              <a:prstGeom prst="ellipse">
                <a:avLst/>
              </a:prstGeom>
              <a:solidFill>
                <a:srgbClr val="006000"/>
              </a:solidFill>
              <a:ln w="9525">
                <a:noFill/>
                <a:round/>
                <a:headEnd/>
                <a:tailEnd/>
              </a:ln>
            </p:spPr>
            <p:txBody>
              <a:bodyPr/>
              <a:lstStyle/>
              <a:p>
                <a:pPr algn="ctr" eaLnBrk="0" hangingPunct="0"/>
                <a:endParaRPr lang="nl-BE"/>
              </a:p>
            </p:txBody>
          </p:sp>
          <p:sp>
            <p:nvSpPr>
              <p:cNvPr id="42743" name="Oval 71"/>
              <p:cNvSpPr>
                <a:spLocks noChangeArrowheads="1"/>
              </p:cNvSpPr>
              <p:nvPr/>
            </p:nvSpPr>
            <p:spPr bwMode="auto">
              <a:xfrm>
                <a:off x="4415" y="2102"/>
                <a:ext cx="134" cy="89"/>
              </a:xfrm>
              <a:prstGeom prst="ellipse">
                <a:avLst/>
              </a:prstGeom>
              <a:solidFill>
                <a:srgbClr val="006000"/>
              </a:solidFill>
              <a:ln w="9525">
                <a:noFill/>
                <a:round/>
                <a:headEnd/>
                <a:tailEnd/>
              </a:ln>
            </p:spPr>
            <p:txBody>
              <a:bodyPr/>
              <a:lstStyle/>
              <a:p>
                <a:pPr algn="ctr" eaLnBrk="0" hangingPunct="0"/>
                <a:endParaRPr lang="nl-BE"/>
              </a:p>
            </p:txBody>
          </p:sp>
          <p:sp>
            <p:nvSpPr>
              <p:cNvPr id="42744" name="Oval 72"/>
              <p:cNvSpPr>
                <a:spLocks noChangeArrowheads="1"/>
              </p:cNvSpPr>
              <p:nvPr/>
            </p:nvSpPr>
            <p:spPr bwMode="auto">
              <a:xfrm>
                <a:off x="4415" y="2123"/>
                <a:ext cx="70" cy="61"/>
              </a:xfrm>
              <a:prstGeom prst="ellipse">
                <a:avLst/>
              </a:prstGeom>
              <a:solidFill>
                <a:srgbClr val="004000"/>
              </a:solidFill>
              <a:ln w="9525">
                <a:noFill/>
                <a:round/>
                <a:headEnd/>
                <a:tailEnd/>
              </a:ln>
            </p:spPr>
            <p:txBody>
              <a:bodyPr/>
              <a:lstStyle/>
              <a:p>
                <a:pPr algn="ctr" eaLnBrk="0" hangingPunct="0"/>
                <a:endParaRPr lang="nl-BE"/>
              </a:p>
            </p:txBody>
          </p:sp>
          <p:sp>
            <p:nvSpPr>
              <p:cNvPr id="42745" name="Oval 73"/>
              <p:cNvSpPr>
                <a:spLocks noChangeArrowheads="1"/>
              </p:cNvSpPr>
              <p:nvPr/>
            </p:nvSpPr>
            <p:spPr bwMode="auto">
              <a:xfrm>
                <a:off x="4457" y="2057"/>
                <a:ext cx="106" cy="93"/>
              </a:xfrm>
              <a:prstGeom prst="ellipse">
                <a:avLst/>
              </a:prstGeom>
              <a:solidFill>
                <a:srgbClr val="008000"/>
              </a:solidFill>
              <a:ln w="9525">
                <a:noFill/>
                <a:round/>
                <a:headEnd/>
                <a:tailEnd/>
              </a:ln>
            </p:spPr>
            <p:txBody>
              <a:bodyPr/>
              <a:lstStyle/>
              <a:p>
                <a:pPr algn="ctr" eaLnBrk="0" hangingPunct="0"/>
                <a:endParaRPr lang="nl-BE"/>
              </a:p>
            </p:txBody>
          </p:sp>
          <p:sp>
            <p:nvSpPr>
              <p:cNvPr id="42746" name="Oval 74"/>
              <p:cNvSpPr>
                <a:spLocks noChangeArrowheads="1"/>
              </p:cNvSpPr>
              <p:nvPr/>
            </p:nvSpPr>
            <p:spPr bwMode="auto">
              <a:xfrm>
                <a:off x="4464" y="2081"/>
                <a:ext cx="63" cy="65"/>
              </a:xfrm>
              <a:prstGeom prst="ellipse">
                <a:avLst/>
              </a:prstGeom>
              <a:solidFill>
                <a:srgbClr val="006000"/>
              </a:solidFill>
              <a:ln w="9525">
                <a:noFill/>
                <a:round/>
                <a:headEnd/>
                <a:tailEnd/>
              </a:ln>
            </p:spPr>
            <p:txBody>
              <a:bodyPr/>
              <a:lstStyle/>
              <a:p>
                <a:pPr algn="ctr" eaLnBrk="0" hangingPunct="0"/>
                <a:endParaRPr lang="nl-BE"/>
              </a:p>
            </p:txBody>
          </p:sp>
          <p:sp>
            <p:nvSpPr>
              <p:cNvPr id="42747" name="Oval 75"/>
              <p:cNvSpPr>
                <a:spLocks noChangeArrowheads="1"/>
              </p:cNvSpPr>
              <p:nvPr/>
            </p:nvSpPr>
            <p:spPr bwMode="auto">
              <a:xfrm>
                <a:off x="2596" y="2303"/>
                <a:ext cx="151" cy="163"/>
              </a:xfrm>
              <a:prstGeom prst="ellipse">
                <a:avLst/>
              </a:prstGeom>
              <a:solidFill>
                <a:srgbClr val="006000"/>
              </a:solidFill>
              <a:ln w="9525">
                <a:noFill/>
                <a:round/>
                <a:headEnd/>
                <a:tailEnd/>
              </a:ln>
            </p:spPr>
            <p:txBody>
              <a:bodyPr/>
              <a:lstStyle/>
              <a:p>
                <a:pPr algn="ctr" eaLnBrk="0" hangingPunct="0"/>
                <a:endParaRPr lang="nl-BE"/>
              </a:p>
            </p:txBody>
          </p:sp>
          <p:sp>
            <p:nvSpPr>
              <p:cNvPr id="42748" name="Oval 76"/>
              <p:cNvSpPr>
                <a:spLocks noChangeArrowheads="1"/>
              </p:cNvSpPr>
              <p:nvPr/>
            </p:nvSpPr>
            <p:spPr bwMode="auto">
              <a:xfrm>
                <a:off x="2701" y="2279"/>
                <a:ext cx="126" cy="163"/>
              </a:xfrm>
              <a:prstGeom prst="ellipse">
                <a:avLst/>
              </a:prstGeom>
              <a:solidFill>
                <a:srgbClr val="006000"/>
              </a:solidFill>
              <a:ln w="9525">
                <a:noFill/>
                <a:round/>
                <a:headEnd/>
                <a:tailEnd/>
              </a:ln>
            </p:spPr>
            <p:txBody>
              <a:bodyPr/>
              <a:lstStyle/>
              <a:p>
                <a:pPr algn="ctr" eaLnBrk="0" hangingPunct="0"/>
                <a:endParaRPr lang="nl-BE"/>
              </a:p>
            </p:txBody>
          </p:sp>
          <p:sp>
            <p:nvSpPr>
              <p:cNvPr id="42749" name="Oval 77"/>
              <p:cNvSpPr>
                <a:spLocks noChangeArrowheads="1"/>
              </p:cNvSpPr>
              <p:nvPr/>
            </p:nvSpPr>
            <p:spPr bwMode="auto">
              <a:xfrm>
                <a:off x="2642" y="2396"/>
                <a:ext cx="79" cy="66"/>
              </a:xfrm>
              <a:prstGeom prst="ellipse">
                <a:avLst/>
              </a:prstGeom>
              <a:solidFill>
                <a:srgbClr val="004000"/>
              </a:solidFill>
              <a:ln w="9525">
                <a:noFill/>
                <a:round/>
                <a:headEnd/>
                <a:tailEnd/>
              </a:ln>
            </p:spPr>
            <p:txBody>
              <a:bodyPr/>
              <a:lstStyle/>
              <a:p>
                <a:pPr algn="ctr" eaLnBrk="0" hangingPunct="0"/>
                <a:endParaRPr lang="nl-BE"/>
              </a:p>
            </p:txBody>
          </p:sp>
          <p:sp>
            <p:nvSpPr>
              <p:cNvPr id="42750" name="Oval 78"/>
              <p:cNvSpPr>
                <a:spLocks noChangeArrowheads="1"/>
              </p:cNvSpPr>
              <p:nvPr/>
            </p:nvSpPr>
            <p:spPr bwMode="auto">
              <a:xfrm>
                <a:off x="2731" y="2357"/>
                <a:ext cx="83" cy="85"/>
              </a:xfrm>
              <a:prstGeom prst="ellipse">
                <a:avLst/>
              </a:prstGeom>
              <a:solidFill>
                <a:srgbClr val="004000"/>
              </a:solidFill>
              <a:ln w="9525">
                <a:noFill/>
                <a:round/>
                <a:headEnd/>
                <a:tailEnd/>
              </a:ln>
            </p:spPr>
            <p:txBody>
              <a:bodyPr/>
              <a:lstStyle/>
              <a:p>
                <a:pPr algn="ctr" eaLnBrk="0" hangingPunct="0"/>
                <a:endParaRPr lang="nl-BE"/>
              </a:p>
            </p:txBody>
          </p:sp>
          <p:sp>
            <p:nvSpPr>
              <p:cNvPr id="42751" name="Oval 79"/>
              <p:cNvSpPr>
                <a:spLocks noChangeArrowheads="1"/>
              </p:cNvSpPr>
              <p:nvPr/>
            </p:nvSpPr>
            <p:spPr bwMode="auto">
              <a:xfrm>
                <a:off x="2638" y="2263"/>
                <a:ext cx="129" cy="128"/>
              </a:xfrm>
              <a:prstGeom prst="ellipse">
                <a:avLst/>
              </a:prstGeom>
              <a:solidFill>
                <a:srgbClr val="008000"/>
              </a:solidFill>
              <a:ln w="9525">
                <a:noFill/>
                <a:round/>
                <a:headEnd/>
                <a:tailEnd/>
              </a:ln>
            </p:spPr>
            <p:txBody>
              <a:bodyPr/>
              <a:lstStyle/>
              <a:p>
                <a:pPr algn="ctr" eaLnBrk="0" hangingPunct="0"/>
                <a:endParaRPr lang="nl-BE"/>
              </a:p>
            </p:txBody>
          </p:sp>
          <p:sp>
            <p:nvSpPr>
              <p:cNvPr id="42752" name="Oval 80"/>
              <p:cNvSpPr>
                <a:spLocks noChangeArrowheads="1"/>
              </p:cNvSpPr>
              <p:nvPr/>
            </p:nvSpPr>
            <p:spPr bwMode="auto">
              <a:xfrm>
                <a:off x="2671" y="2306"/>
                <a:ext cx="93" cy="77"/>
              </a:xfrm>
              <a:prstGeom prst="ellipse">
                <a:avLst/>
              </a:prstGeom>
              <a:solidFill>
                <a:srgbClr val="006000"/>
              </a:solidFill>
              <a:ln w="9525">
                <a:noFill/>
                <a:round/>
                <a:headEnd/>
                <a:tailEnd/>
              </a:ln>
            </p:spPr>
            <p:txBody>
              <a:bodyPr/>
              <a:lstStyle/>
              <a:p>
                <a:pPr algn="ctr" eaLnBrk="0" hangingPunct="0"/>
                <a:endParaRPr lang="nl-BE"/>
              </a:p>
            </p:txBody>
          </p:sp>
          <p:sp>
            <p:nvSpPr>
              <p:cNvPr id="42753" name="Oval 81"/>
              <p:cNvSpPr>
                <a:spLocks noChangeArrowheads="1"/>
              </p:cNvSpPr>
              <p:nvPr/>
            </p:nvSpPr>
            <p:spPr bwMode="auto">
              <a:xfrm>
                <a:off x="2578" y="2153"/>
                <a:ext cx="151" cy="163"/>
              </a:xfrm>
              <a:prstGeom prst="ellipse">
                <a:avLst/>
              </a:prstGeom>
              <a:solidFill>
                <a:srgbClr val="006000"/>
              </a:solidFill>
              <a:ln w="9525">
                <a:noFill/>
                <a:round/>
                <a:headEnd/>
                <a:tailEnd/>
              </a:ln>
            </p:spPr>
            <p:txBody>
              <a:bodyPr/>
              <a:lstStyle/>
              <a:p>
                <a:pPr algn="ctr" eaLnBrk="0" hangingPunct="0"/>
                <a:endParaRPr lang="nl-BE"/>
              </a:p>
            </p:txBody>
          </p:sp>
          <p:sp>
            <p:nvSpPr>
              <p:cNvPr id="42754" name="Oval 82"/>
              <p:cNvSpPr>
                <a:spLocks noChangeArrowheads="1"/>
              </p:cNvSpPr>
              <p:nvPr/>
            </p:nvSpPr>
            <p:spPr bwMode="auto">
              <a:xfrm>
                <a:off x="2683" y="2176"/>
                <a:ext cx="125" cy="164"/>
              </a:xfrm>
              <a:prstGeom prst="ellipse">
                <a:avLst/>
              </a:prstGeom>
              <a:solidFill>
                <a:srgbClr val="006000"/>
              </a:solidFill>
              <a:ln w="9525">
                <a:noFill/>
                <a:round/>
                <a:headEnd/>
                <a:tailEnd/>
              </a:ln>
            </p:spPr>
            <p:txBody>
              <a:bodyPr/>
              <a:lstStyle/>
              <a:p>
                <a:pPr algn="ctr" eaLnBrk="0" hangingPunct="0"/>
                <a:endParaRPr lang="nl-BE"/>
              </a:p>
            </p:txBody>
          </p:sp>
          <p:sp>
            <p:nvSpPr>
              <p:cNvPr id="42755" name="Oval 83"/>
              <p:cNvSpPr>
                <a:spLocks noChangeArrowheads="1"/>
              </p:cNvSpPr>
              <p:nvPr/>
            </p:nvSpPr>
            <p:spPr bwMode="auto">
              <a:xfrm>
                <a:off x="2624" y="2156"/>
                <a:ext cx="79" cy="66"/>
              </a:xfrm>
              <a:prstGeom prst="ellipse">
                <a:avLst/>
              </a:prstGeom>
              <a:solidFill>
                <a:srgbClr val="004000"/>
              </a:solidFill>
              <a:ln w="9525">
                <a:noFill/>
                <a:round/>
                <a:headEnd/>
                <a:tailEnd/>
              </a:ln>
            </p:spPr>
            <p:txBody>
              <a:bodyPr/>
              <a:lstStyle/>
              <a:p>
                <a:pPr algn="ctr" eaLnBrk="0" hangingPunct="0"/>
                <a:endParaRPr lang="nl-BE"/>
              </a:p>
            </p:txBody>
          </p:sp>
          <p:sp>
            <p:nvSpPr>
              <p:cNvPr id="42756" name="Oval 84"/>
              <p:cNvSpPr>
                <a:spLocks noChangeArrowheads="1"/>
              </p:cNvSpPr>
              <p:nvPr/>
            </p:nvSpPr>
            <p:spPr bwMode="auto">
              <a:xfrm>
                <a:off x="2713" y="2175"/>
                <a:ext cx="83" cy="86"/>
              </a:xfrm>
              <a:prstGeom prst="ellipse">
                <a:avLst/>
              </a:prstGeom>
              <a:solidFill>
                <a:srgbClr val="004000"/>
              </a:solidFill>
              <a:ln w="9525">
                <a:noFill/>
                <a:round/>
                <a:headEnd/>
                <a:tailEnd/>
              </a:ln>
            </p:spPr>
            <p:txBody>
              <a:bodyPr/>
              <a:lstStyle/>
              <a:p>
                <a:pPr algn="ctr" eaLnBrk="0" hangingPunct="0"/>
                <a:endParaRPr lang="nl-BE"/>
              </a:p>
            </p:txBody>
          </p:sp>
          <p:sp>
            <p:nvSpPr>
              <p:cNvPr id="42757" name="Oval 85"/>
              <p:cNvSpPr>
                <a:spLocks noChangeArrowheads="1"/>
              </p:cNvSpPr>
              <p:nvPr/>
            </p:nvSpPr>
            <p:spPr bwMode="auto">
              <a:xfrm>
                <a:off x="2621" y="2227"/>
                <a:ext cx="128" cy="128"/>
              </a:xfrm>
              <a:prstGeom prst="ellipse">
                <a:avLst/>
              </a:prstGeom>
              <a:solidFill>
                <a:srgbClr val="008000"/>
              </a:solidFill>
              <a:ln w="9525">
                <a:noFill/>
                <a:round/>
                <a:headEnd/>
                <a:tailEnd/>
              </a:ln>
            </p:spPr>
            <p:txBody>
              <a:bodyPr/>
              <a:lstStyle/>
              <a:p>
                <a:pPr algn="ctr" eaLnBrk="0" hangingPunct="0"/>
                <a:endParaRPr lang="nl-BE"/>
              </a:p>
            </p:txBody>
          </p:sp>
          <p:sp>
            <p:nvSpPr>
              <p:cNvPr id="42758" name="Oval 86"/>
              <p:cNvSpPr>
                <a:spLocks noChangeArrowheads="1"/>
              </p:cNvSpPr>
              <p:nvPr/>
            </p:nvSpPr>
            <p:spPr bwMode="auto">
              <a:xfrm>
                <a:off x="2654" y="2234"/>
                <a:ext cx="91" cy="78"/>
              </a:xfrm>
              <a:prstGeom prst="ellipse">
                <a:avLst/>
              </a:prstGeom>
              <a:solidFill>
                <a:srgbClr val="006000"/>
              </a:solidFill>
              <a:ln w="9525">
                <a:noFill/>
                <a:round/>
                <a:headEnd/>
                <a:tailEnd/>
              </a:ln>
            </p:spPr>
            <p:txBody>
              <a:bodyPr/>
              <a:lstStyle/>
              <a:p>
                <a:pPr algn="ctr" eaLnBrk="0" hangingPunct="0"/>
                <a:endParaRPr lang="nl-BE"/>
              </a:p>
            </p:txBody>
          </p:sp>
          <p:sp>
            <p:nvSpPr>
              <p:cNvPr id="42759" name="Oval 87"/>
              <p:cNvSpPr>
                <a:spLocks noChangeArrowheads="1"/>
              </p:cNvSpPr>
              <p:nvPr/>
            </p:nvSpPr>
            <p:spPr bwMode="auto">
              <a:xfrm>
                <a:off x="2591" y="2033"/>
                <a:ext cx="151" cy="163"/>
              </a:xfrm>
              <a:prstGeom prst="ellipse">
                <a:avLst/>
              </a:prstGeom>
              <a:solidFill>
                <a:srgbClr val="006000"/>
              </a:solidFill>
              <a:ln w="9525">
                <a:noFill/>
                <a:round/>
                <a:headEnd/>
                <a:tailEnd/>
              </a:ln>
            </p:spPr>
            <p:txBody>
              <a:bodyPr/>
              <a:lstStyle/>
              <a:p>
                <a:pPr algn="ctr" eaLnBrk="0" hangingPunct="0"/>
                <a:endParaRPr lang="nl-BE"/>
              </a:p>
            </p:txBody>
          </p:sp>
          <p:sp>
            <p:nvSpPr>
              <p:cNvPr id="42760" name="Oval 88"/>
              <p:cNvSpPr>
                <a:spLocks noChangeArrowheads="1"/>
              </p:cNvSpPr>
              <p:nvPr/>
            </p:nvSpPr>
            <p:spPr bwMode="auto">
              <a:xfrm>
                <a:off x="2707" y="2040"/>
                <a:ext cx="125" cy="164"/>
              </a:xfrm>
              <a:prstGeom prst="ellipse">
                <a:avLst/>
              </a:prstGeom>
              <a:solidFill>
                <a:srgbClr val="006000"/>
              </a:solidFill>
              <a:ln w="9525">
                <a:noFill/>
                <a:round/>
                <a:headEnd/>
                <a:tailEnd/>
              </a:ln>
            </p:spPr>
            <p:txBody>
              <a:bodyPr/>
              <a:lstStyle/>
              <a:p>
                <a:pPr algn="ctr" eaLnBrk="0" hangingPunct="0"/>
                <a:endParaRPr lang="nl-BE"/>
              </a:p>
            </p:txBody>
          </p:sp>
          <p:sp>
            <p:nvSpPr>
              <p:cNvPr id="42761" name="Oval 89"/>
              <p:cNvSpPr>
                <a:spLocks noChangeArrowheads="1"/>
              </p:cNvSpPr>
              <p:nvPr/>
            </p:nvSpPr>
            <p:spPr bwMode="auto">
              <a:xfrm>
                <a:off x="2656" y="2011"/>
                <a:ext cx="130" cy="129"/>
              </a:xfrm>
              <a:prstGeom prst="ellipse">
                <a:avLst/>
              </a:prstGeom>
              <a:solidFill>
                <a:srgbClr val="008000"/>
              </a:solidFill>
              <a:ln w="9525">
                <a:noFill/>
                <a:round/>
                <a:headEnd/>
                <a:tailEnd/>
              </a:ln>
            </p:spPr>
            <p:txBody>
              <a:bodyPr/>
              <a:lstStyle/>
              <a:p>
                <a:pPr algn="ctr" eaLnBrk="0" hangingPunct="0"/>
                <a:endParaRPr lang="nl-BE"/>
              </a:p>
            </p:txBody>
          </p:sp>
          <p:sp>
            <p:nvSpPr>
              <p:cNvPr id="42762" name="Oval 90"/>
              <p:cNvSpPr>
                <a:spLocks noChangeArrowheads="1"/>
              </p:cNvSpPr>
              <p:nvPr/>
            </p:nvSpPr>
            <p:spPr bwMode="auto">
              <a:xfrm>
                <a:off x="2690" y="2055"/>
                <a:ext cx="91" cy="77"/>
              </a:xfrm>
              <a:prstGeom prst="ellipse">
                <a:avLst/>
              </a:prstGeom>
              <a:solidFill>
                <a:srgbClr val="006000"/>
              </a:solidFill>
              <a:ln w="9525">
                <a:noFill/>
                <a:round/>
                <a:headEnd/>
                <a:tailEnd/>
              </a:ln>
            </p:spPr>
            <p:txBody>
              <a:bodyPr/>
              <a:lstStyle/>
              <a:p>
                <a:pPr algn="ctr" eaLnBrk="0" hangingPunct="0"/>
                <a:endParaRPr lang="nl-BE"/>
              </a:p>
            </p:txBody>
          </p:sp>
          <p:sp>
            <p:nvSpPr>
              <p:cNvPr id="42763" name="Oval 91"/>
              <p:cNvSpPr>
                <a:spLocks noChangeArrowheads="1"/>
              </p:cNvSpPr>
              <p:nvPr/>
            </p:nvSpPr>
            <p:spPr bwMode="auto">
              <a:xfrm>
                <a:off x="2596" y="1901"/>
                <a:ext cx="151" cy="163"/>
              </a:xfrm>
              <a:prstGeom prst="ellipse">
                <a:avLst/>
              </a:prstGeom>
              <a:solidFill>
                <a:srgbClr val="006000"/>
              </a:solidFill>
              <a:ln w="9525">
                <a:noFill/>
                <a:round/>
                <a:headEnd/>
                <a:tailEnd/>
              </a:ln>
            </p:spPr>
            <p:txBody>
              <a:bodyPr/>
              <a:lstStyle/>
              <a:p>
                <a:pPr algn="ctr" eaLnBrk="0" hangingPunct="0"/>
                <a:endParaRPr lang="nl-BE"/>
              </a:p>
            </p:txBody>
          </p:sp>
          <p:sp>
            <p:nvSpPr>
              <p:cNvPr id="42764" name="Oval 92"/>
              <p:cNvSpPr>
                <a:spLocks noChangeArrowheads="1"/>
              </p:cNvSpPr>
              <p:nvPr/>
            </p:nvSpPr>
            <p:spPr bwMode="auto">
              <a:xfrm>
                <a:off x="2702" y="1924"/>
                <a:ext cx="125" cy="164"/>
              </a:xfrm>
              <a:prstGeom prst="ellipse">
                <a:avLst/>
              </a:prstGeom>
              <a:solidFill>
                <a:srgbClr val="006000"/>
              </a:solidFill>
              <a:ln w="9525">
                <a:noFill/>
                <a:round/>
                <a:headEnd/>
                <a:tailEnd/>
              </a:ln>
            </p:spPr>
            <p:txBody>
              <a:bodyPr/>
              <a:lstStyle/>
              <a:p>
                <a:pPr algn="ctr" eaLnBrk="0" hangingPunct="0"/>
                <a:endParaRPr lang="nl-BE"/>
              </a:p>
            </p:txBody>
          </p:sp>
          <p:sp>
            <p:nvSpPr>
              <p:cNvPr id="42765" name="Oval 93"/>
              <p:cNvSpPr>
                <a:spLocks noChangeArrowheads="1"/>
              </p:cNvSpPr>
              <p:nvPr/>
            </p:nvSpPr>
            <p:spPr bwMode="auto">
              <a:xfrm>
                <a:off x="2638" y="1975"/>
                <a:ext cx="130" cy="129"/>
              </a:xfrm>
              <a:prstGeom prst="ellipse">
                <a:avLst/>
              </a:prstGeom>
              <a:solidFill>
                <a:srgbClr val="008000"/>
              </a:solidFill>
              <a:ln w="9525">
                <a:noFill/>
                <a:round/>
                <a:headEnd/>
                <a:tailEnd/>
              </a:ln>
            </p:spPr>
            <p:txBody>
              <a:bodyPr/>
              <a:lstStyle/>
              <a:p>
                <a:pPr algn="ctr" eaLnBrk="0" hangingPunct="0"/>
                <a:endParaRPr lang="nl-BE"/>
              </a:p>
            </p:txBody>
          </p:sp>
          <p:sp>
            <p:nvSpPr>
              <p:cNvPr id="42766" name="Oval 94"/>
              <p:cNvSpPr>
                <a:spLocks noChangeArrowheads="1"/>
              </p:cNvSpPr>
              <p:nvPr/>
            </p:nvSpPr>
            <p:spPr bwMode="auto">
              <a:xfrm>
                <a:off x="2671" y="1982"/>
                <a:ext cx="93" cy="78"/>
              </a:xfrm>
              <a:prstGeom prst="ellipse">
                <a:avLst/>
              </a:prstGeom>
              <a:solidFill>
                <a:srgbClr val="006000"/>
              </a:solidFill>
              <a:ln w="9525">
                <a:noFill/>
                <a:round/>
                <a:headEnd/>
                <a:tailEnd/>
              </a:ln>
            </p:spPr>
            <p:txBody>
              <a:bodyPr/>
              <a:lstStyle/>
              <a:p>
                <a:pPr algn="ctr" eaLnBrk="0" hangingPunct="0"/>
                <a:endParaRPr lang="nl-BE"/>
              </a:p>
            </p:txBody>
          </p:sp>
          <p:sp>
            <p:nvSpPr>
              <p:cNvPr id="42767" name="Oval 95"/>
              <p:cNvSpPr>
                <a:spLocks noChangeArrowheads="1"/>
              </p:cNvSpPr>
              <p:nvPr/>
            </p:nvSpPr>
            <p:spPr bwMode="auto">
              <a:xfrm>
                <a:off x="2478" y="2382"/>
                <a:ext cx="164" cy="150"/>
              </a:xfrm>
              <a:prstGeom prst="ellipse">
                <a:avLst/>
              </a:prstGeom>
              <a:solidFill>
                <a:srgbClr val="006000"/>
              </a:solidFill>
              <a:ln w="9525">
                <a:noFill/>
                <a:round/>
                <a:headEnd/>
                <a:tailEnd/>
              </a:ln>
            </p:spPr>
            <p:txBody>
              <a:bodyPr/>
              <a:lstStyle/>
              <a:p>
                <a:pPr algn="ctr" eaLnBrk="0" hangingPunct="0"/>
                <a:endParaRPr lang="nl-BE"/>
              </a:p>
            </p:txBody>
          </p:sp>
          <p:sp>
            <p:nvSpPr>
              <p:cNvPr id="42768" name="Oval 96"/>
              <p:cNvSpPr>
                <a:spLocks noChangeArrowheads="1"/>
              </p:cNvSpPr>
              <p:nvPr/>
            </p:nvSpPr>
            <p:spPr bwMode="auto">
              <a:xfrm>
                <a:off x="2454" y="2303"/>
                <a:ext cx="164" cy="124"/>
              </a:xfrm>
              <a:prstGeom prst="ellipse">
                <a:avLst/>
              </a:prstGeom>
              <a:solidFill>
                <a:srgbClr val="006000"/>
              </a:solidFill>
              <a:ln w="9525">
                <a:noFill/>
                <a:round/>
                <a:headEnd/>
                <a:tailEnd/>
              </a:ln>
            </p:spPr>
            <p:txBody>
              <a:bodyPr/>
              <a:lstStyle/>
              <a:p>
                <a:pPr algn="ctr" eaLnBrk="0" hangingPunct="0"/>
                <a:endParaRPr lang="nl-BE"/>
              </a:p>
            </p:txBody>
          </p:sp>
          <p:sp>
            <p:nvSpPr>
              <p:cNvPr id="42769" name="Oval 97"/>
              <p:cNvSpPr>
                <a:spLocks noChangeArrowheads="1"/>
              </p:cNvSpPr>
              <p:nvPr/>
            </p:nvSpPr>
            <p:spPr bwMode="auto">
              <a:xfrm>
                <a:off x="2572" y="2389"/>
                <a:ext cx="105" cy="72"/>
              </a:xfrm>
              <a:prstGeom prst="ellipse">
                <a:avLst/>
              </a:prstGeom>
              <a:solidFill>
                <a:srgbClr val="004000"/>
              </a:solidFill>
              <a:ln w="9525">
                <a:noFill/>
                <a:round/>
                <a:headEnd/>
                <a:tailEnd/>
              </a:ln>
            </p:spPr>
            <p:txBody>
              <a:bodyPr/>
              <a:lstStyle/>
              <a:p>
                <a:pPr algn="ctr" eaLnBrk="0" hangingPunct="0"/>
                <a:endParaRPr lang="nl-BE"/>
              </a:p>
            </p:txBody>
          </p:sp>
          <p:sp>
            <p:nvSpPr>
              <p:cNvPr id="42770" name="Oval 98"/>
              <p:cNvSpPr>
                <a:spLocks noChangeArrowheads="1"/>
              </p:cNvSpPr>
              <p:nvPr/>
            </p:nvSpPr>
            <p:spPr bwMode="auto">
              <a:xfrm>
                <a:off x="2533" y="2315"/>
                <a:ext cx="85" cy="83"/>
              </a:xfrm>
              <a:prstGeom prst="ellipse">
                <a:avLst/>
              </a:prstGeom>
              <a:solidFill>
                <a:srgbClr val="004000"/>
              </a:solidFill>
              <a:ln w="9525">
                <a:noFill/>
                <a:round/>
                <a:headEnd/>
                <a:tailEnd/>
              </a:ln>
            </p:spPr>
            <p:txBody>
              <a:bodyPr/>
              <a:lstStyle/>
              <a:p>
                <a:pPr algn="ctr" eaLnBrk="0" hangingPunct="0"/>
                <a:endParaRPr lang="nl-BE"/>
              </a:p>
            </p:txBody>
          </p:sp>
          <p:sp>
            <p:nvSpPr>
              <p:cNvPr id="42771" name="Oval 99"/>
              <p:cNvSpPr>
                <a:spLocks noChangeArrowheads="1"/>
              </p:cNvSpPr>
              <p:nvPr/>
            </p:nvSpPr>
            <p:spPr bwMode="auto">
              <a:xfrm>
                <a:off x="2439" y="2361"/>
                <a:ext cx="128" cy="129"/>
              </a:xfrm>
              <a:prstGeom prst="ellipse">
                <a:avLst/>
              </a:prstGeom>
              <a:solidFill>
                <a:srgbClr val="008000"/>
              </a:solidFill>
              <a:ln w="9525">
                <a:noFill/>
                <a:round/>
                <a:headEnd/>
                <a:tailEnd/>
              </a:ln>
            </p:spPr>
            <p:txBody>
              <a:bodyPr/>
              <a:lstStyle/>
              <a:p>
                <a:pPr algn="ctr" eaLnBrk="0" hangingPunct="0"/>
                <a:endParaRPr lang="nl-BE"/>
              </a:p>
            </p:txBody>
          </p:sp>
          <p:sp>
            <p:nvSpPr>
              <p:cNvPr id="42772" name="Oval 100"/>
              <p:cNvSpPr>
                <a:spLocks noChangeArrowheads="1"/>
              </p:cNvSpPr>
              <p:nvPr/>
            </p:nvSpPr>
            <p:spPr bwMode="auto">
              <a:xfrm>
                <a:off x="2482" y="2365"/>
                <a:ext cx="78" cy="92"/>
              </a:xfrm>
              <a:prstGeom prst="ellipse">
                <a:avLst/>
              </a:prstGeom>
              <a:solidFill>
                <a:srgbClr val="006000"/>
              </a:solidFill>
              <a:ln w="9525">
                <a:noFill/>
                <a:round/>
                <a:headEnd/>
                <a:tailEnd/>
              </a:ln>
            </p:spPr>
            <p:txBody>
              <a:bodyPr/>
              <a:lstStyle/>
              <a:p>
                <a:pPr algn="ctr" eaLnBrk="0" hangingPunct="0"/>
                <a:endParaRPr lang="nl-BE"/>
              </a:p>
            </p:txBody>
          </p:sp>
          <p:sp>
            <p:nvSpPr>
              <p:cNvPr id="42773" name="Oval 101"/>
              <p:cNvSpPr>
                <a:spLocks noChangeArrowheads="1"/>
              </p:cNvSpPr>
              <p:nvPr/>
            </p:nvSpPr>
            <p:spPr bwMode="auto">
              <a:xfrm>
                <a:off x="2678" y="1784"/>
                <a:ext cx="110" cy="102"/>
              </a:xfrm>
              <a:prstGeom prst="ellipse">
                <a:avLst/>
              </a:prstGeom>
              <a:solidFill>
                <a:srgbClr val="006000"/>
              </a:solidFill>
              <a:ln w="9525">
                <a:noFill/>
                <a:round/>
                <a:headEnd/>
                <a:tailEnd/>
              </a:ln>
            </p:spPr>
            <p:txBody>
              <a:bodyPr/>
              <a:lstStyle/>
              <a:p>
                <a:pPr algn="ctr" eaLnBrk="0" hangingPunct="0"/>
                <a:endParaRPr lang="nl-BE"/>
              </a:p>
            </p:txBody>
          </p:sp>
          <p:sp>
            <p:nvSpPr>
              <p:cNvPr id="42774" name="Oval 102"/>
              <p:cNvSpPr>
                <a:spLocks noChangeArrowheads="1"/>
              </p:cNvSpPr>
              <p:nvPr/>
            </p:nvSpPr>
            <p:spPr bwMode="auto">
              <a:xfrm>
                <a:off x="2673" y="1859"/>
                <a:ext cx="135" cy="90"/>
              </a:xfrm>
              <a:prstGeom prst="ellipse">
                <a:avLst/>
              </a:prstGeom>
              <a:solidFill>
                <a:srgbClr val="006000"/>
              </a:solidFill>
              <a:ln w="9525">
                <a:noFill/>
                <a:round/>
                <a:headEnd/>
                <a:tailEnd/>
              </a:ln>
            </p:spPr>
            <p:txBody>
              <a:bodyPr/>
              <a:lstStyle/>
              <a:p>
                <a:pPr algn="ctr" eaLnBrk="0" hangingPunct="0"/>
                <a:endParaRPr lang="nl-BE"/>
              </a:p>
            </p:txBody>
          </p:sp>
          <p:sp>
            <p:nvSpPr>
              <p:cNvPr id="42775" name="Oval 103"/>
              <p:cNvSpPr>
                <a:spLocks noChangeArrowheads="1"/>
              </p:cNvSpPr>
              <p:nvPr/>
            </p:nvSpPr>
            <p:spPr bwMode="auto">
              <a:xfrm>
                <a:off x="2716" y="1813"/>
                <a:ext cx="105" cy="93"/>
              </a:xfrm>
              <a:prstGeom prst="ellipse">
                <a:avLst/>
              </a:prstGeom>
              <a:solidFill>
                <a:srgbClr val="008000"/>
              </a:solidFill>
              <a:ln w="9525">
                <a:noFill/>
                <a:round/>
                <a:headEnd/>
                <a:tailEnd/>
              </a:ln>
            </p:spPr>
            <p:txBody>
              <a:bodyPr/>
              <a:lstStyle/>
              <a:p>
                <a:pPr algn="ctr" eaLnBrk="0" hangingPunct="0"/>
                <a:endParaRPr lang="nl-BE"/>
              </a:p>
            </p:txBody>
          </p:sp>
          <p:sp>
            <p:nvSpPr>
              <p:cNvPr id="42776" name="Oval 104"/>
              <p:cNvSpPr>
                <a:spLocks noChangeArrowheads="1"/>
              </p:cNvSpPr>
              <p:nvPr/>
            </p:nvSpPr>
            <p:spPr bwMode="auto">
              <a:xfrm>
                <a:off x="2722" y="1837"/>
                <a:ext cx="64" cy="66"/>
              </a:xfrm>
              <a:prstGeom prst="ellipse">
                <a:avLst/>
              </a:prstGeom>
              <a:solidFill>
                <a:srgbClr val="006000"/>
              </a:solidFill>
              <a:ln w="9525">
                <a:noFill/>
                <a:round/>
                <a:headEnd/>
                <a:tailEnd/>
              </a:ln>
            </p:spPr>
            <p:txBody>
              <a:bodyPr/>
              <a:lstStyle/>
              <a:p>
                <a:pPr algn="ctr" eaLnBrk="0" hangingPunct="0"/>
                <a:endParaRPr lang="nl-BE"/>
              </a:p>
            </p:txBody>
          </p:sp>
          <p:sp>
            <p:nvSpPr>
              <p:cNvPr id="42777" name="Oval 105"/>
              <p:cNvSpPr>
                <a:spLocks noChangeArrowheads="1"/>
              </p:cNvSpPr>
              <p:nvPr/>
            </p:nvSpPr>
            <p:spPr bwMode="auto">
              <a:xfrm>
                <a:off x="2518" y="2164"/>
                <a:ext cx="86" cy="99"/>
              </a:xfrm>
              <a:prstGeom prst="ellipse">
                <a:avLst/>
              </a:prstGeom>
              <a:solidFill>
                <a:srgbClr val="006000"/>
              </a:solidFill>
              <a:ln w="9525">
                <a:noFill/>
                <a:round/>
                <a:headEnd/>
                <a:tailEnd/>
              </a:ln>
            </p:spPr>
            <p:txBody>
              <a:bodyPr/>
              <a:lstStyle/>
              <a:p>
                <a:pPr algn="ctr" eaLnBrk="0" hangingPunct="0"/>
                <a:endParaRPr lang="nl-BE"/>
              </a:p>
            </p:txBody>
          </p:sp>
          <p:sp>
            <p:nvSpPr>
              <p:cNvPr id="42778" name="Oval 106"/>
              <p:cNvSpPr>
                <a:spLocks noChangeArrowheads="1"/>
              </p:cNvSpPr>
              <p:nvPr/>
            </p:nvSpPr>
            <p:spPr bwMode="auto">
              <a:xfrm>
                <a:off x="2489" y="2239"/>
                <a:ext cx="135" cy="90"/>
              </a:xfrm>
              <a:prstGeom prst="ellipse">
                <a:avLst/>
              </a:prstGeom>
              <a:solidFill>
                <a:srgbClr val="006000"/>
              </a:solidFill>
              <a:ln w="9525">
                <a:noFill/>
                <a:round/>
                <a:headEnd/>
                <a:tailEnd/>
              </a:ln>
            </p:spPr>
            <p:txBody>
              <a:bodyPr/>
              <a:lstStyle/>
              <a:p>
                <a:pPr algn="ctr" eaLnBrk="0" hangingPunct="0"/>
                <a:endParaRPr lang="nl-BE"/>
              </a:p>
            </p:txBody>
          </p:sp>
          <p:sp>
            <p:nvSpPr>
              <p:cNvPr id="42779" name="Oval 107"/>
              <p:cNvSpPr>
                <a:spLocks noChangeArrowheads="1"/>
              </p:cNvSpPr>
              <p:nvPr/>
            </p:nvSpPr>
            <p:spPr bwMode="auto">
              <a:xfrm>
                <a:off x="2531" y="2194"/>
                <a:ext cx="106" cy="92"/>
              </a:xfrm>
              <a:prstGeom prst="ellipse">
                <a:avLst/>
              </a:prstGeom>
              <a:solidFill>
                <a:srgbClr val="008000"/>
              </a:solidFill>
              <a:ln w="9525">
                <a:noFill/>
                <a:round/>
                <a:headEnd/>
                <a:tailEnd/>
              </a:ln>
            </p:spPr>
            <p:txBody>
              <a:bodyPr/>
              <a:lstStyle/>
              <a:p>
                <a:pPr algn="ctr" eaLnBrk="0" hangingPunct="0"/>
                <a:endParaRPr lang="nl-BE"/>
              </a:p>
            </p:txBody>
          </p:sp>
          <p:sp>
            <p:nvSpPr>
              <p:cNvPr id="42780" name="Oval 108"/>
              <p:cNvSpPr>
                <a:spLocks noChangeArrowheads="1"/>
              </p:cNvSpPr>
              <p:nvPr/>
            </p:nvSpPr>
            <p:spPr bwMode="auto">
              <a:xfrm>
                <a:off x="2537" y="2218"/>
                <a:ext cx="64" cy="66"/>
              </a:xfrm>
              <a:prstGeom prst="ellipse">
                <a:avLst/>
              </a:prstGeom>
              <a:solidFill>
                <a:srgbClr val="006000"/>
              </a:solidFill>
              <a:ln w="9525">
                <a:noFill/>
                <a:round/>
                <a:headEnd/>
                <a:tailEnd/>
              </a:ln>
            </p:spPr>
            <p:txBody>
              <a:bodyPr/>
              <a:lstStyle/>
              <a:p>
                <a:pPr algn="ctr" eaLnBrk="0" hangingPunct="0"/>
                <a:endParaRPr lang="nl-BE"/>
              </a:p>
            </p:txBody>
          </p:sp>
          <p:sp>
            <p:nvSpPr>
              <p:cNvPr id="42781" name="Oval 109"/>
              <p:cNvSpPr>
                <a:spLocks noChangeArrowheads="1"/>
              </p:cNvSpPr>
              <p:nvPr/>
            </p:nvSpPr>
            <p:spPr bwMode="auto">
              <a:xfrm>
                <a:off x="2346" y="2404"/>
                <a:ext cx="136" cy="107"/>
              </a:xfrm>
              <a:prstGeom prst="ellipse">
                <a:avLst/>
              </a:prstGeom>
              <a:solidFill>
                <a:srgbClr val="006000"/>
              </a:solidFill>
              <a:ln w="9525">
                <a:noFill/>
                <a:round/>
                <a:headEnd/>
                <a:tailEnd/>
              </a:ln>
            </p:spPr>
            <p:txBody>
              <a:bodyPr/>
              <a:lstStyle/>
              <a:p>
                <a:pPr algn="ctr" eaLnBrk="0" hangingPunct="0"/>
                <a:endParaRPr lang="nl-BE"/>
              </a:p>
            </p:txBody>
          </p:sp>
          <p:sp>
            <p:nvSpPr>
              <p:cNvPr id="42782" name="Oval 110"/>
              <p:cNvSpPr>
                <a:spLocks noChangeArrowheads="1"/>
              </p:cNvSpPr>
              <p:nvPr/>
            </p:nvSpPr>
            <p:spPr bwMode="auto">
              <a:xfrm>
                <a:off x="2365" y="2479"/>
                <a:ext cx="135" cy="89"/>
              </a:xfrm>
              <a:prstGeom prst="ellipse">
                <a:avLst/>
              </a:prstGeom>
              <a:solidFill>
                <a:srgbClr val="006000"/>
              </a:solidFill>
              <a:ln w="9525">
                <a:noFill/>
                <a:round/>
                <a:headEnd/>
                <a:tailEnd/>
              </a:ln>
            </p:spPr>
            <p:txBody>
              <a:bodyPr/>
              <a:lstStyle/>
              <a:p>
                <a:pPr algn="ctr" eaLnBrk="0" hangingPunct="0"/>
                <a:endParaRPr lang="nl-BE"/>
              </a:p>
            </p:txBody>
          </p:sp>
          <p:sp>
            <p:nvSpPr>
              <p:cNvPr id="42783" name="Oval 111"/>
              <p:cNvSpPr>
                <a:spLocks noChangeArrowheads="1"/>
              </p:cNvSpPr>
              <p:nvPr/>
            </p:nvSpPr>
            <p:spPr bwMode="auto">
              <a:xfrm>
                <a:off x="2348" y="2424"/>
                <a:ext cx="102" cy="69"/>
              </a:xfrm>
              <a:prstGeom prst="ellipse">
                <a:avLst/>
              </a:prstGeom>
              <a:solidFill>
                <a:srgbClr val="004000"/>
              </a:solidFill>
              <a:ln w="9525">
                <a:noFill/>
                <a:round/>
                <a:headEnd/>
                <a:tailEnd/>
              </a:ln>
            </p:spPr>
            <p:txBody>
              <a:bodyPr/>
              <a:lstStyle/>
              <a:p>
                <a:pPr algn="ctr" eaLnBrk="0" hangingPunct="0"/>
                <a:endParaRPr lang="nl-BE"/>
              </a:p>
            </p:txBody>
          </p:sp>
          <p:sp>
            <p:nvSpPr>
              <p:cNvPr id="42784" name="Oval 112"/>
              <p:cNvSpPr>
                <a:spLocks noChangeArrowheads="1"/>
              </p:cNvSpPr>
              <p:nvPr/>
            </p:nvSpPr>
            <p:spPr bwMode="auto">
              <a:xfrm>
                <a:off x="2365" y="2500"/>
                <a:ext cx="71" cy="60"/>
              </a:xfrm>
              <a:prstGeom prst="ellipse">
                <a:avLst/>
              </a:prstGeom>
              <a:solidFill>
                <a:srgbClr val="004000"/>
              </a:solidFill>
              <a:ln w="9525">
                <a:noFill/>
                <a:round/>
                <a:headEnd/>
                <a:tailEnd/>
              </a:ln>
            </p:spPr>
            <p:txBody>
              <a:bodyPr/>
              <a:lstStyle/>
              <a:p>
                <a:pPr algn="ctr" eaLnBrk="0" hangingPunct="0"/>
                <a:endParaRPr lang="nl-BE"/>
              </a:p>
            </p:txBody>
          </p:sp>
          <p:sp>
            <p:nvSpPr>
              <p:cNvPr id="42785" name="Oval 113"/>
              <p:cNvSpPr>
                <a:spLocks noChangeArrowheads="1"/>
              </p:cNvSpPr>
              <p:nvPr/>
            </p:nvSpPr>
            <p:spPr bwMode="auto">
              <a:xfrm>
                <a:off x="2407" y="2433"/>
                <a:ext cx="107" cy="93"/>
              </a:xfrm>
              <a:prstGeom prst="ellipse">
                <a:avLst/>
              </a:prstGeom>
              <a:solidFill>
                <a:srgbClr val="008000"/>
              </a:solidFill>
              <a:ln w="9525">
                <a:noFill/>
                <a:round/>
                <a:headEnd/>
                <a:tailEnd/>
              </a:ln>
            </p:spPr>
            <p:txBody>
              <a:bodyPr/>
              <a:lstStyle/>
              <a:p>
                <a:pPr algn="ctr" eaLnBrk="0" hangingPunct="0"/>
                <a:endParaRPr lang="nl-BE"/>
              </a:p>
            </p:txBody>
          </p:sp>
          <p:sp>
            <p:nvSpPr>
              <p:cNvPr id="42786" name="Oval 114"/>
              <p:cNvSpPr>
                <a:spLocks noChangeArrowheads="1"/>
              </p:cNvSpPr>
              <p:nvPr/>
            </p:nvSpPr>
            <p:spPr bwMode="auto">
              <a:xfrm>
                <a:off x="2414" y="2458"/>
                <a:ext cx="64" cy="64"/>
              </a:xfrm>
              <a:prstGeom prst="ellipse">
                <a:avLst/>
              </a:prstGeom>
              <a:solidFill>
                <a:srgbClr val="006000"/>
              </a:solidFill>
              <a:ln w="9525">
                <a:noFill/>
                <a:round/>
                <a:headEnd/>
                <a:tailEnd/>
              </a:ln>
            </p:spPr>
            <p:txBody>
              <a:bodyPr/>
              <a:lstStyle/>
              <a:p>
                <a:pPr algn="ctr" eaLnBrk="0" hangingPunct="0"/>
                <a:endParaRPr lang="nl-BE"/>
              </a:p>
            </p:txBody>
          </p:sp>
          <p:sp>
            <p:nvSpPr>
              <p:cNvPr id="42787" name="Oval 115"/>
              <p:cNvSpPr>
                <a:spLocks noChangeArrowheads="1"/>
              </p:cNvSpPr>
              <p:nvPr/>
            </p:nvSpPr>
            <p:spPr bwMode="auto">
              <a:xfrm>
                <a:off x="4449" y="2458"/>
                <a:ext cx="151" cy="163"/>
              </a:xfrm>
              <a:prstGeom prst="ellipse">
                <a:avLst/>
              </a:prstGeom>
              <a:solidFill>
                <a:srgbClr val="006000"/>
              </a:solidFill>
              <a:ln w="9525">
                <a:noFill/>
                <a:round/>
                <a:headEnd/>
                <a:tailEnd/>
              </a:ln>
            </p:spPr>
            <p:txBody>
              <a:bodyPr/>
              <a:lstStyle/>
              <a:p>
                <a:pPr algn="ctr" eaLnBrk="0" hangingPunct="0"/>
                <a:endParaRPr lang="nl-BE"/>
              </a:p>
            </p:txBody>
          </p:sp>
          <p:sp>
            <p:nvSpPr>
              <p:cNvPr id="42788" name="Oval 116"/>
              <p:cNvSpPr>
                <a:spLocks noChangeArrowheads="1"/>
              </p:cNvSpPr>
              <p:nvPr/>
            </p:nvSpPr>
            <p:spPr bwMode="auto">
              <a:xfrm>
                <a:off x="4554" y="2434"/>
                <a:ext cx="126" cy="163"/>
              </a:xfrm>
              <a:prstGeom prst="ellipse">
                <a:avLst/>
              </a:prstGeom>
              <a:solidFill>
                <a:srgbClr val="006000"/>
              </a:solidFill>
              <a:ln w="9525">
                <a:noFill/>
                <a:round/>
                <a:headEnd/>
                <a:tailEnd/>
              </a:ln>
            </p:spPr>
            <p:txBody>
              <a:bodyPr/>
              <a:lstStyle/>
              <a:p>
                <a:pPr algn="ctr" eaLnBrk="0" hangingPunct="0"/>
                <a:endParaRPr lang="nl-BE"/>
              </a:p>
            </p:txBody>
          </p:sp>
          <p:sp>
            <p:nvSpPr>
              <p:cNvPr id="42789" name="Oval 117"/>
              <p:cNvSpPr>
                <a:spLocks noChangeArrowheads="1"/>
              </p:cNvSpPr>
              <p:nvPr/>
            </p:nvSpPr>
            <p:spPr bwMode="auto">
              <a:xfrm>
                <a:off x="4496" y="2551"/>
                <a:ext cx="78" cy="66"/>
              </a:xfrm>
              <a:prstGeom prst="ellipse">
                <a:avLst/>
              </a:prstGeom>
              <a:solidFill>
                <a:srgbClr val="004000"/>
              </a:solidFill>
              <a:ln w="9525">
                <a:noFill/>
                <a:round/>
                <a:headEnd/>
                <a:tailEnd/>
              </a:ln>
            </p:spPr>
            <p:txBody>
              <a:bodyPr/>
              <a:lstStyle/>
              <a:p>
                <a:pPr algn="ctr" eaLnBrk="0" hangingPunct="0"/>
                <a:endParaRPr lang="nl-BE"/>
              </a:p>
            </p:txBody>
          </p:sp>
          <p:sp>
            <p:nvSpPr>
              <p:cNvPr id="42790" name="Oval 118"/>
              <p:cNvSpPr>
                <a:spLocks noChangeArrowheads="1"/>
              </p:cNvSpPr>
              <p:nvPr/>
            </p:nvSpPr>
            <p:spPr bwMode="auto">
              <a:xfrm>
                <a:off x="4585" y="2512"/>
                <a:ext cx="82" cy="85"/>
              </a:xfrm>
              <a:prstGeom prst="ellipse">
                <a:avLst/>
              </a:prstGeom>
              <a:solidFill>
                <a:srgbClr val="004000"/>
              </a:solidFill>
              <a:ln w="9525">
                <a:noFill/>
                <a:round/>
                <a:headEnd/>
                <a:tailEnd/>
              </a:ln>
            </p:spPr>
            <p:txBody>
              <a:bodyPr/>
              <a:lstStyle/>
              <a:p>
                <a:pPr algn="ctr" eaLnBrk="0" hangingPunct="0"/>
                <a:endParaRPr lang="nl-BE"/>
              </a:p>
            </p:txBody>
          </p:sp>
          <p:sp>
            <p:nvSpPr>
              <p:cNvPr id="42791" name="Oval 119"/>
              <p:cNvSpPr>
                <a:spLocks noChangeArrowheads="1"/>
              </p:cNvSpPr>
              <p:nvPr/>
            </p:nvSpPr>
            <p:spPr bwMode="auto">
              <a:xfrm>
                <a:off x="4492" y="2418"/>
                <a:ext cx="129" cy="128"/>
              </a:xfrm>
              <a:prstGeom prst="ellipse">
                <a:avLst/>
              </a:prstGeom>
              <a:solidFill>
                <a:srgbClr val="008000"/>
              </a:solidFill>
              <a:ln w="9525">
                <a:noFill/>
                <a:round/>
                <a:headEnd/>
                <a:tailEnd/>
              </a:ln>
            </p:spPr>
            <p:txBody>
              <a:bodyPr/>
              <a:lstStyle/>
              <a:p>
                <a:pPr algn="ctr" eaLnBrk="0" hangingPunct="0"/>
                <a:endParaRPr lang="nl-BE"/>
              </a:p>
            </p:txBody>
          </p:sp>
          <p:sp>
            <p:nvSpPr>
              <p:cNvPr id="42792" name="Oval 120"/>
              <p:cNvSpPr>
                <a:spLocks noChangeArrowheads="1"/>
              </p:cNvSpPr>
              <p:nvPr/>
            </p:nvSpPr>
            <p:spPr bwMode="auto">
              <a:xfrm>
                <a:off x="4525" y="2461"/>
                <a:ext cx="92" cy="77"/>
              </a:xfrm>
              <a:prstGeom prst="ellipse">
                <a:avLst/>
              </a:prstGeom>
              <a:solidFill>
                <a:srgbClr val="006000"/>
              </a:solidFill>
              <a:ln w="9525">
                <a:noFill/>
                <a:round/>
                <a:headEnd/>
                <a:tailEnd/>
              </a:ln>
            </p:spPr>
            <p:txBody>
              <a:bodyPr/>
              <a:lstStyle/>
              <a:p>
                <a:pPr algn="ctr" eaLnBrk="0" hangingPunct="0"/>
                <a:endParaRPr lang="nl-BE"/>
              </a:p>
            </p:txBody>
          </p:sp>
          <p:sp>
            <p:nvSpPr>
              <p:cNvPr id="42793" name="Oval 121"/>
              <p:cNvSpPr>
                <a:spLocks noChangeArrowheads="1"/>
              </p:cNvSpPr>
              <p:nvPr/>
            </p:nvSpPr>
            <p:spPr bwMode="auto">
              <a:xfrm>
                <a:off x="4432" y="2512"/>
                <a:ext cx="175" cy="140"/>
              </a:xfrm>
              <a:prstGeom prst="ellipse">
                <a:avLst/>
              </a:prstGeom>
              <a:solidFill>
                <a:srgbClr val="006000"/>
              </a:solidFill>
              <a:ln w="9525">
                <a:noFill/>
                <a:round/>
                <a:headEnd/>
                <a:tailEnd/>
              </a:ln>
            </p:spPr>
            <p:txBody>
              <a:bodyPr/>
              <a:lstStyle/>
              <a:p>
                <a:pPr algn="ctr" eaLnBrk="0" hangingPunct="0"/>
                <a:endParaRPr lang="nl-BE"/>
              </a:p>
            </p:txBody>
          </p:sp>
          <p:sp>
            <p:nvSpPr>
              <p:cNvPr id="42794" name="Oval 122"/>
              <p:cNvSpPr>
                <a:spLocks noChangeArrowheads="1"/>
              </p:cNvSpPr>
              <p:nvPr/>
            </p:nvSpPr>
            <p:spPr bwMode="auto">
              <a:xfrm>
                <a:off x="4457" y="2609"/>
                <a:ext cx="176" cy="116"/>
              </a:xfrm>
              <a:prstGeom prst="ellipse">
                <a:avLst/>
              </a:prstGeom>
              <a:solidFill>
                <a:srgbClr val="006000"/>
              </a:solidFill>
              <a:ln w="9525">
                <a:noFill/>
                <a:round/>
                <a:headEnd/>
                <a:tailEnd/>
              </a:ln>
            </p:spPr>
            <p:txBody>
              <a:bodyPr/>
              <a:lstStyle/>
              <a:p>
                <a:pPr algn="ctr" eaLnBrk="0" hangingPunct="0"/>
                <a:endParaRPr lang="nl-BE"/>
              </a:p>
            </p:txBody>
          </p:sp>
          <p:sp>
            <p:nvSpPr>
              <p:cNvPr id="42795" name="Oval 123"/>
              <p:cNvSpPr>
                <a:spLocks noChangeArrowheads="1"/>
              </p:cNvSpPr>
              <p:nvPr/>
            </p:nvSpPr>
            <p:spPr bwMode="auto">
              <a:xfrm>
                <a:off x="4431" y="2565"/>
                <a:ext cx="141" cy="70"/>
              </a:xfrm>
              <a:prstGeom prst="ellipse">
                <a:avLst/>
              </a:prstGeom>
              <a:solidFill>
                <a:srgbClr val="004000"/>
              </a:solidFill>
              <a:ln w="9525">
                <a:noFill/>
                <a:round/>
                <a:headEnd/>
                <a:tailEnd/>
              </a:ln>
            </p:spPr>
            <p:txBody>
              <a:bodyPr/>
              <a:lstStyle/>
              <a:p>
                <a:pPr algn="ctr" eaLnBrk="0" hangingPunct="0"/>
                <a:endParaRPr lang="nl-BE"/>
              </a:p>
            </p:txBody>
          </p:sp>
          <p:sp>
            <p:nvSpPr>
              <p:cNvPr id="42796" name="Oval 124"/>
              <p:cNvSpPr>
                <a:spLocks noChangeArrowheads="1"/>
              </p:cNvSpPr>
              <p:nvPr/>
            </p:nvSpPr>
            <p:spPr bwMode="auto">
              <a:xfrm>
                <a:off x="4512" y="2550"/>
                <a:ext cx="138" cy="121"/>
              </a:xfrm>
              <a:prstGeom prst="ellipse">
                <a:avLst/>
              </a:prstGeom>
              <a:solidFill>
                <a:srgbClr val="008000"/>
              </a:solidFill>
              <a:ln w="9525">
                <a:noFill/>
                <a:round/>
                <a:headEnd/>
                <a:tailEnd/>
              </a:ln>
            </p:spPr>
            <p:txBody>
              <a:bodyPr/>
              <a:lstStyle/>
              <a:p>
                <a:pPr algn="ctr" eaLnBrk="0" hangingPunct="0"/>
                <a:endParaRPr lang="nl-BE"/>
              </a:p>
            </p:txBody>
          </p:sp>
          <p:sp>
            <p:nvSpPr>
              <p:cNvPr id="42797" name="Oval 125"/>
              <p:cNvSpPr>
                <a:spLocks noChangeArrowheads="1"/>
              </p:cNvSpPr>
              <p:nvPr/>
            </p:nvSpPr>
            <p:spPr bwMode="auto">
              <a:xfrm>
                <a:off x="4520" y="2582"/>
                <a:ext cx="83" cy="85"/>
              </a:xfrm>
              <a:prstGeom prst="ellipse">
                <a:avLst/>
              </a:prstGeom>
              <a:solidFill>
                <a:srgbClr val="006000"/>
              </a:solidFill>
              <a:ln w="9525">
                <a:noFill/>
                <a:round/>
                <a:headEnd/>
                <a:tailEnd/>
              </a:ln>
            </p:spPr>
            <p:txBody>
              <a:bodyPr/>
              <a:lstStyle/>
              <a:p>
                <a:pPr algn="ctr" eaLnBrk="0" hangingPunct="0"/>
                <a:endParaRPr lang="nl-BE"/>
              </a:p>
            </p:txBody>
          </p:sp>
          <p:sp>
            <p:nvSpPr>
              <p:cNvPr id="42798" name="Oval 126"/>
              <p:cNvSpPr>
                <a:spLocks noChangeArrowheads="1"/>
              </p:cNvSpPr>
              <p:nvPr/>
            </p:nvSpPr>
            <p:spPr bwMode="auto">
              <a:xfrm>
                <a:off x="4277" y="2538"/>
                <a:ext cx="150" cy="163"/>
              </a:xfrm>
              <a:prstGeom prst="ellipse">
                <a:avLst/>
              </a:prstGeom>
              <a:solidFill>
                <a:srgbClr val="006000"/>
              </a:solidFill>
              <a:ln w="9525">
                <a:noFill/>
                <a:round/>
                <a:headEnd/>
                <a:tailEnd/>
              </a:ln>
            </p:spPr>
            <p:txBody>
              <a:bodyPr/>
              <a:lstStyle/>
              <a:p>
                <a:pPr algn="ctr" eaLnBrk="0" hangingPunct="0"/>
                <a:endParaRPr lang="nl-BE"/>
              </a:p>
            </p:txBody>
          </p:sp>
          <p:sp>
            <p:nvSpPr>
              <p:cNvPr id="42799" name="Oval 127"/>
              <p:cNvSpPr>
                <a:spLocks noChangeArrowheads="1"/>
              </p:cNvSpPr>
              <p:nvPr/>
            </p:nvSpPr>
            <p:spPr bwMode="auto">
              <a:xfrm>
                <a:off x="4382" y="2514"/>
                <a:ext cx="126" cy="163"/>
              </a:xfrm>
              <a:prstGeom prst="ellipse">
                <a:avLst/>
              </a:prstGeom>
              <a:solidFill>
                <a:srgbClr val="006000"/>
              </a:solidFill>
              <a:ln w="9525">
                <a:noFill/>
                <a:round/>
                <a:headEnd/>
                <a:tailEnd/>
              </a:ln>
            </p:spPr>
            <p:txBody>
              <a:bodyPr/>
              <a:lstStyle/>
              <a:p>
                <a:pPr algn="ctr" eaLnBrk="0" hangingPunct="0"/>
                <a:endParaRPr lang="nl-BE"/>
              </a:p>
            </p:txBody>
          </p:sp>
          <p:sp>
            <p:nvSpPr>
              <p:cNvPr id="42800" name="Oval 128"/>
              <p:cNvSpPr>
                <a:spLocks noChangeArrowheads="1"/>
              </p:cNvSpPr>
              <p:nvPr/>
            </p:nvSpPr>
            <p:spPr bwMode="auto">
              <a:xfrm>
                <a:off x="4323" y="2631"/>
                <a:ext cx="79" cy="66"/>
              </a:xfrm>
              <a:prstGeom prst="ellipse">
                <a:avLst/>
              </a:prstGeom>
              <a:solidFill>
                <a:srgbClr val="004000"/>
              </a:solidFill>
              <a:ln w="9525">
                <a:noFill/>
                <a:round/>
                <a:headEnd/>
                <a:tailEnd/>
              </a:ln>
            </p:spPr>
            <p:txBody>
              <a:bodyPr/>
              <a:lstStyle/>
              <a:p>
                <a:pPr algn="ctr" eaLnBrk="0" hangingPunct="0"/>
                <a:endParaRPr lang="nl-BE"/>
              </a:p>
            </p:txBody>
          </p:sp>
          <p:sp>
            <p:nvSpPr>
              <p:cNvPr id="42801" name="Oval 129"/>
              <p:cNvSpPr>
                <a:spLocks noChangeArrowheads="1"/>
              </p:cNvSpPr>
              <p:nvPr/>
            </p:nvSpPr>
            <p:spPr bwMode="auto">
              <a:xfrm>
                <a:off x="4412" y="2592"/>
                <a:ext cx="82" cy="85"/>
              </a:xfrm>
              <a:prstGeom prst="ellipse">
                <a:avLst/>
              </a:prstGeom>
              <a:solidFill>
                <a:srgbClr val="004000"/>
              </a:solidFill>
              <a:ln w="9525">
                <a:noFill/>
                <a:round/>
                <a:headEnd/>
                <a:tailEnd/>
              </a:ln>
            </p:spPr>
            <p:txBody>
              <a:bodyPr/>
              <a:lstStyle/>
              <a:p>
                <a:pPr algn="ctr" eaLnBrk="0" hangingPunct="0"/>
                <a:endParaRPr lang="nl-BE"/>
              </a:p>
            </p:txBody>
          </p:sp>
          <p:sp>
            <p:nvSpPr>
              <p:cNvPr id="42802" name="Oval 130"/>
              <p:cNvSpPr>
                <a:spLocks noChangeArrowheads="1"/>
              </p:cNvSpPr>
              <p:nvPr/>
            </p:nvSpPr>
            <p:spPr bwMode="auto">
              <a:xfrm>
                <a:off x="4319" y="2498"/>
                <a:ext cx="129" cy="128"/>
              </a:xfrm>
              <a:prstGeom prst="ellipse">
                <a:avLst/>
              </a:prstGeom>
              <a:solidFill>
                <a:srgbClr val="008000"/>
              </a:solidFill>
              <a:ln w="9525">
                <a:noFill/>
                <a:round/>
                <a:headEnd/>
                <a:tailEnd/>
              </a:ln>
            </p:spPr>
            <p:txBody>
              <a:bodyPr/>
              <a:lstStyle/>
              <a:p>
                <a:pPr algn="ctr" eaLnBrk="0" hangingPunct="0"/>
                <a:endParaRPr lang="nl-BE"/>
              </a:p>
            </p:txBody>
          </p:sp>
          <p:sp>
            <p:nvSpPr>
              <p:cNvPr id="42803" name="Oval 131"/>
              <p:cNvSpPr>
                <a:spLocks noChangeArrowheads="1"/>
              </p:cNvSpPr>
              <p:nvPr/>
            </p:nvSpPr>
            <p:spPr bwMode="auto">
              <a:xfrm>
                <a:off x="4352" y="2541"/>
                <a:ext cx="92" cy="77"/>
              </a:xfrm>
              <a:prstGeom prst="ellipse">
                <a:avLst/>
              </a:prstGeom>
              <a:solidFill>
                <a:srgbClr val="006000"/>
              </a:solidFill>
              <a:ln w="9525">
                <a:noFill/>
                <a:round/>
                <a:headEnd/>
                <a:tailEnd/>
              </a:ln>
            </p:spPr>
            <p:txBody>
              <a:bodyPr/>
              <a:lstStyle/>
              <a:p>
                <a:pPr algn="ctr" eaLnBrk="0" hangingPunct="0"/>
                <a:endParaRPr lang="nl-BE"/>
              </a:p>
            </p:txBody>
          </p:sp>
          <p:sp>
            <p:nvSpPr>
              <p:cNvPr id="42804" name="Oval 132"/>
              <p:cNvSpPr>
                <a:spLocks noChangeArrowheads="1"/>
              </p:cNvSpPr>
              <p:nvPr/>
            </p:nvSpPr>
            <p:spPr bwMode="auto">
              <a:xfrm>
                <a:off x="4259" y="2592"/>
                <a:ext cx="176" cy="140"/>
              </a:xfrm>
              <a:prstGeom prst="ellipse">
                <a:avLst/>
              </a:prstGeom>
              <a:solidFill>
                <a:srgbClr val="006000"/>
              </a:solidFill>
              <a:ln w="9525">
                <a:noFill/>
                <a:round/>
                <a:headEnd/>
                <a:tailEnd/>
              </a:ln>
            </p:spPr>
            <p:txBody>
              <a:bodyPr/>
              <a:lstStyle/>
              <a:p>
                <a:pPr algn="ctr" eaLnBrk="0" hangingPunct="0"/>
                <a:endParaRPr lang="nl-BE"/>
              </a:p>
            </p:txBody>
          </p:sp>
          <p:sp>
            <p:nvSpPr>
              <p:cNvPr id="42805" name="Oval 133"/>
              <p:cNvSpPr>
                <a:spLocks noChangeArrowheads="1"/>
              </p:cNvSpPr>
              <p:nvPr/>
            </p:nvSpPr>
            <p:spPr bwMode="auto">
              <a:xfrm>
                <a:off x="4284" y="2689"/>
                <a:ext cx="176" cy="116"/>
              </a:xfrm>
              <a:prstGeom prst="ellipse">
                <a:avLst/>
              </a:prstGeom>
              <a:solidFill>
                <a:srgbClr val="006000"/>
              </a:solidFill>
              <a:ln w="9525">
                <a:noFill/>
                <a:round/>
                <a:headEnd/>
                <a:tailEnd/>
              </a:ln>
            </p:spPr>
            <p:txBody>
              <a:bodyPr/>
              <a:lstStyle/>
              <a:p>
                <a:pPr algn="ctr" eaLnBrk="0" hangingPunct="0"/>
                <a:endParaRPr lang="nl-BE"/>
              </a:p>
            </p:txBody>
          </p:sp>
          <p:sp>
            <p:nvSpPr>
              <p:cNvPr id="42806" name="Oval 134"/>
              <p:cNvSpPr>
                <a:spLocks noChangeArrowheads="1"/>
              </p:cNvSpPr>
              <p:nvPr/>
            </p:nvSpPr>
            <p:spPr bwMode="auto">
              <a:xfrm>
                <a:off x="4258" y="2645"/>
                <a:ext cx="141" cy="70"/>
              </a:xfrm>
              <a:prstGeom prst="ellipse">
                <a:avLst/>
              </a:prstGeom>
              <a:solidFill>
                <a:srgbClr val="004000"/>
              </a:solidFill>
              <a:ln w="9525">
                <a:noFill/>
                <a:round/>
                <a:headEnd/>
                <a:tailEnd/>
              </a:ln>
            </p:spPr>
            <p:txBody>
              <a:bodyPr/>
              <a:lstStyle/>
              <a:p>
                <a:pPr algn="ctr" eaLnBrk="0" hangingPunct="0"/>
                <a:endParaRPr lang="nl-BE"/>
              </a:p>
            </p:txBody>
          </p:sp>
          <p:sp>
            <p:nvSpPr>
              <p:cNvPr id="42807" name="Oval 135"/>
              <p:cNvSpPr>
                <a:spLocks noChangeArrowheads="1"/>
              </p:cNvSpPr>
              <p:nvPr/>
            </p:nvSpPr>
            <p:spPr bwMode="auto">
              <a:xfrm>
                <a:off x="4339" y="2630"/>
                <a:ext cx="138" cy="121"/>
              </a:xfrm>
              <a:prstGeom prst="ellipse">
                <a:avLst/>
              </a:prstGeom>
              <a:solidFill>
                <a:srgbClr val="008000"/>
              </a:solidFill>
              <a:ln w="9525">
                <a:noFill/>
                <a:round/>
                <a:headEnd/>
                <a:tailEnd/>
              </a:ln>
            </p:spPr>
            <p:txBody>
              <a:bodyPr/>
              <a:lstStyle/>
              <a:p>
                <a:pPr algn="ctr" eaLnBrk="0" hangingPunct="0"/>
                <a:endParaRPr lang="nl-BE"/>
              </a:p>
            </p:txBody>
          </p:sp>
          <p:sp>
            <p:nvSpPr>
              <p:cNvPr id="42808" name="Oval 136"/>
              <p:cNvSpPr>
                <a:spLocks noChangeArrowheads="1"/>
              </p:cNvSpPr>
              <p:nvPr/>
            </p:nvSpPr>
            <p:spPr bwMode="auto">
              <a:xfrm>
                <a:off x="4348" y="2662"/>
                <a:ext cx="83" cy="85"/>
              </a:xfrm>
              <a:prstGeom prst="ellipse">
                <a:avLst/>
              </a:prstGeom>
              <a:solidFill>
                <a:srgbClr val="006000"/>
              </a:solidFill>
              <a:ln w="9525">
                <a:noFill/>
                <a:round/>
                <a:headEnd/>
                <a:tailEnd/>
              </a:ln>
            </p:spPr>
            <p:txBody>
              <a:bodyPr/>
              <a:lstStyle/>
              <a:p>
                <a:pPr algn="ctr" eaLnBrk="0" hangingPunct="0"/>
                <a:endParaRPr lang="nl-BE"/>
              </a:p>
            </p:txBody>
          </p:sp>
          <p:sp>
            <p:nvSpPr>
              <p:cNvPr id="42809" name="Oval 137"/>
              <p:cNvSpPr>
                <a:spLocks noChangeArrowheads="1"/>
              </p:cNvSpPr>
              <p:nvPr/>
            </p:nvSpPr>
            <p:spPr bwMode="auto">
              <a:xfrm>
                <a:off x="2391" y="2045"/>
                <a:ext cx="151" cy="163"/>
              </a:xfrm>
              <a:prstGeom prst="ellipse">
                <a:avLst/>
              </a:prstGeom>
              <a:solidFill>
                <a:srgbClr val="006000"/>
              </a:solidFill>
              <a:ln w="9525">
                <a:noFill/>
                <a:round/>
                <a:headEnd/>
                <a:tailEnd/>
              </a:ln>
            </p:spPr>
            <p:txBody>
              <a:bodyPr/>
              <a:lstStyle/>
              <a:p>
                <a:pPr algn="ctr" eaLnBrk="0" hangingPunct="0"/>
                <a:endParaRPr lang="nl-BE"/>
              </a:p>
            </p:txBody>
          </p:sp>
          <p:sp>
            <p:nvSpPr>
              <p:cNvPr id="42810" name="Oval 138"/>
              <p:cNvSpPr>
                <a:spLocks noChangeArrowheads="1"/>
              </p:cNvSpPr>
              <p:nvPr/>
            </p:nvSpPr>
            <p:spPr bwMode="auto">
              <a:xfrm>
                <a:off x="2311" y="2021"/>
                <a:ext cx="126" cy="163"/>
              </a:xfrm>
              <a:prstGeom prst="ellipse">
                <a:avLst/>
              </a:prstGeom>
              <a:solidFill>
                <a:srgbClr val="006000"/>
              </a:solidFill>
              <a:ln w="9525">
                <a:noFill/>
                <a:round/>
                <a:headEnd/>
                <a:tailEnd/>
              </a:ln>
            </p:spPr>
            <p:txBody>
              <a:bodyPr/>
              <a:lstStyle/>
              <a:p>
                <a:pPr algn="ctr" eaLnBrk="0" hangingPunct="0"/>
                <a:endParaRPr lang="nl-BE"/>
              </a:p>
            </p:txBody>
          </p:sp>
          <p:sp>
            <p:nvSpPr>
              <p:cNvPr id="42811" name="Oval 139"/>
              <p:cNvSpPr>
                <a:spLocks noChangeArrowheads="1"/>
              </p:cNvSpPr>
              <p:nvPr/>
            </p:nvSpPr>
            <p:spPr bwMode="auto">
              <a:xfrm>
                <a:off x="2417" y="2138"/>
                <a:ext cx="78" cy="66"/>
              </a:xfrm>
              <a:prstGeom prst="ellipse">
                <a:avLst/>
              </a:prstGeom>
              <a:solidFill>
                <a:srgbClr val="004000"/>
              </a:solidFill>
              <a:ln w="9525">
                <a:noFill/>
                <a:round/>
                <a:headEnd/>
                <a:tailEnd/>
              </a:ln>
            </p:spPr>
            <p:txBody>
              <a:bodyPr/>
              <a:lstStyle/>
              <a:p>
                <a:pPr algn="ctr" eaLnBrk="0" hangingPunct="0"/>
                <a:endParaRPr lang="nl-BE"/>
              </a:p>
            </p:txBody>
          </p:sp>
          <p:sp>
            <p:nvSpPr>
              <p:cNvPr id="42812" name="Oval 140"/>
              <p:cNvSpPr>
                <a:spLocks noChangeArrowheads="1"/>
              </p:cNvSpPr>
              <p:nvPr/>
            </p:nvSpPr>
            <p:spPr bwMode="auto">
              <a:xfrm>
                <a:off x="2324" y="2099"/>
                <a:ext cx="82" cy="85"/>
              </a:xfrm>
              <a:prstGeom prst="ellipse">
                <a:avLst/>
              </a:prstGeom>
              <a:solidFill>
                <a:srgbClr val="004000"/>
              </a:solidFill>
              <a:ln w="9525">
                <a:noFill/>
                <a:round/>
                <a:headEnd/>
                <a:tailEnd/>
              </a:ln>
            </p:spPr>
            <p:txBody>
              <a:bodyPr/>
              <a:lstStyle/>
              <a:p>
                <a:pPr algn="ctr" eaLnBrk="0" hangingPunct="0"/>
                <a:endParaRPr lang="nl-BE"/>
              </a:p>
            </p:txBody>
          </p:sp>
          <p:sp>
            <p:nvSpPr>
              <p:cNvPr id="42813" name="Oval 141"/>
              <p:cNvSpPr>
                <a:spLocks noChangeArrowheads="1"/>
              </p:cNvSpPr>
              <p:nvPr/>
            </p:nvSpPr>
            <p:spPr bwMode="auto">
              <a:xfrm>
                <a:off x="2370" y="2005"/>
                <a:ext cx="129" cy="128"/>
              </a:xfrm>
              <a:prstGeom prst="ellipse">
                <a:avLst/>
              </a:prstGeom>
              <a:solidFill>
                <a:srgbClr val="008000"/>
              </a:solidFill>
              <a:ln w="9525">
                <a:noFill/>
                <a:round/>
                <a:headEnd/>
                <a:tailEnd/>
              </a:ln>
            </p:spPr>
            <p:txBody>
              <a:bodyPr/>
              <a:lstStyle/>
              <a:p>
                <a:pPr algn="ctr" eaLnBrk="0" hangingPunct="0"/>
                <a:endParaRPr lang="nl-BE"/>
              </a:p>
            </p:txBody>
          </p:sp>
          <p:sp>
            <p:nvSpPr>
              <p:cNvPr id="42814" name="Oval 142"/>
              <p:cNvSpPr>
                <a:spLocks noChangeArrowheads="1"/>
              </p:cNvSpPr>
              <p:nvPr/>
            </p:nvSpPr>
            <p:spPr bwMode="auto">
              <a:xfrm>
                <a:off x="2374" y="2048"/>
                <a:ext cx="92" cy="77"/>
              </a:xfrm>
              <a:prstGeom prst="ellipse">
                <a:avLst/>
              </a:prstGeom>
              <a:solidFill>
                <a:srgbClr val="006000"/>
              </a:solidFill>
              <a:ln w="9525">
                <a:noFill/>
                <a:round/>
                <a:headEnd/>
                <a:tailEnd/>
              </a:ln>
            </p:spPr>
            <p:txBody>
              <a:bodyPr/>
              <a:lstStyle/>
              <a:p>
                <a:pPr algn="ctr" eaLnBrk="0" hangingPunct="0"/>
                <a:endParaRPr lang="nl-BE"/>
              </a:p>
            </p:txBody>
          </p:sp>
          <p:sp>
            <p:nvSpPr>
              <p:cNvPr id="42815" name="Oval 143"/>
              <p:cNvSpPr>
                <a:spLocks noChangeArrowheads="1"/>
              </p:cNvSpPr>
              <p:nvPr/>
            </p:nvSpPr>
            <p:spPr bwMode="auto">
              <a:xfrm>
                <a:off x="2384" y="2099"/>
                <a:ext cx="176" cy="140"/>
              </a:xfrm>
              <a:prstGeom prst="ellipse">
                <a:avLst/>
              </a:prstGeom>
              <a:solidFill>
                <a:srgbClr val="006000"/>
              </a:solidFill>
              <a:ln w="9525">
                <a:noFill/>
                <a:round/>
                <a:headEnd/>
                <a:tailEnd/>
              </a:ln>
            </p:spPr>
            <p:txBody>
              <a:bodyPr/>
              <a:lstStyle/>
              <a:p>
                <a:pPr algn="ctr" eaLnBrk="0" hangingPunct="0"/>
                <a:endParaRPr lang="nl-BE"/>
              </a:p>
            </p:txBody>
          </p:sp>
          <p:sp>
            <p:nvSpPr>
              <p:cNvPr id="42816" name="Oval 144"/>
              <p:cNvSpPr>
                <a:spLocks noChangeArrowheads="1"/>
              </p:cNvSpPr>
              <p:nvPr/>
            </p:nvSpPr>
            <p:spPr bwMode="auto">
              <a:xfrm>
                <a:off x="2358" y="2196"/>
                <a:ext cx="176" cy="116"/>
              </a:xfrm>
              <a:prstGeom prst="ellipse">
                <a:avLst/>
              </a:prstGeom>
              <a:solidFill>
                <a:srgbClr val="006000"/>
              </a:solidFill>
              <a:ln w="9525">
                <a:noFill/>
                <a:round/>
                <a:headEnd/>
                <a:tailEnd/>
              </a:ln>
            </p:spPr>
            <p:txBody>
              <a:bodyPr/>
              <a:lstStyle/>
              <a:p>
                <a:pPr algn="ctr" eaLnBrk="0" hangingPunct="0"/>
                <a:endParaRPr lang="nl-BE"/>
              </a:p>
            </p:txBody>
          </p:sp>
          <p:sp>
            <p:nvSpPr>
              <p:cNvPr id="42817" name="Oval 145"/>
              <p:cNvSpPr>
                <a:spLocks noChangeArrowheads="1"/>
              </p:cNvSpPr>
              <p:nvPr/>
            </p:nvSpPr>
            <p:spPr bwMode="auto">
              <a:xfrm>
                <a:off x="2419" y="2152"/>
                <a:ext cx="141" cy="70"/>
              </a:xfrm>
              <a:prstGeom prst="ellipse">
                <a:avLst/>
              </a:prstGeom>
              <a:solidFill>
                <a:srgbClr val="004000"/>
              </a:solidFill>
              <a:ln w="9525">
                <a:noFill/>
                <a:round/>
                <a:headEnd/>
                <a:tailEnd/>
              </a:ln>
            </p:spPr>
            <p:txBody>
              <a:bodyPr/>
              <a:lstStyle/>
              <a:p>
                <a:pPr algn="ctr" eaLnBrk="0" hangingPunct="0"/>
                <a:endParaRPr lang="nl-BE"/>
              </a:p>
            </p:txBody>
          </p:sp>
          <p:sp>
            <p:nvSpPr>
              <p:cNvPr id="42818" name="Oval 146"/>
              <p:cNvSpPr>
                <a:spLocks noChangeArrowheads="1"/>
              </p:cNvSpPr>
              <p:nvPr/>
            </p:nvSpPr>
            <p:spPr bwMode="auto">
              <a:xfrm>
                <a:off x="2341" y="2137"/>
                <a:ext cx="138" cy="121"/>
              </a:xfrm>
              <a:prstGeom prst="ellipse">
                <a:avLst/>
              </a:prstGeom>
              <a:solidFill>
                <a:srgbClr val="008000"/>
              </a:solidFill>
              <a:ln w="9525">
                <a:noFill/>
                <a:round/>
                <a:headEnd/>
                <a:tailEnd/>
              </a:ln>
            </p:spPr>
            <p:txBody>
              <a:bodyPr/>
              <a:lstStyle/>
              <a:p>
                <a:pPr algn="ctr" eaLnBrk="0" hangingPunct="0"/>
                <a:endParaRPr lang="nl-BE"/>
              </a:p>
            </p:txBody>
          </p:sp>
          <p:sp>
            <p:nvSpPr>
              <p:cNvPr id="42819" name="Oval 147"/>
              <p:cNvSpPr>
                <a:spLocks noChangeArrowheads="1"/>
              </p:cNvSpPr>
              <p:nvPr/>
            </p:nvSpPr>
            <p:spPr bwMode="auto">
              <a:xfrm>
                <a:off x="2388" y="2169"/>
                <a:ext cx="83" cy="85"/>
              </a:xfrm>
              <a:prstGeom prst="ellipse">
                <a:avLst/>
              </a:prstGeom>
              <a:solidFill>
                <a:srgbClr val="006000"/>
              </a:solidFill>
              <a:ln w="9525">
                <a:noFill/>
                <a:round/>
                <a:headEnd/>
                <a:tailEnd/>
              </a:ln>
            </p:spPr>
            <p:txBody>
              <a:bodyPr/>
              <a:lstStyle/>
              <a:p>
                <a:pPr algn="ctr" eaLnBrk="0" hangingPunct="0"/>
                <a:endParaRPr lang="nl-BE"/>
              </a:p>
            </p:txBody>
          </p:sp>
          <p:sp>
            <p:nvSpPr>
              <p:cNvPr id="42820" name="Oval 148"/>
              <p:cNvSpPr>
                <a:spLocks noChangeArrowheads="1"/>
              </p:cNvSpPr>
              <p:nvPr/>
            </p:nvSpPr>
            <p:spPr bwMode="auto">
              <a:xfrm>
                <a:off x="2580" y="2052"/>
                <a:ext cx="267" cy="159"/>
              </a:xfrm>
              <a:prstGeom prst="ellipse">
                <a:avLst/>
              </a:prstGeom>
              <a:solidFill>
                <a:srgbClr val="006000"/>
              </a:solidFill>
              <a:ln w="9525">
                <a:noFill/>
                <a:round/>
                <a:headEnd/>
                <a:tailEnd/>
              </a:ln>
            </p:spPr>
            <p:txBody>
              <a:bodyPr/>
              <a:lstStyle/>
              <a:p>
                <a:pPr algn="ctr" eaLnBrk="0" hangingPunct="0"/>
                <a:endParaRPr lang="nl-BE"/>
              </a:p>
            </p:txBody>
          </p:sp>
          <p:sp>
            <p:nvSpPr>
              <p:cNvPr id="42821" name="Oval 149"/>
              <p:cNvSpPr>
                <a:spLocks noChangeArrowheads="1"/>
              </p:cNvSpPr>
              <p:nvPr/>
            </p:nvSpPr>
            <p:spPr bwMode="auto">
              <a:xfrm>
                <a:off x="2438" y="2029"/>
                <a:ext cx="223" cy="160"/>
              </a:xfrm>
              <a:prstGeom prst="ellipse">
                <a:avLst/>
              </a:prstGeom>
              <a:solidFill>
                <a:srgbClr val="006000"/>
              </a:solidFill>
              <a:ln w="9525">
                <a:noFill/>
                <a:round/>
                <a:headEnd/>
                <a:tailEnd/>
              </a:ln>
            </p:spPr>
            <p:txBody>
              <a:bodyPr/>
              <a:lstStyle/>
              <a:p>
                <a:pPr algn="ctr" eaLnBrk="0" hangingPunct="0"/>
                <a:endParaRPr lang="nl-BE"/>
              </a:p>
            </p:txBody>
          </p:sp>
          <p:sp>
            <p:nvSpPr>
              <p:cNvPr id="42822" name="Oval 150"/>
              <p:cNvSpPr>
                <a:spLocks noChangeArrowheads="1"/>
              </p:cNvSpPr>
              <p:nvPr/>
            </p:nvSpPr>
            <p:spPr bwMode="auto">
              <a:xfrm>
                <a:off x="2625" y="2143"/>
                <a:ext cx="139" cy="64"/>
              </a:xfrm>
              <a:prstGeom prst="ellipse">
                <a:avLst/>
              </a:prstGeom>
              <a:solidFill>
                <a:srgbClr val="004000"/>
              </a:solidFill>
              <a:ln w="9525">
                <a:noFill/>
                <a:round/>
                <a:headEnd/>
                <a:tailEnd/>
              </a:ln>
            </p:spPr>
            <p:txBody>
              <a:bodyPr/>
              <a:lstStyle/>
              <a:p>
                <a:pPr algn="ctr" eaLnBrk="0" hangingPunct="0"/>
                <a:endParaRPr lang="nl-BE"/>
              </a:p>
            </p:txBody>
          </p:sp>
          <p:sp>
            <p:nvSpPr>
              <p:cNvPr id="42823" name="Oval 151"/>
              <p:cNvSpPr>
                <a:spLocks noChangeArrowheads="1"/>
              </p:cNvSpPr>
              <p:nvPr/>
            </p:nvSpPr>
            <p:spPr bwMode="auto">
              <a:xfrm>
                <a:off x="2462" y="2105"/>
                <a:ext cx="145" cy="84"/>
              </a:xfrm>
              <a:prstGeom prst="ellipse">
                <a:avLst/>
              </a:prstGeom>
              <a:solidFill>
                <a:srgbClr val="004000"/>
              </a:solidFill>
              <a:ln w="9525">
                <a:noFill/>
                <a:round/>
                <a:headEnd/>
                <a:tailEnd/>
              </a:ln>
            </p:spPr>
            <p:txBody>
              <a:bodyPr/>
              <a:lstStyle/>
              <a:p>
                <a:pPr algn="ctr" eaLnBrk="0" hangingPunct="0"/>
                <a:endParaRPr lang="nl-BE"/>
              </a:p>
            </p:txBody>
          </p:sp>
          <p:sp>
            <p:nvSpPr>
              <p:cNvPr id="42824" name="Oval 152"/>
              <p:cNvSpPr>
                <a:spLocks noChangeArrowheads="1"/>
              </p:cNvSpPr>
              <p:nvPr/>
            </p:nvSpPr>
            <p:spPr bwMode="auto">
              <a:xfrm>
                <a:off x="2542" y="2014"/>
                <a:ext cx="230" cy="124"/>
              </a:xfrm>
              <a:prstGeom prst="ellipse">
                <a:avLst/>
              </a:prstGeom>
              <a:solidFill>
                <a:srgbClr val="008000"/>
              </a:solidFill>
              <a:ln w="9525">
                <a:noFill/>
                <a:round/>
                <a:headEnd/>
                <a:tailEnd/>
              </a:ln>
            </p:spPr>
            <p:txBody>
              <a:bodyPr/>
              <a:lstStyle/>
              <a:p>
                <a:pPr algn="ctr" eaLnBrk="0" hangingPunct="0"/>
                <a:endParaRPr lang="nl-BE"/>
              </a:p>
            </p:txBody>
          </p:sp>
          <p:sp>
            <p:nvSpPr>
              <p:cNvPr id="42825" name="Oval 153"/>
              <p:cNvSpPr>
                <a:spLocks noChangeArrowheads="1"/>
              </p:cNvSpPr>
              <p:nvPr/>
            </p:nvSpPr>
            <p:spPr bwMode="auto">
              <a:xfrm>
                <a:off x="2550" y="2056"/>
                <a:ext cx="164" cy="75"/>
              </a:xfrm>
              <a:prstGeom prst="ellipse">
                <a:avLst/>
              </a:prstGeom>
              <a:solidFill>
                <a:srgbClr val="006000"/>
              </a:solidFill>
              <a:ln w="9525">
                <a:noFill/>
                <a:round/>
                <a:headEnd/>
                <a:tailEnd/>
              </a:ln>
            </p:spPr>
            <p:txBody>
              <a:bodyPr/>
              <a:lstStyle/>
              <a:p>
                <a:pPr algn="ctr" eaLnBrk="0" hangingPunct="0"/>
                <a:endParaRPr lang="nl-BE"/>
              </a:p>
            </p:txBody>
          </p:sp>
          <p:sp>
            <p:nvSpPr>
              <p:cNvPr id="42826" name="Oval 154"/>
              <p:cNvSpPr>
                <a:spLocks noChangeArrowheads="1"/>
              </p:cNvSpPr>
              <p:nvPr/>
            </p:nvSpPr>
            <p:spPr bwMode="auto">
              <a:xfrm>
                <a:off x="2567" y="2105"/>
                <a:ext cx="312" cy="137"/>
              </a:xfrm>
              <a:prstGeom prst="ellipse">
                <a:avLst/>
              </a:prstGeom>
              <a:solidFill>
                <a:srgbClr val="006000"/>
              </a:solidFill>
              <a:ln w="9525">
                <a:noFill/>
                <a:round/>
                <a:headEnd/>
                <a:tailEnd/>
              </a:ln>
            </p:spPr>
            <p:txBody>
              <a:bodyPr/>
              <a:lstStyle/>
              <a:p>
                <a:pPr algn="ctr" eaLnBrk="0" hangingPunct="0"/>
                <a:endParaRPr lang="nl-BE"/>
              </a:p>
            </p:txBody>
          </p:sp>
          <p:sp>
            <p:nvSpPr>
              <p:cNvPr id="42827" name="Oval 155"/>
              <p:cNvSpPr>
                <a:spLocks noChangeArrowheads="1"/>
              </p:cNvSpPr>
              <p:nvPr/>
            </p:nvSpPr>
            <p:spPr bwMode="auto">
              <a:xfrm>
                <a:off x="2522" y="2200"/>
                <a:ext cx="312" cy="112"/>
              </a:xfrm>
              <a:prstGeom prst="ellipse">
                <a:avLst/>
              </a:prstGeom>
              <a:solidFill>
                <a:srgbClr val="006000"/>
              </a:solidFill>
              <a:ln w="9525">
                <a:noFill/>
                <a:round/>
                <a:headEnd/>
                <a:tailEnd/>
              </a:ln>
            </p:spPr>
            <p:txBody>
              <a:bodyPr/>
              <a:lstStyle/>
              <a:p>
                <a:pPr algn="ctr" eaLnBrk="0" hangingPunct="0"/>
                <a:endParaRPr lang="nl-BE"/>
              </a:p>
            </p:txBody>
          </p:sp>
          <p:sp>
            <p:nvSpPr>
              <p:cNvPr id="42828" name="Oval 156"/>
              <p:cNvSpPr>
                <a:spLocks noChangeArrowheads="1"/>
              </p:cNvSpPr>
              <p:nvPr/>
            </p:nvSpPr>
            <p:spPr bwMode="auto">
              <a:xfrm>
                <a:off x="2629" y="2157"/>
                <a:ext cx="251" cy="68"/>
              </a:xfrm>
              <a:prstGeom prst="ellipse">
                <a:avLst/>
              </a:prstGeom>
              <a:solidFill>
                <a:srgbClr val="004000"/>
              </a:solidFill>
              <a:ln w="9525">
                <a:noFill/>
                <a:round/>
                <a:headEnd/>
                <a:tailEnd/>
              </a:ln>
            </p:spPr>
            <p:txBody>
              <a:bodyPr/>
              <a:lstStyle/>
              <a:p>
                <a:pPr algn="ctr" eaLnBrk="0" hangingPunct="0"/>
                <a:endParaRPr lang="nl-BE"/>
              </a:p>
            </p:txBody>
          </p:sp>
          <p:sp>
            <p:nvSpPr>
              <p:cNvPr id="42829" name="Oval 157"/>
              <p:cNvSpPr>
                <a:spLocks noChangeArrowheads="1"/>
              </p:cNvSpPr>
              <p:nvPr/>
            </p:nvSpPr>
            <p:spPr bwMode="auto">
              <a:xfrm>
                <a:off x="2491" y="2142"/>
                <a:ext cx="246" cy="117"/>
              </a:xfrm>
              <a:prstGeom prst="ellipse">
                <a:avLst/>
              </a:prstGeom>
              <a:solidFill>
                <a:srgbClr val="008000"/>
              </a:solidFill>
              <a:ln w="9525">
                <a:noFill/>
                <a:round/>
                <a:headEnd/>
                <a:tailEnd/>
              </a:ln>
            </p:spPr>
            <p:txBody>
              <a:bodyPr/>
              <a:lstStyle/>
              <a:p>
                <a:pPr algn="ctr" eaLnBrk="0" hangingPunct="0"/>
                <a:endParaRPr lang="nl-BE"/>
              </a:p>
            </p:txBody>
          </p:sp>
          <p:sp>
            <p:nvSpPr>
              <p:cNvPr id="42830" name="Oval 158"/>
              <p:cNvSpPr>
                <a:spLocks noChangeArrowheads="1"/>
              </p:cNvSpPr>
              <p:nvPr/>
            </p:nvSpPr>
            <p:spPr bwMode="auto">
              <a:xfrm>
                <a:off x="2574" y="2174"/>
                <a:ext cx="147" cy="82"/>
              </a:xfrm>
              <a:prstGeom prst="ellipse">
                <a:avLst/>
              </a:prstGeom>
              <a:solidFill>
                <a:srgbClr val="006000"/>
              </a:solidFill>
              <a:ln w="9525">
                <a:noFill/>
                <a:round/>
                <a:headEnd/>
                <a:tailEnd/>
              </a:ln>
            </p:spPr>
            <p:txBody>
              <a:bodyPr/>
              <a:lstStyle/>
              <a:p>
                <a:pPr algn="ctr" eaLnBrk="0" hangingPunct="0"/>
                <a:endParaRPr lang="nl-BE"/>
              </a:p>
            </p:txBody>
          </p:sp>
          <p:sp>
            <p:nvSpPr>
              <p:cNvPr id="42831" name="Freeform 159"/>
              <p:cNvSpPr>
                <a:spLocks/>
              </p:cNvSpPr>
              <p:nvPr/>
            </p:nvSpPr>
            <p:spPr bwMode="auto">
              <a:xfrm rot="-142965">
                <a:off x="1728" y="2606"/>
                <a:ext cx="145" cy="73"/>
              </a:xfrm>
              <a:custGeom>
                <a:avLst/>
                <a:gdLst>
                  <a:gd name="T0" fmla="*/ 0 w 291"/>
                  <a:gd name="T1" fmla="*/ 0 h 219"/>
                  <a:gd name="T2" fmla="*/ 0 w 291"/>
                  <a:gd name="T3" fmla="*/ 0 h 219"/>
                  <a:gd name="T4" fmla="*/ 0 w 291"/>
                  <a:gd name="T5" fmla="*/ 0 h 219"/>
                  <a:gd name="T6" fmla="*/ 0 w 291"/>
                  <a:gd name="T7" fmla="*/ 0 h 219"/>
                  <a:gd name="T8" fmla="*/ 0 w 291"/>
                  <a:gd name="T9" fmla="*/ 0 h 219"/>
                  <a:gd name="T10" fmla="*/ 0 60000 65536"/>
                  <a:gd name="T11" fmla="*/ 0 60000 65536"/>
                  <a:gd name="T12" fmla="*/ 0 60000 65536"/>
                  <a:gd name="T13" fmla="*/ 0 60000 65536"/>
                  <a:gd name="T14" fmla="*/ 0 60000 65536"/>
                  <a:gd name="T15" fmla="*/ 0 w 291"/>
                  <a:gd name="T16" fmla="*/ 0 h 219"/>
                  <a:gd name="T17" fmla="*/ 291 w 291"/>
                  <a:gd name="T18" fmla="*/ 219 h 219"/>
                </a:gdLst>
                <a:ahLst/>
                <a:cxnLst>
                  <a:cxn ang="T10">
                    <a:pos x="T0" y="T1"/>
                  </a:cxn>
                  <a:cxn ang="T11">
                    <a:pos x="T2" y="T3"/>
                  </a:cxn>
                  <a:cxn ang="T12">
                    <a:pos x="T4" y="T5"/>
                  </a:cxn>
                  <a:cxn ang="T13">
                    <a:pos x="T6" y="T7"/>
                  </a:cxn>
                  <a:cxn ang="T14">
                    <a:pos x="T8" y="T9"/>
                  </a:cxn>
                </a:cxnLst>
                <a:rect l="T15" t="T16" r="T17" b="T18"/>
                <a:pathLst>
                  <a:path w="291" h="219">
                    <a:moveTo>
                      <a:pt x="0" y="0"/>
                    </a:moveTo>
                    <a:lnTo>
                      <a:pt x="291" y="0"/>
                    </a:lnTo>
                    <a:lnTo>
                      <a:pt x="291" y="219"/>
                    </a:lnTo>
                    <a:lnTo>
                      <a:pt x="0" y="211"/>
                    </a:lnTo>
                    <a:lnTo>
                      <a:pt x="0" y="0"/>
                    </a:lnTo>
                    <a:close/>
                  </a:path>
                </a:pathLst>
              </a:custGeom>
              <a:solidFill>
                <a:srgbClr val="808000"/>
              </a:solidFill>
              <a:ln w="6350">
                <a:solidFill>
                  <a:srgbClr val="000000"/>
                </a:solidFill>
                <a:prstDash val="solid"/>
                <a:round/>
                <a:headEnd/>
                <a:tailEnd/>
              </a:ln>
            </p:spPr>
            <p:txBody>
              <a:bodyPr/>
              <a:lstStyle/>
              <a:p>
                <a:endParaRPr lang="nl-BE"/>
              </a:p>
            </p:txBody>
          </p:sp>
          <p:sp>
            <p:nvSpPr>
              <p:cNvPr id="42832" name="Freeform 160"/>
              <p:cNvSpPr>
                <a:spLocks/>
              </p:cNvSpPr>
              <p:nvPr/>
            </p:nvSpPr>
            <p:spPr bwMode="auto">
              <a:xfrm rot="-142965">
                <a:off x="1832" y="2625"/>
                <a:ext cx="17" cy="30"/>
              </a:xfrm>
              <a:custGeom>
                <a:avLst/>
                <a:gdLst>
                  <a:gd name="T0" fmla="*/ 0 w 35"/>
                  <a:gd name="T1" fmla="*/ 0 h 90"/>
                  <a:gd name="T2" fmla="*/ 0 w 35"/>
                  <a:gd name="T3" fmla="*/ 0 h 90"/>
                  <a:gd name="T4" fmla="*/ 0 w 35"/>
                  <a:gd name="T5" fmla="*/ 0 h 90"/>
                  <a:gd name="T6" fmla="*/ 0 w 35"/>
                  <a:gd name="T7" fmla="*/ 0 h 90"/>
                  <a:gd name="T8" fmla="*/ 0 w 35"/>
                  <a:gd name="T9" fmla="*/ 0 h 90"/>
                  <a:gd name="T10" fmla="*/ 0 w 35"/>
                  <a:gd name="T11" fmla="*/ 0 h 90"/>
                  <a:gd name="T12" fmla="*/ 0 w 35"/>
                  <a:gd name="T13" fmla="*/ 0 h 90"/>
                  <a:gd name="T14" fmla="*/ 0 w 35"/>
                  <a:gd name="T15" fmla="*/ 0 h 90"/>
                  <a:gd name="T16" fmla="*/ 0 w 35"/>
                  <a:gd name="T17" fmla="*/ 0 h 90"/>
                  <a:gd name="T18" fmla="*/ 0 w 35"/>
                  <a:gd name="T19" fmla="*/ 0 h 90"/>
                  <a:gd name="T20" fmla="*/ 0 w 35"/>
                  <a:gd name="T21" fmla="*/ 0 h 90"/>
                  <a:gd name="T22" fmla="*/ 0 w 35"/>
                  <a:gd name="T23" fmla="*/ 0 h 90"/>
                  <a:gd name="T24" fmla="*/ 0 w 35"/>
                  <a:gd name="T25" fmla="*/ 0 h 90"/>
                  <a:gd name="T26" fmla="*/ 0 w 35"/>
                  <a:gd name="T27" fmla="*/ 0 h 90"/>
                  <a:gd name="T28" fmla="*/ 0 w 35"/>
                  <a:gd name="T29" fmla="*/ 0 h 90"/>
                  <a:gd name="T30" fmla="*/ 0 w 35"/>
                  <a:gd name="T31" fmla="*/ 0 h 90"/>
                  <a:gd name="T32" fmla="*/ 0 w 35"/>
                  <a:gd name="T33" fmla="*/ 0 h 90"/>
                  <a:gd name="T34" fmla="*/ 0 w 35"/>
                  <a:gd name="T35" fmla="*/ 0 h 90"/>
                  <a:gd name="T36" fmla="*/ 0 w 35"/>
                  <a:gd name="T37" fmla="*/ 0 h 90"/>
                  <a:gd name="T38" fmla="*/ 0 w 35"/>
                  <a:gd name="T39" fmla="*/ 0 h 90"/>
                  <a:gd name="T40" fmla="*/ 0 w 35"/>
                  <a:gd name="T41" fmla="*/ 0 h 90"/>
                  <a:gd name="T42" fmla="*/ 0 w 35"/>
                  <a:gd name="T43" fmla="*/ 0 h 90"/>
                  <a:gd name="T44" fmla="*/ 0 w 35"/>
                  <a:gd name="T45" fmla="*/ 0 h 90"/>
                  <a:gd name="T46" fmla="*/ 0 w 35"/>
                  <a:gd name="T47" fmla="*/ 0 h 9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35"/>
                  <a:gd name="T73" fmla="*/ 0 h 90"/>
                  <a:gd name="T74" fmla="*/ 35 w 35"/>
                  <a:gd name="T75" fmla="*/ 90 h 9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35" h="90">
                    <a:moveTo>
                      <a:pt x="9" y="0"/>
                    </a:moveTo>
                    <a:lnTo>
                      <a:pt x="26" y="0"/>
                    </a:lnTo>
                    <a:lnTo>
                      <a:pt x="35" y="12"/>
                    </a:lnTo>
                    <a:lnTo>
                      <a:pt x="35" y="34"/>
                    </a:lnTo>
                    <a:lnTo>
                      <a:pt x="28" y="45"/>
                    </a:lnTo>
                    <a:lnTo>
                      <a:pt x="35" y="55"/>
                    </a:lnTo>
                    <a:lnTo>
                      <a:pt x="35" y="78"/>
                    </a:lnTo>
                    <a:lnTo>
                      <a:pt x="26" y="90"/>
                    </a:lnTo>
                    <a:lnTo>
                      <a:pt x="9" y="90"/>
                    </a:lnTo>
                    <a:lnTo>
                      <a:pt x="0" y="78"/>
                    </a:lnTo>
                    <a:lnTo>
                      <a:pt x="0" y="67"/>
                    </a:lnTo>
                    <a:lnTo>
                      <a:pt x="12" y="67"/>
                    </a:lnTo>
                    <a:lnTo>
                      <a:pt x="12" y="73"/>
                    </a:lnTo>
                    <a:lnTo>
                      <a:pt x="22" y="73"/>
                    </a:lnTo>
                    <a:lnTo>
                      <a:pt x="22" y="55"/>
                    </a:lnTo>
                    <a:lnTo>
                      <a:pt x="12" y="55"/>
                    </a:lnTo>
                    <a:lnTo>
                      <a:pt x="12" y="34"/>
                    </a:lnTo>
                    <a:lnTo>
                      <a:pt x="22" y="34"/>
                    </a:lnTo>
                    <a:lnTo>
                      <a:pt x="22" y="16"/>
                    </a:lnTo>
                    <a:lnTo>
                      <a:pt x="12" y="16"/>
                    </a:lnTo>
                    <a:lnTo>
                      <a:pt x="12" y="22"/>
                    </a:lnTo>
                    <a:lnTo>
                      <a:pt x="0" y="22"/>
                    </a:lnTo>
                    <a:lnTo>
                      <a:pt x="0" y="12"/>
                    </a:lnTo>
                    <a:lnTo>
                      <a:pt x="9" y="0"/>
                    </a:lnTo>
                    <a:close/>
                  </a:path>
                </a:pathLst>
              </a:custGeom>
              <a:solidFill>
                <a:srgbClr val="000040"/>
              </a:solidFill>
              <a:ln w="9525">
                <a:noFill/>
                <a:round/>
                <a:headEnd/>
                <a:tailEnd/>
              </a:ln>
            </p:spPr>
            <p:txBody>
              <a:bodyPr/>
              <a:lstStyle/>
              <a:p>
                <a:endParaRPr lang="nl-BE"/>
              </a:p>
            </p:txBody>
          </p:sp>
          <p:sp>
            <p:nvSpPr>
              <p:cNvPr id="42833" name="Freeform 161"/>
              <p:cNvSpPr>
                <a:spLocks/>
              </p:cNvSpPr>
              <p:nvPr/>
            </p:nvSpPr>
            <p:spPr bwMode="auto">
              <a:xfrm rot="-142965">
                <a:off x="1810" y="2626"/>
                <a:ext cx="18" cy="30"/>
              </a:xfrm>
              <a:custGeom>
                <a:avLst/>
                <a:gdLst>
                  <a:gd name="T0" fmla="*/ 0 w 36"/>
                  <a:gd name="T1" fmla="*/ 0 h 91"/>
                  <a:gd name="T2" fmla="*/ 1 w 36"/>
                  <a:gd name="T3" fmla="*/ 0 h 91"/>
                  <a:gd name="T4" fmla="*/ 1 w 36"/>
                  <a:gd name="T5" fmla="*/ 0 h 91"/>
                  <a:gd name="T6" fmla="*/ 1 w 36"/>
                  <a:gd name="T7" fmla="*/ 0 h 91"/>
                  <a:gd name="T8" fmla="*/ 1 w 36"/>
                  <a:gd name="T9" fmla="*/ 0 h 91"/>
                  <a:gd name="T10" fmla="*/ 1 w 36"/>
                  <a:gd name="T11" fmla="*/ 0 h 91"/>
                  <a:gd name="T12" fmla="*/ 1 w 36"/>
                  <a:gd name="T13" fmla="*/ 0 h 91"/>
                  <a:gd name="T14" fmla="*/ 1 w 36"/>
                  <a:gd name="T15" fmla="*/ 0 h 91"/>
                  <a:gd name="T16" fmla="*/ 1 w 36"/>
                  <a:gd name="T17" fmla="*/ 0 h 91"/>
                  <a:gd name="T18" fmla="*/ 1 w 36"/>
                  <a:gd name="T19" fmla="*/ 0 h 91"/>
                  <a:gd name="T20" fmla="*/ 0 w 36"/>
                  <a:gd name="T21" fmla="*/ 0 h 91"/>
                  <a:gd name="T22" fmla="*/ 0 w 36"/>
                  <a:gd name="T23" fmla="*/ 0 h 91"/>
                  <a:gd name="T24" fmla="*/ 1 w 36"/>
                  <a:gd name="T25" fmla="*/ 0 h 91"/>
                  <a:gd name="T26" fmla="*/ 1 w 36"/>
                  <a:gd name="T27" fmla="*/ 0 h 91"/>
                  <a:gd name="T28" fmla="*/ 1 w 36"/>
                  <a:gd name="T29" fmla="*/ 0 h 91"/>
                  <a:gd name="T30" fmla="*/ 1 w 36"/>
                  <a:gd name="T31" fmla="*/ 0 h 91"/>
                  <a:gd name="T32" fmla="*/ 1 w 36"/>
                  <a:gd name="T33" fmla="*/ 0 h 91"/>
                  <a:gd name="T34" fmla="*/ 0 w 36"/>
                  <a:gd name="T35" fmla="*/ 0 h 91"/>
                  <a:gd name="T36" fmla="*/ 0 w 36"/>
                  <a:gd name="T37" fmla="*/ 0 h 9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6"/>
                  <a:gd name="T58" fmla="*/ 0 h 91"/>
                  <a:gd name="T59" fmla="*/ 36 w 36"/>
                  <a:gd name="T60" fmla="*/ 91 h 9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6" h="91">
                    <a:moveTo>
                      <a:pt x="0" y="0"/>
                    </a:moveTo>
                    <a:lnTo>
                      <a:pt x="34" y="0"/>
                    </a:lnTo>
                    <a:lnTo>
                      <a:pt x="34" y="19"/>
                    </a:lnTo>
                    <a:lnTo>
                      <a:pt x="13" y="19"/>
                    </a:lnTo>
                    <a:lnTo>
                      <a:pt x="13" y="30"/>
                    </a:lnTo>
                    <a:lnTo>
                      <a:pt x="26" y="30"/>
                    </a:lnTo>
                    <a:lnTo>
                      <a:pt x="36" y="45"/>
                    </a:lnTo>
                    <a:lnTo>
                      <a:pt x="36" y="76"/>
                    </a:lnTo>
                    <a:lnTo>
                      <a:pt x="26" y="91"/>
                    </a:lnTo>
                    <a:lnTo>
                      <a:pt x="9" y="91"/>
                    </a:lnTo>
                    <a:lnTo>
                      <a:pt x="0" y="76"/>
                    </a:lnTo>
                    <a:lnTo>
                      <a:pt x="0" y="63"/>
                    </a:lnTo>
                    <a:lnTo>
                      <a:pt x="13" y="63"/>
                    </a:lnTo>
                    <a:lnTo>
                      <a:pt x="13" y="73"/>
                    </a:lnTo>
                    <a:lnTo>
                      <a:pt x="23" y="73"/>
                    </a:lnTo>
                    <a:lnTo>
                      <a:pt x="23" y="48"/>
                    </a:lnTo>
                    <a:lnTo>
                      <a:pt x="9" y="48"/>
                    </a:lnTo>
                    <a:lnTo>
                      <a:pt x="0" y="33"/>
                    </a:lnTo>
                    <a:lnTo>
                      <a:pt x="0" y="0"/>
                    </a:lnTo>
                    <a:close/>
                  </a:path>
                </a:pathLst>
              </a:custGeom>
              <a:solidFill>
                <a:srgbClr val="000040"/>
              </a:solidFill>
              <a:ln w="9525">
                <a:noFill/>
                <a:round/>
                <a:headEnd/>
                <a:tailEnd/>
              </a:ln>
            </p:spPr>
            <p:txBody>
              <a:bodyPr/>
              <a:lstStyle/>
              <a:p>
                <a:endParaRPr lang="nl-BE"/>
              </a:p>
            </p:txBody>
          </p:sp>
          <p:sp>
            <p:nvSpPr>
              <p:cNvPr id="42834" name="Freeform 162"/>
              <p:cNvSpPr>
                <a:spLocks/>
              </p:cNvSpPr>
              <p:nvPr/>
            </p:nvSpPr>
            <p:spPr bwMode="auto">
              <a:xfrm rot="-142965">
                <a:off x="1751" y="2628"/>
                <a:ext cx="21" cy="30"/>
              </a:xfrm>
              <a:custGeom>
                <a:avLst/>
                <a:gdLst>
                  <a:gd name="T0" fmla="*/ 1 w 41"/>
                  <a:gd name="T1" fmla="*/ 0 h 90"/>
                  <a:gd name="T2" fmla="*/ 1 w 41"/>
                  <a:gd name="T3" fmla="*/ 0 h 90"/>
                  <a:gd name="T4" fmla="*/ 1 w 41"/>
                  <a:gd name="T5" fmla="*/ 0 h 90"/>
                  <a:gd name="T6" fmla="*/ 1 w 41"/>
                  <a:gd name="T7" fmla="*/ 0 h 90"/>
                  <a:gd name="T8" fmla="*/ 1 w 41"/>
                  <a:gd name="T9" fmla="*/ 0 h 90"/>
                  <a:gd name="T10" fmla="*/ 1 w 41"/>
                  <a:gd name="T11" fmla="*/ 0 h 90"/>
                  <a:gd name="T12" fmla="*/ 1 w 41"/>
                  <a:gd name="T13" fmla="*/ 0 h 90"/>
                  <a:gd name="T14" fmla="*/ 1 w 41"/>
                  <a:gd name="T15" fmla="*/ 0 h 90"/>
                  <a:gd name="T16" fmla="*/ 1 w 41"/>
                  <a:gd name="T17" fmla="*/ 0 h 90"/>
                  <a:gd name="T18" fmla="*/ 1 w 41"/>
                  <a:gd name="T19" fmla="*/ 0 h 90"/>
                  <a:gd name="T20" fmla="*/ 1 w 41"/>
                  <a:gd name="T21" fmla="*/ 0 h 90"/>
                  <a:gd name="T22" fmla="*/ 1 w 41"/>
                  <a:gd name="T23" fmla="*/ 0 h 90"/>
                  <a:gd name="T24" fmla="*/ 0 w 41"/>
                  <a:gd name="T25" fmla="*/ 0 h 90"/>
                  <a:gd name="T26" fmla="*/ 1 w 41"/>
                  <a:gd name="T27" fmla="*/ 0 h 9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1"/>
                  <a:gd name="T43" fmla="*/ 0 h 90"/>
                  <a:gd name="T44" fmla="*/ 41 w 41"/>
                  <a:gd name="T45" fmla="*/ 90 h 9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1" h="90">
                    <a:moveTo>
                      <a:pt x="10" y="0"/>
                    </a:moveTo>
                    <a:lnTo>
                      <a:pt x="30" y="0"/>
                    </a:lnTo>
                    <a:lnTo>
                      <a:pt x="41" y="90"/>
                    </a:lnTo>
                    <a:lnTo>
                      <a:pt x="27" y="90"/>
                    </a:lnTo>
                    <a:lnTo>
                      <a:pt x="25" y="72"/>
                    </a:lnTo>
                    <a:lnTo>
                      <a:pt x="25" y="58"/>
                    </a:lnTo>
                    <a:lnTo>
                      <a:pt x="20" y="15"/>
                    </a:lnTo>
                    <a:lnTo>
                      <a:pt x="15" y="58"/>
                    </a:lnTo>
                    <a:lnTo>
                      <a:pt x="25" y="58"/>
                    </a:lnTo>
                    <a:lnTo>
                      <a:pt x="25" y="72"/>
                    </a:lnTo>
                    <a:lnTo>
                      <a:pt x="15" y="72"/>
                    </a:lnTo>
                    <a:lnTo>
                      <a:pt x="13" y="90"/>
                    </a:lnTo>
                    <a:lnTo>
                      <a:pt x="0" y="90"/>
                    </a:lnTo>
                    <a:lnTo>
                      <a:pt x="10" y="0"/>
                    </a:lnTo>
                    <a:close/>
                  </a:path>
                </a:pathLst>
              </a:custGeom>
              <a:solidFill>
                <a:srgbClr val="000040"/>
              </a:solidFill>
              <a:ln w="9525">
                <a:noFill/>
                <a:round/>
                <a:headEnd/>
                <a:tailEnd/>
              </a:ln>
            </p:spPr>
            <p:txBody>
              <a:bodyPr/>
              <a:lstStyle/>
              <a:p>
                <a:endParaRPr lang="nl-BE"/>
              </a:p>
            </p:txBody>
          </p:sp>
          <p:sp>
            <p:nvSpPr>
              <p:cNvPr id="42835" name="Freeform 163"/>
              <p:cNvSpPr>
                <a:spLocks/>
              </p:cNvSpPr>
              <p:nvPr/>
            </p:nvSpPr>
            <p:spPr bwMode="auto">
              <a:xfrm rot="-142965">
                <a:off x="1771" y="2627"/>
                <a:ext cx="34" cy="30"/>
              </a:xfrm>
              <a:custGeom>
                <a:avLst/>
                <a:gdLst>
                  <a:gd name="T0" fmla="*/ 0 w 67"/>
                  <a:gd name="T1" fmla="*/ 0 h 90"/>
                  <a:gd name="T2" fmla="*/ 1 w 67"/>
                  <a:gd name="T3" fmla="*/ 0 h 90"/>
                  <a:gd name="T4" fmla="*/ 1 w 67"/>
                  <a:gd name="T5" fmla="*/ 0 h 90"/>
                  <a:gd name="T6" fmla="*/ 1 w 67"/>
                  <a:gd name="T7" fmla="*/ 0 h 90"/>
                  <a:gd name="T8" fmla="*/ 1 w 67"/>
                  <a:gd name="T9" fmla="*/ 0 h 90"/>
                  <a:gd name="T10" fmla="*/ 1 w 67"/>
                  <a:gd name="T11" fmla="*/ 0 h 90"/>
                  <a:gd name="T12" fmla="*/ 1 w 67"/>
                  <a:gd name="T13" fmla="*/ 0 h 90"/>
                  <a:gd name="T14" fmla="*/ 1 w 67"/>
                  <a:gd name="T15" fmla="*/ 0 h 90"/>
                  <a:gd name="T16" fmla="*/ 1 w 67"/>
                  <a:gd name="T17" fmla="*/ 0 h 90"/>
                  <a:gd name="T18" fmla="*/ 1 w 67"/>
                  <a:gd name="T19" fmla="*/ 0 h 90"/>
                  <a:gd name="T20" fmla="*/ 1 w 67"/>
                  <a:gd name="T21" fmla="*/ 0 h 90"/>
                  <a:gd name="T22" fmla="*/ 1 w 67"/>
                  <a:gd name="T23" fmla="*/ 0 h 90"/>
                  <a:gd name="T24" fmla="*/ 1 w 67"/>
                  <a:gd name="T25" fmla="*/ 0 h 90"/>
                  <a:gd name="T26" fmla="*/ 0 w 67"/>
                  <a:gd name="T27" fmla="*/ 0 h 9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7"/>
                  <a:gd name="T43" fmla="*/ 0 h 90"/>
                  <a:gd name="T44" fmla="*/ 67 w 67"/>
                  <a:gd name="T45" fmla="*/ 90 h 9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7" h="90">
                    <a:moveTo>
                      <a:pt x="0" y="0"/>
                    </a:moveTo>
                    <a:lnTo>
                      <a:pt x="15" y="0"/>
                    </a:lnTo>
                    <a:lnTo>
                      <a:pt x="20" y="58"/>
                    </a:lnTo>
                    <a:lnTo>
                      <a:pt x="27" y="0"/>
                    </a:lnTo>
                    <a:lnTo>
                      <a:pt x="40" y="0"/>
                    </a:lnTo>
                    <a:lnTo>
                      <a:pt x="47" y="60"/>
                    </a:lnTo>
                    <a:lnTo>
                      <a:pt x="52" y="0"/>
                    </a:lnTo>
                    <a:lnTo>
                      <a:pt x="67" y="0"/>
                    </a:lnTo>
                    <a:lnTo>
                      <a:pt x="57" y="90"/>
                    </a:lnTo>
                    <a:lnTo>
                      <a:pt x="39" y="90"/>
                    </a:lnTo>
                    <a:lnTo>
                      <a:pt x="33" y="52"/>
                    </a:lnTo>
                    <a:lnTo>
                      <a:pt x="30" y="90"/>
                    </a:lnTo>
                    <a:lnTo>
                      <a:pt x="10" y="90"/>
                    </a:lnTo>
                    <a:lnTo>
                      <a:pt x="0" y="0"/>
                    </a:lnTo>
                    <a:close/>
                  </a:path>
                </a:pathLst>
              </a:custGeom>
              <a:solidFill>
                <a:srgbClr val="000040"/>
              </a:solidFill>
              <a:ln w="9525">
                <a:noFill/>
                <a:round/>
                <a:headEnd/>
                <a:tailEnd/>
              </a:ln>
            </p:spPr>
            <p:txBody>
              <a:bodyPr/>
              <a:lstStyle/>
              <a:p>
                <a:endParaRPr lang="nl-BE"/>
              </a:p>
            </p:txBody>
          </p:sp>
          <p:sp>
            <p:nvSpPr>
              <p:cNvPr id="42836" name="Line 164"/>
              <p:cNvSpPr>
                <a:spLocks noChangeShapeType="1"/>
              </p:cNvSpPr>
              <p:nvPr/>
            </p:nvSpPr>
            <p:spPr bwMode="auto">
              <a:xfrm rot="-142965">
                <a:off x="1734" y="2613"/>
                <a:ext cx="134" cy="1"/>
              </a:xfrm>
              <a:prstGeom prst="line">
                <a:avLst/>
              </a:prstGeom>
              <a:noFill/>
              <a:ln w="6350">
                <a:solidFill>
                  <a:srgbClr val="000040"/>
                </a:solidFill>
                <a:round/>
                <a:headEnd/>
                <a:tailEnd/>
              </a:ln>
            </p:spPr>
            <p:txBody>
              <a:bodyPr/>
              <a:lstStyle/>
              <a:p>
                <a:endParaRPr lang="nl-BE"/>
              </a:p>
            </p:txBody>
          </p:sp>
          <p:sp>
            <p:nvSpPr>
              <p:cNvPr id="42837" name="Line 165"/>
              <p:cNvSpPr>
                <a:spLocks noChangeShapeType="1"/>
              </p:cNvSpPr>
              <p:nvPr/>
            </p:nvSpPr>
            <p:spPr bwMode="auto">
              <a:xfrm rot="-142965">
                <a:off x="1738" y="2670"/>
                <a:ext cx="46" cy="1"/>
              </a:xfrm>
              <a:prstGeom prst="line">
                <a:avLst/>
              </a:prstGeom>
              <a:noFill/>
              <a:ln w="6350">
                <a:solidFill>
                  <a:srgbClr val="000040"/>
                </a:solidFill>
                <a:round/>
                <a:headEnd/>
                <a:tailEnd/>
              </a:ln>
            </p:spPr>
            <p:txBody>
              <a:bodyPr/>
              <a:lstStyle/>
              <a:p>
                <a:endParaRPr lang="nl-BE"/>
              </a:p>
            </p:txBody>
          </p:sp>
          <p:sp>
            <p:nvSpPr>
              <p:cNvPr id="42838" name="Line 166"/>
              <p:cNvSpPr>
                <a:spLocks noChangeShapeType="1"/>
              </p:cNvSpPr>
              <p:nvPr/>
            </p:nvSpPr>
            <p:spPr bwMode="auto">
              <a:xfrm rot="-142965">
                <a:off x="1802" y="2667"/>
                <a:ext cx="69" cy="1"/>
              </a:xfrm>
              <a:prstGeom prst="line">
                <a:avLst/>
              </a:prstGeom>
              <a:noFill/>
              <a:ln w="6350">
                <a:solidFill>
                  <a:srgbClr val="000040"/>
                </a:solidFill>
                <a:round/>
                <a:headEnd/>
                <a:tailEnd/>
              </a:ln>
            </p:spPr>
            <p:txBody>
              <a:bodyPr/>
              <a:lstStyle/>
              <a:p>
                <a:endParaRPr lang="nl-BE"/>
              </a:p>
            </p:txBody>
          </p:sp>
          <p:sp>
            <p:nvSpPr>
              <p:cNvPr id="42839" name="Oval 167"/>
              <p:cNvSpPr>
                <a:spLocks noChangeArrowheads="1"/>
              </p:cNvSpPr>
              <p:nvPr/>
            </p:nvSpPr>
            <p:spPr bwMode="auto">
              <a:xfrm rot="-142965">
                <a:off x="1762" y="2600"/>
                <a:ext cx="3" cy="3"/>
              </a:xfrm>
              <a:prstGeom prst="ellipse">
                <a:avLst/>
              </a:prstGeom>
              <a:solidFill>
                <a:srgbClr val="808080"/>
              </a:solidFill>
              <a:ln w="6350">
                <a:solidFill>
                  <a:srgbClr val="202020"/>
                </a:solidFill>
                <a:round/>
                <a:headEnd/>
                <a:tailEnd/>
              </a:ln>
            </p:spPr>
            <p:txBody>
              <a:bodyPr/>
              <a:lstStyle/>
              <a:p>
                <a:pPr algn="ctr" eaLnBrk="0" hangingPunct="0"/>
                <a:endParaRPr lang="nl-BE"/>
              </a:p>
            </p:txBody>
          </p:sp>
          <p:sp>
            <p:nvSpPr>
              <p:cNvPr id="42840" name="Oval 168"/>
              <p:cNvSpPr>
                <a:spLocks noChangeArrowheads="1"/>
              </p:cNvSpPr>
              <p:nvPr/>
            </p:nvSpPr>
            <p:spPr bwMode="auto">
              <a:xfrm rot="-142965">
                <a:off x="1835" y="2597"/>
                <a:ext cx="4" cy="3"/>
              </a:xfrm>
              <a:prstGeom prst="ellipse">
                <a:avLst/>
              </a:prstGeom>
              <a:solidFill>
                <a:srgbClr val="808080"/>
              </a:solidFill>
              <a:ln w="6350">
                <a:solidFill>
                  <a:srgbClr val="202020"/>
                </a:solidFill>
                <a:round/>
                <a:headEnd/>
                <a:tailEnd/>
              </a:ln>
            </p:spPr>
            <p:txBody>
              <a:bodyPr/>
              <a:lstStyle/>
              <a:p>
                <a:pPr algn="ctr" eaLnBrk="0" hangingPunct="0"/>
                <a:endParaRPr lang="nl-BE"/>
              </a:p>
            </p:txBody>
          </p:sp>
          <p:sp>
            <p:nvSpPr>
              <p:cNvPr id="42841" name="Freeform 169"/>
              <p:cNvSpPr>
                <a:spLocks/>
              </p:cNvSpPr>
              <p:nvPr/>
            </p:nvSpPr>
            <p:spPr bwMode="auto">
              <a:xfrm>
                <a:off x="414" y="2642"/>
                <a:ext cx="3684" cy="1224"/>
              </a:xfrm>
              <a:custGeom>
                <a:avLst/>
                <a:gdLst>
                  <a:gd name="T0" fmla="*/ 3684 w 3684"/>
                  <a:gd name="T1" fmla="*/ 6 h 1224"/>
                  <a:gd name="T2" fmla="*/ 12 w 3684"/>
                  <a:gd name="T3" fmla="*/ 1218 h 1224"/>
                  <a:gd name="T4" fmla="*/ 0 w 3684"/>
                  <a:gd name="T5" fmla="*/ 1224 h 1224"/>
                  <a:gd name="T6" fmla="*/ 0 w 3684"/>
                  <a:gd name="T7" fmla="*/ 606 h 1224"/>
                  <a:gd name="T8" fmla="*/ 3 w 3684"/>
                  <a:gd name="T9" fmla="*/ 213 h 1224"/>
                  <a:gd name="T10" fmla="*/ 2670 w 3684"/>
                  <a:gd name="T11" fmla="*/ 0 h 1224"/>
                  <a:gd name="T12" fmla="*/ 2955 w 3684"/>
                  <a:gd name="T13" fmla="*/ 6 h 1224"/>
                  <a:gd name="T14" fmla="*/ 0 60000 65536"/>
                  <a:gd name="T15" fmla="*/ 0 60000 65536"/>
                  <a:gd name="T16" fmla="*/ 0 60000 65536"/>
                  <a:gd name="T17" fmla="*/ 0 60000 65536"/>
                  <a:gd name="T18" fmla="*/ 0 60000 65536"/>
                  <a:gd name="T19" fmla="*/ 0 60000 65536"/>
                  <a:gd name="T20" fmla="*/ 0 60000 65536"/>
                  <a:gd name="T21" fmla="*/ 0 w 3684"/>
                  <a:gd name="T22" fmla="*/ 0 h 1224"/>
                  <a:gd name="T23" fmla="*/ 3684 w 3684"/>
                  <a:gd name="T24" fmla="*/ 1224 h 12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84" h="1224">
                    <a:moveTo>
                      <a:pt x="3684" y="6"/>
                    </a:moveTo>
                    <a:lnTo>
                      <a:pt x="12" y="1218"/>
                    </a:lnTo>
                    <a:lnTo>
                      <a:pt x="0" y="1224"/>
                    </a:lnTo>
                    <a:lnTo>
                      <a:pt x="0" y="606"/>
                    </a:lnTo>
                    <a:lnTo>
                      <a:pt x="3" y="213"/>
                    </a:lnTo>
                    <a:lnTo>
                      <a:pt x="2670" y="0"/>
                    </a:lnTo>
                    <a:lnTo>
                      <a:pt x="2955" y="6"/>
                    </a:lnTo>
                  </a:path>
                </a:pathLst>
              </a:custGeom>
              <a:solidFill>
                <a:schemeClr val="bg2"/>
              </a:solidFill>
              <a:ln w="9525">
                <a:solidFill>
                  <a:schemeClr val="tx1"/>
                </a:solidFill>
                <a:round/>
                <a:headEnd/>
                <a:tailEnd/>
              </a:ln>
            </p:spPr>
            <p:txBody>
              <a:bodyPr wrap="none" anchor="ctr"/>
              <a:lstStyle/>
              <a:p>
                <a:endParaRPr lang="nl-BE"/>
              </a:p>
            </p:txBody>
          </p:sp>
          <p:sp>
            <p:nvSpPr>
              <p:cNvPr id="42842" name="Freeform 170"/>
              <p:cNvSpPr>
                <a:spLocks/>
              </p:cNvSpPr>
              <p:nvPr/>
            </p:nvSpPr>
            <p:spPr bwMode="auto">
              <a:xfrm>
                <a:off x="414" y="2510"/>
                <a:ext cx="3690" cy="753"/>
              </a:xfrm>
              <a:custGeom>
                <a:avLst/>
                <a:gdLst>
                  <a:gd name="T0" fmla="*/ 0 w 3690"/>
                  <a:gd name="T1" fmla="*/ 699 h 753"/>
                  <a:gd name="T2" fmla="*/ 3690 w 3690"/>
                  <a:gd name="T3" fmla="*/ 0 h 753"/>
                  <a:gd name="T4" fmla="*/ 0 w 3690"/>
                  <a:gd name="T5" fmla="*/ 753 h 753"/>
                  <a:gd name="T6" fmla="*/ 0 w 3690"/>
                  <a:gd name="T7" fmla="*/ 699 h 753"/>
                  <a:gd name="T8" fmla="*/ 0 w 3690"/>
                  <a:gd name="T9" fmla="*/ 699 h 753"/>
                  <a:gd name="T10" fmla="*/ 0 60000 65536"/>
                  <a:gd name="T11" fmla="*/ 0 60000 65536"/>
                  <a:gd name="T12" fmla="*/ 0 60000 65536"/>
                  <a:gd name="T13" fmla="*/ 0 60000 65536"/>
                  <a:gd name="T14" fmla="*/ 0 60000 65536"/>
                  <a:gd name="T15" fmla="*/ 0 w 3690"/>
                  <a:gd name="T16" fmla="*/ 0 h 753"/>
                  <a:gd name="T17" fmla="*/ 3690 w 3690"/>
                  <a:gd name="T18" fmla="*/ 753 h 753"/>
                </a:gdLst>
                <a:ahLst/>
                <a:cxnLst>
                  <a:cxn ang="T10">
                    <a:pos x="T0" y="T1"/>
                  </a:cxn>
                  <a:cxn ang="T11">
                    <a:pos x="T2" y="T3"/>
                  </a:cxn>
                  <a:cxn ang="T12">
                    <a:pos x="T4" y="T5"/>
                  </a:cxn>
                  <a:cxn ang="T13">
                    <a:pos x="T6" y="T7"/>
                  </a:cxn>
                  <a:cxn ang="T14">
                    <a:pos x="T8" y="T9"/>
                  </a:cxn>
                </a:cxnLst>
                <a:rect l="T15" t="T16" r="T17" b="T18"/>
                <a:pathLst>
                  <a:path w="3690" h="753">
                    <a:moveTo>
                      <a:pt x="0" y="699"/>
                    </a:moveTo>
                    <a:lnTo>
                      <a:pt x="3690" y="0"/>
                    </a:lnTo>
                    <a:lnTo>
                      <a:pt x="0" y="753"/>
                    </a:lnTo>
                    <a:lnTo>
                      <a:pt x="0" y="699"/>
                    </a:lnTo>
                    <a:close/>
                  </a:path>
                </a:pathLst>
              </a:custGeom>
              <a:solidFill>
                <a:srgbClr val="FFFF00"/>
              </a:solidFill>
              <a:ln w="9525">
                <a:solidFill>
                  <a:schemeClr val="tx1"/>
                </a:solidFill>
                <a:round/>
                <a:headEnd/>
                <a:tailEnd/>
              </a:ln>
            </p:spPr>
            <p:txBody>
              <a:bodyPr wrap="none" anchor="ctr"/>
              <a:lstStyle/>
              <a:p>
                <a:endParaRPr lang="nl-BE"/>
              </a:p>
            </p:txBody>
          </p:sp>
          <p:sp>
            <p:nvSpPr>
              <p:cNvPr id="42843" name="Freeform 171"/>
              <p:cNvSpPr>
                <a:spLocks/>
              </p:cNvSpPr>
              <p:nvPr/>
            </p:nvSpPr>
            <p:spPr bwMode="auto">
              <a:xfrm>
                <a:off x="2880" y="2024"/>
                <a:ext cx="720" cy="576"/>
              </a:xfrm>
              <a:custGeom>
                <a:avLst/>
                <a:gdLst>
                  <a:gd name="T0" fmla="*/ 59 w 816"/>
                  <a:gd name="T1" fmla="*/ 192 h 576"/>
                  <a:gd name="T2" fmla="*/ 89 w 816"/>
                  <a:gd name="T3" fmla="*/ 48 h 576"/>
                  <a:gd name="T4" fmla="*/ 66 w 816"/>
                  <a:gd name="T5" fmla="*/ 240 h 576"/>
                  <a:gd name="T6" fmla="*/ 89 w 816"/>
                  <a:gd name="T7" fmla="*/ 240 h 576"/>
                  <a:gd name="T8" fmla="*/ 66 w 816"/>
                  <a:gd name="T9" fmla="*/ 288 h 576"/>
                  <a:gd name="T10" fmla="*/ 125 w 816"/>
                  <a:gd name="T11" fmla="*/ 384 h 576"/>
                  <a:gd name="T12" fmla="*/ 66 w 816"/>
                  <a:gd name="T13" fmla="*/ 336 h 576"/>
                  <a:gd name="T14" fmla="*/ 89 w 816"/>
                  <a:gd name="T15" fmla="*/ 528 h 576"/>
                  <a:gd name="T16" fmla="*/ 59 w 816"/>
                  <a:gd name="T17" fmla="*/ 384 h 576"/>
                  <a:gd name="T18" fmla="*/ 51 w 816"/>
                  <a:gd name="T19" fmla="*/ 528 h 576"/>
                  <a:gd name="T20" fmla="*/ 43 w 816"/>
                  <a:gd name="T21" fmla="*/ 384 h 576"/>
                  <a:gd name="T22" fmla="*/ 15 w 816"/>
                  <a:gd name="T23" fmla="*/ 576 h 576"/>
                  <a:gd name="T24" fmla="*/ 38 w 816"/>
                  <a:gd name="T25" fmla="*/ 336 h 576"/>
                  <a:gd name="T26" fmla="*/ 0 w 816"/>
                  <a:gd name="T27" fmla="*/ 192 h 576"/>
                  <a:gd name="T28" fmla="*/ 38 w 816"/>
                  <a:gd name="T29" fmla="*/ 240 h 576"/>
                  <a:gd name="T30" fmla="*/ 30 w 816"/>
                  <a:gd name="T31" fmla="*/ 0 h 576"/>
                  <a:gd name="T32" fmla="*/ 51 w 816"/>
                  <a:gd name="T33" fmla="*/ 288 h 576"/>
                  <a:gd name="T34" fmla="*/ 51 w 816"/>
                  <a:gd name="T35" fmla="*/ 96 h 576"/>
                  <a:gd name="T36" fmla="*/ 59 w 816"/>
                  <a:gd name="T37" fmla="*/ 192 h 57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16"/>
                  <a:gd name="T58" fmla="*/ 0 h 576"/>
                  <a:gd name="T59" fmla="*/ 816 w 816"/>
                  <a:gd name="T60" fmla="*/ 576 h 57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16" h="576">
                    <a:moveTo>
                      <a:pt x="384" y="192"/>
                    </a:moveTo>
                    <a:lnTo>
                      <a:pt x="576" y="48"/>
                    </a:lnTo>
                    <a:lnTo>
                      <a:pt x="432" y="240"/>
                    </a:lnTo>
                    <a:lnTo>
                      <a:pt x="576" y="240"/>
                    </a:lnTo>
                    <a:lnTo>
                      <a:pt x="432" y="288"/>
                    </a:lnTo>
                    <a:lnTo>
                      <a:pt x="816" y="384"/>
                    </a:lnTo>
                    <a:lnTo>
                      <a:pt x="432" y="336"/>
                    </a:lnTo>
                    <a:lnTo>
                      <a:pt x="576" y="528"/>
                    </a:lnTo>
                    <a:lnTo>
                      <a:pt x="384" y="384"/>
                    </a:lnTo>
                    <a:lnTo>
                      <a:pt x="336" y="528"/>
                    </a:lnTo>
                    <a:lnTo>
                      <a:pt x="288" y="384"/>
                    </a:lnTo>
                    <a:lnTo>
                      <a:pt x="96" y="576"/>
                    </a:lnTo>
                    <a:lnTo>
                      <a:pt x="240" y="336"/>
                    </a:lnTo>
                    <a:lnTo>
                      <a:pt x="0" y="192"/>
                    </a:lnTo>
                    <a:lnTo>
                      <a:pt x="240" y="240"/>
                    </a:lnTo>
                    <a:lnTo>
                      <a:pt x="192" y="0"/>
                    </a:lnTo>
                    <a:lnTo>
                      <a:pt x="336" y="288"/>
                    </a:lnTo>
                    <a:lnTo>
                      <a:pt x="336" y="96"/>
                    </a:lnTo>
                    <a:lnTo>
                      <a:pt x="384" y="192"/>
                    </a:lnTo>
                    <a:close/>
                  </a:path>
                </a:pathLst>
              </a:custGeom>
              <a:solidFill>
                <a:srgbClr val="FFFF00"/>
              </a:solidFill>
              <a:ln w="9525">
                <a:solidFill>
                  <a:schemeClr val="tx1"/>
                </a:solidFill>
                <a:round/>
                <a:headEnd/>
                <a:tailEnd/>
              </a:ln>
            </p:spPr>
            <p:txBody>
              <a:bodyPr wrap="none" anchor="ctr"/>
              <a:lstStyle/>
              <a:p>
                <a:endParaRPr lang="nl-BE"/>
              </a:p>
            </p:txBody>
          </p:sp>
          <p:sp>
            <p:nvSpPr>
              <p:cNvPr id="42844" name="Freeform 172"/>
              <p:cNvSpPr>
                <a:spLocks/>
              </p:cNvSpPr>
              <p:nvPr/>
            </p:nvSpPr>
            <p:spPr bwMode="auto">
              <a:xfrm>
                <a:off x="2784" y="1874"/>
                <a:ext cx="1584" cy="780"/>
              </a:xfrm>
              <a:custGeom>
                <a:avLst/>
                <a:gdLst>
                  <a:gd name="T0" fmla="*/ 6170083 w 775"/>
                  <a:gd name="T1" fmla="*/ 353 h 780"/>
                  <a:gd name="T2" fmla="*/ 6211782 w 775"/>
                  <a:gd name="T3" fmla="*/ 335 h 780"/>
                  <a:gd name="T4" fmla="*/ 6399062 w 775"/>
                  <a:gd name="T5" fmla="*/ 315 h 780"/>
                  <a:gd name="T6" fmla="*/ 6658498 w 775"/>
                  <a:gd name="T7" fmla="*/ 299 h 780"/>
                  <a:gd name="T8" fmla="*/ 6908787 w 775"/>
                  <a:gd name="T9" fmla="*/ 285 h 780"/>
                  <a:gd name="T10" fmla="*/ 7213058 w 775"/>
                  <a:gd name="T11" fmla="*/ 267 h 780"/>
                  <a:gd name="T12" fmla="*/ 7701894 w 775"/>
                  <a:gd name="T13" fmla="*/ 247 h 780"/>
                  <a:gd name="T14" fmla="*/ 8252750 w 775"/>
                  <a:gd name="T15" fmla="*/ 230 h 780"/>
                  <a:gd name="T16" fmla="*/ 9041064 w 775"/>
                  <a:gd name="T17" fmla="*/ 207 h 780"/>
                  <a:gd name="T18" fmla="*/ 9698627 w 775"/>
                  <a:gd name="T19" fmla="*/ 193 h 780"/>
                  <a:gd name="T20" fmla="*/ 10480979 w 775"/>
                  <a:gd name="T21" fmla="*/ 178 h 780"/>
                  <a:gd name="T22" fmla="*/ 11393314 w 775"/>
                  <a:gd name="T23" fmla="*/ 165 h 780"/>
                  <a:gd name="T24" fmla="*/ 12121986 w 775"/>
                  <a:gd name="T25" fmla="*/ 155 h 780"/>
                  <a:gd name="T26" fmla="*/ 12610847 w 775"/>
                  <a:gd name="T27" fmla="*/ 149 h 780"/>
                  <a:gd name="T28" fmla="*/ 13253015 w 775"/>
                  <a:gd name="T29" fmla="*/ 143 h 780"/>
                  <a:gd name="T30" fmla="*/ 13871204 w 775"/>
                  <a:gd name="T31" fmla="*/ 138 h 780"/>
                  <a:gd name="T32" fmla="*/ 14651202 w 775"/>
                  <a:gd name="T33" fmla="*/ 133 h 780"/>
                  <a:gd name="T34" fmla="*/ 15378599 w 775"/>
                  <a:gd name="T35" fmla="*/ 128 h 780"/>
                  <a:gd name="T36" fmla="*/ 16159783 w 775"/>
                  <a:gd name="T37" fmla="*/ 126 h 780"/>
                  <a:gd name="T38" fmla="*/ 16825177 w 775"/>
                  <a:gd name="T39" fmla="*/ 124 h 780"/>
                  <a:gd name="T40" fmla="*/ 17649924 w 775"/>
                  <a:gd name="T41" fmla="*/ 123 h 780"/>
                  <a:gd name="T42" fmla="*/ 18648019 w 775"/>
                  <a:gd name="T43" fmla="*/ 124 h 780"/>
                  <a:gd name="T44" fmla="*/ 19375882 w 775"/>
                  <a:gd name="T45" fmla="*/ 126 h 780"/>
                  <a:gd name="T46" fmla="*/ 20093379 w 775"/>
                  <a:gd name="T47" fmla="*/ 129 h 780"/>
                  <a:gd name="T48" fmla="*/ 20821291 w 775"/>
                  <a:gd name="T49" fmla="*/ 133 h 780"/>
                  <a:gd name="T50" fmla="*/ 21601101 w 775"/>
                  <a:gd name="T51" fmla="*/ 138 h 780"/>
                  <a:gd name="T52" fmla="*/ 22329847 w 775"/>
                  <a:gd name="T53" fmla="*/ 144 h 780"/>
                  <a:gd name="T54" fmla="*/ 22909898 w 775"/>
                  <a:gd name="T55" fmla="*/ 150 h 780"/>
                  <a:gd name="T56" fmla="*/ 23648193 w 775"/>
                  <a:gd name="T57" fmla="*/ 158 h 780"/>
                  <a:gd name="T58" fmla="*/ 24329701 w 775"/>
                  <a:gd name="T59" fmla="*/ 168 h 780"/>
                  <a:gd name="T60" fmla="*/ 24858573 w 775"/>
                  <a:gd name="T61" fmla="*/ 177 h 780"/>
                  <a:gd name="T62" fmla="*/ 25418937 w 775"/>
                  <a:gd name="T63" fmla="*/ 186 h 780"/>
                  <a:gd name="T64" fmla="*/ 25857780 w 775"/>
                  <a:gd name="T65" fmla="*/ 195 h 780"/>
                  <a:gd name="T66" fmla="*/ 26305208 w 775"/>
                  <a:gd name="T67" fmla="*/ 204 h 780"/>
                  <a:gd name="T68" fmla="*/ 26686807 w 775"/>
                  <a:gd name="T69" fmla="*/ 214 h 780"/>
                  <a:gd name="T70" fmla="*/ 26990869 w 775"/>
                  <a:gd name="T71" fmla="*/ 223 h 780"/>
                  <a:gd name="T72" fmla="*/ 27304399 w 775"/>
                  <a:gd name="T73" fmla="*/ 234 h 780"/>
                  <a:gd name="T74" fmla="*/ 27730047 w 775"/>
                  <a:gd name="T75" fmla="*/ 247 h 780"/>
                  <a:gd name="T76" fmla="*/ 28031804 w 775"/>
                  <a:gd name="T77" fmla="*/ 261 h 780"/>
                  <a:gd name="T78" fmla="*/ 28350942 w 775"/>
                  <a:gd name="T79" fmla="*/ 273 h 780"/>
                  <a:gd name="T80" fmla="*/ 28642398 w 775"/>
                  <a:gd name="T81" fmla="*/ 288 h 780"/>
                  <a:gd name="T82" fmla="*/ 28905469 w 775"/>
                  <a:gd name="T83" fmla="*/ 305 h 780"/>
                  <a:gd name="T84" fmla="*/ 29134840 w 775"/>
                  <a:gd name="T85" fmla="*/ 326 h 780"/>
                  <a:gd name="T86" fmla="*/ 29261903 w 775"/>
                  <a:gd name="T87" fmla="*/ 347 h 780"/>
                  <a:gd name="T88" fmla="*/ 29394346 w 775"/>
                  <a:gd name="T89" fmla="*/ 780 h 780"/>
                  <a:gd name="T90" fmla="*/ 35157758 w 775"/>
                  <a:gd name="T91" fmla="*/ 780 h 780"/>
                  <a:gd name="T92" fmla="*/ 31217201 w 775"/>
                  <a:gd name="T93" fmla="*/ 0 h 780"/>
                  <a:gd name="T94" fmla="*/ 0 w 775"/>
                  <a:gd name="T95" fmla="*/ 86 h 780"/>
                  <a:gd name="T96" fmla="*/ 6037603 w 775"/>
                  <a:gd name="T97" fmla="*/ 780 h 780"/>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775"/>
                  <a:gd name="T148" fmla="*/ 0 h 780"/>
                  <a:gd name="T149" fmla="*/ 775 w 775"/>
                  <a:gd name="T150" fmla="*/ 780 h 780"/>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775" h="780">
                    <a:moveTo>
                      <a:pt x="134" y="363"/>
                    </a:moveTo>
                    <a:lnTo>
                      <a:pt x="136" y="353"/>
                    </a:lnTo>
                    <a:lnTo>
                      <a:pt x="136" y="344"/>
                    </a:lnTo>
                    <a:lnTo>
                      <a:pt x="137" y="335"/>
                    </a:lnTo>
                    <a:lnTo>
                      <a:pt x="140" y="324"/>
                    </a:lnTo>
                    <a:lnTo>
                      <a:pt x="141" y="315"/>
                    </a:lnTo>
                    <a:lnTo>
                      <a:pt x="144" y="306"/>
                    </a:lnTo>
                    <a:lnTo>
                      <a:pt x="147" y="299"/>
                    </a:lnTo>
                    <a:lnTo>
                      <a:pt x="148" y="292"/>
                    </a:lnTo>
                    <a:lnTo>
                      <a:pt x="152" y="285"/>
                    </a:lnTo>
                    <a:lnTo>
                      <a:pt x="154" y="278"/>
                    </a:lnTo>
                    <a:lnTo>
                      <a:pt x="159" y="267"/>
                    </a:lnTo>
                    <a:lnTo>
                      <a:pt x="166" y="256"/>
                    </a:lnTo>
                    <a:lnTo>
                      <a:pt x="170" y="247"/>
                    </a:lnTo>
                    <a:lnTo>
                      <a:pt x="177" y="237"/>
                    </a:lnTo>
                    <a:lnTo>
                      <a:pt x="182" y="230"/>
                    </a:lnTo>
                    <a:lnTo>
                      <a:pt x="190" y="218"/>
                    </a:lnTo>
                    <a:lnTo>
                      <a:pt x="199" y="207"/>
                    </a:lnTo>
                    <a:lnTo>
                      <a:pt x="207" y="199"/>
                    </a:lnTo>
                    <a:lnTo>
                      <a:pt x="214" y="193"/>
                    </a:lnTo>
                    <a:lnTo>
                      <a:pt x="223" y="185"/>
                    </a:lnTo>
                    <a:lnTo>
                      <a:pt x="231" y="178"/>
                    </a:lnTo>
                    <a:lnTo>
                      <a:pt x="242" y="171"/>
                    </a:lnTo>
                    <a:lnTo>
                      <a:pt x="251" y="165"/>
                    </a:lnTo>
                    <a:lnTo>
                      <a:pt x="260" y="158"/>
                    </a:lnTo>
                    <a:lnTo>
                      <a:pt x="267" y="155"/>
                    </a:lnTo>
                    <a:lnTo>
                      <a:pt x="272" y="152"/>
                    </a:lnTo>
                    <a:lnTo>
                      <a:pt x="278" y="149"/>
                    </a:lnTo>
                    <a:lnTo>
                      <a:pt x="284" y="145"/>
                    </a:lnTo>
                    <a:lnTo>
                      <a:pt x="292" y="143"/>
                    </a:lnTo>
                    <a:lnTo>
                      <a:pt x="298" y="140"/>
                    </a:lnTo>
                    <a:lnTo>
                      <a:pt x="306" y="138"/>
                    </a:lnTo>
                    <a:lnTo>
                      <a:pt x="314" y="135"/>
                    </a:lnTo>
                    <a:lnTo>
                      <a:pt x="323" y="133"/>
                    </a:lnTo>
                    <a:lnTo>
                      <a:pt x="329" y="130"/>
                    </a:lnTo>
                    <a:lnTo>
                      <a:pt x="339" y="128"/>
                    </a:lnTo>
                    <a:lnTo>
                      <a:pt x="345" y="128"/>
                    </a:lnTo>
                    <a:lnTo>
                      <a:pt x="356" y="126"/>
                    </a:lnTo>
                    <a:lnTo>
                      <a:pt x="362" y="125"/>
                    </a:lnTo>
                    <a:lnTo>
                      <a:pt x="371" y="124"/>
                    </a:lnTo>
                    <a:lnTo>
                      <a:pt x="378" y="123"/>
                    </a:lnTo>
                    <a:lnTo>
                      <a:pt x="389" y="123"/>
                    </a:lnTo>
                    <a:lnTo>
                      <a:pt x="400" y="123"/>
                    </a:lnTo>
                    <a:lnTo>
                      <a:pt x="411" y="124"/>
                    </a:lnTo>
                    <a:lnTo>
                      <a:pt x="422" y="125"/>
                    </a:lnTo>
                    <a:lnTo>
                      <a:pt x="427" y="126"/>
                    </a:lnTo>
                    <a:lnTo>
                      <a:pt x="437" y="128"/>
                    </a:lnTo>
                    <a:lnTo>
                      <a:pt x="443" y="129"/>
                    </a:lnTo>
                    <a:lnTo>
                      <a:pt x="451" y="131"/>
                    </a:lnTo>
                    <a:lnTo>
                      <a:pt x="459" y="133"/>
                    </a:lnTo>
                    <a:lnTo>
                      <a:pt x="466" y="135"/>
                    </a:lnTo>
                    <a:lnTo>
                      <a:pt x="476" y="138"/>
                    </a:lnTo>
                    <a:lnTo>
                      <a:pt x="483" y="140"/>
                    </a:lnTo>
                    <a:lnTo>
                      <a:pt x="492" y="144"/>
                    </a:lnTo>
                    <a:lnTo>
                      <a:pt x="499" y="147"/>
                    </a:lnTo>
                    <a:lnTo>
                      <a:pt x="505" y="150"/>
                    </a:lnTo>
                    <a:lnTo>
                      <a:pt x="514" y="154"/>
                    </a:lnTo>
                    <a:lnTo>
                      <a:pt x="521" y="158"/>
                    </a:lnTo>
                    <a:lnTo>
                      <a:pt x="528" y="162"/>
                    </a:lnTo>
                    <a:lnTo>
                      <a:pt x="536" y="168"/>
                    </a:lnTo>
                    <a:lnTo>
                      <a:pt x="542" y="172"/>
                    </a:lnTo>
                    <a:lnTo>
                      <a:pt x="548" y="177"/>
                    </a:lnTo>
                    <a:lnTo>
                      <a:pt x="554" y="182"/>
                    </a:lnTo>
                    <a:lnTo>
                      <a:pt x="560" y="186"/>
                    </a:lnTo>
                    <a:lnTo>
                      <a:pt x="564" y="190"/>
                    </a:lnTo>
                    <a:lnTo>
                      <a:pt x="570" y="195"/>
                    </a:lnTo>
                    <a:lnTo>
                      <a:pt x="575" y="200"/>
                    </a:lnTo>
                    <a:lnTo>
                      <a:pt x="580" y="204"/>
                    </a:lnTo>
                    <a:lnTo>
                      <a:pt x="582" y="208"/>
                    </a:lnTo>
                    <a:lnTo>
                      <a:pt x="588" y="214"/>
                    </a:lnTo>
                    <a:lnTo>
                      <a:pt x="591" y="218"/>
                    </a:lnTo>
                    <a:lnTo>
                      <a:pt x="595" y="223"/>
                    </a:lnTo>
                    <a:lnTo>
                      <a:pt x="597" y="227"/>
                    </a:lnTo>
                    <a:lnTo>
                      <a:pt x="602" y="234"/>
                    </a:lnTo>
                    <a:lnTo>
                      <a:pt x="608" y="241"/>
                    </a:lnTo>
                    <a:lnTo>
                      <a:pt x="611" y="247"/>
                    </a:lnTo>
                    <a:lnTo>
                      <a:pt x="615" y="255"/>
                    </a:lnTo>
                    <a:lnTo>
                      <a:pt x="618" y="261"/>
                    </a:lnTo>
                    <a:lnTo>
                      <a:pt x="621" y="267"/>
                    </a:lnTo>
                    <a:lnTo>
                      <a:pt x="625" y="273"/>
                    </a:lnTo>
                    <a:lnTo>
                      <a:pt x="628" y="282"/>
                    </a:lnTo>
                    <a:lnTo>
                      <a:pt x="631" y="288"/>
                    </a:lnTo>
                    <a:lnTo>
                      <a:pt x="634" y="296"/>
                    </a:lnTo>
                    <a:lnTo>
                      <a:pt x="637" y="305"/>
                    </a:lnTo>
                    <a:lnTo>
                      <a:pt x="640" y="317"/>
                    </a:lnTo>
                    <a:lnTo>
                      <a:pt x="642" y="326"/>
                    </a:lnTo>
                    <a:lnTo>
                      <a:pt x="643" y="335"/>
                    </a:lnTo>
                    <a:lnTo>
                      <a:pt x="645" y="347"/>
                    </a:lnTo>
                    <a:lnTo>
                      <a:pt x="648" y="363"/>
                    </a:lnTo>
                    <a:lnTo>
                      <a:pt x="648" y="780"/>
                    </a:lnTo>
                    <a:lnTo>
                      <a:pt x="134" y="780"/>
                    </a:lnTo>
                    <a:lnTo>
                      <a:pt x="775" y="780"/>
                    </a:lnTo>
                    <a:lnTo>
                      <a:pt x="775" y="86"/>
                    </a:lnTo>
                    <a:lnTo>
                      <a:pt x="688" y="0"/>
                    </a:lnTo>
                    <a:lnTo>
                      <a:pt x="86" y="0"/>
                    </a:lnTo>
                    <a:lnTo>
                      <a:pt x="0" y="86"/>
                    </a:lnTo>
                    <a:lnTo>
                      <a:pt x="0" y="780"/>
                    </a:lnTo>
                    <a:lnTo>
                      <a:pt x="133" y="780"/>
                    </a:lnTo>
                    <a:lnTo>
                      <a:pt x="134" y="363"/>
                    </a:lnTo>
                    <a:close/>
                  </a:path>
                </a:pathLst>
              </a:custGeom>
              <a:solidFill>
                <a:srgbClr val="C0C0C0"/>
              </a:solidFill>
              <a:ln w="9525">
                <a:noFill/>
                <a:round/>
                <a:headEnd/>
                <a:tailEnd/>
              </a:ln>
            </p:spPr>
            <p:txBody>
              <a:bodyPr/>
              <a:lstStyle/>
              <a:p>
                <a:endParaRPr lang="nl-BE"/>
              </a:p>
            </p:txBody>
          </p:sp>
          <p:sp>
            <p:nvSpPr>
              <p:cNvPr id="42845" name="Freeform 173"/>
              <p:cNvSpPr>
                <a:spLocks/>
              </p:cNvSpPr>
              <p:nvPr/>
            </p:nvSpPr>
            <p:spPr bwMode="auto">
              <a:xfrm rot="-155667">
                <a:off x="1592" y="2525"/>
                <a:ext cx="1492" cy="206"/>
              </a:xfrm>
              <a:custGeom>
                <a:avLst/>
                <a:gdLst>
                  <a:gd name="T0" fmla="*/ 0 w 3610"/>
                  <a:gd name="T1" fmla="*/ 0 h 746"/>
                  <a:gd name="T2" fmla="*/ 0 w 3610"/>
                  <a:gd name="T3" fmla="*/ 0 h 746"/>
                  <a:gd name="T4" fmla="*/ 0 w 3610"/>
                  <a:gd name="T5" fmla="*/ 0 h 746"/>
                  <a:gd name="T6" fmla="*/ 0 w 3610"/>
                  <a:gd name="T7" fmla="*/ 0 h 746"/>
                  <a:gd name="T8" fmla="*/ 0 w 3610"/>
                  <a:gd name="T9" fmla="*/ 0 h 746"/>
                  <a:gd name="T10" fmla="*/ 0 w 3610"/>
                  <a:gd name="T11" fmla="*/ 0 h 746"/>
                  <a:gd name="T12" fmla="*/ 0 w 3610"/>
                  <a:gd name="T13" fmla="*/ 0 h 746"/>
                  <a:gd name="T14" fmla="*/ 0 w 3610"/>
                  <a:gd name="T15" fmla="*/ 0 h 746"/>
                  <a:gd name="T16" fmla="*/ 0 w 3610"/>
                  <a:gd name="T17" fmla="*/ 0 h 746"/>
                  <a:gd name="T18" fmla="*/ 0 w 3610"/>
                  <a:gd name="T19" fmla="*/ 0 h 746"/>
                  <a:gd name="T20" fmla="*/ 0 w 3610"/>
                  <a:gd name="T21" fmla="*/ 0 h 746"/>
                  <a:gd name="T22" fmla="*/ 0 w 3610"/>
                  <a:gd name="T23" fmla="*/ 0 h 746"/>
                  <a:gd name="T24" fmla="*/ 0 w 3610"/>
                  <a:gd name="T25" fmla="*/ 0 h 746"/>
                  <a:gd name="T26" fmla="*/ 0 w 3610"/>
                  <a:gd name="T27" fmla="*/ 0 h 746"/>
                  <a:gd name="T28" fmla="*/ 0 w 3610"/>
                  <a:gd name="T29" fmla="*/ 0 h 746"/>
                  <a:gd name="T30" fmla="*/ 0 w 3610"/>
                  <a:gd name="T31" fmla="*/ 0 h 746"/>
                  <a:gd name="T32" fmla="*/ 0 w 3610"/>
                  <a:gd name="T33" fmla="*/ 0 h 746"/>
                  <a:gd name="T34" fmla="*/ 0 w 3610"/>
                  <a:gd name="T35" fmla="*/ 0 h 746"/>
                  <a:gd name="T36" fmla="*/ 0 w 3610"/>
                  <a:gd name="T37" fmla="*/ 0 h 746"/>
                  <a:gd name="T38" fmla="*/ 0 w 3610"/>
                  <a:gd name="T39" fmla="*/ 0 h 746"/>
                  <a:gd name="T40" fmla="*/ 0 w 3610"/>
                  <a:gd name="T41" fmla="*/ 0 h 746"/>
                  <a:gd name="T42" fmla="*/ 0 w 3610"/>
                  <a:gd name="T43" fmla="*/ 0 h 746"/>
                  <a:gd name="T44" fmla="*/ 0 w 3610"/>
                  <a:gd name="T45" fmla="*/ 0 h 746"/>
                  <a:gd name="T46" fmla="*/ 0 w 3610"/>
                  <a:gd name="T47" fmla="*/ 0 h 746"/>
                  <a:gd name="T48" fmla="*/ 0 w 3610"/>
                  <a:gd name="T49" fmla="*/ 0 h 746"/>
                  <a:gd name="T50" fmla="*/ 0 w 3610"/>
                  <a:gd name="T51" fmla="*/ 0 h 746"/>
                  <a:gd name="T52" fmla="*/ 0 w 3610"/>
                  <a:gd name="T53" fmla="*/ 0 h 746"/>
                  <a:gd name="T54" fmla="*/ 0 w 3610"/>
                  <a:gd name="T55" fmla="*/ 0 h 746"/>
                  <a:gd name="T56" fmla="*/ 0 w 3610"/>
                  <a:gd name="T57" fmla="*/ 0 h 746"/>
                  <a:gd name="T58" fmla="*/ 0 w 3610"/>
                  <a:gd name="T59" fmla="*/ 0 h 746"/>
                  <a:gd name="T60" fmla="*/ 0 w 3610"/>
                  <a:gd name="T61" fmla="*/ 0 h 746"/>
                  <a:gd name="T62" fmla="*/ 0 w 3610"/>
                  <a:gd name="T63" fmla="*/ 0 h 746"/>
                  <a:gd name="T64" fmla="*/ 0 w 3610"/>
                  <a:gd name="T65" fmla="*/ 0 h 746"/>
                  <a:gd name="T66" fmla="*/ 0 w 3610"/>
                  <a:gd name="T67" fmla="*/ 0 h 746"/>
                  <a:gd name="T68" fmla="*/ 0 w 3610"/>
                  <a:gd name="T69" fmla="*/ 0 h 746"/>
                  <a:gd name="T70" fmla="*/ 0 w 3610"/>
                  <a:gd name="T71" fmla="*/ 0 h 746"/>
                  <a:gd name="T72" fmla="*/ 0 w 3610"/>
                  <a:gd name="T73" fmla="*/ 0 h 746"/>
                  <a:gd name="T74" fmla="*/ 0 w 3610"/>
                  <a:gd name="T75" fmla="*/ 0 h 746"/>
                  <a:gd name="T76" fmla="*/ 0 w 3610"/>
                  <a:gd name="T77" fmla="*/ 0 h 746"/>
                  <a:gd name="T78" fmla="*/ 0 w 3610"/>
                  <a:gd name="T79" fmla="*/ 0 h 746"/>
                  <a:gd name="T80" fmla="*/ 0 w 3610"/>
                  <a:gd name="T81" fmla="*/ 0 h 74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610"/>
                  <a:gd name="T124" fmla="*/ 0 h 746"/>
                  <a:gd name="T125" fmla="*/ 3610 w 3610"/>
                  <a:gd name="T126" fmla="*/ 746 h 74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610" h="746">
                    <a:moveTo>
                      <a:pt x="3610" y="0"/>
                    </a:moveTo>
                    <a:lnTo>
                      <a:pt x="3610" y="282"/>
                    </a:lnTo>
                    <a:lnTo>
                      <a:pt x="3554" y="240"/>
                    </a:lnTo>
                    <a:lnTo>
                      <a:pt x="3179" y="249"/>
                    </a:lnTo>
                    <a:lnTo>
                      <a:pt x="3147" y="297"/>
                    </a:lnTo>
                    <a:lnTo>
                      <a:pt x="3110" y="344"/>
                    </a:lnTo>
                    <a:lnTo>
                      <a:pt x="3110" y="311"/>
                    </a:lnTo>
                    <a:lnTo>
                      <a:pt x="3138" y="282"/>
                    </a:lnTo>
                    <a:lnTo>
                      <a:pt x="3154" y="246"/>
                    </a:lnTo>
                    <a:lnTo>
                      <a:pt x="3043" y="260"/>
                    </a:lnTo>
                    <a:lnTo>
                      <a:pt x="2773" y="389"/>
                    </a:lnTo>
                    <a:lnTo>
                      <a:pt x="2638" y="564"/>
                    </a:lnTo>
                    <a:lnTo>
                      <a:pt x="2491" y="585"/>
                    </a:lnTo>
                    <a:lnTo>
                      <a:pt x="2387" y="578"/>
                    </a:lnTo>
                    <a:lnTo>
                      <a:pt x="2363" y="516"/>
                    </a:lnTo>
                    <a:lnTo>
                      <a:pt x="2330" y="438"/>
                    </a:lnTo>
                    <a:lnTo>
                      <a:pt x="2330" y="353"/>
                    </a:lnTo>
                    <a:lnTo>
                      <a:pt x="2245" y="381"/>
                    </a:lnTo>
                    <a:lnTo>
                      <a:pt x="2250" y="423"/>
                    </a:lnTo>
                    <a:lnTo>
                      <a:pt x="2198" y="417"/>
                    </a:lnTo>
                    <a:lnTo>
                      <a:pt x="2188" y="501"/>
                    </a:lnTo>
                    <a:lnTo>
                      <a:pt x="2141" y="572"/>
                    </a:lnTo>
                    <a:lnTo>
                      <a:pt x="2084" y="621"/>
                    </a:lnTo>
                    <a:lnTo>
                      <a:pt x="2019" y="650"/>
                    </a:lnTo>
                    <a:lnTo>
                      <a:pt x="1891" y="663"/>
                    </a:lnTo>
                    <a:lnTo>
                      <a:pt x="1763" y="635"/>
                    </a:lnTo>
                    <a:lnTo>
                      <a:pt x="1705" y="614"/>
                    </a:lnTo>
                    <a:lnTo>
                      <a:pt x="1648" y="516"/>
                    </a:lnTo>
                    <a:lnTo>
                      <a:pt x="1403" y="540"/>
                    </a:lnTo>
                    <a:lnTo>
                      <a:pt x="1337" y="687"/>
                    </a:lnTo>
                    <a:lnTo>
                      <a:pt x="1247" y="737"/>
                    </a:lnTo>
                    <a:lnTo>
                      <a:pt x="1128" y="737"/>
                    </a:lnTo>
                    <a:lnTo>
                      <a:pt x="1020" y="744"/>
                    </a:lnTo>
                    <a:lnTo>
                      <a:pt x="982" y="746"/>
                    </a:lnTo>
                    <a:lnTo>
                      <a:pt x="949" y="723"/>
                    </a:lnTo>
                    <a:lnTo>
                      <a:pt x="928" y="689"/>
                    </a:lnTo>
                    <a:lnTo>
                      <a:pt x="925" y="623"/>
                    </a:lnTo>
                    <a:lnTo>
                      <a:pt x="785" y="674"/>
                    </a:lnTo>
                    <a:lnTo>
                      <a:pt x="0" y="666"/>
                    </a:lnTo>
                    <a:lnTo>
                      <a:pt x="0" y="89"/>
                    </a:lnTo>
                    <a:lnTo>
                      <a:pt x="3610" y="0"/>
                    </a:lnTo>
                    <a:close/>
                  </a:path>
                </a:pathLst>
              </a:custGeom>
              <a:solidFill>
                <a:srgbClr val="202020"/>
              </a:solidFill>
              <a:ln w="9525">
                <a:noFill/>
                <a:round/>
                <a:headEnd/>
                <a:tailEnd/>
              </a:ln>
            </p:spPr>
            <p:txBody>
              <a:bodyPr/>
              <a:lstStyle/>
              <a:p>
                <a:endParaRPr lang="nl-BE"/>
              </a:p>
            </p:txBody>
          </p:sp>
          <p:sp>
            <p:nvSpPr>
              <p:cNvPr id="42846" name="Freeform 174"/>
              <p:cNvSpPr>
                <a:spLocks/>
              </p:cNvSpPr>
              <p:nvPr/>
            </p:nvSpPr>
            <p:spPr bwMode="auto">
              <a:xfrm rot="-155667">
                <a:off x="2209" y="2570"/>
                <a:ext cx="127" cy="248"/>
              </a:xfrm>
              <a:custGeom>
                <a:avLst/>
                <a:gdLst>
                  <a:gd name="T0" fmla="*/ 0 w 307"/>
                  <a:gd name="T1" fmla="*/ 0 h 904"/>
                  <a:gd name="T2" fmla="*/ 0 w 307"/>
                  <a:gd name="T3" fmla="*/ 0 h 904"/>
                  <a:gd name="T4" fmla="*/ 0 w 307"/>
                  <a:gd name="T5" fmla="*/ 0 h 904"/>
                  <a:gd name="T6" fmla="*/ 0 w 307"/>
                  <a:gd name="T7" fmla="*/ 0 h 904"/>
                  <a:gd name="T8" fmla="*/ 0 w 307"/>
                  <a:gd name="T9" fmla="*/ 0 h 904"/>
                  <a:gd name="T10" fmla="*/ 0 w 307"/>
                  <a:gd name="T11" fmla="*/ 0 h 904"/>
                  <a:gd name="T12" fmla="*/ 0 w 307"/>
                  <a:gd name="T13" fmla="*/ 0 h 904"/>
                  <a:gd name="T14" fmla="*/ 0 w 307"/>
                  <a:gd name="T15" fmla="*/ 0 h 904"/>
                  <a:gd name="T16" fmla="*/ 0 w 307"/>
                  <a:gd name="T17" fmla="*/ 0 h 904"/>
                  <a:gd name="T18" fmla="*/ 0 w 307"/>
                  <a:gd name="T19" fmla="*/ 0 h 904"/>
                  <a:gd name="T20" fmla="*/ 0 w 307"/>
                  <a:gd name="T21" fmla="*/ 0 h 904"/>
                  <a:gd name="T22" fmla="*/ 0 w 307"/>
                  <a:gd name="T23" fmla="*/ 0 h 904"/>
                  <a:gd name="T24" fmla="*/ 0 w 307"/>
                  <a:gd name="T25" fmla="*/ 0 h 904"/>
                  <a:gd name="T26" fmla="*/ 0 w 307"/>
                  <a:gd name="T27" fmla="*/ 0 h 904"/>
                  <a:gd name="T28" fmla="*/ 0 w 307"/>
                  <a:gd name="T29" fmla="*/ 0 h 904"/>
                  <a:gd name="T30" fmla="*/ 0 w 307"/>
                  <a:gd name="T31" fmla="*/ 0 h 904"/>
                  <a:gd name="T32" fmla="*/ 0 w 307"/>
                  <a:gd name="T33" fmla="*/ 0 h 904"/>
                  <a:gd name="T34" fmla="*/ 0 w 307"/>
                  <a:gd name="T35" fmla="*/ 0 h 904"/>
                  <a:gd name="T36" fmla="*/ 0 w 307"/>
                  <a:gd name="T37" fmla="*/ 0 h 904"/>
                  <a:gd name="T38" fmla="*/ 0 w 307"/>
                  <a:gd name="T39" fmla="*/ 0 h 904"/>
                  <a:gd name="T40" fmla="*/ 0 w 307"/>
                  <a:gd name="T41" fmla="*/ 0 h 904"/>
                  <a:gd name="T42" fmla="*/ 0 w 307"/>
                  <a:gd name="T43" fmla="*/ 0 h 904"/>
                  <a:gd name="T44" fmla="*/ 0 w 307"/>
                  <a:gd name="T45" fmla="*/ 0 h 904"/>
                  <a:gd name="T46" fmla="*/ 0 w 307"/>
                  <a:gd name="T47" fmla="*/ 0 h 904"/>
                  <a:gd name="T48" fmla="*/ 0 w 307"/>
                  <a:gd name="T49" fmla="*/ 0 h 904"/>
                  <a:gd name="T50" fmla="*/ 0 w 307"/>
                  <a:gd name="T51" fmla="*/ 0 h 904"/>
                  <a:gd name="T52" fmla="*/ 0 w 307"/>
                  <a:gd name="T53" fmla="*/ 0 h 904"/>
                  <a:gd name="T54" fmla="*/ 0 w 307"/>
                  <a:gd name="T55" fmla="*/ 0 h 904"/>
                  <a:gd name="T56" fmla="*/ 0 w 307"/>
                  <a:gd name="T57" fmla="*/ 0 h 904"/>
                  <a:gd name="T58" fmla="*/ 0 w 307"/>
                  <a:gd name="T59" fmla="*/ 0 h 904"/>
                  <a:gd name="T60" fmla="*/ 0 w 307"/>
                  <a:gd name="T61" fmla="*/ 0 h 904"/>
                  <a:gd name="T62" fmla="*/ 0 w 307"/>
                  <a:gd name="T63" fmla="*/ 0 h 904"/>
                  <a:gd name="T64" fmla="*/ 0 w 307"/>
                  <a:gd name="T65" fmla="*/ 0 h 904"/>
                  <a:gd name="T66" fmla="*/ 0 w 307"/>
                  <a:gd name="T67" fmla="*/ 0 h 904"/>
                  <a:gd name="T68" fmla="*/ 0 w 307"/>
                  <a:gd name="T69" fmla="*/ 0 h 904"/>
                  <a:gd name="T70" fmla="*/ 0 w 307"/>
                  <a:gd name="T71" fmla="*/ 0 h 904"/>
                  <a:gd name="T72" fmla="*/ 0 w 307"/>
                  <a:gd name="T73" fmla="*/ 0 h 904"/>
                  <a:gd name="T74" fmla="*/ 0 w 307"/>
                  <a:gd name="T75" fmla="*/ 0 h 904"/>
                  <a:gd name="T76" fmla="*/ 0 w 307"/>
                  <a:gd name="T77" fmla="*/ 0 h 904"/>
                  <a:gd name="T78" fmla="*/ 0 w 307"/>
                  <a:gd name="T79" fmla="*/ 0 h 904"/>
                  <a:gd name="T80" fmla="*/ 0 w 307"/>
                  <a:gd name="T81" fmla="*/ 0 h 904"/>
                  <a:gd name="T82" fmla="*/ 0 w 307"/>
                  <a:gd name="T83" fmla="*/ 0 h 904"/>
                  <a:gd name="T84" fmla="*/ 0 w 307"/>
                  <a:gd name="T85" fmla="*/ 0 h 904"/>
                  <a:gd name="T86" fmla="*/ 0 w 307"/>
                  <a:gd name="T87" fmla="*/ 0 h 904"/>
                  <a:gd name="T88" fmla="*/ 0 w 307"/>
                  <a:gd name="T89" fmla="*/ 0 h 904"/>
                  <a:gd name="T90" fmla="*/ 0 w 307"/>
                  <a:gd name="T91" fmla="*/ 0 h 904"/>
                  <a:gd name="T92" fmla="*/ 0 w 307"/>
                  <a:gd name="T93" fmla="*/ 0 h 904"/>
                  <a:gd name="T94" fmla="*/ 0 w 307"/>
                  <a:gd name="T95" fmla="*/ 0 h 904"/>
                  <a:gd name="T96" fmla="*/ 0 w 307"/>
                  <a:gd name="T97" fmla="*/ 0 h 904"/>
                  <a:gd name="T98" fmla="*/ 0 w 307"/>
                  <a:gd name="T99" fmla="*/ 0 h 904"/>
                  <a:gd name="T100" fmla="*/ 0 w 307"/>
                  <a:gd name="T101" fmla="*/ 0 h 904"/>
                  <a:gd name="T102" fmla="*/ 0 w 307"/>
                  <a:gd name="T103" fmla="*/ 0 h 904"/>
                  <a:gd name="T104" fmla="*/ 0 w 307"/>
                  <a:gd name="T105" fmla="*/ 0 h 904"/>
                  <a:gd name="T106" fmla="*/ 0 w 307"/>
                  <a:gd name="T107" fmla="*/ 0 h 904"/>
                  <a:gd name="T108" fmla="*/ 0 w 307"/>
                  <a:gd name="T109" fmla="*/ 0 h 90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307"/>
                  <a:gd name="T166" fmla="*/ 0 h 904"/>
                  <a:gd name="T167" fmla="*/ 307 w 307"/>
                  <a:gd name="T168" fmla="*/ 904 h 904"/>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307" h="904">
                    <a:moveTo>
                      <a:pt x="144" y="0"/>
                    </a:moveTo>
                    <a:lnTo>
                      <a:pt x="307" y="0"/>
                    </a:lnTo>
                    <a:lnTo>
                      <a:pt x="305" y="904"/>
                    </a:lnTo>
                    <a:lnTo>
                      <a:pt x="144" y="897"/>
                    </a:lnTo>
                    <a:lnTo>
                      <a:pt x="138" y="894"/>
                    </a:lnTo>
                    <a:lnTo>
                      <a:pt x="133" y="892"/>
                    </a:lnTo>
                    <a:lnTo>
                      <a:pt x="124" y="889"/>
                    </a:lnTo>
                    <a:lnTo>
                      <a:pt x="116" y="885"/>
                    </a:lnTo>
                    <a:lnTo>
                      <a:pt x="107" y="876"/>
                    </a:lnTo>
                    <a:lnTo>
                      <a:pt x="98" y="867"/>
                    </a:lnTo>
                    <a:lnTo>
                      <a:pt x="90" y="858"/>
                    </a:lnTo>
                    <a:lnTo>
                      <a:pt x="83" y="847"/>
                    </a:lnTo>
                    <a:lnTo>
                      <a:pt x="77" y="837"/>
                    </a:lnTo>
                    <a:lnTo>
                      <a:pt x="71" y="826"/>
                    </a:lnTo>
                    <a:lnTo>
                      <a:pt x="66" y="817"/>
                    </a:lnTo>
                    <a:lnTo>
                      <a:pt x="59" y="802"/>
                    </a:lnTo>
                    <a:lnTo>
                      <a:pt x="54" y="787"/>
                    </a:lnTo>
                    <a:lnTo>
                      <a:pt x="48" y="774"/>
                    </a:lnTo>
                    <a:lnTo>
                      <a:pt x="44" y="763"/>
                    </a:lnTo>
                    <a:lnTo>
                      <a:pt x="41" y="753"/>
                    </a:lnTo>
                    <a:lnTo>
                      <a:pt x="34" y="730"/>
                    </a:lnTo>
                    <a:lnTo>
                      <a:pt x="28" y="706"/>
                    </a:lnTo>
                    <a:lnTo>
                      <a:pt x="23" y="684"/>
                    </a:lnTo>
                    <a:lnTo>
                      <a:pt x="17" y="657"/>
                    </a:lnTo>
                    <a:lnTo>
                      <a:pt x="12" y="627"/>
                    </a:lnTo>
                    <a:lnTo>
                      <a:pt x="9" y="597"/>
                    </a:lnTo>
                    <a:lnTo>
                      <a:pt x="4" y="564"/>
                    </a:lnTo>
                    <a:lnTo>
                      <a:pt x="2" y="528"/>
                    </a:lnTo>
                    <a:lnTo>
                      <a:pt x="0" y="490"/>
                    </a:lnTo>
                    <a:lnTo>
                      <a:pt x="0" y="448"/>
                    </a:lnTo>
                    <a:lnTo>
                      <a:pt x="1" y="391"/>
                    </a:lnTo>
                    <a:lnTo>
                      <a:pt x="4" y="337"/>
                    </a:lnTo>
                    <a:lnTo>
                      <a:pt x="9" y="300"/>
                    </a:lnTo>
                    <a:lnTo>
                      <a:pt x="14" y="262"/>
                    </a:lnTo>
                    <a:lnTo>
                      <a:pt x="18" y="231"/>
                    </a:lnTo>
                    <a:lnTo>
                      <a:pt x="23" y="208"/>
                    </a:lnTo>
                    <a:lnTo>
                      <a:pt x="31" y="177"/>
                    </a:lnTo>
                    <a:lnTo>
                      <a:pt x="41" y="141"/>
                    </a:lnTo>
                    <a:lnTo>
                      <a:pt x="50" y="115"/>
                    </a:lnTo>
                    <a:lnTo>
                      <a:pt x="58" y="97"/>
                    </a:lnTo>
                    <a:lnTo>
                      <a:pt x="63" y="87"/>
                    </a:lnTo>
                    <a:lnTo>
                      <a:pt x="69" y="75"/>
                    </a:lnTo>
                    <a:lnTo>
                      <a:pt x="74" y="64"/>
                    </a:lnTo>
                    <a:lnTo>
                      <a:pt x="79" y="54"/>
                    </a:lnTo>
                    <a:lnTo>
                      <a:pt x="85" y="46"/>
                    </a:lnTo>
                    <a:lnTo>
                      <a:pt x="91" y="37"/>
                    </a:lnTo>
                    <a:lnTo>
                      <a:pt x="98" y="28"/>
                    </a:lnTo>
                    <a:lnTo>
                      <a:pt x="104" y="22"/>
                    </a:lnTo>
                    <a:lnTo>
                      <a:pt x="109" y="18"/>
                    </a:lnTo>
                    <a:lnTo>
                      <a:pt x="115" y="12"/>
                    </a:lnTo>
                    <a:lnTo>
                      <a:pt x="122" y="7"/>
                    </a:lnTo>
                    <a:lnTo>
                      <a:pt x="127" y="4"/>
                    </a:lnTo>
                    <a:lnTo>
                      <a:pt x="133" y="1"/>
                    </a:lnTo>
                    <a:lnTo>
                      <a:pt x="138" y="0"/>
                    </a:lnTo>
                    <a:lnTo>
                      <a:pt x="144" y="0"/>
                    </a:lnTo>
                    <a:close/>
                  </a:path>
                </a:pathLst>
              </a:custGeom>
              <a:solidFill>
                <a:srgbClr val="202020"/>
              </a:solidFill>
              <a:ln w="9525">
                <a:noFill/>
                <a:round/>
                <a:headEnd/>
                <a:tailEnd/>
              </a:ln>
            </p:spPr>
            <p:txBody>
              <a:bodyPr/>
              <a:lstStyle/>
              <a:p>
                <a:endParaRPr lang="nl-BE"/>
              </a:p>
            </p:txBody>
          </p:sp>
          <p:sp>
            <p:nvSpPr>
              <p:cNvPr id="42847" name="Oval 175"/>
              <p:cNvSpPr>
                <a:spLocks noChangeArrowheads="1"/>
              </p:cNvSpPr>
              <p:nvPr/>
            </p:nvSpPr>
            <p:spPr bwMode="auto">
              <a:xfrm rot="-155667">
                <a:off x="2269" y="2567"/>
                <a:ext cx="128" cy="249"/>
              </a:xfrm>
              <a:prstGeom prst="ellipse">
                <a:avLst/>
              </a:prstGeom>
              <a:solidFill>
                <a:srgbClr val="404040"/>
              </a:solidFill>
              <a:ln w="9525">
                <a:noFill/>
                <a:round/>
                <a:headEnd/>
                <a:tailEnd/>
              </a:ln>
            </p:spPr>
            <p:txBody>
              <a:bodyPr/>
              <a:lstStyle/>
              <a:p>
                <a:pPr algn="ctr" eaLnBrk="0" hangingPunct="0"/>
                <a:endParaRPr lang="nl-BE"/>
              </a:p>
            </p:txBody>
          </p:sp>
          <p:sp>
            <p:nvSpPr>
              <p:cNvPr id="42848" name="Oval 176"/>
              <p:cNvSpPr>
                <a:spLocks noChangeArrowheads="1"/>
              </p:cNvSpPr>
              <p:nvPr/>
            </p:nvSpPr>
            <p:spPr bwMode="auto">
              <a:xfrm rot="-155667">
                <a:off x="2295" y="2618"/>
                <a:ext cx="75" cy="147"/>
              </a:xfrm>
              <a:prstGeom prst="ellipse">
                <a:avLst/>
              </a:prstGeom>
              <a:solidFill>
                <a:srgbClr val="A0A0A0"/>
              </a:solidFill>
              <a:ln w="9525">
                <a:noFill/>
                <a:round/>
                <a:headEnd/>
                <a:tailEnd/>
              </a:ln>
            </p:spPr>
            <p:txBody>
              <a:bodyPr/>
              <a:lstStyle/>
              <a:p>
                <a:pPr algn="ctr" eaLnBrk="0" hangingPunct="0"/>
                <a:endParaRPr lang="nl-BE"/>
              </a:p>
            </p:txBody>
          </p:sp>
          <p:sp>
            <p:nvSpPr>
              <p:cNvPr id="42849" name="Oval 177"/>
              <p:cNvSpPr>
                <a:spLocks noChangeArrowheads="1"/>
              </p:cNvSpPr>
              <p:nvPr/>
            </p:nvSpPr>
            <p:spPr bwMode="auto">
              <a:xfrm rot="-155667">
                <a:off x="2294" y="2621"/>
                <a:ext cx="69" cy="138"/>
              </a:xfrm>
              <a:prstGeom prst="ellipse">
                <a:avLst/>
              </a:prstGeom>
              <a:solidFill>
                <a:srgbClr val="808080"/>
              </a:solidFill>
              <a:ln w="9525">
                <a:noFill/>
                <a:round/>
                <a:headEnd/>
                <a:tailEnd/>
              </a:ln>
            </p:spPr>
            <p:txBody>
              <a:bodyPr/>
              <a:lstStyle/>
              <a:p>
                <a:pPr algn="ctr" eaLnBrk="0" hangingPunct="0"/>
                <a:endParaRPr lang="nl-BE"/>
              </a:p>
            </p:txBody>
          </p:sp>
          <p:sp>
            <p:nvSpPr>
              <p:cNvPr id="42850" name="Oval 178"/>
              <p:cNvSpPr>
                <a:spLocks noChangeArrowheads="1"/>
              </p:cNvSpPr>
              <p:nvPr/>
            </p:nvSpPr>
            <p:spPr bwMode="auto">
              <a:xfrm rot="-155667">
                <a:off x="2326" y="2679"/>
                <a:ext cx="13" cy="25"/>
              </a:xfrm>
              <a:prstGeom prst="ellipse">
                <a:avLst/>
              </a:prstGeom>
              <a:solidFill>
                <a:srgbClr val="404040"/>
              </a:solidFill>
              <a:ln w="9525">
                <a:noFill/>
                <a:round/>
                <a:headEnd/>
                <a:tailEnd/>
              </a:ln>
            </p:spPr>
            <p:txBody>
              <a:bodyPr/>
              <a:lstStyle/>
              <a:p>
                <a:pPr algn="ctr" eaLnBrk="0" hangingPunct="0"/>
                <a:endParaRPr lang="nl-BE"/>
              </a:p>
            </p:txBody>
          </p:sp>
          <p:sp>
            <p:nvSpPr>
              <p:cNvPr id="42851" name="Freeform 179"/>
              <p:cNvSpPr>
                <a:spLocks/>
              </p:cNvSpPr>
              <p:nvPr/>
            </p:nvSpPr>
            <p:spPr bwMode="auto">
              <a:xfrm rot="-155667">
                <a:off x="2283" y="2567"/>
                <a:ext cx="127" cy="254"/>
              </a:xfrm>
              <a:custGeom>
                <a:avLst/>
                <a:gdLst>
                  <a:gd name="T0" fmla="*/ 0 w 306"/>
                  <a:gd name="T1" fmla="*/ 0 h 925"/>
                  <a:gd name="T2" fmla="*/ 0 w 306"/>
                  <a:gd name="T3" fmla="*/ 0 h 925"/>
                  <a:gd name="T4" fmla="*/ 0 w 306"/>
                  <a:gd name="T5" fmla="*/ 0 h 925"/>
                  <a:gd name="T6" fmla="*/ 0 w 306"/>
                  <a:gd name="T7" fmla="*/ 0 h 925"/>
                  <a:gd name="T8" fmla="*/ 0 w 306"/>
                  <a:gd name="T9" fmla="*/ 0 h 925"/>
                  <a:gd name="T10" fmla="*/ 0 w 306"/>
                  <a:gd name="T11" fmla="*/ 0 h 925"/>
                  <a:gd name="T12" fmla="*/ 0 w 306"/>
                  <a:gd name="T13" fmla="*/ 0 h 925"/>
                  <a:gd name="T14" fmla="*/ 0 w 306"/>
                  <a:gd name="T15" fmla="*/ 0 h 925"/>
                  <a:gd name="T16" fmla="*/ 0 w 306"/>
                  <a:gd name="T17" fmla="*/ 0 h 925"/>
                  <a:gd name="T18" fmla="*/ 0 w 306"/>
                  <a:gd name="T19" fmla="*/ 0 h 925"/>
                  <a:gd name="T20" fmla="*/ 0 w 306"/>
                  <a:gd name="T21" fmla="*/ 0 h 925"/>
                  <a:gd name="T22" fmla="*/ 0 w 306"/>
                  <a:gd name="T23" fmla="*/ 0 h 925"/>
                  <a:gd name="T24" fmla="*/ 0 w 306"/>
                  <a:gd name="T25" fmla="*/ 0 h 925"/>
                  <a:gd name="T26" fmla="*/ 0 w 306"/>
                  <a:gd name="T27" fmla="*/ 0 h 925"/>
                  <a:gd name="T28" fmla="*/ 0 w 306"/>
                  <a:gd name="T29" fmla="*/ 0 h 925"/>
                  <a:gd name="T30" fmla="*/ 0 w 306"/>
                  <a:gd name="T31" fmla="*/ 0 h 925"/>
                  <a:gd name="T32" fmla="*/ 0 w 306"/>
                  <a:gd name="T33" fmla="*/ 0 h 925"/>
                  <a:gd name="T34" fmla="*/ 0 w 306"/>
                  <a:gd name="T35" fmla="*/ 0 h 925"/>
                  <a:gd name="T36" fmla="*/ 0 w 306"/>
                  <a:gd name="T37" fmla="*/ 0 h 925"/>
                  <a:gd name="T38" fmla="*/ 0 w 306"/>
                  <a:gd name="T39" fmla="*/ 0 h 925"/>
                  <a:gd name="T40" fmla="*/ 0 w 306"/>
                  <a:gd name="T41" fmla="*/ 0 h 925"/>
                  <a:gd name="T42" fmla="*/ 0 w 306"/>
                  <a:gd name="T43" fmla="*/ 0 h 925"/>
                  <a:gd name="T44" fmla="*/ 0 w 306"/>
                  <a:gd name="T45" fmla="*/ 0 h 925"/>
                  <a:gd name="T46" fmla="*/ 0 w 306"/>
                  <a:gd name="T47" fmla="*/ 0 h 925"/>
                  <a:gd name="T48" fmla="*/ 0 w 306"/>
                  <a:gd name="T49" fmla="*/ 0 h 925"/>
                  <a:gd name="T50" fmla="*/ 0 w 306"/>
                  <a:gd name="T51" fmla="*/ 0 h 925"/>
                  <a:gd name="T52" fmla="*/ 0 w 306"/>
                  <a:gd name="T53" fmla="*/ 0 h 925"/>
                  <a:gd name="T54" fmla="*/ 0 w 306"/>
                  <a:gd name="T55" fmla="*/ 0 h 925"/>
                  <a:gd name="T56" fmla="*/ 0 w 306"/>
                  <a:gd name="T57" fmla="*/ 0 h 925"/>
                  <a:gd name="T58" fmla="*/ 0 w 306"/>
                  <a:gd name="T59" fmla="*/ 0 h 925"/>
                  <a:gd name="T60" fmla="*/ 0 w 306"/>
                  <a:gd name="T61" fmla="*/ 0 h 925"/>
                  <a:gd name="T62" fmla="*/ 0 w 306"/>
                  <a:gd name="T63" fmla="*/ 0 h 925"/>
                  <a:gd name="T64" fmla="*/ 0 w 306"/>
                  <a:gd name="T65" fmla="*/ 0 h 925"/>
                  <a:gd name="T66" fmla="*/ 0 w 306"/>
                  <a:gd name="T67" fmla="*/ 0 h 925"/>
                  <a:gd name="T68" fmla="*/ 0 w 306"/>
                  <a:gd name="T69" fmla="*/ 0 h 925"/>
                  <a:gd name="T70" fmla="*/ 0 w 306"/>
                  <a:gd name="T71" fmla="*/ 0 h 925"/>
                  <a:gd name="T72" fmla="*/ 0 w 306"/>
                  <a:gd name="T73" fmla="*/ 0 h 925"/>
                  <a:gd name="T74" fmla="*/ 0 w 306"/>
                  <a:gd name="T75" fmla="*/ 0 h 925"/>
                  <a:gd name="T76" fmla="*/ 0 w 306"/>
                  <a:gd name="T77" fmla="*/ 0 h 925"/>
                  <a:gd name="T78" fmla="*/ 0 w 306"/>
                  <a:gd name="T79" fmla="*/ 0 h 925"/>
                  <a:gd name="T80" fmla="*/ 0 w 306"/>
                  <a:gd name="T81" fmla="*/ 0 h 925"/>
                  <a:gd name="T82" fmla="*/ 0 w 306"/>
                  <a:gd name="T83" fmla="*/ 0 h 925"/>
                  <a:gd name="T84" fmla="*/ 0 w 306"/>
                  <a:gd name="T85" fmla="*/ 0 h 925"/>
                  <a:gd name="T86" fmla="*/ 0 w 306"/>
                  <a:gd name="T87" fmla="*/ 0 h 925"/>
                  <a:gd name="T88" fmla="*/ 0 w 306"/>
                  <a:gd name="T89" fmla="*/ 0 h 925"/>
                  <a:gd name="T90" fmla="*/ 0 w 306"/>
                  <a:gd name="T91" fmla="*/ 0 h 925"/>
                  <a:gd name="T92" fmla="*/ 0 w 306"/>
                  <a:gd name="T93" fmla="*/ 0 h 925"/>
                  <a:gd name="T94" fmla="*/ 0 w 306"/>
                  <a:gd name="T95" fmla="*/ 0 h 925"/>
                  <a:gd name="T96" fmla="*/ 0 w 306"/>
                  <a:gd name="T97" fmla="*/ 0 h 925"/>
                  <a:gd name="T98" fmla="*/ 0 w 306"/>
                  <a:gd name="T99" fmla="*/ 0 h 925"/>
                  <a:gd name="T100" fmla="*/ 0 w 306"/>
                  <a:gd name="T101" fmla="*/ 0 h 925"/>
                  <a:gd name="T102" fmla="*/ 0 w 306"/>
                  <a:gd name="T103" fmla="*/ 0 h 925"/>
                  <a:gd name="T104" fmla="*/ 0 w 306"/>
                  <a:gd name="T105" fmla="*/ 0 h 925"/>
                  <a:gd name="T106" fmla="*/ 0 w 306"/>
                  <a:gd name="T107" fmla="*/ 0 h 925"/>
                  <a:gd name="T108" fmla="*/ 0 w 306"/>
                  <a:gd name="T109" fmla="*/ 0 h 925"/>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306"/>
                  <a:gd name="T166" fmla="*/ 0 h 925"/>
                  <a:gd name="T167" fmla="*/ 306 w 306"/>
                  <a:gd name="T168" fmla="*/ 925 h 925"/>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306" h="925">
                    <a:moveTo>
                      <a:pt x="145" y="0"/>
                    </a:moveTo>
                    <a:lnTo>
                      <a:pt x="306" y="0"/>
                    </a:lnTo>
                    <a:lnTo>
                      <a:pt x="304" y="925"/>
                    </a:lnTo>
                    <a:lnTo>
                      <a:pt x="145" y="916"/>
                    </a:lnTo>
                    <a:lnTo>
                      <a:pt x="139" y="915"/>
                    </a:lnTo>
                    <a:lnTo>
                      <a:pt x="133" y="913"/>
                    </a:lnTo>
                    <a:lnTo>
                      <a:pt x="125" y="909"/>
                    </a:lnTo>
                    <a:lnTo>
                      <a:pt x="117" y="904"/>
                    </a:lnTo>
                    <a:lnTo>
                      <a:pt x="108" y="895"/>
                    </a:lnTo>
                    <a:lnTo>
                      <a:pt x="99" y="888"/>
                    </a:lnTo>
                    <a:lnTo>
                      <a:pt x="90" y="877"/>
                    </a:lnTo>
                    <a:lnTo>
                      <a:pt x="83" y="867"/>
                    </a:lnTo>
                    <a:lnTo>
                      <a:pt x="76" y="856"/>
                    </a:lnTo>
                    <a:lnTo>
                      <a:pt x="71" y="844"/>
                    </a:lnTo>
                    <a:lnTo>
                      <a:pt x="66" y="837"/>
                    </a:lnTo>
                    <a:lnTo>
                      <a:pt x="59" y="822"/>
                    </a:lnTo>
                    <a:lnTo>
                      <a:pt x="54" y="805"/>
                    </a:lnTo>
                    <a:lnTo>
                      <a:pt x="48" y="792"/>
                    </a:lnTo>
                    <a:lnTo>
                      <a:pt x="44" y="780"/>
                    </a:lnTo>
                    <a:lnTo>
                      <a:pt x="41" y="769"/>
                    </a:lnTo>
                    <a:lnTo>
                      <a:pt x="34" y="747"/>
                    </a:lnTo>
                    <a:lnTo>
                      <a:pt x="28" y="723"/>
                    </a:lnTo>
                    <a:lnTo>
                      <a:pt x="22" y="697"/>
                    </a:lnTo>
                    <a:lnTo>
                      <a:pt x="17" y="672"/>
                    </a:lnTo>
                    <a:lnTo>
                      <a:pt x="12" y="642"/>
                    </a:lnTo>
                    <a:lnTo>
                      <a:pt x="9" y="610"/>
                    </a:lnTo>
                    <a:lnTo>
                      <a:pt x="4" y="577"/>
                    </a:lnTo>
                    <a:lnTo>
                      <a:pt x="2" y="540"/>
                    </a:lnTo>
                    <a:lnTo>
                      <a:pt x="0" y="502"/>
                    </a:lnTo>
                    <a:lnTo>
                      <a:pt x="0" y="459"/>
                    </a:lnTo>
                    <a:lnTo>
                      <a:pt x="1" y="400"/>
                    </a:lnTo>
                    <a:lnTo>
                      <a:pt x="4" y="346"/>
                    </a:lnTo>
                    <a:lnTo>
                      <a:pt x="9" y="307"/>
                    </a:lnTo>
                    <a:lnTo>
                      <a:pt x="13" y="268"/>
                    </a:lnTo>
                    <a:lnTo>
                      <a:pt x="18" y="237"/>
                    </a:lnTo>
                    <a:lnTo>
                      <a:pt x="22" y="213"/>
                    </a:lnTo>
                    <a:lnTo>
                      <a:pt x="30" y="181"/>
                    </a:lnTo>
                    <a:lnTo>
                      <a:pt x="41" y="144"/>
                    </a:lnTo>
                    <a:lnTo>
                      <a:pt x="50" y="118"/>
                    </a:lnTo>
                    <a:lnTo>
                      <a:pt x="57" y="100"/>
                    </a:lnTo>
                    <a:lnTo>
                      <a:pt x="63" y="90"/>
                    </a:lnTo>
                    <a:lnTo>
                      <a:pt x="69" y="76"/>
                    </a:lnTo>
                    <a:lnTo>
                      <a:pt x="74" y="66"/>
                    </a:lnTo>
                    <a:lnTo>
                      <a:pt x="79" y="55"/>
                    </a:lnTo>
                    <a:lnTo>
                      <a:pt x="84" y="46"/>
                    </a:lnTo>
                    <a:lnTo>
                      <a:pt x="91" y="39"/>
                    </a:lnTo>
                    <a:lnTo>
                      <a:pt x="99" y="30"/>
                    </a:lnTo>
                    <a:lnTo>
                      <a:pt x="104" y="24"/>
                    </a:lnTo>
                    <a:lnTo>
                      <a:pt x="110" y="18"/>
                    </a:lnTo>
                    <a:lnTo>
                      <a:pt x="116" y="12"/>
                    </a:lnTo>
                    <a:lnTo>
                      <a:pt x="123" y="7"/>
                    </a:lnTo>
                    <a:lnTo>
                      <a:pt x="128" y="4"/>
                    </a:lnTo>
                    <a:lnTo>
                      <a:pt x="134" y="1"/>
                    </a:lnTo>
                    <a:lnTo>
                      <a:pt x="138" y="0"/>
                    </a:lnTo>
                    <a:lnTo>
                      <a:pt x="145" y="0"/>
                    </a:lnTo>
                    <a:close/>
                  </a:path>
                </a:pathLst>
              </a:custGeom>
              <a:solidFill>
                <a:srgbClr val="202020"/>
              </a:solidFill>
              <a:ln w="9525">
                <a:noFill/>
                <a:round/>
                <a:headEnd/>
                <a:tailEnd/>
              </a:ln>
            </p:spPr>
            <p:txBody>
              <a:bodyPr/>
              <a:lstStyle/>
              <a:p>
                <a:endParaRPr lang="nl-BE"/>
              </a:p>
            </p:txBody>
          </p:sp>
          <p:sp>
            <p:nvSpPr>
              <p:cNvPr id="42852" name="Oval 180"/>
              <p:cNvSpPr>
                <a:spLocks noChangeArrowheads="1"/>
              </p:cNvSpPr>
              <p:nvPr/>
            </p:nvSpPr>
            <p:spPr bwMode="auto">
              <a:xfrm rot="-155667">
                <a:off x="2343" y="2564"/>
                <a:ext cx="128" cy="255"/>
              </a:xfrm>
              <a:prstGeom prst="ellipse">
                <a:avLst/>
              </a:prstGeom>
              <a:solidFill>
                <a:srgbClr val="404040"/>
              </a:solidFill>
              <a:ln w="9525">
                <a:noFill/>
                <a:round/>
                <a:headEnd/>
                <a:tailEnd/>
              </a:ln>
            </p:spPr>
            <p:txBody>
              <a:bodyPr/>
              <a:lstStyle/>
              <a:p>
                <a:pPr algn="ctr" eaLnBrk="0" hangingPunct="0"/>
                <a:endParaRPr lang="nl-BE"/>
              </a:p>
            </p:txBody>
          </p:sp>
          <p:sp>
            <p:nvSpPr>
              <p:cNvPr id="42853" name="Oval 181"/>
              <p:cNvSpPr>
                <a:spLocks noChangeArrowheads="1"/>
              </p:cNvSpPr>
              <p:nvPr/>
            </p:nvSpPr>
            <p:spPr bwMode="auto">
              <a:xfrm rot="-155667">
                <a:off x="2370" y="2616"/>
                <a:ext cx="74" cy="150"/>
              </a:xfrm>
              <a:prstGeom prst="ellipse">
                <a:avLst/>
              </a:prstGeom>
              <a:solidFill>
                <a:srgbClr val="A0A0A0"/>
              </a:solidFill>
              <a:ln w="9525">
                <a:noFill/>
                <a:round/>
                <a:headEnd/>
                <a:tailEnd/>
              </a:ln>
            </p:spPr>
            <p:txBody>
              <a:bodyPr/>
              <a:lstStyle/>
              <a:p>
                <a:pPr algn="ctr" eaLnBrk="0" hangingPunct="0"/>
                <a:endParaRPr lang="nl-BE"/>
              </a:p>
            </p:txBody>
          </p:sp>
          <p:sp>
            <p:nvSpPr>
              <p:cNvPr id="42854" name="Oval 182"/>
              <p:cNvSpPr>
                <a:spLocks noChangeArrowheads="1"/>
              </p:cNvSpPr>
              <p:nvPr/>
            </p:nvSpPr>
            <p:spPr bwMode="auto">
              <a:xfrm rot="-155667">
                <a:off x="2369" y="2620"/>
                <a:ext cx="69" cy="140"/>
              </a:xfrm>
              <a:prstGeom prst="ellipse">
                <a:avLst/>
              </a:prstGeom>
              <a:solidFill>
                <a:srgbClr val="808080"/>
              </a:solidFill>
              <a:ln w="9525">
                <a:noFill/>
                <a:round/>
                <a:headEnd/>
                <a:tailEnd/>
              </a:ln>
            </p:spPr>
            <p:txBody>
              <a:bodyPr/>
              <a:lstStyle/>
              <a:p>
                <a:pPr algn="ctr" eaLnBrk="0" hangingPunct="0"/>
                <a:endParaRPr lang="nl-BE"/>
              </a:p>
            </p:txBody>
          </p:sp>
          <p:sp>
            <p:nvSpPr>
              <p:cNvPr id="42855" name="Oval 183"/>
              <p:cNvSpPr>
                <a:spLocks noChangeArrowheads="1"/>
              </p:cNvSpPr>
              <p:nvPr/>
            </p:nvSpPr>
            <p:spPr bwMode="auto">
              <a:xfrm rot="-155667">
                <a:off x="2400" y="2678"/>
                <a:ext cx="13" cy="25"/>
              </a:xfrm>
              <a:prstGeom prst="ellipse">
                <a:avLst/>
              </a:prstGeom>
              <a:solidFill>
                <a:srgbClr val="404040"/>
              </a:solidFill>
              <a:ln w="9525">
                <a:noFill/>
                <a:round/>
                <a:headEnd/>
                <a:tailEnd/>
              </a:ln>
            </p:spPr>
            <p:txBody>
              <a:bodyPr/>
              <a:lstStyle/>
              <a:p>
                <a:pPr algn="ctr" eaLnBrk="0" hangingPunct="0"/>
                <a:endParaRPr lang="nl-BE"/>
              </a:p>
            </p:txBody>
          </p:sp>
          <p:sp>
            <p:nvSpPr>
              <p:cNvPr id="42856" name="Freeform 184"/>
              <p:cNvSpPr>
                <a:spLocks/>
              </p:cNvSpPr>
              <p:nvPr/>
            </p:nvSpPr>
            <p:spPr bwMode="auto">
              <a:xfrm rot="-155667">
                <a:off x="2078" y="2582"/>
                <a:ext cx="131" cy="261"/>
              </a:xfrm>
              <a:custGeom>
                <a:avLst/>
                <a:gdLst>
                  <a:gd name="T0" fmla="*/ 0 w 319"/>
                  <a:gd name="T1" fmla="*/ 0 h 947"/>
                  <a:gd name="T2" fmla="*/ 0 w 319"/>
                  <a:gd name="T3" fmla="*/ 0 h 947"/>
                  <a:gd name="T4" fmla="*/ 0 w 319"/>
                  <a:gd name="T5" fmla="*/ 0 h 947"/>
                  <a:gd name="T6" fmla="*/ 0 w 319"/>
                  <a:gd name="T7" fmla="*/ 0 h 947"/>
                  <a:gd name="T8" fmla="*/ 0 w 319"/>
                  <a:gd name="T9" fmla="*/ 0 h 947"/>
                  <a:gd name="T10" fmla="*/ 0 w 319"/>
                  <a:gd name="T11" fmla="*/ 0 h 947"/>
                  <a:gd name="T12" fmla="*/ 0 w 319"/>
                  <a:gd name="T13" fmla="*/ 0 h 947"/>
                  <a:gd name="T14" fmla="*/ 0 w 319"/>
                  <a:gd name="T15" fmla="*/ 0 h 947"/>
                  <a:gd name="T16" fmla="*/ 0 w 319"/>
                  <a:gd name="T17" fmla="*/ 0 h 947"/>
                  <a:gd name="T18" fmla="*/ 0 w 319"/>
                  <a:gd name="T19" fmla="*/ 0 h 947"/>
                  <a:gd name="T20" fmla="*/ 0 w 319"/>
                  <a:gd name="T21" fmla="*/ 0 h 947"/>
                  <a:gd name="T22" fmla="*/ 0 w 319"/>
                  <a:gd name="T23" fmla="*/ 0 h 947"/>
                  <a:gd name="T24" fmla="*/ 0 w 319"/>
                  <a:gd name="T25" fmla="*/ 0 h 947"/>
                  <a:gd name="T26" fmla="*/ 0 w 319"/>
                  <a:gd name="T27" fmla="*/ 0 h 947"/>
                  <a:gd name="T28" fmla="*/ 0 w 319"/>
                  <a:gd name="T29" fmla="*/ 0 h 947"/>
                  <a:gd name="T30" fmla="*/ 0 w 319"/>
                  <a:gd name="T31" fmla="*/ 0 h 947"/>
                  <a:gd name="T32" fmla="*/ 0 w 319"/>
                  <a:gd name="T33" fmla="*/ 0 h 947"/>
                  <a:gd name="T34" fmla="*/ 0 w 319"/>
                  <a:gd name="T35" fmla="*/ 0 h 947"/>
                  <a:gd name="T36" fmla="*/ 0 w 319"/>
                  <a:gd name="T37" fmla="*/ 0 h 947"/>
                  <a:gd name="T38" fmla="*/ 0 w 319"/>
                  <a:gd name="T39" fmla="*/ 0 h 947"/>
                  <a:gd name="T40" fmla="*/ 0 w 319"/>
                  <a:gd name="T41" fmla="*/ 0 h 947"/>
                  <a:gd name="T42" fmla="*/ 0 w 319"/>
                  <a:gd name="T43" fmla="*/ 0 h 947"/>
                  <a:gd name="T44" fmla="*/ 0 w 319"/>
                  <a:gd name="T45" fmla="*/ 0 h 947"/>
                  <a:gd name="T46" fmla="*/ 0 w 319"/>
                  <a:gd name="T47" fmla="*/ 0 h 947"/>
                  <a:gd name="T48" fmla="*/ 0 w 319"/>
                  <a:gd name="T49" fmla="*/ 0 h 947"/>
                  <a:gd name="T50" fmla="*/ 0 w 319"/>
                  <a:gd name="T51" fmla="*/ 0 h 947"/>
                  <a:gd name="T52" fmla="*/ 0 w 319"/>
                  <a:gd name="T53" fmla="*/ 0 h 947"/>
                  <a:gd name="T54" fmla="*/ 0 w 319"/>
                  <a:gd name="T55" fmla="*/ 0 h 947"/>
                  <a:gd name="T56" fmla="*/ 0 w 319"/>
                  <a:gd name="T57" fmla="*/ 0 h 947"/>
                  <a:gd name="T58" fmla="*/ 0 w 319"/>
                  <a:gd name="T59" fmla="*/ 0 h 947"/>
                  <a:gd name="T60" fmla="*/ 0 w 319"/>
                  <a:gd name="T61" fmla="*/ 0 h 947"/>
                  <a:gd name="T62" fmla="*/ 0 w 319"/>
                  <a:gd name="T63" fmla="*/ 0 h 947"/>
                  <a:gd name="T64" fmla="*/ 0 w 319"/>
                  <a:gd name="T65" fmla="*/ 0 h 947"/>
                  <a:gd name="T66" fmla="*/ 0 w 319"/>
                  <a:gd name="T67" fmla="*/ 0 h 947"/>
                  <a:gd name="T68" fmla="*/ 0 w 319"/>
                  <a:gd name="T69" fmla="*/ 0 h 947"/>
                  <a:gd name="T70" fmla="*/ 0 w 319"/>
                  <a:gd name="T71" fmla="*/ 0 h 947"/>
                  <a:gd name="T72" fmla="*/ 0 w 319"/>
                  <a:gd name="T73" fmla="*/ 0 h 947"/>
                  <a:gd name="T74" fmla="*/ 0 w 319"/>
                  <a:gd name="T75" fmla="*/ 0 h 947"/>
                  <a:gd name="T76" fmla="*/ 0 w 319"/>
                  <a:gd name="T77" fmla="*/ 0 h 947"/>
                  <a:gd name="T78" fmla="*/ 0 w 319"/>
                  <a:gd name="T79" fmla="*/ 0 h 947"/>
                  <a:gd name="T80" fmla="*/ 0 w 319"/>
                  <a:gd name="T81" fmla="*/ 0 h 947"/>
                  <a:gd name="T82" fmla="*/ 0 w 319"/>
                  <a:gd name="T83" fmla="*/ 0 h 947"/>
                  <a:gd name="T84" fmla="*/ 0 w 319"/>
                  <a:gd name="T85" fmla="*/ 0 h 947"/>
                  <a:gd name="T86" fmla="*/ 0 w 319"/>
                  <a:gd name="T87" fmla="*/ 0 h 947"/>
                  <a:gd name="T88" fmla="*/ 0 w 319"/>
                  <a:gd name="T89" fmla="*/ 0 h 947"/>
                  <a:gd name="T90" fmla="*/ 0 w 319"/>
                  <a:gd name="T91" fmla="*/ 0 h 947"/>
                  <a:gd name="T92" fmla="*/ 0 w 319"/>
                  <a:gd name="T93" fmla="*/ 0 h 947"/>
                  <a:gd name="T94" fmla="*/ 0 w 319"/>
                  <a:gd name="T95" fmla="*/ 0 h 947"/>
                  <a:gd name="T96" fmla="*/ 0 w 319"/>
                  <a:gd name="T97" fmla="*/ 0 h 947"/>
                  <a:gd name="T98" fmla="*/ 0 w 319"/>
                  <a:gd name="T99" fmla="*/ 0 h 947"/>
                  <a:gd name="T100" fmla="*/ 0 w 319"/>
                  <a:gd name="T101" fmla="*/ 0 h 947"/>
                  <a:gd name="T102" fmla="*/ 0 w 319"/>
                  <a:gd name="T103" fmla="*/ 0 h 947"/>
                  <a:gd name="T104" fmla="*/ 0 w 319"/>
                  <a:gd name="T105" fmla="*/ 0 h 947"/>
                  <a:gd name="T106" fmla="*/ 0 w 319"/>
                  <a:gd name="T107" fmla="*/ 0 h 947"/>
                  <a:gd name="T108" fmla="*/ 0 w 319"/>
                  <a:gd name="T109" fmla="*/ 0 h 947"/>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319"/>
                  <a:gd name="T166" fmla="*/ 0 h 947"/>
                  <a:gd name="T167" fmla="*/ 319 w 319"/>
                  <a:gd name="T168" fmla="*/ 947 h 947"/>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319" h="947">
                    <a:moveTo>
                      <a:pt x="151" y="0"/>
                    </a:moveTo>
                    <a:lnTo>
                      <a:pt x="319" y="0"/>
                    </a:lnTo>
                    <a:lnTo>
                      <a:pt x="317" y="947"/>
                    </a:lnTo>
                    <a:lnTo>
                      <a:pt x="151" y="938"/>
                    </a:lnTo>
                    <a:lnTo>
                      <a:pt x="145" y="936"/>
                    </a:lnTo>
                    <a:lnTo>
                      <a:pt x="139" y="935"/>
                    </a:lnTo>
                    <a:lnTo>
                      <a:pt x="130" y="930"/>
                    </a:lnTo>
                    <a:lnTo>
                      <a:pt x="121" y="926"/>
                    </a:lnTo>
                    <a:lnTo>
                      <a:pt x="112" y="917"/>
                    </a:lnTo>
                    <a:lnTo>
                      <a:pt x="102" y="908"/>
                    </a:lnTo>
                    <a:lnTo>
                      <a:pt x="94" y="897"/>
                    </a:lnTo>
                    <a:lnTo>
                      <a:pt x="87" y="887"/>
                    </a:lnTo>
                    <a:lnTo>
                      <a:pt x="80" y="876"/>
                    </a:lnTo>
                    <a:lnTo>
                      <a:pt x="75" y="864"/>
                    </a:lnTo>
                    <a:lnTo>
                      <a:pt x="69" y="857"/>
                    </a:lnTo>
                    <a:lnTo>
                      <a:pt x="62" y="840"/>
                    </a:lnTo>
                    <a:lnTo>
                      <a:pt x="56" y="825"/>
                    </a:lnTo>
                    <a:lnTo>
                      <a:pt x="50" y="810"/>
                    </a:lnTo>
                    <a:lnTo>
                      <a:pt x="46" y="798"/>
                    </a:lnTo>
                    <a:lnTo>
                      <a:pt x="43" y="788"/>
                    </a:lnTo>
                    <a:lnTo>
                      <a:pt x="35" y="764"/>
                    </a:lnTo>
                    <a:lnTo>
                      <a:pt x="30" y="740"/>
                    </a:lnTo>
                    <a:lnTo>
                      <a:pt x="24" y="714"/>
                    </a:lnTo>
                    <a:lnTo>
                      <a:pt x="18" y="686"/>
                    </a:lnTo>
                    <a:lnTo>
                      <a:pt x="13" y="657"/>
                    </a:lnTo>
                    <a:lnTo>
                      <a:pt x="9" y="626"/>
                    </a:lnTo>
                    <a:lnTo>
                      <a:pt x="5" y="590"/>
                    </a:lnTo>
                    <a:lnTo>
                      <a:pt x="2" y="552"/>
                    </a:lnTo>
                    <a:lnTo>
                      <a:pt x="0" y="515"/>
                    </a:lnTo>
                    <a:lnTo>
                      <a:pt x="0" y="470"/>
                    </a:lnTo>
                    <a:lnTo>
                      <a:pt x="1" y="410"/>
                    </a:lnTo>
                    <a:lnTo>
                      <a:pt x="5" y="354"/>
                    </a:lnTo>
                    <a:lnTo>
                      <a:pt x="9" y="315"/>
                    </a:lnTo>
                    <a:lnTo>
                      <a:pt x="14" y="275"/>
                    </a:lnTo>
                    <a:lnTo>
                      <a:pt x="19" y="243"/>
                    </a:lnTo>
                    <a:lnTo>
                      <a:pt x="24" y="219"/>
                    </a:lnTo>
                    <a:lnTo>
                      <a:pt x="32" y="185"/>
                    </a:lnTo>
                    <a:lnTo>
                      <a:pt x="43" y="149"/>
                    </a:lnTo>
                    <a:lnTo>
                      <a:pt x="53" y="122"/>
                    </a:lnTo>
                    <a:lnTo>
                      <a:pt x="60" y="102"/>
                    </a:lnTo>
                    <a:lnTo>
                      <a:pt x="66" y="90"/>
                    </a:lnTo>
                    <a:lnTo>
                      <a:pt x="72" y="77"/>
                    </a:lnTo>
                    <a:lnTo>
                      <a:pt x="78" y="66"/>
                    </a:lnTo>
                    <a:lnTo>
                      <a:pt x="83" y="57"/>
                    </a:lnTo>
                    <a:lnTo>
                      <a:pt x="89" y="48"/>
                    </a:lnTo>
                    <a:lnTo>
                      <a:pt x="96" y="39"/>
                    </a:lnTo>
                    <a:lnTo>
                      <a:pt x="103" y="30"/>
                    </a:lnTo>
                    <a:lnTo>
                      <a:pt x="109" y="24"/>
                    </a:lnTo>
                    <a:lnTo>
                      <a:pt x="115" y="18"/>
                    </a:lnTo>
                    <a:lnTo>
                      <a:pt x="120" y="12"/>
                    </a:lnTo>
                    <a:lnTo>
                      <a:pt x="128" y="8"/>
                    </a:lnTo>
                    <a:lnTo>
                      <a:pt x="134" y="5"/>
                    </a:lnTo>
                    <a:lnTo>
                      <a:pt x="139" y="2"/>
                    </a:lnTo>
                    <a:lnTo>
                      <a:pt x="144" y="0"/>
                    </a:lnTo>
                    <a:lnTo>
                      <a:pt x="151" y="0"/>
                    </a:lnTo>
                    <a:close/>
                  </a:path>
                </a:pathLst>
              </a:custGeom>
              <a:solidFill>
                <a:srgbClr val="202020"/>
              </a:solidFill>
              <a:ln w="9525">
                <a:noFill/>
                <a:round/>
                <a:headEnd/>
                <a:tailEnd/>
              </a:ln>
            </p:spPr>
            <p:txBody>
              <a:bodyPr/>
              <a:lstStyle/>
              <a:p>
                <a:endParaRPr lang="nl-BE"/>
              </a:p>
            </p:txBody>
          </p:sp>
          <p:sp>
            <p:nvSpPr>
              <p:cNvPr id="42857" name="Oval 185"/>
              <p:cNvSpPr>
                <a:spLocks noChangeArrowheads="1"/>
              </p:cNvSpPr>
              <p:nvPr/>
            </p:nvSpPr>
            <p:spPr bwMode="auto">
              <a:xfrm rot="-155667">
                <a:off x="2140" y="2579"/>
                <a:ext cx="133" cy="262"/>
              </a:xfrm>
              <a:prstGeom prst="ellipse">
                <a:avLst/>
              </a:prstGeom>
              <a:solidFill>
                <a:srgbClr val="404040"/>
              </a:solidFill>
              <a:ln w="9525">
                <a:noFill/>
                <a:round/>
                <a:headEnd/>
                <a:tailEnd/>
              </a:ln>
            </p:spPr>
            <p:txBody>
              <a:bodyPr/>
              <a:lstStyle/>
              <a:p>
                <a:pPr algn="ctr" eaLnBrk="0" hangingPunct="0"/>
                <a:endParaRPr lang="nl-BE"/>
              </a:p>
            </p:txBody>
          </p:sp>
          <p:sp>
            <p:nvSpPr>
              <p:cNvPr id="42858" name="Oval 186"/>
              <p:cNvSpPr>
                <a:spLocks noChangeArrowheads="1"/>
              </p:cNvSpPr>
              <p:nvPr/>
            </p:nvSpPr>
            <p:spPr bwMode="auto">
              <a:xfrm rot="-155667">
                <a:off x="2167" y="2633"/>
                <a:ext cx="79" cy="153"/>
              </a:xfrm>
              <a:prstGeom prst="ellipse">
                <a:avLst/>
              </a:prstGeom>
              <a:solidFill>
                <a:srgbClr val="A0A0A0"/>
              </a:solidFill>
              <a:ln w="9525">
                <a:noFill/>
                <a:round/>
                <a:headEnd/>
                <a:tailEnd/>
              </a:ln>
            </p:spPr>
            <p:txBody>
              <a:bodyPr/>
              <a:lstStyle/>
              <a:p>
                <a:pPr algn="ctr" eaLnBrk="0" hangingPunct="0"/>
                <a:endParaRPr lang="nl-BE"/>
              </a:p>
            </p:txBody>
          </p:sp>
          <p:sp>
            <p:nvSpPr>
              <p:cNvPr id="42859" name="Oval 187"/>
              <p:cNvSpPr>
                <a:spLocks noChangeArrowheads="1"/>
              </p:cNvSpPr>
              <p:nvPr/>
            </p:nvSpPr>
            <p:spPr bwMode="auto">
              <a:xfrm rot="-155667">
                <a:off x="2166" y="2637"/>
                <a:ext cx="73" cy="143"/>
              </a:xfrm>
              <a:prstGeom prst="ellipse">
                <a:avLst/>
              </a:prstGeom>
              <a:solidFill>
                <a:srgbClr val="808080"/>
              </a:solidFill>
              <a:ln w="9525">
                <a:noFill/>
                <a:round/>
                <a:headEnd/>
                <a:tailEnd/>
              </a:ln>
            </p:spPr>
            <p:txBody>
              <a:bodyPr/>
              <a:lstStyle/>
              <a:p>
                <a:pPr algn="ctr" eaLnBrk="0" hangingPunct="0"/>
                <a:endParaRPr lang="nl-BE"/>
              </a:p>
            </p:txBody>
          </p:sp>
          <p:sp>
            <p:nvSpPr>
              <p:cNvPr id="42860" name="Oval 188"/>
              <p:cNvSpPr>
                <a:spLocks noChangeArrowheads="1"/>
              </p:cNvSpPr>
              <p:nvPr/>
            </p:nvSpPr>
            <p:spPr bwMode="auto">
              <a:xfrm rot="-155667">
                <a:off x="2199" y="2696"/>
                <a:ext cx="14" cy="27"/>
              </a:xfrm>
              <a:prstGeom prst="ellipse">
                <a:avLst/>
              </a:prstGeom>
              <a:solidFill>
                <a:srgbClr val="404040"/>
              </a:solidFill>
              <a:ln w="9525">
                <a:noFill/>
                <a:round/>
                <a:headEnd/>
                <a:tailEnd/>
              </a:ln>
            </p:spPr>
            <p:txBody>
              <a:bodyPr/>
              <a:lstStyle/>
              <a:p>
                <a:pPr algn="ctr" eaLnBrk="0" hangingPunct="0"/>
                <a:endParaRPr lang="nl-BE"/>
              </a:p>
            </p:txBody>
          </p:sp>
          <p:sp>
            <p:nvSpPr>
              <p:cNvPr id="42861" name="Freeform 189"/>
              <p:cNvSpPr>
                <a:spLocks/>
              </p:cNvSpPr>
              <p:nvPr/>
            </p:nvSpPr>
            <p:spPr bwMode="auto">
              <a:xfrm rot="-155667">
                <a:off x="2156" y="2579"/>
                <a:ext cx="132" cy="267"/>
              </a:xfrm>
              <a:custGeom>
                <a:avLst/>
                <a:gdLst>
                  <a:gd name="T0" fmla="*/ 0 w 320"/>
                  <a:gd name="T1" fmla="*/ 0 h 968"/>
                  <a:gd name="T2" fmla="*/ 0 w 320"/>
                  <a:gd name="T3" fmla="*/ 0 h 968"/>
                  <a:gd name="T4" fmla="*/ 0 w 320"/>
                  <a:gd name="T5" fmla="*/ 0 h 968"/>
                  <a:gd name="T6" fmla="*/ 0 w 320"/>
                  <a:gd name="T7" fmla="*/ 0 h 968"/>
                  <a:gd name="T8" fmla="*/ 0 w 320"/>
                  <a:gd name="T9" fmla="*/ 0 h 968"/>
                  <a:gd name="T10" fmla="*/ 0 w 320"/>
                  <a:gd name="T11" fmla="*/ 0 h 968"/>
                  <a:gd name="T12" fmla="*/ 0 w 320"/>
                  <a:gd name="T13" fmla="*/ 0 h 968"/>
                  <a:gd name="T14" fmla="*/ 0 w 320"/>
                  <a:gd name="T15" fmla="*/ 0 h 968"/>
                  <a:gd name="T16" fmla="*/ 0 w 320"/>
                  <a:gd name="T17" fmla="*/ 0 h 968"/>
                  <a:gd name="T18" fmla="*/ 0 w 320"/>
                  <a:gd name="T19" fmla="*/ 0 h 968"/>
                  <a:gd name="T20" fmla="*/ 0 w 320"/>
                  <a:gd name="T21" fmla="*/ 0 h 968"/>
                  <a:gd name="T22" fmla="*/ 0 w 320"/>
                  <a:gd name="T23" fmla="*/ 0 h 968"/>
                  <a:gd name="T24" fmla="*/ 0 w 320"/>
                  <a:gd name="T25" fmla="*/ 0 h 968"/>
                  <a:gd name="T26" fmla="*/ 0 w 320"/>
                  <a:gd name="T27" fmla="*/ 0 h 968"/>
                  <a:gd name="T28" fmla="*/ 0 w 320"/>
                  <a:gd name="T29" fmla="*/ 0 h 968"/>
                  <a:gd name="T30" fmla="*/ 0 w 320"/>
                  <a:gd name="T31" fmla="*/ 0 h 968"/>
                  <a:gd name="T32" fmla="*/ 0 w 320"/>
                  <a:gd name="T33" fmla="*/ 0 h 968"/>
                  <a:gd name="T34" fmla="*/ 0 w 320"/>
                  <a:gd name="T35" fmla="*/ 0 h 968"/>
                  <a:gd name="T36" fmla="*/ 0 w 320"/>
                  <a:gd name="T37" fmla="*/ 0 h 968"/>
                  <a:gd name="T38" fmla="*/ 0 w 320"/>
                  <a:gd name="T39" fmla="*/ 0 h 968"/>
                  <a:gd name="T40" fmla="*/ 0 w 320"/>
                  <a:gd name="T41" fmla="*/ 0 h 968"/>
                  <a:gd name="T42" fmla="*/ 0 w 320"/>
                  <a:gd name="T43" fmla="*/ 0 h 968"/>
                  <a:gd name="T44" fmla="*/ 0 w 320"/>
                  <a:gd name="T45" fmla="*/ 0 h 968"/>
                  <a:gd name="T46" fmla="*/ 0 w 320"/>
                  <a:gd name="T47" fmla="*/ 0 h 968"/>
                  <a:gd name="T48" fmla="*/ 0 w 320"/>
                  <a:gd name="T49" fmla="*/ 0 h 968"/>
                  <a:gd name="T50" fmla="*/ 0 w 320"/>
                  <a:gd name="T51" fmla="*/ 0 h 968"/>
                  <a:gd name="T52" fmla="*/ 0 w 320"/>
                  <a:gd name="T53" fmla="*/ 0 h 968"/>
                  <a:gd name="T54" fmla="*/ 0 w 320"/>
                  <a:gd name="T55" fmla="*/ 0 h 968"/>
                  <a:gd name="T56" fmla="*/ 0 w 320"/>
                  <a:gd name="T57" fmla="*/ 0 h 968"/>
                  <a:gd name="T58" fmla="*/ 0 w 320"/>
                  <a:gd name="T59" fmla="*/ 0 h 968"/>
                  <a:gd name="T60" fmla="*/ 0 w 320"/>
                  <a:gd name="T61" fmla="*/ 0 h 968"/>
                  <a:gd name="T62" fmla="*/ 0 w 320"/>
                  <a:gd name="T63" fmla="*/ 0 h 968"/>
                  <a:gd name="T64" fmla="*/ 0 w 320"/>
                  <a:gd name="T65" fmla="*/ 0 h 968"/>
                  <a:gd name="T66" fmla="*/ 0 w 320"/>
                  <a:gd name="T67" fmla="*/ 0 h 968"/>
                  <a:gd name="T68" fmla="*/ 0 w 320"/>
                  <a:gd name="T69" fmla="*/ 0 h 968"/>
                  <a:gd name="T70" fmla="*/ 0 w 320"/>
                  <a:gd name="T71" fmla="*/ 0 h 968"/>
                  <a:gd name="T72" fmla="*/ 0 w 320"/>
                  <a:gd name="T73" fmla="*/ 0 h 968"/>
                  <a:gd name="T74" fmla="*/ 0 w 320"/>
                  <a:gd name="T75" fmla="*/ 0 h 968"/>
                  <a:gd name="T76" fmla="*/ 0 w 320"/>
                  <a:gd name="T77" fmla="*/ 0 h 968"/>
                  <a:gd name="T78" fmla="*/ 0 w 320"/>
                  <a:gd name="T79" fmla="*/ 0 h 968"/>
                  <a:gd name="T80" fmla="*/ 0 w 320"/>
                  <a:gd name="T81" fmla="*/ 0 h 968"/>
                  <a:gd name="T82" fmla="*/ 0 w 320"/>
                  <a:gd name="T83" fmla="*/ 0 h 968"/>
                  <a:gd name="T84" fmla="*/ 0 w 320"/>
                  <a:gd name="T85" fmla="*/ 0 h 968"/>
                  <a:gd name="T86" fmla="*/ 0 w 320"/>
                  <a:gd name="T87" fmla="*/ 0 h 968"/>
                  <a:gd name="T88" fmla="*/ 0 w 320"/>
                  <a:gd name="T89" fmla="*/ 0 h 968"/>
                  <a:gd name="T90" fmla="*/ 0 w 320"/>
                  <a:gd name="T91" fmla="*/ 0 h 968"/>
                  <a:gd name="T92" fmla="*/ 0 w 320"/>
                  <a:gd name="T93" fmla="*/ 0 h 968"/>
                  <a:gd name="T94" fmla="*/ 0 w 320"/>
                  <a:gd name="T95" fmla="*/ 0 h 968"/>
                  <a:gd name="T96" fmla="*/ 0 w 320"/>
                  <a:gd name="T97" fmla="*/ 0 h 968"/>
                  <a:gd name="T98" fmla="*/ 0 w 320"/>
                  <a:gd name="T99" fmla="*/ 0 h 968"/>
                  <a:gd name="T100" fmla="*/ 0 w 320"/>
                  <a:gd name="T101" fmla="*/ 0 h 968"/>
                  <a:gd name="T102" fmla="*/ 0 w 320"/>
                  <a:gd name="T103" fmla="*/ 0 h 968"/>
                  <a:gd name="T104" fmla="*/ 0 w 320"/>
                  <a:gd name="T105" fmla="*/ 0 h 968"/>
                  <a:gd name="T106" fmla="*/ 0 w 320"/>
                  <a:gd name="T107" fmla="*/ 0 h 968"/>
                  <a:gd name="T108" fmla="*/ 0 w 320"/>
                  <a:gd name="T109" fmla="*/ 0 h 96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320"/>
                  <a:gd name="T166" fmla="*/ 0 h 968"/>
                  <a:gd name="T167" fmla="*/ 320 w 320"/>
                  <a:gd name="T168" fmla="*/ 968 h 96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320" h="968">
                    <a:moveTo>
                      <a:pt x="150" y="0"/>
                    </a:moveTo>
                    <a:lnTo>
                      <a:pt x="320" y="0"/>
                    </a:lnTo>
                    <a:lnTo>
                      <a:pt x="317" y="968"/>
                    </a:lnTo>
                    <a:lnTo>
                      <a:pt x="150" y="960"/>
                    </a:lnTo>
                    <a:lnTo>
                      <a:pt x="144" y="957"/>
                    </a:lnTo>
                    <a:lnTo>
                      <a:pt x="138" y="956"/>
                    </a:lnTo>
                    <a:lnTo>
                      <a:pt x="130" y="951"/>
                    </a:lnTo>
                    <a:lnTo>
                      <a:pt x="121" y="947"/>
                    </a:lnTo>
                    <a:lnTo>
                      <a:pt x="112" y="938"/>
                    </a:lnTo>
                    <a:lnTo>
                      <a:pt x="102" y="929"/>
                    </a:lnTo>
                    <a:lnTo>
                      <a:pt x="94" y="918"/>
                    </a:lnTo>
                    <a:lnTo>
                      <a:pt x="86" y="908"/>
                    </a:lnTo>
                    <a:lnTo>
                      <a:pt x="80" y="897"/>
                    </a:lnTo>
                    <a:lnTo>
                      <a:pt x="75" y="884"/>
                    </a:lnTo>
                    <a:lnTo>
                      <a:pt x="69" y="876"/>
                    </a:lnTo>
                    <a:lnTo>
                      <a:pt x="62" y="860"/>
                    </a:lnTo>
                    <a:lnTo>
                      <a:pt x="57" y="843"/>
                    </a:lnTo>
                    <a:lnTo>
                      <a:pt x="51" y="828"/>
                    </a:lnTo>
                    <a:lnTo>
                      <a:pt x="47" y="816"/>
                    </a:lnTo>
                    <a:lnTo>
                      <a:pt x="43" y="806"/>
                    </a:lnTo>
                    <a:lnTo>
                      <a:pt x="36" y="782"/>
                    </a:lnTo>
                    <a:lnTo>
                      <a:pt x="30" y="758"/>
                    </a:lnTo>
                    <a:lnTo>
                      <a:pt x="24" y="731"/>
                    </a:lnTo>
                    <a:lnTo>
                      <a:pt x="18" y="702"/>
                    </a:lnTo>
                    <a:lnTo>
                      <a:pt x="13" y="669"/>
                    </a:lnTo>
                    <a:lnTo>
                      <a:pt x="10" y="639"/>
                    </a:lnTo>
                    <a:lnTo>
                      <a:pt x="5" y="605"/>
                    </a:lnTo>
                    <a:lnTo>
                      <a:pt x="3" y="564"/>
                    </a:lnTo>
                    <a:lnTo>
                      <a:pt x="0" y="525"/>
                    </a:lnTo>
                    <a:lnTo>
                      <a:pt x="1" y="480"/>
                    </a:lnTo>
                    <a:lnTo>
                      <a:pt x="2" y="419"/>
                    </a:lnTo>
                    <a:lnTo>
                      <a:pt x="5" y="363"/>
                    </a:lnTo>
                    <a:lnTo>
                      <a:pt x="10" y="321"/>
                    </a:lnTo>
                    <a:lnTo>
                      <a:pt x="15" y="281"/>
                    </a:lnTo>
                    <a:lnTo>
                      <a:pt x="19" y="249"/>
                    </a:lnTo>
                    <a:lnTo>
                      <a:pt x="24" y="224"/>
                    </a:lnTo>
                    <a:lnTo>
                      <a:pt x="32" y="191"/>
                    </a:lnTo>
                    <a:lnTo>
                      <a:pt x="44" y="152"/>
                    </a:lnTo>
                    <a:lnTo>
                      <a:pt x="53" y="125"/>
                    </a:lnTo>
                    <a:lnTo>
                      <a:pt x="61" y="105"/>
                    </a:lnTo>
                    <a:lnTo>
                      <a:pt x="66" y="93"/>
                    </a:lnTo>
                    <a:lnTo>
                      <a:pt x="73" y="78"/>
                    </a:lnTo>
                    <a:lnTo>
                      <a:pt x="78" y="68"/>
                    </a:lnTo>
                    <a:lnTo>
                      <a:pt x="82" y="59"/>
                    </a:lnTo>
                    <a:lnTo>
                      <a:pt x="88" y="50"/>
                    </a:lnTo>
                    <a:lnTo>
                      <a:pt x="95" y="41"/>
                    </a:lnTo>
                    <a:lnTo>
                      <a:pt x="102" y="32"/>
                    </a:lnTo>
                    <a:lnTo>
                      <a:pt x="108" y="24"/>
                    </a:lnTo>
                    <a:lnTo>
                      <a:pt x="114" y="20"/>
                    </a:lnTo>
                    <a:lnTo>
                      <a:pt x="120" y="14"/>
                    </a:lnTo>
                    <a:lnTo>
                      <a:pt x="127" y="9"/>
                    </a:lnTo>
                    <a:lnTo>
                      <a:pt x="133" y="5"/>
                    </a:lnTo>
                    <a:lnTo>
                      <a:pt x="139" y="3"/>
                    </a:lnTo>
                    <a:lnTo>
                      <a:pt x="144" y="2"/>
                    </a:lnTo>
                    <a:lnTo>
                      <a:pt x="150" y="0"/>
                    </a:lnTo>
                    <a:close/>
                  </a:path>
                </a:pathLst>
              </a:custGeom>
              <a:solidFill>
                <a:srgbClr val="202020"/>
              </a:solidFill>
              <a:ln w="9525">
                <a:noFill/>
                <a:round/>
                <a:headEnd/>
                <a:tailEnd/>
              </a:ln>
            </p:spPr>
            <p:txBody>
              <a:bodyPr/>
              <a:lstStyle/>
              <a:p>
                <a:endParaRPr lang="nl-BE"/>
              </a:p>
            </p:txBody>
          </p:sp>
          <p:sp>
            <p:nvSpPr>
              <p:cNvPr id="42862" name="Oval 190"/>
              <p:cNvSpPr>
                <a:spLocks noChangeArrowheads="1"/>
              </p:cNvSpPr>
              <p:nvPr/>
            </p:nvSpPr>
            <p:spPr bwMode="auto">
              <a:xfrm rot="-155667">
                <a:off x="2218" y="2576"/>
                <a:ext cx="133" cy="268"/>
              </a:xfrm>
              <a:prstGeom prst="ellipse">
                <a:avLst/>
              </a:prstGeom>
              <a:solidFill>
                <a:srgbClr val="404040"/>
              </a:solidFill>
              <a:ln w="9525">
                <a:noFill/>
                <a:round/>
                <a:headEnd/>
                <a:tailEnd/>
              </a:ln>
            </p:spPr>
            <p:txBody>
              <a:bodyPr/>
              <a:lstStyle/>
              <a:p>
                <a:pPr algn="ctr" eaLnBrk="0" hangingPunct="0"/>
                <a:endParaRPr lang="nl-BE"/>
              </a:p>
            </p:txBody>
          </p:sp>
          <p:sp>
            <p:nvSpPr>
              <p:cNvPr id="42863" name="Oval 191"/>
              <p:cNvSpPr>
                <a:spLocks noChangeArrowheads="1"/>
              </p:cNvSpPr>
              <p:nvPr/>
            </p:nvSpPr>
            <p:spPr bwMode="auto">
              <a:xfrm rot="-155667">
                <a:off x="2245" y="2631"/>
                <a:ext cx="78" cy="158"/>
              </a:xfrm>
              <a:prstGeom prst="ellipse">
                <a:avLst/>
              </a:prstGeom>
              <a:solidFill>
                <a:srgbClr val="A0A0A0"/>
              </a:solidFill>
              <a:ln w="9525">
                <a:noFill/>
                <a:round/>
                <a:headEnd/>
                <a:tailEnd/>
              </a:ln>
            </p:spPr>
            <p:txBody>
              <a:bodyPr/>
              <a:lstStyle/>
              <a:p>
                <a:pPr algn="ctr" eaLnBrk="0" hangingPunct="0"/>
                <a:endParaRPr lang="nl-BE"/>
              </a:p>
            </p:txBody>
          </p:sp>
          <p:sp>
            <p:nvSpPr>
              <p:cNvPr id="42864" name="Oval 192"/>
              <p:cNvSpPr>
                <a:spLocks noChangeArrowheads="1"/>
              </p:cNvSpPr>
              <p:nvPr/>
            </p:nvSpPr>
            <p:spPr bwMode="auto">
              <a:xfrm rot="-155667">
                <a:off x="2245" y="2635"/>
                <a:ext cx="72" cy="148"/>
              </a:xfrm>
              <a:prstGeom prst="ellipse">
                <a:avLst/>
              </a:prstGeom>
              <a:solidFill>
                <a:srgbClr val="808080"/>
              </a:solidFill>
              <a:ln w="9525">
                <a:noFill/>
                <a:round/>
                <a:headEnd/>
                <a:tailEnd/>
              </a:ln>
            </p:spPr>
            <p:txBody>
              <a:bodyPr/>
              <a:lstStyle/>
              <a:p>
                <a:pPr algn="ctr" eaLnBrk="0" hangingPunct="0"/>
                <a:endParaRPr lang="nl-BE"/>
              </a:p>
            </p:txBody>
          </p:sp>
          <p:sp>
            <p:nvSpPr>
              <p:cNvPr id="42865" name="Oval 193"/>
              <p:cNvSpPr>
                <a:spLocks noChangeArrowheads="1"/>
              </p:cNvSpPr>
              <p:nvPr/>
            </p:nvSpPr>
            <p:spPr bwMode="auto">
              <a:xfrm rot="-155667">
                <a:off x="2277" y="2696"/>
                <a:ext cx="13" cy="26"/>
              </a:xfrm>
              <a:prstGeom prst="ellipse">
                <a:avLst/>
              </a:prstGeom>
              <a:solidFill>
                <a:srgbClr val="404040"/>
              </a:solidFill>
              <a:ln w="9525">
                <a:noFill/>
                <a:round/>
                <a:headEnd/>
                <a:tailEnd/>
              </a:ln>
            </p:spPr>
            <p:txBody>
              <a:bodyPr/>
              <a:lstStyle/>
              <a:p>
                <a:pPr algn="ctr" eaLnBrk="0" hangingPunct="0"/>
                <a:endParaRPr lang="nl-BE"/>
              </a:p>
            </p:txBody>
          </p:sp>
          <p:sp>
            <p:nvSpPr>
              <p:cNvPr id="42866" name="Freeform 194"/>
              <p:cNvSpPr>
                <a:spLocks/>
              </p:cNvSpPr>
              <p:nvPr/>
            </p:nvSpPr>
            <p:spPr bwMode="auto">
              <a:xfrm rot="-155667">
                <a:off x="2795" y="2174"/>
                <a:ext cx="219" cy="94"/>
              </a:xfrm>
              <a:custGeom>
                <a:avLst/>
                <a:gdLst>
                  <a:gd name="T0" fmla="*/ 0 w 531"/>
                  <a:gd name="T1" fmla="*/ 0 h 342"/>
                  <a:gd name="T2" fmla="*/ 0 w 531"/>
                  <a:gd name="T3" fmla="*/ 0 h 342"/>
                  <a:gd name="T4" fmla="*/ 0 w 531"/>
                  <a:gd name="T5" fmla="*/ 0 h 342"/>
                  <a:gd name="T6" fmla="*/ 0 w 531"/>
                  <a:gd name="T7" fmla="*/ 0 h 342"/>
                  <a:gd name="T8" fmla="*/ 0 w 531"/>
                  <a:gd name="T9" fmla="*/ 0 h 342"/>
                  <a:gd name="T10" fmla="*/ 0 w 531"/>
                  <a:gd name="T11" fmla="*/ 0 h 342"/>
                  <a:gd name="T12" fmla="*/ 0 w 531"/>
                  <a:gd name="T13" fmla="*/ 0 h 342"/>
                  <a:gd name="T14" fmla="*/ 0 w 531"/>
                  <a:gd name="T15" fmla="*/ 0 h 342"/>
                  <a:gd name="T16" fmla="*/ 0 w 531"/>
                  <a:gd name="T17" fmla="*/ 0 h 342"/>
                  <a:gd name="T18" fmla="*/ 0 w 531"/>
                  <a:gd name="T19" fmla="*/ 0 h 342"/>
                  <a:gd name="T20" fmla="*/ 0 w 531"/>
                  <a:gd name="T21" fmla="*/ 0 h 342"/>
                  <a:gd name="T22" fmla="*/ 0 w 531"/>
                  <a:gd name="T23" fmla="*/ 0 h 34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31"/>
                  <a:gd name="T37" fmla="*/ 0 h 342"/>
                  <a:gd name="T38" fmla="*/ 531 w 531"/>
                  <a:gd name="T39" fmla="*/ 342 h 34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31" h="342">
                    <a:moveTo>
                      <a:pt x="397" y="0"/>
                    </a:moveTo>
                    <a:lnTo>
                      <a:pt x="412" y="3"/>
                    </a:lnTo>
                    <a:lnTo>
                      <a:pt x="424" y="9"/>
                    </a:lnTo>
                    <a:lnTo>
                      <a:pt x="434" y="15"/>
                    </a:lnTo>
                    <a:lnTo>
                      <a:pt x="442" y="27"/>
                    </a:lnTo>
                    <a:lnTo>
                      <a:pt x="448" y="39"/>
                    </a:lnTo>
                    <a:lnTo>
                      <a:pt x="454" y="54"/>
                    </a:lnTo>
                    <a:lnTo>
                      <a:pt x="531" y="342"/>
                    </a:lnTo>
                    <a:lnTo>
                      <a:pt x="384" y="260"/>
                    </a:lnTo>
                    <a:lnTo>
                      <a:pt x="0" y="260"/>
                    </a:lnTo>
                    <a:lnTo>
                      <a:pt x="0" y="0"/>
                    </a:lnTo>
                    <a:lnTo>
                      <a:pt x="397" y="0"/>
                    </a:lnTo>
                    <a:close/>
                  </a:path>
                </a:pathLst>
              </a:custGeom>
              <a:solidFill>
                <a:srgbClr val="E0E0E0"/>
              </a:solidFill>
              <a:ln w="6350">
                <a:solidFill>
                  <a:srgbClr val="000000"/>
                </a:solidFill>
                <a:prstDash val="solid"/>
                <a:round/>
                <a:headEnd/>
                <a:tailEnd/>
              </a:ln>
            </p:spPr>
            <p:txBody>
              <a:bodyPr/>
              <a:lstStyle/>
              <a:p>
                <a:endParaRPr lang="nl-BE"/>
              </a:p>
            </p:txBody>
          </p:sp>
          <p:sp>
            <p:nvSpPr>
              <p:cNvPr id="42867" name="Freeform 195"/>
              <p:cNvSpPr>
                <a:spLocks/>
              </p:cNvSpPr>
              <p:nvPr/>
            </p:nvSpPr>
            <p:spPr bwMode="auto">
              <a:xfrm rot="-155667">
                <a:off x="2831" y="2180"/>
                <a:ext cx="154" cy="76"/>
              </a:xfrm>
              <a:custGeom>
                <a:avLst/>
                <a:gdLst>
                  <a:gd name="T0" fmla="*/ 0 w 372"/>
                  <a:gd name="T1" fmla="*/ 0 h 278"/>
                  <a:gd name="T2" fmla="*/ 0 w 372"/>
                  <a:gd name="T3" fmla="*/ 0 h 278"/>
                  <a:gd name="T4" fmla="*/ 0 w 372"/>
                  <a:gd name="T5" fmla="*/ 0 h 278"/>
                  <a:gd name="T6" fmla="*/ 0 w 372"/>
                  <a:gd name="T7" fmla="*/ 0 h 278"/>
                  <a:gd name="T8" fmla="*/ 0 w 372"/>
                  <a:gd name="T9" fmla="*/ 0 h 278"/>
                  <a:gd name="T10" fmla="*/ 0 w 372"/>
                  <a:gd name="T11" fmla="*/ 0 h 278"/>
                  <a:gd name="T12" fmla="*/ 0 w 372"/>
                  <a:gd name="T13" fmla="*/ 0 h 278"/>
                  <a:gd name="T14" fmla="*/ 0 w 372"/>
                  <a:gd name="T15" fmla="*/ 0 h 278"/>
                  <a:gd name="T16" fmla="*/ 0 w 372"/>
                  <a:gd name="T17" fmla="*/ 0 h 278"/>
                  <a:gd name="T18" fmla="*/ 0 w 372"/>
                  <a:gd name="T19" fmla="*/ 0 h 278"/>
                  <a:gd name="T20" fmla="*/ 0 w 372"/>
                  <a:gd name="T21" fmla="*/ 0 h 278"/>
                  <a:gd name="T22" fmla="*/ 0 w 372"/>
                  <a:gd name="T23" fmla="*/ 0 h 278"/>
                  <a:gd name="T24" fmla="*/ 0 w 372"/>
                  <a:gd name="T25" fmla="*/ 0 h 278"/>
                  <a:gd name="T26" fmla="*/ 0 w 372"/>
                  <a:gd name="T27" fmla="*/ 0 h 27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72"/>
                  <a:gd name="T43" fmla="*/ 0 h 278"/>
                  <a:gd name="T44" fmla="*/ 372 w 372"/>
                  <a:gd name="T45" fmla="*/ 278 h 27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72" h="278">
                    <a:moveTo>
                      <a:pt x="372" y="278"/>
                    </a:moveTo>
                    <a:lnTo>
                      <a:pt x="349" y="72"/>
                    </a:lnTo>
                    <a:lnTo>
                      <a:pt x="345" y="50"/>
                    </a:lnTo>
                    <a:lnTo>
                      <a:pt x="339" y="33"/>
                    </a:lnTo>
                    <a:lnTo>
                      <a:pt x="333" y="20"/>
                    </a:lnTo>
                    <a:lnTo>
                      <a:pt x="325" y="9"/>
                    </a:lnTo>
                    <a:lnTo>
                      <a:pt x="315" y="3"/>
                    </a:lnTo>
                    <a:lnTo>
                      <a:pt x="305" y="0"/>
                    </a:lnTo>
                    <a:lnTo>
                      <a:pt x="32" y="0"/>
                    </a:lnTo>
                    <a:lnTo>
                      <a:pt x="18" y="8"/>
                    </a:lnTo>
                    <a:lnTo>
                      <a:pt x="6" y="18"/>
                    </a:lnTo>
                    <a:lnTo>
                      <a:pt x="0" y="38"/>
                    </a:lnTo>
                    <a:lnTo>
                      <a:pt x="0" y="278"/>
                    </a:lnTo>
                    <a:lnTo>
                      <a:pt x="372" y="278"/>
                    </a:lnTo>
                    <a:close/>
                  </a:path>
                </a:pathLst>
              </a:custGeom>
              <a:solidFill>
                <a:srgbClr val="202020"/>
              </a:solidFill>
              <a:ln w="6350">
                <a:solidFill>
                  <a:srgbClr val="000000"/>
                </a:solidFill>
                <a:prstDash val="solid"/>
                <a:round/>
                <a:headEnd/>
                <a:tailEnd/>
              </a:ln>
            </p:spPr>
            <p:txBody>
              <a:bodyPr/>
              <a:lstStyle/>
              <a:p>
                <a:endParaRPr lang="nl-BE"/>
              </a:p>
            </p:txBody>
          </p:sp>
          <p:sp>
            <p:nvSpPr>
              <p:cNvPr id="42868" name="Freeform 196"/>
              <p:cNvSpPr>
                <a:spLocks/>
              </p:cNvSpPr>
              <p:nvPr/>
            </p:nvSpPr>
            <p:spPr bwMode="auto">
              <a:xfrm rot="-155667">
                <a:off x="2931" y="2476"/>
                <a:ext cx="170" cy="97"/>
              </a:xfrm>
              <a:custGeom>
                <a:avLst/>
                <a:gdLst>
                  <a:gd name="T0" fmla="*/ 0 w 413"/>
                  <a:gd name="T1" fmla="*/ 0 h 352"/>
                  <a:gd name="T2" fmla="*/ 0 w 413"/>
                  <a:gd name="T3" fmla="*/ 0 h 352"/>
                  <a:gd name="T4" fmla="*/ 0 w 413"/>
                  <a:gd name="T5" fmla="*/ 0 h 352"/>
                  <a:gd name="T6" fmla="*/ 0 w 413"/>
                  <a:gd name="T7" fmla="*/ 0 h 352"/>
                  <a:gd name="T8" fmla="*/ 0 w 413"/>
                  <a:gd name="T9" fmla="*/ 0 h 352"/>
                  <a:gd name="T10" fmla="*/ 0 w 413"/>
                  <a:gd name="T11" fmla="*/ 0 h 352"/>
                  <a:gd name="T12" fmla="*/ 0 w 413"/>
                  <a:gd name="T13" fmla="*/ 0 h 352"/>
                  <a:gd name="T14" fmla="*/ 0 w 413"/>
                  <a:gd name="T15" fmla="*/ 0 h 352"/>
                  <a:gd name="T16" fmla="*/ 0 w 413"/>
                  <a:gd name="T17" fmla="*/ 0 h 352"/>
                  <a:gd name="T18" fmla="*/ 0 w 413"/>
                  <a:gd name="T19" fmla="*/ 0 h 352"/>
                  <a:gd name="T20" fmla="*/ 0 w 413"/>
                  <a:gd name="T21" fmla="*/ 0 h 352"/>
                  <a:gd name="T22" fmla="*/ 0 w 413"/>
                  <a:gd name="T23" fmla="*/ 0 h 352"/>
                  <a:gd name="T24" fmla="*/ 0 w 413"/>
                  <a:gd name="T25" fmla="*/ 0 h 352"/>
                  <a:gd name="T26" fmla="*/ 0 w 413"/>
                  <a:gd name="T27" fmla="*/ 0 h 352"/>
                  <a:gd name="T28" fmla="*/ 0 w 413"/>
                  <a:gd name="T29" fmla="*/ 0 h 352"/>
                  <a:gd name="T30" fmla="*/ 0 w 413"/>
                  <a:gd name="T31" fmla="*/ 0 h 352"/>
                  <a:gd name="T32" fmla="*/ 0 w 413"/>
                  <a:gd name="T33" fmla="*/ 0 h 35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13"/>
                  <a:gd name="T52" fmla="*/ 0 h 352"/>
                  <a:gd name="T53" fmla="*/ 413 w 413"/>
                  <a:gd name="T54" fmla="*/ 352 h 35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13" h="352">
                    <a:moveTo>
                      <a:pt x="0" y="33"/>
                    </a:moveTo>
                    <a:lnTo>
                      <a:pt x="387" y="0"/>
                    </a:lnTo>
                    <a:lnTo>
                      <a:pt x="413" y="33"/>
                    </a:lnTo>
                    <a:lnTo>
                      <a:pt x="413" y="156"/>
                    </a:lnTo>
                    <a:lnTo>
                      <a:pt x="384" y="165"/>
                    </a:lnTo>
                    <a:lnTo>
                      <a:pt x="413" y="222"/>
                    </a:lnTo>
                    <a:lnTo>
                      <a:pt x="413" y="324"/>
                    </a:lnTo>
                    <a:lnTo>
                      <a:pt x="398" y="342"/>
                    </a:lnTo>
                    <a:lnTo>
                      <a:pt x="353" y="352"/>
                    </a:lnTo>
                    <a:lnTo>
                      <a:pt x="353" y="132"/>
                    </a:lnTo>
                    <a:lnTo>
                      <a:pt x="350" y="112"/>
                    </a:lnTo>
                    <a:lnTo>
                      <a:pt x="345" y="94"/>
                    </a:lnTo>
                    <a:lnTo>
                      <a:pt x="336" y="84"/>
                    </a:lnTo>
                    <a:lnTo>
                      <a:pt x="326" y="76"/>
                    </a:lnTo>
                    <a:lnTo>
                      <a:pt x="321" y="75"/>
                    </a:lnTo>
                    <a:lnTo>
                      <a:pt x="0" y="94"/>
                    </a:lnTo>
                    <a:lnTo>
                      <a:pt x="0" y="33"/>
                    </a:lnTo>
                    <a:close/>
                  </a:path>
                </a:pathLst>
              </a:custGeom>
              <a:solidFill>
                <a:srgbClr val="C0C0C0"/>
              </a:solidFill>
              <a:ln w="6350">
                <a:solidFill>
                  <a:srgbClr val="000000"/>
                </a:solidFill>
                <a:prstDash val="solid"/>
                <a:round/>
                <a:headEnd/>
                <a:tailEnd/>
              </a:ln>
            </p:spPr>
            <p:txBody>
              <a:bodyPr/>
              <a:lstStyle/>
              <a:p>
                <a:endParaRPr lang="nl-BE"/>
              </a:p>
            </p:txBody>
          </p:sp>
          <p:sp>
            <p:nvSpPr>
              <p:cNvPr id="42869" name="Freeform 197"/>
              <p:cNvSpPr>
                <a:spLocks/>
              </p:cNvSpPr>
              <p:nvPr/>
            </p:nvSpPr>
            <p:spPr bwMode="auto">
              <a:xfrm rot="-155667">
                <a:off x="2860" y="2245"/>
                <a:ext cx="98" cy="261"/>
              </a:xfrm>
              <a:custGeom>
                <a:avLst/>
                <a:gdLst>
                  <a:gd name="T0" fmla="*/ 0 w 237"/>
                  <a:gd name="T1" fmla="*/ 0 h 949"/>
                  <a:gd name="T2" fmla="*/ 0 w 237"/>
                  <a:gd name="T3" fmla="*/ 0 h 949"/>
                  <a:gd name="T4" fmla="*/ 0 w 237"/>
                  <a:gd name="T5" fmla="*/ 0 h 949"/>
                  <a:gd name="T6" fmla="*/ 0 w 237"/>
                  <a:gd name="T7" fmla="*/ 0 h 949"/>
                  <a:gd name="T8" fmla="*/ 0 w 237"/>
                  <a:gd name="T9" fmla="*/ 0 h 949"/>
                  <a:gd name="T10" fmla="*/ 0 60000 65536"/>
                  <a:gd name="T11" fmla="*/ 0 60000 65536"/>
                  <a:gd name="T12" fmla="*/ 0 60000 65536"/>
                  <a:gd name="T13" fmla="*/ 0 60000 65536"/>
                  <a:gd name="T14" fmla="*/ 0 60000 65536"/>
                  <a:gd name="T15" fmla="*/ 0 w 237"/>
                  <a:gd name="T16" fmla="*/ 0 h 949"/>
                  <a:gd name="T17" fmla="*/ 237 w 237"/>
                  <a:gd name="T18" fmla="*/ 949 h 949"/>
                </a:gdLst>
                <a:ahLst/>
                <a:cxnLst>
                  <a:cxn ang="T10">
                    <a:pos x="T0" y="T1"/>
                  </a:cxn>
                  <a:cxn ang="T11">
                    <a:pos x="T2" y="T3"/>
                  </a:cxn>
                  <a:cxn ang="T12">
                    <a:pos x="T4" y="T5"/>
                  </a:cxn>
                  <a:cxn ang="T13">
                    <a:pos x="T6" y="T7"/>
                  </a:cxn>
                  <a:cxn ang="T14">
                    <a:pos x="T8" y="T9"/>
                  </a:cxn>
                </a:cxnLst>
                <a:rect l="T15" t="T16" r="T17" b="T18"/>
                <a:pathLst>
                  <a:path w="237" h="949">
                    <a:moveTo>
                      <a:pt x="0" y="0"/>
                    </a:moveTo>
                    <a:lnTo>
                      <a:pt x="237" y="4"/>
                    </a:lnTo>
                    <a:lnTo>
                      <a:pt x="237" y="949"/>
                    </a:lnTo>
                    <a:lnTo>
                      <a:pt x="0" y="949"/>
                    </a:lnTo>
                    <a:lnTo>
                      <a:pt x="0" y="0"/>
                    </a:lnTo>
                    <a:close/>
                  </a:path>
                </a:pathLst>
              </a:custGeom>
              <a:solidFill>
                <a:srgbClr val="E0E0E0"/>
              </a:solidFill>
              <a:ln w="6350">
                <a:solidFill>
                  <a:srgbClr val="000000"/>
                </a:solidFill>
                <a:prstDash val="solid"/>
                <a:round/>
                <a:headEnd/>
                <a:tailEnd/>
              </a:ln>
            </p:spPr>
            <p:txBody>
              <a:bodyPr/>
              <a:lstStyle/>
              <a:p>
                <a:endParaRPr lang="nl-BE"/>
              </a:p>
            </p:txBody>
          </p:sp>
          <p:sp>
            <p:nvSpPr>
              <p:cNvPr id="42870" name="Rectangle 198"/>
              <p:cNvSpPr>
                <a:spLocks noChangeArrowheads="1"/>
              </p:cNvSpPr>
              <p:nvPr/>
            </p:nvSpPr>
            <p:spPr bwMode="auto">
              <a:xfrm rot="-155667">
                <a:off x="2862" y="2283"/>
                <a:ext cx="94" cy="220"/>
              </a:xfrm>
              <a:prstGeom prst="rect">
                <a:avLst/>
              </a:prstGeom>
              <a:solidFill>
                <a:srgbClr val="A0A0A0"/>
              </a:solidFill>
              <a:ln w="6350">
                <a:solidFill>
                  <a:srgbClr val="000000"/>
                </a:solidFill>
                <a:miter lim="800000"/>
                <a:headEnd/>
                <a:tailEnd/>
              </a:ln>
            </p:spPr>
            <p:txBody>
              <a:bodyPr/>
              <a:lstStyle/>
              <a:p>
                <a:pPr algn="ctr" eaLnBrk="0" hangingPunct="0"/>
                <a:endParaRPr lang="nl-BE"/>
              </a:p>
            </p:txBody>
          </p:sp>
          <p:sp>
            <p:nvSpPr>
              <p:cNvPr id="42871" name="Freeform 199"/>
              <p:cNvSpPr>
                <a:spLocks/>
              </p:cNvSpPr>
              <p:nvPr/>
            </p:nvSpPr>
            <p:spPr bwMode="auto">
              <a:xfrm rot="-155667">
                <a:off x="2957" y="2239"/>
                <a:ext cx="122" cy="259"/>
              </a:xfrm>
              <a:custGeom>
                <a:avLst/>
                <a:gdLst>
                  <a:gd name="T0" fmla="*/ 0 w 296"/>
                  <a:gd name="T1" fmla="*/ 0 h 941"/>
                  <a:gd name="T2" fmla="*/ 0 w 296"/>
                  <a:gd name="T3" fmla="*/ 0 h 941"/>
                  <a:gd name="T4" fmla="*/ 0 w 296"/>
                  <a:gd name="T5" fmla="*/ 0 h 941"/>
                  <a:gd name="T6" fmla="*/ 0 w 296"/>
                  <a:gd name="T7" fmla="*/ 0 h 941"/>
                  <a:gd name="T8" fmla="*/ 0 w 296"/>
                  <a:gd name="T9" fmla="*/ 0 h 941"/>
                  <a:gd name="T10" fmla="*/ 0 w 296"/>
                  <a:gd name="T11" fmla="*/ 0 h 941"/>
                  <a:gd name="T12" fmla="*/ 0 w 296"/>
                  <a:gd name="T13" fmla="*/ 0 h 941"/>
                  <a:gd name="T14" fmla="*/ 0 w 296"/>
                  <a:gd name="T15" fmla="*/ 0 h 941"/>
                  <a:gd name="T16" fmla="*/ 0 w 296"/>
                  <a:gd name="T17" fmla="*/ 0 h 941"/>
                  <a:gd name="T18" fmla="*/ 0 w 296"/>
                  <a:gd name="T19" fmla="*/ 0 h 941"/>
                  <a:gd name="T20" fmla="*/ 0 w 296"/>
                  <a:gd name="T21" fmla="*/ 0 h 941"/>
                  <a:gd name="T22" fmla="*/ 0 w 296"/>
                  <a:gd name="T23" fmla="*/ 0 h 941"/>
                  <a:gd name="T24" fmla="*/ 0 w 296"/>
                  <a:gd name="T25" fmla="*/ 0 h 941"/>
                  <a:gd name="T26" fmla="*/ 0 w 296"/>
                  <a:gd name="T27" fmla="*/ 0 h 941"/>
                  <a:gd name="T28" fmla="*/ 0 w 296"/>
                  <a:gd name="T29" fmla="*/ 0 h 941"/>
                  <a:gd name="T30" fmla="*/ 0 w 296"/>
                  <a:gd name="T31" fmla="*/ 0 h 941"/>
                  <a:gd name="T32" fmla="*/ 0 w 296"/>
                  <a:gd name="T33" fmla="*/ 0 h 941"/>
                  <a:gd name="T34" fmla="*/ 0 w 296"/>
                  <a:gd name="T35" fmla="*/ 0 h 941"/>
                  <a:gd name="T36" fmla="*/ 0 w 296"/>
                  <a:gd name="T37" fmla="*/ 0 h 941"/>
                  <a:gd name="T38" fmla="*/ 0 w 296"/>
                  <a:gd name="T39" fmla="*/ 0 h 941"/>
                  <a:gd name="T40" fmla="*/ 0 w 296"/>
                  <a:gd name="T41" fmla="*/ 0 h 941"/>
                  <a:gd name="T42" fmla="*/ 0 w 296"/>
                  <a:gd name="T43" fmla="*/ 0 h 94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96"/>
                  <a:gd name="T67" fmla="*/ 0 h 941"/>
                  <a:gd name="T68" fmla="*/ 296 w 296"/>
                  <a:gd name="T69" fmla="*/ 941 h 941"/>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96" h="941">
                    <a:moveTo>
                      <a:pt x="0" y="0"/>
                    </a:moveTo>
                    <a:lnTo>
                      <a:pt x="205" y="110"/>
                    </a:lnTo>
                    <a:lnTo>
                      <a:pt x="223" y="158"/>
                    </a:lnTo>
                    <a:lnTo>
                      <a:pt x="264" y="389"/>
                    </a:lnTo>
                    <a:lnTo>
                      <a:pt x="267" y="425"/>
                    </a:lnTo>
                    <a:lnTo>
                      <a:pt x="255" y="417"/>
                    </a:lnTo>
                    <a:lnTo>
                      <a:pt x="200" y="417"/>
                    </a:lnTo>
                    <a:lnTo>
                      <a:pt x="103" y="413"/>
                    </a:lnTo>
                    <a:lnTo>
                      <a:pt x="103" y="149"/>
                    </a:lnTo>
                    <a:lnTo>
                      <a:pt x="200" y="179"/>
                    </a:lnTo>
                    <a:lnTo>
                      <a:pt x="201" y="417"/>
                    </a:lnTo>
                    <a:lnTo>
                      <a:pt x="211" y="417"/>
                    </a:lnTo>
                    <a:lnTo>
                      <a:pt x="211" y="183"/>
                    </a:lnTo>
                    <a:lnTo>
                      <a:pt x="255" y="417"/>
                    </a:lnTo>
                    <a:lnTo>
                      <a:pt x="267" y="425"/>
                    </a:lnTo>
                    <a:lnTo>
                      <a:pt x="270" y="467"/>
                    </a:lnTo>
                    <a:lnTo>
                      <a:pt x="284" y="504"/>
                    </a:lnTo>
                    <a:lnTo>
                      <a:pt x="296" y="531"/>
                    </a:lnTo>
                    <a:lnTo>
                      <a:pt x="296" y="861"/>
                    </a:lnTo>
                    <a:lnTo>
                      <a:pt x="296" y="923"/>
                    </a:lnTo>
                    <a:lnTo>
                      <a:pt x="0" y="941"/>
                    </a:lnTo>
                    <a:lnTo>
                      <a:pt x="0" y="0"/>
                    </a:lnTo>
                    <a:close/>
                  </a:path>
                </a:pathLst>
              </a:custGeom>
              <a:solidFill>
                <a:srgbClr val="E0E0E0"/>
              </a:solidFill>
              <a:ln w="6350">
                <a:solidFill>
                  <a:srgbClr val="000000"/>
                </a:solidFill>
                <a:prstDash val="solid"/>
                <a:round/>
                <a:headEnd/>
                <a:tailEnd/>
              </a:ln>
            </p:spPr>
            <p:txBody>
              <a:bodyPr/>
              <a:lstStyle/>
              <a:p>
                <a:endParaRPr lang="nl-BE"/>
              </a:p>
            </p:txBody>
          </p:sp>
          <p:sp>
            <p:nvSpPr>
              <p:cNvPr id="42872" name="Freeform 200"/>
              <p:cNvSpPr>
                <a:spLocks/>
              </p:cNvSpPr>
              <p:nvPr/>
            </p:nvSpPr>
            <p:spPr bwMode="auto">
              <a:xfrm rot="-155667">
                <a:off x="2992" y="2368"/>
                <a:ext cx="68" cy="99"/>
              </a:xfrm>
              <a:custGeom>
                <a:avLst/>
                <a:gdLst>
                  <a:gd name="T0" fmla="*/ 0 w 165"/>
                  <a:gd name="T1" fmla="*/ 0 h 361"/>
                  <a:gd name="T2" fmla="*/ 0 w 165"/>
                  <a:gd name="T3" fmla="*/ 0 h 361"/>
                  <a:gd name="T4" fmla="*/ 0 w 165"/>
                  <a:gd name="T5" fmla="*/ 0 h 361"/>
                  <a:gd name="T6" fmla="*/ 0 w 165"/>
                  <a:gd name="T7" fmla="*/ 0 h 361"/>
                  <a:gd name="T8" fmla="*/ 0 w 165"/>
                  <a:gd name="T9" fmla="*/ 0 h 361"/>
                  <a:gd name="T10" fmla="*/ 0 60000 65536"/>
                  <a:gd name="T11" fmla="*/ 0 60000 65536"/>
                  <a:gd name="T12" fmla="*/ 0 60000 65536"/>
                  <a:gd name="T13" fmla="*/ 0 60000 65536"/>
                  <a:gd name="T14" fmla="*/ 0 60000 65536"/>
                  <a:gd name="T15" fmla="*/ 0 w 165"/>
                  <a:gd name="T16" fmla="*/ 0 h 361"/>
                  <a:gd name="T17" fmla="*/ 165 w 165"/>
                  <a:gd name="T18" fmla="*/ 361 h 361"/>
                </a:gdLst>
                <a:ahLst/>
                <a:cxnLst>
                  <a:cxn ang="T10">
                    <a:pos x="T0" y="T1"/>
                  </a:cxn>
                  <a:cxn ang="T11">
                    <a:pos x="T2" y="T3"/>
                  </a:cxn>
                  <a:cxn ang="T12">
                    <a:pos x="T4" y="T5"/>
                  </a:cxn>
                  <a:cxn ang="T13">
                    <a:pos x="T6" y="T7"/>
                  </a:cxn>
                  <a:cxn ang="T14">
                    <a:pos x="T8" y="T9"/>
                  </a:cxn>
                </a:cxnLst>
                <a:rect l="T15" t="T16" r="T17" b="T18"/>
                <a:pathLst>
                  <a:path w="165" h="361">
                    <a:moveTo>
                      <a:pt x="0" y="0"/>
                    </a:moveTo>
                    <a:lnTo>
                      <a:pt x="165" y="6"/>
                    </a:lnTo>
                    <a:lnTo>
                      <a:pt x="165" y="354"/>
                    </a:lnTo>
                    <a:lnTo>
                      <a:pt x="0" y="361"/>
                    </a:lnTo>
                    <a:lnTo>
                      <a:pt x="0" y="0"/>
                    </a:lnTo>
                    <a:close/>
                  </a:path>
                </a:pathLst>
              </a:custGeom>
              <a:solidFill>
                <a:srgbClr val="E0E0E0"/>
              </a:solidFill>
              <a:ln w="6350">
                <a:solidFill>
                  <a:srgbClr val="000000"/>
                </a:solidFill>
                <a:prstDash val="solid"/>
                <a:round/>
                <a:headEnd/>
                <a:tailEnd/>
              </a:ln>
            </p:spPr>
            <p:txBody>
              <a:bodyPr/>
              <a:lstStyle/>
              <a:p>
                <a:endParaRPr lang="nl-BE"/>
              </a:p>
            </p:txBody>
          </p:sp>
          <p:sp>
            <p:nvSpPr>
              <p:cNvPr id="42873" name="Freeform 201"/>
              <p:cNvSpPr>
                <a:spLocks/>
              </p:cNvSpPr>
              <p:nvPr/>
            </p:nvSpPr>
            <p:spPr bwMode="auto">
              <a:xfrm rot="-155667">
                <a:off x="3001" y="2358"/>
                <a:ext cx="16" cy="5"/>
              </a:xfrm>
              <a:custGeom>
                <a:avLst/>
                <a:gdLst>
                  <a:gd name="T0" fmla="*/ 0 w 39"/>
                  <a:gd name="T1" fmla="*/ 0 h 17"/>
                  <a:gd name="T2" fmla="*/ 0 w 39"/>
                  <a:gd name="T3" fmla="*/ 0 h 17"/>
                  <a:gd name="T4" fmla="*/ 0 w 39"/>
                  <a:gd name="T5" fmla="*/ 0 h 17"/>
                  <a:gd name="T6" fmla="*/ 0 w 39"/>
                  <a:gd name="T7" fmla="*/ 0 h 17"/>
                  <a:gd name="T8" fmla="*/ 0 w 39"/>
                  <a:gd name="T9" fmla="*/ 0 h 17"/>
                  <a:gd name="T10" fmla="*/ 0 60000 65536"/>
                  <a:gd name="T11" fmla="*/ 0 60000 65536"/>
                  <a:gd name="T12" fmla="*/ 0 60000 65536"/>
                  <a:gd name="T13" fmla="*/ 0 60000 65536"/>
                  <a:gd name="T14" fmla="*/ 0 60000 65536"/>
                  <a:gd name="T15" fmla="*/ 0 w 39"/>
                  <a:gd name="T16" fmla="*/ 0 h 17"/>
                  <a:gd name="T17" fmla="*/ 39 w 39"/>
                  <a:gd name="T18" fmla="*/ 17 h 17"/>
                </a:gdLst>
                <a:ahLst/>
                <a:cxnLst>
                  <a:cxn ang="T10">
                    <a:pos x="T0" y="T1"/>
                  </a:cxn>
                  <a:cxn ang="T11">
                    <a:pos x="T2" y="T3"/>
                  </a:cxn>
                  <a:cxn ang="T12">
                    <a:pos x="T4" y="T5"/>
                  </a:cxn>
                  <a:cxn ang="T13">
                    <a:pos x="T6" y="T7"/>
                  </a:cxn>
                  <a:cxn ang="T14">
                    <a:pos x="T8" y="T9"/>
                  </a:cxn>
                </a:cxnLst>
                <a:rect l="T15" t="T16" r="T17" b="T18"/>
                <a:pathLst>
                  <a:path w="39" h="17">
                    <a:moveTo>
                      <a:pt x="0" y="0"/>
                    </a:moveTo>
                    <a:lnTo>
                      <a:pt x="39" y="2"/>
                    </a:lnTo>
                    <a:lnTo>
                      <a:pt x="39" y="17"/>
                    </a:lnTo>
                    <a:lnTo>
                      <a:pt x="1" y="15"/>
                    </a:lnTo>
                    <a:lnTo>
                      <a:pt x="0" y="0"/>
                    </a:lnTo>
                    <a:close/>
                  </a:path>
                </a:pathLst>
              </a:custGeom>
              <a:solidFill>
                <a:srgbClr val="C0C0C0"/>
              </a:solidFill>
              <a:ln w="6350">
                <a:solidFill>
                  <a:srgbClr val="000000"/>
                </a:solidFill>
                <a:prstDash val="solid"/>
                <a:round/>
                <a:headEnd/>
                <a:tailEnd/>
              </a:ln>
            </p:spPr>
            <p:txBody>
              <a:bodyPr/>
              <a:lstStyle/>
              <a:p>
                <a:endParaRPr lang="nl-BE"/>
              </a:p>
            </p:txBody>
          </p:sp>
          <p:sp>
            <p:nvSpPr>
              <p:cNvPr id="42874" name="Line 202"/>
              <p:cNvSpPr>
                <a:spLocks noChangeShapeType="1"/>
              </p:cNvSpPr>
              <p:nvPr/>
            </p:nvSpPr>
            <p:spPr bwMode="auto">
              <a:xfrm rot="-155667">
                <a:off x="2956" y="2260"/>
                <a:ext cx="91" cy="24"/>
              </a:xfrm>
              <a:prstGeom prst="line">
                <a:avLst/>
              </a:prstGeom>
              <a:noFill/>
              <a:ln w="6350">
                <a:solidFill>
                  <a:srgbClr val="000000"/>
                </a:solidFill>
                <a:round/>
                <a:headEnd/>
                <a:tailEnd/>
              </a:ln>
            </p:spPr>
            <p:txBody>
              <a:bodyPr/>
              <a:lstStyle/>
              <a:p>
                <a:endParaRPr lang="nl-BE"/>
              </a:p>
            </p:txBody>
          </p:sp>
          <p:sp>
            <p:nvSpPr>
              <p:cNvPr id="42875" name="Line 203"/>
              <p:cNvSpPr>
                <a:spLocks noChangeShapeType="1"/>
              </p:cNvSpPr>
              <p:nvPr/>
            </p:nvSpPr>
            <p:spPr bwMode="auto">
              <a:xfrm rot="-155667">
                <a:off x="2990" y="2271"/>
                <a:ext cx="1" cy="211"/>
              </a:xfrm>
              <a:prstGeom prst="line">
                <a:avLst/>
              </a:prstGeom>
              <a:noFill/>
              <a:ln w="6350">
                <a:solidFill>
                  <a:srgbClr val="000000"/>
                </a:solidFill>
                <a:round/>
                <a:headEnd/>
                <a:tailEnd/>
              </a:ln>
            </p:spPr>
            <p:txBody>
              <a:bodyPr/>
              <a:lstStyle/>
              <a:p>
                <a:endParaRPr lang="nl-BE"/>
              </a:p>
            </p:txBody>
          </p:sp>
          <p:sp>
            <p:nvSpPr>
              <p:cNvPr id="42876" name="Line 204"/>
              <p:cNvSpPr>
                <a:spLocks noChangeShapeType="1"/>
              </p:cNvSpPr>
              <p:nvPr/>
            </p:nvSpPr>
            <p:spPr bwMode="auto">
              <a:xfrm rot="-155667" flipH="1" flipV="1">
                <a:off x="3031" y="2270"/>
                <a:ext cx="50" cy="20"/>
              </a:xfrm>
              <a:prstGeom prst="line">
                <a:avLst/>
              </a:prstGeom>
              <a:noFill/>
              <a:ln w="6350">
                <a:solidFill>
                  <a:srgbClr val="A0A0A0"/>
                </a:solidFill>
                <a:round/>
                <a:headEnd/>
                <a:tailEnd/>
              </a:ln>
            </p:spPr>
            <p:txBody>
              <a:bodyPr/>
              <a:lstStyle/>
              <a:p>
                <a:endParaRPr lang="nl-BE"/>
              </a:p>
            </p:txBody>
          </p:sp>
          <p:sp>
            <p:nvSpPr>
              <p:cNvPr id="42877" name="Line 205"/>
              <p:cNvSpPr>
                <a:spLocks noChangeShapeType="1"/>
              </p:cNvSpPr>
              <p:nvPr/>
            </p:nvSpPr>
            <p:spPr bwMode="auto">
              <a:xfrm rot="21444333" flipV="1">
                <a:off x="3060" y="2370"/>
                <a:ext cx="25" cy="9"/>
              </a:xfrm>
              <a:prstGeom prst="line">
                <a:avLst/>
              </a:prstGeom>
              <a:noFill/>
              <a:ln w="6350">
                <a:solidFill>
                  <a:srgbClr val="A0A0A0"/>
                </a:solidFill>
                <a:round/>
                <a:headEnd/>
                <a:tailEnd/>
              </a:ln>
            </p:spPr>
            <p:txBody>
              <a:bodyPr/>
              <a:lstStyle/>
              <a:p>
                <a:endParaRPr lang="nl-BE"/>
              </a:p>
            </p:txBody>
          </p:sp>
          <p:sp>
            <p:nvSpPr>
              <p:cNvPr id="42878" name="Freeform 206"/>
              <p:cNvSpPr>
                <a:spLocks/>
              </p:cNvSpPr>
              <p:nvPr/>
            </p:nvSpPr>
            <p:spPr bwMode="auto">
              <a:xfrm rot="-155667">
                <a:off x="3066" y="2288"/>
                <a:ext cx="28" cy="84"/>
              </a:xfrm>
              <a:custGeom>
                <a:avLst/>
                <a:gdLst>
                  <a:gd name="T0" fmla="*/ 0 w 66"/>
                  <a:gd name="T1" fmla="*/ 0 h 303"/>
                  <a:gd name="T2" fmla="*/ 0 w 66"/>
                  <a:gd name="T3" fmla="*/ 0 h 303"/>
                  <a:gd name="T4" fmla="*/ 0 w 66"/>
                  <a:gd name="T5" fmla="*/ 0 h 303"/>
                  <a:gd name="T6" fmla="*/ 0 w 66"/>
                  <a:gd name="T7" fmla="*/ 0 h 303"/>
                  <a:gd name="T8" fmla="*/ 0 w 66"/>
                  <a:gd name="T9" fmla="*/ 0 h 303"/>
                  <a:gd name="T10" fmla="*/ 0 60000 65536"/>
                  <a:gd name="T11" fmla="*/ 0 60000 65536"/>
                  <a:gd name="T12" fmla="*/ 0 60000 65536"/>
                  <a:gd name="T13" fmla="*/ 0 60000 65536"/>
                  <a:gd name="T14" fmla="*/ 0 60000 65536"/>
                  <a:gd name="T15" fmla="*/ 0 w 66"/>
                  <a:gd name="T16" fmla="*/ 0 h 303"/>
                  <a:gd name="T17" fmla="*/ 66 w 66"/>
                  <a:gd name="T18" fmla="*/ 303 h 303"/>
                </a:gdLst>
                <a:ahLst/>
                <a:cxnLst>
                  <a:cxn ang="T10">
                    <a:pos x="T0" y="T1"/>
                  </a:cxn>
                  <a:cxn ang="T11">
                    <a:pos x="T2" y="T3"/>
                  </a:cxn>
                  <a:cxn ang="T12">
                    <a:pos x="T4" y="T5"/>
                  </a:cxn>
                  <a:cxn ang="T13">
                    <a:pos x="T6" y="T7"/>
                  </a:cxn>
                  <a:cxn ang="T14">
                    <a:pos x="T8" y="T9"/>
                  </a:cxn>
                </a:cxnLst>
                <a:rect l="T15" t="T16" r="T17" b="T18"/>
                <a:pathLst>
                  <a:path w="66" h="303">
                    <a:moveTo>
                      <a:pt x="0" y="0"/>
                    </a:moveTo>
                    <a:lnTo>
                      <a:pt x="66" y="0"/>
                    </a:lnTo>
                    <a:lnTo>
                      <a:pt x="66" y="303"/>
                    </a:lnTo>
                    <a:lnTo>
                      <a:pt x="0" y="292"/>
                    </a:lnTo>
                    <a:lnTo>
                      <a:pt x="0" y="0"/>
                    </a:lnTo>
                    <a:close/>
                  </a:path>
                </a:pathLst>
              </a:custGeom>
              <a:solidFill>
                <a:srgbClr val="C0C0C0"/>
              </a:solidFill>
              <a:ln w="6350">
                <a:solidFill>
                  <a:srgbClr val="000000"/>
                </a:solidFill>
                <a:prstDash val="solid"/>
                <a:round/>
                <a:headEnd/>
                <a:tailEnd/>
              </a:ln>
            </p:spPr>
            <p:txBody>
              <a:bodyPr/>
              <a:lstStyle/>
              <a:p>
                <a:endParaRPr lang="nl-BE"/>
              </a:p>
            </p:txBody>
          </p:sp>
          <p:sp>
            <p:nvSpPr>
              <p:cNvPr id="42879" name="Line 207"/>
              <p:cNvSpPr>
                <a:spLocks noChangeShapeType="1"/>
              </p:cNvSpPr>
              <p:nvPr/>
            </p:nvSpPr>
            <p:spPr bwMode="auto">
              <a:xfrm rot="-155667">
                <a:off x="3068" y="2294"/>
                <a:ext cx="27" cy="27"/>
              </a:xfrm>
              <a:prstGeom prst="line">
                <a:avLst/>
              </a:prstGeom>
              <a:noFill/>
              <a:ln w="6350">
                <a:solidFill>
                  <a:srgbClr val="E0E0E0"/>
                </a:solidFill>
                <a:round/>
                <a:headEnd/>
                <a:tailEnd/>
              </a:ln>
            </p:spPr>
            <p:txBody>
              <a:bodyPr/>
              <a:lstStyle/>
              <a:p>
                <a:endParaRPr lang="nl-BE"/>
              </a:p>
            </p:txBody>
          </p:sp>
          <p:sp>
            <p:nvSpPr>
              <p:cNvPr id="42880" name="Line 208"/>
              <p:cNvSpPr>
                <a:spLocks noChangeShapeType="1"/>
              </p:cNvSpPr>
              <p:nvPr/>
            </p:nvSpPr>
            <p:spPr bwMode="auto">
              <a:xfrm rot="-155667">
                <a:off x="3072" y="2333"/>
                <a:ext cx="23" cy="23"/>
              </a:xfrm>
              <a:prstGeom prst="line">
                <a:avLst/>
              </a:prstGeom>
              <a:noFill/>
              <a:ln w="6350">
                <a:solidFill>
                  <a:srgbClr val="E0E0E0"/>
                </a:solidFill>
                <a:round/>
                <a:headEnd/>
                <a:tailEnd/>
              </a:ln>
            </p:spPr>
            <p:txBody>
              <a:bodyPr/>
              <a:lstStyle/>
              <a:p>
                <a:endParaRPr lang="nl-BE"/>
              </a:p>
            </p:txBody>
          </p:sp>
          <p:sp>
            <p:nvSpPr>
              <p:cNvPr id="42881" name="Line 209"/>
              <p:cNvSpPr>
                <a:spLocks noChangeShapeType="1"/>
              </p:cNvSpPr>
              <p:nvPr/>
            </p:nvSpPr>
            <p:spPr bwMode="auto">
              <a:xfrm rot="-155667">
                <a:off x="3070" y="2307"/>
                <a:ext cx="24" cy="23"/>
              </a:xfrm>
              <a:prstGeom prst="line">
                <a:avLst/>
              </a:prstGeom>
              <a:noFill/>
              <a:ln w="6350">
                <a:solidFill>
                  <a:srgbClr val="E0E0E0"/>
                </a:solidFill>
                <a:round/>
                <a:headEnd/>
                <a:tailEnd/>
              </a:ln>
            </p:spPr>
            <p:txBody>
              <a:bodyPr/>
              <a:lstStyle/>
              <a:p>
                <a:endParaRPr lang="nl-BE"/>
              </a:p>
            </p:txBody>
          </p:sp>
          <p:sp>
            <p:nvSpPr>
              <p:cNvPr id="42882" name="Freeform 210"/>
              <p:cNvSpPr>
                <a:spLocks/>
              </p:cNvSpPr>
              <p:nvPr/>
            </p:nvSpPr>
            <p:spPr bwMode="auto">
              <a:xfrm rot="-155667">
                <a:off x="2948" y="2501"/>
                <a:ext cx="64" cy="143"/>
              </a:xfrm>
              <a:custGeom>
                <a:avLst/>
                <a:gdLst>
                  <a:gd name="T0" fmla="*/ 0 w 153"/>
                  <a:gd name="T1" fmla="*/ 0 h 519"/>
                  <a:gd name="T2" fmla="*/ 0 w 153"/>
                  <a:gd name="T3" fmla="*/ 0 h 519"/>
                  <a:gd name="T4" fmla="*/ 0 w 153"/>
                  <a:gd name="T5" fmla="*/ 0 h 519"/>
                  <a:gd name="T6" fmla="*/ 0 w 153"/>
                  <a:gd name="T7" fmla="*/ 0 h 519"/>
                  <a:gd name="T8" fmla="*/ 0 w 153"/>
                  <a:gd name="T9" fmla="*/ 0 h 519"/>
                  <a:gd name="T10" fmla="*/ 0 w 153"/>
                  <a:gd name="T11" fmla="*/ 0 h 519"/>
                  <a:gd name="T12" fmla="*/ 0 w 153"/>
                  <a:gd name="T13" fmla="*/ 0 h 519"/>
                  <a:gd name="T14" fmla="*/ 0 w 153"/>
                  <a:gd name="T15" fmla="*/ 0 h 519"/>
                  <a:gd name="T16" fmla="*/ 0 w 153"/>
                  <a:gd name="T17" fmla="*/ 0 h 519"/>
                  <a:gd name="T18" fmla="*/ 0 w 153"/>
                  <a:gd name="T19" fmla="*/ 0 h 519"/>
                  <a:gd name="T20" fmla="*/ 0 w 153"/>
                  <a:gd name="T21" fmla="*/ 0 h 519"/>
                  <a:gd name="T22" fmla="*/ 0 w 153"/>
                  <a:gd name="T23" fmla="*/ 0 h 519"/>
                  <a:gd name="T24" fmla="*/ 0 w 153"/>
                  <a:gd name="T25" fmla="*/ 0 h 519"/>
                  <a:gd name="T26" fmla="*/ 0 w 153"/>
                  <a:gd name="T27" fmla="*/ 0 h 519"/>
                  <a:gd name="T28" fmla="*/ 0 w 153"/>
                  <a:gd name="T29" fmla="*/ 0 h 519"/>
                  <a:gd name="T30" fmla="*/ 0 w 153"/>
                  <a:gd name="T31" fmla="*/ 0 h 519"/>
                  <a:gd name="T32" fmla="*/ 0 w 153"/>
                  <a:gd name="T33" fmla="*/ 0 h 519"/>
                  <a:gd name="T34" fmla="*/ 0 w 153"/>
                  <a:gd name="T35" fmla="*/ 0 h 519"/>
                  <a:gd name="T36" fmla="*/ 0 w 153"/>
                  <a:gd name="T37" fmla="*/ 0 h 519"/>
                  <a:gd name="T38" fmla="*/ 0 w 153"/>
                  <a:gd name="T39" fmla="*/ 0 h 519"/>
                  <a:gd name="T40" fmla="*/ 0 w 153"/>
                  <a:gd name="T41" fmla="*/ 0 h 519"/>
                  <a:gd name="T42" fmla="*/ 0 w 153"/>
                  <a:gd name="T43" fmla="*/ 0 h 519"/>
                  <a:gd name="T44" fmla="*/ 0 w 153"/>
                  <a:gd name="T45" fmla="*/ 0 h 519"/>
                  <a:gd name="T46" fmla="*/ 0 w 153"/>
                  <a:gd name="T47" fmla="*/ 0 h 519"/>
                  <a:gd name="T48" fmla="*/ 0 w 153"/>
                  <a:gd name="T49" fmla="*/ 0 h 519"/>
                  <a:gd name="T50" fmla="*/ 0 w 153"/>
                  <a:gd name="T51" fmla="*/ 0 h 519"/>
                  <a:gd name="T52" fmla="*/ 0 w 153"/>
                  <a:gd name="T53" fmla="*/ 0 h 519"/>
                  <a:gd name="T54" fmla="*/ 0 w 153"/>
                  <a:gd name="T55" fmla="*/ 0 h 519"/>
                  <a:gd name="T56" fmla="*/ 0 w 153"/>
                  <a:gd name="T57" fmla="*/ 0 h 519"/>
                  <a:gd name="T58" fmla="*/ 0 w 153"/>
                  <a:gd name="T59" fmla="*/ 0 h 519"/>
                  <a:gd name="T60" fmla="*/ 0 w 153"/>
                  <a:gd name="T61" fmla="*/ 0 h 519"/>
                  <a:gd name="T62" fmla="*/ 0 w 153"/>
                  <a:gd name="T63" fmla="*/ 0 h 519"/>
                  <a:gd name="T64" fmla="*/ 0 w 153"/>
                  <a:gd name="T65" fmla="*/ 0 h 519"/>
                  <a:gd name="T66" fmla="*/ 0 w 153"/>
                  <a:gd name="T67" fmla="*/ 0 h 519"/>
                  <a:gd name="T68" fmla="*/ 0 w 153"/>
                  <a:gd name="T69" fmla="*/ 0 h 519"/>
                  <a:gd name="T70" fmla="*/ 0 w 153"/>
                  <a:gd name="T71" fmla="*/ 0 h 519"/>
                  <a:gd name="T72" fmla="*/ 0 w 153"/>
                  <a:gd name="T73" fmla="*/ 0 h 519"/>
                  <a:gd name="T74" fmla="*/ 0 w 153"/>
                  <a:gd name="T75" fmla="*/ 0 h 519"/>
                  <a:gd name="T76" fmla="*/ 0 w 153"/>
                  <a:gd name="T77" fmla="*/ 0 h 519"/>
                  <a:gd name="T78" fmla="*/ 0 w 153"/>
                  <a:gd name="T79" fmla="*/ 0 h 519"/>
                  <a:gd name="T80" fmla="*/ 0 w 153"/>
                  <a:gd name="T81" fmla="*/ 0 h 519"/>
                  <a:gd name="T82" fmla="*/ 0 w 153"/>
                  <a:gd name="T83" fmla="*/ 0 h 519"/>
                  <a:gd name="T84" fmla="*/ 0 w 153"/>
                  <a:gd name="T85" fmla="*/ 0 h 519"/>
                  <a:gd name="T86" fmla="*/ 0 w 153"/>
                  <a:gd name="T87" fmla="*/ 0 h 519"/>
                  <a:gd name="T88" fmla="*/ 0 w 153"/>
                  <a:gd name="T89" fmla="*/ 0 h 519"/>
                  <a:gd name="T90" fmla="*/ 0 w 153"/>
                  <a:gd name="T91" fmla="*/ 0 h 519"/>
                  <a:gd name="T92" fmla="*/ 0 w 153"/>
                  <a:gd name="T93" fmla="*/ 0 h 519"/>
                  <a:gd name="T94" fmla="*/ 0 w 153"/>
                  <a:gd name="T95" fmla="*/ 0 h 519"/>
                  <a:gd name="T96" fmla="*/ 0 w 153"/>
                  <a:gd name="T97" fmla="*/ 0 h 519"/>
                  <a:gd name="T98" fmla="*/ 0 w 153"/>
                  <a:gd name="T99" fmla="*/ 0 h 519"/>
                  <a:gd name="T100" fmla="*/ 0 w 153"/>
                  <a:gd name="T101" fmla="*/ 0 h 519"/>
                  <a:gd name="T102" fmla="*/ 0 w 153"/>
                  <a:gd name="T103" fmla="*/ 0 h 519"/>
                  <a:gd name="T104" fmla="*/ 0 w 153"/>
                  <a:gd name="T105" fmla="*/ 0 h 519"/>
                  <a:gd name="T106" fmla="*/ 0 w 153"/>
                  <a:gd name="T107" fmla="*/ 0 h 519"/>
                  <a:gd name="T108" fmla="*/ 0 w 153"/>
                  <a:gd name="T109" fmla="*/ 0 h 51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53"/>
                  <a:gd name="T166" fmla="*/ 0 h 519"/>
                  <a:gd name="T167" fmla="*/ 153 w 153"/>
                  <a:gd name="T168" fmla="*/ 519 h 51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53" h="519">
                    <a:moveTo>
                      <a:pt x="72" y="0"/>
                    </a:moveTo>
                    <a:lnTo>
                      <a:pt x="153" y="0"/>
                    </a:lnTo>
                    <a:lnTo>
                      <a:pt x="152" y="519"/>
                    </a:lnTo>
                    <a:lnTo>
                      <a:pt x="72" y="513"/>
                    </a:lnTo>
                    <a:lnTo>
                      <a:pt x="70" y="513"/>
                    </a:lnTo>
                    <a:lnTo>
                      <a:pt x="67" y="511"/>
                    </a:lnTo>
                    <a:lnTo>
                      <a:pt x="63" y="508"/>
                    </a:lnTo>
                    <a:lnTo>
                      <a:pt x="58" y="507"/>
                    </a:lnTo>
                    <a:lnTo>
                      <a:pt x="54" y="502"/>
                    </a:lnTo>
                    <a:lnTo>
                      <a:pt x="49" y="496"/>
                    </a:lnTo>
                    <a:lnTo>
                      <a:pt x="45" y="490"/>
                    </a:lnTo>
                    <a:lnTo>
                      <a:pt x="41" y="486"/>
                    </a:lnTo>
                    <a:lnTo>
                      <a:pt x="38" y="480"/>
                    </a:lnTo>
                    <a:lnTo>
                      <a:pt x="36" y="474"/>
                    </a:lnTo>
                    <a:lnTo>
                      <a:pt x="33" y="468"/>
                    </a:lnTo>
                    <a:lnTo>
                      <a:pt x="30" y="459"/>
                    </a:lnTo>
                    <a:lnTo>
                      <a:pt x="27" y="451"/>
                    </a:lnTo>
                    <a:lnTo>
                      <a:pt x="24" y="442"/>
                    </a:lnTo>
                    <a:lnTo>
                      <a:pt x="22" y="436"/>
                    </a:lnTo>
                    <a:lnTo>
                      <a:pt x="20" y="430"/>
                    </a:lnTo>
                    <a:lnTo>
                      <a:pt x="17" y="418"/>
                    </a:lnTo>
                    <a:lnTo>
                      <a:pt x="14" y="405"/>
                    </a:lnTo>
                    <a:lnTo>
                      <a:pt x="11" y="390"/>
                    </a:lnTo>
                    <a:lnTo>
                      <a:pt x="8" y="375"/>
                    </a:lnTo>
                    <a:lnTo>
                      <a:pt x="6" y="358"/>
                    </a:lnTo>
                    <a:lnTo>
                      <a:pt x="4" y="342"/>
                    </a:lnTo>
                    <a:lnTo>
                      <a:pt x="2" y="322"/>
                    </a:lnTo>
                    <a:lnTo>
                      <a:pt x="1" y="301"/>
                    </a:lnTo>
                    <a:lnTo>
                      <a:pt x="0" y="280"/>
                    </a:lnTo>
                    <a:lnTo>
                      <a:pt x="0" y="255"/>
                    </a:lnTo>
                    <a:lnTo>
                      <a:pt x="0" y="225"/>
                    </a:lnTo>
                    <a:lnTo>
                      <a:pt x="2" y="193"/>
                    </a:lnTo>
                    <a:lnTo>
                      <a:pt x="4" y="172"/>
                    </a:lnTo>
                    <a:lnTo>
                      <a:pt x="6" y="150"/>
                    </a:lnTo>
                    <a:lnTo>
                      <a:pt x="9" y="132"/>
                    </a:lnTo>
                    <a:lnTo>
                      <a:pt x="11" y="120"/>
                    </a:lnTo>
                    <a:lnTo>
                      <a:pt x="15" y="102"/>
                    </a:lnTo>
                    <a:lnTo>
                      <a:pt x="21" y="82"/>
                    </a:lnTo>
                    <a:lnTo>
                      <a:pt x="25" y="67"/>
                    </a:lnTo>
                    <a:lnTo>
                      <a:pt x="29" y="57"/>
                    </a:lnTo>
                    <a:lnTo>
                      <a:pt x="32" y="49"/>
                    </a:lnTo>
                    <a:lnTo>
                      <a:pt x="35" y="43"/>
                    </a:lnTo>
                    <a:lnTo>
                      <a:pt x="38" y="36"/>
                    </a:lnTo>
                    <a:lnTo>
                      <a:pt x="39" y="30"/>
                    </a:lnTo>
                    <a:lnTo>
                      <a:pt x="43" y="27"/>
                    </a:lnTo>
                    <a:lnTo>
                      <a:pt x="46" y="21"/>
                    </a:lnTo>
                    <a:lnTo>
                      <a:pt x="49" y="16"/>
                    </a:lnTo>
                    <a:lnTo>
                      <a:pt x="52" y="13"/>
                    </a:lnTo>
                    <a:lnTo>
                      <a:pt x="55" y="10"/>
                    </a:lnTo>
                    <a:lnTo>
                      <a:pt x="58" y="6"/>
                    </a:lnTo>
                    <a:lnTo>
                      <a:pt x="61" y="4"/>
                    </a:lnTo>
                    <a:lnTo>
                      <a:pt x="64" y="3"/>
                    </a:lnTo>
                    <a:lnTo>
                      <a:pt x="67" y="0"/>
                    </a:lnTo>
                    <a:lnTo>
                      <a:pt x="69" y="0"/>
                    </a:lnTo>
                    <a:lnTo>
                      <a:pt x="72" y="0"/>
                    </a:lnTo>
                    <a:close/>
                  </a:path>
                </a:pathLst>
              </a:custGeom>
              <a:solidFill>
                <a:srgbClr val="202020"/>
              </a:solidFill>
              <a:ln w="9525">
                <a:noFill/>
                <a:round/>
                <a:headEnd/>
                <a:tailEnd/>
              </a:ln>
            </p:spPr>
            <p:txBody>
              <a:bodyPr/>
              <a:lstStyle/>
              <a:p>
                <a:endParaRPr lang="nl-BE"/>
              </a:p>
            </p:txBody>
          </p:sp>
          <p:sp>
            <p:nvSpPr>
              <p:cNvPr id="42883" name="Oval 211"/>
              <p:cNvSpPr>
                <a:spLocks noChangeArrowheads="1"/>
              </p:cNvSpPr>
              <p:nvPr/>
            </p:nvSpPr>
            <p:spPr bwMode="auto">
              <a:xfrm rot="-155667">
                <a:off x="2978" y="2500"/>
                <a:ext cx="64" cy="143"/>
              </a:xfrm>
              <a:prstGeom prst="ellipse">
                <a:avLst/>
              </a:prstGeom>
              <a:solidFill>
                <a:srgbClr val="404040"/>
              </a:solidFill>
              <a:ln w="9525">
                <a:noFill/>
                <a:round/>
                <a:headEnd/>
                <a:tailEnd/>
              </a:ln>
            </p:spPr>
            <p:txBody>
              <a:bodyPr/>
              <a:lstStyle/>
              <a:p>
                <a:pPr algn="ctr" eaLnBrk="0" hangingPunct="0"/>
                <a:endParaRPr lang="nl-BE"/>
              </a:p>
            </p:txBody>
          </p:sp>
          <p:sp>
            <p:nvSpPr>
              <p:cNvPr id="42884" name="Oval 212"/>
              <p:cNvSpPr>
                <a:spLocks noChangeArrowheads="1"/>
              </p:cNvSpPr>
              <p:nvPr/>
            </p:nvSpPr>
            <p:spPr bwMode="auto">
              <a:xfrm rot="-155667">
                <a:off x="2991" y="2529"/>
                <a:ext cx="38" cy="84"/>
              </a:xfrm>
              <a:prstGeom prst="ellipse">
                <a:avLst/>
              </a:prstGeom>
              <a:solidFill>
                <a:srgbClr val="A0A0A0"/>
              </a:solidFill>
              <a:ln w="9525">
                <a:noFill/>
                <a:round/>
                <a:headEnd/>
                <a:tailEnd/>
              </a:ln>
            </p:spPr>
            <p:txBody>
              <a:bodyPr/>
              <a:lstStyle/>
              <a:p>
                <a:pPr algn="ctr" eaLnBrk="0" hangingPunct="0"/>
                <a:endParaRPr lang="nl-BE"/>
              </a:p>
            </p:txBody>
          </p:sp>
          <p:sp>
            <p:nvSpPr>
              <p:cNvPr id="42885" name="Oval 213"/>
              <p:cNvSpPr>
                <a:spLocks noChangeArrowheads="1"/>
              </p:cNvSpPr>
              <p:nvPr/>
            </p:nvSpPr>
            <p:spPr bwMode="auto">
              <a:xfrm rot="-155667">
                <a:off x="2991" y="2531"/>
                <a:ext cx="35" cy="80"/>
              </a:xfrm>
              <a:prstGeom prst="ellipse">
                <a:avLst/>
              </a:prstGeom>
              <a:solidFill>
                <a:srgbClr val="808080"/>
              </a:solidFill>
              <a:ln w="9525">
                <a:noFill/>
                <a:round/>
                <a:headEnd/>
                <a:tailEnd/>
              </a:ln>
            </p:spPr>
            <p:txBody>
              <a:bodyPr/>
              <a:lstStyle/>
              <a:p>
                <a:pPr algn="ctr" eaLnBrk="0" hangingPunct="0"/>
                <a:endParaRPr lang="nl-BE"/>
              </a:p>
            </p:txBody>
          </p:sp>
          <p:sp>
            <p:nvSpPr>
              <p:cNvPr id="42886" name="Oval 214"/>
              <p:cNvSpPr>
                <a:spLocks noChangeArrowheads="1"/>
              </p:cNvSpPr>
              <p:nvPr/>
            </p:nvSpPr>
            <p:spPr bwMode="auto">
              <a:xfrm rot="-155667">
                <a:off x="3007" y="2564"/>
                <a:ext cx="5" cy="14"/>
              </a:xfrm>
              <a:prstGeom prst="ellipse">
                <a:avLst/>
              </a:prstGeom>
              <a:solidFill>
                <a:srgbClr val="404040"/>
              </a:solidFill>
              <a:ln w="9525">
                <a:noFill/>
                <a:round/>
                <a:headEnd/>
                <a:tailEnd/>
              </a:ln>
            </p:spPr>
            <p:txBody>
              <a:bodyPr/>
              <a:lstStyle/>
              <a:p>
                <a:pPr algn="ctr" eaLnBrk="0" hangingPunct="0"/>
                <a:endParaRPr lang="nl-BE"/>
              </a:p>
            </p:txBody>
          </p:sp>
          <p:sp>
            <p:nvSpPr>
              <p:cNvPr id="42887" name="Freeform 215"/>
              <p:cNvSpPr>
                <a:spLocks/>
              </p:cNvSpPr>
              <p:nvPr/>
            </p:nvSpPr>
            <p:spPr bwMode="auto">
              <a:xfrm rot="-155667">
                <a:off x="2986" y="2500"/>
                <a:ext cx="64" cy="145"/>
              </a:xfrm>
              <a:custGeom>
                <a:avLst/>
                <a:gdLst>
                  <a:gd name="T0" fmla="*/ 0 w 154"/>
                  <a:gd name="T1" fmla="*/ 0 h 529"/>
                  <a:gd name="T2" fmla="*/ 0 w 154"/>
                  <a:gd name="T3" fmla="*/ 0 h 529"/>
                  <a:gd name="T4" fmla="*/ 0 w 154"/>
                  <a:gd name="T5" fmla="*/ 0 h 529"/>
                  <a:gd name="T6" fmla="*/ 0 w 154"/>
                  <a:gd name="T7" fmla="*/ 0 h 529"/>
                  <a:gd name="T8" fmla="*/ 0 w 154"/>
                  <a:gd name="T9" fmla="*/ 0 h 529"/>
                  <a:gd name="T10" fmla="*/ 0 w 154"/>
                  <a:gd name="T11" fmla="*/ 0 h 529"/>
                  <a:gd name="T12" fmla="*/ 0 w 154"/>
                  <a:gd name="T13" fmla="*/ 0 h 529"/>
                  <a:gd name="T14" fmla="*/ 0 w 154"/>
                  <a:gd name="T15" fmla="*/ 0 h 529"/>
                  <a:gd name="T16" fmla="*/ 0 w 154"/>
                  <a:gd name="T17" fmla="*/ 0 h 529"/>
                  <a:gd name="T18" fmla="*/ 0 w 154"/>
                  <a:gd name="T19" fmla="*/ 0 h 529"/>
                  <a:gd name="T20" fmla="*/ 0 w 154"/>
                  <a:gd name="T21" fmla="*/ 0 h 529"/>
                  <a:gd name="T22" fmla="*/ 0 w 154"/>
                  <a:gd name="T23" fmla="*/ 0 h 529"/>
                  <a:gd name="T24" fmla="*/ 0 w 154"/>
                  <a:gd name="T25" fmla="*/ 0 h 529"/>
                  <a:gd name="T26" fmla="*/ 0 w 154"/>
                  <a:gd name="T27" fmla="*/ 0 h 529"/>
                  <a:gd name="T28" fmla="*/ 0 w 154"/>
                  <a:gd name="T29" fmla="*/ 0 h 529"/>
                  <a:gd name="T30" fmla="*/ 0 w 154"/>
                  <a:gd name="T31" fmla="*/ 0 h 529"/>
                  <a:gd name="T32" fmla="*/ 0 w 154"/>
                  <a:gd name="T33" fmla="*/ 0 h 529"/>
                  <a:gd name="T34" fmla="*/ 0 w 154"/>
                  <a:gd name="T35" fmla="*/ 0 h 529"/>
                  <a:gd name="T36" fmla="*/ 0 w 154"/>
                  <a:gd name="T37" fmla="*/ 0 h 529"/>
                  <a:gd name="T38" fmla="*/ 0 w 154"/>
                  <a:gd name="T39" fmla="*/ 0 h 529"/>
                  <a:gd name="T40" fmla="*/ 0 w 154"/>
                  <a:gd name="T41" fmla="*/ 0 h 529"/>
                  <a:gd name="T42" fmla="*/ 0 w 154"/>
                  <a:gd name="T43" fmla="*/ 0 h 529"/>
                  <a:gd name="T44" fmla="*/ 0 w 154"/>
                  <a:gd name="T45" fmla="*/ 0 h 529"/>
                  <a:gd name="T46" fmla="*/ 0 w 154"/>
                  <a:gd name="T47" fmla="*/ 0 h 529"/>
                  <a:gd name="T48" fmla="*/ 0 w 154"/>
                  <a:gd name="T49" fmla="*/ 0 h 529"/>
                  <a:gd name="T50" fmla="*/ 0 w 154"/>
                  <a:gd name="T51" fmla="*/ 0 h 529"/>
                  <a:gd name="T52" fmla="*/ 0 w 154"/>
                  <a:gd name="T53" fmla="*/ 0 h 529"/>
                  <a:gd name="T54" fmla="*/ 0 w 154"/>
                  <a:gd name="T55" fmla="*/ 0 h 529"/>
                  <a:gd name="T56" fmla="*/ 0 w 154"/>
                  <a:gd name="T57" fmla="*/ 0 h 529"/>
                  <a:gd name="T58" fmla="*/ 0 w 154"/>
                  <a:gd name="T59" fmla="*/ 0 h 529"/>
                  <a:gd name="T60" fmla="*/ 0 w 154"/>
                  <a:gd name="T61" fmla="*/ 0 h 529"/>
                  <a:gd name="T62" fmla="*/ 0 w 154"/>
                  <a:gd name="T63" fmla="*/ 0 h 529"/>
                  <a:gd name="T64" fmla="*/ 0 w 154"/>
                  <a:gd name="T65" fmla="*/ 0 h 529"/>
                  <a:gd name="T66" fmla="*/ 0 w 154"/>
                  <a:gd name="T67" fmla="*/ 0 h 529"/>
                  <a:gd name="T68" fmla="*/ 0 w 154"/>
                  <a:gd name="T69" fmla="*/ 0 h 529"/>
                  <a:gd name="T70" fmla="*/ 0 w 154"/>
                  <a:gd name="T71" fmla="*/ 0 h 529"/>
                  <a:gd name="T72" fmla="*/ 0 w 154"/>
                  <a:gd name="T73" fmla="*/ 0 h 529"/>
                  <a:gd name="T74" fmla="*/ 0 w 154"/>
                  <a:gd name="T75" fmla="*/ 0 h 529"/>
                  <a:gd name="T76" fmla="*/ 0 w 154"/>
                  <a:gd name="T77" fmla="*/ 0 h 529"/>
                  <a:gd name="T78" fmla="*/ 0 w 154"/>
                  <a:gd name="T79" fmla="*/ 0 h 529"/>
                  <a:gd name="T80" fmla="*/ 0 w 154"/>
                  <a:gd name="T81" fmla="*/ 0 h 529"/>
                  <a:gd name="T82" fmla="*/ 0 w 154"/>
                  <a:gd name="T83" fmla="*/ 0 h 529"/>
                  <a:gd name="T84" fmla="*/ 0 w 154"/>
                  <a:gd name="T85" fmla="*/ 0 h 529"/>
                  <a:gd name="T86" fmla="*/ 0 w 154"/>
                  <a:gd name="T87" fmla="*/ 0 h 529"/>
                  <a:gd name="T88" fmla="*/ 0 w 154"/>
                  <a:gd name="T89" fmla="*/ 0 h 529"/>
                  <a:gd name="T90" fmla="*/ 0 w 154"/>
                  <a:gd name="T91" fmla="*/ 0 h 529"/>
                  <a:gd name="T92" fmla="*/ 0 w 154"/>
                  <a:gd name="T93" fmla="*/ 0 h 529"/>
                  <a:gd name="T94" fmla="*/ 0 w 154"/>
                  <a:gd name="T95" fmla="*/ 0 h 529"/>
                  <a:gd name="T96" fmla="*/ 0 w 154"/>
                  <a:gd name="T97" fmla="*/ 0 h 529"/>
                  <a:gd name="T98" fmla="*/ 0 w 154"/>
                  <a:gd name="T99" fmla="*/ 0 h 529"/>
                  <a:gd name="T100" fmla="*/ 0 w 154"/>
                  <a:gd name="T101" fmla="*/ 0 h 529"/>
                  <a:gd name="T102" fmla="*/ 0 w 154"/>
                  <a:gd name="T103" fmla="*/ 0 h 529"/>
                  <a:gd name="T104" fmla="*/ 0 w 154"/>
                  <a:gd name="T105" fmla="*/ 0 h 529"/>
                  <a:gd name="T106" fmla="*/ 0 w 154"/>
                  <a:gd name="T107" fmla="*/ 0 h 529"/>
                  <a:gd name="T108" fmla="*/ 0 w 154"/>
                  <a:gd name="T109" fmla="*/ 0 h 52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54"/>
                  <a:gd name="T166" fmla="*/ 0 h 529"/>
                  <a:gd name="T167" fmla="*/ 154 w 154"/>
                  <a:gd name="T168" fmla="*/ 529 h 52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54" h="529">
                    <a:moveTo>
                      <a:pt x="72" y="0"/>
                    </a:moveTo>
                    <a:lnTo>
                      <a:pt x="154" y="0"/>
                    </a:lnTo>
                    <a:lnTo>
                      <a:pt x="153" y="529"/>
                    </a:lnTo>
                    <a:lnTo>
                      <a:pt x="72" y="525"/>
                    </a:lnTo>
                    <a:lnTo>
                      <a:pt x="69" y="523"/>
                    </a:lnTo>
                    <a:lnTo>
                      <a:pt x="67" y="522"/>
                    </a:lnTo>
                    <a:lnTo>
                      <a:pt x="63" y="520"/>
                    </a:lnTo>
                    <a:lnTo>
                      <a:pt x="58" y="519"/>
                    </a:lnTo>
                    <a:lnTo>
                      <a:pt x="54" y="513"/>
                    </a:lnTo>
                    <a:lnTo>
                      <a:pt x="49" y="508"/>
                    </a:lnTo>
                    <a:lnTo>
                      <a:pt x="45" y="502"/>
                    </a:lnTo>
                    <a:lnTo>
                      <a:pt x="42" y="496"/>
                    </a:lnTo>
                    <a:lnTo>
                      <a:pt x="39" y="490"/>
                    </a:lnTo>
                    <a:lnTo>
                      <a:pt x="36" y="483"/>
                    </a:lnTo>
                    <a:lnTo>
                      <a:pt x="33" y="480"/>
                    </a:lnTo>
                    <a:lnTo>
                      <a:pt x="30" y="469"/>
                    </a:lnTo>
                    <a:lnTo>
                      <a:pt x="27" y="462"/>
                    </a:lnTo>
                    <a:lnTo>
                      <a:pt x="25" y="453"/>
                    </a:lnTo>
                    <a:lnTo>
                      <a:pt x="22" y="447"/>
                    </a:lnTo>
                    <a:lnTo>
                      <a:pt x="20" y="441"/>
                    </a:lnTo>
                    <a:lnTo>
                      <a:pt x="17" y="427"/>
                    </a:lnTo>
                    <a:lnTo>
                      <a:pt x="14" y="414"/>
                    </a:lnTo>
                    <a:lnTo>
                      <a:pt x="11" y="399"/>
                    </a:lnTo>
                    <a:lnTo>
                      <a:pt x="8" y="384"/>
                    </a:lnTo>
                    <a:lnTo>
                      <a:pt x="6" y="366"/>
                    </a:lnTo>
                    <a:lnTo>
                      <a:pt x="4" y="349"/>
                    </a:lnTo>
                    <a:lnTo>
                      <a:pt x="2" y="330"/>
                    </a:lnTo>
                    <a:lnTo>
                      <a:pt x="1" y="309"/>
                    </a:lnTo>
                    <a:lnTo>
                      <a:pt x="0" y="286"/>
                    </a:lnTo>
                    <a:lnTo>
                      <a:pt x="0" y="262"/>
                    </a:lnTo>
                    <a:lnTo>
                      <a:pt x="0" y="229"/>
                    </a:lnTo>
                    <a:lnTo>
                      <a:pt x="2" y="199"/>
                    </a:lnTo>
                    <a:lnTo>
                      <a:pt x="4" y="177"/>
                    </a:lnTo>
                    <a:lnTo>
                      <a:pt x="7" y="154"/>
                    </a:lnTo>
                    <a:lnTo>
                      <a:pt x="9" y="136"/>
                    </a:lnTo>
                    <a:lnTo>
                      <a:pt x="11" y="123"/>
                    </a:lnTo>
                    <a:lnTo>
                      <a:pt x="15" y="105"/>
                    </a:lnTo>
                    <a:lnTo>
                      <a:pt x="21" y="84"/>
                    </a:lnTo>
                    <a:lnTo>
                      <a:pt x="25" y="69"/>
                    </a:lnTo>
                    <a:lnTo>
                      <a:pt x="29" y="58"/>
                    </a:lnTo>
                    <a:lnTo>
                      <a:pt x="32" y="51"/>
                    </a:lnTo>
                    <a:lnTo>
                      <a:pt x="35" y="45"/>
                    </a:lnTo>
                    <a:lnTo>
                      <a:pt x="37" y="37"/>
                    </a:lnTo>
                    <a:lnTo>
                      <a:pt x="40" y="31"/>
                    </a:lnTo>
                    <a:lnTo>
                      <a:pt x="42" y="27"/>
                    </a:lnTo>
                    <a:lnTo>
                      <a:pt x="46" y="22"/>
                    </a:lnTo>
                    <a:lnTo>
                      <a:pt x="49" y="16"/>
                    </a:lnTo>
                    <a:lnTo>
                      <a:pt x="52" y="13"/>
                    </a:lnTo>
                    <a:lnTo>
                      <a:pt x="55" y="10"/>
                    </a:lnTo>
                    <a:lnTo>
                      <a:pt x="58" y="7"/>
                    </a:lnTo>
                    <a:lnTo>
                      <a:pt x="61" y="4"/>
                    </a:lnTo>
                    <a:lnTo>
                      <a:pt x="64" y="3"/>
                    </a:lnTo>
                    <a:lnTo>
                      <a:pt x="67" y="1"/>
                    </a:lnTo>
                    <a:lnTo>
                      <a:pt x="69" y="0"/>
                    </a:lnTo>
                    <a:lnTo>
                      <a:pt x="72" y="0"/>
                    </a:lnTo>
                    <a:close/>
                  </a:path>
                </a:pathLst>
              </a:custGeom>
              <a:solidFill>
                <a:srgbClr val="202020"/>
              </a:solidFill>
              <a:ln w="9525">
                <a:noFill/>
                <a:round/>
                <a:headEnd/>
                <a:tailEnd/>
              </a:ln>
            </p:spPr>
            <p:txBody>
              <a:bodyPr/>
              <a:lstStyle/>
              <a:p>
                <a:endParaRPr lang="nl-BE"/>
              </a:p>
            </p:txBody>
          </p:sp>
          <p:sp>
            <p:nvSpPr>
              <p:cNvPr id="42888" name="Oval 216"/>
              <p:cNvSpPr>
                <a:spLocks noChangeArrowheads="1"/>
              </p:cNvSpPr>
              <p:nvPr/>
            </p:nvSpPr>
            <p:spPr bwMode="auto">
              <a:xfrm rot="-155667">
                <a:off x="3015" y="2499"/>
                <a:ext cx="65" cy="146"/>
              </a:xfrm>
              <a:prstGeom prst="ellipse">
                <a:avLst/>
              </a:prstGeom>
              <a:solidFill>
                <a:srgbClr val="404040"/>
              </a:solidFill>
              <a:ln w="9525">
                <a:noFill/>
                <a:round/>
                <a:headEnd/>
                <a:tailEnd/>
              </a:ln>
            </p:spPr>
            <p:txBody>
              <a:bodyPr/>
              <a:lstStyle/>
              <a:p>
                <a:pPr algn="ctr" eaLnBrk="0" hangingPunct="0"/>
                <a:endParaRPr lang="nl-BE"/>
              </a:p>
            </p:txBody>
          </p:sp>
          <p:sp>
            <p:nvSpPr>
              <p:cNvPr id="42889" name="Oval 217"/>
              <p:cNvSpPr>
                <a:spLocks noChangeArrowheads="1"/>
              </p:cNvSpPr>
              <p:nvPr/>
            </p:nvSpPr>
            <p:spPr bwMode="auto">
              <a:xfrm rot="-155667">
                <a:off x="3029" y="2529"/>
                <a:ext cx="38" cy="86"/>
              </a:xfrm>
              <a:prstGeom prst="ellipse">
                <a:avLst/>
              </a:prstGeom>
              <a:solidFill>
                <a:srgbClr val="A0A0A0"/>
              </a:solidFill>
              <a:ln w="9525">
                <a:noFill/>
                <a:round/>
                <a:headEnd/>
                <a:tailEnd/>
              </a:ln>
            </p:spPr>
            <p:txBody>
              <a:bodyPr/>
              <a:lstStyle/>
              <a:p>
                <a:pPr algn="ctr" eaLnBrk="0" hangingPunct="0"/>
                <a:endParaRPr lang="nl-BE"/>
              </a:p>
            </p:txBody>
          </p:sp>
          <p:sp>
            <p:nvSpPr>
              <p:cNvPr id="42890" name="Oval 218"/>
              <p:cNvSpPr>
                <a:spLocks noChangeArrowheads="1"/>
              </p:cNvSpPr>
              <p:nvPr/>
            </p:nvSpPr>
            <p:spPr bwMode="auto">
              <a:xfrm rot="-155667">
                <a:off x="3029" y="2531"/>
                <a:ext cx="35" cy="81"/>
              </a:xfrm>
              <a:prstGeom prst="ellipse">
                <a:avLst/>
              </a:prstGeom>
              <a:solidFill>
                <a:srgbClr val="808080"/>
              </a:solidFill>
              <a:ln w="9525">
                <a:noFill/>
                <a:round/>
                <a:headEnd/>
                <a:tailEnd/>
              </a:ln>
            </p:spPr>
            <p:txBody>
              <a:bodyPr/>
              <a:lstStyle/>
              <a:p>
                <a:pPr algn="ctr" eaLnBrk="0" hangingPunct="0"/>
                <a:endParaRPr lang="nl-BE"/>
              </a:p>
            </p:txBody>
          </p:sp>
          <p:sp>
            <p:nvSpPr>
              <p:cNvPr id="42891" name="Oval 219"/>
              <p:cNvSpPr>
                <a:spLocks noChangeArrowheads="1"/>
              </p:cNvSpPr>
              <p:nvPr/>
            </p:nvSpPr>
            <p:spPr bwMode="auto">
              <a:xfrm rot="-155667">
                <a:off x="3045" y="2564"/>
                <a:ext cx="5" cy="15"/>
              </a:xfrm>
              <a:prstGeom prst="ellipse">
                <a:avLst/>
              </a:prstGeom>
              <a:solidFill>
                <a:srgbClr val="404040"/>
              </a:solidFill>
              <a:ln w="9525">
                <a:noFill/>
                <a:round/>
                <a:headEnd/>
                <a:tailEnd/>
              </a:ln>
            </p:spPr>
            <p:txBody>
              <a:bodyPr/>
              <a:lstStyle/>
              <a:p>
                <a:pPr algn="ctr" eaLnBrk="0" hangingPunct="0"/>
                <a:endParaRPr lang="nl-BE"/>
              </a:p>
            </p:txBody>
          </p:sp>
          <p:sp>
            <p:nvSpPr>
              <p:cNvPr id="42892" name="Oval 220"/>
              <p:cNvSpPr>
                <a:spLocks noChangeArrowheads="1"/>
              </p:cNvSpPr>
              <p:nvPr/>
            </p:nvSpPr>
            <p:spPr bwMode="auto">
              <a:xfrm rot="-155667">
                <a:off x="2941" y="2524"/>
                <a:ext cx="55" cy="60"/>
              </a:xfrm>
              <a:prstGeom prst="ellipse">
                <a:avLst/>
              </a:prstGeom>
              <a:solidFill>
                <a:srgbClr val="606060"/>
              </a:solidFill>
              <a:ln w="6350">
                <a:solidFill>
                  <a:srgbClr val="000000"/>
                </a:solidFill>
                <a:round/>
                <a:headEnd/>
                <a:tailEnd/>
              </a:ln>
            </p:spPr>
            <p:txBody>
              <a:bodyPr/>
              <a:lstStyle/>
              <a:p>
                <a:pPr algn="ctr" eaLnBrk="0" hangingPunct="0"/>
                <a:endParaRPr lang="nl-BE"/>
              </a:p>
            </p:txBody>
          </p:sp>
          <p:sp>
            <p:nvSpPr>
              <p:cNvPr id="42893" name="Oval 221"/>
              <p:cNvSpPr>
                <a:spLocks noChangeArrowheads="1"/>
              </p:cNvSpPr>
              <p:nvPr/>
            </p:nvSpPr>
            <p:spPr bwMode="auto">
              <a:xfrm rot="-155667">
                <a:off x="2933" y="2525"/>
                <a:ext cx="56" cy="60"/>
              </a:xfrm>
              <a:prstGeom prst="ellipse">
                <a:avLst/>
              </a:prstGeom>
              <a:solidFill>
                <a:srgbClr val="606060"/>
              </a:solidFill>
              <a:ln w="6350">
                <a:solidFill>
                  <a:srgbClr val="000000"/>
                </a:solidFill>
                <a:round/>
                <a:headEnd/>
                <a:tailEnd/>
              </a:ln>
            </p:spPr>
            <p:txBody>
              <a:bodyPr/>
              <a:lstStyle/>
              <a:p>
                <a:pPr algn="ctr" eaLnBrk="0" hangingPunct="0"/>
                <a:endParaRPr lang="nl-BE"/>
              </a:p>
            </p:txBody>
          </p:sp>
          <p:sp>
            <p:nvSpPr>
              <p:cNvPr id="42894" name="Oval 222"/>
              <p:cNvSpPr>
                <a:spLocks noChangeArrowheads="1"/>
              </p:cNvSpPr>
              <p:nvPr/>
            </p:nvSpPr>
            <p:spPr bwMode="auto">
              <a:xfrm rot="-155667">
                <a:off x="2925" y="2525"/>
                <a:ext cx="55" cy="60"/>
              </a:xfrm>
              <a:prstGeom prst="ellipse">
                <a:avLst/>
              </a:prstGeom>
              <a:solidFill>
                <a:srgbClr val="808080"/>
              </a:solidFill>
              <a:ln w="6350">
                <a:solidFill>
                  <a:srgbClr val="000000"/>
                </a:solidFill>
                <a:round/>
                <a:headEnd/>
                <a:tailEnd/>
              </a:ln>
            </p:spPr>
            <p:txBody>
              <a:bodyPr/>
              <a:lstStyle/>
              <a:p>
                <a:pPr algn="ctr" eaLnBrk="0" hangingPunct="0"/>
                <a:endParaRPr lang="nl-BE"/>
              </a:p>
            </p:txBody>
          </p:sp>
          <p:sp>
            <p:nvSpPr>
              <p:cNvPr id="42895" name="Oval 223"/>
              <p:cNvSpPr>
                <a:spLocks noChangeArrowheads="1"/>
              </p:cNvSpPr>
              <p:nvPr/>
            </p:nvSpPr>
            <p:spPr bwMode="auto">
              <a:xfrm rot="-155667">
                <a:off x="2918" y="2525"/>
                <a:ext cx="55" cy="60"/>
              </a:xfrm>
              <a:prstGeom prst="ellipse">
                <a:avLst/>
              </a:prstGeom>
              <a:solidFill>
                <a:srgbClr val="808080"/>
              </a:solidFill>
              <a:ln w="6350">
                <a:solidFill>
                  <a:srgbClr val="000000"/>
                </a:solidFill>
                <a:round/>
                <a:headEnd/>
                <a:tailEnd/>
              </a:ln>
            </p:spPr>
            <p:txBody>
              <a:bodyPr/>
              <a:lstStyle/>
              <a:p>
                <a:pPr algn="ctr" eaLnBrk="0" hangingPunct="0"/>
                <a:endParaRPr lang="nl-BE"/>
              </a:p>
            </p:txBody>
          </p:sp>
          <p:sp>
            <p:nvSpPr>
              <p:cNvPr id="42896" name="Oval 224"/>
              <p:cNvSpPr>
                <a:spLocks noChangeArrowheads="1"/>
              </p:cNvSpPr>
              <p:nvPr/>
            </p:nvSpPr>
            <p:spPr bwMode="auto">
              <a:xfrm rot="-155667">
                <a:off x="2911" y="2526"/>
                <a:ext cx="56" cy="60"/>
              </a:xfrm>
              <a:prstGeom prst="ellipse">
                <a:avLst/>
              </a:prstGeom>
              <a:solidFill>
                <a:srgbClr val="808080"/>
              </a:solidFill>
              <a:ln w="6350">
                <a:solidFill>
                  <a:srgbClr val="000000"/>
                </a:solidFill>
                <a:round/>
                <a:headEnd/>
                <a:tailEnd/>
              </a:ln>
            </p:spPr>
            <p:txBody>
              <a:bodyPr/>
              <a:lstStyle/>
              <a:p>
                <a:pPr algn="ctr" eaLnBrk="0" hangingPunct="0"/>
                <a:endParaRPr lang="nl-BE"/>
              </a:p>
            </p:txBody>
          </p:sp>
          <p:sp>
            <p:nvSpPr>
              <p:cNvPr id="42897" name="Oval 225"/>
              <p:cNvSpPr>
                <a:spLocks noChangeArrowheads="1"/>
              </p:cNvSpPr>
              <p:nvPr/>
            </p:nvSpPr>
            <p:spPr bwMode="auto">
              <a:xfrm rot="-155667">
                <a:off x="2903" y="2526"/>
                <a:ext cx="55" cy="60"/>
              </a:xfrm>
              <a:prstGeom prst="ellipse">
                <a:avLst/>
              </a:prstGeom>
              <a:solidFill>
                <a:srgbClr val="808080"/>
              </a:solidFill>
              <a:ln w="6350">
                <a:solidFill>
                  <a:srgbClr val="000000"/>
                </a:solidFill>
                <a:round/>
                <a:headEnd/>
                <a:tailEnd/>
              </a:ln>
            </p:spPr>
            <p:txBody>
              <a:bodyPr/>
              <a:lstStyle/>
              <a:p>
                <a:pPr algn="ctr" eaLnBrk="0" hangingPunct="0"/>
                <a:endParaRPr lang="nl-BE"/>
              </a:p>
            </p:txBody>
          </p:sp>
          <p:sp>
            <p:nvSpPr>
              <p:cNvPr id="42898" name="Oval 226"/>
              <p:cNvSpPr>
                <a:spLocks noChangeArrowheads="1"/>
              </p:cNvSpPr>
              <p:nvPr/>
            </p:nvSpPr>
            <p:spPr bwMode="auto">
              <a:xfrm rot="-155667">
                <a:off x="2895" y="2527"/>
                <a:ext cx="56" cy="60"/>
              </a:xfrm>
              <a:prstGeom prst="ellipse">
                <a:avLst/>
              </a:prstGeom>
              <a:solidFill>
                <a:srgbClr val="404040"/>
              </a:solidFill>
              <a:ln w="6350">
                <a:solidFill>
                  <a:srgbClr val="000000"/>
                </a:solidFill>
                <a:round/>
                <a:headEnd/>
                <a:tailEnd/>
              </a:ln>
            </p:spPr>
            <p:txBody>
              <a:bodyPr/>
              <a:lstStyle/>
              <a:p>
                <a:pPr algn="ctr" eaLnBrk="0" hangingPunct="0"/>
                <a:endParaRPr lang="nl-BE"/>
              </a:p>
            </p:txBody>
          </p:sp>
          <p:sp>
            <p:nvSpPr>
              <p:cNvPr id="42899" name="Freeform 227"/>
              <p:cNvSpPr>
                <a:spLocks/>
              </p:cNvSpPr>
              <p:nvPr/>
            </p:nvSpPr>
            <p:spPr bwMode="auto">
              <a:xfrm rot="-155667">
                <a:off x="2702" y="2523"/>
                <a:ext cx="87" cy="171"/>
              </a:xfrm>
              <a:custGeom>
                <a:avLst/>
                <a:gdLst>
                  <a:gd name="T0" fmla="*/ 0 w 209"/>
                  <a:gd name="T1" fmla="*/ 0 h 621"/>
                  <a:gd name="T2" fmla="*/ 0 w 209"/>
                  <a:gd name="T3" fmla="*/ 0 h 621"/>
                  <a:gd name="T4" fmla="*/ 0 w 209"/>
                  <a:gd name="T5" fmla="*/ 0 h 621"/>
                  <a:gd name="T6" fmla="*/ 0 w 209"/>
                  <a:gd name="T7" fmla="*/ 0 h 621"/>
                  <a:gd name="T8" fmla="*/ 0 w 209"/>
                  <a:gd name="T9" fmla="*/ 0 h 621"/>
                  <a:gd name="T10" fmla="*/ 0 w 209"/>
                  <a:gd name="T11" fmla="*/ 0 h 621"/>
                  <a:gd name="T12" fmla="*/ 0 w 209"/>
                  <a:gd name="T13" fmla="*/ 0 h 621"/>
                  <a:gd name="T14" fmla="*/ 0 w 209"/>
                  <a:gd name="T15" fmla="*/ 0 h 621"/>
                  <a:gd name="T16" fmla="*/ 0 w 209"/>
                  <a:gd name="T17" fmla="*/ 0 h 621"/>
                  <a:gd name="T18" fmla="*/ 0 w 209"/>
                  <a:gd name="T19" fmla="*/ 0 h 621"/>
                  <a:gd name="T20" fmla="*/ 0 w 209"/>
                  <a:gd name="T21" fmla="*/ 0 h 621"/>
                  <a:gd name="T22" fmla="*/ 0 w 209"/>
                  <a:gd name="T23" fmla="*/ 0 h 621"/>
                  <a:gd name="T24" fmla="*/ 0 w 209"/>
                  <a:gd name="T25" fmla="*/ 0 h 621"/>
                  <a:gd name="T26" fmla="*/ 0 w 209"/>
                  <a:gd name="T27" fmla="*/ 0 h 621"/>
                  <a:gd name="T28" fmla="*/ 0 w 209"/>
                  <a:gd name="T29" fmla="*/ 0 h 621"/>
                  <a:gd name="T30" fmla="*/ 0 w 209"/>
                  <a:gd name="T31" fmla="*/ 0 h 621"/>
                  <a:gd name="T32" fmla="*/ 0 w 209"/>
                  <a:gd name="T33" fmla="*/ 0 h 621"/>
                  <a:gd name="T34" fmla="*/ 0 w 209"/>
                  <a:gd name="T35" fmla="*/ 0 h 621"/>
                  <a:gd name="T36" fmla="*/ 0 w 209"/>
                  <a:gd name="T37" fmla="*/ 0 h 621"/>
                  <a:gd name="T38" fmla="*/ 0 w 209"/>
                  <a:gd name="T39" fmla="*/ 0 h 621"/>
                  <a:gd name="T40" fmla="*/ 0 w 209"/>
                  <a:gd name="T41" fmla="*/ 0 h 621"/>
                  <a:gd name="T42" fmla="*/ 0 w 209"/>
                  <a:gd name="T43" fmla="*/ 0 h 621"/>
                  <a:gd name="T44" fmla="*/ 0 w 209"/>
                  <a:gd name="T45" fmla="*/ 0 h 621"/>
                  <a:gd name="T46" fmla="*/ 0 w 209"/>
                  <a:gd name="T47" fmla="*/ 0 h 621"/>
                  <a:gd name="T48" fmla="*/ 0 w 209"/>
                  <a:gd name="T49" fmla="*/ 0 h 621"/>
                  <a:gd name="T50" fmla="*/ 0 w 209"/>
                  <a:gd name="T51" fmla="*/ 0 h 621"/>
                  <a:gd name="T52" fmla="*/ 0 w 209"/>
                  <a:gd name="T53" fmla="*/ 0 h 621"/>
                  <a:gd name="T54" fmla="*/ 0 w 209"/>
                  <a:gd name="T55" fmla="*/ 0 h 621"/>
                  <a:gd name="T56" fmla="*/ 0 w 209"/>
                  <a:gd name="T57" fmla="*/ 0 h 621"/>
                  <a:gd name="T58" fmla="*/ 0 w 209"/>
                  <a:gd name="T59" fmla="*/ 0 h 621"/>
                  <a:gd name="T60" fmla="*/ 0 w 209"/>
                  <a:gd name="T61" fmla="*/ 0 h 621"/>
                  <a:gd name="T62" fmla="*/ 0 w 209"/>
                  <a:gd name="T63" fmla="*/ 0 h 621"/>
                  <a:gd name="T64" fmla="*/ 0 w 209"/>
                  <a:gd name="T65" fmla="*/ 0 h 621"/>
                  <a:gd name="T66" fmla="*/ 0 w 209"/>
                  <a:gd name="T67" fmla="*/ 0 h 621"/>
                  <a:gd name="T68" fmla="*/ 0 w 209"/>
                  <a:gd name="T69" fmla="*/ 0 h 621"/>
                  <a:gd name="T70" fmla="*/ 0 w 209"/>
                  <a:gd name="T71" fmla="*/ 0 h 621"/>
                  <a:gd name="T72" fmla="*/ 0 w 209"/>
                  <a:gd name="T73" fmla="*/ 0 h 621"/>
                  <a:gd name="T74" fmla="*/ 0 w 209"/>
                  <a:gd name="T75" fmla="*/ 0 h 621"/>
                  <a:gd name="T76" fmla="*/ 0 w 209"/>
                  <a:gd name="T77" fmla="*/ 0 h 621"/>
                  <a:gd name="T78" fmla="*/ 0 w 209"/>
                  <a:gd name="T79" fmla="*/ 0 h 621"/>
                  <a:gd name="T80" fmla="*/ 0 w 209"/>
                  <a:gd name="T81" fmla="*/ 0 h 621"/>
                  <a:gd name="T82" fmla="*/ 0 w 209"/>
                  <a:gd name="T83" fmla="*/ 0 h 621"/>
                  <a:gd name="T84" fmla="*/ 0 w 209"/>
                  <a:gd name="T85" fmla="*/ 0 h 621"/>
                  <a:gd name="T86" fmla="*/ 0 w 209"/>
                  <a:gd name="T87" fmla="*/ 0 h 621"/>
                  <a:gd name="T88" fmla="*/ 0 w 209"/>
                  <a:gd name="T89" fmla="*/ 0 h 621"/>
                  <a:gd name="T90" fmla="*/ 0 w 209"/>
                  <a:gd name="T91" fmla="*/ 0 h 621"/>
                  <a:gd name="T92" fmla="*/ 0 w 209"/>
                  <a:gd name="T93" fmla="*/ 0 h 621"/>
                  <a:gd name="T94" fmla="*/ 0 w 209"/>
                  <a:gd name="T95" fmla="*/ 0 h 621"/>
                  <a:gd name="T96" fmla="*/ 0 w 209"/>
                  <a:gd name="T97" fmla="*/ 0 h 621"/>
                  <a:gd name="T98" fmla="*/ 0 w 209"/>
                  <a:gd name="T99" fmla="*/ 0 h 621"/>
                  <a:gd name="T100" fmla="*/ 0 w 209"/>
                  <a:gd name="T101" fmla="*/ 0 h 621"/>
                  <a:gd name="T102" fmla="*/ 0 w 209"/>
                  <a:gd name="T103" fmla="*/ 0 h 621"/>
                  <a:gd name="T104" fmla="*/ 0 w 209"/>
                  <a:gd name="T105" fmla="*/ 0 h 621"/>
                  <a:gd name="T106" fmla="*/ 0 w 209"/>
                  <a:gd name="T107" fmla="*/ 0 h 621"/>
                  <a:gd name="T108" fmla="*/ 0 w 209"/>
                  <a:gd name="T109" fmla="*/ 0 h 621"/>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09"/>
                  <a:gd name="T166" fmla="*/ 0 h 621"/>
                  <a:gd name="T167" fmla="*/ 209 w 209"/>
                  <a:gd name="T168" fmla="*/ 621 h 621"/>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09" h="621">
                    <a:moveTo>
                      <a:pt x="98" y="0"/>
                    </a:moveTo>
                    <a:lnTo>
                      <a:pt x="209" y="0"/>
                    </a:lnTo>
                    <a:lnTo>
                      <a:pt x="207" y="621"/>
                    </a:lnTo>
                    <a:lnTo>
                      <a:pt x="98" y="617"/>
                    </a:lnTo>
                    <a:lnTo>
                      <a:pt x="94" y="615"/>
                    </a:lnTo>
                    <a:lnTo>
                      <a:pt x="90" y="614"/>
                    </a:lnTo>
                    <a:lnTo>
                      <a:pt x="84" y="611"/>
                    </a:lnTo>
                    <a:lnTo>
                      <a:pt x="78" y="608"/>
                    </a:lnTo>
                    <a:lnTo>
                      <a:pt x="73" y="602"/>
                    </a:lnTo>
                    <a:lnTo>
                      <a:pt x="66" y="596"/>
                    </a:lnTo>
                    <a:lnTo>
                      <a:pt x="61" y="590"/>
                    </a:lnTo>
                    <a:lnTo>
                      <a:pt x="56" y="582"/>
                    </a:lnTo>
                    <a:lnTo>
                      <a:pt x="52" y="576"/>
                    </a:lnTo>
                    <a:lnTo>
                      <a:pt x="48" y="569"/>
                    </a:lnTo>
                    <a:lnTo>
                      <a:pt x="44" y="563"/>
                    </a:lnTo>
                    <a:lnTo>
                      <a:pt x="40" y="551"/>
                    </a:lnTo>
                    <a:lnTo>
                      <a:pt x="36" y="542"/>
                    </a:lnTo>
                    <a:lnTo>
                      <a:pt x="32" y="531"/>
                    </a:lnTo>
                    <a:lnTo>
                      <a:pt x="29" y="524"/>
                    </a:lnTo>
                    <a:lnTo>
                      <a:pt x="28" y="516"/>
                    </a:lnTo>
                    <a:lnTo>
                      <a:pt x="23" y="501"/>
                    </a:lnTo>
                    <a:lnTo>
                      <a:pt x="19" y="486"/>
                    </a:lnTo>
                    <a:lnTo>
                      <a:pt x="15" y="468"/>
                    </a:lnTo>
                    <a:lnTo>
                      <a:pt x="12" y="450"/>
                    </a:lnTo>
                    <a:lnTo>
                      <a:pt x="9" y="431"/>
                    </a:lnTo>
                    <a:lnTo>
                      <a:pt x="6" y="410"/>
                    </a:lnTo>
                    <a:lnTo>
                      <a:pt x="3" y="387"/>
                    </a:lnTo>
                    <a:lnTo>
                      <a:pt x="2" y="362"/>
                    </a:lnTo>
                    <a:lnTo>
                      <a:pt x="0" y="336"/>
                    </a:lnTo>
                    <a:lnTo>
                      <a:pt x="0" y="306"/>
                    </a:lnTo>
                    <a:lnTo>
                      <a:pt x="1" y="267"/>
                    </a:lnTo>
                    <a:lnTo>
                      <a:pt x="3" y="231"/>
                    </a:lnTo>
                    <a:lnTo>
                      <a:pt x="6" y="206"/>
                    </a:lnTo>
                    <a:lnTo>
                      <a:pt x="9" y="180"/>
                    </a:lnTo>
                    <a:lnTo>
                      <a:pt x="13" y="159"/>
                    </a:lnTo>
                    <a:lnTo>
                      <a:pt x="15" y="144"/>
                    </a:lnTo>
                    <a:lnTo>
                      <a:pt x="21" y="122"/>
                    </a:lnTo>
                    <a:lnTo>
                      <a:pt x="28" y="98"/>
                    </a:lnTo>
                    <a:lnTo>
                      <a:pt x="34" y="80"/>
                    </a:lnTo>
                    <a:lnTo>
                      <a:pt x="39" y="68"/>
                    </a:lnTo>
                    <a:lnTo>
                      <a:pt x="42" y="60"/>
                    </a:lnTo>
                    <a:lnTo>
                      <a:pt x="47" y="51"/>
                    </a:lnTo>
                    <a:lnTo>
                      <a:pt x="50" y="44"/>
                    </a:lnTo>
                    <a:lnTo>
                      <a:pt x="53" y="36"/>
                    </a:lnTo>
                    <a:lnTo>
                      <a:pt x="57" y="32"/>
                    </a:lnTo>
                    <a:lnTo>
                      <a:pt x="62" y="26"/>
                    </a:lnTo>
                    <a:lnTo>
                      <a:pt x="66" y="20"/>
                    </a:lnTo>
                    <a:lnTo>
                      <a:pt x="70" y="15"/>
                    </a:lnTo>
                    <a:lnTo>
                      <a:pt x="74" y="12"/>
                    </a:lnTo>
                    <a:lnTo>
                      <a:pt x="78" y="8"/>
                    </a:lnTo>
                    <a:lnTo>
                      <a:pt x="83" y="5"/>
                    </a:lnTo>
                    <a:lnTo>
                      <a:pt x="86" y="2"/>
                    </a:lnTo>
                    <a:lnTo>
                      <a:pt x="90" y="0"/>
                    </a:lnTo>
                    <a:lnTo>
                      <a:pt x="94" y="0"/>
                    </a:lnTo>
                    <a:lnTo>
                      <a:pt x="98" y="0"/>
                    </a:lnTo>
                    <a:close/>
                  </a:path>
                </a:pathLst>
              </a:custGeom>
              <a:solidFill>
                <a:srgbClr val="202020"/>
              </a:solidFill>
              <a:ln w="9525">
                <a:noFill/>
                <a:round/>
                <a:headEnd/>
                <a:tailEnd/>
              </a:ln>
            </p:spPr>
            <p:txBody>
              <a:bodyPr/>
              <a:lstStyle/>
              <a:p>
                <a:endParaRPr lang="nl-BE"/>
              </a:p>
            </p:txBody>
          </p:sp>
          <p:sp>
            <p:nvSpPr>
              <p:cNvPr id="42900" name="Oval 228"/>
              <p:cNvSpPr>
                <a:spLocks noChangeArrowheads="1"/>
              </p:cNvSpPr>
              <p:nvPr/>
            </p:nvSpPr>
            <p:spPr bwMode="auto">
              <a:xfrm rot="-155667">
                <a:off x="2742" y="2522"/>
                <a:ext cx="88" cy="172"/>
              </a:xfrm>
              <a:prstGeom prst="ellipse">
                <a:avLst/>
              </a:prstGeom>
              <a:solidFill>
                <a:srgbClr val="404040"/>
              </a:solidFill>
              <a:ln w="9525">
                <a:noFill/>
                <a:round/>
                <a:headEnd/>
                <a:tailEnd/>
              </a:ln>
            </p:spPr>
            <p:txBody>
              <a:bodyPr/>
              <a:lstStyle/>
              <a:p>
                <a:pPr algn="ctr" eaLnBrk="0" hangingPunct="0"/>
                <a:endParaRPr lang="nl-BE"/>
              </a:p>
            </p:txBody>
          </p:sp>
          <p:sp>
            <p:nvSpPr>
              <p:cNvPr id="42901" name="Oval 229"/>
              <p:cNvSpPr>
                <a:spLocks noChangeArrowheads="1"/>
              </p:cNvSpPr>
              <p:nvPr/>
            </p:nvSpPr>
            <p:spPr bwMode="auto">
              <a:xfrm rot="-155667">
                <a:off x="2761" y="2558"/>
                <a:ext cx="51" cy="100"/>
              </a:xfrm>
              <a:prstGeom prst="ellipse">
                <a:avLst/>
              </a:prstGeom>
              <a:solidFill>
                <a:srgbClr val="A0A0A0"/>
              </a:solidFill>
              <a:ln w="9525">
                <a:noFill/>
                <a:round/>
                <a:headEnd/>
                <a:tailEnd/>
              </a:ln>
            </p:spPr>
            <p:txBody>
              <a:bodyPr/>
              <a:lstStyle/>
              <a:p>
                <a:pPr algn="ctr" eaLnBrk="0" hangingPunct="0"/>
                <a:endParaRPr lang="nl-BE"/>
              </a:p>
            </p:txBody>
          </p:sp>
          <p:sp>
            <p:nvSpPr>
              <p:cNvPr id="42902" name="Oval 230"/>
              <p:cNvSpPr>
                <a:spLocks noChangeArrowheads="1"/>
              </p:cNvSpPr>
              <p:nvPr/>
            </p:nvSpPr>
            <p:spPr bwMode="auto">
              <a:xfrm rot="-155667">
                <a:off x="2761" y="2560"/>
                <a:ext cx="47" cy="95"/>
              </a:xfrm>
              <a:prstGeom prst="ellipse">
                <a:avLst/>
              </a:prstGeom>
              <a:solidFill>
                <a:srgbClr val="808080"/>
              </a:solidFill>
              <a:ln w="9525">
                <a:noFill/>
                <a:round/>
                <a:headEnd/>
                <a:tailEnd/>
              </a:ln>
            </p:spPr>
            <p:txBody>
              <a:bodyPr/>
              <a:lstStyle/>
              <a:p>
                <a:pPr algn="ctr" eaLnBrk="0" hangingPunct="0"/>
                <a:endParaRPr lang="nl-BE"/>
              </a:p>
            </p:txBody>
          </p:sp>
          <p:sp>
            <p:nvSpPr>
              <p:cNvPr id="42903" name="Oval 231"/>
              <p:cNvSpPr>
                <a:spLocks noChangeArrowheads="1"/>
              </p:cNvSpPr>
              <p:nvPr/>
            </p:nvSpPr>
            <p:spPr bwMode="auto">
              <a:xfrm rot="-155667">
                <a:off x="2782" y="2599"/>
                <a:ext cx="9" cy="17"/>
              </a:xfrm>
              <a:prstGeom prst="ellipse">
                <a:avLst/>
              </a:prstGeom>
              <a:solidFill>
                <a:srgbClr val="404040"/>
              </a:solidFill>
              <a:ln w="9525">
                <a:noFill/>
                <a:round/>
                <a:headEnd/>
                <a:tailEnd/>
              </a:ln>
            </p:spPr>
            <p:txBody>
              <a:bodyPr/>
              <a:lstStyle/>
              <a:p>
                <a:pPr algn="ctr" eaLnBrk="0" hangingPunct="0"/>
                <a:endParaRPr lang="nl-BE"/>
              </a:p>
            </p:txBody>
          </p:sp>
          <p:sp>
            <p:nvSpPr>
              <p:cNvPr id="42904" name="Freeform 232"/>
              <p:cNvSpPr>
                <a:spLocks/>
              </p:cNvSpPr>
              <p:nvPr/>
            </p:nvSpPr>
            <p:spPr bwMode="auto">
              <a:xfrm rot="-155667">
                <a:off x="2753" y="2520"/>
                <a:ext cx="87" cy="175"/>
              </a:xfrm>
              <a:custGeom>
                <a:avLst/>
                <a:gdLst>
                  <a:gd name="T0" fmla="*/ 0 w 210"/>
                  <a:gd name="T1" fmla="*/ 0 h 635"/>
                  <a:gd name="T2" fmla="*/ 0 w 210"/>
                  <a:gd name="T3" fmla="*/ 0 h 635"/>
                  <a:gd name="T4" fmla="*/ 0 w 210"/>
                  <a:gd name="T5" fmla="*/ 0 h 635"/>
                  <a:gd name="T6" fmla="*/ 0 w 210"/>
                  <a:gd name="T7" fmla="*/ 0 h 635"/>
                  <a:gd name="T8" fmla="*/ 0 w 210"/>
                  <a:gd name="T9" fmla="*/ 0 h 635"/>
                  <a:gd name="T10" fmla="*/ 0 w 210"/>
                  <a:gd name="T11" fmla="*/ 0 h 635"/>
                  <a:gd name="T12" fmla="*/ 0 w 210"/>
                  <a:gd name="T13" fmla="*/ 0 h 635"/>
                  <a:gd name="T14" fmla="*/ 0 w 210"/>
                  <a:gd name="T15" fmla="*/ 0 h 635"/>
                  <a:gd name="T16" fmla="*/ 0 w 210"/>
                  <a:gd name="T17" fmla="*/ 0 h 635"/>
                  <a:gd name="T18" fmla="*/ 0 w 210"/>
                  <a:gd name="T19" fmla="*/ 0 h 635"/>
                  <a:gd name="T20" fmla="*/ 0 w 210"/>
                  <a:gd name="T21" fmla="*/ 0 h 635"/>
                  <a:gd name="T22" fmla="*/ 0 w 210"/>
                  <a:gd name="T23" fmla="*/ 0 h 635"/>
                  <a:gd name="T24" fmla="*/ 0 w 210"/>
                  <a:gd name="T25" fmla="*/ 0 h 635"/>
                  <a:gd name="T26" fmla="*/ 0 w 210"/>
                  <a:gd name="T27" fmla="*/ 0 h 635"/>
                  <a:gd name="T28" fmla="*/ 0 w 210"/>
                  <a:gd name="T29" fmla="*/ 0 h 635"/>
                  <a:gd name="T30" fmla="*/ 0 w 210"/>
                  <a:gd name="T31" fmla="*/ 0 h 635"/>
                  <a:gd name="T32" fmla="*/ 0 w 210"/>
                  <a:gd name="T33" fmla="*/ 0 h 635"/>
                  <a:gd name="T34" fmla="*/ 0 w 210"/>
                  <a:gd name="T35" fmla="*/ 0 h 635"/>
                  <a:gd name="T36" fmla="*/ 0 w 210"/>
                  <a:gd name="T37" fmla="*/ 0 h 635"/>
                  <a:gd name="T38" fmla="*/ 0 w 210"/>
                  <a:gd name="T39" fmla="*/ 0 h 635"/>
                  <a:gd name="T40" fmla="*/ 0 w 210"/>
                  <a:gd name="T41" fmla="*/ 0 h 635"/>
                  <a:gd name="T42" fmla="*/ 0 w 210"/>
                  <a:gd name="T43" fmla="*/ 0 h 635"/>
                  <a:gd name="T44" fmla="*/ 0 w 210"/>
                  <a:gd name="T45" fmla="*/ 0 h 635"/>
                  <a:gd name="T46" fmla="*/ 0 w 210"/>
                  <a:gd name="T47" fmla="*/ 0 h 635"/>
                  <a:gd name="T48" fmla="*/ 0 w 210"/>
                  <a:gd name="T49" fmla="*/ 0 h 635"/>
                  <a:gd name="T50" fmla="*/ 0 w 210"/>
                  <a:gd name="T51" fmla="*/ 0 h 635"/>
                  <a:gd name="T52" fmla="*/ 0 w 210"/>
                  <a:gd name="T53" fmla="*/ 0 h 635"/>
                  <a:gd name="T54" fmla="*/ 0 w 210"/>
                  <a:gd name="T55" fmla="*/ 0 h 635"/>
                  <a:gd name="T56" fmla="*/ 0 w 210"/>
                  <a:gd name="T57" fmla="*/ 0 h 635"/>
                  <a:gd name="T58" fmla="*/ 0 w 210"/>
                  <a:gd name="T59" fmla="*/ 0 h 635"/>
                  <a:gd name="T60" fmla="*/ 0 w 210"/>
                  <a:gd name="T61" fmla="*/ 0 h 635"/>
                  <a:gd name="T62" fmla="*/ 0 w 210"/>
                  <a:gd name="T63" fmla="*/ 0 h 635"/>
                  <a:gd name="T64" fmla="*/ 0 w 210"/>
                  <a:gd name="T65" fmla="*/ 0 h 635"/>
                  <a:gd name="T66" fmla="*/ 0 w 210"/>
                  <a:gd name="T67" fmla="*/ 0 h 635"/>
                  <a:gd name="T68" fmla="*/ 0 w 210"/>
                  <a:gd name="T69" fmla="*/ 0 h 635"/>
                  <a:gd name="T70" fmla="*/ 0 w 210"/>
                  <a:gd name="T71" fmla="*/ 0 h 635"/>
                  <a:gd name="T72" fmla="*/ 0 w 210"/>
                  <a:gd name="T73" fmla="*/ 0 h 635"/>
                  <a:gd name="T74" fmla="*/ 0 w 210"/>
                  <a:gd name="T75" fmla="*/ 0 h 635"/>
                  <a:gd name="T76" fmla="*/ 0 w 210"/>
                  <a:gd name="T77" fmla="*/ 0 h 635"/>
                  <a:gd name="T78" fmla="*/ 0 w 210"/>
                  <a:gd name="T79" fmla="*/ 0 h 635"/>
                  <a:gd name="T80" fmla="*/ 0 w 210"/>
                  <a:gd name="T81" fmla="*/ 0 h 635"/>
                  <a:gd name="T82" fmla="*/ 0 w 210"/>
                  <a:gd name="T83" fmla="*/ 0 h 635"/>
                  <a:gd name="T84" fmla="*/ 0 w 210"/>
                  <a:gd name="T85" fmla="*/ 0 h 635"/>
                  <a:gd name="T86" fmla="*/ 0 w 210"/>
                  <a:gd name="T87" fmla="*/ 0 h 635"/>
                  <a:gd name="T88" fmla="*/ 0 w 210"/>
                  <a:gd name="T89" fmla="*/ 0 h 635"/>
                  <a:gd name="T90" fmla="*/ 0 w 210"/>
                  <a:gd name="T91" fmla="*/ 0 h 635"/>
                  <a:gd name="T92" fmla="*/ 0 w 210"/>
                  <a:gd name="T93" fmla="*/ 0 h 635"/>
                  <a:gd name="T94" fmla="*/ 0 w 210"/>
                  <a:gd name="T95" fmla="*/ 0 h 635"/>
                  <a:gd name="T96" fmla="*/ 0 w 210"/>
                  <a:gd name="T97" fmla="*/ 0 h 635"/>
                  <a:gd name="T98" fmla="*/ 0 w 210"/>
                  <a:gd name="T99" fmla="*/ 0 h 635"/>
                  <a:gd name="T100" fmla="*/ 0 w 210"/>
                  <a:gd name="T101" fmla="*/ 0 h 635"/>
                  <a:gd name="T102" fmla="*/ 0 w 210"/>
                  <a:gd name="T103" fmla="*/ 0 h 635"/>
                  <a:gd name="T104" fmla="*/ 0 w 210"/>
                  <a:gd name="T105" fmla="*/ 0 h 635"/>
                  <a:gd name="T106" fmla="*/ 0 w 210"/>
                  <a:gd name="T107" fmla="*/ 0 h 635"/>
                  <a:gd name="T108" fmla="*/ 0 w 210"/>
                  <a:gd name="T109" fmla="*/ 0 h 635"/>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10"/>
                  <a:gd name="T166" fmla="*/ 0 h 635"/>
                  <a:gd name="T167" fmla="*/ 210 w 210"/>
                  <a:gd name="T168" fmla="*/ 635 h 635"/>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10" h="635">
                    <a:moveTo>
                      <a:pt x="99" y="0"/>
                    </a:moveTo>
                    <a:lnTo>
                      <a:pt x="210" y="0"/>
                    </a:lnTo>
                    <a:lnTo>
                      <a:pt x="209" y="635"/>
                    </a:lnTo>
                    <a:lnTo>
                      <a:pt x="99" y="630"/>
                    </a:lnTo>
                    <a:lnTo>
                      <a:pt x="95" y="629"/>
                    </a:lnTo>
                    <a:lnTo>
                      <a:pt x="91" y="627"/>
                    </a:lnTo>
                    <a:lnTo>
                      <a:pt x="86" y="624"/>
                    </a:lnTo>
                    <a:lnTo>
                      <a:pt x="80" y="621"/>
                    </a:lnTo>
                    <a:lnTo>
                      <a:pt x="74" y="615"/>
                    </a:lnTo>
                    <a:lnTo>
                      <a:pt x="68" y="609"/>
                    </a:lnTo>
                    <a:lnTo>
                      <a:pt x="62" y="603"/>
                    </a:lnTo>
                    <a:lnTo>
                      <a:pt x="57" y="596"/>
                    </a:lnTo>
                    <a:lnTo>
                      <a:pt x="53" y="588"/>
                    </a:lnTo>
                    <a:lnTo>
                      <a:pt x="49" y="581"/>
                    </a:lnTo>
                    <a:lnTo>
                      <a:pt x="46" y="575"/>
                    </a:lnTo>
                    <a:lnTo>
                      <a:pt x="41" y="564"/>
                    </a:lnTo>
                    <a:lnTo>
                      <a:pt x="38" y="554"/>
                    </a:lnTo>
                    <a:lnTo>
                      <a:pt x="34" y="543"/>
                    </a:lnTo>
                    <a:lnTo>
                      <a:pt x="31" y="536"/>
                    </a:lnTo>
                    <a:lnTo>
                      <a:pt x="28" y="528"/>
                    </a:lnTo>
                    <a:lnTo>
                      <a:pt x="24" y="513"/>
                    </a:lnTo>
                    <a:lnTo>
                      <a:pt x="20" y="497"/>
                    </a:lnTo>
                    <a:lnTo>
                      <a:pt x="16" y="479"/>
                    </a:lnTo>
                    <a:lnTo>
                      <a:pt x="12" y="461"/>
                    </a:lnTo>
                    <a:lnTo>
                      <a:pt x="9" y="440"/>
                    </a:lnTo>
                    <a:lnTo>
                      <a:pt x="7" y="419"/>
                    </a:lnTo>
                    <a:lnTo>
                      <a:pt x="4" y="396"/>
                    </a:lnTo>
                    <a:lnTo>
                      <a:pt x="2" y="371"/>
                    </a:lnTo>
                    <a:lnTo>
                      <a:pt x="0" y="344"/>
                    </a:lnTo>
                    <a:lnTo>
                      <a:pt x="1" y="314"/>
                    </a:lnTo>
                    <a:lnTo>
                      <a:pt x="1" y="275"/>
                    </a:lnTo>
                    <a:lnTo>
                      <a:pt x="4" y="237"/>
                    </a:lnTo>
                    <a:lnTo>
                      <a:pt x="7" y="210"/>
                    </a:lnTo>
                    <a:lnTo>
                      <a:pt x="10" y="183"/>
                    </a:lnTo>
                    <a:lnTo>
                      <a:pt x="13" y="164"/>
                    </a:lnTo>
                    <a:lnTo>
                      <a:pt x="16" y="147"/>
                    </a:lnTo>
                    <a:lnTo>
                      <a:pt x="21" y="126"/>
                    </a:lnTo>
                    <a:lnTo>
                      <a:pt x="29" y="99"/>
                    </a:lnTo>
                    <a:lnTo>
                      <a:pt x="35" y="83"/>
                    </a:lnTo>
                    <a:lnTo>
                      <a:pt x="40" y="69"/>
                    </a:lnTo>
                    <a:lnTo>
                      <a:pt x="44" y="60"/>
                    </a:lnTo>
                    <a:lnTo>
                      <a:pt x="48" y="53"/>
                    </a:lnTo>
                    <a:lnTo>
                      <a:pt x="51" y="45"/>
                    </a:lnTo>
                    <a:lnTo>
                      <a:pt x="55" y="38"/>
                    </a:lnTo>
                    <a:lnTo>
                      <a:pt x="59" y="32"/>
                    </a:lnTo>
                    <a:lnTo>
                      <a:pt x="63" y="26"/>
                    </a:lnTo>
                    <a:lnTo>
                      <a:pt x="68" y="20"/>
                    </a:lnTo>
                    <a:lnTo>
                      <a:pt x="72" y="15"/>
                    </a:lnTo>
                    <a:lnTo>
                      <a:pt x="76" y="12"/>
                    </a:lnTo>
                    <a:lnTo>
                      <a:pt x="79" y="8"/>
                    </a:lnTo>
                    <a:lnTo>
                      <a:pt x="84" y="5"/>
                    </a:lnTo>
                    <a:lnTo>
                      <a:pt x="88" y="3"/>
                    </a:lnTo>
                    <a:lnTo>
                      <a:pt x="92" y="0"/>
                    </a:lnTo>
                    <a:lnTo>
                      <a:pt x="95" y="0"/>
                    </a:lnTo>
                    <a:lnTo>
                      <a:pt x="99" y="0"/>
                    </a:lnTo>
                    <a:close/>
                  </a:path>
                </a:pathLst>
              </a:custGeom>
              <a:solidFill>
                <a:srgbClr val="202020"/>
              </a:solidFill>
              <a:ln w="9525">
                <a:noFill/>
                <a:round/>
                <a:headEnd/>
                <a:tailEnd/>
              </a:ln>
            </p:spPr>
            <p:txBody>
              <a:bodyPr/>
              <a:lstStyle/>
              <a:p>
                <a:endParaRPr lang="nl-BE"/>
              </a:p>
            </p:txBody>
          </p:sp>
          <p:sp>
            <p:nvSpPr>
              <p:cNvPr id="42905" name="Oval 233"/>
              <p:cNvSpPr>
                <a:spLocks noChangeArrowheads="1"/>
              </p:cNvSpPr>
              <p:nvPr/>
            </p:nvSpPr>
            <p:spPr bwMode="auto">
              <a:xfrm rot="-155667">
                <a:off x="2793" y="2519"/>
                <a:ext cx="88" cy="176"/>
              </a:xfrm>
              <a:prstGeom prst="ellipse">
                <a:avLst/>
              </a:prstGeom>
              <a:solidFill>
                <a:srgbClr val="404040"/>
              </a:solidFill>
              <a:ln w="9525">
                <a:noFill/>
                <a:round/>
                <a:headEnd/>
                <a:tailEnd/>
              </a:ln>
            </p:spPr>
            <p:txBody>
              <a:bodyPr/>
              <a:lstStyle/>
              <a:p>
                <a:pPr algn="ctr" eaLnBrk="0" hangingPunct="0"/>
                <a:endParaRPr lang="nl-BE"/>
              </a:p>
            </p:txBody>
          </p:sp>
          <p:sp>
            <p:nvSpPr>
              <p:cNvPr id="42906" name="Oval 234"/>
              <p:cNvSpPr>
                <a:spLocks noChangeArrowheads="1"/>
              </p:cNvSpPr>
              <p:nvPr/>
            </p:nvSpPr>
            <p:spPr bwMode="auto">
              <a:xfrm rot="-155667">
                <a:off x="2812" y="2555"/>
                <a:ext cx="51" cy="104"/>
              </a:xfrm>
              <a:prstGeom prst="ellipse">
                <a:avLst/>
              </a:prstGeom>
              <a:solidFill>
                <a:srgbClr val="A0A0A0"/>
              </a:solidFill>
              <a:ln w="9525">
                <a:noFill/>
                <a:round/>
                <a:headEnd/>
                <a:tailEnd/>
              </a:ln>
            </p:spPr>
            <p:txBody>
              <a:bodyPr/>
              <a:lstStyle/>
              <a:p>
                <a:pPr algn="ctr" eaLnBrk="0" hangingPunct="0"/>
                <a:endParaRPr lang="nl-BE"/>
              </a:p>
            </p:txBody>
          </p:sp>
          <p:sp>
            <p:nvSpPr>
              <p:cNvPr id="42907" name="Oval 235"/>
              <p:cNvSpPr>
                <a:spLocks noChangeArrowheads="1"/>
              </p:cNvSpPr>
              <p:nvPr/>
            </p:nvSpPr>
            <p:spPr bwMode="auto">
              <a:xfrm rot="-155667">
                <a:off x="2811" y="2557"/>
                <a:ext cx="48" cy="98"/>
              </a:xfrm>
              <a:prstGeom prst="ellipse">
                <a:avLst/>
              </a:prstGeom>
              <a:solidFill>
                <a:srgbClr val="808080"/>
              </a:solidFill>
              <a:ln w="9525">
                <a:noFill/>
                <a:round/>
                <a:headEnd/>
                <a:tailEnd/>
              </a:ln>
            </p:spPr>
            <p:txBody>
              <a:bodyPr/>
              <a:lstStyle/>
              <a:p>
                <a:pPr algn="ctr" eaLnBrk="0" hangingPunct="0"/>
                <a:endParaRPr lang="nl-BE"/>
              </a:p>
            </p:txBody>
          </p:sp>
          <p:sp>
            <p:nvSpPr>
              <p:cNvPr id="42908" name="Oval 236"/>
              <p:cNvSpPr>
                <a:spLocks noChangeArrowheads="1"/>
              </p:cNvSpPr>
              <p:nvPr/>
            </p:nvSpPr>
            <p:spPr bwMode="auto">
              <a:xfrm rot="-155667">
                <a:off x="2833" y="2597"/>
                <a:ext cx="9" cy="19"/>
              </a:xfrm>
              <a:prstGeom prst="ellipse">
                <a:avLst/>
              </a:prstGeom>
              <a:solidFill>
                <a:srgbClr val="404040"/>
              </a:solidFill>
              <a:ln w="9525">
                <a:noFill/>
                <a:round/>
                <a:headEnd/>
                <a:tailEnd/>
              </a:ln>
            </p:spPr>
            <p:txBody>
              <a:bodyPr/>
              <a:lstStyle/>
              <a:p>
                <a:pPr algn="ctr" eaLnBrk="0" hangingPunct="0"/>
                <a:endParaRPr lang="nl-BE"/>
              </a:p>
            </p:txBody>
          </p:sp>
          <p:sp>
            <p:nvSpPr>
              <p:cNvPr id="42909" name="Freeform 237"/>
              <p:cNvSpPr>
                <a:spLocks/>
              </p:cNvSpPr>
              <p:nvPr/>
            </p:nvSpPr>
            <p:spPr bwMode="auto">
              <a:xfrm rot="-155667">
                <a:off x="2605" y="2532"/>
                <a:ext cx="95" cy="187"/>
              </a:xfrm>
              <a:custGeom>
                <a:avLst/>
                <a:gdLst>
                  <a:gd name="T0" fmla="*/ 0 w 228"/>
                  <a:gd name="T1" fmla="*/ 0 h 678"/>
                  <a:gd name="T2" fmla="*/ 0 w 228"/>
                  <a:gd name="T3" fmla="*/ 0 h 678"/>
                  <a:gd name="T4" fmla="*/ 0 w 228"/>
                  <a:gd name="T5" fmla="*/ 0 h 678"/>
                  <a:gd name="T6" fmla="*/ 0 w 228"/>
                  <a:gd name="T7" fmla="*/ 0 h 678"/>
                  <a:gd name="T8" fmla="*/ 0 w 228"/>
                  <a:gd name="T9" fmla="*/ 0 h 678"/>
                  <a:gd name="T10" fmla="*/ 0 w 228"/>
                  <a:gd name="T11" fmla="*/ 0 h 678"/>
                  <a:gd name="T12" fmla="*/ 0 w 228"/>
                  <a:gd name="T13" fmla="*/ 0 h 678"/>
                  <a:gd name="T14" fmla="*/ 0 w 228"/>
                  <a:gd name="T15" fmla="*/ 0 h 678"/>
                  <a:gd name="T16" fmla="*/ 0 w 228"/>
                  <a:gd name="T17" fmla="*/ 0 h 678"/>
                  <a:gd name="T18" fmla="*/ 0 w 228"/>
                  <a:gd name="T19" fmla="*/ 0 h 678"/>
                  <a:gd name="T20" fmla="*/ 0 w 228"/>
                  <a:gd name="T21" fmla="*/ 0 h 678"/>
                  <a:gd name="T22" fmla="*/ 0 w 228"/>
                  <a:gd name="T23" fmla="*/ 0 h 678"/>
                  <a:gd name="T24" fmla="*/ 0 w 228"/>
                  <a:gd name="T25" fmla="*/ 0 h 678"/>
                  <a:gd name="T26" fmla="*/ 0 w 228"/>
                  <a:gd name="T27" fmla="*/ 0 h 678"/>
                  <a:gd name="T28" fmla="*/ 0 w 228"/>
                  <a:gd name="T29" fmla="*/ 0 h 678"/>
                  <a:gd name="T30" fmla="*/ 0 w 228"/>
                  <a:gd name="T31" fmla="*/ 0 h 678"/>
                  <a:gd name="T32" fmla="*/ 0 w 228"/>
                  <a:gd name="T33" fmla="*/ 0 h 678"/>
                  <a:gd name="T34" fmla="*/ 0 w 228"/>
                  <a:gd name="T35" fmla="*/ 0 h 678"/>
                  <a:gd name="T36" fmla="*/ 0 w 228"/>
                  <a:gd name="T37" fmla="*/ 0 h 678"/>
                  <a:gd name="T38" fmla="*/ 0 w 228"/>
                  <a:gd name="T39" fmla="*/ 0 h 678"/>
                  <a:gd name="T40" fmla="*/ 0 w 228"/>
                  <a:gd name="T41" fmla="*/ 0 h 678"/>
                  <a:gd name="T42" fmla="*/ 0 w 228"/>
                  <a:gd name="T43" fmla="*/ 0 h 678"/>
                  <a:gd name="T44" fmla="*/ 0 w 228"/>
                  <a:gd name="T45" fmla="*/ 0 h 678"/>
                  <a:gd name="T46" fmla="*/ 0 w 228"/>
                  <a:gd name="T47" fmla="*/ 0 h 678"/>
                  <a:gd name="T48" fmla="*/ 0 w 228"/>
                  <a:gd name="T49" fmla="*/ 0 h 678"/>
                  <a:gd name="T50" fmla="*/ 0 w 228"/>
                  <a:gd name="T51" fmla="*/ 0 h 678"/>
                  <a:gd name="T52" fmla="*/ 0 w 228"/>
                  <a:gd name="T53" fmla="*/ 0 h 678"/>
                  <a:gd name="T54" fmla="*/ 0 w 228"/>
                  <a:gd name="T55" fmla="*/ 0 h 678"/>
                  <a:gd name="T56" fmla="*/ 0 w 228"/>
                  <a:gd name="T57" fmla="*/ 0 h 678"/>
                  <a:gd name="T58" fmla="*/ 0 w 228"/>
                  <a:gd name="T59" fmla="*/ 0 h 678"/>
                  <a:gd name="T60" fmla="*/ 0 w 228"/>
                  <a:gd name="T61" fmla="*/ 0 h 678"/>
                  <a:gd name="T62" fmla="*/ 0 w 228"/>
                  <a:gd name="T63" fmla="*/ 0 h 678"/>
                  <a:gd name="T64" fmla="*/ 0 w 228"/>
                  <a:gd name="T65" fmla="*/ 0 h 678"/>
                  <a:gd name="T66" fmla="*/ 0 w 228"/>
                  <a:gd name="T67" fmla="*/ 0 h 678"/>
                  <a:gd name="T68" fmla="*/ 0 w 228"/>
                  <a:gd name="T69" fmla="*/ 0 h 678"/>
                  <a:gd name="T70" fmla="*/ 0 w 228"/>
                  <a:gd name="T71" fmla="*/ 0 h 678"/>
                  <a:gd name="T72" fmla="*/ 0 w 228"/>
                  <a:gd name="T73" fmla="*/ 0 h 678"/>
                  <a:gd name="T74" fmla="*/ 0 w 228"/>
                  <a:gd name="T75" fmla="*/ 0 h 678"/>
                  <a:gd name="T76" fmla="*/ 0 w 228"/>
                  <a:gd name="T77" fmla="*/ 0 h 678"/>
                  <a:gd name="T78" fmla="*/ 0 w 228"/>
                  <a:gd name="T79" fmla="*/ 0 h 678"/>
                  <a:gd name="T80" fmla="*/ 0 w 228"/>
                  <a:gd name="T81" fmla="*/ 0 h 678"/>
                  <a:gd name="T82" fmla="*/ 0 w 228"/>
                  <a:gd name="T83" fmla="*/ 0 h 678"/>
                  <a:gd name="T84" fmla="*/ 0 w 228"/>
                  <a:gd name="T85" fmla="*/ 0 h 678"/>
                  <a:gd name="T86" fmla="*/ 0 w 228"/>
                  <a:gd name="T87" fmla="*/ 0 h 678"/>
                  <a:gd name="T88" fmla="*/ 0 w 228"/>
                  <a:gd name="T89" fmla="*/ 0 h 678"/>
                  <a:gd name="T90" fmla="*/ 0 w 228"/>
                  <a:gd name="T91" fmla="*/ 0 h 678"/>
                  <a:gd name="T92" fmla="*/ 0 w 228"/>
                  <a:gd name="T93" fmla="*/ 0 h 678"/>
                  <a:gd name="T94" fmla="*/ 0 w 228"/>
                  <a:gd name="T95" fmla="*/ 0 h 678"/>
                  <a:gd name="T96" fmla="*/ 0 w 228"/>
                  <a:gd name="T97" fmla="*/ 0 h 678"/>
                  <a:gd name="T98" fmla="*/ 0 w 228"/>
                  <a:gd name="T99" fmla="*/ 0 h 678"/>
                  <a:gd name="T100" fmla="*/ 0 w 228"/>
                  <a:gd name="T101" fmla="*/ 0 h 678"/>
                  <a:gd name="T102" fmla="*/ 0 w 228"/>
                  <a:gd name="T103" fmla="*/ 0 h 678"/>
                  <a:gd name="T104" fmla="*/ 0 w 228"/>
                  <a:gd name="T105" fmla="*/ 0 h 678"/>
                  <a:gd name="T106" fmla="*/ 0 w 228"/>
                  <a:gd name="T107" fmla="*/ 0 h 678"/>
                  <a:gd name="T108" fmla="*/ 0 w 228"/>
                  <a:gd name="T109" fmla="*/ 0 h 67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28"/>
                  <a:gd name="T166" fmla="*/ 0 h 678"/>
                  <a:gd name="T167" fmla="*/ 228 w 228"/>
                  <a:gd name="T168" fmla="*/ 678 h 67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28" h="678">
                    <a:moveTo>
                      <a:pt x="107" y="0"/>
                    </a:moveTo>
                    <a:lnTo>
                      <a:pt x="228" y="0"/>
                    </a:lnTo>
                    <a:lnTo>
                      <a:pt x="227" y="678"/>
                    </a:lnTo>
                    <a:lnTo>
                      <a:pt x="107" y="672"/>
                    </a:lnTo>
                    <a:lnTo>
                      <a:pt x="103" y="670"/>
                    </a:lnTo>
                    <a:lnTo>
                      <a:pt x="99" y="669"/>
                    </a:lnTo>
                    <a:lnTo>
                      <a:pt x="93" y="666"/>
                    </a:lnTo>
                    <a:lnTo>
                      <a:pt x="86" y="663"/>
                    </a:lnTo>
                    <a:lnTo>
                      <a:pt x="80" y="657"/>
                    </a:lnTo>
                    <a:lnTo>
                      <a:pt x="73" y="649"/>
                    </a:lnTo>
                    <a:lnTo>
                      <a:pt x="67" y="642"/>
                    </a:lnTo>
                    <a:lnTo>
                      <a:pt x="62" y="636"/>
                    </a:lnTo>
                    <a:lnTo>
                      <a:pt x="57" y="627"/>
                    </a:lnTo>
                    <a:lnTo>
                      <a:pt x="53" y="619"/>
                    </a:lnTo>
                    <a:lnTo>
                      <a:pt x="49" y="613"/>
                    </a:lnTo>
                    <a:lnTo>
                      <a:pt x="44" y="601"/>
                    </a:lnTo>
                    <a:lnTo>
                      <a:pt x="40" y="591"/>
                    </a:lnTo>
                    <a:lnTo>
                      <a:pt x="36" y="579"/>
                    </a:lnTo>
                    <a:lnTo>
                      <a:pt x="33" y="571"/>
                    </a:lnTo>
                    <a:lnTo>
                      <a:pt x="30" y="564"/>
                    </a:lnTo>
                    <a:lnTo>
                      <a:pt x="25" y="547"/>
                    </a:lnTo>
                    <a:lnTo>
                      <a:pt x="21" y="529"/>
                    </a:lnTo>
                    <a:lnTo>
                      <a:pt x="16" y="511"/>
                    </a:lnTo>
                    <a:lnTo>
                      <a:pt x="13" y="492"/>
                    </a:lnTo>
                    <a:lnTo>
                      <a:pt x="9" y="469"/>
                    </a:lnTo>
                    <a:lnTo>
                      <a:pt x="7" y="447"/>
                    </a:lnTo>
                    <a:lnTo>
                      <a:pt x="3" y="421"/>
                    </a:lnTo>
                    <a:lnTo>
                      <a:pt x="2" y="394"/>
                    </a:lnTo>
                    <a:lnTo>
                      <a:pt x="0" y="367"/>
                    </a:lnTo>
                    <a:lnTo>
                      <a:pt x="0" y="334"/>
                    </a:lnTo>
                    <a:lnTo>
                      <a:pt x="1" y="292"/>
                    </a:lnTo>
                    <a:lnTo>
                      <a:pt x="3" y="253"/>
                    </a:lnTo>
                    <a:lnTo>
                      <a:pt x="7" y="225"/>
                    </a:lnTo>
                    <a:lnTo>
                      <a:pt x="10" y="195"/>
                    </a:lnTo>
                    <a:lnTo>
                      <a:pt x="13" y="172"/>
                    </a:lnTo>
                    <a:lnTo>
                      <a:pt x="16" y="157"/>
                    </a:lnTo>
                    <a:lnTo>
                      <a:pt x="22" y="133"/>
                    </a:lnTo>
                    <a:lnTo>
                      <a:pt x="31" y="108"/>
                    </a:lnTo>
                    <a:lnTo>
                      <a:pt x="37" y="88"/>
                    </a:lnTo>
                    <a:lnTo>
                      <a:pt x="43" y="75"/>
                    </a:lnTo>
                    <a:lnTo>
                      <a:pt x="47" y="66"/>
                    </a:lnTo>
                    <a:lnTo>
                      <a:pt x="52" y="57"/>
                    </a:lnTo>
                    <a:lnTo>
                      <a:pt x="56" y="48"/>
                    </a:lnTo>
                    <a:lnTo>
                      <a:pt x="59" y="40"/>
                    </a:lnTo>
                    <a:lnTo>
                      <a:pt x="63" y="34"/>
                    </a:lnTo>
                    <a:lnTo>
                      <a:pt x="68" y="28"/>
                    </a:lnTo>
                    <a:lnTo>
                      <a:pt x="73" y="22"/>
                    </a:lnTo>
                    <a:lnTo>
                      <a:pt x="77" y="18"/>
                    </a:lnTo>
                    <a:lnTo>
                      <a:pt x="81" y="13"/>
                    </a:lnTo>
                    <a:lnTo>
                      <a:pt x="86" y="9"/>
                    </a:lnTo>
                    <a:lnTo>
                      <a:pt x="91" y="6"/>
                    </a:lnTo>
                    <a:lnTo>
                      <a:pt x="95" y="3"/>
                    </a:lnTo>
                    <a:lnTo>
                      <a:pt x="99" y="1"/>
                    </a:lnTo>
                    <a:lnTo>
                      <a:pt x="103" y="0"/>
                    </a:lnTo>
                    <a:lnTo>
                      <a:pt x="107" y="0"/>
                    </a:lnTo>
                    <a:close/>
                  </a:path>
                </a:pathLst>
              </a:custGeom>
              <a:solidFill>
                <a:srgbClr val="202020"/>
              </a:solidFill>
              <a:ln w="9525">
                <a:noFill/>
                <a:round/>
                <a:headEnd/>
                <a:tailEnd/>
              </a:ln>
            </p:spPr>
            <p:txBody>
              <a:bodyPr/>
              <a:lstStyle/>
              <a:p>
                <a:endParaRPr lang="nl-BE"/>
              </a:p>
            </p:txBody>
          </p:sp>
          <p:sp>
            <p:nvSpPr>
              <p:cNvPr id="42910" name="Oval 238"/>
              <p:cNvSpPr>
                <a:spLocks noChangeArrowheads="1"/>
              </p:cNvSpPr>
              <p:nvPr/>
            </p:nvSpPr>
            <p:spPr bwMode="auto">
              <a:xfrm rot="-155667">
                <a:off x="2649" y="2530"/>
                <a:ext cx="96" cy="187"/>
              </a:xfrm>
              <a:prstGeom prst="ellipse">
                <a:avLst/>
              </a:prstGeom>
              <a:solidFill>
                <a:srgbClr val="404040"/>
              </a:solidFill>
              <a:ln w="9525">
                <a:noFill/>
                <a:round/>
                <a:headEnd/>
                <a:tailEnd/>
              </a:ln>
            </p:spPr>
            <p:txBody>
              <a:bodyPr/>
              <a:lstStyle/>
              <a:p>
                <a:pPr algn="ctr" eaLnBrk="0" hangingPunct="0"/>
                <a:endParaRPr lang="nl-BE"/>
              </a:p>
            </p:txBody>
          </p:sp>
          <p:sp>
            <p:nvSpPr>
              <p:cNvPr id="42911" name="Oval 239"/>
              <p:cNvSpPr>
                <a:spLocks noChangeArrowheads="1"/>
              </p:cNvSpPr>
              <p:nvPr/>
            </p:nvSpPr>
            <p:spPr bwMode="auto">
              <a:xfrm rot="-155667">
                <a:off x="2669" y="2569"/>
                <a:ext cx="55" cy="110"/>
              </a:xfrm>
              <a:prstGeom prst="ellipse">
                <a:avLst/>
              </a:prstGeom>
              <a:solidFill>
                <a:srgbClr val="A0A0A0"/>
              </a:solidFill>
              <a:ln w="9525">
                <a:noFill/>
                <a:round/>
                <a:headEnd/>
                <a:tailEnd/>
              </a:ln>
            </p:spPr>
            <p:txBody>
              <a:bodyPr/>
              <a:lstStyle/>
              <a:p>
                <a:pPr algn="ctr" eaLnBrk="0" hangingPunct="0"/>
                <a:endParaRPr lang="nl-BE"/>
              </a:p>
            </p:txBody>
          </p:sp>
          <p:sp>
            <p:nvSpPr>
              <p:cNvPr id="42912" name="Oval 240"/>
              <p:cNvSpPr>
                <a:spLocks noChangeArrowheads="1"/>
              </p:cNvSpPr>
              <p:nvPr/>
            </p:nvSpPr>
            <p:spPr bwMode="auto">
              <a:xfrm rot="-155667">
                <a:off x="2668" y="2571"/>
                <a:ext cx="51" cy="104"/>
              </a:xfrm>
              <a:prstGeom prst="ellipse">
                <a:avLst/>
              </a:prstGeom>
              <a:solidFill>
                <a:srgbClr val="808080"/>
              </a:solidFill>
              <a:ln w="9525">
                <a:noFill/>
                <a:round/>
                <a:headEnd/>
                <a:tailEnd/>
              </a:ln>
            </p:spPr>
            <p:txBody>
              <a:bodyPr/>
              <a:lstStyle/>
              <a:p>
                <a:pPr algn="ctr" eaLnBrk="0" hangingPunct="0"/>
                <a:endParaRPr lang="nl-BE"/>
              </a:p>
            </p:txBody>
          </p:sp>
          <p:sp>
            <p:nvSpPr>
              <p:cNvPr id="42913" name="Oval 241"/>
              <p:cNvSpPr>
                <a:spLocks noChangeArrowheads="1"/>
              </p:cNvSpPr>
              <p:nvPr/>
            </p:nvSpPr>
            <p:spPr bwMode="auto">
              <a:xfrm rot="-155667">
                <a:off x="2692" y="2614"/>
                <a:ext cx="9" cy="19"/>
              </a:xfrm>
              <a:prstGeom prst="ellipse">
                <a:avLst/>
              </a:prstGeom>
              <a:solidFill>
                <a:srgbClr val="404040"/>
              </a:solidFill>
              <a:ln w="9525">
                <a:noFill/>
                <a:round/>
                <a:headEnd/>
                <a:tailEnd/>
              </a:ln>
            </p:spPr>
            <p:txBody>
              <a:bodyPr/>
              <a:lstStyle/>
              <a:p>
                <a:pPr algn="ctr" eaLnBrk="0" hangingPunct="0"/>
                <a:endParaRPr lang="nl-BE"/>
              </a:p>
            </p:txBody>
          </p:sp>
          <p:sp>
            <p:nvSpPr>
              <p:cNvPr id="42914" name="Freeform 242"/>
              <p:cNvSpPr>
                <a:spLocks/>
              </p:cNvSpPr>
              <p:nvPr/>
            </p:nvSpPr>
            <p:spPr bwMode="auto">
              <a:xfrm rot="-155667">
                <a:off x="2660" y="2529"/>
                <a:ext cx="95" cy="191"/>
              </a:xfrm>
              <a:custGeom>
                <a:avLst/>
                <a:gdLst>
                  <a:gd name="T0" fmla="*/ 0 w 228"/>
                  <a:gd name="T1" fmla="*/ 0 h 693"/>
                  <a:gd name="T2" fmla="*/ 0 w 228"/>
                  <a:gd name="T3" fmla="*/ 0 h 693"/>
                  <a:gd name="T4" fmla="*/ 0 w 228"/>
                  <a:gd name="T5" fmla="*/ 0 h 693"/>
                  <a:gd name="T6" fmla="*/ 0 w 228"/>
                  <a:gd name="T7" fmla="*/ 0 h 693"/>
                  <a:gd name="T8" fmla="*/ 0 w 228"/>
                  <a:gd name="T9" fmla="*/ 0 h 693"/>
                  <a:gd name="T10" fmla="*/ 0 w 228"/>
                  <a:gd name="T11" fmla="*/ 0 h 693"/>
                  <a:gd name="T12" fmla="*/ 0 w 228"/>
                  <a:gd name="T13" fmla="*/ 0 h 693"/>
                  <a:gd name="T14" fmla="*/ 0 w 228"/>
                  <a:gd name="T15" fmla="*/ 0 h 693"/>
                  <a:gd name="T16" fmla="*/ 0 w 228"/>
                  <a:gd name="T17" fmla="*/ 0 h 693"/>
                  <a:gd name="T18" fmla="*/ 0 w 228"/>
                  <a:gd name="T19" fmla="*/ 0 h 693"/>
                  <a:gd name="T20" fmla="*/ 0 w 228"/>
                  <a:gd name="T21" fmla="*/ 0 h 693"/>
                  <a:gd name="T22" fmla="*/ 0 w 228"/>
                  <a:gd name="T23" fmla="*/ 0 h 693"/>
                  <a:gd name="T24" fmla="*/ 0 w 228"/>
                  <a:gd name="T25" fmla="*/ 0 h 693"/>
                  <a:gd name="T26" fmla="*/ 0 w 228"/>
                  <a:gd name="T27" fmla="*/ 0 h 693"/>
                  <a:gd name="T28" fmla="*/ 0 w 228"/>
                  <a:gd name="T29" fmla="*/ 0 h 693"/>
                  <a:gd name="T30" fmla="*/ 0 w 228"/>
                  <a:gd name="T31" fmla="*/ 0 h 693"/>
                  <a:gd name="T32" fmla="*/ 0 w 228"/>
                  <a:gd name="T33" fmla="*/ 0 h 693"/>
                  <a:gd name="T34" fmla="*/ 0 w 228"/>
                  <a:gd name="T35" fmla="*/ 0 h 693"/>
                  <a:gd name="T36" fmla="*/ 0 w 228"/>
                  <a:gd name="T37" fmla="*/ 0 h 693"/>
                  <a:gd name="T38" fmla="*/ 0 w 228"/>
                  <a:gd name="T39" fmla="*/ 0 h 693"/>
                  <a:gd name="T40" fmla="*/ 0 w 228"/>
                  <a:gd name="T41" fmla="*/ 0 h 693"/>
                  <a:gd name="T42" fmla="*/ 0 w 228"/>
                  <a:gd name="T43" fmla="*/ 0 h 693"/>
                  <a:gd name="T44" fmla="*/ 0 w 228"/>
                  <a:gd name="T45" fmla="*/ 0 h 693"/>
                  <a:gd name="T46" fmla="*/ 0 w 228"/>
                  <a:gd name="T47" fmla="*/ 0 h 693"/>
                  <a:gd name="T48" fmla="*/ 0 w 228"/>
                  <a:gd name="T49" fmla="*/ 0 h 693"/>
                  <a:gd name="T50" fmla="*/ 0 w 228"/>
                  <a:gd name="T51" fmla="*/ 0 h 693"/>
                  <a:gd name="T52" fmla="*/ 0 w 228"/>
                  <a:gd name="T53" fmla="*/ 0 h 693"/>
                  <a:gd name="T54" fmla="*/ 0 w 228"/>
                  <a:gd name="T55" fmla="*/ 0 h 693"/>
                  <a:gd name="T56" fmla="*/ 0 w 228"/>
                  <a:gd name="T57" fmla="*/ 0 h 693"/>
                  <a:gd name="T58" fmla="*/ 0 w 228"/>
                  <a:gd name="T59" fmla="*/ 0 h 693"/>
                  <a:gd name="T60" fmla="*/ 0 w 228"/>
                  <a:gd name="T61" fmla="*/ 0 h 693"/>
                  <a:gd name="T62" fmla="*/ 0 w 228"/>
                  <a:gd name="T63" fmla="*/ 0 h 693"/>
                  <a:gd name="T64" fmla="*/ 0 w 228"/>
                  <a:gd name="T65" fmla="*/ 0 h 693"/>
                  <a:gd name="T66" fmla="*/ 0 w 228"/>
                  <a:gd name="T67" fmla="*/ 0 h 693"/>
                  <a:gd name="T68" fmla="*/ 0 w 228"/>
                  <a:gd name="T69" fmla="*/ 0 h 693"/>
                  <a:gd name="T70" fmla="*/ 0 w 228"/>
                  <a:gd name="T71" fmla="*/ 0 h 693"/>
                  <a:gd name="T72" fmla="*/ 0 w 228"/>
                  <a:gd name="T73" fmla="*/ 0 h 693"/>
                  <a:gd name="T74" fmla="*/ 0 w 228"/>
                  <a:gd name="T75" fmla="*/ 0 h 693"/>
                  <a:gd name="T76" fmla="*/ 0 w 228"/>
                  <a:gd name="T77" fmla="*/ 0 h 693"/>
                  <a:gd name="T78" fmla="*/ 0 w 228"/>
                  <a:gd name="T79" fmla="*/ 0 h 693"/>
                  <a:gd name="T80" fmla="*/ 0 w 228"/>
                  <a:gd name="T81" fmla="*/ 0 h 693"/>
                  <a:gd name="T82" fmla="*/ 0 w 228"/>
                  <a:gd name="T83" fmla="*/ 0 h 693"/>
                  <a:gd name="T84" fmla="*/ 0 w 228"/>
                  <a:gd name="T85" fmla="*/ 0 h 693"/>
                  <a:gd name="T86" fmla="*/ 0 w 228"/>
                  <a:gd name="T87" fmla="*/ 0 h 693"/>
                  <a:gd name="T88" fmla="*/ 0 w 228"/>
                  <a:gd name="T89" fmla="*/ 0 h 693"/>
                  <a:gd name="T90" fmla="*/ 0 w 228"/>
                  <a:gd name="T91" fmla="*/ 0 h 693"/>
                  <a:gd name="T92" fmla="*/ 0 w 228"/>
                  <a:gd name="T93" fmla="*/ 0 h 693"/>
                  <a:gd name="T94" fmla="*/ 0 w 228"/>
                  <a:gd name="T95" fmla="*/ 0 h 693"/>
                  <a:gd name="T96" fmla="*/ 0 w 228"/>
                  <a:gd name="T97" fmla="*/ 0 h 693"/>
                  <a:gd name="T98" fmla="*/ 0 w 228"/>
                  <a:gd name="T99" fmla="*/ 0 h 693"/>
                  <a:gd name="T100" fmla="*/ 0 w 228"/>
                  <a:gd name="T101" fmla="*/ 0 h 693"/>
                  <a:gd name="T102" fmla="*/ 0 w 228"/>
                  <a:gd name="T103" fmla="*/ 0 h 693"/>
                  <a:gd name="T104" fmla="*/ 0 w 228"/>
                  <a:gd name="T105" fmla="*/ 0 h 693"/>
                  <a:gd name="T106" fmla="*/ 0 w 228"/>
                  <a:gd name="T107" fmla="*/ 0 h 693"/>
                  <a:gd name="T108" fmla="*/ 0 w 228"/>
                  <a:gd name="T109" fmla="*/ 0 h 693"/>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28"/>
                  <a:gd name="T166" fmla="*/ 0 h 693"/>
                  <a:gd name="T167" fmla="*/ 228 w 228"/>
                  <a:gd name="T168" fmla="*/ 693 h 693"/>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28" h="693">
                    <a:moveTo>
                      <a:pt x="108" y="0"/>
                    </a:moveTo>
                    <a:lnTo>
                      <a:pt x="228" y="0"/>
                    </a:lnTo>
                    <a:lnTo>
                      <a:pt x="227" y="693"/>
                    </a:lnTo>
                    <a:lnTo>
                      <a:pt x="108" y="687"/>
                    </a:lnTo>
                    <a:lnTo>
                      <a:pt x="103" y="685"/>
                    </a:lnTo>
                    <a:lnTo>
                      <a:pt x="100" y="684"/>
                    </a:lnTo>
                    <a:lnTo>
                      <a:pt x="94" y="681"/>
                    </a:lnTo>
                    <a:lnTo>
                      <a:pt x="87" y="678"/>
                    </a:lnTo>
                    <a:lnTo>
                      <a:pt x="81" y="672"/>
                    </a:lnTo>
                    <a:lnTo>
                      <a:pt x="73" y="664"/>
                    </a:lnTo>
                    <a:lnTo>
                      <a:pt x="68" y="657"/>
                    </a:lnTo>
                    <a:lnTo>
                      <a:pt x="62" y="649"/>
                    </a:lnTo>
                    <a:lnTo>
                      <a:pt x="57" y="642"/>
                    </a:lnTo>
                    <a:lnTo>
                      <a:pt x="54" y="633"/>
                    </a:lnTo>
                    <a:lnTo>
                      <a:pt x="50" y="627"/>
                    </a:lnTo>
                    <a:lnTo>
                      <a:pt x="45" y="615"/>
                    </a:lnTo>
                    <a:lnTo>
                      <a:pt x="41" y="604"/>
                    </a:lnTo>
                    <a:lnTo>
                      <a:pt x="37" y="592"/>
                    </a:lnTo>
                    <a:lnTo>
                      <a:pt x="33" y="585"/>
                    </a:lnTo>
                    <a:lnTo>
                      <a:pt x="31" y="576"/>
                    </a:lnTo>
                    <a:lnTo>
                      <a:pt x="26" y="559"/>
                    </a:lnTo>
                    <a:lnTo>
                      <a:pt x="22" y="541"/>
                    </a:lnTo>
                    <a:lnTo>
                      <a:pt x="17" y="523"/>
                    </a:lnTo>
                    <a:lnTo>
                      <a:pt x="13" y="502"/>
                    </a:lnTo>
                    <a:lnTo>
                      <a:pt x="10" y="480"/>
                    </a:lnTo>
                    <a:lnTo>
                      <a:pt x="7" y="457"/>
                    </a:lnTo>
                    <a:lnTo>
                      <a:pt x="4" y="432"/>
                    </a:lnTo>
                    <a:lnTo>
                      <a:pt x="2" y="403"/>
                    </a:lnTo>
                    <a:lnTo>
                      <a:pt x="0" y="376"/>
                    </a:lnTo>
                    <a:lnTo>
                      <a:pt x="1" y="343"/>
                    </a:lnTo>
                    <a:lnTo>
                      <a:pt x="1" y="300"/>
                    </a:lnTo>
                    <a:lnTo>
                      <a:pt x="4" y="259"/>
                    </a:lnTo>
                    <a:lnTo>
                      <a:pt x="7" y="229"/>
                    </a:lnTo>
                    <a:lnTo>
                      <a:pt x="11" y="199"/>
                    </a:lnTo>
                    <a:lnTo>
                      <a:pt x="14" y="177"/>
                    </a:lnTo>
                    <a:lnTo>
                      <a:pt x="17" y="160"/>
                    </a:lnTo>
                    <a:lnTo>
                      <a:pt x="23" y="138"/>
                    </a:lnTo>
                    <a:lnTo>
                      <a:pt x="31" y="109"/>
                    </a:lnTo>
                    <a:lnTo>
                      <a:pt x="38" y="90"/>
                    </a:lnTo>
                    <a:lnTo>
                      <a:pt x="44" y="76"/>
                    </a:lnTo>
                    <a:lnTo>
                      <a:pt x="48" y="67"/>
                    </a:lnTo>
                    <a:lnTo>
                      <a:pt x="52" y="57"/>
                    </a:lnTo>
                    <a:lnTo>
                      <a:pt x="56" y="49"/>
                    </a:lnTo>
                    <a:lnTo>
                      <a:pt x="60" y="42"/>
                    </a:lnTo>
                    <a:lnTo>
                      <a:pt x="64" y="36"/>
                    </a:lnTo>
                    <a:lnTo>
                      <a:pt x="69" y="28"/>
                    </a:lnTo>
                    <a:lnTo>
                      <a:pt x="73" y="22"/>
                    </a:lnTo>
                    <a:lnTo>
                      <a:pt x="78" y="18"/>
                    </a:lnTo>
                    <a:lnTo>
                      <a:pt x="82" y="13"/>
                    </a:lnTo>
                    <a:lnTo>
                      <a:pt x="86" y="9"/>
                    </a:lnTo>
                    <a:lnTo>
                      <a:pt x="92" y="6"/>
                    </a:lnTo>
                    <a:lnTo>
                      <a:pt x="96" y="4"/>
                    </a:lnTo>
                    <a:lnTo>
                      <a:pt x="100" y="1"/>
                    </a:lnTo>
                    <a:lnTo>
                      <a:pt x="103" y="1"/>
                    </a:lnTo>
                    <a:lnTo>
                      <a:pt x="108" y="0"/>
                    </a:lnTo>
                    <a:close/>
                  </a:path>
                </a:pathLst>
              </a:custGeom>
              <a:solidFill>
                <a:srgbClr val="202020"/>
              </a:solidFill>
              <a:ln w="9525">
                <a:noFill/>
                <a:round/>
                <a:headEnd/>
                <a:tailEnd/>
              </a:ln>
            </p:spPr>
            <p:txBody>
              <a:bodyPr/>
              <a:lstStyle/>
              <a:p>
                <a:endParaRPr lang="nl-BE"/>
              </a:p>
            </p:txBody>
          </p:sp>
          <p:sp>
            <p:nvSpPr>
              <p:cNvPr id="42915" name="Oval 243"/>
              <p:cNvSpPr>
                <a:spLocks noChangeArrowheads="1"/>
              </p:cNvSpPr>
              <p:nvPr/>
            </p:nvSpPr>
            <p:spPr bwMode="auto">
              <a:xfrm rot="-155667">
                <a:off x="2705" y="2526"/>
                <a:ext cx="95" cy="192"/>
              </a:xfrm>
              <a:prstGeom prst="ellipse">
                <a:avLst/>
              </a:prstGeom>
              <a:solidFill>
                <a:srgbClr val="404040"/>
              </a:solidFill>
              <a:ln w="9525">
                <a:noFill/>
                <a:round/>
                <a:headEnd/>
                <a:tailEnd/>
              </a:ln>
            </p:spPr>
            <p:txBody>
              <a:bodyPr/>
              <a:lstStyle/>
              <a:p>
                <a:pPr algn="ctr" eaLnBrk="0" hangingPunct="0"/>
                <a:endParaRPr lang="nl-BE"/>
              </a:p>
            </p:txBody>
          </p:sp>
          <p:sp>
            <p:nvSpPr>
              <p:cNvPr id="42916" name="Oval 244"/>
              <p:cNvSpPr>
                <a:spLocks noChangeArrowheads="1"/>
              </p:cNvSpPr>
              <p:nvPr/>
            </p:nvSpPr>
            <p:spPr bwMode="auto">
              <a:xfrm rot="-155667">
                <a:off x="2724" y="2567"/>
                <a:ext cx="56" cy="112"/>
              </a:xfrm>
              <a:prstGeom prst="ellipse">
                <a:avLst/>
              </a:prstGeom>
              <a:solidFill>
                <a:srgbClr val="A0A0A0"/>
              </a:solidFill>
              <a:ln w="9525">
                <a:noFill/>
                <a:round/>
                <a:headEnd/>
                <a:tailEnd/>
              </a:ln>
            </p:spPr>
            <p:txBody>
              <a:bodyPr/>
              <a:lstStyle/>
              <a:p>
                <a:pPr algn="ctr" eaLnBrk="0" hangingPunct="0"/>
                <a:endParaRPr lang="nl-BE"/>
              </a:p>
            </p:txBody>
          </p:sp>
          <p:sp>
            <p:nvSpPr>
              <p:cNvPr id="42917" name="Oval 245"/>
              <p:cNvSpPr>
                <a:spLocks noChangeArrowheads="1"/>
              </p:cNvSpPr>
              <p:nvPr/>
            </p:nvSpPr>
            <p:spPr bwMode="auto">
              <a:xfrm rot="-155667">
                <a:off x="2723" y="2569"/>
                <a:ext cx="52" cy="106"/>
              </a:xfrm>
              <a:prstGeom prst="ellipse">
                <a:avLst/>
              </a:prstGeom>
              <a:solidFill>
                <a:srgbClr val="808080"/>
              </a:solidFill>
              <a:ln w="9525">
                <a:noFill/>
                <a:round/>
                <a:headEnd/>
                <a:tailEnd/>
              </a:ln>
            </p:spPr>
            <p:txBody>
              <a:bodyPr/>
              <a:lstStyle/>
              <a:p>
                <a:pPr algn="ctr" eaLnBrk="0" hangingPunct="0"/>
                <a:endParaRPr lang="nl-BE"/>
              </a:p>
            </p:txBody>
          </p:sp>
          <p:sp>
            <p:nvSpPr>
              <p:cNvPr id="42918" name="Oval 246"/>
              <p:cNvSpPr>
                <a:spLocks noChangeArrowheads="1"/>
              </p:cNvSpPr>
              <p:nvPr/>
            </p:nvSpPr>
            <p:spPr bwMode="auto">
              <a:xfrm rot="-155667">
                <a:off x="2747" y="2612"/>
                <a:ext cx="9" cy="19"/>
              </a:xfrm>
              <a:prstGeom prst="ellipse">
                <a:avLst/>
              </a:prstGeom>
              <a:solidFill>
                <a:srgbClr val="404040"/>
              </a:solidFill>
              <a:ln w="9525">
                <a:noFill/>
                <a:round/>
                <a:headEnd/>
                <a:tailEnd/>
              </a:ln>
            </p:spPr>
            <p:txBody>
              <a:bodyPr/>
              <a:lstStyle/>
              <a:p>
                <a:pPr algn="ctr" eaLnBrk="0" hangingPunct="0"/>
                <a:endParaRPr lang="nl-BE"/>
              </a:p>
            </p:txBody>
          </p:sp>
          <p:sp>
            <p:nvSpPr>
              <p:cNvPr id="42919" name="Freeform 247"/>
              <p:cNvSpPr>
                <a:spLocks/>
              </p:cNvSpPr>
              <p:nvPr/>
            </p:nvSpPr>
            <p:spPr bwMode="auto">
              <a:xfrm rot="-155667">
                <a:off x="2610" y="2548"/>
                <a:ext cx="90" cy="131"/>
              </a:xfrm>
              <a:custGeom>
                <a:avLst/>
                <a:gdLst>
                  <a:gd name="T0" fmla="*/ 0 w 216"/>
                  <a:gd name="T1" fmla="*/ 0 h 478"/>
                  <a:gd name="T2" fmla="*/ 0 w 216"/>
                  <a:gd name="T3" fmla="*/ 0 h 478"/>
                  <a:gd name="T4" fmla="*/ 0 w 216"/>
                  <a:gd name="T5" fmla="*/ 0 h 478"/>
                  <a:gd name="T6" fmla="*/ 0 w 216"/>
                  <a:gd name="T7" fmla="*/ 0 h 478"/>
                  <a:gd name="T8" fmla="*/ 0 w 216"/>
                  <a:gd name="T9" fmla="*/ 0 h 478"/>
                  <a:gd name="T10" fmla="*/ 0 60000 65536"/>
                  <a:gd name="T11" fmla="*/ 0 60000 65536"/>
                  <a:gd name="T12" fmla="*/ 0 60000 65536"/>
                  <a:gd name="T13" fmla="*/ 0 60000 65536"/>
                  <a:gd name="T14" fmla="*/ 0 60000 65536"/>
                  <a:gd name="T15" fmla="*/ 0 w 216"/>
                  <a:gd name="T16" fmla="*/ 0 h 478"/>
                  <a:gd name="T17" fmla="*/ 216 w 216"/>
                  <a:gd name="T18" fmla="*/ 478 h 478"/>
                </a:gdLst>
                <a:ahLst/>
                <a:cxnLst>
                  <a:cxn ang="T10">
                    <a:pos x="T0" y="T1"/>
                  </a:cxn>
                  <a:cxn ang="T11">
                    <a:pos x="T2" y="T3"/>
                  </a:cxn>
                  <a:cxn ang="T12">
                    <a:pos x="T4" y="T5"/>
                  </a:cxn>
                  <a:cxn ang="T13">
                    <a:pos x="T6" y="T7"/>
                  </a:cxn>
                  <a:cxn ang="T14">
                    <a:pos x="T8" y="T9"/>
                  </a:cxn>
                </a:cxnLst>
                <a:rect l="T15" t="T16" r="T17" b="T18"/>
                <a:pathLst>
                  <a:path w="216" h="478">
                    <a:moveTo>
                      <a:pt x="0" y="28"/>
                    </a:moveTo>
                    <a:lnTo>
                      <a:pt x="0" y="465"/>
                    </a:lnTo>
                    <a:lnTo>
                      <a:pt x="216" y="478"/>
                    </a:lnTo>
                    <a:lnTo>
                      <a:pt x="216" y="0"/>
                    </a:lnTo>
                    <a:lnTo>
                      <a:pt x="0" y="28"/>
                    </a:lnTo>
                    <a:close/>
                  </a:path>
                </a:pathLst>
              </a:custGeom>
              <a:solidFill>
                <a:srgbClr val="202020"/>
              </a:solidFill>
              <a:ln w="9525">
                <a:noFill/>
                <a:round/>
                <a:headEnd/>
                <a:tailEnd/>
              </a:ln>
            </p:spPr>
            <p:txBody>
              <a:bodyPr/>
              <a:lstStyle/>
              <a:p>
                <a:endParaRPr lang="nl-BE"/>
              </a:p>
            </p:txBody>
          </p:sp>
          <p:sp>
            <p:nvSpPr>
              <p:cNvPr id="42920" name="Freeform 248"/>
              <p:cNvSpPr>
                <a:spLocks/>
              </p:cNvSpPr>
              <p:nvPr/>
            </p:nvSpPr>
            <p:spPr bwMode="auto">
              <a:xfrm rot="-155667">
                <a:off x="2115" y="1839"/>
                <a:ext cx="765" cy="722"/>
              </a:xfrm>
              <a:custGeom>
                <a:avLst/>
                <a:gdLst>
                  <a:gd name="T0" fmla="*/ 0 w 1855"/>
                  <a:gd name="T1" fmla="*/ 0 h 2621"/>
                  <a:gd name="T2" fmla="*/ 0 w 1855"/>
                  <a:gd name="T3" fmla="*/ 0 h 2621"/>
                  <a:gd name="T4" fmla="*/ 0 w 1855"/>
                  <a:gd name="T5" fmla="*/ 0 h 2621"/>
                  <a:gd name="T6" fmla="*/ 0 w 1855"/>
                  <a:gd name="T7" fmla="*/ 0 h 2621"/>
                  <a:gd name="T8" fmla="*/ 0 w 1855"/>
                  <a:gd name="T9" fmla="*/ 0 h 2621"/>
                  <a:gd name="T10" fmla="*/ 0 60000 65536"/>
                  <a:gd name="T11" fmla="*/ 0 60000 65536"/>
                  <a:gd name="T12" fmla="*/ 0 60000 65536"/>
                  <a:gd name="T13" fmla="*/ 0 60000 65536"/>
                  <a:gd name="T14" fmla="*/ 0 60000 65536"/>
                  <a:gd name="T15" fmla="*/ 0 w 1855"/>
                  <a:gd name="T16" fmla="*/ 0 h 2621"/>
                  <a:gd name="T17" fmla="*/ 1855 w 1855"/>
                  <a:gd name="T18" fmla="*/ 2621 h 2621"/>
                </a:gdLst>
                <a:ahLst/>
                <a:cxnLst>
                  <a:cxn ang="T10">
                    <a:pos x="T0" y="T1"/>
                  </a:cxn>
                  <a:cxn ang="T11">
                    <a:pos x="T2" y="T3"/>
                  </a:cxn>
                  <a:cxn ang="T12">
                    <a:pos x="T4" y="T5"/>
                  </a:cxn>
                  <a:cxn ang="T13">
                    <a:pos x="T6" y="T7"/>
                  </a:cxn>
                  <a:cxn ang="T14">
                    <a:pos x="T8" y="T9"/>
                  </a:cxn>
                </a:cxnLst>
                <a:rect l="T15" t="T16" r="T17" b="T18"/>
                <a:pathLst>
                  <a:path w="1855" h="2621">
                    <a:moveTo>
                      <a:pt x="3" y="0"/>
                    </a:moveTo>
                    <a:lnTo>
                      <a:pt x="1855" y="1212"/>
                    </a:lnTo>
                    <a:lnTo>
                      <a:pt x="1855" y="2529"/>
                    </a:lnTo>
                    <a:lnTo>
                      <a:pt x="0" y="2621"/>
                    </a:lnTo>
                    <a:lnTo>
                      <a:pt x="3" y="0"/>
                    </a:lnTo>
                    <a:close/>
                  </a:path>
                </a:pathLst>
              </a:custGeom>
              <a:solidFill>
                <a:srgbClr val="A0A0A0"/>
              </a:solidFill>
              <a:ln w="6350">
                <a:solidFill>
                  <a:srgbClr val="000000"/>
                </a:solidFill>
                <a:prstDash val="solid"/>
                <a:round/>
                <a:headEnd/>
                <a:tailEnd/>
              </a:ln>
            </p:spPr>
            <p:txBody>
              <a:bodyPr/>
              <a:lstStyle/>
              <a:p>
                <a:endParaRPr lang="nl-BE"/>
              </a:p>
            </p:txBody>
          </p:sp>
          <p:sp>
            <p:nvSpPr>
              <p:cNvPr id="42921" name="Freeform 249"/>
              <p:cNvSpPr>
                <a:spLocks/>
              </p:cNvSpPr>
              <p:nvPr/>
            </p:nvSpPr>
            <p:spPr bwMode="auto">
              <a:xfrm rot="-155667">
                <a:off x="2114" y="1866"/>
                <a:ext cx="765" cy="664"/>
              </a:xfrm>
              <a:custGeom>
                <a:avLst/>
                <a:gdLst>
                  <a:gd name="T0" fmla="*/ 0 w 1855"/>
                  <a:gd name="T1" fmla="*/ 0 h 2408"/>
                  <a:gd name="T2" fmla="*/ 0 w 1855"/>
                  <a:gd name="T3" fmla="*/ 0 h 2408"/>
                  <a:gd name="T4" fmla="*/ 0 w 1855"/>
                  <a:gd name="T5" fmla="*/ 0 h 2408"/>
                  <a:gd name="T6" fmla="*/ 0 w 1855"/>
                  <a:gd name="T7" fmla="*/ 0 h 2408"/>
                  <a:gd name="T8" fmla="*/ 0 w 1855"/>
                  <a:gd name="T9" fmla="*/ 0 h 2408"/>
                  <a:gd name="T10" fmla="*/ 0 60000 65536"/>
                  <a:gd name="T11" fmla="*/ 0 60000 65536"/>
                  <a:gd name="T12" fmla="*/ 0 60000 65536"/>
                  <a:gd name="T13" fmla="*/ 0 60000 65536"/>
                  <a:gd name="T14" fmla="*/ 0 60000 65536"/>
                  <a:gd name="T15" fmla="*/ 0 w 1855"/>
                  <a:gd name="T16" fmla="*/ 0 h 2408"/>
                  <a:gd name="T17" fmla="*/ 1855 w 1855"/>
                  <a:gd name="T18" fmla="*/ 2408 h 2408"/>
                </a:gdLst>
                <a:ahLst/>
                <a:cxnLst>
                  <a:cxn ang="T10">
                    <a:pos x="T0" y="T1"/>
                  </a:cxn>
                  <a:cxn ang="T11">
                    <a:pos x="T2" y="T3"/>
                  </a:cxn>
                  <a:cxn ang="T12">
                    <a:pos x="T4" y="T5"/>
                  </a:cxn>
                  <a:cxn ang="T13">
                    <a:pos x="T6" y="T7"/>
                  </a:cxn>
                  <a:cxn ang="T14">
                    <a:pos x="T8" y="T9"/>
                  </a:cxn>
                </a:cxnLst>
                <a:rect l="T15" t="T16" r="T17" b="T18"/>
                <a:pathLst>
                  <a:path w="1855" h="2408">
                    <a:moveTo>
                      <a:pt x="3" y="0"/>
                    </a:moveTo>
                    <a:lnTo>
                      <a:pt x="1855" y="1170"/>
                    </a:lnTo>
                    <a:lnTo>
                      <a:pt x="1855" y="2352"/>
                    </a:lnTo>
                    <a:lnTo>
                      <a:pt x="0" y="2408"/>
                    </a:lnTo>
                    <a:lnTo>
                      <a:pt x="3" y="0"/>
                    </a:lnTo>
                    <a:close/>
                  </a:path>
                </a:pathLst>
              </a:custGeom>
              <a:solidFill>
                <a:srgbClr val="E0E0E0"/>
              </a:solidFill>
              <a:ln w="6350">
                <a:solidFill>
                  <a:srgbClr val="000000"/>
                </a:solidFill>
                <a:prstDash val="solid"/>
                <a:round/>
                <a:headEnd/>
                <a:tailEnd/>
              </a:ln>
            </p:spPr>
            <p:txBody>
              <a:bodyPr/>
              <a:lstStyle/>
              <a:p>
                <a:endParaRPr lang="nl-BE"/>
              </a:p>
            </p:txBody>
          </p:sp>
          <p:sp>
            <p:nvSpPr>
              <p:cNvPr id="42922" name="Rectangle 250"/>
              <p:cNvSpPr>
                <a:spLocks noChangeArrowheads="1"/>
              </p:cNvSpPr>
              <p:nvPr/>
            </p:nvSpPr>
            <p:spPr bwMode="auto">
              <a:xfrm rot="-155667">
                <a:off x="2143" y="2552"/>
                <a:ext cx="36" cy="10"/>
              </a:xfrm>
              <a:prstGeom prst="rect">
                <a:avLst/>
              </a:prstGeom>
              <a:solidFill>
                <a:srgbClr val="E0E0E0"/>
              </a:solidFill>
              <a:ln w="6350">
                <a:solidFill>
                  <a:srgbClr val="000000"/>
                </a:solidFill>
                <a:miter lim="800000"/>
                <a:headEnd/>
                <a:tailEnd/>
              </a:ln>
            </p:spPr>
            <p:txBody>
              <a:bodyPr/>
              <a:lstStyle/>
              <a:p>
                <a:pPr algn="ctr" eaLnBrk="0" hangingPunct="0"/>
                <a:endParaRPr lang="nl-BE"/>
              </a:p>
            </p:txBody>
          </p:sp>
          <p:sp>
            <p:nvSpPr>
              <p:cNvPr id="42923" name="Oval 251"/>
              <p:cNvSpPr>
                <a:spLocks noChangeArrowheads="1"/>
              </p:cNvSpPr>
              <p:nvPr/>
            </p:nvSpPr>
            <p:spPr bwMode="auto">
              <a:xfrm rot="-155667">
                <a:off x="2153" y="2550"/>
                <a:ext cx="15" cy="14"/>
              </a:xfrm>
              <a:prstGeom prst="ellipse">
                <a:avLst/>
              </a:prstGeom>
              <a:solidFill>
                <a:srgbClr val="E0E0E0"/>
              </a:solidFill>
              <a:ln w="6350">
                <a:solidFill>
                  <a:srgbClr val="000000"/>
                </a:solidFill>
                <a:round/>
                <a:headEnd/>
                <a:tailEnd/>
              </a:ln>
            </p:spPr>
            <p:txBody>
              <a:bodyPr/>
              <a:lstStyle/>
              <a:p>
                <a:pPr algn="ctr" eaLnBrk="0" hangingPunct="0"/>
                <a:endParaRPr lang="nl-BE"/>
              </a:p>
            </p:txBody>
          </p:sp>
          <p:sp>
            <p:nvSpPr>
              <p:cNvPr id="42924" name="Oval 252"/>
              <p:cNvSpPr>
                <a:spLocks noChangeArrowheads="1"/>
              </p:cNvSpPr>
              <p:nvPr/>
            </p:nvSpPr>
            <p:spPr bwMode="auto">
              <a:xfrm rot="-155667">
                <a:off x="2157" y="2553"/>
                <a:ext cx="7" cy="8"/>
              </a:xfrm>
              <a:prstGeom prst="ellipse">
                <a:avLst/>
              </a:prstGeom>
              <a:solidFill>
                <a:srgbClr val="E0E0E0"/>
              </a:solidFill>
              <a:ln w="6350">
                <a:solidFill>
                  <a:srgbClr val="000000"/>
                </a:solidFill>
                <a:round/>
                <a:headEnd/>
                <a:tailEnd/>
              </a:ln>
            </p:spPr>
            <p:txBody>
              <a:bodyPr/>
              <a:lstStyle/>
              <a:p>
                <a:pPr algn="ctr" eaLnBrk="0" hangingPunct="0"/>
                <a:endParaRPr lang="nl-BE"/>
              </a:p>
            </p:txBody>
          </p:sp>
          <p:sp>
            <p:nvSpPr>
              <p:cNvPr id="42925" name="Freeform 253"/>
              <p:cNvSpPr>
                <a:spLocks/>
              </p:cNvSpPr>
              <p:nvPr/>
            </p:nvSpPr>
            <p:spPr bwMode="auto">
              <a:xfrm rot="-155667">
                <a:off x="2114" y="1867"/>
                <a:ext cx="39" cy="32"/>
              </a:xfrm>
              <a:custGeom>
                <a:avLst/>
                <a:gdLst>
                  <a:gd name="T0" fmla="*/ 0 w 93"/>
                  <a:gd name="T1" fmla="*/ 0 h 114"/>
                  <a:gd name="T2" fmla="*/ 0 w 93"/>
                  <a:gd name="T3" fmla="*/ 0 h 114"/>
                  <a:gd name="T4" fmla="*/ 0 w 93"/>
                  <a:gd name="T5" fmla="*/ 0 h 114"/>
                  <a:gd name="T6" fmla="*/ 0 w 93"/>
                  <a:gd name="T7" fmla="*/ 0 h 114"/>
                  <a:gd name="T8" fmla="*/ 0 w 93"/>
                  <a:gd name="T9" fmla="*/ 0 h 114"/>
                  <a:gd name="T10" fmla="*/ 0 60000 65536"/>
                  <a:gd name="T11" fmla="*/ 0 60000 65536"/>
                  <a:gd name="T12" fmla="*/ 0 60000 65536"/>
                  <a:gd name="T13" fmla="*/ 0 60000 65536"/>
                  <a:gd name="T14" fmla="*/ 0 60000 65536"/>
                  <a:gd name="T15" fmla="*/ 0 w 93"/>
                  <a:gd name="T16" fmla="*/ 0 h 114"/>
                  <a:gd name="T17" fmla="*/ 93 w 93"/>
                  <a:gd name="T18" fmla="*/ 114 h 114"/>
                </a:gdLst>
                <a:ahLst/>
                <a:cxnLst>
                  <a:cxn ang="T10">
                    <a:pos x="T0" y="T1"/>
                  </a:cxn>
                  <a:cxn ang="T11">
                    <a:pos x="T2" y="T3"/>
                  </a:cxn>
                  <a:cxn ang="T12">
                    <a:pos x="T4" y="T5"/>
                  </a:cxn>
                  <a:cxn ang="T13">
                    <a:pos x="T6" y="T7"/>
                  </a:cxn>
                  <a:cxn ang="T14">
                    <a:pos x="T8" y="T9"/>
                  </a:cxn>
                </a:cxnLst>
                <a:rect l="T15" t="T16" r="T17" b="T18"/>
                <a:pathLst>
                  <a:path w="93" h="114">
                    <a:moveTo>
                      <a:pt x="0" y="0"/>
                    </a:moveTo>
                    <a:lnTo>
                      <a:pt x="93" y="63"/>
                    </a:lnTo>
                    <a:lnTo>
                      <a:pt x="93" y="114"/>
                    </a:lnTo>
                    <a:lnTo>
                      <a:pt x="0" y="54"/>
                    </a:lnTo>
                    <a:lnTo>
                      <a:pt x="0" y="0"/>
                    </a:lnTo>
                    <a:close/>
                  </a:path>
                </a:pathLst>
              </a:custGeom>
              <a:solidFill>
                <a:srgbClr val="E0E0E0"/>
              </a:solidFill>
              <a:ln w="6350">
                <a:solidFill>
                  <a:srgbClr val="000000"/>
                </a:solidFill>
                <a:prstDash val="solid"/>
                <a:round/>
                <a:headEnd/>
                <a:tailEnd/>
              </a:ln>
            </p:spPr>
            <p:txBody>
              <a:bodyPr/>
              <a:lstStyle/>
              <a:p>
                <a:endParaRPr lang="nl-BE"/>
              </a:p>
            </p:txBody>
          </p:sp>
          <p:sp>
            <p:nvSpPr>
              <p:cNvPr id="42926" name="Oval 254"/>
              <p:cNvSpPr>
                <a:spLocks noChangeArrowheads="1"/>
              </p:cNvSpPr>
              <p:nvPr/>
            </p:nvSpPr>
            <p:spPr bwMode="auto">
              <a:xfrm rot="-155667">
                <a:off x="2127" y="1876"/>
                <a:ext cx="12" cy="15"/>
              </a:xfrm>
              <a:prstGeom prst="ellipse">
                <a:avLst/>
              </a:prstGeom>
              <a:solidFill>
                <a:srgbClr val="E0E0E0"/>
              </a:solidFill>
              <a:ln w="6350">
                <a:solidFill>
                  <a:srgbClr val="000000"/>
                </a:solidFill>
                <a:round/>
                <a:headEnd/>
                <a:tailEnd/>
              </a:ln>
            </p:spPr>
            <p:txBody>
              <a:bodyPr/>
              <a:lstStyle/>
              <a:p>
                <a:pPr algn="ctr" eaLnBrk="0" hangingPunct="0"/>
                <a:endParaRPr lang="nl-BE"/>
              </a:p>
            </p:txBody>
          </p:sp>
          <p:sp>
            <p:nvSpPr>
              <p:cNvPr id="42927" name="Oval 255"/>
              <p:cNvSpPr>
                <a:spLocks noChangeArrowheads="1"/>
              </p:cNvSpPr>
              <p:nvPr/>
            </p:nvSpPr>
            <p:spPr bwMode="auto">
              <a:xfrm rot="-155667">
                <a:off x="2130" y="1880"/>
                <a:ext cx="6" cy="7"/>
              </a:xfrm>
              <a:prstGeom prst="ellipse">
                <a:avLst/>
              </a:prstGeom>
              <a:solidFill>
                <a:srgbClr val="E0E0E0"/>
              </a:solidFill>
              <a:ln w="6350">
                <a:solidFill>
                  <a:srgbClr val="000000"/>
                </a:solidFill>
                <a:round/>
                <a:headEnd/>
                <a:tailEnd/>
              </a:ln>
            </p:spPr>
            <p:txBody>
              <a:bodyPr/>
              <a:lstStyle/>
              <a:p>
                <a:pPr algn="ctr" eaLnBrk="0" hangingPunct="0"/>
                <a:endParaRPr lang="nl-BE"/>
              </a:p>
            </p:txBody>
          </p:sp>
          <p:sp>
            <p:nvSpPr>
              <p:cNvPr id="42928" name="Freeform 256"/>
              <p:cNvSpPr>
                <a:spLocks/>
              </p:cNvSpPr>
              <p:nvPr/>
            </p:nvSpPr>
            <p:spPr bwMode="auto">
              <a:xfrm rot="-155667">
                <a:off x="1510" y="1870"/>
                <a:ext cx="606" cy="722"/>
              </a:xfrm>
              <a:custGeom>
                <a:avLst/>
                <a:gdLst>
                  <a:gd name="T0" fmla="*/ 0 w 1468"/>
                  <a:gd name="T1" fmla="*/ 0 h 2621"/>
                  <a:gd name="T2" fmla="*/ 0 w 1468"/>
                  <a:gd name="T3" fmla="*/ 0 h 2621"/>
                  <a:gd name="T4" fmla="*/ 0 w 1468"/>
                  <a:gd name="T5" fmla="*/ 0 h 2621"/>
                  <a:gd name="T6" fmla="*/ 0 w 1468"/>
                  <a:gd name="T7" fmla="*/ 0 h 2621"/>
                  <a:gd name="T8" fmla="*/ 0 w 1468"/>
                  <a:gd name="T9" fmla="*/ 0 h 2621"/>
                  <a:gd name="T10" fmla="*/ 0 60000 65536"/>
                  <a:gd name="T11" fmla="*/ 0 60000 65536"/>
                  <a:gd name="T12" fmla="*/ 0 60000 65536"/>
                  <a:gd name="T13" fmla="*/ 0 60000 65536"/>
                  <a:gd name="T14" fmla="*/ 0 60000 65536"/>
                  <a:gd name="T15" fmla="*/ 0 w 1468"/>
                  <a:gd name="T16" fmla="*/ 0 h 2621"/>
                  <a:gd name="T17" fmla="*/ 1468 w 1468"/>
                  <a:gd name="T18" fmla="*/ 2621 h 2621"/>
                </a:gdLst>
                <a:ahLst/>
                <a:cxnLst>
                  <a:cxn ang="T10">
                    <a:pos x="T0" y="T1"/>
                  </a:cxn>
                  <a:cxn ang="T11">
                    <a:pos x="T2" y="T3"/>
                  </a:cxn>
                  <a:cxn ang="T12">
                    <a:pos x="T4" y="T5"/>
                  </a:cxn>
                  <a:cxn ang="T13">
                    <a:pos x="T6" y="T7"/>
                  </a:cxn>
                  <a:cxn ang="T14">
                    <a:pos x="T8" y="T9"/>
                  </a:cxn>
                </a:cxnLst>
                <a:rect l="T15" t="T16" r="T17" b="T18"/>
                <a:pathLst>
                  <a:path w="1468" h="2621">
                    <a:moveTo>
                      <a:pt x="1468" y="0"/>
                    </a:moveTo>
                    <a:lnTo>
                      <a:pt x="1465" y="2621"/>
                    </a:lnTo>
                    <a:lnTo>
                      <a:pt x="3" y="2562"/>
                    </a:lnTo>
                    <a:lnTo>
                      <a:pt x="0" y="164"/>
                    </a:lnTo>
                    <a:lnTo>
                      <a:pt x="1468" y="0"/>
                    </a:lnTo>
                    <a:close/>
                  </a:path>
                </a:pathLst>
              </a:custGeom>
              <a:solidFill>
                <a:srgbClr val="A0A0A0"/>
              </a:solidFill>
              <a:ln w="6350">
                <a:solidFill>
                  <a:srgbClr val="000000"/>
                </a:solidFill>
                <a:prstDash val="solid"/>
                <a:round/>
                <a:headEnd/>
                <a:tailEnd/>
              </a:ln>
            </p:spPr>
            <p:txBody>
              <a:bodyPr/>
              <a:lstStyle/>
              <a:p>
                <a:endParaRPr lang="nl-BE"/>
              </a:p>
            </p:txBody>
          </p:sp>
          <p:sp>
            <p:nvSpPr>
              <p:cNvPr id="42929" name="Freeform 257"/>
              <p:cNvSpPr>
                <a:spLocks/>
              </p:cNvSpPr>
              <p:nvPr/>
            </p:nvSpPr>
            <p:spPr bwMode="auto">
              <a:xfrm rot="-155667">
                <a:off x="1546" y="1935"/>
                <a:ext cx="243" cy="585"/>
              </a:xfrm>
              <a:custGeom>
                <a:avLst/>
                <a:gdLst>
                  <a:gd name="T0" fmla="*/ 0 w 589"/>
                  <a:gd name="T1" fmla="*/ 0 h 2124"/>
                  <a:gd name="T2" fmla="*/ 0 w 589"/>
                  <a:gd name="T3" fmla="*/ 0 h 2124"/>
                  <a:gd name="T4" fmla="*/ 0 w 589"/>
                  <a:gd name="T5" fmla="*/ 0 h 2124"/>
                  <a:gd name="T6" fmla="*/ 0 w 589"/>
                  <a:gd name="T7" fmla="*/ 0 h 2124"/>
                  <a:gd name="T8" fmla="*/ 0 w 589"/>
                  <a:gd name="T9" fmla="*/ 0 h 2124"/>
                  <a:gd name="T10" fmla="*/ 0 60000 65536"/>
                  <a:gd name="T11" fmla="*/ 0 60000 65536"/>
                  <a:gd name="T12" fmla="*/ 0 60000 65536"/>
                  <a:gd name="T13" fmla="*/ 0 60000 65536"/>
                  <a:gd name="T14" fmla="*/ 0 60000 65536"/>
                  <a:gd name="T15" fmla="*/ 0 w 589"/>
                  <a:gd name="T16" fmla="*/ 0 h 2124"/>
                  <a:gd name="T17" fmla="*/ 589 w 589"/>
                  <a:gd name="T18" fmla="*/ 2124 h 2124"/>
                </a:gdLst>
                <a:ahLst/>
                <a:cxnLst>
                  <a:cxn ang="T10">
                    <a:pos x="T0" y="T1"/>
                  </a:cxn>
                  <a:cxn ang="T11">
                    <a:pos x="T2" y="T3"/>
                  </a:cxn>
                  <a:cxn ang="T12">
                    <a:pos x="T4" y="T5"/>
                  </a:cxn>
                  <a:cxn ang="T13">
                    <a:pos x="T6" y="T7"/>
                  </a:cxn>
                  <a:cxn ang="T14">
                    <a:pos x="T8" y="T9"/>
                  </a:cxn>
                </a:cxnLst>
                <a:rect l="T15" t="T16" r="T17" b="T18"/>
                <a:pathLst>
                  <a:path w="589" h="2124">
                    <a:moveTo>
                      <a:pt x="589" y="0"/>
                    </a:moveTo>
                    <a:lnTo>
                      <a:pt x="589" y="2124"/>
                    </a:lnTo>
                    <a:lnTo>
                      <a:pt x="0" y="2124"/>
                    </a:lnTo>
                    <a:lnTo>
                      <a:pt x="0" y="65"/>
                    </a:lnTo>
                    <a:lnTo>
                      <a:pt x="589" y="0"/>
                    </a:lnTo>
                    <a:close/>
                  </a:path>
                </a:pathLst>
              </a:custGeom>
              <a:solidFill>
                <a:srgbClr val="C0C0C0"/>
              </a:solidFill>
              <a:ln w="6350">
                <a:solidFill>
                  <a:srgbClr val="000000"/>
                </a:solidFill>
                <a:prstDash val="solid"/>
                <a:round/>
                <a:headEnd/>
                <a:tailEnd/>
              </a:ln>
            </p:spPr>
            <p:txBody>
              <a:bodyPr/>
              <a:lstStyle/>
              <a:p>
                <a:endParaRPr lang="nl-BE"/>
              </a:p>
            </p:txBody>
          </p:sp>
          <p:sp>
            <p:nvSpPr>
              <p:cNvPr id="42930" name="Line 258"/>
              <p:cNvSpPr>
                <a:spLocks noChangeShapeType="1"/>
              </p:cNvSpPr>
              <p:nvPr/>
            </p:nvSpPr>
            <p:spPr bwMode="auto">
              <a:xfrm rot="-155667">
                <a:off x="1665" y="1947"/>
                <a:ext cx="1" cy="576"/>
              </a:xfrm>
              <a:prstGeom prst="line">
                <a:avLst/>
              </a:prstGeom>
              <a:noFill/>
              <a:ln w="6350">
                <a:solidFill>
                  <a:srgbClr val="000000"/>
                </a:solidFill>
                <a:round/>
                <a:headEnd/>
                <a:tailEnd/>
              </a:ln>
            </p:spPr>
            <p:txBody>
              <a:bodyPr/>
              <a:lstStyle/>
              <a:p>
                <a:endParaRPr lang="nl-BE"/>
              </a:p>
            </p:txBody>
          </p:sp>
          <p:sp>
            <p:nvSpPr>
              <p:cNvPr id="42931" name="Freeform 259"/>
              <p:cNvSpPr>
                <a:spLocks/>
              </p:cNvSpPr>
              <p:nvPr/>
            </p:nvSpPr>
            <p:spPr bwMode="auto">
              <a:xfrm rot="-155667">
                <a:off x="1820" y="1901"/>
                <a:ext cx="258" cy="606"/>
              </a:xfrm>
              <a:custGeom>
                <a:avLst/>
                <a:gdLst>
                  <a:gd name="T0" fmla="*/ 0 w 624"/>
                  <a:gd name="T1" fmla="*/ 0 h 2200"/>
                  <a:gd name="T2" fmla="*/ 0 w 624"/>
                  <a:gd name="T3" fmla="*/ 0 h 2200"/>
                  <a:gd name="T4" fmla="*/ 0 w 624"/>
                  <a:gd name="T5" fmla="*/ 0 h 2200"/>
                  <a:gd name="T6" fmla="*/ 0 w 624"/>
                  <a:gd name="T7" fmla="*/ 0 h 2200"/>
                  <a:gd name="T8" fmla="*/ 0 w 624"/>
                  <a:gd name="T9" fmla="*/ 0 h 2200"/>
                  <a:gd name="T10" fmla="*/ 0 60000 65536"/>
                  <a:gd name="T11" fmla="*/ 0 60000 65536"/>
                  <a:gd name="T12" fmla="*/ 0 60000 65536"/>
                  <a:gd name="T13" fmla="*/ 0 60000 65536"/>
                  <a:gd name="T14" fmla="*/ 0 60000 65536"/>
                  <a:gd name="T15" fmla="*/ 0 w 624"/>
                  <a:gd name="T16" fmla="*/ 0 h 2200"/>
                  <a:gd name="T17" fmla="*/ 624 w 624"/>
                  <a:gd name="T18" fmla="*/ 2200 h 2200"/>
                </a:gdLst>
                <a:ahLst/>
                <a:cxnLst>
                  <a:cxn ang="T10">
                    <a:pos x="T0" y="T1"/>
                  </a:cxn>
                  <a:cxn ang="T11">
                    <a:pos x="T2" y="T3"/>
                  </a:cxn>
                  <a:cxn ang="T12">
                    <a:pos x="T4" y="T5"/>
                  </a:cxn>
                  <a:cxn ang="T13">
                    <a:pos x="T6" y="T7"/>
                  </a:cxn>
                  <a:cxn ang="T14">
                    <a:pos x="T8" y="T9"/>
                  </a:cxn>
                </a:cxnLst>
                <a:rect l="T15" t="T16" r="T17" b="T18"/>
                <a:pathLst>
                  <a:path w="624" h="2200">
                    <a:moveTo>
                      <a:pt x="624" y="0"/>
                    </a:moveTo>
                    <a:lnTo>
                      <a:pt x="622" y="2194"/>
                    </a:lnTo>
                    <a:lnTo>
                      <a:pt x="0" y="2200"/>
                    </a:lnTo>
                    <a:lnTo>
                      <a:pt x="0" y="69"/>
                    </a:lnTo>
                    <a:lnTo>
                      <a:pt x="624" y="0"/>
                    </a:lnTo>
                    <a:close/>
                  </a:path>
                </a:pathLst>
              </a:custGeom>
              <a:solidFill>
                <a:srgbClr val="C0C0C0"/>
              </a:solidFill>
              <a:ln w="6350">
                <a:solidFill>
                  <a:srgbClr val="000000"/>
                </a:solidFill>
                <a:prstDash val="solid"/>
                <a:round/>
                <a:headEnd/>
                <a:tailEnd/>
              </a:ln>
            </p:spPr>
            <p:txBody>
              <a:bodyPr/>
              <a:lstStyle/>
              <a:p>
                <a:endParaRPr lang="nl-BE"/>
              </a:p>
            </p:txBody>
          </p:sp>
          <p:sp>
            <p:nvSpPr>
              <p:cNvPr id="42932" name="Line 260"/>
              <p:cNvSpPr>
                <a:spLocks noChangeShapeType="1"/>
              </p:cNvSpPr>
              <p:nvPr/>
            </p:nvSpPr>
            <p:spPr bwMode="auto">
              <a:xfrm rot="-155667">
                <a:off x="1954" y="1913"/>
                <a:ext cx="1" cy="596"/>
              </a:xfrm>
              <a:prstGeom prst="line">
                <a:avLst/>
              </a:prstGeom>
              <a:noFill/>
              <a:ln w="6350">
                <a:solidFill>
                  <a:srgbClr val="000000"/>
                </a:solidFill>
                <a:round/>
                <a:headEnd/>
                <a:tailEnd/>
              </a:ln>
            </p:spPr>
            <p:txBody>
              <a:bodyPr/>
              <a:lstStyle/>
              <a:p>
                <a:endParaRPr lang="nl-BE"/>
              </a:p>
            </p:txBody>
          </p:sp>
          <p:sp>
            <p:nvSpPr>
              <p:cNvPr id="42933" name="Freeform 261"/>
              <p:cNvSpPr>
                <a:spLocks/>
              </p:cNvSpPr>
              <p:nvPr/>
            </p:nvSpPr>
            <p:spPr bwMode="auto">
              <a:xfrm rot="-155667">
                <a:off x="1757" y="2074"/>
                <a:ext cx="83" cy="21"/>
              </a:xfrm>
              <a:custGeom>
                <a:avLst/>
                <a:gdLst>
                  <a:gd name="T0" fmla="*/ 0 w 199"/>
                  <a:gd name="T1" fmla="*/ 0 h 76"/>
                  <a:gd name="T2" fmla="*/ 0 w 199"/>
                  <a:gd name="T3" fmla="*/ 0 h 76"/>
                  <a:gd name="T4" fmla="*/ 0 w 199"/>
                  <a:gd name="T5" fmla="*/ 0 h 76"/>
                  <a:gd name="T6" fmla="*/ 0 w 199"/>
                  <a:gd name="T7" fmla="*/ 0 h 76"/>
                  <a:gd name="T8" fmla="*/ 0 w 199"/>
                  <a:gd name="T9" fmla="*/ 0 h 76"/>
                  <a:gd name="T10" fmla="*/ 0 60000 65536"/>
                  <a:gd name="T11" fmla="*/ 0 60000 65536"/>
                  <a:gd name="T12" fmla="*/ 0 60000 65536"/>
                  <a:gd name="T13" fmla="*/ 0 60000 65536"/>
                  <a:gd name="T14" fmla="*/ 0 60000 65536"/>
                  <a:gd name="T15" fmla="*/ 0 w 199"/>
                  <a:gd name="T16" fmla="*/ 0 h 76"/>
                  <a:gd name="T17" fmla="*/ 199 w 199"/>
                  <a:gd name="T18" fmla="*/ 76 h 76"/>
                </a:gdLst>
                <a:ahLst/>
                <a:cxnLst>
                  <a:cxn ang="T10">
                    <a:pos x="T0" y="T1"/>
                  </a:cxn>
                  <a:cxn ang="T11">
                    <a:pos x="T2" y="T3"/>
                  </a:cxn>
                  <a:cxn ang="T12">
                    <a:pos x="T4" y="T5"/>
                  </a:cxn>
                  <a:cxn ang="T13">
                    <a:pos x="T6" y="T7"/>
                  </a:cxn>
                  <a:cxn ang="T14">
                    <a:pos x="T8" y="T9"/>
                  </a:cxn>
                </a:cxnLst>
                <a:rect l="T15" t="T16" r="T17" b="T18"/>
                <a:pathLst>
                  <a:path w="199" h="76">
                    <a:moveTo>
                      <a:pt x="0" y="13"/>
                    </a:moveTo>
                    <a:lnTo>
                      <a:pt x="199" y="0"/>
                    </a:lnTo>
                    <a:lnTo>
                      <a:pt x="199" y="64"/>
                    </a:lnTo>
                    <a:lnTo>
                      <a:pt x="1" y="76"/>
                    </a:lnTo>
                    <a:lnTo>
                      <a:pt x="0" y="13"/>
                    </a:lnTo>
                    <a:close/>
                  </a:path>
                </a:pathLst>
              </a:custGeom>
              <a:solidFill>
                <a:srgbClr val="E0E0E0"/>
              </a:solidFill>
              <a:ln w="6350">
                <a:solidFill>
                  <a:srgbClr val="000000"/>
                </a:solidFill>
                <a:prstDash val="solid"/>
                <a:round/>
                <a:headEnd/>
                <a:tailEnd/>
              </a:ln>
            </p:spPr>
            <p:txBody>
              <a:bodyPr/>
              <a:lstStyle/>
              <a:p>
                <a:endParaRPr lang="nl-BE"/>
              </a:p>
            </p:txBody>
          </p:sp>
          <p:sp>
            <p:nvSpPr>
              <p:cNvPr id="42934" name="Freeform 262"/>
              <p:cNvSpPr>
                <a:spLocks/>
              </p:cNvSpPr>
              <p:nvPr/>
            </p:nvSpPr>
            <p:spPr bwMode="auto">
              <a:xfrm rot="-155667">
                <a:off x="1770" y="2354"/>
                <a:ext cx="83" cy="21"/>
              </a:xfrm>
              <a:custGeom>
                <a:avLst/>
                <a:gdLst>
                  <a:gd name="T0" fmla="*/ 0 w 199"/>
                  <a:gd name="T1" fmla="*/ 0 h 76"/>
                  <a:gd name="T2" fmla="*/ 0 w 199"/>
                  <a:gd name="T3" fmla="*/ 0 h 76"/>
                  <a:gd name="T4" fmla="*/ 0 w 199"/>
                  <a:gd name="T5" fmla="*/ 0 h 76"/>
                  <a:gd name="T6" fmla="*/ 0 w 199"/>
                  <a:gd name="T7" fmla="*/ 0 h 76"/>
                  <a:gd name="T8" fmla="*/ 0 w 199"/>
                  <a:gd name="T9" fmla="*/ 0 h 76"/>
                  <a:gd name="T10" fmla="*/ 0 60000 65536"/>
                  <a:gd name="T11" fmla="*/ 0 60000 65536"/>
                  <a:gd name="T12" fmla="*/ 0 60000 65536"/>
                  <a:gd name="T13" fmla="*/ 0 60000 65536"/>
                  <a:gd name="T14" fmla="*/ 0 60000 65536"/>
                  <a:gd name="T15" fmla="*/ 0 w 199"/>
                  <a:gd name="T16" fmla="*/ 0 h 76"/>
                  <a:gd name="T17" fmla="*/ 199 w 199"/>
                  <a:gd name="T18" fmla="*/ 76 h 76"/>
                </a:gdLst>
                <a:ahLst/>
                <a:cxnLst>
                  <a:cxn ang="T10">
                    <a:pos x="T0" y="T1"/>
                  </a:cxn>
                  <a:cxn ang="T11">
                    <a:pos x="T2" y="T3"/>
                  </a:cxn>
                  <a:cxn ang="T12">
                    <a:pos x="T4" y="T5"/>
                  </a:cxn>
                  <a:cxn ang="T13">
                    <a:pos x="T6" y="T7"/>
                  </a:cxn>
                  <a:cxn ang="T14">
                    <a:pos x="T8" y="T9"/>
                  </a:cxn>
                </a:cxnLst>
                <a:rect l="T15" t="T16" r="T17" b="T18"/>
                <a:pathLst>
                  <a:path w="199" h="76">
                    <a:moveTo>
                      <a:pt x="0" y="12"/>
                    </a:moveTo>
                    <a:lnTo>
                      <a:pt x="199" y="0"/>
                    </a:lnTo>
                    <a:lnTo>
                      <a:pt x="199" y="63"/>
                    </a:lnTo>
                    <a:lnTo>
                      <a:pt x="1" y="76"/>
                    </a:lnTo>
                    <a:lnTo>
                      <a:pt x="0" y="12"/>
                    </a:lnTo>
                    <a:close/>
                  </a:path>
                </a:pathLst>
              </a:custGeom>
              <a:solidFill>
                <a:srgbClr val="E0E0E0"/>
              </a:solidFill>
              <a:ln w="6350">
                <a:solidFill>
                  <a:srgbClr val="000000"/>
                </a:solidFill>
                <a:prstDash val="solid"/>
                <a:round/>
                <a:headEnd/>
                <a:tailEnd/>
              </a:ln>
            </p:spPr>
            <p:txBody>
              <a:bodyPr/>
              <a:lstStyle/>
              <a:p>
                <a:endParaRPr lang="nl-BE"/>
              </a:p>
            </p:txBody>
          </p:sp>
          <p:sp>
            <p:nvSpPr>
              <p:cNvPr id="42935" name="Oval 263"/>
              <p:cNvSpPr>
                <a:spLocks noChangeArrowheads="1"/>
              </p:cNvSpPr>
              <p:nvPr/>
            </p:nvSpPr>
            <p:spPr bwMode="auto">
              <a:xfrm rot="-155667">
                <a:off x="1533" y="2535"/>
                <a:ext cx="37" cy="37"/>
              </a:xfrm>
              <a:prstGeom prst="ellipse">
                <a:avLst/>
              </a:prstGeom>
              <a:solidFill>
                <a:srgbClr val="FF0000"/>
              </a:solidFill>
              <a:ln w="6350">
                <a:solidFill>
                  <a:srgbClr val="000000"/>
                </a:solidFill>
                <a:round/>
                <a:headEnd/>
                <a:tailEnd/>
              </a:ln>
            </p:spPr>
            <p:txBody>
              <a:bodyPr/>
              <a:lstStyle/>
              <a:p>
                <a:pPr algn="ctr" eaLnBrk="0" hangingPunct="0"/>
                <a:endParaRPr lang="nl-BE"/>
              </a:p>
            </p:txBody>
          </p:sp>
          <p:sp>
            <p:nvSpPr>
              <p:cNvPr id="42936" name="Oval 264"/>
              <p:cNvSpPr>
                <a:spLocks noChangeArrowheads="1"/>
              </p:cNvSpPr>
              <p:nvPr/>
            </p:nvSpPr>
            <p:spPr bwMode="auto">
              <a:xfrm rot="-155667">
                <a:off x="1579" y="2533"/>
                <a:ext cx="37" cy="37"/>
              </a:xfrm>
              <a:prstGeom prst="ellipse">
                <a:avLst/>
              </a:prstGeom>
              <a:solidFill>
                <a:srgbClr val="FF0000"/>
              </a:solidFill>
              <a:ln w="6350">
                <a:solidFill>
                  <a:srgbClr val="000000"/>
                </a:solidFill>
                <a:round/>
                <a:headEnd/>
                <a:tailEnd/>
              </a:ln>
            </p:spPr>
            <p:txBody>
              <a:bodyPr/>
              <a:lstStyle/>
              <a:p>
                <a:pPr algn="ctr" eaLnBrk="0" hangingPunct="0"/>
                <a:endParaRPr lang="nl-BE"/>
              </a:p>
            </p:txBody>
          </p:sp>
          <p:sp>
            <p:nvSpPr>
              <p:cNvPr id="42937" name="Oval 265"/>
              <p:cNvSpPr>
                <a:spLocks noChangeArrowheads="1"/>
              </p:cNvSpPr>
              <p:nvPr/>
            </p:nvSpPr>
            <p:spPr bwMode="auto">
              <a:xfrm rot="-155667">
                <a:off x="1618" y="2532"/>
                <a:ext cx="36" cy="37"/>
              </a:xfrm>
              <a:prstGeom prst="ellipse">
                <a:avLst/>
              </a:prstGeom>
              <a:solidFill>
                <a:srgbClr val="E0E000"/>
              </a:solidFill>
              <a:ln w="6350">
                <a:solidFill>
                  <a:srgbClr val="000000"/>
                </a:solidFill>
                <a:round/>
                <a:headEnd/>
                <a:tailEnd/>
              </a:ln>
            </p:spPr>
            <p:txBody>
              <a:bodyPr/>
              <a:lstStyle/>
              <a:p>
                <a:pPr algn="ctr" eaLnBrk="0" hangingPunct="0"/>
                <a:endParaRPr lang="nl-BE"/>
              </a:p>
            </p:txBody>
          </p:sp>
          <p:sp>
            <p:nvSpPr>
              <p:cNvPr id="42938" name="Oval 266"/>
              <p:cNvSpPr>
                <a:spLocks noChangeArrowheads="1"/>
              </p:cNvSpPr>
              <p:nvPr/>
            </p:nvSpPr>
            <p:spPr bwMode="auto">
              <a:xfrm rot="-155667">
                <a:off x="2066" y="2523"/>
                <a:ext cx="37" cy="37"/>
              </a:xfrm>
              <a:prstGeom prst="ellipse">
                <a:avLst/>
              </a:prstGeom>
              <a:solidFill>
                <a:srgbClr val="FF0000"/>
              </a:solidFill>
              <a:ln w="6350">
                <a:solidFill>
                  <a:srgbClr val="000000"/>
                </a:solidFill>
                <a:round/>
                <a:headEnd/>
                <a:tailEnd/>
              </a:ln>
            </p:spPr>
            <p:txBody>
              <a:bodyPr/>
              <a:lstStyle/>
              <a:p>
                <a:pPr algn="ctr" eaLnBrk="0" hangingPunct="0"/>
                <a:endParaRPr lang="nl-BE"/>
              </a:p>
            </p:txBody>
          </p:sp>
          <p:sp>
            <p:nvSpPr>
              <p:cNvPr id="42939" name="Oval 267"/>
              <p:cNvSpPr>
                <a:spLocks noChangeArrowheads="1"/>
              </p:cNvSpPr>
              <p:nvPr/>
            </p:nvSpPr>
            <p:spPr bwMode="auto">
              <a:xfrm rot="-155667">
                <a:off x="2021" y="2525"/>
                <a:ext cx="37" cy="37"/>
              </a:xfrm>
              <a:prstGeom prst="ellipse">
                <a:avLst/>
              </a:prstGeom>
              <a:solidFill>
                <a:srgbClr val="FF0000"/>
              </a:solidFill>
              <a:ln w="6350">
                <a:solidFill>
                  <a:srgbClr val="000000"/>
                </a:solidFill>
                <a:round/>
                <a:headEnd/>
                <a:tailEnd/>
              </a:ln>
            </p:spPr>
            <p:txBody>
              <a:bodyPr/>
              <a:lstStyle/>
              <a:p>
                <a:pPr algn="ctr" eaLnBrk="0" hangingPunct="0"/>
                <a:endParaRPr lang="nl-BE"/>
              </a:p>
            </p:txBody>
          </p:sp>
          <p:sp>
            <p:nvSpPr>
              <p:cNvPr id="42940" name="Oval 268"/>
              <p:cNvSpPr>
                <a:spLocks noChangeArrowheads="1"/>
              </p:cNvSpPr>
              <p:nvPr/>
            </p:nvSpPr>
            <p:spPr bwMode="auto">
              <a:xfrm rot="-155667">
                <a:off x="1981" y="2526"/>
                <a:ext cx="37" cy="37"/>
              </a:xfrm>
              <a:prstGeom prst="ellipse">
                <a:avLst/>
              </a:prstGeom>
              <a:solidFill>
                <a:srgbClr val="E0E000"/>
              </a:solidFill>
              <a:ln w="6350">
                <a:solidFill>
                  <a:srgbClr val="000000"/>
                </a:solidFill>
                <a:round/>
                <a:headEnd/>
                <a:tailEnd/>
              </a:ln>
            </p:spPr>
            <p:txBody>
              <a:bodyPr/>
              <a:lstStyle/>
              <a:p>
                <a:pPr algn="ctr" eaLnBrk="0" hangingPunct="0"/>
                <a:endParaRPr lang="nl-BE"/>
              </a:p>
            </p:txBody>
          </p:sp>
          <p:sp>
            <p:nvSpPr>
              <p:cNvPr id="42941" name="Freeform 269"/>
              <p:cNvSpPr>
                <a:spLocks/>
              </p:cNvSpPr>
              <p:nvPr/>
            </p:nvSpPr>
            <p:spPr bwMode="auto">
              <a:xfrm rot="-155667">
                <a:off x="2911" y="2119"/>
                <a:ext cx="43" cy="407"/>
              </a:xfrm>
              <a:custGeom>
                <a:avLst/>
                <a:gdLst>
                  <a:gd name="T0" fmla="*/ 0 w 104"/>
                  <a:gd name="T1" fmla="*/ 0 h 1478"/>
                  <a:gd name="T2" fmla="*/ 0 w 104"/>
                  <a:gd name="T3" fmla="*/ 0 h 1478"/>
                  <a:gd name="T4" fmla="*/ 0 w 104"/>
                  <a:gd name="T5" fmla="*/ 0 h 1478"/>
                  <a:gd name="T6" fmla="*/ 0 w 104"/>
                  <a:gd name="T7" fmla="*/ 0 h 1478"/>
                  <a:gd name="T8" fmla="*/ 0 w 104"/>
                  <a:gd name="T9" fmla="*/ 0 h 1478"/>
                  <a:gd name="T10" fmla="*/ 0 w 104"/>
                  <a:gd name="T11" fmla="*/ 0 h 1478"/>
                  <a:gd name="T12" fmla="*/ 0 w 104"/>
                  <a:gd name="T13" fmla="*/ 0 h 1478"/>
                  <a:gd name="T14" fmla="*/ 0 w 104"/>
                  <a:gd name="T15" fmla="*/ 0 h 1478"/>
                  <a:gd name="T16" fmla="*/ 0 w 104"/>
                  <a:gd name="T17" fmla="*/ 0 h 1478"/>
                  <a:gd name="T18" fmla="*/ 0 w 104"/>
                  <a:gd name="T19" fmla="*/ 0 h 1478"/>
                  <a:gd name="T20" fmla="*/ 0 w 104"/>
                  <a:gd name="T21" fmla="*/ 0 h 1478"/>
                  <a:gd name="T22" fmla="*/ 0 w 104"/>
                  <a:gd name="T23" fmla="*/ 0 h 1478"/>
                  <a:gd name="T24" fmla="*/ 0 w 104"/>
                  <a:gd name="T25" fmla="*/ 0 h 1478"/>
                  <a:gd name="T26" fmla="*/ 0 w 104"/>
                  <a:gd name="T27" fmla="*/ 0 h 1478"/>
                  <a:gd name="T28" fmla="*/ 0 w 104"/>
                  <a:gd name="T29" fmla="*/ 0 h 1478"/>
                  <a:gd name="T30" fmla="*/ 0 w 104"/>
                  <a:gd name="T31" fmla="*/ 0 h 1478"/>
                  <a:gd name="T32" fmla="*/ 0 w 104"/>
                  <a:gd name="T33" fmla="*/ 0 h 1478"/>
                  <a:gd name="T34" fmla="*/ 0 w 104"/>
                  <a:gd name="T35" fmla="*/ 0 h 1478"/>
                  <a:gd name="T36" fmla="*/ 0 w 104"/>
                  <a:gd name="T37" fmla="*/ 0 h 1478"/>
                  <a:gd name="T38" fmla="*/ 0 w 104"/>
                  <a:gd name="T39" fmla="*/ 0 h 1478"/>
                  <a:gd name="T40" fmla="*/ 0 w 104"/>
                  <a:gd name="T41" fmla="*/ 0 h 1478"/>
                  <a:gd name="T42" fmla="*/ 0 w 104"/>
                  <a:gd name="T43" fmla="*/ 0 h 147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4"/>
                  <a:gd name="T67" fmla="*/ 0 h 1478"/>
                  <a:gd name="T68" fmla="*/ 104 w 104"/>
                  <a:gd name="T69" fmla="*/ 1478 h 147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4" h="1478">
                    <a:moveTo>
                      <a:pt x="0" y="1421"/>
                    </a:moveTo>
                    <a:lnTo>
                      <a:pt x="40" y="1421"/>
                    </a:lnTo>
                    <a:lnTo>
                      <a:pt x="45" y="1419"/>
                    </a:lnTo>
                    <a:lnTo>
                      <a:pt x="49" y="1418"/>
                    </a:lnTo>
                    <a:lnTo>
                      <a:pt x="54" y="1415"/>
                    </a:lnTo>
                    <a:lnTo>
                      <a:pt x="56" y="1410"/>
                    </a:lnTo>
                    <a:lnTo>
                      <a:pt x="59" y="1403"/>
                    </a:lnTo>
                    <a:lnTo>
                      <a:pt x="59" y="0"/>
                    </a:lnTo>
                    <a:lnTo>
                      <a:pt x="104" y="0"/>
                    </a:lnTo>
                    <a:lnTo>
                      <a:pt x="104" y="1410"/>
                    </a:lnTo>
                    <a:lnTo>
                      <a:pt x="103" y="1421"/>
                    </a:lnTo>
                    <a:lnTo>
                      <a:pt x="103" y="1430"/>
                    </a:lnTo>
                    <a:lnTo>
                      <a:pt x="101" y="1440"/>
                    </a:lnTo>
                    <a:lnTo>
                      <a:pt x="97" y="1449"/>
                    </a:lnTo>
                    <a:lnTo>
                      <a:pt x="91" y="1458"/>
                    </a:lnTo>
                    <a:lnTo>
                      <a:pt x="85" y="1464"/>
                    </a:lnTo>
                    <a:lnTo>
                      <a:pt x="79" y="1470"/>
                    </a:lnTo>
                    <a:lnTo>
                      <a:pt x="73" y="1473"/>
                    </a:lnTo>
                    <a:lnTo>
                      <a:pt x="66" y="1476"/>
                    </a:lnTo>
                    <a:lnTo>
                      <a:pt x="59" y="1478"/>
                    </a:lnTo>
                    <a:lnTo>
                      <a:pt x="0" y="1478"/>
                    </a:lnTo>
                    <a:lnTo>
                      <a:pt x="0" y="1421"/>
                    </a:lnTo>
                    <a:close/>
                  </a:path>
                </a:pathLst>
              </a:custGeom>
              <a:solidFill>
                <a:srgbClr val="C0C0C0"/>
              </a:solidFill>
              <a:ln w="6350">
                <a:solidFill>
                  <a:srgbClr val="000000"/>
                </a:solidFill>
                <a:prstDash val="solid"/>
                <a:round/>
                <a:headEnd/>
                <a:tailEnd/>
              </a:ln>
            </p:spPr>
            <p:txBody>
              <a:bodyPr/>
              <a:lstStyle/>
              <a:p>
                <a:endParaRPr lang="nl-BE"/>
              </a:p>
            </p:txBody>
          </p:sp>
          <p:sp>
            <p:nvSpPr>
              <p:cNvPr id="42942" name="Oval 270"/>
              <p:cNvSpPr>
                <a:spLocks noChangeArrowheads="1"/>
              </p:cNvSpPr>
              <p:nvPr/>
            </p:nvSpPr>
            <p:spPr bwMode="auto">
              <a:xfrm rot="-155667">
                <a:off x="2925" y="2117"/>
                <a:ext cx="18" cy="3"/>
              </a:xfrm>
              <a:prstGeom prst="ellipse">
                <a:avLst/>
              </a:prstGeom>
              <a:solidFill>
                <a:srgbClr val="404040"/>
              </a:solidFill>
              <a:ln w="6350">
                <a:solidFill>
                  <a:srgbClr val="000000"/>
                </a:solidFill>
                <a:round/>
                <a:headEnd/>
                <a:tailEnd/>
              </a:ln>
            </p:spPr>
            <p:txBody>
              <a:bodyPr/>
              <a:lstStyle/>
              <a:p>
                <a:pPr algn="ctr" eaLnBrk="0" hangingPunct="0"/>
                <a:endParaRPr lang="nl-BE"/>
              </a:p>
            </p:txBody>
          </p:sp>
          <p:sp>
            <p:nvSpPr>
              <p:cNvPr id="42943" name="Freeform 271"/>
              <p:cNvSpPr>
                <a:spLocks/>
              </p:cNvSpPr>
              <p:nvPr/>
            </p:nvSpPr>
            <p:spPr bwMode="auto">
              <a:xfrm rot="-155667">
                <a:off x="2924" y="2105"/>
                <a:ext cx="16" cy="14"/>
              </a:xfrm>
              <a:custGeom>
                <a:avLst/>
                <a:gdLst>
                  <a:gd name="T0" fmla="*/ 0 w 39"/>
                  <a:gd name="T1" fmla="*/ 0 h 50"/>
                  <a:gd name="T2" fmla="*/ 0 w 39"/>
                  <a:gd name="T3" fmla="*/ 0 h 50"/>
                  <a:gd name="T4" fmla="*/ 0 w 39"/>
                  <a:gd name="T5" fmla="*/ 0 h 50"/>
                  <a:gd name="T6" fmla="*/ 0 w 39"/>
                  <a:gd name="T7" fmla="*/ 0 h 50"/>
                  <a:gd name="T8" fmla="*/ 0 w 39"/>
                  <a:gd name="T9" fmla="*/ 0 h 50"/>
                  <a:gd name="T10" fmla="*/ 0 w 39"/>
                  <a:gd name="T11" fmla="*/ 0 h 50"/>
                  <a:gd name="T12" fmla="*/ 0 w 39"/>
                  <a:gd name="T13" fmla="*/ 0 h 50"/>
                  <a:gd name="T14" fmla="*/ 0 w 39"/>
                  <a:gd name="T15" fmla="*/ 0 h 50"/>
                  <a:gd name="T16" fmla="*/ 0 w 39"/>
                  <a:gd name="T17" fmla="*/ 0 h 50"/>
                  <a:gd name="T18" fmla="*/ 0 w 39"/>
                  <a:gd name="T19" fmla="*/ 0 h 50"/>
                  <a:gd name="T20" fmla="*/ 0 w 39"/>
                  <a:gd name="T21" fmla="*/ 0 h 50"/>
                  <a:gd name="T22" fmla="*/ 0 w 39"/>
                  <a:gd name="T23" fmla="*/ 0 h 50"/>
                  <a:gd name="T24" fmla="*/ 0 w 39"/>
                  <a:gd name="T25" fmla="*/ 0 h 50"/>
                  <a:gd name="T26" fmla="*/ 0 w 39"/>
                  <a:gd name="T27" fmla="*/ 0 h 50"/>
                  <a:gd name="T28" fmla="*/ 0 w 39"/>
                  <a:gd name="T29" fmla="*/ 0 h 50"/>
                  <a:gd name="T30" fmla="*/ 0 w 39"/>
                  <a:gd name="T31" fmla="*/ 0 h 5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9"/>
                  <a:gd name="T49" fmla="*/ 0 h 50"/>
                  <a:gd name="T50" fmla="*/ 39 w 39"/>
                  <a:gd name="T51" fmla="*/ 50 h 5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9" h="50">
                    <a:moveTo>
                      <a:pt x="0" y="50"/>
                    </a:moveTo>
                    <a:lnTo>
                      <a:pt x="7" y="35"/>
                    </a:lnTo>
                    <a:lnTo>
                      <a:pt x="14" y="21"/>
                    </a:lnTo>
                    <a:lnTo>
                      <a:pt x="19" y="14"/>
                    </a:lnTo>
                    <a:lnTo>
                      <a:pt x="24" y="9"/>
                    </a:lnTo>
                    <a:lnTo>
                      <a:pt x="29" y="5"/>
                    </a:lnTo>
                    <a:lnTo>
                      <a:pt x="34" y="0"/>
                    </a:lnTo>
                    <a:lnTo>
                      <a:pt x="38" y="0"/>
                    </a:lnTo>
                    <a:lnTo>
                      <a:pt x="39" y="6"/>
                    </a:lnTo>
                    <a:lnTo>
                      <a:pt x="35" y="17"/>
                    </a:lnTo>
                    <a:lnTo>
                      <a:pt x="31" y="23"/>
                    </a:lnTo>
                    <a:lnTo>
                      <a:pt x="25" y="32"/>
                    </a:lnTo>
                    <a:lnTo>
                      <a:pt x="19" y="38"/>
                    </a:lnTo>
                    <a:lnTo>
                      <a:pt x="11" y="47"/>
                    </a:lnTo>
                    <a:lnTo>
                      <a:pt x="5" y="50"/>
                    </a:lnTo>
                    <a:lnTo>
                      <a:pt x="0" y="50"/>
                    </a:lnTo>
                    <a:close/>
                  </a:path>
                </a:pathLst>
              </a:custGeom>
              <a:solidFill>
                <a:srgbClr val="FFFFFF"/>
              </a:solidFill>
              <a:ln w="6350">
                <a:solidFill>
                  <a:srgbClr val="000000"/>
                </a:solidFill>
                <a:prstDash val="solid"/>
                <a:round/>
                <a:headEnd/>
                <a:tailEnd/>
              </a:ln>
            </p:spPr>
            <p:txBody>
              <a:bodyPr/>
              <a:lstStyle/>
              <a:p>
                <a:endParaRPr lang="nl-BE"/>
              </a:p>
            </p:txBody>
          </p:sp>
          <p:sp>
            <p:nvSpPr>
              <p:cNvPr id="42944" name="Freeform 272"/>
              <p:cNvSpPr>
                <a:spLocks/>
              </p:cNvSpPr>
              <p:nvPr/>
            </p:nvSpPr>
            <p:spPr bwMode="auto">
              <a:xfrm rot="-155667">
                <a:off x="2945" y="2293"/>
                <a:ext cx="16" cy="132"/>
              </a:xfrm>
              <a:custGeom>
                <a:avLst/>
                <a:gdLst>
                  <a:gd name="T0" fmla="*/ 0 w 39"/>
                  <a:gd name="T1" fmla="*/ 0 h 479"/>
                  <a:gd name="T2" fmla="*/ 0 w 39"/>
                  <a:gd name="T3" fmla="*/ 0 h 479"/>
                  <a:gd name="T4" fmla="*/ 0 w 39"/>
                  <a:gd name="T5" fmla="*/ 0 h 479"/>
                  <a:gd name="T6" fmla="*/ 0 w 39"/>
                  <a:gd name="T7" fmla="*/ 0 h 479"/>
                  <a:gd name="T8" fmla="*/ 0 w 39"/>
                  <a:gd name="T9" fmla="*/ 0 h 479"/>
                  <a:gd name="T10" fmla="*/ 0 60000 65536"/>
                  <a:gd name="T11" fmla="*/ 0 60000 65536"/>
                  <a:gd name="T12" fmla="*/ 0 60000 65536"/>
                  <a:gd name="T13" fmla="*/ 0 60000 65536"/>
                  <a:gd name="T14" fmla="*/ 0 60000 65536"/>
                  <a:gd name="T15" fmla="*/ 0 w 39"/>
                  <a:gd name="T16" fmla="*/ 0 h 479"/>
                  <a:gd name="T17" fmla="*/ 39 w 39"/>
                  <a:gd name="T18" fmla="*/ 479 h 479"/>
                </a:gdLst>
                <a:ahLst/>
                <a:cxnLst>
                  <a:cxn ang="T10">
                    <a:pos x="T0" y="T1"/>
                  </a:cxn>
                  <a:cxn ang="T11">
                    <a:pos x="T2" y="T3"/>
                  </a:cxn>
                  <a:cxn ang="T12">
                    <a:pos x="T4" y="T5"/>
                  </a:cxn>
                  <a:cxn ang="T13">
                    <a:pos x="T6" y="T7"/>
                  </a:cxn>
                  <a:cxn ang="T14">
                    <a:pos x="T8" y="T9"/>
                  </a:cxn>
                </a:cxnLst>
                <a:rect l="T15" t="T16" r="T17" b="T18"/>
                <a:pathLst>
                  <a:path w="39" h="479">
                    <a:moveTo>
                      <a:pt x="0" y="0"/>
                    </a:moveTo>
                    <a:lnTo>
                      <a:pt x="39" y="14"/>
                    </a:lnTo>
                    <a:lnTo>
                      <a:pt x="39" y="464"/>
                    </a:lnTo>
                    <a:lnTo>
                      <a:pt x="0" y="479"/>
                    </a:lnTo>
                    <a:lnTo>
                      <a:pt x="0" y="0"/>
                    </a:lnTo>
                    <a:close/>
                  </a:path>
                </a:pathLst>
              </a:custGeom>
              <a:solidFill>
                <a:srgbClr val="606060"/>
              </a:solidFill>
              <a:ln w="6350">
                <a:solidFill>
                  <a:srgbClr val="000000"/>
                </a:solidFill>
                <a:prstDash val="solid"/>
                <a:round/>
                <a:headEnd/>
                <a:tailEnd/>
              </a:ln>
            </p:spPr>
            <p:txBody>
              <a:bodyPr/>
              <a:lstStyle/>
              <a:p>
                <a:endParaRPr lang="nl-BE"/>
              </a:p>
            </p:txBody>
          </p:sp>
          <p:sp>
            <p:nvSpPr>
              <p:cNvPr id="42945" name="Freeform 273"/>
              <p:cNvSpPr>
                <a:spLocks/>
              </p:cNvSpPr>
              <p:nvPr/>
            </p:nvSpPr>
            <p:spPr bwMode="auto">
              <a:xfrm rot="-155667">
                <a:off x="2929" y="2294"/>
                <a:ext cx="17" cy="132"/>
              </a:xfrm>
              <a:custGeom>
                <a:avLst/>
                <a:gdLst>
                  <a:gd name="T0" fmla="*/ 0 w 42"/>
                  <a:gd name="T1" fmla="*/ 0 h 480"/>
                  <a:gd name="T2" fmla="*/ 0 w 42"/>
                  <a:gd name="T3" fmla="*/ 0 h 480"/>
                  <a:gd name="T4" fmla="*/ 0 w 42"/>
                  <a:gd name="T5" fmla="*/ 0 h 480"/>
                  <a:gd name="T6" fmla="*/ 0 w 42"/>
                  <a:gd name="T7" fmla="*/ 0 h 480"/>
                  <a:gd name="T8" fmla="*/ 0 w 42"/>
                  <a:gd name="T9" fmla="*/ 0 h 480"/>
                  <a:gd name="T10" fmla="*/ 0 60000 65536"/>
                  <a:gd name="T11" fmla="*/ 0 60000 65536"/>
                  <a:gd name="T12" fmla="*/ 0 60000 65536"/>
                  <a:gd name="T13" fmla="*/ 0 60000 65536"/>
                  <a:gd name="T14" fmla="*/ 0 60000 65536"/>
                  <a:gd name="T15" fmla="*/ 0 w 42"/>
                  <a:gd name="T16" fmla="*/ 0 h 480"/>
                  <a:gd name="T17" fmla="*/ 42 w 42"/>
                  <a:gd name="T18" fmla="*/ 480 h 480"/>
                </a:gdLst>
                <a:ahLst/>
                <a:cxnLst>
                  <a:cxn ang="T10">
                    <a:pos x="T0" y="T1"/>
                  </a:cxn>
                  <a:cxn ang="T11">
                    <a:pos x="T2" y="T3"/>
                  </a:cxn>
                  <a:cxn ang="T12">
                    <a:pos x="T4" y="T5"/>
                  </a:cxn>
                  <a:cxn ang="T13">
                    <a:pos x="T6" y="T7"/>
                  </a:cxn>
                  <a:cxn ang="T14">
                    <a:pos x="T8" y="T9"/>
                  </a:cxn>
                </a:cxnLst>
                <a:rect l="T15" t="T16" r="T17" b="T18"/>
                <a:pathLst>
                  <a:path w="42" h="480">
                    <a:moveTo>
                      <a:pt x="42" y="1"/>
                    </a:moveTo>
                    <a:lnTo>
                      <a:pt x="42" y="480"/>
                    </a:lnTo>
                    <a:lnTo>
                      <a:pt x="0" y="480"/>
                    </a:lnTo>
                    <a:lnTo>
                      <a:pt x="0" y="0"/>
                    </a:lnTo>
                    <a:lnTo>
                      <a:pt x="42" y="1"/>
                    </a:lnTo>
                    <a:close/>
                  </a:path>
                </a:pathLst>
              </a:custGeom>
              <a:solidFill>
                <a:srgbClr val="202020"/>
              </a:solidFill>
              <a:ln w="6350">
                <a:solidFill>
                  <a:srgbClr val="000000"/>
                </a:solidFill>
                <a:prstDash val="solid"/>
                <a:round/>
                <a:headEnd/>
                <a:tailEnd/>
              </a:ln>
            </p:spPr>
            <p:txBody>
              <a:bodyPr/>
              <a:lstStyle/>
              <a:p>
                <a:endParaRPr lang="nl-BE"/>
              </a:p>
            </p:txBody>
          </p:sp>
          <p:sp>
            <p:nvSpPr>
              <p:cNvPr id="42946" name="Freeform 274"/>
              <p:cNvSpPr>
                <a:spLocks/>
              </p:cNvSpPr>
              <p:nvPr/>
            </p:nvSpPr>
            <p:spPr bwMode="auto">
              <a:xfrm rot="-155667">
                <a:off x="1698" y="2596"/>
                <a:ext cx="116" cy="230"/>
              </a:xfrm>
              <a:custGeom>
                <a:avLst/>
                <a:gdLst>
                  <a:gd name="T0" fmla="*/ 0 w 281"/>
                  <a:gd name="T1" fmla="*/ 0 h 834"/>
                  <a:gd name="T2" fmla="*/ 0 w 281"/>
                  <a:gd name="T3" fmla="*/ 0 h 834"/>
                  <a:gd name="T4" fmla="*/ 0 w 281"/>
                  <a:gd name="T5" fmla="*/ 0 h 834"/>
                  <a:gd name="T6" fmla="*/ 0 w 281"/>
                  <a:gd name="T7" fmla="*/ 0 h 834"/>
                  <a:gd name="T8" fmla="*/ 0 w 281"/>
                  <a:gd name="T9" fmla="*/ 0 h 834"/>
                  <a:gd name="T10" fmla="*/ 0 w 281"/>
                  <a:gd name="T11" fmla="*/ 0 h 834"/>
                  <a:gd name="T12" fmla="*/ 0 w 281"/>
                  <a:gd name="T13" fmla="*/ 0 h 834"/>
                  <a:gd name="T14" fmla="*/ 0 w 281"/>
                  <a:gd name="T15" fmla="*/ 0 h 834"/>
                  <a:gd name="T16" fmla="*/ 0 w 281"/>
                  <a:gd name="T17" fmla="*/ 0 h 834"/>
                  <a:gd name="T18" fmla="*/ 0 w 281"/>
                  <a:gd name="T19" fmla="*/ 0 h 834"/>
                  <a:gd name="T20" fmla="*/ 0 w 281"/>
                  <a:gd name="T21" fmla="*/ 0 h 834"/>
                  <a:gd name="T22" fmla="*/ 0 w 281"/>
                  <a:gd name="T23" fmla="*/ 0 h 834"/>
                  <a:gd name="T24" fmla="*/ 0 w 281"/>
                  <a:gd name="T25" fmla="*/ 0 h 834"/>
                  <a:gd name="T26" fmla="*/ 0 w 281"/>
                  <a:gd name="T27" fmla="*/ 0 h 834"/>
                  <a:gd name="T28" fmla="*/ 0 w 281"/>
                  <a:gd name="T29" fmla="*/ 0 h 834"/>
                  <a:gd name="T30" fmla="*/ 0 w 281"/>
                  <a:gd name="T31" fmla="*/ 0 h 834"/>
                  <a:gd name="T32" fmla="*/ 0 w 281"/>
                  <a:gd name="T33" fmla="*/ 0 h 834"/>
                  <a:gd name="T34" fmla="*/ 0 w 281"/>
                  <a:gd name="T35" fmla="*/ 0 h 834"/>
                  <a:gd name="T36" fmla="*/ 0 w 281"/>
                  <a:gd name="T37" fmla="*/ 0 h 834"/>
                  <a:gd name="T38" fmla="*/ 0 w 281"/>
                  <a:gd name="T39" fmla="*/ 0 h 834"/>
                  <a:gd name="T40" fmla="*/ 0 w 281"/>
                  <a:gd name="T41" fmla="*/ 0 h 834"/>
                  <a:gd name="T42" fmla="*/ 0 w 281"/>
                  <a:gd name="T43" fmla="*/ 0 h 834"/>
                  <a:gd name="T44" fmla="*/ 0 w 281"/>
                  <a:gd name="T45" fmla="*/ 0 h 834"/>
                  <a:gd name="T46" fmla="*/ 0 w 281"/>
                  <a:gd name="T47" fmla="*/ 0 h 834"/>
                  <a:gd name="T48" fmla="*/ 0 w 281"/>
                  <a:gd name="T49" fmla="*/ 0 h 834"/>
                  <a:gd name="T50" fmla="*/ 0 w 281"/>
                  <a:gd name="T51" fmla="*/ 0 h 834"/>
                  <a:gd name="T52" fmla="*/ 0 w 281"/>
                  <a:gd name="T53" fmla="*/ 0 h 834"/>
                  <a:gd name="T54" fmla="*/ 0 w 281"/>
                  <a:gd name="T55" fmla="*/ 0 h 834"/>
                  <a:gd name="T56" fmla="*/ 0 w 281"/>
                  <a:gd name="T57" fmla="*/ 0 h 834"/>
                  <a:gd name="T58" fmla="*/ 0 w 281"/>
                  <a:gd name="T59" fmla="*/ 0 h 834"/>
                  <a:gd name="T60" fmla="*/ 0 w 281"/>
                  <a:gd name="T61" fmla="*/ 0 h 834"/>
                  <a:gd name="T62" fmla="*/ 0 w 281"/>
                  <a:gd name="T63" fmla="*/ 0 h 834"/>
                  <a:gd name="T64" fmla="*/ 0 w 281"/>
                  <a:gd name="T65" fmla="*/ 0 h 834"/>
                  <a:gd name="T66" fmla="*/ 0 w 281"/>
                  <a:gd name="T67" fmla="*/ 0 h 834"/>
                  <a:gd name="T68" fmla="*/ 0 w 281"/>
                  <a:gd name="T69" fmla="*/ 0 h 834"/>
                  <a:gd name="T70" fmla="*/ 0 w 281"/>
                  <a:gd name="T71" fmla="*/ 0 h 834"/>
                  <a:gd name="T72" fmla="*/ 0 w 281"/>
                  <a:gd name="T73" fmla="*/ 0 h 834"/>
                  <a:gd name="T74" fmla="*/ 0 w 281"/>
                  <a:gd name="T75" fmla="*/ 0 h 834"/>
                  <a:gd name="T76" fmla="*/ 0 w 281"/>
                  <a:gd name="T77" fmla="*/ 0 h 834"/>
                  <a:gd name="T78" fmla="*/ 0 w 281"/>
                  <a:gd name="T79" fmla="*/ 0 h 834"/>
                  <a:gd name="T80" fmla="*/ 0 w 281"/>
                  <a:gd name="T81" fmla="*/ 0 h 834"/>
                  <a:gd name="T82" fmla="*/ 0 w 281"/>
                  <a:gd name="T83" fmla="*/ 0 h 834"/>
                  <a:gd name="T84" fmla="*/ 0 w 281"/>
                  <a:gd name="T85" fmla="*/ 0 h 834"/>
                  <a:gd name="T86" fmla="*/ 0 w 281"/>
                  <a:gd name="T87" fmla="*/ 0 h 834"/>
                  <a:gd name="T88" fmla="*/ 0 w 281"/>
                  <a:gd name="T89" fmla="*/ 0 h 834"/>
                  <a:gd name="T90" fmla="*/ 0 w 281"/>
                  <a:gd name="T91" fmla="*/ 0 h 834"/>
                  <a:gd name="T92" fmla="*/ 0 w 281"/>
                  <a:gd name="T93" fmla="*/ 0 h 834"/>
                  <a:gd name="T94" fmla="*/ 0 w 281"/>
                  <a:gd name="T95" fmla="*/ 0 h 834"/>
                  <a:gd name="T96" fmla="*/ 0 w 281"/>
                  <a:gd name="T97" fmla="*/ 0 h 834"/>
                  <a:gd name="T98" fmla="*/ 0 w 281"/>
                  <a:gd name="T99" fmla="*/ 0 h 834"/>
                  <a:gd name="T100" fmla="*/ 0 w 281"/>
                  <a:gd name="T101" fmla="*/ 0 h 834"/>
                  <a:gd name="T102" fmla="*/ 0 w 281"/>
                  <a:gd name="T103" fmla="*/ 0 h 834"/>
                  <a:gd name="T104" fmla="*/ 0 w 281"/>
                  <a:gd name="T105" fmla="*/ 0 h 834"/>
                  <a:gd name="T106" fmla="*/ 0 w 281"/>
                  <a:gd name="T107" fmla="*/ 0 h 834"/>
                  <a:gd name="T108" fmla="*/ 0 w 281"/>
                  <a:gd name="T109" fmla="*/ 0 h 83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81"/>
                  <a:gd name="T166" fmla="*/ 0 h 834"/>
                  <a:gd name="T167" fmla="*/ 281 w 281"/>
                  <a:gd name="T168" fmla="*/ 834 h 834"/>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81" h="834">
                    <a:moveTo>
                      <a:pt x="133" y="0"/>
                    </a:moveTo>
                    <a:lnTo>
                      <a:pt x="281" y="0"/>
                    </a:lnTo>
                    <a:lnTo>
                      <a:pt x="280" y="834"/>
                    </a:lnTo>
                    <a:lnTo>
                      <a:pt x="133" y="827"/>
                    </a:lnTo>
                    <a:lnTo>
                      <a:pt x="127" y="824"/>
                    </a:lnTo>
                    <a:lnTo>
                      <a:pt x="122" y="824"/>
                    </a:lnTo>
                    <a:lnTo>
                      <a:pt x="114" y="819"/>
                    </a:lnTo>
                    <a:lnTo>
                      <a:pt x="107" y="815"/>
                    </a:lnTo>
                    <a:lnTo>
                      <a:pt x="98" y="807"/>
                    </a:lnTo>
                    <a:lnTo>
                      <a:pt x="90" y="800"/>
                    </a:lnTo>
                    <a:lnTo>
                      <a:pt x="83" y="791"/>
                    </a:lnTo>
                    <a:lnTo>
                      <a:pt x="76" y="782"/>
                    </a:lnTo>
                    <a:lnTo>
                      <a:pt x="70" y="773"/>
                    </a:lnTo>
                    <a:lnTo>
                      <a:pt x="66" y="762"/>
                    </a:lnTo>
                    <a:lnTo>
                      <a:pt x="61" y="753"/>
                    </a:lnTo>
                    <a:lnTo>
                      <a:pt x="54" y="740"/>
                    </a:lnTo>
                    <a:lnTo>
                      <a:pt x="50" y="726"/>
                    </a:lnTo>
                    <a:lnTo>
                      <a:pt x="44" y="713"/>
                    </a:lnTo>
                    <a:lnTo>
                      <a:pt x="41" y="704"/>
                    </a:lnTo>
                    <a:lnTo>
                      <a:pt x="38" y="693"/>
                    </a:lnTo>
                    <a:lnTo>
                      <a:pt x="31" y="675"/>
                    </a:lnTo>
                    <a:lnTo>
                      <a:pt x="26" y="653"/>
                    </a:lnTo>
                    <a:lnTo>
                      <a:pt x="21" y="630"/>
                    </a:lnTo>
                    <a:lnTo>
                      <a:pt x="16" y="606"/>
                    </a:lnTo>
                    <a:lnTo>
                      <a:pt x="11" y="579"/>
                    </a:lnTo>
                    <a:lnTo>
                      <a:pt x="8" y="551"/>
                    </a:lnTo>
                    <a:lnTo>
                      <a:pt x="4" y="521"/>
                    </a:lnTo>
                    <a:lnTo>
                      <a:pt x="2" y="488"/>
                    </a:lnTo>
                    <a:lnTo>
                      <a:pt x="0" y="453"/>
                    </a:lnTo>
                    <a:lnTo>
                      <a:pt x="0" y="413"/>
                    </a:lnTo>
                    <a:lnTo>
                      <a:pt x="1" y="362"/>
                    </a:lnTo>
                    <a:lnTo>
                      <a:pt x="4" y="312"/>
                    </a:lnTo>
                    <a:lnTo>
                      <a:pt x="8" y="278"/>
                    </a:lnTo>
                    <a:lnTo>
                      <a:pt x="13" y="242"/>
                    </a:lnTo>
                    <a:lnTo>
                      <a:pt x="16" y="213"/>
                    </a:lnTo>
                    <a:lnTo>
                      <a:pt x="21" y="192"/>
                    </a:lnTo>
                    <a:lnTo>
                      <a:pt x="28" y="164"/>
                    </a:lnTo>
                    <a:lnTo>
                      <a:pt x="38" y="131"/>
                    </a:lnTo>
                    <a:lnTo>
                      <a:pt x="46" y="107"/>
                    </a:lnTo>
                    <a:lnTo>
                      <a:pt x="53" y="90"/>
                    </a:lnTo>
                    <a:lnTo>
                      <a:pt x="58" y="81"/>
                    </a:lnTo>
                    <a:lnTo>
                      <a:pt x="63" y="69"/>
                    </a:lnTo>
                    <a:lnTo>
                      <a:pt x="69" y="59"/>
                    </a:lnTo>
                    <a:lnTo>
                      <a:pt x="73" y="50"/>
                    </a:lnTo>
                    <a:lnTo>
                      <a:pt x="78" y="42"/>
                    </a:lnTo>
                    <a:lnTo>
                      <a:pt x="84" y="35"/>
                    </a:lnTo>
                    <a:lnTo>
                      <a:pt x="90" y="27"/>
                    </a:lnTo>
                    <a:lnTo>
                      <a:pt x="96" y="21"/>
                    </a:lnTo>
                    <a:lnTo>
                      <a:pt x="101" y="17"/>
                    </a:lnTo>
                    <a:lnTo>
                      <a:pt x="106" y="11"/>
                    </a:lnTo>
                    <a:lnTo>
                      <a:pt x="112" y="6"/>
                    </a:lnTo>
                    <a:lnTo>
                      <a:pt x="117" y="3"/>
                    </a:lnTo>
                    <a:lnTo>
                      <a:pt x="122" y="2"/>
                    </a:lnTo>
                    <a:lnTo>
                      <a:pt x="127" y="0"/>
                    </a:lnTo>
                    <a:lnTo>
                      <a:pt x="133" y="0"/>
                    </a:lnTo>
                    <a:close/>
                  </a:path>
                </a:pathLst>
              </a:custGeom>
              <a:solidFill>
                <a:srgbClr val="202020"/>
              </a:solidFill>
              <a:ln w="9525">
                <a:noFill/>
                <a:round/>
                <a:headEnd/>
                <a:tailEnd/>
              </a:ln>
            </p:spPr>
            <p:txBody>
              <a:bodyPr/>
              <a:lstStyle/>
              <a:p>
                <a:endParaRPr lang="nl-BE"/>
              </a:p>
            </p:txBody>
          </p:sp>
          <p:sp>
            <p:nvSpPr>
              <p:cNvPr id="42947" name="Oval 275"/>
              <p:cNvSpPr>
                <a:spLocks noChangeArrowheads="1"/>
              </p:cNvSpPr>
              <p:nvPr/>
            </p:nvSpPr>
            <p:spPr bwMode="auto">
              <a:xfrm rot="-155667">
                <a:off x="1753" y="2593"/>
                <a:ext cx="118" cy="231"/>
              </a:xfrm>
              <a:prstGeom prst="ellipse">
                <a:avLst/>
              </a:prstGeom>
              <a:solidFill>
                <a:srgbClr val="404040"/>
              </a:solidFill>
              <a:ln w="9525">
                <a:noFill/>
                <a:round/>
                <a:headEnd/>
                <a:tailEnd/>
              </a:ln>
            </p:spPr>
            <p:txBody>
              <a:bodyPr/>
              <a:lstStyle/>
              <a:p>
                <a:pPr algn="ctr" eaLnBrk="0" hangingPunct="0"/>
                <a:endParaRPr lang="nl-BE"/>
              </a:p>
            </p:txBody>
          </p:sp>
          <p:sp>
            <p:nvSpPr>
              <p:cNvPr id="42948" name="Oval 276"/>
              <p:cNvSpPr>
                <a:spLocks noChangeArrowheads="1"/>
              </p:cNvSpPr>
              <p:nvPr/>
            </p:nvSpPr>
            <p:spPr bwMode="auto">
              <a:xfrm rot="-155667">
                <a:off x="1777" y="2640"/>
                <a:ext cx="69" cy="137"/>
              </a:xfrm>
              <a:prstGeom prst="ellipse">
                <a:avLst/>
              </a:prstGeom>
              <a:solidFill>
                <a:srgbClr val="A0A0A0"/>
              </a:solidFill>
              <a:ln w="9525">
                <a:noFill/>
                <a:round/>
                <a:headEnd/>
                <a:tailEnd/>
              </a:ln>
            </p:spPr>
            <p:txBody>
              <a:bodyPr/>
              <a:lstStyle/>
              <a:p>
                <a:pPr algn="ctr" eaLnBrk="0" hangingPunct="0"/>
                <a:endParaRPr lang="nl-BE"/>
              </a:p>
            </p:txBody>
          </p:sp>
          <p:sp>
            <p:nvSpPr>
              <p:cNvPr id="42949" name="Oval 277"/>
              <p:cNvSpPr>
                <a:spLocks noChangeArrowheads="1"/>
              </p:cNvSpPr>
              <p:nvPr/>
            </p:nvSpPr>
            <p:spPr bwMode="auto">
              <a:xfrm rot="-155667">
                <a:off x="1776" y="2644"/>
                <a:ext cx="64" cy="128"/>
              </a:xfrm>
              <a:prstGeom prst="ellipse">
                <a:avLst/>
              </a:prstGeom>
              <a:solidFill>
                <a:srgbClr val="808080"/>
              </a:solidFill>
              <a:ln w="9525">
                <a:noFill/>
                <a:round/>
                <a:headEnd/>
                <a:tailEnd/>
              </a:ln>
            </p:spPr>
            <p:txBody>
              <a:bodyPr/>
              <a:lstStyle/>
              <a:p>
                <a:pPr algn="ctr" eaLnBrk="0" hangingPunct="0"/>
                <a:endParaRPr lang="nl-BE"/>
              </a:p>
            </p:txBody>
          </p:sp>
          <p:sp>
            <p:nvSpPr>
              <p:cNvPr id="42950" name="Oval 278"/>
              <p:cNvSpPr>
                <a:spLocks noChangeArrowheads="1"/>
              </p:cNvSpPr>
              <p:nvPr/>
            </p:nvSpPr>
            <p:spPr bwMode="auto">
              <a:xfrm rot="-155667">
                <a:off x="1806" y="2697"/>
                <a:ext cx="11" cy="23"/>
              </a:xfrm>
              <a:prstGeom prst="ellipse">
                <a:avLst/>
              </a:prstGeom>
              <a:solidFill>
                <a:srgbClr val="404040"/>
              </a:solidFill>
              <a:ln w="9525">
                <a:noFill/>
                <a:round/>
                <a:headEnd/>
                <a:tailEnd/>
              </a:ln>
            </p:spPr>
            <p:txBody>
              <a:bodyPr/>
              <a:lstStyle/>
              <a:p>
                <a:pPr algn="ctr" eaLnBrk="0" hangingPunct="0"/>
                <a:endParaRPr lang="nl-BE"/>
              </a:p>
            </p:txBody>
          </p:sp>
          <p:sp>
            <p:nvSpPr>
              <p:cNvPr id="42951" name="Oval 279"/>
              <p:cNvSpPr>
                <a:spLocks noChangeArrowheads="1"/>
              </p:cNvSpPr>
              <p:nvPr/>
            </p:nvSpPr>
            <p:spPr bwMode="auto">
              <a:xfrm rot="-155667">
                <a:off x="1822" y="2590"/>
                <a:ext cx="118" cy="237"/>
              </a:xfrm>
              <a:prstGeom prst="ellipse">
                <a:avLst/>
              </a:prstGeom>
              <a:solidFill>
                <a:srgbClr val="202020"/>
              </a:solidFill>
              <a:ln w="9525">
                <a:noFill/>
                <a:round/>
                <a:headEnd/>
                <a:tailEnd/>
              </a:ln>
            </p:spPr>
            <p:txBody>
              <a:bodyPr/>
              <a:lstStyle/>
              <a:p>
                <a:pPr algn="ctr" eaLnBrk="0" hangingPunct="0"/>
                <a:endParaRPr lang="nl-BE"/>
              </a:p>
            </p:txBody>
          </p:sp>
          <p:sp>
            <p:nvSpPr>
              <p:cNvPr id="42952" name="Freeform 280"/>
              <p:cNvSpPr>
                <a:spLocks/>
              </p:cNvSpPr>
              <p:nvPr/>
            </p:nvSpPr>
            <p:spPr bwMode="auto">
              <a:xfrm rot="-155667">
                <a:off x="1767" y="2592"/>
                <a:ext cx="117" cy="235"/>
              </a:xfrm>
              <a:custGeom>
                <a:avLst/>
                <a:gdLst>
                  <a:gd name="T0" fmla="*/ 0 w 281"/>
                  <a:gd name="T1" fmla="*/ 0 h 852"/>
                  <a:gd name="T2" fmla="*/ 0 w 281"/>
                  <a:gd name="T3" fmla="*/ 0 h 852"/>
                  <a:gd name="T4" fmla="*/ 0 w 281"/>
                  <a:gd name="T5" fmla="*/ 0 h 852"/>
                  <a:gd name="T6" fmla="*/ 0 w 281"/>
                  <a:gd name="T7" fmla="*/ 0 h 852"/>
                  <a:gd name="T8" fmla="*/ 0 w 281"/>
                  <a:gd name="T9" fmla="*/ 0 h 852"/>
                  <a:gd name="T10" fmla="*/ 0 w 281"/>
                  <a:gd name="T11" fmla="*/ 0 h 852"/>
                  <a:gd name="T12" fmla="*/ 0 w 281"/>
                  <a:gd name="T13" fmla="*/ 0 h 852"/>
                  <a:gd name="T14" fmla="*/ 0 w 281"/>
                  <a:gd name="T15" fmla="*/ 0 h 852"/>
                  <a:gd name="T16" fmla="*/ 0 w 281"/>
                  <a:gd name="T17" fmla="*/ 0 h 852"/>
                  <a:gd name="T18" fmla="*/ 0 w 281"/>
                  <a:gd name="T19" fmla="*/ 0 h 852"/>
                  <a:gd name="T20" fmla="*/ 0 w 281"/>
                  <a:gd name="T21" fmla="*/ 0 h 852"/>
                  <a:gd name="T22" fmla="*/ 0 w 281"/>
                  <a:gd name="T23" fmla="*/ 0 h 852"/>
                  <a:gd name="T24" fmla="*/ 0 w 281"/>
                  <a:gd name="T25" fmla="*/ 0 h 852"/>
                  <a:gd name="T26" fmla="*/ 0 w 281"/>
                  <a:gd name="T27" fmla="*/ 0 h 852"/>
                  <a:gd name="T28" fmla="*/ 0 w 281"/>
                  <a:gd name="T29" fmla="*/ 0 h 852"/>
                  <a:gd name="T30" fmla="*/ 0 w 281"/>
                  <a:gd name="T31" fmla="*/ 0 h 852"/>
                  <a:gd name="T32" fmla="*/ 0 w 281"/>
                  <a:gd name="T33" fmla="*/ 0 h 852"/>
                  <a:gd name="T34" fmla="*/ 0 w 281"/>
                  <a:gd name="T35" fmla="*/ 0 h 852"/>
                  <a:gd name="T36" fmla="*/ 0 w 281"/>
                  <a:gd name="T37" fmla="*/ 0 h 852"/>
                  <a:gd name="T38" fmla="*/ 0 w 281"/>
                  <a:gd name="T39" fmla="*/ 0 h 852"/>
                  <a:gd name="T40" fmla="*/ 0 w 281"/>
                  <a:gd name="T41" fmla="*/ 0 h 852"/>
                  <a:gd name="T42" fmla="*/ 0 w 281"/>
                  <a:gd name="T43" fmla="*/ 0 h 852"/>
                  <a:gd name="T44" fmla="*/ 0 w 281"/>
                  <a:gd name="T45" fmla="*/ 0 h 852"/>
                  <a:gd name="T46" fmla="*/ 0 w 281"/>
                  <a:gd name="T47" fmla="*/ 0 h 852"/>
                  <a:gd name="T48" fmla="*/ 0 w 281"/>
                  <a:gd name="T49" fmla="*/ 0 h 852"/>
                  <a:gd name="T50" fmla="*/ 0 w 281"/>
                  <a:gd name="T51" fmla="*/ 0 h 852"/>
                  <a:gd name="T52" fmla="*/ 0 w 281"/>
                  <a:gd name="T53" fmla="*/ 0 h 852"/>
                  <a:gd name="T54" fmla="*/ 0 w 281"/>
                  <a:gd name="T55" fmla="*/ 0 h 852"/>
                  <a:gd name="T56" fmla="*/ 0 w 281"/>
                  <a:gd name="T57" fmla="*/ 0 h 852"/>
                  <a:gd name="T58" fmla="*/ 0 w 281"/>
                  <a:gd name="T59" fmla="*/ 0 h 852"/>
                  <a:gd name="T60" fmla="*/ 0 w 281"/>
                  <a:gd name="T61" fmla="*/ 0 h 852"/>
                  <a:gd name="T62" fmla="*/ 0 w 281"/>
                  <a:gd name="T63" fmla="*/ 0 h 852"/>
                  <a:gd name="T64" fmla="*/ 0 w 281"/>
                  <a:gd name="T65" fmla="*/ 0 h 852"/>
                  <a:gd name="T66" fmla="*/ 0 w 281"/>
                  <a:gd name="T67" fmla="*/ 0 h 852"/>
                  <a:gd name="T68" fmla="*/ 0 w 281"/>
                  <a:gd name="T69" fmla="*/ 0 h 852"/>
                  <a:gd name="T70" fmla="*/ 0 w 281"/>
                  <a:gd name="T71" fmla="*/ 0 h 852"/>
                  <a:gd name="T72" fmla="*/ 0 w 281"/>
                  <a:gd name="T73" fmla="*/ 0 h 852"/>
                  <a:gd name="T74" fmla="*/ 0 w 281"/>
                  <a:gd name="T75" fmla="*/ 0 h 852"/>
                  <a:gd name="T76" fmla="*/ 0 w 281"/>
                  <a:gd name="T77" fmla="*/ 0 h 852"/>
                  <a:gd name="T78" fmla="*/ 0 w 281"/>
                  <a:gd name="T79" fmla="*/ 0 h 852"/>
                  <a:gd name="T80" fmla="*/ 0 w 281"/>
                  <a:gd name="T81" fmla="*/ 0 h 852"/>
                  <a:gd name="T82" fmla="*/ 0 w 281"/>
                  <a:gd name="T83" fmla="*/ 0 h 852"/>
                  <a:gd name="T84" fmla="*/ 0 w 281"/>
                  <a:gd name="T85" fmla="*/ 0 h 852"/>
                  <a:gd name="T86" fmla="*/ 0 w 281"/>
                  <a:gd name="T87" fmla="*/ 0 h 852"/>
                  <a:gd name="T88" fmla="*/ 0 w 281"/>
                  <a:gd name="T89" fmla="*/ 0 h 852"/>
                  <a:gd name="T90" fmla="*/ 0 w 281"/>
                  <a:gd name="T91" fmla="*/ 0 h 852"/>
                  <a:gd name="T92" fmla="*/ 0 w 281"/>
                  <a:gd name="T93" fmla="*/ 0 h 852"/>
                  <a:gd name="T94" fmla="*/ 0 w 281"/>
                  <a:gd name="T95" fmla="*/ 0 h 852"/>
                  <a:gd name="T96" fmla="*/ 0 w 281"/>
                  <a:gd name="T97" fmla="*/ 0 h 852"/>
                  <a:gd name="T98" fmla="*/ 0 w 281"/>
                  <a:gd name="T99" fmla="*/ 0 h 852"/>
                  <a:gd name="T100" fmla="*/ 0 w 281"/>
                  <a:gd name="T101" fmla="*/ 0 h 852"/>
                  <a:gd name="T102" fmla="*/ 0 w 281"/>
                  <a:gd name="T103" fmla="*/ 0 h 852"/>
                  <a:gd name="T104" fmla="*/ 0 w 281"/>
                  <a:gd name="T105" fmla="*/ 0 h 852"/>
                  <a:gd name="T106" fmla="*/ 0 w 281"/>
                  <a:gd name="T107" fmla="*/ 0 h 852"/>
                  <a:gd name="T108" fmla="*/ 0 w 281"/>
                  <a:gd name="T109" fmla="*/ 0 h 8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81"/>
                  <a:gd name="T166" fmla="*/ 0 h 852"/>
                  <a:gd name="T167" fmla="*/ 281 w 281"/>
                  <a:gd name="T168" fmla="*/ 852 h 852"/>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81" h="852">
                    <a:moveTo>
                      <a:pt x="132" y="0"/>
                    </a:moveTo>
                    <a:lnTo>
                      <a:pt x="281" y="0"/>
                    </a:lnTo>
                    <a:lnTo>
                      <a:pt x="279" y="852"/>
                    </a:lnTo>
                    <a:lnTo>
                      <a:pt x="132" y="845"/>
                    </a:lnTo>
                    <a:lnTo>
                      <a:pt x="127" y="843"/>
                    </a:lnTo>
                    <a:lnTo>
                      <a:pt x="122" y="842"/>
                    </a:lnTo>
                    <a:lnTo>
                      <a:pt x="114" y="839"/>
                    </a:lnTo>
                    <a:lnTo>
                      <a:pt x="106" y="834"/>
                    </a:lnTo>
                    <a:lnTo>
                      <a:pt x="98" y="827"/>
                    </a:lnTo>
                    <a:lnTo>
                      <a:pt x="90" y="818"/>
                    </a:lnTo>
                    <a:lnTo>
                      <a:pt x="83" y="809"/>
                    </a:lnTo>
                    <a:lnTo>
                      <a:pt x="76" y="800"/>
                    </a:lnTo>
                    <a:lnTo>
                      <a:pt x="70" y="791"/>
                    </a:lnTo>
                    <a:lnTo>
                      <a:pt x="65" y="779"/>
                    </a:lnTo>
                    <a:lnTo>
                      <a:pt x="61" y="771"/>
                    </a:lnTo>
                    <a:lnTo>
                      <a:pt x="54" y="758"/>
                    </a:lnTo>
                    <a:lnTo>
                      <a:pt x="49" y="743"/>
                    </a:lnTo>
                    <a:lnTo>
                      <a:pt x="44" y="729"/>
                    </a:lnTo>
                    <a:lnTo>
                      <a:pt x="40" y="720"/>
                    </a:lnTo>
                    <a:lnTo>
                      <a:pt x="37" y="710"/>
                    </a:lnTo>
                    <a:lnTo>
                      <a:pt x="31" y="689"/>
                    </a:lnTo>
                    <a:lnTo>
                      <a:pt x="25" y="668"/>
                    </a:lnTo>
                    <a:lnTo>
                      <a:pt x="20" y="645"/>
                    </a:lnTo>
                    <a:lnTo>
                      <a:pt x="15" y="620"/>
                    </a:lnTo>
                    <a:lnTo>
                      <a:pt x="11" y="591"/>
                    </a:lnTo>
                    <a:lnTo>
                      <a:pt x="8" y="563"/>
                    </a:lnTo>
                    <a:lnTo>
                      <a:pt x="4" y="533"/>
                    </a:lnTo>
                    <a:lnTo>
                      <a:pt x="1" y="498"/>
                    </a:lnTo>
                    <a:lnTo>
                      <a:pt x="0" y="462"/>
                    </a:lnTo>
                    <a:lnTo>
                      <a:pt x="0" y="423"/>
                    </a:lnTo>
                    <a:lnTo>
                      <a:pt x="1" y="369"/>
                    </a:lnTo>
                    <a:lnTo>
                      <a:pt x="4" y="320"/>
                    </a:lnTo>
                    <a:lnTo>
                      <a:pt x="8" y="284"/>
                    </a:lnTo>
                    <a:lnTo>
                      <a:pt x="12" y="248"/>
                    </a:lnTo>
                    <a:lnTo>
                      <a:pt x="16" y="219"/>
                    </a:lnTo>
                    <a:lnTo>
                      <a:pt x="20" y="197"/>
                    </a:lnTo>
                    <a:lnTo>
                      <a:pt x="28" y="167"/>
                    </a:lnTo>
                    <a:lnTo>
                      <a:pt x="38" y="134"/>
                    </a:lnTo>
                    <a:lnTo>
                      <a:pt x="46" y="110"/>
                    </a:lnTo>
                    <a:lnTo>
                      <a:pt x="53" y="92"/>
                    </a:lnTo>
                    <a:lnTo>
                      <a:pt x="57" y="83"/>
                    </a:lnTo>
                    <a:lnTo>
                      <a:pt x="63" y="71"/>
                    </a:lnTo>
                    <a:lnTo>
                      <a:pt x="68" y="60"/>
                    </a:lnTo>
                    <a:lnTo>
                      <a:pt x="73" y="51"/>
                    </a:lnTo>
                    <a:lnTo>
                      <a:pt x="78" y="44"/>
                    </a:lnTo>
                    <a:lnTo>
                      <a:pt x="83" y="35"/>
                    </a:lnTo>
                    <a:lnTo>
                      <a:pt x="90" y="29"/>
                    </a:lnTo>
                    <a:lnTo>
                      <a:pt x="95" y="21"/>
                    </a:lnTo>
                    <a:lnTo>
                      <a:pt x="100" y="17"/>
                    </a:lnTo>
                    <a:lnTo>
                      <a:pt x="106" y="11"/>
                    </a:lnTo>
                    <a:lnTo>
                      <a:pt x="112" y="8"/>
                    </a:lnTo>
                    <a:lnTo>
                      <a:pt x="117" y="5"/>
                    </a:lnTo>
                    <a:lnTo>
                      <a:pt x="122" y="2"/>
                    </a:lnTo>
                    <a:lnTo>
                      <a:pt x="126" y="0"/>
                    </a:lnTo>
                    <a:lnTo>
                      <a:pt x="132" y="0"/>
                    </a:lnTo>
                    <a:close/>
                  </a:path>
                </a:pathLst>
              </a:custGeom>
              <a:solidFill>
                <a:srgbClr val="202020"/>
              </a:solidFill>
              <a:ln w="9525">
                <a:noFill/>
                <a:round/>
                <a:headEnd/>
                <a:tailEnd/>
              </a:ln>
            </p:spPr>
            <p:txBody>
              <a:bodyPr/>
              <a:lstStyle/>
              <a:p>
                <a:endParaRPr lang="nl-BE"/>
              </a:p>
            </p:txBody>
          </p:sp>
          <p:sp>
            <p:nvSpPr>
              <p:cNvPr id="42953" name="Oval 281"/>
              <p:cNvSpPr>
                <a:spLocks noChangeArrowheads="1"/>
              </p:cNvSpPr>
              <p:nvPr/>
            </p:nvSpPr>
            <p:spPr bwMode="auto">
              <a:xfrm rot="-155667">
                <a:off x="1846" y="2639"/>
                <a:ext cx="70" cy="139"/>
              </a:xfrm>
              <a:prstGeom prst="ellipse">
                <a:avLst/>
              </a:prstGeom>
              <a:solidFill>
                <a:srgbClr val="606060"/>
              </a:solidFill>
              <a:ln w="9525">
                <a:noFill/>
                <a:round/>
                <a:headEnd/>
                <a:tailEnd/>
              </a:ln>
            </p:spPr>
            <p:txBody>
              <a:bodyPr/>
              <a:lstStyle/>
              <a:p>
                <a:pPr algn="ctr" eaLnBrk="0" hangingPunct="0"/>
                <a:endParaRPr lang="nl-BE"/>
              </a:p>
            </p:txBody>
          </p:sp>
          <p:sp>
            <p:nvSpPr>
              <p:cNvPr id="42954" name="Oval 282"/>
              <p:cNvSpPr>
                <a:spLocks noChangeArrowheads="1"/>
              </p:cNvSpPr>
              <p:nvPr/>
            </p:nvSpPr>
            <p:spPr bwMode="auto">
              <a:xfrm rot="-155667">
                <a:off x="1845" y="2642"/>
                <a:ext cx="65" cy="131"/>
              </a:xfrm>
              <a:prstGeom prst="ellipse">
                <a:avLst/>
              </a:prstGeom>
              <a:solidFill>
                <a:srgbClr val="404040"/>
              </a:solidFill>
              <a:ln w="9525">
                <a:noFill/>
                <a:round/>
                <a:headEnd/>
                <a:tailEnd/>
              </a:ln>
            </p:spPr>
            <p:txBody>
              <a:bodyPr/>
              <a:lstStyle/>
              <a:p>
                <a:pPr algn="ctr" eaLnBrk="0" hangingPunct="0"/>
                <a:endParaRPr lang="nl-BE"/>
              </a:p>
            </p:txBody>
          </p:sp>
          <p:sp>
            <p:nvSpPr>
              <p:cNvPr id="42955" name="Oval 283"/>
              <p:cNvSpPr>
                <a:spLocks noChangeArrowheads="1"/>
              </p:cNvSpPr>
              <p:nvPr/>
            </p:nvSpPr>
            <p:spPr bwMode="auto">
              <a:xfrm rot="-155667">
                <a:off x="1875" y="2697"/>
                <a:ext cx="12" cy="23"/>
              </a:xfrm>
              <a:prstGeom prst="ellipse">
                <a:avLst/>
              </a:prstGeom>
              <a:solidFill>
                <a:srgbClr val="202020"/>
              </a:solidFill>
              <a:ln w="9525">
                <a:noFill/>
                <a:round/>
                <a:headEnd/>
                <a:tailEnd/>
              </a:ln>
            </p:spPr>
            <p:txBody>
              <a:bodyPr/>
              <a:lstStyle/>
              <a:p>
                <a:pPr algn="ctr" eaLnBrk="0" hangingPunct="0"/>
                <a:endParaRPr lang="nl-BE"/>
              </a:p>
            </p:txBody>
          </p:sp>
          <p:sp>
            <p:nvSpPr>
              <p:cNvPr id="42956" name="Oval 284"/>
              <p:cNvSpPr>
                <a:spLocks noChangeArrowheads="1"/>
              </p:cNvSpPr>
              <p:nvPr/>
            </p:nvSpPr>
            <p:spPr bwMode="auto">
              <a:xfrm rot="-155667">
                <a:off x="1707" y="2603"/>
                <a:ext cx="124" cy="247"/>
              </a:xfrm>
              <a:prstGeom prst="ellipse">
                <a:avLst/>
              </a:prstGeom>
              <a:solidFill>
                <a:srgbClr val="202020"/>
              </a:solidFill>
              <a:ln w="9525">
                <a:noFill/>
                <a:round/>
                <a:headEnd/>
                <a:tailEnd/>
              </a:ln>
            </p:spPr>
            <p:txBody>
              <a:bodyPr/>
              <a:lstStyle/>
              <a:p>
                <a:pPr algn="ctr" eaLnBrk="0" hangingPunct="0"/>
                <a:endParaRPr lang="nl-BE"/>
              </a:p>
            </p:txBody>
          </p:sp>
          <p:sp>
            <p:nvSpPr>
              <p:cNvPr id="42957" name="Freeform 285"/>
              <p:cNvSpPr>
                <a:spLocks/>
              </p:cNvSpPr>
              <p:nvPr/>
            </p:nvSpPr>
            <p:spPr bwMode="auto">
              <a:xfrm rot="-155667">
                <a:off x="1577" y="2608"/>
                <a:ext cx="121" cy="241"/>
              </a:xfrm>
              <a:custGeom>
                <a:avLst/>
                <a:gdLst>
                  <a:gd name="T0" fmla="*/ 0 w 293"/>
                  <a:gd name="T1" fmla="*/ 0 h 873"/>
                  <a:gd name="T2" fmla="*/ 0 w 293"/>
                  <a:gd name="T3" fmla="*/ 0 h 873"/>
                  <a:gd name="T4" fmla="*/ 0 w 293"/>
                  <a:gd name="T5" fmla="*/ 0 h 873"/>
                  <a:gd name="T6" fmla="*/ 0 w 293"/>
                  <a:gd name="T7" fmla="*/ 0 h 873"/>
                  <a:gd name="T8" fmla="*/ 0 w 293"/>
                  <a:gd name="T9" fmla="*/ 0 h 873"/>
                  <a:gd name="T10" fmla="*/ 0 w 293"/>
                  <a:gd name="T11" fmla="*/ 0 h 873"/>
                  <a:gd name="T12" fmla="*/ 0 w 293"/>
                  <a:gd name="T13" fmla="*/ 0 h 873"/>
                  <a:gd name="T14" fmla="*/ 0 w 293"/>
                  <a:gd name="T15" fmla="*/ 0 h 873"/>
                  <a:gd name="T16" fmla="*/ 0 w 293"/>
                  <a:gd name="T17" fmla="*/ 0 h 873"/>
                  <a:gd name="T18" fmla="*/ 0 w 293"/>
                  <a:gd name="T19" fmla="*/ 0 h 873"/>
                  <a:gd name="T20" fmla="*/ 0 w 293"/>
                  <a:gd name="T21" fmla="*/ 0 h 873"/>
                  <a:gd name="T22" fmla="*/ 0 w 293"/>
                  <a:gd name="T23" fmla="*/ 0 h 873"/>
                  <a:gd name="T24" fmla="*/ 0 w 293"/>
                  <a:gd name="T25" fmla="*/ 0 h 873"/>
                  <a:gd name="T26" fmla="*/ 0 w 293"/>
                  <a:gd name="T27" fmla="*/ 0 h 873"/>
                  <a:gd name="T28" fmla="*/ 0 w 293"/>
                  <a:gd name="T29" fmla="*/ 0 h 873"/>
                  <a:gd name="T30" fmla="*/ 0 w 293"/>
                  <a:gd name="T31" fmla="*/ 0 h 873"/>
                  <a:gd name="T32" fmla="*/ 0 w 293"/>
                  <a:gd name="T33" fmla="*/ 0 h 873"/>
                  <a:gd name="T34" fmla="*/ 0 w 293"/>
                  <a:gd name="T35" fmla="*/ 0 h 873"/>
                  <a:gd name="T36" fmla="*/ 0 w 293"/>
                  <a:gd name="T37" fmla="*/ 0 h 873"/>
                  <a:gd name="T38" fmla="*/ 0 w 293"/>
                  <a:gd name="T39" fmla="*/ 0 h 873"/>
                  <a:gd name="T40" fmla="*/ 0 w 293"/>
                  <a:gd name="T41" fmla="*/ 0 h 873"/>
                  <a:gd name="T42" fmla="*/ 0 w 293"/>
                  <a:gd name="T43" fmla="*/ 0 h 873"/>
                  <a:gd name="T44" fmla="*/ 0 w 293"/>
                  <a:gd name="T45" fmla="*/ 0 h 873"/>
                  <a:gd name="T46" fmla="*/ 0 w 293"/>
                  <a:gd name="T47" fmla="*/ 0 h 873"/>
                  <a:gd name="T48" fmla="*/ 0 w 293"/>
                  <a:gd name="T49" fmla="*/ 0 h 873"/>
                  <a:gd name="T50" fmla="*/ 0 w 293"/>
                  <a:gd name="T51" fmla="*/ 0 h 873"/>
                  <a:gd name="T52" fmla="*/ 0 w 293"/>
                  <a:gd name="T53" fmla="*/ 0 h 873"/>
                  <a:gd name="T54" fmla="*/ 0 w 293"/>
                  <a:gd name="T55" fmla="*/ 0 h 873"/>
                  <a:gd name="T56" fmla="*/ 0 w 293"/>
                  <a:gd name="T57" fmla="*/ 0 h 873"/>
                  <a:gd name="T58" fmla="*/ 0 w 293"/>
                  <a:gd name="T59" fmla="*/ 0 h 873"/>
                  <a:gd name="T60" fmla="*/ 0 w 293"/>
                  <a:gd name="T61" fmla="*/ 0 h 873"/>
                  <a:gd name="T62" fmla="*/ 0 w 293"/>
                  <a:gd name="T63" fmla="*/ 0 h 873"/>
                  <a:gd name="T64" fmla="*/ 0 w 293"/>
                  <a:gd name="T65" fmla="*/ 0 h 873"/>
                  <a:gd name="T66" fmla="*/ 0 w 293"/>
                  <a:gd name="T67" fmla="*/ 0 h 873"/>
                  <a:gd name="T68" fmla="*/ 0 w 293"/>
                  <a:gd name="T69" fmla="*/ 0 h 873"/>
                  <a:gd name="T70" fmla="*/ 0 w 293"/>
                  <a:gd name="T71" fmla="*/ 0 h 873"/>
                  <a:gd name="T72" fmla="*/ 0 w 293"/>
                  <a:gd name="T73" fmla="*/ 0 h 873"/>
                  <a:gd name="T74" fmla="*/ 0 w 293"/>
                  <a:gd name="T75" fmla="*/ 0 h 873"/>
                  <a:gd name="T76" fmla="*/ 0 w 293"/>
                  <a:gd name="T77" fmla="*/ 0 h 873"/>
                  <a:gd name="T78" fmla="*/ 0 w 293"/>
                  <a:gd name="T79" fmla="*/ 0 h 873"/>
                  <a:gd name="T80" fmla="*/ 0 w 293"/>
                  <a:gd name="T81" fmla="*/ 0 h 873"/>
                  <a:gd name="T82" fmla="*/ 0 w 293"/>
                  <a:gd name="T83" fmla="*/ 0 h 873"/>
                  <a:gd name="T84" fmla="*/ 0 w 293"/>
                  <a:gd name="T85" fmla="*/ 0 h 873"/>
                  <a:gd name="T86" fmla="*/ 0 w 293"/>
                  <a:gd name="T87" fmla="*/ 0 h 873"/>
                  <a:gd name="T88" fmla="*/ 0 w 293"/>
                  <a:gd name="T89" fmla="*/ 0 h 873"/>
                  <a:gd name="T90" fmla="*/ 0 w 293"/>
                  <a:gd name="T91" fmla="*/ 0 h 873"/>
                  <a:gd name="T92" fmla="*/ 0 w 293"/>
                  <a:gd name="T93" fmla="*/ 0 h 873"/>
                  <a:gd name="T94" fmla="*/ 0 w 293"/>
                  <a:gd name="T95" fmla="*/ 0 h 873"/>
                  <a:gd name="T96" fmla="*/ 0 w 293"/>
                  <a:gd name="T97" fmla="*/ 0 h 873"/>
                  <a:gd name="T98" fmla="*/ 0 w 293"/>
                  <a:gd name="T99" fmla="*/ 0 h 873"/>
                  <a:gd name="T100" fmla="*/ 0 w 293"/>
                  <a:gd name="T101" fmla="*/ 0 h 873"/>
                  <a:gd name="T102" fmla="*/ 0 w 293"/>
                  <a:gd name="T103" fmla="*/ 0 h 873"/>
                  <a:gd name="T104" fmla="*/ 0 w 293"/>
                  <a:gd name="T105" fmla="*/ 0 h 873"/>
                  <a:gd name="T106" fmla="*/ 0 w 293"/>
                  <a:gd name="T107" fmla="*/ 0 h 873"/>
                  <a:gd name="T108" fmla="*/ 0 w 293"/>
                  <a:gd name="T109" fmla="*/ 0 h 873"/>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93"/>
                  <a:gd name="T166" fmla="*/ 0 h 873"/>
                  <a:gd name="T167" fmla="*/ 293 w 293"/>
                  <a:gd name="T168" fmla="*/ 873 h 873"/>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93" h="873">
                    <a:moveTo>
                      <a:pt x="138" y="0"/>
                    </a:moveTo>
                    <a:lnTo>
                      <a:pt x="293" y="0"/>
                    </a:lnTo>
                    <a:lnTo>
                      <a:pt x="292" y="873"/>
                    </a:lnTo>
                    <a:lnTo>
                      <a:pt x="138" y="865"/>
                    </a:lnTo>
                    <a:lnTo>
                      <a:pt x="133" y="862"/>
                    </a:lnTo>
                    <a:lnTo>
                      <a:pt x="127" y="861"/>
                    </a:lnTo>
                    <a:lnTo>
                      <a:pt x="119" y="858"/>
                    </a:lnTo>
                    <a:lnTo>
                      <a:pt x="111" y="853"/>
                    </a:lnTo>
                    <a:lnTo>
                      <a:pt x="103" y="846"/>
                    </a:lnTo>
                    <a:lnTo>
                      <a:pt x="94" y="837"/>
                    </a:lnTo>
                    <a:lnTo>
                      <a:pt x="86" y="828"/>
                    </a:lnTo>
                    <a:lnTo>
                      <a:pt x="80" y="817"/>
                    </a:lnTo>
                    <a:lnTo>
                      <a:pt x="73" y="808"/>
                    </a:lnTo>
                    <a:lnTo>
                      <a:pt x="68" y="798"/>
                    </a:lnTo>
                    <a:lnTo>
                      <a:pt x="63" y="789"/>
                    </a:lnTo>
                    <a:lnTo>
                      <a:pt x="57" y="775"/>
                    </a:lnTo>
                    <a:lnTo>
                      <a:pt x="51" y="760"/>
                    </a:lnTo>
                    <a:lnTo>
                      <a:pt x="46" y="747"/>
                    </a:lnTo>
                    <a:lnTo>
                      <a:pt x="42" y="736"/>
                    </a:lnTo>
                    <a:lnTo>
                      <a:pt x="39" y="726"/>
                    </a:lnTo>
                    <a:lnTo>
                      <a:pt x="32" y="705"/>
                    </a:lnTo>
                    <a:lnTo>
                      <a:pt x="27" y="682"/>
                    </a:lnTo>
                    <a:lnTo>
                      <a:pt x="21" y="658"/>
                    </a:lnTo>
                    <a:lnTo>
                      <a:pt x="16" y="634"/>
                    </a:lnTo>
                    <a:lnTo>
                      <a:pt x="12" y="606"/>
                    </a:lnTo>
                    <a:lnTo>
                      <a:pt x="8" y="576"/>
                    </a:lnTo>
                    <a:lnTo>
                      <a:pt x="4" y="544"/>
                    </a:lnTo>
                    <a:lnTo>
                      <a:pt x="2" y="510"/>
                    </a:lnTo>
                    <a:lnTo>
                      <a:pt x="0" y="474"/>
                    </a:lnTo>
                    <a:lnTo>
                      <a:pt x="0" y="433"/>
                    </a:lnTo>
                    <a:lnTo>
                      <a:pt x="1" y="378"/>
                    </a:lnTo>
                    <a:lnTo>
                      <a:pt x="4" y="327"/>
                    </a:lnTo>
                    <a:lnTo>
                      <a:pt x="8" y="291"/>
                    </a:lnTo>
                    <a:lnTo>
                      <a:pt x="13" y="253"/>
                    </a:lnTo>
                    <a:lnTo>
                      <a:pt x="17" y="223"/>
                    </a:lnTo>
                    <a:lnTo>
                      <a:pt x="21" y="202"/>
                    </a:lnTo>
                    <a:lnTo>
                      <a:pt x="29" y="171"/>
                    </a:lnTo>
                    <a:lnTo>
                      <a:pt x="40" y="136"/>
                    </a:lnTo>
                    <a:lnTo>
                      <a:pt x="48" y="112"/>
                    </a:lnTo>
                    <a:lnTo>
                      <a:pt x="55" y="94"/>
                    </a:lnTo>
                    <a:lnTo>
                      <a:pt x="60" y="84"/>
                    </a:lnTo>
                    <a:lnTo>
                      <a:pt x="66" y="70"/>
                    </a:lnTo>
                    <a:lnTo>
                      <a:pt x="71" y="61"/>
                    </a:lnTo>
                    <a:lnTo>
                      <a:pt x="76" y="52"/>
                    </a:lnTo>
                    <a:lnTo>
                      <a:pt x="82" y="45"/>
                    </a:lnTo>
                    <a:lnTo>
                      <a:pt x="88" y="37"/>
                    </a:lnTo>
                    <a:lnTo>
                      <a:pt x="94" y="28"/>
                    </a:lnTo>
                    <a:lnTo>
                      <a:pt x="100" y="22"/>
                    </a:lnTo>
                    <a:lnTo>
                      <a:pt x="105" y="18"/>
                    </a:lnTo>
                    <a:lnTo>
                      <a:pt x="110" y="12"/>
                    </a:lnTo>
                    <a:lnTo>
                      <a:pt x="117" y="7"/>
                    </a:lnTo>
                    <a:lnTo>
                      <a:pt x="123" y="4"/>
                    </a:lnTo>
                    <a:lnTo>
                      <a:pt x="128" y="3"/>
                    </a:lnTo>
                    <a:lnTo>
                      <a:pt x="132" y="1"/>
                    </a:lnTo>
                    <a:lnTo>
                      <a:pt x="138" y="0"/>
                    </a:lnTo>
                    <a:close/>
                  </a:path>
                </a:pathLst>
              </a:custGeom>
              <a:solidFill>
                <a:srgbClr val="202020"/>
              </a:solidFill>
              <a:ln w="9525">
                <a:noFill/>
                <a:round/>
                <a:headEnd/>
                <a:tailEnd/>
              </a:ln>
            </p:spPr>
            <p:txBody>
              <a:bodyPr/>
              <a:lstStyle/>
              <a:p>
                <a:endParaRPr lang="nl-BE"/>
              </a:p>
            </p:txBody>
          </p:sp>
          <p:sp>
            <p:nvSpPr>
              <p:cNvPr id="42958" name="Oval 286"/>
              <p:cNvSpPr>
                <a:spLocks noChangeArrowheads="1"/>
              </p:cNvSpPr>
              <p:nvPr/>
            </p:nvSpPr>
            <p:spPr bwMode="auto">
              <a:xfrm rot="-155667">
                <a:off x="1633" y="2605"/>
                <a:ext cx="124" cy="242"/>
              </a:xfrm>
              <a:prstGeom prst="ellipse">
                <a:avLst/>
              </a:prstGeom>
              <a:solidFill>
                <a:srgbClr val="404040"/>
              </a:solidFill>
              <a:ln w="9525">
                <a:noFill/>
                <a:round/>
                <a:headEnd/>
                <a:tailEnd/>
              </a:ln>
            </p:spPr>
            <p:txBody>
              <a:bodyPr/>
              <a:lstStyle/>
              <a:p>
                <a:pPr algn="ctr" eaLnBrk="0" hangingPunct="0"/>
                <a:endParaRPr lang="nl-BE"/>
              </a:p>
            </p:txBody>
          </p:sp>
          <p:sp>
            <p:nvSpPr>
              <p:cNvPr id="42959" name="Oval 287"/>
              <p:cNvSpPr>
                <a:spLocks noChangeArrowheads="1"/>
              </p:cNvSpPr>
              <p:nvPr/>
            </p:nvSpPr>
            <p:spPr bwMode="auto">
              <a:xfrm rot="-155667">
                <a:off x="1659" y="2655"/>
                <a:ext cx="72" cy="141"/>
              </a:xfrm>
              <a:prstGeom prst="ellipse">
                <a:avLst/>
              </a:prstGeom>
              <a:solidFill>
                <a:srgbClr val="A0A0A0"/>
              </a:solidFill>
              <a:ln w="9525">
                <a:noFill/>
                <a:round/>
                <a:headEnd/>
                <a:tailEnd/>
              </a:ln>
            </p:spPr>
            <p:txBody>
              <a:bodyPr/>
              <a:lstStyle/>
              <a:p>
                <a:pPr algn="ctr" eaLnBrk="0" hangingPunct="0"/>
                <a:endParaRPr lang="nl-BE"/>
              </a:p>
            </p:txBody>
          </p:sp>
          <p:sp>
            <p:nvSpPr>
              <p:cNvPr id="42960" name="Oval 288"/>
              <p:cNvSpPr>
                <a:spLocks noChangeArrowheads="1"/>
              </p:cNvSpPr>
              <p:nvPr/>
            </p:nvSpPr>
            <p:spPr bwMode="auto">
              <a:xfrm rot="-155667">
                <a:off x="1658" y="2658"/>
                <a:ext cx="67" cy="133"/>
              </a:xfrm>
              <a:prstGeom prst="ellipse">
                <a:avLst/>
              </a:prstGeom>
              <a:solidFill>
                <a:srgbClr val="808080"/>
              </a:solidFill>
              <a:ln w="9525">
                <a:noFill/>
                <a:round/>
                <a:headEnd/>
                <a:tailEnd/>
              </a:ln>
            </p:spPr>
            <p:txBody>
              <a:bodyPr/>
              <a:lstStyle/>
              <a:p>
                <a:pPr algn="ctr" eaLnBrk="0" hangingPunct="0"/>
                <a:endParaRPr lang="nl-BE"/>
              </a:p>
            </p:txBody>
          </p:sp>
          <p:sp>
            <p:nvSpPr>
              <p:cNvPr id="42961" name="Oval 289"/>
              <p:cNvSpPr>
                <a:spLocks noChangeArrowheads="1"/>
              </p:cNvSpPr>
              <p:nvPr/>
            </p:nvSpPr>
            <p:spPr bwMode="auto">
              <a:xfrm rot="-155667">
                <a:off x="1689" y="2714"/>
                <a:ext cx="12" cy="23"/>
              </a:xfrm>
              <a:prstGeom prst="ellipse">
                <a:avLst/>
              </a:prstGeom>
              <a:solidFill>
                <a:srgbClr val="404040"/>
              </a:solidFill>
              <a:ln w="9525">
                <a:noFill/>
                <a:round/>
                <a:headEnd/>
                <a:tailEnd/>
              </a:ln>
            </p:spPr>
            <p:txBody>
              <a:bodyPr/>
              <a:lstStyle/>
              <a:p>
                <a:pPr algn="ctr" eaLnBrk="0" hangingPunct="0"/>
                <a:endParaRPr lang="nl-BE"/>
              </a:p>
            </p:txBody>
          </p:sp>
          <p:sp>
            <p:nvSpPr>
              <p:cNvPr id="42962" name="Freeform 290"/>
              <p:cNvSpPr>
                <a:spLocks/>
              </p:cNvSpPr>
              <p:nvPr/>
            </p:nvSpPr>
            <p:spPr bwMode="auto">
              <a:xfrm rot="-155667">
                <a:off x="1649" y="2604"/>
                <a:ext cx="122" cy="246"/>
              </a:xfrm>
              <a:custGeom>
                <a:avLst/>
                <a:gdLst>
                  <a:gd name="T0" fmla="*/ 0 w 294"/>
                  <a:gd name="T1" fmla="*/ 0 h 892"/>
                  <a:gd name="T2" fmla="*/ 0 w 294"/>
                  <a:gd name="T3" fmla="*/ 0 h 892"/>
                  <a:gd name="T4" fmla="*/ 0 w 294"/>
                  <a:gd name="T5" fmla="*/ 0 h 892"/>
                  <a:gd name="T6" fmla="*/ 0 w 294"/>
                  <a:gd name="T7" fmla="*/ 0 h 892"/>
                  <a:gd name="T8" fmla="*/ 0 w 294"/>
                  <a:gd name="T9" fmla="*/ 0 h 892"/>
                  <a:gd name="T10" fmla="*/ 0 w 294"/>
                  <a:gd name="T11" fmla="*/ 0 h 892"/>
                  <a:gd name="T12" fmla="*/ 0 w 294"/>
                  <a:gd name="T13" fmla="*/ 0 h 892"/>
                  <a:gd name="T14" fmla="*/ 0 w 294"/>
                  <a:gd name="T15" fmla="*/ 0 h 892"/>
                  <a:gd name="T16" fmla="*/ 0 w 294"/>
                  <a:gd name="T17" fmla="*/ 0 h 892"/>
                  <a:gd name="T18" fmla="*/ 0 w 294"/>
                  <a:gd name="T19" fmla="*/ 0 h 892"/>
                  <a:gd name="T20" fmla="*/ 0 w 294"/>
                  <a:gd name="T21" fmla="*/ 0 h 892"/>
                  <a:gd name="T22" fmla="*/ 0 w 294"/>
                  <a:gd name="T23" fmla="*/ 0 h 892"/>
                  <a:gd name="T24" fmla="*/ 0 w 294"/>
                  <a:gd name="T25" fmla="*/ 0 h 892"/>
                  <a:gd name="T26" fmla="*/ 0 w 294"/>
                  <a:gd name="T27" fmla="*/ 0 h 892"/>
                  <a:gd name="T28" fmla="*/ 0 w 294"/>
                  <a:gd name="T29" fmla="*/ 0 h 892"/>
                  <a:gd name="T30" fmla="*/ 0 w 294"/>
                  <a:gd name="T31" fmla="*/ 0 h 892"/>
                  <a:gd name="T32" fmla="*/ 0 w 294"/>
                  <a:gd name="T33" fmla="*/ 0 h 892"/>
                  <a:gd name="T34" fmla="*/ 0 w 294"/>
                  <a:gd name="T35" fmla="*/ 0 h 892"/>
                  <a:gd name="T36" fmla="*/ 0 w 294"/>
                  <a:gd name="T37" fmla="*/ 0 h 892"/>
                  <a:gd name="T38" fmla="*/ 0 w 294"/>
                  <a:gd name="T39" fmla="*/ 0 h 892"/>
                  <a:gd name="T40" fmla="*/ 0 w 294"/>
                  <a:gd name="T41" fmla="*/ 0 h 892"/>
                  <a:gd name="T42" fmla="*/ 0 w 294"/>
                  <a:gd name="T43" fmla="*/ 0 h 892"/>
                  <a:gd name="T44" fmla="*/ 0 w 294"/>
                  <a:gd name="T45" fmla="*/ 0 h 892"/>
                  <a:gd name="T46" fmla="*/ 0 w 294"/>
                  <a:gd name="T47" fmla="*/ 0 h 892"/>
                  <a:gd name="T48" fmla="*/ 0 w 294"/>
                  <a:gd name="T49" fmla="*/ 0 h 892"/>
                  <a:gd name="T50" fmla="*/ 0 w 294"/>
                  <a:gd name="T51" fmla="*/ 0 h 892"/>
                  <a:gd name="T52" fmla="*/ 0 w 294"/>
                  <a:gd name="T53" fmla="*/ 0 h 892"/>
                  <a:gd name="T54" fmla="*/ 0 w 294"/>
                  <a:gd name="T55" fmla="*/ 0 h 892"/>
                  <a:gd name="T56" fmla="*/ 0 w 294"/>
                  <a:gd name="T57" fmla="*/ 0 h 892"/>
                  <a:gd name="T58" fmla="*/ 0 w 294"/>
                  <a:gd name="T59" fmla="*/ 0 h 892"/>
                  <a:gd name="T60" fmla="*/ 0 w 294"/>
                  <a:gd name="T61" fmla="*/ 0 h 892"/>
                  <a:gd name="T62" fmla="*/ 0 w 294"/>
                  <a:gd name="T63" fmla="*/ 0 h 892"/>
                  <a:gd name="T64" fmla="*/ 0 w 294"/>
                  <a:gd name="T65" fmla="*/ 0 h 892"/>
                  <a:gd name="T66" fmla="*/ 0 w 294"/>
                  <a:gd name="T67" fmla="*/ 0 h 892"/>
                  <a:gd name="T68" fmla="*/ 0 w 294"/>
                  <a:gd name="T69" fmla="*/ 0 h 892"/>
                  <a:gd name="T70" fmla="*/ 0 w 294"/>
                  <a:gd name="T71" fmla="*/ 0 h 892"/>
                  <a:gd name="T72" fmla="*/ 0 w 294"/>
                  <a:gd name="T73" fmla="*/ 0 h 892"/>
                  <a:gd name="T74" fmla="*/ 0 w 294"/>
                  <a:gd name="T75" fmla="*/ 0 h 892"/>
                  <a:gd name="T76" fmla="*/ 0 w 294"/>
                  <a:gd name="T77" fmla="*/ 0 h 892"/>
                  <a:gd name="T78" fmla="*/ 0 w 294"/>
                  <a:gd name="T79" fmla="*/ 0 h 892"/>
                  <a:gd name="T80" fmla="*/ 0 w 294"/>
                  <a:gd name="T81" fmla="*/ 0 h 892"/>
                  <a:gd name="T82" fmla="*/ 0 w 294"/>
                  <a:gd name="T83" fmla="*/ 0 h 892"/>
                  <a:gd name="T84" fmla="*/ 0 w 294"/>
                  <a:gd name="T85" fmla="*/ 0 h 892"/>
                  <a:gd name="T86" fmla="*/ 0 w 294"/>
                  <a:gd name="T87" fmla="*/ 0 h 892"/>
                  <a:gd name="T88" fmla="*/ 0 w 294"/>
                  <a:gd name="T89" fmla="*/ 0 h 892"/>
                  <a:gd name="T90" fmla="*/ 0 w 294"/>
                  <a:gd name="T91" fmla="*/ 0 h 892"/>
                  <a:gd name="T92" fmla="*/ 0 w 294"/>
                  <a:gd name="T93" fmla="*/ 0 h 892"/>
                  <a:gd name="T94" fmla="*/ 0 w 294"/>
                  <a:gd name="T95" fmla="*/ 0 h 892"/>
                  <a:gd name="T96" fmla="*/ 0 w 294"/>
                  <a:gd name="T97" fmla="*/ 0 h 892"/>
                  <a:gd name="T98" fmla="*/ 0 w 294"/>
                  <a:gd name="T99" fmla="*/ 0 h 892"/>
                  <a:gd name="T100" fmla="*/ 0 w 294"/>
                  <a:gd name="T101" fmla="*/ 0 h 892"/>
                  <a:gd name="T102" fmla="*/ 0 w 294"/>
                  <a:gd name="T103" fmla="*/ 0 h 892"/>
                  <a:gd name="T104" fmla="*/ 0 w 294"/>
                  <a:gd name="T105" fmla="*/ 0 h 892"/>
                  <a:gd name="T106" fmla="*/ 0 w 294"/>
                  <a:gd name="T107" fmla="*/ 0 h 892"/>
                  <a:gd name="T108" fmla="*/ 0 w 294"/>
                  <a:gd name="T109" fmla="*/ 0 h 89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94"/>
                  <a:gd name="T166" fmla="*/ 0 h 892"/>
                  <a:gd name="T167" fmla="*/ 294 w 294"/>
                  <a:gd name="T168" fmla="*/ 892 h 892"/>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94" h="892">
                    <a:moveTo>
                      <a:pt x="138" y="0"/>
                    </a:moveTo>
                    <a:lnTo>
                      <a:pt x="294" y="0"/>
                    </a:lnTo>
                    <a:lnTo>
                      <a:pt x="292" y="892"/>
                    </a:lnTo>
                    <a:lnTo>
                      <a:pt x="138" y="885"/>
                    </a:lnTo>
                    <a:lnTo>
                      <a:pt x="132" y="882"/>
                    </a:lnTo>
                    <a:lnTo>
                      <a:pt x="127" y="882"/>
                    </a:lnTo>
                    <a:lnTo>
                      <a:pt x="119" y="877"/>
                    </a:lnTo>
                    <a:lnTo>
                      <a:pt x="111" y="873"/>
                    </a:lnTo>
                    <a:lnTo>
                      <a:pt x="102" y="865"/>
                    </a:lnTo>
                    <a:lnTo>
                      <a:pt x="93" y="856"/>
                    </a:lnTo>
                    <a:lnTo>
                      <a:pt x="86" y="846"/>
                    </a:lnTo>
                    <a:lnTo>
                      <a:pt x="79" y="837"/>
                    </a:lnTo>
                    <a:lnTo>
                      <a:pt x="73" y="826"/>
                    </a:lnTo>
                    <a:lnTo>
                      <a:pt x="68" y="816"/>
                    </a:lnTo>
                    <a:lnTo>
                      <a:pt x="63" y="807"/>
                    </a:lnTo>
                    <a:lnTo>
                      <a:pt x="56" y="792"/>
                    </a:lnTo>
                    <a:lnTo>
                      <a:pt x="51" y="778"/>
                    </a:lnTo>
                    <a:lnTo>
                      <a:pt x="46" y="763"/>
                    </a:lnTo>
                    <a:lnTo>
                      <a:pt x="41" y="753"/>
                    </a:lnTo>
                    <a:lnTo>
                      <a:pt x="38" y="742"/>
                    </a:lnTo>
                    <a:lnTo>
                      <a:pt x="32" y="721"/>
                    </a:lnTo>
                    <a:lnTo>
                      <a:pt x="26" y="699"/>
                    </a:lnTo>
                    <a:lnTo>
                      <a:pt x="22" y="673"/>
                    </a:lnTo>
                    <a:lnTo>
                      <a:pt x="16" y="649"/>
                    </a:lnTo>
                    <a:lnTo>
                      <a:pt x="12" y="619"/>
                    </a:lnTo>
                    <a:lnTo>
                      <a:pt x="9" y="589"/>
                    </a:lnTo>
                    <a:lnTo>
                      <a:pt x="5" y="556"/>
                    </a:lnTo>
                    <a:lnTo>
                      <a:pt x="2" y="520"/>
                    </a:lnTo>
                    <a:lnTo>
                      <a:pt x="0" y="484"/>
                    </a:lnTo>
                    <a:lnTo>
                      <a:pt x="1" y="442"/>
                    </a:lnTo>
                    <a:lnTo>
                      <a:pt x="1" y="387"/>
                    </a:lnTo>
                    <a:lnTo>
                      <a:pt x="5" y="334"/>
                    </a:lnTo>
                    <a:lnTo>
                      <a:pt x="9" y="297"/>
                    </a:lnTo>
                    <a:lnTo>
                      <a:pt x="13" y="259"/>
                    </a:lnTo>
                    <a:lnTo>
                      <a:pt x="18" y="229"/>
                    </a:lnTo>
                    <a:lnTo>
                      <a:pt x="22" y="207"/>
                    </a:lnTo>
                    <a:lnTo>
                      <a:pt x="28" y="175"/>
                    </a:lnTo>
                    <a:lnTo>
                      <a:pt x="39" y="141"/>
                    </a:lnTo>
                    <a:lnTo>
                      <a:pt x="48" y="115"/>
                    </a:lnTo>
                    <a:lnTo>
                      <a:pt x="55" y="97"/>
                    </a:lnTo>
                    <a:lnTo>
                      <a:pt x="60" y="85"/>
                    </a:lnTo>
                    <a:lnTo>
                      <a:pt x="65" y="73"/>
                    </a:lnTo>
                    <a:lnTo>
                      <a:pt x="71" y="63"/>
                    </a:lnTo>
                    <a:lnTo>
                      <a:pt x="76" y="54"/>
                    </a:lnTo>
                    <a:lnTo>
                      <a:pt x="81" y="46"/>
                    </a:lnTo>
                    <a:lnTo>
                      <a:pt x="87" y="37"/>
                    </a:lnTo>
                    <a:lnTo>
                      <a:pt x="94" y="30"/>
                    </a:lnTo>
                    <a:lnTo>
                      <a:pt x="99" y="24"/>
                    </a:lnTo>
                    <a:lnTo>
                      <a:pt x="105" y="18"/>
                    </a:lnTo>
                    <a:lnTo>
                      <a:pt x="110" y="13"/>
                    </a:lnTo>
                    <a:lnTo>
                      <a:pt x="117" y="9"/>
                    </a:lnTo>
                    <a:lnTo>
                      <a:pt x="122" y="4"/>
                    </a:lnTo>
                    <a:lnTo>
                      <a:pt x="128" y="3"/>
                    </a:lnTo>
                    <a:lnTo>
                      <a:pt x="132" y="1"/>
                    </a:lnTo>
                    <a:lnTo>
                      <a:pt x="138" y="0"/>
                    </a:lnTo>
                    <a:close/>
                  </a:path>
                </a:pathLst>
              </a:custGeom>
              <a:solidFill>
                <a:srgbClr val="202020"/>
              </a:solidFill>
              <a:ln w="9525">
                <a:noFill/>
                <a:round/>
                <a:headEnd/>
                <a:tailEnd/>
              </a:ln>
            </p:spPr>
            <p:txBody>
              <a:bodyPr/>
              <a:lstStyle/>
              <a:p>
                <a:endParaRPr lang="nl-BE"/>
              </a:p>
            </p:txBody>
          </p:sp>
          <p:sp>
            <p:nvSpPr>
              <p:cNvPr id="42963" name="Oval 291"/>
              <p:cNvSpPr>
                <a:spLocks noChangeArrowheads="1"/>
              </p:cNvSpPr>
              <p:nvPr/>
            </p:nvSpPr>
            <p:spPr bwMode="auto">
              <a:xfrm rot="-155667">
                <a:off x="1732" y="2653"/>
                <a:ext cx="72" cy="145"/>
              </a:xfrm>
              <a:prstGeom prst="ellipse">
                <a:avLst/>
              </a:prstGeom>
              <a:solidFill>
                <a:srgbClr val="606060"/>
              </a:solidFill>
              <a:ln w="9525">
                <a:noFill/>
                <a:round/>
                <a:headEnd/>
                <a:tailEnd/>
              </a:ln>
            </p:spPr>
            <p:txBody>
              <a:bodyPr/>
              <a:lstStyle/>
              <a:p>
                <a:pPr algn="ctr" eaLnBrk="0" hangingPunct="0"/>
                <a:endParaRPr lang="nl-BE"/>
              </a:p>
            </p:txBody>
          </p:sp>
          <p:sp>
            <p:nvSpPr>
              <p:cNvPr id="42964" name="Oval 292"/>
              <p:cNvSpPr>
                <a:spLocks noChangeArrowheads="1"/>
              </p:cNvSpPr>
              <p:nvPr/>
            </p:nvSpPr>
            <p:spPr bwMode="auto">
              <a:xfrm rot="-155667">
                <a:off x="1731" y="2657"/>
                <a:ext cx="67" cy="135"/>
              </a:xfrm>
              <a:prstGeom prst="ellipse">
                <a:avLst/>
              </a:prstGeom>
              <a:solidFill>
                <a:srgbClr val="404040"/>
              </a:solidFill>
              <a:ln w="9525">
                <a:noFill/>
                <a:round/>
                <a:headEnd/>
                <a:tailEnd/>
              </a:ln>
            </p:spPr>
            <p:txBody>
              <a:bodyPr/>
              <a:lstStyle/>
              <a:p>
                <a:pPr algn="ctr" eaLnBrk="0" hangingPunct="0"/>
                <a:endParaRPr lang="nl-BE"/>
              </a:p>
            </p:txBody>
          </p:sp>
          <p:sp>
            <p:nvSpPr>
              <p:cNvPr id="42965" name="Oval 293"/>
              <p:cNvSpPr>
                <a:spLocks noChangeArrowheads="1"/>
              </p:cNvSpPr>
              <p:nvPr/>
            </p:nvSpPr>
            <p:spPr bwMode="auto">
              <a:xfrm rot="-155667">
                <a:off x="1762" y="2713"/>
                <a:ext cx="12" cy="25"/>
              </a:xfrm>
              <a:prstGeom prst="ellipse">
                <a:avLst/>
              </a:prstGeom>
              <a:solidFill>
                <a:srgbClr val="202020"/>
              </a:solidFill>
              <a:ln w="9525">
                <a:noFill/>
                <a:round/>
                <a:headEnd/>
                <a:tailEnd/>
              </a:ln>
            </p:spPr>
            <p:txBody>
              <a:bodyPr/>
              <a:lstStyle/>
              <a:p>
                <a:pPr algn="ctr" eaLnBrk="0" hangingPunct="0"/>
                <a:endParaRPr lang="nl-BE"/>
              </a:p>
            </p:txBody>
          </p:sp>
          <p:sp>
            <p:nvSpPr>
              <p:cNvPr id="42966" name="Freeform 294"/>
              <p:cNvSpPr>
                <a:spLocks/>
              </p:cNvSpPr>
              <p:nvPr/>
            </p:nvSpPr>
            <p:spPr bwMode="auto">
              <a:xfrm rot="-155667">
                <a:off x="2011" y="2585"/>
                <a:ext cx="131" cy="214"/>
              </a:xfrm>
              <a:custGeom>
                <a:avLst/>
                <a:gdLst>
                  <a:gd name="T0" fmla="*/ 0 w 315"/>
                  <a:gd name="T1" fmla="*/ 0 h 778"/>
                  <a:gd name="T2" fmla="*/ 0 w 315"/>
                  <a:gd name="T3" fmla="*/ 0 h 778"/>
                  <a:gd name="T4" fmla="*/ 0 w 315"/>
                  <a:gd name="T5" fmla="*/ 0 h 778"/>
                  <a:gd name="T6" fmla="*/ 0 w 315"/>
                  <a:gd name="T7" fmla="*/ 0 h 778"/>
                  <a:gd name="T8" fmla="*/ 0 w 315"/>
                  <a:gd name="T9" fmla="*/ 0 h 778"/>
                  <a:gd name="T10" fmla="*/ 0 60000 65536"/>
                  <a:gd name="T11" fmla="*/ 0 60000 65536"/>
                  <a:gd name="T12" fmla="*/ 0 60000 65536"/>
                  <a:gd name="T13" fmla="*/ 0 60000 65536"/>
                  <a:gd name="T14" fmla="*/ 0 60000 65536"/>
                  <a:gd name="T15" fmla="*/ 0 w 315"/>
                  <a:gd name="T16" fmla="*/ 0 h 778"/>
                  <a:gd name="T17" fmla="*/ 315 w 315"/>
                  <a:gd name="T18" fmla="*/ 778 h 778"/>
                </a:gdLst>
                <a:ahLst/>
                <a:cxnLst>
                  <a:cxn ang="T10">
                    <a:pos x="T0" y="T1"/>
                  </a:cxn>
                  <a:cxn ang="T11">
                    <a:pos x="T2" y="T3"/>
                  </a:cxn>
                  <a:cxn ang="T12">
                    <a:pos x="T4" y="T5"/>
                  </a:cxn>
                  <a:cxn ang="T13">
                    <a:pos x="T6" y="T7"/>
                  </a:cxn>
                  <a:cxn ang="T14">
                    <a:pos x="T8" y="T9"/>
                  </a:cxn>
                </a:cxnLst>
                <a:rect l="T15" t="T16" r="T17" b="T18"/>
                <a:pathLst>
                  <a:path w="315" h="778">
                    <a:moveTo>
                      <a:pt x="0" y="0"/>
                    </a:moveTo>
                    <a:lnTo>
                      <a:pt x="315" y="10"/>
                    </a:lnTo>
                    <a:lnTo>
                      <a:pt x="315" y="778"/>
                    </a:lnTo>
                    <a:lnTo>
                      <a:pt x="5" y="762"/>
                    </a:lnTo>
                    <a:lnTo>
                      <a:pt x="0" y="0"/>
                    </a:lnTo>
                    <a:close/>
                  </a:path>
                </a:pathLst>
              </a:custGeom>
              <a:solidFill>
                <a:srgbClr val="606060"/>
              </a:solidFill>
              <a:ln w="9525">
                <a:noFill/>
                <a:round/>
                <a:headEnd/>
                <a:tailEnd/>
              </a:ln>
            </p:spPr>
            <p:txBody>
              <a:bodyPr/>
              <a:lstStyle/>
              <a:p>
                <a:endParaRPr lang="nl-BE"/>
              </a:p>
            </p:txBody>
          </p:sp>
          <p:sp>
            <p:nvSpPr>
              <p:cNvPr id="42967" name="Freeform 295"/>
              <p:cNvSpPr>
                <a:spLocks/>
              </p:cNvSpPr>
              <p:nvPr/>
            </p:nvSpPr>
            <p:spPr bwMode="auto">
              <a:xfrm rot="-155667">
                <a:off x="2009" y="2585"/>
                <a:ext cx="131" cy="150"/>
              </a:xfrm>
              <a:custGeom>
                <a:avLst/>
                <a:gdLst>
                  <a:gd name="T0" fmla="*/ 0 w 315"/>
                  <a:gd name="T1" fmla="*/ 0 h 544"/>
                  <a:gd name="T2" fmla="*/ 0 w 315"/>
                  <a:gd name="T3" fmla="*/ 0 h 544"/>
                  <a:gd name="T4" fmla="*/ 0 w 315"/>
                  <a:gd name="T5" fmla="*/ 0 h 544"/>
                  <a:gd name="T6" fmla="*/ 0 w 315"/>
                  <a:gd name="T7" fmla="*/ 0 h 544"/>
                  <a:gd name="T8" fmla="*/ 0 w 315"/>
                  <a:gd name="T9" fmla="*/ 0 h 544"/>
                  <a:gd name="T10" fmla="*/ 0 60000 65536"/>
                  <a:gd name="T11" fmla="*/ 0 60000 65536"/>
                  <a:gd name="T12" fmla="*/ 0 60000 65536"/>
                  <a:gd name="T13" fmla="*/ 0 60000 65536"/>
                  <a:gd name="T14" fmla="*/ 0 60000 65536"/>
                  <a:gd name="T15" fmla="*/ 0 w 315"/>
                  <a:gd name="T16" fmla="*/ 0 h 544"/>
                  <a:gd name="T17" fmla="*/ 315 w 315"/>
                  <a:gd name="T18" fmla="*/ 544 h 544"/>
                </a:gdLst>
                <a:ahLst/>
                <a:cxnLst>
                  <a:cxn ang="T10">
                    <a:pos x="T0" y="T1"/>
                  </a:cxn>
                  <a:cxn ang="T11">
                    <a:pos x="T2" y="T3"/>
                  </a:cxn>
                  <a:cxn ang="T12">
                    <a:pos x="T4" y="T5"/>
                  </a:cxn>
                  <a:cxn ang="T13">
                    <a:pos x="T6" y="T7"/>
                  </a:cxn>
                  <a:cxn ang="T14">
                    <a:pos x="T8" y="T9"/>
                  </a:cxn>
                </a:cxnLst>
                <a:rect l="T15" t="T16" r="T17" b="T18"/>
                <a:pathLst>
                  <a:path w="315" h="544">
                    <a:moveTo>
                      <a:pt x="0" y="0"/>
                    </a:moveTo>
                    <a:lnTo>
                      <a:pt x="315" y="10"/>
                    </a:lnTo>
                    <a:lnTo>
                      <a:pt x="315" y="544"/>
                    </a:lnTo>
                    <a:lnTo>
                      <a:pt x="2" y="514"/>
                    </a:lnTo>
                    <a:lnTo>
                      <a:pt x="0" y="0"/>
                    </a:lnTo>
                    <a:close/>
                  </a:path>
                </a:pathLst>
              </a:custGeom>
              <a:solidFill>
                <a:srgbClr val="404040"/>
              </a:solidFill>
              <a:ln w="9525">
                <a:noFill/>
                <a:round/>
                <a:headEnd/>
                <a:tailEnd/>
              </a:ln>
            </p:spPr>
            <p:txBody>
              <a:bodyPr/>
              <a:lstStyle/>
              <a:p>
                <a:endParaRPr lang="nl-BE"/>
              </a:p>
            </p:txBody>
          </p:sp>
          <p:sp>
            <p:nvSpPr>
              <p:cNvPr id="42968" name="Freeform 296"/>
              <p:cNvSpPr>
                <a:spLocks/>
              </p:cNvSpPr>
              <p:nvPr/>
            </p:nvSpPr>
            <p:spPr bwMode="auto">
              <a:xfrm rot="-155667">
                <a:off x="1563" y="2590"/>
                <a:ext cx="126" cy="194"/>
              </a:xfrm>
              <a:custGeom>
                <a:avLst/>
                <a:gdLst>
                  <a:gd name="T0" fmla="*/ 0 w 304"/>
                  <a:gd name="T1" fmla="*/ 0 h 702"/>
                  <a:gd name="T2" fmla="*/ 0 w 304"/>
                  <a:gd name="T3" fmla="*/ 0 h 702"/>
                  <a:gd name="T4" fmla="*/ 0 w 304"/>
                  <a:gd name="T5" fmla="*/ 0 h 702"/>
                  <a:gd name="T6" fmla="*/ 0 w 304"/>
                  <a:gd name="T7" fmla="*/ 0 h 702"/>
                  <a:gd name="T8" fmla="*/ 0 w 304"/>
                  <a:gd name="T9" fmla="*/ 0 h 702"/>
                  <a:gd name="T10" fmla="*/ 0 60000 65536"/>
                  <a:gd name="T11" fmla="*/ 0 60000 65536"/>
                  <a:gd name="T12" fmla="*/ 0 60000 65536"/>
                  <a:gd name="T13" fmla="*/ 0 60000 65536"/>
                  <a:gd name="T14" fmla="*/ 0 60000 65536"/>
                  <a:gd name="T15" fmla="*/ 0 w 304"/>
                  <a:gd name="T16" fmla="*/ 0 h 702"/>
                  <a:gd name="T17" fmla="*/ 304 w 304"/>
                  <a:gd name="T18" fmla="*/ 702 h 702"/>
                </a:gdLst>
                <a:ahLst/>
                <a:cxnLst>
                  <a:cxn ang="T10">
                    <a:pos x="T0" y="T1"/>
                  </a:cxn>
                  <a:cxn ang="T11">
                    <a:pos x="T2" y="T3"/>
                  </a:cxn>
                  <a:cxn ang="T12">
                    <a:pos x="T4" y="T5"/>
                  </a:cxn>
                  <a:cxn ang="T13">
                    <a:pos x="T6" y="T7"/>
                  </a:cxn>
                  <a:cxn ang="T14">
                    <a:pos x="T8" y="T9"/>
                  </a:cxn>
                </a:cxnLst>
                <a:rect l="T15" t="T16" r="T17" b="T18"/>
                <a:pathLst>
                  <a:path w="304" h="702">
                    <a:moveTo>
                      <a:pt x="0" y="0"/>
                    </a:moveTo>
                    <a:lnTo>
                      <a:pt x="304" y="4"/>
                    </a:lnTo>
                    <a:lnTo>
                      <a:pt x="304" y="702"/>
                    </a:lnTo>
                    <a:lnTo>
                      <a:pt x="0" y="687"/>
                    </a:lnTo>
                    <a:lnTo>
                      <a:pt x="0" y="0"/>
                    </a:lnTo>
                    <a:close/>
                  </a:path>
                </a:pathLst>
              </a:custGeom>
              <a:solidFill>
                <a:srgbClr val="606060"/>
              </a:solidFill>
              <a:ln w="9525">
                <a:noFill/>
                <a:round/>
                <a:headEnd/>
                <a:tailEnd/>
              </a:ln>
            </p:spPr>
            <p:txBody>
              <a:bodyPr/>
              <a:lstStyle/>
              <a:p>
                <a:endParaRPr lang="nl-BE"/>
              </a:p>
            </p:txBody>
          </p:sp>
          <p:sp>
            <p:nvSpPr>
              <p:cNvPr id="42969" name="Freeform 297"/>
              <p:cNvSpPr>
                <a:spLocks/>
              </p:cNvSpPr>
              <p:nvPr/>
            </p:nvSpPr>
            <p:spPr bwMode="auto">
              <a:xfrm rot="-155667">
                <a:off x="1560" y="2590"/>
                <a:ext cx="126" cy="104"/>
              </a:xfrm>
              <a:custGeom>
                <a:avLst/>
                <a:gdLst>
                  <a:gd name="T0" fmla="*/ 0 w 304"/>
                  <a:gd name="T1" fmla="*/ 0 h 378"/>
                  <a:gd name="T2" fmla="*/ 0 w 304"/>
                  <a:gd name="T3" fmla="*/ 0 h 378"/>
                  <a:gd name="T4" fmla="*/ 0 w 304"/>
                  <a:gd name="T5" fmla="*/ 0 h 378"/>
                  <a:gd name="T6" fmla="*/ 0 w 304"/>
                  <a:gd name="T7" fmla="*/ 0 h 378"/>
                  <a:gd name="T8" fmla="*/ 0 w 304"/>
                  <a:gd name="T9" fmla="*/ 0 h 378"/>
                  <a:gd name="T10" fmla="*/ 0 60000 65536"/>
                  <a:gd name="T11" fmla="*/ 0 60000 65536"/>
                  <a:gd name="T12" fmla="*/ 0 60000 65536"/>
                  <a:gd name="T13" fmla="*/ 0 60000 65536"/>
                  <a:gd name="T14" fmla="*/ 0 60000 65536"/>
                  <a:gd name="T15" fmla="*/ 0 w 304"/>
                  <a:gd name="T16" fmla="*/ 0 h 378"/>
                  <a:gd name="T17" fmla="*/ 304 w 304"/>
                  <a:gd name="T18" fmla="*/ 378 h 378"/>
                </a:gdLst>
                <a:ahLst/>
                <a:cxnLst>
                  <a:cxn ang="T10">
                    <a:pos x="T0" y="T1"/>
                  </a:cxn>
                  <a:cxn ang="T11">
                    <a:pos x="T2" y="T3"/>
                  </a:cxn>
                  <a:cxn ang="T12">
                    <a:pos x="T4" y="T5"/>
                  </a:cxn>
                  <a:cxn ang="T13">
                    <a:pos x="T6" y="T7"/>
                  </a:cxn>
                  <a:cxn ang="T14">
                    <a:pos x="T8" y="T9"/>
                  </a:cxn>
                </a:cxnLst>
                <a:rect l="T15" t="T16" r="T17" b="T18"/>
                <a:pathLst>
                  <a:path w="304" h="378">
                    <a:moveTo>
                      <a:pt x="0" y="0"/>
                    </a:moveTo>
                    <a:lnTo>
                      <a:pt x="304" y="4"/>
                    </a:lnTo>
                    <a:lnTo>
                      <a:pt x="304" y="378"/>
                    </a:lnTo>
                    <a:lnTo>
                      <a:pt x="0" y="333"/>
                    </a:lnTo>
                    <a:lnTo>
                      <a:pt x="0" y="0"/>
                    </a:lnTo>
                    <a:close/>
                  </a:path>
                </a:pathLst>
              </a:custGeom>
              <a:solidFill>
                <a:srgbClr val="404040"/>
              </a:solidFill>
              <a:ln w="9525">
                <a:noFill/>
                <a:round/>
                <a:headEnd/>
                <a:tailEnd/>
              </a:ln>
            </p:spPr>
            <p:txBody>
              <a:bodyPr/>
              <a:lstStyle/>
              <a:p>
                <a:endParaRPr lang="nl-BE"/>
              </a:p>
            </p:txBody>
          </p:sp>
          <p:sp>
            <p:nvSpPr>
              <p:cNvPr id="42970" name="Freeform 298"/>
              <p:cNvSpPr>
                <a:spLocks/>
              </p:cNvSpPr>
              <p:nvPr/>
            </p:nvSpPr>
            <p:spPr bwMode="auto">
              <a:xfrm rot="-155667">
                <a:off x="1605" y="2589"/>
                <a:ext cx="427" cy="113"/>
              </a:xfrm>
              <a:custGeom>
                <a:avLst/>
                <a:gdLst>
                  <a:gd name="T0" fmla="*/ 0 w 1034"/>
                  <a:gd name="T1" fmla="*/ 0 h 412"/>
                  <a:gd name="T2" fmla="*/ 0 w 1034"/>
                  <a:gd name="T3" fmla="*/ 0 h 412"/>
                  <a:gd name="T4" fmla="*/ 0 w 1034"/>
                  <a:gd name="T5" fmla="*/ 0 h 412"/>
                  <a:gd name="T6" fmla="*/ 0 w 1034"/>
                  <a:gd name="T7" fmla="*/ 0 h 412"/>
                  <a:gd name="T8" fmla="*/ 0 w 1034"/>
                  <a:gd name="T9" fmla="*/ 0 h 412"/>
                  <a:gd name="T10" fmla="*/ 0 w 1034"/>
                  <a:gd name="T11" fmla="*/ 0 h 412"/>
                  <a:gd name="T12" fmla="*/ 0 w 1034"/>
                  <a:gd name="T13" fmla="*/ 0 h 412"/>
                  <a:gd name="T14" fmla="*/ 0 w 1034"/>
                  <a:gd name="T15" fmla="*/ 0 h 412"/>
                  <a:gd name="T16" fmla="*/ 0 w 1034"/>
                  <a:gd name="T17" fmla="*/ 0 h 412"/>
                  <a:gd name="T18" fmla="*/ 0 w 1034"/>
                  <a:gd name="T19" fmla="*/ 0 h 412"/>
                  <a:gd name="T20" fmla="*/ 0 w 1034"/>
                  <a:gd name="T21" fmla="*/ 0 h 412"/>
                  <a:gd name="T22" fmla="*/ 0 w 1034"/>
                  <a:gd name="T23" fmla="*/ 0 h 412"/>
                  <a:gd name="T24" fmla="*/ 0 w 1034"/>
                  <a:gd name="T25" fmla="*/ 0 h 41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34"/>
                  <a:gd name="T40" fmla="*/ 0 h 412"/>
                  <a:gd name="T41" fmla="*/ 1034 w 1034"/>
                  <a:gd name="T42" fmla="*/ 412 h 41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34" h="412">
                    <a:moveTo>
                      <a:pt x="151" y="0"/>
                    </a:moveTo>
                    <a:lnTo>
                      <a:pt x="217" y="4"/>
                    </a:lnTo>
                    <a:lnTo>
                      <a:pt x="217" y="208"/>
                    </a:lnTo>
                    <a:lnTo>
                      <a:pt x="819" y="237"/>
                    </a:lnTo>
                    <a:lnTo>
                      <a:pt x="819" y="27"/>
                    </a:lnTo>
                    <a:lnTo>
                      <a:pt x="888" y="30"/>
                    </a:lnTo>
                    <a:lnTo>
                      <a:pt x="888" y="241"/>
                    </a:lnTo>
                    <a:lnTo>
                      <a:pt x="1034" y="247"/>
                    </a:lnTo>
                    <a:lnTo>
                      <a:pt x="1034" y="412"/>
                    </a:lnTo>
                    <a:lnTo>
                      <a:pt x="0" y="351"/>
                    </a:lnTo>
                    <a:lnTo>
                      <a:pt x="0" y="208"/>
                    </a:lnTo>
                    <a:lnTo>
                      <a:pt x="151" y="214"/>
                    </a:lnTo>
                    <a:lnTo>
                      <a:pt x="151" y="0"/>
                    </a:lnTo>
                    <a:close/>
                  </a:path>
                </a:pathLst>
              </a:custGeom>
              <a:solidFill>
                <a:srgbClr val="A0A0A0"/>
              </a:solidFill>
              <a:ln w="6350">
                <a:solidFill>
                  <a:srgbClr val="000000"/>
                </a:solidFill>
                <a:prstDash val="solid"/>
                <a:round/>
                <a:headEnd/>
                <a:tailEnd/>
              </a:ln>
            </p:spPr>
            <p:txBody>
              <a:bodyPr/>
              <a:lstStyle/>
              <a:p>
                <a:endParaRPr lang="nl-BE"/>
              </a:p>
            </p:txBody>
          </p:sp>
          <p:sp>
            <p:nvSpPr>
              <p:cNvPr id="42971" name="Freeform 299"/>
              <p:cNvSpPr>
                <a:spLocks/>
              </p:cNvSpPr>
              <p:nvPr/>
            </p:nvSpPr>
            <p:spPr bwMode="auto">
              <a:xfrm rot="-155667">
                <a:off x="1693" y="2595"/>
                <a:ext cx="13" cy="56"/>
              </a:xfrm>
              <a:custGeom>
                <a:avLst/>
                <a:gdLst>
                  <a:gd name="T0" fmla="*/ 0 w 32"/>
                  <a:gd name="T1" fmla="*/ 0 h 205"/>
                  <a:gd name="T2" fmla="*/ 0 w 32"/>
                  <a:gd name="T3" fmla="*/ 0 h 205"/>
                  <a:gd name="T4" fmla="*/ 0 w 32"/>
                  <a:gd name="T5" fmla="*/ 0 h 205"/>
                  <a:gd name="T6" fmla="*/ 0 w 32"/>
                  <a:gd name="T7" fmla="*/ 0 h 205"/>
                  <a:gd name="T8" fmla="*/ 0 w 32"/>
                  <a:gd name="T9" fmla="*/ 0 h 205"/>
                  <a:gd name="T10" fmla="*/ 0 60000 65536"/>
                  <a:gd name="T11" fmla="*/ 0 60000 65536"/>
                  <a:gd name="T12" fmla="*/ 0 60000 65536"/>
                  <a:gd name="T13" fmla="*/ 0 60000 65536"/>
                  <a:gd name="T14" fmla="*/ 0 60000 65536"/>
                  <a:gd name="T15" fmla="*/ 0 w 32"/>
                  <a:gd name="T16" fmla="*/ 0 h 205"/>
                  <a:gd name="T17" fmla="*/ 32 w 32"/>
                  <a:gd name="T18" fmla="*/ 205 h 205"/>
                </a:gdLst>
                <a:ahLst/>
                <a:cxnLst>
                  <a:cxn ang="T10">
                    <a:pos x="T0" y="T1"/>
                  </a:cxn>
                  <a:cxn ang="T11">
                    <a:pos x="T2" y="T3"/>
                  </a:cxn>
                  <a:cxn ang="T12">
                    <a:pos x="T4" y="T5"/>
                  </a:cxn>
                  <a:cxn ang="T13">
                    <a:pos x="T6" y="T7"/>
                  </a:cxn>
                  <a:cxn ang="T14">
                    <a:pos x="T8" y="T9"/>
                  </a:cxn>
                </a:cxnLst>
                <a:rect l="T15" t="T16" r="T17" b="T18"/>
                <a:pathLst>
                  <a:path w="32" h="205">
                    <a:moveTo>
                      <a:pt x="0" y="0"/>
                    </a:moveTo>
                    <a:lnTo>
                      <a:pt x="32" y="4"/>
                    </a:lnTo>
                    <a:lnTo>
                      <a:pt x="32" y="178"/>
                    </a:lnTo>
                    <a:lnTo>
                      <a:pt x="0" y="205"/>
                    </a:lnTo>
                    <a:lnTo>
                      <a:pt x="0" y="0"/>
                    </a:lnTo>
                    <a:close/>
                  </a:path>
                </a:pathLst>
              </a:custGeom>
              <a:solidFill>
                <a:srgbClr val="606060"/>
              </a:solidFill>
              <a:ln w="6350">
                <a:solidFill>
                  <a:srgbClr val="000000"/>
                </a:solidFill>
                <a:prstDash val="solid"/>
                <a:round/>
                <a:headEnd/>
                <a:tailEnd/>
              </a:ln>
            </p:spPr>
            <p:txBody>
              <a:bodyPr/>
              <a:lstStyle/>
              <a:p>
                <a:endParaRPr lang="nl-BE"/>
              </a:p>
            </p:txBody>
          </p:sp>
          <p:sp>
            <p:nvSpPr>
              <p:cNvPr id="42972" name="Freeform 300"/>
              <p:cNvSpPr>
                <a:spLocks/>
              </p:cNvSpPr>
              <p:nvPr/>
            </p:nvSpPr>
            <p:spPr bwMode="auto">
              <a:xfrm rot="-155667">
                <a:off x="1606" y="2646"/>
                <a:ext cx="62" cy="9"/>
              </a:xfrm>
              <a:custGeom>
                <a:avLst/>
                <a:gdLst>
                  <a:gd name="T0" fmla="*/ 0 w 150"/>
                  <a:gd name="T1" fmla="*/ 0 h 32"/>
                  <a:gd name="T2" fmla="*/ 0 w 150"/>
                  <a:gd name="T3" fmla="*/ 0 h 32"/>
                  <a:gd name="T4" fmla="*/ 0 w 150"/>
                  <a:gd name="T5" fmla="*/ 0 h 32"/>
                  <a:gd name="T6" fmla="*/ 0 w 150"/>
                  <a:gd name="T7" fmla="*/ 0 h 32"/>
                  <a:gd name="T8" fmla="*/ 0 w 150"/>
                  <a:gd name="T9" fmla="*/ 0 h 32"/>
                  <a:gd name="T10" fmla="*/ 0 60000 65536"/>
                  <a:gd name="T11" fmla="*/ 0 60000 65536"/>
                  <a:gd name="T12" fmla="*/ 0 60000 65536"/>
                  <a:gd name="T13" fmla="*/ 0 60000 65536"/>
                  <a:gd name="T14" fmla="*/ 0 60000 65536"/>
                  <a:gd name="T15" fmla="*/ 0 w 150"/>
                  <a:gd name="T16" fmla="*/ 0 h 32"/>
                  <a:gd name="T17" fmla="*/ 150 w 150"/>
                  <a:gd name="T18" fmla="*/ 32 h 32"/>
                </a:gdLst>
                <a:ahLst/>
                <a:cxnLst>
                  <a:cxn ang="T10">
                    <a:pos x="T0" y="T1"/>
                  </a:cxn>
                  <a:cxn ang="T11">
                    <a:pos x="T2" y="T3"/>
                  </a:cxn>
                  <a:cxn ang="T12">
                    <a:pos x="T4" y="T5"/>
                  </a:cxn>
                  <a:cxn ang="T13">
                    <a:pos x="T6" y="T7"/>
                  </a:cxn>
                  <a:cxn ang="T14">
                    <a:pos x="T8" y="T9"/>
                  </a:cxn>
                </a:cxnLst>
                <a:rect l="T15" t="T16" r="T17" b="T18"/>
                <a:pathLst>
                  <a:path w="150" h="32">
                    <a:moveTo>
                      <a:pt x="0" y="29"/>
                    </a:moveTo>
                    <a:lnTo>
                      <a:pt x="150" y="32"/>
                    </a:lnTo>
                    <a:lnTo>
                      <a:pt x="150" y="2"/>
                    </a:lnTo>
                    <a:lnTo>
                      <a:pt x="30" y="0"/>
                    </a:lnTo>
                    <a:lnTo>
                      <a:pt x="0" y="29"/>
                    </a:lnTo>
                    <a:close/>
                  </a:path>
                </a:pathLst>
              </a:custGeom>
              <a:solidFill>
                <a:srgbClr val="808080"/>
              </a:solidFill>
              <a:ln w="6350">
                <a:solidFill>
                  <a:srgbClr val="000000"/>
                </a:solidFill>
                <a:prstDash val="solid"/>
                <a:round/>
                <a:headEnd/>
                <a:tailEnd/>
              </a:ln>
            </p:spPr>
            <p:txBody>
              <a:bodyPr/>
              <a:lstStyle/>
              <a:p>
                <a:endParaRPr lang="nl-BE"/>
              </a:p>
            </p:txBody>
          </p:sp>
          <p:sp>
            <p:nvSpPr>
              <p:cNvPr id="42973" name="Freeform 301"/>
              <p:cNvSpPr>
                <a:spLocks/>
              </p:cNvSpPr>
              <p:nvPr/>
            </p:nvSpPr>
            <p:spPr bwMode="auto">
              <a:xfrm rot="-155667">
                <a:off x="1695" y="2639"/>
                <a:ext cx="248" cy="14"/>
              </a:xfrm>
              <a:custGeom>
                <a:avLst/>
                <a:gdLst>
                  <a:gd name="T0" fmla="*/ 0 w 600"/>
                  <a:gd name="T1" fmla="*/ 0 h 54"/>
                  <a:gd name="T2" fmla="*/ 0 w 600"/>
                  <a:gd name="T3" fmla="*/ 0 h 54"/>
                  <a:gd name="T4" fmla="*/ 0 w 600"/>
                  <a:gd name="T5" fmla="*/ 0 h 54"/>
                  <a:gd name="T6" fmla="*/ 0 w 600"/>
                  <a:gd name="T7" fmla="*/ 0 h 54"/>
                  <a:gd name="T8" fmla="*/ 0 w 600"/>
                  <a:gd name="T9" fmla="*/ 0 h 54"/>
                  <a:gd name="T10" fmla="*/ 0 60000 65536"/>
                  <a:gd name="T11" fmla="*/ 0 60000 65536"/>
                  <a:gd name="T12" fmla="*/ 0 60000 65536"/>
                  <a:gd name="T13" fmla="*/ 0 60000 65536"/>
                  <a:gd name="T14" fmla="*/ 0 60000 65536"/>
                  <a:gd name="T15" fmla="*/ 0 w 600"/>
                  <a:gd name="T16" fmla="*/ 0 h 54"/>
                  <a:gd name="T17" fmla="*/ 600 w 600"/>
                  <a:gd name="T18" fmla="*/ 54 h 54"/>
                </a:gdLst>
                <a:ahLst/>
                <a:cxnLst>
                  <a:cxn ang="T10">
                    <a:pos x="T0" y="T1"/>
                  </a:cxn>
                  <a:cxn ang="T11">
                    <a:pos x="T2" y="T3"/>
                  </a:cxn>
                  <a:cxn ang="T12">
                    <a:pos x="T4" y="T5"/>
                  </a:cxn>
                  <a:cxn ang="T13">
                    <a:pos x="T6" y="T7"/>
                  </a:cxn>
                  <a:cxn ang="T14">
                    <a:pos x="T8" y="T9"/>
                  </a:cxn>
                </a:cxnLst>
                <a:rect l="T15" t="T16" r="T17" b="T18"/>
                <a:pathLst>
                  <a:path w="600" h="54">
                    <a:moveTo>
                      <a:pt x="0" y="28"/>
                    </a:moveTo>
                    <a:lnTo>
                      <a:pt x="32" y="0"/>
                    </a:lnTo>
                    <a:lnTo>
                      <a:pt x="600" y="22"/>
                    </a:lnTo>
                    <a:lnTo>
                      <a:pt x="600" y="54"/>
                    </a:lnTo>
                    <a:lnTo>
                      <a:pt x="0" y="28"/>
                    </a:lnTo>
                    <a:close/>
                  </a:path>
                </a:pathLst>
              </a:custGeom>
              <a:solidFill>
                <a:srgbClr val="808080"/>
              </a:solidFill>
              <a:ln w="6350">
                <a:solidFill>
                  <a:srgbClr val="000000"/>
                </a:solidFill>
                <a:prstDash val="solid"/>
                <a:round/>
                <a:headEnd/>
                <a:tailEnd/>
              </a:ln>
            </p:spPr>
            <p:txBody>
              <a:bodyPr/>
              <a:lstStyle/>
              <a:p>
                <a:endParaRPr lang="nl-BE"/>
              </a:p>
            </p:txBody>
          </p:sp>
          <p:sp>
            <p:nvSpPr>
              <p:cNvPr id="42974" name="Freeform 302"/>
              <p:cNvSpPr>
                <a:spLocks/>
              </p:cNvSpPr>
              <p:nvPr/>
            </p:nvSpPr>
            <p:spPr bwMode="auto">
              <a:xfrm rot="-155667">
                <a:off x="1970" y="2589"/>
                <a:ext cx="13" cy="59"/>
              </a:xfrm>
              <a:custGeom>
                <a:avLst/>
                <a:gdLst>
                  <a:gd name="T0" fmla="*/ 0 w 32"/>
                  <a:gd name="T1" fmla="*/ 0 h 217"/>
                  <a:gd name="T2" fmla="*/ 0 w 32"/>
                  <a:gd name="T3" fmla="*/ 0 h 217"/>
                  <a:gd name="T4" fmla="*/ 0 w 32"/>
                  <a:gd name="T5" fmla="*/ 0 h 217"/>
                  <a:gd name="T6" fmla="*/ 0 w 32"/>
                  <a:gd name="T7" fmla="*/ 0 h 217"/>
                  <a:gd name="T8" fmla="*/ 0 w 32"/>
                  <a:gd name="T9" fmla="*/ 0 h 217"/>
                  <a:gd name="T10" fmla="*/ 0 60000 65536"/>
                  <a:gd name="T11" fmla="*/ 0 60000 65536"/>
                  <a:gd name="T12" fmla="*/ 0 60000 65536"/>
                  <a:gd name="T13" fmla="*/ 0 60000 65536"/>
                  <a:gd name="T14" fmla="*/ 0 60000 65536"/>
                  <a:gd name="T15" fmla="*/ 0 w 32"/>
                  <a:gd name="T16" fmla="*/ 0 h 217"/>
                  <a:gd name="T17" fmla="*/ 32 w 32"/>
                  <a:gd name="T18" fmla="*/ 217 h 217"/>
                </a:gdLst>
                <a:ahLst/>
                <a:cxnLst>
                  <a:cxn ang="T10">
                    <a:pos x="T0" y="T1"/>
                  </a:cxn>
                  <a:cxn ang="T11">
                    <a:pos x="T2" y="T3"/>
                  </a:cxn>
                  <a:cxn ang="T12">
                    <a:pos x="T4" y="T5"/>
                  </a:cxn>
                  <a:cxn ang="T13">
                    <a:pos x="T6" y="T7"/>
                  </a:cxn>
                  <a:cxn ang="T14">
                    <a:pos x="T8" y="T9"/>
                  </a:cxn>
                </a:cxnLst>
                <a:rect l="T15" t="T16" r="T17" b="T18"/>
                <a:pathLst>
                  <a:path w="32" h="217">
                    <a:moveTo>
                      <a:pt x="0" y="1"/>
                    </a:moveTo>
                    <a:lnTo>
                      <a:pt x="32" y="0"/>
                    </a:lnTo>
                    <a:lnTo>
                      <a:pt x="32" y="187"/>
                    </a:lnTo>
                    <a:lnTo>
                      <a:pt x="0" y="217"/>
                    </a:lnTo>
                    <a:lnTo>
                      <a:pt x="0" y="1"/>
                    </a:lnTo>
                    <a:close/>
                  </a:path>
                </a:pathLst>
              </a:custGeom>
              <a:solidFill>
                <a:srgbClr val="606060"/>
              </a:solidFill>
              <a:ln w="6350">
                <a:solidFill>
                  <a:srgbClr val="000000"/>
                </a:solidFill>
                <a:prstDash val="solid"/>
                <a:round/>
                <a:headEnd/>
                <a:tailEnd/>
              </a:ln>
            </p:spPr>
            <p:txBody>
              <a:bodyPr/>
              <a:lstStyle/>
              <a:p>
                <a:endParaRPr lang="nl-BE"/>
              </a:p>
            </p:txBody>
          </p:sp>
          <p:sp>
            <p:nvSpPr>
              <p:cNvPr id="42975" name="Freeform 303"/>
              <p:cNvSpPr>
                <a:spLocks/>
              </p:cNvSpPr>
              <p:nvPr/>
            </p:nvSpPr>
            <p:spPr bwMode="auto">
              <a:xfrm rot="-155667">
                <a:off x="1972" y="2638"/>
                <a:ext cx="73" cy="9"/>
              </a:xfrm>
              <a:custGeom>
                <a:avLst/>
                <a:gdLst>
                  <a:gd name="T0" fmla="*/ 0 w 176"/>
                  <a:gd name="T1" fmla="*/ 0 h 34"/>
                  <a:gd name="T2" fmla="*/ 0 w 176"/>
                  <a:gd name="T3" fmla="*/ 0 h 34"/>
                  <a:gd name="T4" fmla="*/ 0 w 176"/>
                  <a:gd name="T5" fmla="*/ 0 h 34"/>
                  <a:gd name="T6" fmla="*/ 0 w 176"/>
                  <a:gd name="T7" fmla="*/ 0 h 34"/>
                  <a:gd name="T8" fmla="*/ 0 w 176"/>
                  <a:gd name="T9" fmla="*/ 0 h 34"/>
                  <a:gd name="T10" fmla="*/ 0 60000 65536"/>
                  <a:gd name="T11" fmla="*/ 0 60000 65536"/>
                  <a:gd name="T12" fmla="*/ 0 60000 65536"/>
                  <a:gd name="T13" fmla="*/ 0 60000 65536"/>
                  <a:gd name="T14" fmla="*/ 0 60000 65536"/>
                  <a:gd name="T15" fmla="*/ 0 w 176"/>
                  <a:gd name="T16" fmla="*/ 0 h 34"/>
                  <a:gd name="T17" fmla="*/ 176 w 176"/>
                  <a:gd name="T18" fmla="*/ 34 h 34"/>
                </a:gdLst>
                <a:ahLst/>
                <a:cxnLst>
                  <a:cxn ang="T10">
                    <a:pos x="T0" y="T1"/>
                  </a:cxn>
                  <a:cxn ang="T11">
                    <a:pos x="T2" y="T3"/>
                  </a:cxn>
                  <a:cxn ang="T12">
                    <a:pos x="T4" y="T5"/>
                  </a:cxn>
                  <a:cxn ang="T13">
                    <a:pos x="T6" y="T7"/>
                  </a:cxn>
                  <a:cxn ang="T14">
                    <a:pos x="T8" y="T9"/>
                  </a:cxn>
                </a:cxnLst>
                <a:rect l="T15" t="T16" r="T17" b="T18"/>
                <a:pathLst>
                  <a:path w="176" h="34">
                    <a:moveTo>
                      <a:pt x="0" y="31"/>
                    </a:moveTo>
                    <a:lnTo>
                      <a:pt x="30" y="0"/>
                    </a:lnTo>
                    <a:lnTo>
                      <a:pt x="176" y="6"/>
                    </a:lnTo>
                    <a:lnTo>
                      <a:pt x="144" y="34"/>
                    </a:lnTo>
                    <a:lnTo>
                      <a:pt x="0" y="31"/>
                    </a:lnTo>
                    <a:close/>
                  </a:path>
                </a:pathLst>
              </a:custGeom>
              <a:solidFill>
                <a:srgbClr val="808080"/>
              </a:solidFill>
              <a:ln w="6350">
                <a:solidFill>
                  <a:srgbClr val="000000"/>
                </a:solidFill>
                <a:prstDash val="solid"/>
                <a:round/>
                <a:headEnd/>
                <a:tailEnd/>
              </a:ln>
            </p:spPr>
            <p:txBody>
              <a:bodyPr/>
              <a:lstStyle/>
              <a:p>
                <a:endParaRPr lang="nl-BE"/>
              </a:p>
            </p:txBody>
          </p:sp>
          <p:sp>
            <p:nvSpPr>
              <p:cNvPr id="42976" name="Freeform 304"/>
              <p:cNvSpPr>
                <a:spLocks/>
              </p:cNvSpPr>
              <p:nvPr/>
            </p:nvSpPr>
            <p:spPr bwMode="auto">
              <a:xfrm rot="-155667">
                <a:off x="2033" y="2638"/>
                <a:ext cx="13" cy="53"/>
              </a:xfrm>
              <a:custGeom>
                <a:avLst/>
                <a:gdLst>
                  <a:gd name="T0" fmla="*/ 0 w 33"/>
                  <a:gd name="T1" fmla="*/ 0 h 192"/>
                  <a:gd name="T2" fmla="*/ 0 w 33"/>
                  <a:gd name="T3" fmla="*/ 0 h 192"/>
                  <a:gd name="T4" fmla="*/ 0 w 33"/>
                  <a:gd name="T5" fmla="*/ 0 h 192"/>
                  <a:gd name="T6" fmla="*/ 0 w 33"/>
                  <a:gd name="T7" fmla="*/ 0 h 192"/>
                  <a:gd name="T8" fmla="*/ 0 w 33"/>
                  <a:gd name="T9" fmla="*/ 0 h 192"/>
                  <a:gd name="T10" fmla="*/ 0 60000 65536"/>
                  <a:gd name="T11" fmla="*/ 0 60000 65536"/>
                  <a:gd name="T12" fmla="*/ 0 60000 65536"/>
                  <a:gd name="T13" fmla="*/ 0 60000 65536"/>
                  <a:gd name="T14" fmla="*/ 0 60000 65536"/>
                  <a:gd name="T15" fmla="*/ 0 w 33"/>
                  <a:gd name="T16" fmla="*/ 0 h 192"/>
                  <a:gd name="T17" fmla="*/ 33 w 33"/>
                  <a:gd name="T18" fmla="*/ 192 h 192"/>
                </a:gdLst>
                <a:ahLst/>
                <a:cxnLst>
                  <a:cxn ang="T10">
                    <a:pos x="T0" y="T1"/>
                  </a:cxn>
                  <a:cxn ang="T11">
                    <a:pos x="T2" y="T3"/>
                  </a:cxn>
                  <a:cxn ang="T12">
                    <a:pos x="T4" y="T5"/>
                  </a:cxn>
                  <a:cxn ang="T13">
                    <a:pos x="T6" y="T7"/>
                  </a:cxn>
                  <a:cxn ang="T14">
                    <a:pos x="T8" y="T9"/>
                  </a:cxn>
                </a:cxnLst>
                <a:rect l="T15" t="T16" r="T17" b="T18"/>
                <a:pathLst>
                  <a:path w="33" h="192">
                    <a:moveTo>
                      <a:pt x="33" y="0"/>
                    </a:moveTo>
                    <a:lnTo>
                      <a:pt x="0" y="30"/>
                    </a:lnTo>
                    <a:lnTo>
                      <a:pt x="0" y="192"/>
                    </a:lnTo>
                    <a:lnTo>
                      <a:pt x="33" y="156"/>
                    </a:lnTo>
                    <a:lnTo>
                      <a:pt x="33" y="0"/>
                    </a:lnTo>
                    <a:close/>
                  </a:path>
                </a:pathLst>
              </a:custGeom>
              <a:solidFill>
                <a:srgbClr val="606060"/>
              </a:solidFill>
              <a:ln w="6350">
                <a:solidFill>
                  <a:srgbClr val="000000"/>
                </a:solidFill>
                <a:prstDash val="solid"/>
                <a:round/>
                <a:headEnd/>
                <a:tailEnd/>
              </a:ln>
            </p:spPr>
            <p:txBody>
              <a:bodyPr/>
              <a:lstStyle/>
              <a:p>
                <a:endParaRPr lang="nl-BE"/>
              </a:p>
            </p:txBody>
          </p:sp>
          <p:sp>
            <p:nvSpPr>
              <p:cNvPr id="42977" name="Line 305"/>
              <p:cNvSpPr>
                <a:spLocks noChangeShapeType="1"/>
              </p:cNvSpPr>
              <p:nvPr/>
            </p:nvSpPr>
            <p:spPr bwMode="auto">
              <a:xfrm flipH="1">
                <a:off x="528" y="2856"/>
                <a:ext cx="1371" cy="224"/>
              </a:xfrm>
              <a:prstGeom prst="line">
                <a:avLst/>
              </a:prstGeom>
              <a:noFill/>
              <a:ln w="9525">
                <a:solidFill>
                  <a:schemeClr val="tx1"/>
                </a:solidFill>
                <a:round/>
                <a:headEnd/>
                <a:tailEnd/>
              </a:ln>
            </p:spPr>
            <p:txBody>
              <a:bodyPr wrap="none" anchor="ctr"/>
              <a:lstStyle/>
              <a:p>
                <a:endParaRPr lang="nl-BE"/>
              </a:p>
            </p:txBody>
          </p:sp>
          <p:sp>
            <p:nvSpPr>
              <p:cNvPr id="42978" name="Line 306"/>
              <p:cNvSpPr>
                <a:spLocks noChangeShapeType="1"/>
              </p:cNvSpPr>
              <p:nvPr/>
            </p:nvSpPr>
            <p:spPr bwMode="auto">
              <a:xfrm flipH="1" flipV="1">
                <a:off x="549" y="1832"/>
                <a:ext cx="987" cy="112"/>
              </a:xfrm>
              <a:prstGeom prst="line">
                <a:avLst/>
              </a:prstGeom>
              <a:noFill/>
              <a:ln w="9525">
                <a:solidFill>
                  <a:schemeClr val="tx1"/>
                </a:solidFill>
                <a:round/>
                <a:headEnd/>
                <a:tailEnd/>
              </a:ln>
            </p:spPr>
            <p:txBody>
              <a:bodyPr wrap="none" anchor="ctr"/>
              <a:lstStyle/>
              <a:p>
                <a:endParaRPr lang="nl-BE"/>
              </a:p>
            </p:txBody>
          </p:sp>
          <p:sp>
            <p:nvSpPr>
              <p:cNvPr id="42979" name="Line 307"/>
              <p:cNvSpPr>
                <a:spLocks noChangeShapeType="1"/>
              </p:cNvSpPr>
              <p:nvPr/>
            </p:nvSpPr>
            <p:spPr bwMode="auto">
              <a:xfrm flipV="1">
                <a:off x="432" y="2840"/>
                <a:ext cx="1179" cy="128"/>
              </a:xfrm>
              <a:prstGeom prst="line">
                <a:avLst/>
              </a:prstGeom>
              <a:noFill/>
              <a:ln w="9525">
                <a:solidFill>
                  <a:schemeClr val="tx1"/>
                </a:solidFill>
                <a:round/>
                <a:headEnd/>
                <a:tailEnd/>
              </a:ln>
            </p:spPr>
            <p:txBody>
              <a:bodyPr wrap="none" anchor="ctr"/>
              <a:lstStyle/>
              <a:p>
                <a:endParaRPr lang="nl-BE"/>
              </a:p>
            </p:txBody>
          </p:sp>
          <p:sp>
            <p:nvSpPr>
              <p:cNvPr id="42980" name="Line 308"/>
              <p:cNvSpPr>
                <a:spLocks noChangeShapeType="1"/>
              </p:cNvSpPr>
              <p:nvPr/>
            </p:nvSpPr>
            <p:spPr bwMode="auto">
              <a:xfrm flipV="1">
                <a:off x="576" y="2856"/>
                <a:ext cx="1563" cy="272"/>
              </a:xfrm>
              <a:prstGeom prst="line">
                <a:avLst/>
              </a:prstGeom>
              <a:noFill/>
              <a:ln w="9525">
                <a:solidFill>
                  <a:schemeClr val="tx1"/>
                </a:solidFill>
                <a:round/>
                <a:headEnd/>
                <a:tailEnd/>
              </a:ln>
            </p:spPr>
            <p:txBody>
              <a:bodyPr wrap="none" anchor="ctr"/>
              <a:lstStyle/>
              <a:p>
                <a:endParaRPr lang="nl-BE"/>
              </a:p>
            </p:txBody>
          </p:sp>
          <p:sp>
            <p:nvSpPr>
              <p:cNvPr id="42981" name="Line 309"/>
              <p:cNvSpPr>
                <a:spLocks noChangeShapeType="1"/>
              </p:cNvSpPr>
              <p:nvPr/>
            </p:nvSpPr>
            <p:spPr bwMode="auto">
              <a:xfrm flipH="1">
                <a:off x="795" y="2184"/>
                <a:ext cx="624" cy="0"/>
              </a:xfrm>
              <a:prstGeom prst="line">
                <a:avLst/>
              </a:prstGeom>
              <a:noFill/>
              <a:ln w="9525">
                <a:solidFill>
                  <a:schemeClr val="tx1"/>
                </a:solidFill>
                <a:round/>
                <a:headEnd/>
                <a:tailEnd/>
              </a:ln>
            </p:spPr>
            <p:txBody>
              <a:bodyPr wrap="none" anchor="ctr"/>
              <a:lstStyle/>
              <a:p>
                <a:endParaRPr lang="nl-BE"/>
              </a:p>
            </p:txBody>
          </p:sp>
          <p:sp>
            <p:nvSpPr>
              <p:cNvPr id="42982" name="Line 310"/>
              <p:cNvSpPr>
                <a:spLocks noChangeShapeType="1"/>
              </p:cNvSpPr>
              <p:nvPr/>
            </p:nvSpPr>
            <p:spPr bwMode="auto">
              <a:xfrm flipH="1">
                <a:off x="1035" y="2136"/>
                <a:ext cx="1008" cy="0"/>
              </a:xfrm>
              <a:prstGeom prst="line">
                <a:avLst/>
              </a:prstGeom>
              <a:noFill/>
              <a:ln w="9525">
                <a:solidFill>
                  <a:schemeClr val="tx1"/>
                </a:solidFill>
                <a:round/>
                <a:headEnd/>
                <a:tailEnd/>
              </a:ln>
            </p:spPr>
            <p:txBody>
              <a:bodyPr wrap="none" anchor="ctr"/>
              <a:lstStyle/>
              <a:p>
                <a:endParaRPr lang="nl-BE"/>
              </a:p>
            </p:txBody>
          </p:sp>
          <p:sp>
            <p:nvSpPr>
              <p:cNvPr id="42983" name="Freeform 311"/>
              <p:cNvSpPr>
                <a:spLocks/>
              </p:cNvSpPr>
              <p:nvPr/>
            </p:nvSpPr>
            <p:spPr bwMode="auto">
              <a:xfrm>
                <a:off x="1715" y="2592"/>
                <a:ext cx="189" cy="47"/>
              </a:xfrm>
              <a:custGeom>
                <a:avLst/>
                <a:gdLst>
                  <a:gd name="T0" fmla="*/ 0 w 189"/>
                  <a:gd name="T1" fmla="*/ 1 h 66"/>
                  <a:gd name="T2" fmla="*/ 2 w 189"/>
                  <a:gd name="T3" fmla="*/ 1 h 66"/>
                  <a:gd name="T4" fmla="*/ 189 w 189"/>
                  <a:gd name="T5" fmla="*/ 1 h 66"/>
                  <a:gd name="T6" fmla="*/ 189 w 189"/>
                  <a:gd name="T7" fmla="*/ 0 h 66"/>
                  <a:gd name="T8" fmla="*/ 0 w 189"/>
                  <a:gd name="T9" fmla="*/ 1 h 66"/>
                  <a:gd name="T10" fmla="*/ 0 60000 65536"/>
                  <a:gd name="T11" fmla="*/ 0 60000 65536"/>
                  <a:gd name="T12" fmla="*/ 0 60000 65536"/>
                  <a:gd name="T13" fmla="*/ 0 60000 65536"/>
                  <a:gd name="T14" fmla="*/ 0 60000 65536"/>
                  <a:gd name="T15" fmla="*/ 0 w 189"/>
                  <a:gd name="T16" fmla="*/ 0 h 66"/>
                  <a:gd name="T17" fmla="*/ 189 w 189"/>
                  <a:gd name="T18" fmla="*/ 66 h 66"/>
                </a:gdLst>
                <a:ahLst/>
                <a:cxnLst>
                  <a:cxn ang="T10">
                    <a:pos x="T0" y="T1"/>
                  </a:cxn>
                  <a:cxn ang="T11">
                    <a:pos x="T2" y="T3"/>
                  </a:cxn>
                  <a:cxn ang="T12">
                    <a:pos x="T4" y="T5"/>
                  </a:cxn>
                  <a:cxn ang="T13">
                    <a:pos x="T6" y="T7"/>
                  </a:cxn>
                  <a:cxn ang="T14">
                    <a:pos x="T8" y="T9"/>
                  </a:cxn>
                </a:cxnLst>
                <a:rect l="T15" t="T16" r="T17" b="T18"/>
                <a:pathLst>
                  <a:path w="189" h="66">
                    <a:moveTo>
                      <a:pt x="0" y="5"/>
                    </a:moveTo>
                    <a:lnTo>
                      <a:pt x="2" y="66"/>
                    </a:lnTo>
                    <a:lnTo>
                      <a:pt x="189" y="66"/>
                    </a:lnTo>
                    <a:lnTo>
                      <a:pt x="189" y="0"/>
                    </a:lnTo>
                    <a:lnTo>
                      <a:pt x="0" y="5"/>
                    </a:lnTo>
                    <a:close/>
                  </a:path>
                </a:pathLst>
              </a:custGeom>
              <a:solidFill>
                <a:srgbClr val="FFCC00"/>
              </a:solidFill>
              <a:ln w="9525">
                <a:solidFill>
                  <a:schemeClr val="tx1"/>
                </a:solidFill>
                <a:round/>
                <a:headEnd/>
                <a:tailEnd/>
              </a:ln>
            </p:spPr>
            <p:txBody>
              <a:bodyPr wrap="none" anchor="ctr"/>
              <a:lstStyle/>
              <a:p>
                <a:endParaRPr lang="nl-BE"/>
              </a:p>
            </p:txBody>
          </p:sp>
          <p:sp>
            <p:nvSpPr>
              <p:cNvPr id="42984" name="Text Box 312"/>
              <p:cNvSpPr txBox="1">
                <a:spLocks noChangeArrowheads="1"/>
              </p:cNvSpPr>
              <p:nvPr/>
            </p:nvSpPr>
            <p:spPr bwMode="auto">
              <a:xfrm>
                <a:off x="1682" y="2571"/>
                <a:ext cx="336" cy="368"/>
              </a:xfrm>
              <a:prstGeom prst="rect">
                <a:avLst/>
              </a:prstGeom>
              <a:noFill/>
              <a:ln w="9525">
                <a:noFill/>
                <a:miter lim="800000"/>
                <a:headEnd/>
                <a:tailEnd/>
              </a:ln>
            </p:spPr>
            <p:txBody>
              <a:bodyPr>
                <a:spAutoFit/>
              </a:bodyPr>
              <a:lstStyle/>
              <a:p>
                <a:pPr eaLnBrk="0" hangingPunct="0">
                  <a:spcBef>
                    <a:spcPct val="50000"/>
                  </a:spcBef>
                </a:pPr>
                <a:r>
                  <a:rPr lang="en-GB" sz="300" b="1">
                    <a:solidFill>
                      <a:schemeClr val="bg2"/>
                    </a:solidFill>
                    <a:latin typeface="Garamond" pitchFamily="18" charset="0"/>
                  </a:rPr>
                  <a:t>TQM 2001 RD</a:t>
                </a:r>
                <a:endParaRPr lang="en-GB" sz="300" b="1">
                  <a:solidFill>
                    <a:schemeClr val="bg2"/>
                  </a:solidFill>
                </a:endParaRPr>
              </a:p>
            </p:txBody>
          </p:sp>
        </p:grpSp>
      </p:grpSp>
      <p:sp>
        <p:nvSpPr>
          <p:cNvPr id="41991" name="TextBox 625"/>
          <p:cNvSpPr txBox="1">
            <a:spLocks noChangeArrowheads="1"/>
          </p:cNvSpPr>
          <p:nvPr/>
        </p:nvSpPr>
        <p:spPr bwMode="auto">
          <a:xfrm>
            <a:off x="4679950" y="971550"/>
            <a:ext cx="3910013" cy="246063"/>
          </a:xfrm>
          <a:prstGeom prst="rect">
            <a:avLst/>
          </a:prstGeom>
          <a:noFill/>
          <a:ln w="9525">
            <a:noFill/>
            <a:miter lim="800000"/>
            <a:headEnd/>
            <a:tailEnd/>
          </a:ln>
        </p:spPr>
        <p:txBody>
          <a:bodyPr wrap="none" lIns="0" tIns="0" rIns="0" bIns="0">
            <a:spAutoFit/>
          </a:bodyPr>
          <a:lstStyle/>
          <a:p>
            <a:pPr eaLnBrk="0" hangingPunct="0"/>
            <a:r>
              <a:rPr lang="en-US" sz="1600"/>
              <a:t>Good C</a:t>
            </a:r>
            <a:r>
              <a:rPr lang="en-US" sz="1600" baseline="-25000"/>
              <a:t>P</a:t>
            </a:r>
            <a:r>
              <a:rPr lang="en-US" sz="1600"/>
              <a:t> but bad C</a:t>
            </a:r>
            <a:r>
              <a:rPr lang="en-US" sz="1600" baseline="-25000"/>
              <a:t>PK</a:t>
            </a:r>
            <a:r>
              <a:rPr lang="en-US" sz="1600"/>
              <a:t> – Adjustment needed</a:t>
            </a:r>
          </a:p>
        </p:txBody>
      </p:sp>
      <p:sp>
        <p:nvSpPr>
          <p:cNvPr id="41992" name="TextBox 626"/>
          <p:cNvSpPr txBox="1">
            <a:spLocks noChangeArrowheads="1"/>
          </p:cNvSpPr>
          <p:nvPr/>
        </p:nvSpPr>
        <p:spPr bwMode="auto">
          <a:xfrm>
            <a:off x="4679950" y="3411538"/>
            <a:ext cx="2771775" cy="246062"/>
          </a:xfrm>
          <a:prstGeom prst="rect">
            <a:avLst/>
          </a:prstGeom>
          <a:solidFill>
            <a:schemeClr val="bg1"/>
          </a:solidFill>
          <a:ln w="9525">
            <a:noFill/>
            <a:miter lim="800000"/>
            <a:headEnd/>
            <a:tailEnd/>
          </a:ln>
        </p:spPr>
        <p:txBody>
          <a:bodyPr wrap="none" lIns="0" tIns="0" rIns="0" bIns="0">
            <a:spAutoFit/>
          </a:bodyPr>
          <a:lstStyle/>
          <a:p>
            <a:pPr eaLnBrk="0" hangingPunct="0"/>
            <a:r>
              <a:rPr lang="en-US" sz="1600" b="1">
                <a:solidFill>
                  <a:schemeClr val="tx2"/>
                </a:solidFill>
              </a:rPr>
              <a:t>Stable &amp; Potentially Capable</a:t>
            </a:r>
          </a:p>
        </p:txBody>
      </p:sp>
      <p:grpSp>
        <p:nvGrpSpPr>
          <p:cNvPr id="5" name="Group 627"/>
          <p:cNvGrpSpPr>
            <a:grpSpLocks noChangeAspect="1"/>
          </p:cNvGrpSpPr>
          <p:nvPr/>
        </p:nvGrpSpPr>
        <p:grpSpPr bwMode="auto">
          <a:xfrm>
            <a:off x="252413" y="4229100"/>
            <a:ext cx="3713162" cy="2339975"/>
            <a:chOff x="655638" y="1176338"/>
            <a:chExt cx="7832725" cy="4935537"/>
          </a:xfrm>
        </p:grpSpPr>
        <p:sp>
          <p:nvSpPr>
            <p:cNvPr id="42362" name="Freeform 2"/>
            <p:cNvSpPr>
              <a:spLocks/>
            </p:cNvSpPr>
            <p:nvPr/>
          </p:nvSpPr>
          <p:spPr bwMode="auto">
            <a:xfrm>
              <a:off x="655638" y="1176338"/>
              <a:ext cx="7832725" cy="3249612"/>
            </a:xfrm>
            <a:custGeom>
              <a:avLst/>
              <a:gdLst>
                <a:gd name="T0" fmla="*/ 2147483647 w 4934"/>
                <a:gd name="T1" fmla="*/ 2147483647 h 2047"/>
                <a:gd name="T2" fmla="*/ 2147483647 w 4934"/>
                <a:gd name="T3" fmla="*/ 2147483647 h 2047"/>
                <a:gd name="T4" fmla="*/ 2147483647 w 4934"/>
                <a:gd name="T5" fmla="*/ 2147483647 h 2047"/>
                <a:gd name="T6" fmla="*/ 2147483647 w 4934"/>
                <a:gd name="T7" fmla="*/ 2147483647 h 2047"/>
                <a:gd name="T8" fmla="*/ 2147483647 w 4934"/>
                <a:gd name="T9" fmla="*/ 2147483647 h 2047"/>
                <a:gd name="T10" fmla="*/ 2147483647 w 4934"/>
                <a:gd name="T11" fmla="*/ 2147483647 h 2047"/>
                <a:gd name="T12" fmla="*/ 2147483647 w 4934"/>
                <a:gd name="T13" fmla="*/ 2147483647 h 2047"/>
                <a:gd name="T14" fmla="*/ 2147483647 w 4934"/>
                <a:gd name="T15" fmla="*/ 2147483647 h 2047"/>
                <a:gd name="T16" fmla="*/ 2147483647 w 4934"/>
                <a:gd name="T17" fmla="*/ 2147483647 h 2047"/>
                <a:gd name="T18" fmla="*/ 2147483647 w 4934"/>
                <a:gd name="T19" fmla="*/ 2147483647 h 2047"/>
                <a:gd name="T20" fmla="*/ 2147483647 w 4934"/>
                <a:gd name="T21" fmla="*/ 2147483647 h 2047"/>
                <a:gd name="T22" fmla="*/ 2147483647 w 4934"/>
                <a:gd name="T23" fmla="*/ 2147483647 h 2047"/>
                <a:gd name="T24" fmla="*/ 2147483647 w 4934"/>
                <a:gd name="T25" fmla="*/ 2147483647 h 2047"/>
                <a:gd name="T26" fmla="*/ 2147483647 w 4934"/>
                <a:gd name="T27" fmla="*/ 2147483647 h 2047"/>
                <a:gd name="T28" fmla="*/ 2147483647 w 4934"/>
                <a:gd name="T29" fmla="*/ 2147483647 h 2047"/>
                <a:gd name="T30" fmla="*/ 2147483647 w 4934"/>
                <a:gd name="T31" fmla="*/ 2147483647 h 2047"/>
                <a:gd name="T32" fmla="*/ 2147483647 w 4934"/>
                <a:gd name="T33" fmla="*/ 2147483647 h 2047"/>
                <a:gd name="T34" fmla="*/ 2147483647 w 4934"/>
                <a:gd name="T35" fmla="*/ 2147483647 h 2047"/>
                <a:gd name="T36" fmla="*/ 2147483647 w 4934"/>
                <a:gd name="T37" fmla="*/ 0 h 2047"/>
                <a:gd name="T38" fmla="*/ 2147483647 w 4934"/>
                <a:gd name="T39" fmla="*/ 2147483647 h 2047"/>
                <a:gd name="T40" fmla="*/ 2147483647 w 4934"/>
                <a:gd name="T41" fmla="*/ 2147483647 h 2047"/>
                <a:gd name="T42" fmla="*/ 2147483647 w 4934"/>
                <a:gd name="T43" fmla="*/ 2147483647 h 2047"/>
                <a:gd name="T44" fmla="*/ 2147483647 w 4934"/>
                <a:gd name="T45" fmla="*/ 2147483647 h 2047"/>
                <a:gd name="T46" fmla="*/ 2147483647 w 4934"/>
                <a:gd name="T47" fmla="*/ 2147483647 h 2047"/>
                <a:gd name="T48" fmla="*/ 2147483647 w 4934"/>
                <a:gd name="T49" fmla="*/ 2147483647 h 2047"/>
                <a:gd name="T50" fmla="*/ 2147483647 w 4934"/>
                <a:gd name="T51" fmla="*/ 2147483647 h 2047"/>
                <a:gd name="T52" fmla="*/ 2147483647 w 4934"/>
                <a:gd name="T53" fmla="*/ 2147483647 h 2047"/>
                <a:gd name="T54" fmla="*/ 0 w 4934"/>
                <a:gd name="T55" fmla="*/ 2147483647 h 2047"/>
                <a:gd name="T56" fmla="*/ 2147483647 w 4934"/>
                <a:gd name="T57" fmla="*/ 2147483647 h 2047"/>
                <a:gd name="T58" fmla="*/ 2147483647 w 4934"/>
                <a:gd name="T59" fmla="*/ 2147483647 h 2047"/>
                <a:gd name="T60" fmla="*/ 2147483647 w 4934"/>
                <a:gd name="T61" fmla="*/ 2147483647 h 2047"/>
                <a:gd name="T62" fmla="*/ 2147483647 w 4934"/>
                <a:gd name="T63" fmla="*/ 2147483647 h 2047"/>
                <a:gd name="T64" fmla="*/ 2147483647 w 4934"/>
                <a:gd name="T65" fmla="*/ 2147483647 h 2047"/>
                <a:gd name="T66" fmla="*/ 2147483647 w 4934"/>
                <a:gd name="T67" fmla="*/ 2147483647 h 2047"/>
                <a:gd name="T68" fmla="*/ 2147483647 w 4934"/>
                <a:gd name="T69" fmla="*/ 2147483647 h 204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4934"/>
                <a:gd name="T106" fmla="*/ 0 h 2047"/>
                <a:gd name="T107" fmla="*/ 4934 w 4934"/>
                <a:gd name="T108" fmla="*/ 2047 h 204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4934" h="2047">
                  <a:moveTo>
                    <a:pt x="2942" y="1869"/>
                  </a:moveTo>
                  <a:lnTo>
                    <a:pt x="3271" y="1894"/>
                  </a:lnTo>
                  <a:lnTo>
                    <a:pt x="3506" y="1956"/>
                  </a:lnTo>
                  <a:lnTo>
                    <a:pt x="3657" y="1962"/>
                  </a:lnTo>
                  <a:lnTo>
                    <a:pt x="3843" y="1986"/>
                  </a:lnTo>
                  <a:lnTo>
                    <a:pt x="3975" y="1986"/>
                  </a:lnTo>
                  <a:lnTo>
                    <a:pt x="4107" y="1979"/>
                  </a:lnTo>
                  <a:lnTo>
                    <a:pt x="4219" y="1956"/>
                  </a:lnTo>
                  <a:lnTo>
                    <a:pt x="4323" y="1924"/>
                  </a:lnTo>
                  <a:lnTo>
                    <a:pt x="4473" y="1906"/>
                  </a:lnTo>
                  <a:lnTo>
                    <a:pt x="4577" y="1894"/>
                  </a:lnTo>
                  <a:lnTo>
                    <a:pt x="4624" y="1888"/>
                  </a:lnTo>
                  <a:lnTo>
                    <a:pt x="4783" y="1906"/>
                  </a:lnTo>
                  <a:lnTo>
                    <a:pt x="4934" y="1906"/>
                  </a:lnTo>
                  <a:lnTo>
                    <a:pt x="4934" y="735"/>
                  </a:lnTo>
                  <a:lnTo>
                    <a:pt x="4839" y="661"/>
                  </a:lnTo>
                  <a:lnTo>
                    <a:pt x="4727" y="564"/>
                  </a:lnTo>
                  <a:lnTo>
                    <a:pt x="4577" y="466"/>
                  </a:lnTo>
                  <a:lnTo>
                    <a:pt x="4369" y="374"/>
                  </a:lnTo>
                  <a:lnTo>
                    <a:pt x="4247" y="319"/>
                  </a:lnTo>
                  <a:lnTo>
                    <a:pt x="4173" y="288"/>
                  </a:lnTo>
                  <a:lnTo>
                    <a:pt x="4088" y="264"/>
                  </a:lnTo>
                  <a:lnTo>
                    <a:pt x="4013" y="245"/>
                  </a:lnTo>
                  <a:lnTo>
                    <a:pt x="3881" y="239"/>
                  </a:lnTo>
                  <a:lnTo>
                    <a:pt x="3787" y="239"/>
                  </a:lnTo>
                  <a:lnTo>
                    <a:pt x="3721" y="239"/>
                  </a:lnTo>
                  <a:lnTo>
                    <a:pt x="3534" y="233"/>
                  </a:lnTo>
                  <a:lnTo>
                    <a:pt x="3346" y="196"/>
                  </a:lnTo>
                  <a:lnTo>
                    <a:pt x="3224" y="165"/>
                  </a:lnTo>
                  <a:lnTo>
                    <a:pt x="3102" y="153"/>
                  </a:lnTo>
                  <a:lnTo>
                    <a:pt x="2895" y="147"/>
                  </a:lnTo>
                  <a:lnTo>
                    <a:pt x="2744" y="141"/>
                  </a:lnTo>
                  <a:lnTo>
                    <a:pt x="2622" y="110"/>
                  </a:lnTo>
                  <a:lnTo>
                    <a:pt x="2519" y="86"/>
                  </a:lnTo>
                  <a:lnTo>
                    <a:pt x="2428" y="73"/>
                  </a:lnTo>
                  <a:lnTo>
                    <a:pt x="2226" y="30"/>
                  </a:lnTo>
                  <a:lnTo>
                    <a:pt x="2142" y="12"/>
                  </a:lnTo>
                  <a:lnTo>
                    <a:pt x="2001" y="0"/>
                  </a:lnTo>
                  <a:lnTo>
                    <a:pt x="1851" y="18"/>
                  </a:lnTo>
                  <a:lnTo>
                    <a:pt x="1671" y="55"/>
                  </a:lnTo>
                  <a:lnTo>
                    <a:pt x="1512" y="91"/>
                  </a:lnTo>
                  <a:lnTo>
                    <a:pt x="1184" y="165"/>
                  </a:lnTo>
                  <a:lnTo>
                    <a:pt x="1024" y="190"/>
                  </a:lnTo>
                  <a:lnTo>
                    <a:pt x="817" y="239"/>
                  </a:lnTo>
                  <a:lnTo>
                    <a:pt x="695" y="270"/>
                  </a:lnTo>
                  <a:lnTo>
                    <a:pt x="544" y="313"/>
                  </a:lnTo>
                  <a:lnTo>
                    <a:pt x="460" y="350"/>
                  </a:lnTo>
                  <a:lnTo>
                    <a:pt x="356" y="417"/>
                  </a:lnTo>
                  <a:lnTo>
                    <a:pt x="290" y="478"/>
                  </a:lnTo>
                  <a:lnTo>
                    <a:pt x="210" y="508"/>
                  </a:lnTo>
                  <a:lnTo>
                    <a:pt x="140" y="551"/>
                  </a:lnTo>
                  <a:lnTo>
                    <a:pt x="93" y="600"/>
                  </a:lnTo>
                  <a:lnTo>
                    <a:pt x="52" y="639"/>
                  </a:lnTo>
                  <a:lnTo>
                    <a:pt x="9" y="698"/>
                  </a:lnTo>
                  <a:lnTo>
                    <a:pt x="0" y="741"/>
                  </a:lnTo>
                  <a:lnTo>
                    <a:pt x="0" y="1999"/>
                  </a:lnTo>
                  <a:lnTo>
                    <a:pt x="178" y="2035"/>
                  </a:lnTo>
                  <a:lnTo>
                    <a:pt x="328" y="2035"/>
                  </a:lnTo>
                  <a:lnTo>
                    <a:pt x="460" y="2042"/>
                  </a:lnTo>
                  <a:lnTo>
                    <a:pt x="554" y="2047"/>
                  </a:lnTo>
                  <a:lnTo>
                    <a:pt x="648" y="2042"/>
                  </a:lnTo>
                  <a:lnTo>
                    <a:pt x="760" y="2035"/>
                  </a:lnTo>
                  <a:lnTo>
                    <a:pt x="855" y="2016"/>
                  </a:lnTo>
                  <a:lnTo>
                    <a:pt x="996" y="1992"/>
                  </a:lnTo>
                  <a:lnTo>
                    <a:pt x="1099" y="1973"/>
                  </a:lnTo>
                  <a:lnTo>
                    <a:pt x="1193" y="1962"/>
                  </a:lnTo>
                  <a:lnTo>
                    <a:pt x="1305" y="1930"/>
                  </a:lnTo>
                  <a:lnTo>
                    <a:pt x="1446" y="1888"/>
                  </a:lnTo>
                  <a:lnTo>
                    <a:pt x="1587" y="1881"/>
                  </a:lnTo>
                  <a:lnTo>
                    <a:pt x="1756" y="1869"/>
                  </a:lnTo>
                  <a:lnTo>
                    <a:pt x="2942" y="1869"/>
                  </a:lnTo>
                  <a:close/>
                </a:path>
              </a:pathLst>
            </a:custGeom>
            <a:solidFill>
              <a:srgbClr val="A05000"/>
            </a:solidFill>
            <a:ln w="9525">
              <a:noFill/>
              <a:round/>
              <a:headEnd/>
              <a:tailEnd/>
            </a:ln>
          </p:spPr>
          <p:txBody>
            <a:bodyPr/>
            <a:lstStyle/>
            <a:p>
              <a:endParaRPr lang="nl-BE"/>
            </a:p>
          </p:txBody>
        </p:sp>
        <p:sp>
          <p:nvSpPr>
            <p:cNvPr id="42363" name="Freeform 3"/>
            <p:cNvSpPr>
              <a:spLocks/>
            </p:cNvSpPr>
            <p:nvPr/>
          </p:nvSpPr>
          <p:spPr bwMode="auto">
            <a:xfrm>
              <a:off x="7148513" y="1595438"/>
              <a:ext cx="1339850" cy="1311275"/>
            </a:xfrm>
            <a:custGeom>
              <a:avLst/>
              <a:gdLst>
                <a:gd name="T0" fmla="*/ 2147483647 w 844"/>
                <a:gd name="T1" fmla="*/ 2147483647 h 826"/>
                <a:gd name="T2" fmla="*/ 2147483647 w 844"/>
                <a:gd name="T3" fmla="*/ 2147483647 h 826"/>
                <a:gd name="T4" fmla="*/ 2147483647 w 844"/>
                <a:gd name="T5" fmla="*/ 2147483647 h 826"/>
                <a:gd name="T6" fmla="*/ 2147483647 w 844"/>
                <a:gd name="T7" fmla="*/ 2147483647 h 826"/>
                <a:gd name="T8" fmla="*/ 2147483647 w 844"/>
                <a:gd name="T9" fmla="*/ 2147483647 h 826"/>
                <a:gd name="T10" fmla="*/ 2147483647 w 844"/>
                <a:gd name="T11" fmla="*/ 2147483647 h 826"/>
                <a:gd name="T12" fmla="*/ 2147483647 w 844"/>
                <a:gd name="T13" fmla="*/ 2147483647 h 826"/>
                <a:gd name="T14" fmla="*/ 0 w 844"/>
                <a:gd name="T15" fmla="*/ 0 h 826"/>
                <a:gd name="T16" fmla="*/ 2147483647 w 844"/>
                <a:gd name="T17" fmla="*/ 2147483647 h 826"/>
                <a:gd name="T18" fmla="*/ 2147483647 w 844"/>
                <a:gd name="T19" fmla="*/ 2147483647 h 826"/>
                <a:gd name="T20" fmla="*/ 2147483647 w 844"/>
                <a:gd name="T21" fmla="*/ 2147483647 h 826"/>
                <a:gd name="T22" fmla="*/ 2147483647 w 844"/>
                <a:gd name="T23" fmla="*/ 2147483647 h 826"/>
                <a:gd name="T24" fmla="*/ 2147483647 w 844"/>
                <a:gd name="T25" fmla="*/ 2147483647 h 826"/>
                <a:gd name="T26" fmla="*/ 2147483647 w 844"/>
                <a:gd name="T27" fmla="*/ 2147483647 h 826"/>
                <a:gd name="T28" fmla="*/ 2147483647 w 844"/>
                <a:gd name="T29" fmla="*/ 2147483647 h 826"/>
                <a:gd name="T30" fmla="*/ 2147483647 w 844"/>
                <a:gd name="T31" fmla="*/ 2147483647 h 826"/>
                <a:gd name="T32" fmla="*/ 2147483647 w 844"/>
                <a:gd name="T33" fmla="*/ 2147483647 h 826"/>
                <a:gd name="T34" fmla="*/ 2147483647 w 844"/>
                <a:gd name="T35" fmla="*/ 2147483647 h 826"/>
                <a:gd name="T36" fmla="*/ 2147483647 w 844"/>
                <a:gd name="T37" fmla="*/ 2147483647 h 826"/>
                <a:gd name="T38" fmla="*/ 2147483647 w 844"/>
                <a:gd name="T39" fmla="*/ 2147483647 h 826"/>
                <a:gd name="T40" fmla="*/ 2147483647 w 844"/>
                <a:gd name="T41" fmla="*/ 2147483647 h 826"/>
                <a:gd name="T42" fmla="*/ 2147483647 w 844"/>
                <a:gd name="T43" fmla="*/ 2147483647 h 826"/>
                <a:gd name="T44" fmla="*/ 2147483647 w 844"/>
                <a:gd name="T45" fmla="*/ 2147483647 h 826"/>
                <a:gd name="T46" fmla="*/ 2147483647 w 844"/>
                <a:gd name="T47" fmla="*/ 2147483647 h 82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844"/>
                <a:gd name="T73" fmla="*/ 0 h 826"/>
                <a:gd name="T74" fmla="*/ 844 w 844"/>
                <a:gd name="T75" fmla="*/ 826 h 82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844" h="826">
                  <a:moveTo>
                    <a:pt x="844" y="471"/>
                  </a:moveTo>
                  <a:lnTo>
                    <a:pt x="749" y="397"/>
                  </a:lnTo>
                  <a:lnTo>
                    <a:pt x="637" y="300"/>
                  </a:lnTo>
                  <a:lnTo>
                    <a:pt x="488" y="202"/>
                  </a:lnTo>
                  <a:lnTo>
                    <a:pt x="280" y="110"/>
                  </a:lnTo>
                  <a:lnTo>
                    <a:pt x="159" y="55"/>
                  </a:lnTo>
                  <a:lnTo>
                    <a:pt x="85" y="24"/>
                  </a:lnTo>
                  <a:lnTo>
                    <a:pt x="0" y="0"/>
                  </a:lnTo>
                  <a:lnTo>
                    <a:pt x="99" y="93"/>
                  </a:lnTo>
                  <a:lnTo>
                    <a:pt x="181" y="107"/>
                  </a:lnTo>
                  <a:lnTo>
                    <a:pt x="241" y="201"/>
                  </a:lnTo>
                  <a:lnTo>
                    <a:pt x="423" y="274"/>
                  </a:lnTo>
                  <a:lnTo>
                    <a:pt x="356" y="274"/>
                  </a:lnTo>
                  <a:lnTo>
                    <a:pt x="471" y="369"/>
                  </a:lnTo>
                  <a:lnTo>
                    <a:pt x="410" y="436"/>
                  </a:lnTo>
                  <a:lnTo>
                    <a:pt x="532" y="429"/>
                  </a:lnTo>
                  <a:lnTo>
                    <a:pt x="572" y="504"/>
                  </a:lnTo>
                  <a:lnTo>
                    <a:pt x="599" y="557"/>
                  </a:lnTo>
                  <a:lnTo>
                    <a:pt x="653" y="571"/>
                  </a:lnTo>
                  <a:lnTo>
                    <a:pt x="707" y="551"/>
                  </a:lnTo>
                  <a:lnTo>
                    <a:pt x="747" y="591"/>
                  </a:lnTo>
                  <a:lnTo>
                    <a:pt x="761" y="678"/>
                  </a:lnTo>
                  <a:lnTo>
                    <a:pt x="842" y="826"/>
                  </a:lnTo>
                  <a:lnTo>
                    <a:pt x="844" y="471"/>
                  </a:lnTo>
                  <a:close/>
                </a:path>
              </a:pathLst>
            </a:custGeom>
            <a:solidFill>
              <a:srgbClr val="402000"/>
            </a:solidFill>
            <a:ln w="9525">
              <a:noFill/>
              <a:round/>
              <a:headEnd/>
              <a:tailEnd/>
            </a:ln>
          </p:spPr>
          <p:txBody>
            <a:bodyPr/>
            <a:lstStyle/>
            <a:p>
              <a:endParaRPr lang="nl-BE"/>
            </a:p>
          </p:txBody>
        </p:sp>
        <p:sp>
          <p:nvSpPr>
            <p:cNvPr id="42364" name="Freeform 4"/>
            <p:cNvSpPr>
              <a:spLocks/>
            </p:cNvSpPr>
            <p:nvPr/>
          </p:nvSpPr>
          <p:spPr bwMode="auto">
            <a:xfrm>
              <a:off x="5402263" y="1414463"/>
              <a:ext cx="852487" cy="595312"/>
            </a:xfrm>
            <a:custGeom>
              <a:avLst/>
              <a:gdLst>
                <a:gd name="T0" fmla="*/ 2147483647 w 537"/>
                <a:gd name="T1" fmla="*/ 2147483647 h 375"/>
                <a:gd name="T2" fmla="*/ 2147483647 w 537"/>
                <a:gd name="T3" fmla="*/ 2147483647 h 375"/>
                <a:gd name="T4" fmla="*/ 2147483647 w 537"/>
                <a:gd name="T5" fmla="*/ 2147483647 h 375"/>
                <a:gd name="T6" fmla="*/ 2147483647 w 537"/>
                <a:gd name="T7" fmla="*/ 2147483647 h 375"/>
                <a:gd name="T8" fmla="*/ 2147483647 w 537"/>
                <a:gd name="T9" fmla="*/ 2147483647 h 375"/>
                <a:gd name="T10" fmla="*/ 2147483647 w 537"/>
                <a:gd name="T11" fmla="*/ 2147483647 h 375"/>
                <a:gd name="T12" fmla="*/ 2147483647 w 537"/>
                <a:gd name="T13" fmla="*/ 2147483647 h 375"/>
                <a:gd name="T14" fmla="*/ 0 w 537"/>
                <a:gd name="T15" fmla="*/ 2147483647 h 375"/>
                <a:gd name="T16" fmla="*/ 2147483647 w 537"/>
                <a:gd name="T17" fmla="*/ 2147483647 h 375"/>
                <a:gd name="T18" fmla="*/ 2147483647 w 537"/>
                <a:gd name="T19" fmla="*/ 2147483647 h 375"/>
                <a:gd name="T20" fmla="*/ 2147483647 w 537"/>
                <a:gd name="T21" fmla="*/ 2147483647 h 375"/>
                <a:gd name="T22" fmla="*/ 2147483647 w 537"/>
                <a:gd name="T23" fmla="*/ 2147483647 h 375"/>
                <a:gd name="T24" fmla="*/ 2147483647 w 537"/>
                <a:gd name="T25" fmla="*/ 2147483647 h 375"/>
                <a:gd name="T26" fmla="*/ 2147483647 w 537"/>
                <a:gd name="T27" fmla="*/ 2147483647 h 375"/>
                <a:gd name="T28" fmla="*/ 2147483647 w 537"/>
                <a:gd name="T29" fmla="*/ 2147483647 h 375"/>
                <a:gd name="T30" fmla="*/ 0 w 537"/>
                <a:gd name="T31" fmla="*/ 2147483647 h 375"/>
                <a:gd name="T32" fmla="*/ 2147483647 w 537"/>
                <a:gd name="T33" fmla="*/ 0 h 375"/>
                <a:gd name="T34" fmla="*/ 2147483647 w 537"/>
                <a:gd name="T35" fmla="*/ 2147483647 h 375"/>
                <a:gd name="T36" fmla="*/ 2147483647 w 537"/>
                <a:gd name="T37" fmla="*/ 2147483647 h 37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537"/>
                <a:gd name="T58" fmla="*/ 0 h 375"/>
                <a:gd name="T59" fmla="*/ 537 w 537"/>
                <a:gd name="T60" fmla="*/ 375 h 37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537" h="375">
                  <a:moveTo>
                    <a:pt x="218" y="18"/>
                  </a:moveTo>
                  <a:lnTo>
                    <a:pt x="360" y="53"/>
                  </a:lnTo>
                  <a:lnTo>
                    <a:pt x="537" y="83"/>
                  </a:lnTo>
                  <a:lnTo>
                    <a:pt x="325" y="153"/>
                  </a:lnTo>
                  <a:lnTo>
                    <a:pt x="228" y="204"/>
                  </a:lnTo>
                  <a:lnTo>
                    <a:pt x="137" y="264"/>
                  </a:lnTo>
                  <a:lnTo>
                    <a:pt x="112" y="294"/>
                  </a:lnTo>
                  <a:lnTo>
                    <a:pt x="0" y="375"/>
                  </a:lnTo>
                  <a:lnTo>
                    <a:pt x="36" y="284"/>
                  </a:lnTo>
                  <a:lnTo>
                    <a:pt x="16" y="209"/>
                  </a:lnTo>
                  <a:lnTo>
                    <a:pt x="72" y="204"/>
                  </a:lnTo>
                  <a:lnTo>
                    <a:pt x="97" y="158"/>
                  </a:lnTo>
                  <a:lnTo>
                    <a:pt x="21" y="118"/>
                  </a:lnTo>
                  <a:lnTo>
                    <a:pt x="102" y="83"/>
                  </a:lnTo>
                  <a:lnTo>
                    <a:pt x="82" y="43"/>
                  </a:lnTo>
                  <a:lnTo>
                    <a:pt x="0" y="3"/>
                  </a:lnTo>
                  <a:lnTo>
                    <a:pt x="88" y="0"/>
                  </a:lnTo>
                  <a:lnTo>
                    <a:pt x="152" y="8"/>
                  </a:lnTo>
                  <a:lnTo>
                    <a:pt x="218" y="18"/>
                  </a:lnTo>
                  <a:close/>
                </a:path>
              </a:pathLst>
            </a:custGeom>
            <a:solidFill>
              <a:srgbClr val="603000"/>
            </a:solidFill>
            <a:ln w="9525">
              <a:noFill/>
              <a:round/>
              <a:headEnd/>
              <a:tailEnd/>
            </a:ln>
          </p:spPr>
          <p:txBody>
            <a:bodyPr/>
            <a:lstStyle/>
            <a:p>
              <a:endParaRPr lang="nl-BE"/>
            </a:p>
          </p:txBody>
        </p:sp>
        <p:sp>
          <p:nvSpPr>
            <p:cNvPr id="42365" name="Freeform 5"/>
            <p:cNvSpPr>
              <a:spLocks/>
            </p:cNvSpPr>
            <p:nvPr/>
          </p:nvSpPr>
          <p:spPr bwMode="auto">
            <a:xfrm>
              <a:off x="4305300" y="1306513"/>
              <a:ext cx="708025" cy="646112"/>
            </a:xfrm>
            <a:custGeom>
              <a:avLst/>
              <a:gdLst>
                <a:gd name="T0" fmla="*/ 2147483647 w 446"/>
                <a:gd name="T1" fmla="*/ 2147483647 h 407"/>
                <a:gd name="T2" fmla="*/ 2147483647 w 446"/>
                <a:gd name="T3" fmla="*/ 2147483647 h 407"/>
                <a:gd name="T4" fmla="*/ 2147483647 w 446"/>
                <a:gd name="T5" fmla="*/ 0 h 407"/>
                <a:gd name="T6" fmla="*/ 2147483647 w 446"/>
                <a:gd name="T7" fmla="*/ 0 h 407"/>
                <a:gd name="T8" fmla="*/ 2147483647 w 446"/>
                <a:gd name="T9" fmla="*/ 2147483647 h 407"/>
                <a:gd name="T10" fmla="*/ 2147483647 w 446"/>
                <a:gd name="T11" fmla="*/ 2147483647 h 407"/>
                <a:gd name="T12" fmla="*/ 2147483647 w 446"/>
                <a:gd name="T13" fmla="*/ 2147483647 h 407"/>
                <a:gd name="T14" fmla="*/ 2147483647 w 446"/>
                <a:gd name="T15" fmla="*/ 2147483647 h 407"/>
                <a:gd name="T16" fmla="*/ 2147483647 w 446"/>
                <a:gd name="T17" fmla="*/ 2147483647 h 407"/>
                <a:gd name="T18" fmla="*/ 2147483647 w 446"/>
                <a:gd name="T19" fmla="*/ 2147483647 h 407"/>
                <a:gd name="T20" fmla="*/ 2147483647 w 446"/>
                <a:gd name="T21" fmla="*/ 2147483647 h 407"/>
                <a:gd name="T22" fmla="*/ 2147483647 w 446"/>
                <a:gd name="T23" fmla="*/ 2147483647 h 407"/>
                <a:gd name="T24" fmla="*/ 2147483647 w 446"/>
                <a:gd name="T25" fmla="*/ 2147483647 h 407"/>
                <a:gd name="T26" fmla="*/ 2147483647 w 446"/>
                <a:gd name="T27" fmla="*/ 2147483647 h 407"/>
                <a:gd name="T28" fmla="*/ 0 w 446"/>
                <a:gd name="T29" fmla="*/ 2147483647 h 407"/>
                <a:gd name="T30" fmla="*/ 2147483647 w 446"/>
                <a:gd name="T31" fmla="*/ 2147483647 h 407"/>
                <a:gd name="T32" fmla="*/ 2147483647 w 446"/>
                <a:gd name="T33" fmla="*/ 2147483647 h 407"/>
                <a:gd name="T34" fmla="*/ 2147483647 w 446"/>
                <a:gd name="T35" fmla="*/ 2147483647 h 407"/>
                <a:gd name="T36" fmla="*/ 2147483647 w 446"/>
                <a:gd name="T37" fmla="*/ 2147483647 h 407"/>
                <a:gd name="T38" fmla="*/ 2147483647 w 446"/>
                <a:gd name="T39" fmla="*/ 2147483647 h 407"/>
                <a:gd name="T40" fmla="*/ 2147483647 w 446"/>
                <a:gd name="T41" fmla="*/ 2147483647 h 407"/>
                <a:gd name="T42" fmla="*/ 2147483647 w 446"/>
                <a:gd name="T43" fmla="*/ 2147483647 h 407"/>
                <a:gd name="T44" fmla="*/ 2147483647 w 446"/>
                <a:gd name="T45" fmla="*/ 2147483647 h 407"/>
                <a:gd name="T46" fmla="*/ 2147483647 w 446"/>
                <a:gd name="T47" fmla="*/ 2147483647 h 40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446"/>
                <a:gd name="T73" fmla="*/ 0 h 407"/>
                <a:gd name="T74" fmla="*/ 446 w 446"/>
                <a:gd name="T75" fmla="*/ 407 h 407"/>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446" h="407">
                  <a:moveTo>
                    <a:pt x="446" y="65"/>
                  </a:moveTo>
                  <a:lnTo>
                    <a:pt x="326" y="28"/>
                  </a:lnTo>
                  <a:lnTo>
                    <a:pt x="186" y="0"/>
                  </a:lnTo>
                  <a:lnTo>
                    <a:pt x="126" y="0"/>
                  </a:lnTo>
                  <a:lnTo>
                    <a:pt x="146" y="40"/>
                  </a:lnTo>
                  <a:lnTo>
                    <a:pt x="188" y="40"/>
                  </a:lnTo>
                  <a:lnTo>
                    <a:pt x="172" y="96"/>
                  </a:lnTo>
                  <a:lnTo>
                    <a:pt x="228" y="91"/>
                  </a:lnTo>
                  <a:lnTo>
                    <a:pt x="182" y="120"/>
                  </a:lnTo>
                  <a:lnTo>
                    <a:pt x="136" y="176"/>
                  </a:lnTo>
                  <a:lnTo>
                    <a:pt x="177" y="171"/>
                  </a:lnTo>
                  <a:lnTo>
                    <a:pt x="86" y="247"/>
                  </a:lnTo>
                  <a:lnTo>
                    <a:pt x="141" y="221"/>
                  </a:lnTo>
                  <a:lnTo>
                    <a:pt x="106" y="257"/>
                  </a:lnTo>
                  <a:lnTo>
                    <a:pt x="0" y="326"/>
                  </a:lnTo>
                  <a:lnTo>
                    <a:pt x="50" y="326"/>
                  </a:lnTo>
                  <a:lnTo>
                    <a:pt x="20" y="367"/>
                  </a:lnTo>
                  <a:lnTo>
                    <a:pt x="30" y="407"/>
                  </a:lnTo>
                  <a:lnTo>
                    <a:pt x="86" y="352"/>
                  </a:lnTo>
                  <a:lnTo>
                    <a:pt x="136" y="272"/>
                  </a:lnTo>
                  <a:lnTo>
                    <a:pt x="259" y="231"/>
                  </a:lnTo>
                  <a:lnTo>
                    <a:pt x="284" y="171"/>
                  </a:lnTo>
                  <a:lnTo>
                    <a:pt x="349" y="96"/>
                  </a:lnTo>
                  <a:lnTo>
                    <a:pt x="446" y="65"/>
                  </a:lnTo>
                  <a:close/>
                </a:path>
              </a:pathLst>
            </a:custGeom>
            <a:solidFill>
              <a:srgbClr val="603000"/>
            </a:solidFill>
            <a:ln w="9525">
              <a:noFill/>
              <a:round/>
              <a:headEnd/>
              <a:tailEnd/>
            </a:ln>
          </p:spPr>
          <p:txBody>
            <a:bodyPr/>
            <a:lstStyle/>
            <a:p>
              <a:endParaRPr lang="nl-BE"/>
            </a:p>
          </p:txBody>
        </p:sp>
        <p:sp>
          <p:nvSpPr>
            <p:cNvPr id="42366" name="Freeform 6"/>
            <p:cNvSpPr>
              <a:spLocks/>
            </p:cNvSpPr>
            <p:nvPr/>
          </p:nvSpPr>
          <p:spPr bwMode="auto">
            <a:xfrm>
              <a:off x="2271713" y="1439863"/>
              <a:ext cx="1116012" cy="787400"/>
            </a:xfrm>
            <a:custGeom>
              <a:avLst/>
              <a:gdLst>
                <a:gd name="T0" fmla="*/ 2147483647 w 703"/>
                <a:gd name="T1" fmla="*/ 0 h 496"/>
                <a:gd name="T2" fmla="*/ 2147483647 w 703"/>
                <a:gd name="T3" fmla="*/ 2147483647 h 496"/>
                <a:gd name="T4" fmla="*/ 2147483647 w 703"/>
                <a:gd name="T5" fmla="*/ 2147483647 h 496"/>
                <a:gd name="T6" fmla="*/ 2147483647 w 703"/>
                <a:gd name="T7" fmla="*/ 2147483647 h 496"/>
                <a:gd name="T8" fmla="*/ 2147483647 w 703"/>
                <a:gd name="T9" fmla="*/ 2147483647 h 496"/>
                <a:gd name="T10" fmla="*/ 2147483647 w 703"/>
                <a:gd name="T11" fmla="*/ 2147483647 h 496"/>
                <a:gd name="T12" fmla="*/ 2147483647 w 703"/>
                <a:gd name="T13" fmla="*/ 2147483647 h 496"/>
                <a:gd name="T14" fmla="*/ 2147483647 w 703"/>
                <a:gd name="T15" fmla="*/ 2147483647 h 496"/>
                <a:gd name="T16" fmla="*/ 2147483647 w 703"/>
                <a:gd name="T17" fmla="*/ 2147483647 h 496"/>
                <a:gd name="T18" fmla="*/ 2147483647 w 703"/>
                <a:gd name="T19" fmla="*/ 2147483647 h 496"/>
                <a:gd name="T20" fmla="*/ 2147483647 w 703"/>
                <a:gd name="T21" fmla="*/ 2147483647 h 496"/>
                <a:gd name="T22" fmla="*/ 2147483647 w 703"/>
                <a:gd name="T23" fmla="*/ 2147483647 h 496"/>
                <a:gd name="T24" fmla="*/ 2147483647 w 703"/>
                <a:gd name="T25" fmla="*/ 2147483647 h 496"/>
                <a:gd name="T26" fmla="*/ 2147483647 w 703"/>
                <a:gd name="T27" fmla="*/ 2147483647 h 496"/>
                <a:gd name="T28" fmla="*/ 2147483647 w 703"/>
                <a:gd name="T29" fmla="*/ 2147483647 h 496"/>
                <a:gd name="T30" fmla="*/ 2147483647 w 703"/>
                <a:gd name="T31" fmla="*/ 2147483647 h 496"/>
                <a:gd name="T32" fmla="*/ 2147483647 w 703"/>
                <a:gd name="T33" fmla="*/ 2147483647 h 496"/>
                <a:gd name="T34" fmla="*/ 2147483647 w 703"/>
                <a:gd name="T35" fmla="*/ 2147483647 h 496"/>
                <a:gd name="T36" fmla="*/ 0 w 703"/>
                <a:gd name="T37" fmla="*/ 2147483647 h 496"/>
                <a:gd name="T38" fmla="*/ 2147483647 w 703"/>
                <a:gd name="T39" fmla="*/ 2147483647 h 496"/>
                <a:gd name="T40" fmla="*/ 2147483647 w 703"/>
                <a:gd name="T41" fmla="*/ 0 h 49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03"/>
                <a:gd name="T64" fmla="*/ 0 h 496"/>
                <a:gd name="T65" fmla="*/ 703 w 703"/>
                <a:gd name="T66" fmla="*/ 496 h 49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03" h="496">
                  <a:moveTo>
                    <a:pt x="161" y="0"/>
                  </a:moveTo>
                  <a:lnTo>
                    <a:pt x="311" y="73"/>
                  </a:lnTo>
                  <a:lnTo>
                    <a:pt x="440" y="167"/>
                  </a:lnTo>
                  <a:lnTo>
                    <a:pt x="540" y="254"/>
                  </a:lnTo>
                  <a:lnTo>
                    <a:pt x="628" y="375"/>
                  </a:lnTo>
                  <a:lnTo>
                    <a:pt x="703" y="496"/>
                  </a:lnTo>
                  <a:lnTo>
                    <a:pt x="474" y="402"/>
                  </a:lnTo>
                  <a:lnTo>
                    <a:pt x="547" y="362"/>
                  </a:lnTo>
                  <a:lnTo>
                    <a:pt x="460" y="302"/>
                  </a:lnTo>
                  <a:lnTo>
                    <a:pt x="494" y="281"/>
                  </a:lnTo>
                  <a:lnTo>
                    <a:pt x="318" y="268"/>
                  </a:lnTo>
                  <a:lnTo>
                    <a:pt x="413" y="221"/>
                  </a:lnTo>
                  <a:lnTo>
                    <a:pt x="291" y="187"/>
                  </a:lnTo>
                  <a:lnTo>
                    <a:pt x="345" y="160"/>
                  </a:lnTo>
                  <a:lnTo>
                    <a:pt x="203" y="133"/>
                  </a:lnTo>
                  <a:lnTo>
                    <a:pt x="270" y="87"/>
                  </a:lnTo>
                  <a:lnTo>
                    <a:pt x="138" y="66"/>
                  </a:lnTo>
                  <a:lnTo>
                    <a:pt x="61" y="80"/>
                  </a:lnTo>
                  <a:lnTo>
                    <a:pt x="0" y="48"/>
                  </a:lnTo>
                  <a:lnTo>
                    <a:pt x="57" y="17"/>
                  </a:lnTo>
                  <a:lnTo>
                    <a:pt x="161" y="0"/>
                  </a:lnTo>
                  <a:close/>
                </a:path>
              </a:pathLst>
            </a:custGeom>
            <a:solidFill>
              <a:srgbClr val="603000"/>
            </a:solidFill>
            <a:ln w="9525">
              <a:noFill/>
              <a:round/>
              <a:headEnd/>
              <a:tailEnd/>
            </a:ln>
          </p:spPr>
          <p:txBody>
            <a:bodyPr/>
            <a:lstStyle/>
            <a:p>
              <a:endParaRPr lang="nl-BE"/>
            </a:p>
          </p:txBody>
        </p:sp>
        <p:sp>
          <p:nvSpPr>
            <p:cNvPr id="42367" name="Freeform 7"/>
            <p:cNvSpPr>
              <a:spLocks/>
            </p:cNvSpPr>
            <p:nvPr/>
          </p:nvSpPr>
          <p:spPr bwMode="auto">
            <a:xfrm>
              <a:off x="984250" y="1938338"/>
              <a:ext cx="1031875" cy="695325"/>
            </a:xfrm>
            <a:custGeom>
              <a:avLst/>
              <a:gdLst>
                <a:gd name="T0" fmla="*/ 0 w 650"/>
                <a:gd name="T1" fmla="*/ 2147483647 h 438"/>
                <a:gd name="T2" fmla="*/ 2147483647 w 650"/>
                <a:gd name="T3" fmla="*/ 2147483647 h 438"/>
                <a:gd name="T4" fmla="*/ 2147483647 w 650"/>
                <a:gd name="T5" fmla="*/ 0 h 438"/>
                <a:gd name="T6" fmla="*/ 2147483647 w 650"/>
                <a:gd name="T7" fmla="*/ 0 h 438"/>
                <a:gd name="T8" fmla="*/ 2147483647 w 650"/>
                <a:gd name="T9" fmla="*/ 2147483647 h 438"/>
                <a:gd name="T10" fmla="*/ 2147483647 w 650"/>
                <a:gd name="T11" fmla="*/ 2147483647 h 438"/>
                <a:gd name="T12" fmla="*/ 2147483647 w 650"/>
                <a:gd name="T13" fmla="*/ 2147483647 h 438"/>
                <a:gd name="T14" fmla="*/ 2147483647 w 650"/>
                <a:gd name="T15" fmla="*/ 2147483647 h 438"/>
                <a:gd name="T16" fmla="*/ 2147483647 w 650"/>
                <a:gd name="T17" fmla="*/ 2147483647 h 438"/>
                <a:gd name="T18" fmla="*/ 2147483647 w 650"/>
                <a:gd name="T19" fmla="*/ 2147483647 h 438"/>
                <a:gd name="T20" fmla="*/ 2147483647 w 650"/>
                <a:gd name="T21" fmla="*/ 2147483647 h 438"/>
                <a:gd name="T22" fmla="*/ 2147483647 w 650"/>
                <a:gd name="T23" fmla="*/ 2147483647 h 438"/>
                <a:gd name="T24" fmla="*/ 2147483647 w 650"/>
                <a:gd name="T25" fmla="*/ 2147483647 h 438"/>
                <a:gd name="T26" fmla="*/ 2147483647 w 650"/>
                <a:gd name="T27" fmla="*/ 2147483647 h 438"/>
                <a:gd name="T28" fmla="*/ 2147483647 w 650"/>
                <a:gd name="T29" fmla="*/ 2147483647 h 438"/>
                <a:gd name="T30" fmla="*/ 2147483647 w 650"/>
                <a:gd name="T31" fmla="*/ 2147483647 h 438"/>
                <a:gd name="T32" fmla="*/ 2147483647 w 650"/>
                <a:gd name="T33" fmla="*/ 2147483647 h 438"/>
                <a:gd name="T34" fmla="*/ 2147483647 w 650"/>
                <a:gd name="T35" fmla="*/ 2147483647 h 438"/>
                <a:gd name="T36" fmla="*/ 2147483647 w 650"/>
                <a:gd name="T37" fmla="*/ 2147483647 h 438"/>
                <a:gd name="T38" fmla="*/ 2147483647 w 650"/>
                <a:gd name="T39" fmla="*/ 2147483647 h 438"/>
                <a:gd name="T40" fmla="*/ 2147483647 w 650"/>
                <a:gd name="T41" fmla="*/ 2147483647 h 438"/>
                <a:gd name="T42" fmla="*/ 2147483647 w 650"/>
                <a:gd name="T43" fmla="*/ 2147483647 h 438"/>
                <a:gd name="T44" fmla="*/ 2147483647 w 650"/>
                <a:gd name="T45" fmla="*/ 2147483647 h 438"/>
                <a:gd name="T46" fmla="*/ 2147483647 w 650"/>
                <a:gd name="T47" fmla="*/ 2147483647 h 438"/>
                <a:gd name="T48" fmla="*/ 2147483647 w 650"/>
                <a:gd name="T49" fmla="*/ 2147483647 h 438"/>
                <a:gd name="T50" fmla="*/ 2147483647 w 650"/>
                <a:gd name="T51" fmla="*/ 2147483647 h 438"/>
                <a:gd name="T52" fmla="*/ 2147483647 w 650"/>
                <a:gd name="T53" fmla="*/ 2147483647 h 438"/>
                <a:gd name="T54" fmla="*/ 2147483647 w 650"/>
                <a:gd name="T55" fmla="*/ 2147483647 h 438"/>
                <a:gd name="T56" fmla="*/ 2147483647 w 650"/>
                <a:gd name="T57" fmla="*/ 2147483647 h 438"/>
                <a:gd name="T58" fmla="*/ 2147483647 w 650"/>
                <a:gd name="T59" fmla="*/ 2147483647 h 438"/>
                <a:gd name="T60" fmla="*/ 2147483647 w 650"/>
                <a:gd name="T61" fmla="*/ 2147483647 h 438"/>
                <a:gd name="T62" fmla="*/ 2147483647 w 650"/>
                <a:gd name="T63" fmla="*/ 2147483647 h 438"/>
                <a:gd name="T64" fmla="*/ 2147483647 w 650"/>
                <a:gd name="T65" fmla="*/ 2147483647 h 438"/>
                <a:gd name="T66" fmla="*/ 2147483647 w 650"/>
                <a:gd name="T67" fmla="*/ 2147483647 h 438"/>
                <a:gd name="T68" fmla="*/ 2147483647 w 650"/>
                <a:gd name="T69" fmla="*/ 2147483647 h 438"/>
                <a:gd name="T70" fmla="*/ 2147483647 w 650"/>
                <a:gd name="T71" fmla="*/ 2147483647 h 438"/>
                <a:gd name="T72" fmla="*/ 2147483647 w 650"/>
                <a:gd name="T73" fmla="*/ 2147483647 h 438"/>
                <a:gd name="T74" fmla="*/ 0 w 650"/>
                <a:gd name="T75" fmla="*/ 2147483647 h 43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650"/>
                <a:gd name="T115" fmla="*/ 0 h 438"/>
                <a:gd name="T116" fmla="*/ 650 w 650"/>
                <a:gd name="T117" fmla="*/ 438 h 438"/>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650" h="438">
                  <a:moveTo>
                    <a:pt x="0" y="31"/>
                  </a:moveTo>
                  <a:lnTo>
                    <a:pt x="35" y="16"/>
                  </a:lnTo>
                  <a:lnTo>
                    <a:pt x="78" y="0"/>
                  </a:lnTo>
                  <a:lnTo>
                    <a:pt x="114" y="0"/>
                  </a:lnTo>
                  <a:lnTo>
                    <a:pt x="152" y="10"/>
                  </a:lnTo>
                  <a:lnTo>
                    <a:pt x="207" y="33"/>
                  </a:lnTo>
                  <a:lnTo>
                    <a:pt x="268" y="86"/>
                  </a:lnTo>
                  <a:lnTo>
                    <a:pt x="344" y="128"/>
                  </a:lnTo>
                  <a:lnTo>
                    <a:pt x="420" y="171"/>
                  </a:lnTo>
                  <a:lnTo>
                    <a:pt x="466" y="217"/>
                  </a:lnTo>
                  <a:lnTo>
                    <a:pt x="498" y="260"/>
                  </a:lnTo>
                  <a:lnTo>
                    <a:pt x="567" y="332"/>
                  </a:lnTo>
                  <a:lnTo>
                    <a:pt x="617" y="390"/>
                  </a:lnTo>
                  <a:lnTo>
                    <a:pt x="650" y="438"/>
                  </a:lnTo>
                  <a:lnTo>
                    <a:pt x="610" y="436"/>
                  </a:lnTo>
                  <a:lnTo>
                    <a:pt x="567" y="403"/>
                  </a:lnTo>
                  <a:lnTo>
                    <a:pt x="584" y="383"/>
                  </a:lnTo>
                  <a:lnTo>
                    <a:pt x="526" y="362"/>
                  </a:lnTo>
                  <a:lnTo>
                    <a:pt x="536" y="350"/>
                  </a:lnTo>
                  <a:lnTo>
                    <a:pt x="490" y="335"/>
                  </a:lnTo>
                  <a:lnTo>
                    <a:pt x="500" y="303"/>
                  </a:lnTo>
                  <a:lnTo>
                    <a:pt x="446" y="288"/>
                  </a:lnTo>
                  <a:lnTo>
                    <a:pt x="446" y="255"/>
                  </a:lnTo>
                  <a:lnTo>
                    <a:pt x="369" y="242"/>
                  </a:lnTo>
                  <a:lnTo>
                    <a:pt x="420" y="219"/>
                  </a:lnTo>
                  <a:lnTo>
                    <a:pt x="357" y="202"/>
                  </a:lnTo>
                  <a:lnTo>
                    <a:pt x="349" y="164"/>
                  </a:lnTo>
                  <a:lnTo>
                    <a:pt x="250" y="161"/>
                  </a:lnTo>
                  <a:lnTo>
                    <a:pt x="291" y="126"/>
                  </a:lnTo>
                  <a:lnTo>
                    <a:pt x="207" y="123"/>
                  </a:lnTo>
                  <a:lnTo>
                    <a:pt x="222" y="99"/>
                  </a:lnTo>
                  <a:lnTo>
                    <a:pt x="119" y="86"/>
                  </a:lnTo>
                  <a:lnTo>
                    <a:pt x="162" y="56"/>
                  </a:lnTo>
                  <a:lnTo>
                    <a:pt x="91" y="33"/>
                  </a:lnTo>
                  <a:lnTo>
                    <a:pt x="99" y="16"/>
                  </a:lnTo>
                  <a:lnTo>
                    <a:pt x="33" y="48"/>
                  </a:lnTo>
                  <a:lnTo>
                    <a:pt x="38" y="31"/>
                  </a:lnTo>
                  <a:lnTo>
                    <a:pt x="0" y="31"/>
                  </a:lnTo>
                  <a:close/>
                </a:path>
              </a:pathLst>
            </a:custGeom>
            <a:solidFill>
              <a:srgbClr val="402000"/>
            </a:solidFill>
            <a:ln w="9525">
              <a:noFill/>
              <a:round/>
              <a:headEnd/>
              <a:tailEnd/>
            </a:ln>
          </p:spPr>
          <p:txBody>
            <a:bodyPr/>
            <a:lstStyle/>
            <a:p>
              <a:endParaRPr lang="nl-BE"/>
            </a:p>
          </p:txBody>
        </p:sp>
        <p:sp>
          <p:nvSpPr>
            <p:cNvPr id="42368" name="Freeform 8"/>
            <p:cNvSpPr>
              <a:spLocks/>
            </p:cNvSpPr>
            <p:nvPr/>
          </p:nvSpPr>
          <p:spPr bwMode="auto">
            <a:xfrm>
              <a:off x="655638" y="4140200"/>
              <a:ext cx="7832725" cy="1970088"/>
            </a:xfrm>
            <a:custGeom>
              <a:avLst/>
              <a:gdLst>
                <a:gd name="T0" fmla="*/ 0 w 4934"/>
                <a:gd name="T1" fmla="*/ 0 h 1241"/>
                <a:gd name="T2" fmla="*/ 2147483647 w 4934"/>
                <a:gd name="T3" fmla="*/ 0 h 1241"/>
                <a:gd name="T4" fmla="*/ 2147483647 w 4934"/>
                <a:gd name="T5" fmla="*/ 2147483647 h 1241"/>
                <a:gd name="T6" fmla="*/ 2147483647 w 4934"/>
                <a:gd name="T7" fmla="*/ 2147483647 h 1241"/>
                <a:gd name="T8" fmla="*/ 0 w 4934"/>
                <a:gd name="T9" fmla="*/ 0 h 1241"/>
                <a:gd name="T10" fmla="*/ 0 60000 65536"/>
                <a:gd name="T11" fmla="*/ 0 60000 65536"/>
                <a:gd name="T12" fmla="*/ 0 60000 65536"/>
                <a:gd name="T13" fmla="*/ 0 60000 65536"/>
                <a:gd name="T14" fmla="*/ 0 60000 65536"/>
                <a:gd name="T15" fmla="*/ 0 w 4934"/>
                <a:gd name="T16" fmla="*/ 0 h 1241"/>
                <a:gd name="T17" fmla="*/ 4934 w 4934"/>
                <a:gd name="T18" fmla="*/ 1241 h 1241"/>
              </a:gdLst>
              <a:ahLst/>
              <a:cxnLst>
                <a:cxn ang="T10">
                  <a:pos x="T0" y="T1"/>
                </a:cxn>
                <a:cxn ang="T11">
                  <a:pos x="T2" y="T3"/>
                </a:cxn>
                <a:cxn ang="T12">
                  <a:pos x="T4" y="T5"/>
                </a:cxn>
                <a:cxn ang="T13">
                  <a:pos x="T6" y="T7"/>
                </a:cxn>
                <a:cxn ang="T14">
                  <a:pos x="T8" y="T9"/>
                </a:cxn>
              </a:cxnLst>
              <a:rect l="T15" t="T16" r="T17" b="T18"/>
              <a:pathLst>
                <a:path w="4934" h="1241">
                  <a:moveTo>
                    <a:pt x="0" y="0"/>
                  </a:moveTo>
                  <a:lnTo>
                    <a:pt x="4934" y="0"/>
                  </a:lnTo>
                  <a:lnTo>
                    <a:pt x="4934" y="1241"/>
                  </a:lnTo>
                  <a:lnTo>
                    <a:pt x="2" y="1241"/>
                  </a:lnTo>
                  <a:lnTo>
                    <a:pt x="0" y="0"/>
                  </a:lnTo>
                  <a:close/>
                </a:path>
              </a:pathLst>
            </a:custGeom>
            <a:solidFill>
              <a:srgbClr val="008000"/>
            </a:solidFill>
            <a:ln w="9525">
              <a:noFill/>
              <a:round/>
              <a:headEnd/>
              <a:tailEnd/>
            </a:ln>
          </p:spPr>
          <p:txBody>
            <a:bodyPr/>
            <a:lstStyle/>
            <a:p>
              <a:endParaRPr lang="nl-BE"/>
            </a:p>
          </p:txBody>
        </p:sp>
        <p:sp>
          <p:nvSpPr>
            <p:cNvPr id="42369" name="Freeform 9"/>
            <p:cNvSpPr>
              <a:spLocks/>
            </p:cNvSpPr>
            <p:nvPr/>
          </p:nvSpPr>
          <p:spPr bwMode="auto">
            <a:xfrm>
              <a:off x="657225" y="4168775"/>
              <a:ext cx="4829175" cy="1943100"/>
            </a:xfrm>
            <a:custGeom>
              <a:avLst/>
              <a:gdLst>
                <a:gd name="T0" fmla="*/ 2147483647 w 3042"/>
                <a:gd name="T1" fmla="*/ 2147483647 h 1224"/>
                <a:gd name="T2" fmla="*/ 0 w 3042"/>
                <a:gd name="T3" fmla="*/ 2147483647 h 1224"/>
                <a:gd name="T4" fmla="*/ 0 w 3042"/>
                <a:gd name="T5" fmla="*/ 2147483647 h 1224"/>
                <a:gd name="T6" fmla="*/ 0 w 3042"/>
                <a:gd name="T7" fmla="*/ 2147483647 h 1224"/>
                <a:gd name="T8" fmla="*/ 0 w 3042"/>
                <a:gd name="T9" fmla="*/ 2147483647 h 1224"/>
                <a:gd name="T10" fmla="*/ 2147483647 w 3042"/>
                <a:gd name="T11" fmla="*/ 0 h 1224"/>
                <a:gd name="T12" fmla="*/ 2147483647 w 3042"/>
                <a:gd name="T13" fmla="*/ 2147483647 h 1224"/>
                <a:gd name="T14" fmla="*/ 0 60000 65536"/>
                <a:gd name="T15" fmla="*/ 0 60000 65536"/>
                <a:gd name="T16" fmla="*/ 0 60000 65536"/>
                <a:gd name="T17" fmla="*/ 0 60000 65536"/>
                <a:gd name="T18" fmla="*/ 0 60000 65536"/>
                <a:gd name="T19" fmla="*/ 0 60000 65536"/>
                <a:gd name="T20" fmla="*/ 0 60000 65536"/>
                <a:gd name="T21" fmla="*/ 0 w 3042"/>
                <a:gd name="T22" fmla="*/ 0 h 1224"/>
                <a:gd name="T23" fmla="*/ 3042 w 3042"/>
                <a:gd name="T24" fmla="*/ 1224 h 12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42" h="1224">
                  <a:moveTo>
                    <a:pt x="3042" y="6"/>
                  </a:moveTo>
                  <a:lnTo>
                    <a:pt x="0" y="1008"/>
                  </a:lnTo>
                  <a:lnTo>
                    <a:pt x="0" y="1224"/>
                  </a:lnTo>
                  <a:lnTo>
                    <a:pt x="0" y="606"/>
                  </a:lnTo>
                  <a:lnTo>
                    <a:pt x="0" y="285"/>
                  </a:lnTo>
                  <a:lnTo>
                    <a:pt x="2205" y="0"/>
                  </a:lnTo>
                  <a:lnTo>
                    <a:pt x="2440" y="6"/>
                  </a:lnTo>
                </a:path>
              </a:pathLst>
            </a:custGeom>
            <a:solidFill>
              <a:schemeClr val="bg2"/>
            </a:solidFill>
            <a:ln w="9525">
              <a:solidFill>
                <a:schemeClr val="tx1"/>
              </a:solidFill>
              <a:round/>
              <a:headEnd/>
              <a:tailEnd/>
            </a:ln>
          </p:spPr>
          <p:txBody>
            <a:bodyPr wrap="none" anchor="ctr"/>
            <a:lstStyle/>
            <a:p>
              <a:endParaRPr lang="nl-BE"/>
            </a:p>
          </p:txBody>
        </p:sp>
        <p:sp>
          <p:nvSpPr>
            <p:cNvPr id="42370" name="Freeform 10"/>
            <p:cNvSpPr>
              <a:spLocks/>
            </p:cNvSpPr>
            <p:nvPr/>
          </p:nvSpPr>
          <p:spPr bwMode="auto">
            <a:xfrm>
              <a:off x="3962400" y="3167063"/>
              <a:ext cx="2133600" cy="969962"/>
            </a:xfrm>
            <a:custGeom>
              <a:avLst/>
              <a:gdLst>
                <a:gd name="T0" fmla="*/ 2147483647 w 1455"/>
                <a:gd name="T1" fmla="*/ 2147483647 h 924"/>
                <a:gd name="T2" fmla="*/ 2147483647 w 1455"/>
                <a:gd name="T3" fmla="*/ 0 h 924"/>
                <a:gd name="T4" fmla="*/ 2147483647 w 1455"/>
                <a:gd name="T5" fmla="*/ 2147483647 h 924"/>
                <a:gd name="T6" fmla="*/ 2147483647 w 1455"/>
                <a:gd name="T7" fmla="*/ 0 h 924"/>
                <a:gd name="T8" fmla="*/ 2147483647 w 1455"/>
                <a:gd name="T9" fmla="*/ 2147483647 h 924"/>
                <a:gd name="T10" fmla="*/ 2147483647 w 1455"/>
                <a:gd name="T11" fmla="*/ 2147483647 h 924"/>
                <a:gd name="T12" fmla="*/ 2147483647 w 1455"/>
                <a:gd name="T13" fmla="*/ 2147483647 h 924"/>
                <a:gd name="T14" fmla="*/ 2147483647 w 1455"/>
                <a:gd name="T15" fmla="*/ 2147483647 h 924"/>
                <a:gd name="T16" fmla="*/ 2147483647 w 1455"/>
                <a:gd name="T17" fmla="*/ 2147483647 h 924"/>
                <a:gd name="T18" fmla="*/ 2147483647 w 1455"/>
                <a:gd name="T19" fmla="*/ 2147483647 h 924"/>
                <a:gd name="T20" fmla="*/ 2147483647 w 1455"/>
                <a:gd name="T21" fmla="*/ 2147483647 h 924"/>
                <a:gd name="T22" fmla="*/ 2147483647 w 1455"/>
                <a:gd name="T23" fmla="*/ 2147483647 h 924"/>
                <a:gd name="T24" fmla="*/ 2147483647 w 1455"/>
                <a:gd name="T25" fmla="*/ 2147483647 h 924"/>
                <a:gd name="T26" fmla="*/ 2147483647 w 1455"/>
                <a:gd name="T27" fmla="*/ 2147483647 h 924"/>
                <a:gd name="T28" fmla="*/ 2147483647 w 1455"/>
                <a:gd name="T29" fmla="*/ 2147483647 h 924"/>
                <a:gd name="T30" fmla="*/ 2147483647 w 1455"/>
                <a:gd name="T31" fmla="*/ 2147483647 h 924"/>
                <a:gd name="T32" fmla="*/ 2147483647 w 1455"/>
                <a:gd name="T33" fmla="*/ 2147483647 h 924"/>
                <a:gd name="T34" fmla="*/ 2147483647 w 1455"/>
                <a:gd name="T35" fmla="*/ 2147483647 h 924"/>
                <a:gd name="T36" fmla="*/ 2147483647 w 1455"/>
                <a:gd name="T37" fmla="*/ 2147483647 h 924"/>
                <a:gd name="T38" fmla="*/ 2147483647 w 1455"/>
                <a:gd name="T39" fmla="*/ 2147483647 h 924"/>
                <a:gd name="T40" fmla="*/ 2147483647 w 1455"/>
                <a:gd name="T41" fmla="*/ 2147483647 h 924"/>
                <a:gd name="T42" fmla="*/ 2147483647 w 1455"/>
                <a:gd name="T43" fmla="*/ 2147483647 h 924"/>
                <a:gd name="T44" fmla="*/ 2147483647 w 1455"/>
                <a:gd name="T45" fmla="*/ 2147483647 h 924"/>
                <a:gd name="T46" fmla="*/ 2147483647 w 1455"/>
                <a:gd name="T47" fmla="*/ 2147483647 h 924"/>
                <a:gd name="T48" fmla="*/ 2147483647 w 1455"/>
                <a:gd name="T49" fmla="*/ 2147483647 h 924"/>
                <a:gd name="T50" fmla="*/ 2147483647 w 1455"/>
                <a:gd name="T51" fmla="*/ 2147483647 h 924"/>
                <a:gd name="T52" fmla="*/ 2147483647 w 1455"/>
                <a:gd name="T53" fmla="*/ 2147483647 h 924"/>
                <a:gd name="T54" fmla="*/ 2147483647 w 1455"/>
                <a:gd name="T55" fmla="*/ 2147483647 h 924"/>
                <a:gd name="T56" fmla="*/ 2147483647 w 1455"/>
                <a:gd name="T57" fmla="*/ 2147483647 h 924"/>
                <a:gd name="T58" fmla="*/ 2147483647 w 1455"/>
                <a:gd name="T59" fmla="*/ 2147483647 h 924"/>
                <a:gd name="T60" fmla="*/ 2147483647 w 1455"/>
                <a:gd name="T61" fmla="*/ 2147483647 h 924"/>
                <a:gd name="T62" fmla="*/ 2147483647 w 1455"/>
                <a:gd name="T63" fmla="*/ 2147483647 h 924"/>
                <a:gd name="T64" fmla="*/ 0 w 1455"/>
                <a:gd name="T65" fmla="*/ 2147483647 h 924"/>
                <a:gd name="T66" fmla="*/ 2147483647 w 1455"/>
                <a:gd name="T67" fmla="*/ 2147483647 h 924"/>
                <a:gd name="T68" fmla="*/ 2147483647 w 1455"/>
                <a:gd name="T69" fmla="*/ 2147483647 h 924"/>
                <a:gd name="T70" fmla="*/ 2147483647 w 1455"/>
                <a:gd name="T71" fmla="*/ 2147483647 h 924"/>
                <a:gd name="T72" fmla="*/ 2147483647 w 1455"/>
                <a:gd name="T73" fmla="*/ 2147483647 h 924"/>
                <a:gd name="T74" fmla="*/ 2147483647 w 1455"/>
                <a:gd name="T75" fmla="*/ 2147483647 h 924"/>
                <a:gd name="T76" fmla="*/ 2147483647 w 1455"/>
                <a:gd name="T77" fmla="*/ 2147483647 h 924"/>
                <a:gd name="T78" fmla="*/ 2147483647 w 1455"/>
                <a:gd name="T79" fmla="*/ 2147483647 h 924"/>
                <a:gd name="T80" fmla="*/ 2147483647 w 1455"/>
                <a:gd name="T81" fmla="*/ 2147483647 h 924"/>
                <a:gd name="T82" fmla="*/ 2147483647 w 1455"/>
                <a:gd name="T83" fmla="*/ 2147483647 h 924"/>
                <a:gd name="T84" fmla="*/ 2147483647 w 1455"/>
                <a:gd name="T85" fmla="*/ 2147483647 h 924"/>
                <a:gd name="T86" fmla="*/ 2147483647 w 1455"/>
                <a:gd name="T87" fmla="*/ 2147483647 h 924"/>
                <a:gd name="T88" fmla="*/ 2147483647 w 1455"/>
                <a:gd name="T89" fmla="*/ 2147483647 h 924"/>
                <a:gd name="T90" fmla="*/ 2147483647 w 1455"/>
                <a:gd name="T91" fmla="*/ 2147483647 h 924"/>
                <a:gd name="T92" fmla="*/ 2147483647 w 1455"/>
                <a:gd name="T93" fmla="*/ 2147483647 h 924"/>
                <a:gd name="T94" fmla="*/ 2147483647 w 1455"/>
                <a:gd name="T95" fmla="*/ 2147483647 h 924"/>
                <a:gd name="T96" fmla="*/ 2147483647 w 1455"/>
                <a:gd name="T97" fmla="*/ 2147483647 h 924"/>
                <a:gd name="T98" fmla="*/ 2147483647 w 1455"/>
                <a:gd name="T99" fmla="*/ 2147483647 h 924"/>
                <a:gd name="T100" fmla="*/ 2147483647 w 1455"/>
                <a:gd name="T101" fmla="*/ 2147483647 h 924"/>
                <a:gd name="T102" fmla="*/ 2147483647 w 1455"/>
                <a:gd name="T103" fmla="*/ 2147483647 h 924"/>
                <a:gd name="T104" fmla="*/ 2147483647 w 1455"/>
                <a:gd name="T105" fmla="*/ 2147483647 h 924"/>
                <a:gd name="T106" fmla="*/ 2147483647 w 1455"/>
                <a:gd name="T107" fmla="*/ 2147483647 h 924"/>
                <a:gd name="T108" fmla="*/ 2147483647 w 1455"/>
                <a:gd name="T109" fmla="*/ 2147483647 h 924"/>
                <a:gd name="T110" fmla="*/ 2147483647 w 1455"/>
                <a:gd name="T111" fmla="*/ 2147483647 h 924"/>
                <a:gd name="T112" fmla="*/ 2147483647 w 1455"/>
                <a:gd name="T113" fmla="*/ 2147483647 h 924"/>
                <a:gd name="T114" fmla="*/ 2147483647 w 1455"/>
                <a:gd name="T115" fmla="*/ 2147483647 h 924"/>
                <a:gd name="T116" fmla="*/ 2147483647 w 1455"/>
                <a:gd name="T117" fmla="*/ 2147483647 h 924"/>
                <a:gd name="T118" fmla="*/ 2147483647 w 1455"/>
                <a:gd name="T119" fmla="*/ 2147483647 h 924"/>
                <a:gd name="T120" fmla="*/ 2147483647 w 1455"/>
                <a:gd name="T121" fmla="*/ 2147483647 h 924"/>
                <a:gd name="T122" fmla="*/ 2147483647 w 1455"/>
                <a:gd name="T123" fmla="*/ 2147483647 h 924"/>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455"/>
                <a:gd name="T187" fmla="*/ 0 h 924"/>
                <a:gd name="T188" fmla="*/ 1455 w 1455"/>
                <a:gd name="T189" fmla="*/ 924 h 924"/>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455" h="924">
                  <a:moveTo>
                    <a:pt x="710" y="36"/>
                  </a:moveTo>
                  <a:lnTo>
                    <a:pt x="771" y="0"/>
                  </a:lnTo>
                  <a:lnTo>
                    <a:pt x="771" y="61"/>
                  </a:lnTo>
                  <a:lnTo>
                    <a:pt x="846" y="0"/>
                  </a:lnTo>
                  <a:lnTo>
                    <a:pt x="821" y="49"/>
                  </a:lnTo>
                  <a:lnTo>
                    <a:pt x="877" y="30"/>
                  </a:lnTo>
                  <a:lnTo>
                    <a:pt x="870" y="67"/>
                  </a:lnTo>
                  <a:lnTo>
                    <a:pt x="939" y="6"/>
                  </a:lnTo>
                  <a:lnTo>
                    <a:pt x="920" y="80"/>
                  </a:lnTo>
                  <a:lnTo>
                    <a:pt x="994" y="30"/>
                  </a:lnTo>
                  <a:lnTo>
                    <a:pt x="969" y="92"/>
                  </a:lnTo>
                  <a:lnTo>
                    <a:pt x="1080" y="80"/>
                  </a:lnTo>
                  <a:lnTo>
                    <a:pt x="1068" y="123"/>
                  </a:lnTo>
                  <a:lnTo>
                    <a:pt x="1147" y="116"/>
                  </a:lnTo>
                  <a:lnTo>
                    <a:pt x="1141" y="172"/>
                  </a:lnTo>
                  <a:lnTo>
                    <a:pt x="1203" y="178"/>
                  </a:lnTo>
                  <a:lnTo>
                    <a:pt x="1239" y="238"/>
                  </a:lnTo>
                  <a:lnTo>
                    <a:pt x="1265" y="312"/>
                  </a:lnTo>
                  <a:lnTo>
                    <a:pt x="1320" y="324"/>
                  </a:lnTo>
                  <a:lnTo>
                    <a:pt x="1338" y="373"/>
                  </a:lnTo>
                  <a:lnTo>
                    <a:pt x="1326" y="403"/>
                  </a:lnTo>
                  <a:lnTo>
                    <a:pt x="1363" y="453"/>
                  </a:lnTo>
                  <a:lnTo>
                    <a:pt x="1387" y="496"/>
                  </a:lnTo>
                  <a:lnTo>
                    <a:pt x="1387" y="588"/>
                  </a:lnTo>
                  <a:lnTo>
                    <a:pt x="1387" y="631"/>
                  </a:lnTo>
                  <a:lnTo>
                    <a:pt x="1430" y="722"/>
                  </a:lnTo>
                  <a:lnTo>
                    <a:pt x="1455" y="796"/>
                  </a:lnTo>
                  <a:lnTo>
                    <a:pt x="1455" y="906"/>
                  </a:lnTo>
                  <a:lnTo>
                    <a:pt x="1449" y="924"/>
                  </a:lnTo>
                  <a:lnTo>
                    <a:pt x="57" y="924"/>
                  </a:lnTo>
                  <a:lnTo>
                    <a:pt x="13" y="868"/>
                  </a:lnTo>
                  <a:lnTo>
                    <a:pt x="61" y="834"/>
                  </a:lnTo>
                  <a:lnTo>
                    <a:pt x="0" y="787"/>
                  </a:lnTo>
                  <a:lnTo>
                    <a:pt x="57" y="735"/>
                  </a:lnTo>
                  <a:lnTo>
                    <a:pt x="108" y="687"/>
                  </a:lnTo>
                  <a:lnTo>
                    <a:pt x="34" y="646"/>
                  </a:lnTo>
                  <a:lnTo>
                    <a:pt x="144" y="618"/>
                  </a:lnTo>
                  <a:lnTo>
                    <a:pt x="125" y="588"/>
                  </a:lnTo>
                  <a:lnTo>
                    <a:pt x="84" y="556"/>
                  </a:lnTo>
                  <a:lnTo>
                    <a:pt x="129" y="545"/>
                  </a:lnTo>
                  <a:lnTo>
                    <a:pt x="183" y="518"/>
                  </a:lnTo>
                  <a:lnTo>
                    <a:pt x="123" y="498"/>
                  </a:lnTo>
                  <a:lnTo>
                    <a:pt x="115" y="457"/>
                  </a:lnTo>
                  <a:lnTo>
                    <a:pt x="169" y="430"/>
                  </a:lnTo>
                  <a:lnTo>
                    <a:pt x="156" y="377"/>
                  </a:lnTo>
                  <a:lnTo>
                    <a:pt x="183" y="329"/>
                  </a:lnTo>
                  <a:lnTo>
                    <a:pt x="162" y="282"/>
                  </a:lnTo>
                  <a:lnTo>
                    <a:pt x="237" y="275"/>
                  </a:lnTo>
                  <a:lnTo>
                    <a:pt x="230" y="195"/>
                  </a:lnTo>
                  <a:lnTo>
                    <a:pt x="284" y="195"/>
                  </a:lnTo>
                  <a:lnTo>
                    <a:pt x="257" y="135"/>
                  </a:lnTo>
                  <a:lnTo>
                    <a:pt x="298" y="135"/>
                  </a:lnTo>
                  <a:lnTo>
                    <a:pt x="284" y="74"/>
                  </a:lnTo>
                  <a:lnTo>
                    <a:pt x="347" y="129"/>
                  </a:lnTo>
                  <a:lnTo>
                    <a:pt x="377" y="43"/>
                  </a:lnTo>
                  <a:lnTo>
                    <a:pt x="414" y="80"/>
                  </a:lnTo>
                  <a:lnTo>
                    <a:pt x="481" y="49"/>
                  </a:lnTo>
                  <a:lnTo>
                    <a:pt x="519" y="73"/>
                  </a:lnTo>
                  <a:lnTo>
                    <a:pt x="531" y="24"/>
                  </a:lnTo>
                  <a:lnTo>
                    <a:pt x="574" y="67"/>
                  </a:lnTo>
                  <a:lnTo>
                    <a:pt x="630" y="6"/>
                  </a:lnTo>
                  <a:lnTo>
                    <a:pt x="710" y="36"/>
                  </a:lnTo>
                  <a:close/>
                </a:path>
              </a:pathLst>
            </a:custGeom>
            <a:solidFill>
              <a:srgbClr val="004000"/>
            </a:solidFill>
            <a:ln w="9525">
              <a:noFill/>
              <a:round/>
              <a:headEnd/>
              <a:tailEnd/>
            </a:ln>
          </p:spPr>
          <p:txBody>
            <a:bodyPr/>
            <a:lstStyle/>
            <a:p>
              <a:endParaRPr lang="nl-BE"/>
            </a:p>
          </p:txBody>
        </p:sp>
        <p:sp>
          <p:nvSpPr>
            <p:cNvPr id="42371" name="Freeform 11"/>
            <p:cNvSpPr>
              <a:spLocks/>
            </p:cNvSpPr>
            <p:nvPr/>
          </p:nvSpPr>
          <p:spPr bwMode="auto">
            <a:xfrm>
              <a:off x="4664075" y="3436938"/>
              <a:ext cx="795338" cy="750887"/>
            </a:xfrm>
            <a:custGeom>
              <a:avLst/>
              <a:gdLst>
                <a:gd name="T0" fmla="*/ 2147483647 w 777"/>
                <a:gd name="T1" fmla="*/ 2147483647 h 782"/>
                <a:gd name="T2" fmla="*/ 2147483647 w 777"/>
                <a:gd name="T3" fmla="*/ 2147483647 h 782"/>
                <a:gd name="T4" fmla="*/ 2147483647 w 777"/>
                <a:gd name="T5" fmla="*/ 2147483647 h 782"/>
                <a:gd name="T6" fmla="*/ 2147483647 w 777"/>
                <a:gd name="T7" fmla="*/ 0 h 782"/>
                <a:gd name="T8" fmla="*/ 2147483647 w 777"/>
                <a:gd name="T9" fmla="*/ 0 h 782"/>
                <a:gd name="T10" fmla="*/ 0 w 777"/>
                <a:gd name="T11" fmla="*/ 2147483647 h 782"/>
                <a:gd name="T12" fmla="*/ 0 w 777"/>
                <a:gd name="T13" fmla="*/ 2147483647 h 782"/>
                <a:gd name="T14" fmla="*/ 2147483647 w 777"/>
                <a:gd name="T15" fmla="*/ 2147483647 h 782"/>
                <a:gd name="T16" fmla="*/ 2147483647 w 777"/>
                <a:gd name="T17" fmla="*/ 2147483647 h 78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77"/>
                <a:gd name="T28" fmla="*/ 0 h 782"/>
                <a:gd name="T29" fmla="*/ 777 w 777"/>
                <a:gd name="T30" fmla="*/ 782 h 78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77" h="782">
                  <a:moveTo>
                    <a:pt x="134" y="782"/>
                  </a:moveTo>
                  <a:lnTo>
                    <a:pt x="777" y="782"/>
                  </a:lnTo>
                  <a:lnTo>
                    <a:pt x="777" y="86"/>
                  </a:lnTo>
                  <a:lnTo>
                    <a:pt x="690" y="0"/>
                  </a:lnTo>
                  <a:lnTo>
                    <a:pt x="86" y="0"/>
                  </a:lnTo>
                  <a:lnTo>
                    <a:pt x="0" y="86"/>
                  </a:lnTo>
                  <a:lnTo>
                    <a:pt x="0" y="782"/>
                  </a:lnTo>
                  <a:lnTo>
                    <a:pt x="132" y="782"/>
                  </a:lnTo>
                  <a:lnTo>
                    <a:pt x="134" y="782"/>
                  </a:lnTo>
                  <a:close/>
                </a:path>
              </a:pathLst>
            </a:custGeom>
            <a:solidFill>
              <a:srgbClr val="606060"/>
            </a:solidFill>
            <a:ln w="12700">
              <a:solidFill>
                <a:srgbClr val="000000"/>
              </a:solidFill>
              <a:prstDash val="solid"/>
              <a:round/>
              <a:headEnd/>
              <a:tailEnd/>
            </a:ln>
          </p:spPr>
          <p:txBody>
            <a:bodyPr/>
            <a:lstStyle/>
            <a:p>
              <a:endParaRPr lang="nl-BE"/>
            </a:p>
          </p:txBody>
        </p:sp>
        <p:sp>
          <p:nvSpPr>
            <p:cNvPr id="42372" name="Freeform 12"/>
            <p:cNvSpPr>
              <a:spLocks/>
            </p:cNvSpPr>
            <p:nvPr/>
          </p:nvSpPr>
          <p:spPr bwMode="auto">
            <a:xfrm>
              <a:off x="5286375" y="3698875"/>
              <a:ext cx="73025" cy="47625"/>
            </a:xfrm>
            <a:custGeom>
              <a:avLst/>
              <a:gdLst>
                <a:gd name="T0" fmla="*/ 0 w 39"/>
                <a:gd name="T1" fmla="*/ 2147483647 h 50"/>
                <a:gd name="T2" fmla="*/ 0 w 39"/>
                <a:gd name="T3" fmla="*/ 2147483647 h 50"/>
                <a:gd name="T4" fmla="*/ 0 w 39"/>
                <a:gd name="T5" fmla="*/ 2147483647 h 50"/>
                <a:gd name="T6" fmla="*/ 0 w 39"/>
                <a:gd name="T7" fmla="*/ 2147483647 h 50"/>
                <a:gd name="T8" fmla="*/ 2147483647 w 39"/>
                <a:gd name="T9" fmla="*/ 2147483647 h 50"/>
                <a:gd name="T10" fmla="*/ 2147483647 w 39"/>
                <a:gd name="T11" fmla="*/ 2147483647 h 50"/>
                <a:gd name="T12" fmla="*/ 2147483647 w 39"/>
                <a:gd name="T13" fmla="*/ 2147483647 h 50"/>
                <a:gd name="T14" fmla="*/ 2147483647 w 39"/>
                <a:gd name="T15" fmla="*/ 2147483647 h 50"/>
                <a:gd name="T16" fmla="*/ 2147483647 w 39"/>
                <a:gd name="T17" fmla="*/ 2147483647 h 50"/>
                <a:gd name="T18" fmla="*/ 2147483647 w 39"/>
                <a:gd name="T19" fmla="*/ 2147483647 h 50"/>
                <a:gd name="T20" fmla="*/ 2147483647 w 39"/>
                <a:gd name="T21" fmla="*/ 2147483647 h 50"/>
                <a:gd name="T22" fmla="*/ 2147483647 w 39"/>
                <a:gd name="T23" fmla="*/ 2147483647 h 50"/>
                <a:gd name="T24" fmla="*/ 2147483647 w 39"/>
                <a:gd name="T25" fmla="*/ 2147483647 h 50"/>
                <a:gd name="T26" fmla="*/ 2147483647 w 39"/>
                <a:gd name="T27" fmla="*/ 2147483647 h 50"/>
                <a:gd name="T28" fmla="*/ 2147483647 w 39"/>
                <a:gd name="T29" fmla="*/ 2147483647 h 50"/>
                <a:gd name="T30" fmla="*/ 2147483647 w 39"/>
                <a:gd name="T31" fmla="*/ 2147483647 h 50"/>
                <a:gd name="T32" fmla="*/ 2147483647 w 39"/>
                <a:gd name="T33" fmla="*/ 2147483647 h 50"/>
                <a:gd name="T34" fmla="*/ 2147483647 w 39"/>
                <a:gd name="T35" fmla="*/ 2147483647 h 50"/>
                <a:gd name="T36" fmla="*/ 2147483647 w 39"/>
                <a:gd name="T37" fmla="*/ 2147483647 h 50"/>
                <a:gd name="T38" fmla="*/ 2147483647 w 39"/>
                <a:gd name="T39" fmla="*/ 2147483647 h 50"/>
                <a:gd name="T40" fmla="*/ 2147483647 w 39"/>
                <a:gd name="T41" fmla="*/ 0 h 50"/>
                <a:gd name="T42" fmla="*/ 2147483647 w 39"/>
                <a:gd name="T43" fmla="*/ 0 h 50"/>
                <a:gd name="T44" fmla="*/ 2147483647 w 39"/>
                <a:gd name="T45" fmla="*/ 0 h 50"/>
                <a:gd name="T46" fmla="*/ 2147483647 w 39"/>
                <a:gd name="T47" fmla="*/ 0 h 50"/>
                <a:gd name="T48" fmla="*/ 2147483647 w 39"/>
                <a:gd name="T49" fmla="*/ 0 h 50"/>
                <a:gd name="T50" fmla="*/ 2147483647 w 39"/>
                <a:gd name="T51" fmla="*/ 0 h 50"/>
                <a:gd name="T52" fmla="*/ 2147483647 w 39"/>
                <a:gd name="T53" fmla="*/ 0 h 50"/>
                <a:gd name="T54" fmla="*/ 2147483647 w 39"/>
                <a:gd name="T55" fmla="*/ 0 h 50"/>
                <a:gd name="T56" fmla="*/ 2147483647 w 39"/>
                <a:gd name="T57" fmla="*/ 0 h 50"/>
                <a:gd name="T58" fmla="*/ 2147483647 w 39"/>
                <a:gd name="T59" fmla="*/ 0 h 50"/>
                <a:gd name="T60" fmla="*/ 2147483647 w 39"/>
                <a:gd name="T61" fmla="*/ 0 h 50"/>
                <a:gd name="T62" fmla="*/ 2147483647 w 39"/>
                <a:gd name="T63" fmla="*/ 0 h 50"/>
                <a:gd name="T64" fmla="*/ 2147483647 w 39"/>
                <a:gd name="T65" fmla="*/ 0 h 50"/>
                <a:gd name="T66" fmla="*/ 2147483647 w 39"/>
                <a:gd name="T67" fmla="*/ 0 h 50"/>
                <a:gd name="T68" fmla="*/ 2147483647 w 39"/>
                <a:gd name="T69" fmla="*/ 2147483647 h 50"/>
                <a:gd name="T70" fmla="*/ 2147483647 w 39"/>
                <a:gd name="T71" fmla="*/ 2147483647 h 50"/>
                <a:gd name="T72" fmla="*/ 2147483647 w 39"/>
                <a:gd name="T73" fmla="*/ 2147483647 h 50"/>
                <a:gd name="T74" fmla="*/ 2147483647 w 39"/>
                <a:gd name="T75" fmla="*/ 2147483647 h 50"/>
                <a:gd name="T76" fmla="*/ 2147483647 w 39"/>
                <a:gd name="T77" fmla="*/ 2147483647 h 50"/>
                <a:gd name="T78" fmla="*/ 2147483647 w 39"/>
                <a:gd name="T79" fmla="*/ 2147483647 h 50"/>
                <a:gd name="T80" fmla="*/ 2147483647 w 39"/>
                <a:gd name="T81" fmla="*/ 2147483647 h 50"/>
                <a:gd name="T82" fmla="*/ 2147483647 w 39"/>
                <a:gd name="T83" fmla="*/ 2147483647 h 50"/>
                <a:gd name="T84" fmla="*/ 2147483647 w 39"/>
                <a:gd name="T85" fmla="*/ 2147483647 h 50"/>
                <a:gd name="T86" fmla="*/ 2147483647 w 39"/>
                <a:gd name="T87" fmla="*/ 2147483647 h 50"/>
                <a:gd name="T88" fmla="*/ 2147483647 w 39"/>
                <a:gd name="T89" fmla="*/ 2147483647 h 50"/>
                <a:gd name="T90" fmla="*/ 2147483647 w 39"/>
                <a:gd name="T91" fmla="*/ 2147483647 h 50"/>
                <a:gd name="T92" fmla="*/ 2147483647 w 39"/>
                <a:gd name="T93" fmla="*/ 2147483647 h 50"/>
                <a:gd name="T94" fmla="*/ 2147483647 w 39"/>
                <a:gd name="T95" fmla="*/ 2147483647 h 50"/>
                <a:gd name="T96" fmla="*/ 2147483647 w 39"/>
                <a:gd name="T97" fmla="*/ 2147483647 h 50"/>
                <a:gd name="T98" fmla="*/ 2147483647 w 39"/>
                <a:gd name="T99" fmla="*/ 2147483647 h 50"/>
                <a:gd name="T100" fmla="*/ 2147483647 w 39"/>
                <a:gd name="T101" fmla="*/ 2147483647 h 50"/>
                <a:gd name="T102" fmla="*/ 2147483647 w 39"/>
                <a:gd name="T103" fmla="*/ 2147483647 h 50"/>
                <a:gd name="T104" fmla="*/ 2147483647 w 39"/>
                <a:gd name="T105" fmla="*/ 2147483647 h 50"/>
                <a:gd name="T106" fmla="*/ 2147483647 w 39"/>
                <a:gd name="T107" fmla="*/ 2147483647 h 50"/>
                <a:gd name="T108" fmla="*/ 2147483647 w 39"/>
                <a:gd name="T109" fmla="*/ 2147483647 h 50"/>
                <a:gd name="T110" fmla="*/ 2147483647 w 39"/>
                <a:gd name="T111" fmla="*/ 2147483647 h 50"/>
                <a:gd name="T112" fmla="*/ 2147483647 w 39"/>
                <a:gd name="T113" fmla="*/ 2147483647 h 50"/>
                <a:gd name="T114" fmla="*/ 2147483647 w 39"/>
                <a:gd name="T115" fmla="*/ 2147483647 h 50"/>
                <a:gd name="T116" fmla="*/ 2147483647 w 39"/>
                <a:gd name="T117" fmla="*/ 2147483647 h 50"/>
                <a:gd name="T118" fmla="*/ 0 w 39"/>
                <a:gd name="T119" fmla="*/ 2147483647 h 50"/>
                <a:gd name="T120" fmla="*/ 0 w 39"/>
                <a:gd name="T121" fmla="*/ 2147483647 h 50"/>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39"/>
                <a:gd name="T184" fmla="*/ 0 h 50"/>
                <a:gd name="T185" fmla="*/ 39 w 39"/>
                <a:gd name="T186" fmla="*/ 50 h 50"/>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39" h="50">
                  <a:moveTo>
                    <a:pt x="0" y="18"/>
                  </a:moveTo>
                  <a:lnTo>
                    <a:pt x="0" y="17"/>
                  </a:lnTo>
                  <a:lnTo>
                    <a:pt x="0" y="16"/>
                  </a:lnTo>
                  <a:lnTo>
                    <a:pt x="0" y="15"/>
                  </a:lnTo>
                  <a:lnTo>
                    <a:pt x="1" y="15"/>
                  </a:lnTo>
                  <a:lnTo>
                    <a:pt x="1" y="13"/>
                  </a:lnTo>
                  <a:lnTo>
                    <a:pt x="2" y="13"/>
                  </a:lnTo>
                  <a:lnTo>
                    <a:pt x="2" y="12"/>
                  </a:lnTo>
                  <a:lnTo>
                    <a:pt x="2" y="11"/>
                  </a:lnTo>
                  <a:lnTo>
                    <a:pt x="3" y="10"/>
                  </a:lnTo>
                  <a:lnTo>
                    <a:pt x="3" y="9"/>
                  </a:lnTo>
                  <a:lnTo>
                    <a:pt x="4" y="8"/>
                  </a:lnTo>
                  <a:lnTo>
                    <a:pt x="5" y="6"/>
                  </a:lnTo>
                  <a:lnTo>
                    <a:pt x="6" y="5"/>
                  </a:lnTo>
                  <a:lnTo>
                    <a:pt x="7" y="4"/>
                  </a:lnTo>
                  <a:lnTo>
                    <a:pt x="8" y="4"/>
                  </a:lnTo>
                  <a:lnTo>
                    <a:pt x="9" y="3"/>
                  </a:lnTo>
                  <a:lnTo>
                    <a:pt x="10" y="2"/>
                  </a:lnTo>
                  <a:lnTo>
                    <a:pt x="11" y="2"/>
                  </a:lnTo>
                  <a:lnTo>
                    <a:pt x="11" y="1"/>
                  </a:lnTo>
                  <a:lnTo>
                    <a:pt x="12" y="0"/>
                  </a:lnTo>
                  <a:lnTo>
                    <a:pt x="13" y="0"/>
                  </a:lnTo>
                  <a:lnTo>
                    <a:pt x="14" y="0"/>
                  </a:lnTo>
                  <a:lnTo>
                    <a:pt x="15" y="0"/>
                  </a:lnTo>
                  <a:lnTo>
                    <a:pt x="16" y="0"/>
                  </a:lnTo>
                  <a:lnTo>
                    <a:pt x="17" y="0"/>
                  </a:lnTo>
                  <a:lnTo>
                    <a:pt x="18" y="0"/>
                  </a:lnTo>
                  <a:lnTo>
                    <a:pt x="19" y="0"/>
                  </a:lnTo>
                  <a:lnTo>
                    <a:pt x="20" y="0"/>
                  </a:lnTo>
                  <a:lnTo>
                    <a:pt x="22" y="0"/>
                  </a:lnTo>
                  <a:lnTo>
                    <a:pt x="23" y="0"/>
                  </a:lnTo>
                  <a:lnTo>
                    <a:pt x="24" y="0"/>
                  </a:lnTo>
                  <a:lnTo>
                    <a:pt x="25" y="0"/>
                  </a:lnTo>
                  <a:lnTo>
                    <a:pt x="27" y="0"/>
                  </a:lnTo>
                  <a:lnTo>
                    <a:pt x="27" y="1"/>
                  </a:lnTo>
                  <a:lnTo>
                    <a:pt x="28" y="2"/>
                  </a:lnTo>
                  <a:lnTo>
                    <a:pt x="29" y="2"/>
                  </a:lnTo>
                  <a:lnTo>
                    <a:pt x="30" y="3"/>
                  </a:lnTo>
                  <a:lnTo>
                    <a:pt x="31" y="3"/>
                  </a:lnTo>
                  <a:lnTo>
                    <a:pt x="31" y="4"/>
                  </a:lnTo>
                  <a:lnTo>
                    <a:pt x="32" y="4"/>
                  </a:lnTo>
                  <a:lnTo>
                    <a:pt x="33" y="4"/>
                  </a:lnTo>
                  <a:lnTo>
                    <a:pt x="33" y="5"/>
                  </a:lnTo>
                  <a:lnTo>
                    <a:pt x="33" y="6"/>
                  </a:lnTo>
                  <a:lnTo>
                    <a:pt x="34" y="6"/>
                  </a:lnTo>
                  <a:lnTo>
                    <a:pt x="34" y="7"/>
                  </a:lnTo>
                  <a:lnTo>
                    <a:pt x="35" y="7"/>
                  </a:lnTo>
                  <a:lnTo>
                    <a:pt x="36" y="8"/>
                  </a:lnTo>
                  <a:lnTo>
                    <a:pt x="36" y="9"/>
                  </a:lnTo>
                  <a:lnTo>
                    <a:pt x="36" y="10"/>
                  </a:lnTo>
                  <a:lnTo>
                    <a:pt x="37" y="10"/>
                  </a:lnTo>
                  <a:lnTo>
                    <a:pt x="37" y="11"/>
                  </a:lnTo>
                  <a:lnTo>
                    <a:pt x="38" y="11"/>
                  </a:lnTo>
                  <a:lnTo>
                    <a:pt x="38" y="12"/>
                  </a:lnTo>
                  <a:lnTo>
                    <a:pt x="38" y="13"/>
                  </a:lnTo>
                  <a:lnTo>
                    <a:pt x="38" y="15"/>
                  </a:lnTo>
                  <a:lnTo>
                    <a:pt x="38" y="16"/>
                  </a:lnTo>
                  <a:lnTo>
                    <a:pt x="39" y="18"/>
                  </a:lnTo>
                  <a:lnTo>
                    <a:pt x="39" y="50"/>
                  </a:lnTo>
                  <a:lnTo>
                    <a:pt x="0" y="50"/>
                  </a:lnTo>
                  <a:lnTo>
                    <a:pt x="0" y="18"/>
                  </a:lnTo>
                  <a:close/>
                </a:path>
              </a:pathLst>
            </a:custGeom>
            <a:solidFill>
              <a:srgbClr val="8080FF"/>
            </a:solidFill>
            <a:ln w="12700">
              <a:solidFill>
                <a:srgbClr val="000000"/>
              </a:solidFill>
              <a:prstDash val="solid"/>
              <a:round/>
              <a:headEnd/>
              <a:tailEnd/>
            </a:ln>
          </p:spPr>
          <p:txBody>
            <a:bodyPr/>
            <a:lstStyle/>
            <a:p>
              <a:endParaRPr lang="nl-BE"/>
            </a:p>
          </p:txBody>
        </p:sp>
        <p:sp>
          <p:nvSpPr>
            <p:cNvPr id="42373" name="Rectangle 13"/>
            <p:cNvSpPr>
              <a:spLocks noChangeArrowheads="1"/>
            </p:cNvSpPr>
            <p:nvPr/>
          </p:nvSpPr>
          <p:spPr bwMode="auto">
            <a:xfrm>
              <a:off x="5283200" y="3711575"/>
              <a:ext cx="71438" cy="33338"/>
            </a:xfrm>
            <a:prstGeom prst="rect">
              <a:avLst/>
            </a:prstGeom>
            <a:solidFill>
              <a:srgbClr val="004000"/>
            </a:solidFill>
            <a:ln w="9525">
              <a:noFill/>
              <a:miter lim="800000"/>
              <a:headEnd/>
              <a:tailEnd/>
            </a:ln>
          </p:spPr>
          <p:txBody>
            <a:bodyPr/>
            <a:lstStyle/>
            <a:p>
              <a:pPr algn="ctr" eaLnBrk="0" hangingPunct="0"/>
              <a:endParaRPr lang="nl-BE"/>
            </a:p>
          </p:txBody>
        </p:sp>
        <p:sp>
          <p:nvSpPr>
            <p:cNvPr id="42374" name="Freeform 14"/>
            <p:cNvSpPr>
              <a:spLocks/>
            </p:cNvSpPr>
            <p:nvPr/>
          </p:nvSpPr>
          <p:spPr bwMode="auto">
            <a:xfrm>
              <a:off x="5286375" y="3698875"/>
              <a:ext cx="73025" cy="47625"/>
            </a:xfrm>
            <a:custGeom>
              <a:avLst/>
              <a:gdLst>
                <a:gd name="T0" fmla="*/ 0 w 39"/>
                <a:gd name="T1" fmla="*/ 2147483647 h 50"/>
                <a:gd name="T2" fmla="*/ 0 w 39"/>
                <a:gd name="T3" fmla="*/ 2147483647 h 50"/>
                <a:gd name="T4" fmla="*/ 0 w 39"/>
                <a:gd name="T5" fmla="*/ 2147483647 h 50"/>
                <a:gd name="T6" fmla="*/ 0 w 39"/>
                <a:gd name="T7" fmla="*/ 2147483647 h 50"/>
                <a:gd name="T8" fmla="*/ 2147483647 w 39"/>
                <a:gd name="T9" fmla="*/ 2147483647 h 50"/>
                <a:gd name="T10" fmla="*/ 2147483647 w 39"/>
                <a:gd name="T11" fmla="*/ 2147483647 h 50"/>
                <a:gd name="T12" fmla="*/ 2147483647 w 39"/>
                <a:gd name="T13" fmla="*/ 2147483647 h 50"/>
                <a:gd name="T14" fmla="*/ 2147483647 w 39"/>
                <a:gd name="T15" fmla="*/ 2147483647 h 50"/>
                <a:gd name="T16" fmla="*/ 2147483647 w 39"/>
                <a:gd name="T17" fmla="*/ 2147483647 h 50"/>
                <a:gd name="T18" fmla="*/ 2147483647 w 39"/>
                <a:gd name="T19" fmla="*/ 2147483647 h 50"/>
                <a:gd name="T20" fmla="*/ 2147483647 w 39"/>
                <a:gd name="T21" fmla="*/ 2147483647 h 50"/>
                <a:gd name="T22" fmla="*/ 2147483647 w 39"/>
                <a:gd name="T23" fmla="*/ 2147483647 h 50"/>
                <a:gd name="T24" fmla="*/ 2147483647 w 39"/>
                <a:gd name="T25" fmla="*/ 2147483647 h 50"/>
                <a:gd name="T26" fmla="*/ 2147483647 w 39"/>
                <a:gd name="T27" fmla="*/ 2147483647 h 50"/>
                <a:gd name="T28" fmla="*/ 2147483647 w 39"/>
                <a:gd name="T29" fmla="*/ 2147483647 h 50"/>
                <a:gd name="T30" fmla="*/ 2147483647 w 39"/>
                <a:gd name="T31" fmla="*/ 2147483647 h 50"/>
                <a:gd name="T32" fmla="*/ 2147483647 w 39"/>
                <a:gd name="T33" fmla="*/ 2147483647 h 50"/>
                <a:gd name="T34" fmla="*/ 2147483647 w 39"/>
                <a:gd name="T35" fmla="*/ 2147483647 h 50"/>
                <a:gd name="T36" fmla="*/ 2147483647 w 39"/>
                <a:gd name="T37" fmla="*/ 2147483647 h 50"/>
                <a:gd name="T38" fmla="*/ 2147483647 w 39"/>
                <a:gd name="T39" fmla="*/ 2147483647 h 50"/>
                <a:gd name="T40" fmla="*/ 2147483647 w 39"/>
                <a:gd name="T41" fmla="*/ 0 h 50"/>
                <a:gd name="T42" fmla="*/ 2147483647 w 39"/>
                <a:gd name="T43" fmla="*/ 0 h 50"/>
                <a:gd name="T44" fmla="*/ 2147483647 w 39"/>
                <a:gd name="T45" fmla="*/ 0 h 50"/>
                <a:gd name="T46" fmla="*/ 2147483647 w 39"/>
                <a:gd name="T47" fmla="*/ 0 h 50"/>
                <a:gd name="T48" fmla="*/ 2147483647 w 39"/>
                <a:gd name="T49" fmla="*/ 0 h 50"/>
                <a:gd name="T50" fmla="*/ 2147483647 w 39"/>
                <a:gd name="T51" fmla="*/ 0 h 50"/>
                <a:gd name="T52" fmla="*/ 2147483647 w 39"/>
                <a:gd name="T53" fmla="*/ 0 h 50"/>
                <a:gd name="T54" fmla="*/ 2147483647 w 39"/>
                <a:gd name="T55" fmla="*/ 0 h 50"/>
                <a:gd name="T56" fmla="*/ 2147483647 w 39"/>
                <a:gd name="T57" fmla="*/ 0 h 50"/>
                <a:gd name="T58" fmla="*/ 2147483647 w 39"/>
                <a:gd name="T59" fmla="*/ 0 h 50"/>
                <a:gd name="T60" fmla="*/ 2147483647 w 39"/>
                <a:gd name="T61" fmla="*/ 0 h 50"/>
                <a:gd name="T62" fmla="*/ 2147483647 w 39"/>
                <a:gd name="T63" fmla="*/ 0 h 50"/>
                <a:gd name="T64" fmla="*/ 2147483647 w 39"/>
                <a:gd name="T65" fmla="*/ 0 h 50"/>
                <a:gd name="T66" fmla="*/ 2147483647 w 39"/>
                <a:gd name="T67" fmla="*/ 0 h 50"/>
                <a:gd name="T68" fmla="*/ 2147483647 w 39"/>
                <a:gd name="T69" fmla="*/ 2147483647 h 50"/>
                <a:gd name="T70" fmla="*/ 2147483647 w 39"/>
                <a:gd name="T71" fmla="*/ 2147483647 h 50"/>
                <a:gd name="T72" fmla="*/ 2147483647 w 39"/>
                <a:gd name="T73" fmla="*/ 2147483647 h 50"/>
                <a:gd name="T74" fmla="*/ 2147483647 w 39"/>
                <a:gd name="T75" fmla="*/ 2147483647 h 50"/>
                <a:gd name="T76" fmla="*/ 2147483647 w 39"/>
                <a:gd name="T77" fmla="*/ 2147483647 h 50"/>
                <a:gd name="T78" fmla="*/ 2147483647 w 39"/>
                <a:gd name="T79" fmla="*/ 2147483647 h 50"/>
                <a:gd name="T80" fmla="*/ 2147483647 w 39"/>
                <a:gd name="T81" fmla="*/ 2147483647 h 50"/>
                <a:gd name="T82" fmla="*/ 2147483647 w 39"/>
                <a:gd name="T83" fmla="*/ 2147483647 h 50"/>
                <a:gd name="T84" fmla="*/ 2147483647 w 39"/>
                <a:gd name="T85" fmla="*/ 2147483647 h 50"/>
                <a:gd name="T86" fmla="*/ 2147483647 w 39"/>
                <a:gd name="T87" fmla="*/ 2147483647 h 50"/>
                <a:gd name="T88" fmla="*/ 2147483647 w 39"/>
                <a:gd name="T89" fmla="*/ 2147483647 h 50"/>
                <a:gd name="T90" fmla="*/ 2147483647 w 39"/>
                <a:gd name="T91" fmla="*/ 2147483647 h 50"/>
                <a:gd name="T92" fmla="*/ 2147483647 w 39"/>
                <a:gd name="T93" fmla="*/ 2147483647 h 50"/>
                <a:gd name="T94" fmla="*/ 2147483647 w 39"/>
                <a:gd name="T95" fmla="*/ 2147483647 h 50"/>
                <a:gd name="T96" fmla="*/ 2147483647 w 39"/>
                <a:gd name="T97" fmla="*/ 2147483647 h 50"/>
                <a:gd name="T98" fmla="*/ 2147483647 w 39"/>
                <a:gd name="T99" fmla="*/ 2147483647 h 50"/>
                <a:gd name="T100" fmla="*/ 2147483647 w 39"/>
                <a:gd name="T101" fmla="*/ 2147483647 h 50"/>
                <a:gd name="T102" fmla="*/ 2147483647 w 39"/>
                <a:gd name="T103" fmla="*/ 2147483647 h 50"/>
                <a:gd name="T104" fmla="*/ 2147483647 w 39"/>
                <a:gd name="T105" fmla="*/ 2147483647 h 50"/>
                <a:gd name="T106" fmla="*/ 2147483647 w 39"/>
                <a:gd name="T107" fmla="*/ 2147483647 h 50"/>
                <a:gd name="T108" fmla="*/ 2147483647 w 39"/>
                <a:gd name="T109" fmla="*/ 2147483647 h 50"/>
                <a:gd name="T110" fmla="*/ 2147483647 w 39"/>
                <a:gd name="T111" fmla="*/ 2147483647 h 50"/>
                <a:gd name="T112" fmla="*/ 2147483647 w 39"/>
                <a:gd name="T113" fmla="*/ 2147483647 h 50"/>
                <a:gd name="T114" fmla="*/ 2147483647 w 39"/>
                <a:gd name="T115" fmla="*/ 2147483647 h 50"/>
                <a:gd name="T116" fmla="*/ 2147483647 w 39"/>
                <a:gd name="T117" fmla="*/ 2147483647 h 50"/>
                <a:gd name="T118" fmla="*/ 0 w 39"/>
                <a:gd name="T119" fmla="*/ 2147483647 h 50"/>
                <a:gd name="T120" fmla="*/ 0 w 39"/>
                <a:gd name="T121" fmla="*/ 2147483647 h 50"/>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39"/>
                <a:gd name="T184" fmla="*/ 0 h 50"/>
                <a:gd name="T185" fmla="*/ 39 w 39"/>
                <a:gd name="T186" fmla="*/ 50 h 50"/>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39" h="50">
                  <a:moveTo>
                    <a:pt x="0" y="18"/>
                  </a:moveTo>
                  <a:lnTo>
                    <a:pt x="0" y="17"/>
                  </a:lnTo>
                  <a:lnTo>
                    <a:pt x="0" y="16"/>
                  </a:lnTo>
                  <a:lnTo>
                    <a:pt x="0" y="15"/>
                  </a:lnTo>
                  <a:lnTo>
                    <a:pt x="1" y="15"/>
                  </a:lnTo>
                  <a:lnTo>
                    <a:pt x="1" y="13"/>
                  </a:lnTo>
                  <a:lnTo>
                    <a:pt x="2" y="13"/>
                  </a:lnTo>
                  <a:lnTo>
                    <a:pt x="2" y="12"/>
                  </a:lnTo>
                  <a:lnTo>
                    <a:pt x="2" y="11"/>
                  </a:lnTo>
                  <a:lnTo>
                    <a:pt x="3" y="10"/>
                  </a:lnTo>
                  <a:lnTo>
                    <a:pt x="3" y="9"/>
                  </a:lnTo>
                  <a:lnTo>
                    <a:pt x="4" y="8"/>
                  </a:lnTo>
                  <a:lnTo>
                    <a:pt x="5" y="6"/>
                  </a:lnTo>
                  <a:lnTo>
                    <a:pt x="6" y="5"/>
                  </a:lnTo>
                  <a:lnTo>
                    <a:pt x="7" y="4"/>
                  </a:lnTo>
                  <a:lnTo>
                    <a:pt x="8" y="4"/>
                  </a:lnTo>
                  <a:lnTo>
                    <a:pt x="9" y="3"/>
                  </a:lnTo>
                  <a:lnTo>
                    <a:pt x="10" y="2"/>
                  </a:lnTo>
                  <a:lnTo>
                    <a:pt x="11" y="2"/>
                  </a:lnTo>
                  <a:lnTo>
                    <a:pt x="11" y="1"/>
                  </a:lnTo>
                  <a:lnTo>
                    <a:pt x="12" y="0"/>
                  </a:lnTo>
                  <a:lnTo>
                    <a:pt x="13" y="0"/>
                  </a:lnTo>
                  <a:lnTo>
                    <a:pt x="14" y="0"/>
                  </a:lnTo>
                  <a:lnTo>
                    <a:pt x="15" y="0"/>
                  </a:lnTo>
                  <a:lnTo>
                    <a:pt x="16" y="0"/>
                  </a:lnTo>
                  <a:lnTo>
                    <a:pt x="17" y="0"/>
                  </a:lnTo>
                  <a:lnTo>
                    <a:pt x="18" y="0"/>
                  </a:lnTo>
                  <a:lnTo>
                    <a:pt x="19" y="0"/>
                  </a:lnTo>
                  <a:lnTo>
                    <a:pt x="20" y="0"/>
                  </a:lnTo>
                  <a:lnTo>
                    <a:pt x="22" y="0"/>
                  </a:lnTo>
                  <a:lnTo>
                    <a:pt x="23" y="0"/>
                  </a:lnTo>
                  <a:lnTo>
                    <a:pt x="24" y="0"/>
                  </a:lnTo>
                  <a:lnTo>
                    <a:pt x="25" y="0"/>
                  </a:lnTo>
                  <a:lnTo>
                    <a:pt x="27" y="0"/>
                  </a:lnTo>
                  <a:lnTo>
                    <a:pt x="27" y="1"/>
                  </a:lnTo>
                  <a:lnTo>
                    <a:pt x="28" y="2"/>
                  </a:lnTo>
                  <a:lnTo>
                    <a:pt x="29" y="2"/>
                  </a:lnTo>
                  <a:lnTo>
                    <a:pt x="30" y="3"/>
                  </a:lnTo>
                  <a:lnTo>
                    <a:pt x="31" y="3"/>
                  </a:lnTo>
                  <a:lnTo>
                    <a:pt x="31" y="4"/>
                  </a:lnTo>
                  <a:lnTo>
                    <a:pt x="32" y="4"/>
                  </a:lnTo>
                  <a:lnTo>
                    <a:pt x="33" y="4"/>
                  </a:lnTo>
                  <a:lnTo>
                    <a:pt x="33" y="5"/>
                  </a:lnTo>
                  <a:lnTo>
                    <a:pt x="33" y="6"/>
                  </a:lnTo>
                  <a:lnTo>
                    <a:pt x="34" y="6"/>
                  </a:lnTo>
                  <a:lnTo>
                    <a:pt x="34" y="7"/>
                  </a:lnTo>
                  <a:lnTo>
                    <a:pt x="35" y="7"/>
                  </a:lnTo>
                  <a:lnTo>
                    <a:pt x="36" y="8"/>
                  </a:lnTo>
                  <a:lnTo>
                    <a:pt x="36" y="9"/>
                  </a:lnTo>
                  <a:lnTo>
                    <a:pt x="36" y="10"/>
                  </a:lnTo>
                  <a:lnTo>
                    <a:pt x="37" y="10"/>
                  </a:lnTo>
                  <a:lnTo>
                    <a:pt x="37" y="11"/>
                  </a:lnTo>
                  <a:lnTo>
                    <a:pt x="38" y="11"/>
                  </a:lnTo>
                  <a:lnTo>
                    <a:pt x="38" y="12"/>
                  </a:lnTo>
                  <a:lnTo>
                    <a:pt x="38" y="13"/>
                  </a:lnTo>
                  <a:lnTo>
                    <a:pt x="38" y="15"/>
                  </a:lnTo>
                  <a:lnTo>
                    <a:pt x="38" y="16"/>
                  </a:lnTo>
                  <a:lnTo>
                    <a:pt x="39" y="18"/>
                  </a:lnTo>
                  <a:lnTo>
                    <a:pt x="39" y="50"/>
                  </a:lnTo>
                  <a:lnTo>
                    <a:pt x="0" y="50"/>
                  </a:lnTo>
                  <a:lnTo>
                    <a:pt x="0" y="18"/>
                  </a:lnTo>
                </a:path>
              </a:pathLst>
            </a:custGeom>
            <a:noFill/>
            <a:ln w="12700">
              <a:solidFill>
                <a:srgbClr val="000000"/>
              </a:solidFill>
              <a:prstDash val="solid"/>
              <a:round/>
              <a:headEnd/>
              <a:tailEnd/>
            </a:ln>
          </p:spPr>
          <p:txBody>
            <a:bodyPr/>
            <a:lstStyle/>
            <a:p>
              <a:endParaRPr lang="nl-BE"/>
            </a:p>
          </p:txBody>
        </p:sp>
        <p:sp>
          <p:nvSpPr>
            <p:cNvPr id="42375" name="Freeform 15"/>
            <p:cNvSpPr>
              <a:spLocks/>
            </p:cNvSpPr>
            <p:nvPr/>
          </p:nvSpPr>
          <p:spPr bwMode="auto">
            <a:xfrm>
              <a:off x="5286375" y="3698875"/>
              <a:ext cx="73025" cy="47625"/>
            </a:xfrm>
            <a:custGeom>
              <a:avLst/>
              <a:gdLst>
                <a:gd name="T0" fmla="*/ 0 w 39"/>
                <a:gd name="T1" fmla="*/ 2147483647 h 50"/>
                <a:gd name="T2" fmla="*/ 0 w 39"/>
                <a:gd name="T3" fmla="*/ 2147483647 h 50"/>
                <a:gd name="T4" fmla="*/ 0 w 39"/>
                <a:gd name="T5" fmla="*/ 2147483647 h 50"/>
                <a:gd name="T6" fmla="*/ 0 w 39"/>
                <a:gd name="T7" fmla="*/ 2147483647 h 50"/>
                <a:gd name="T8" fmla="*/ 2147483647 w 39"/>
                <a:gd name="T9" fmla="*/ 2147483647 h 50"/>
                <a:gd name="T10" fmla="*/ 2147483647 w 39"/>
                <a:gd name="T11" fmla="*/ 2147483647 h 50"/>
                <a:gd name="T12" fmla="*/ 2147483647 w 39"/>
                <a:gd name="T13" fmla="*/ 2147483647 h 50"/>
                <a:gd name="T14" fmla="*/ 2147483647 w 39"/>
                <a:gd name="T15" fmla="*/ 2147483647 h 50"/>
                <a:gd name="T16" fmla="*/ 2147483647 w 39"/>
                <a:gd name="T17" fmla="*/ 2147483647 h 50"/>
                <a:gd name="T18" fmla="*/ 2147483647 w 39"/>
                <a:gd name="T19" fmla="*/ 2147483647 h 50"/>
                <a:gd name="T20" fmla="*/ 2147483647 w 39"/>
                <a:gd name="T21" fmla="*/ 2147483647 h 50"/>
                <a:gd name="T22" fmla="*/ 2147483647 w 39"/>
                <a:gd name="T23" fmla="*/ 2147483647 h 50"/>
                <a:gd name="T24" fmla="*/ 2147483647 w 39"/>
                <a:gd name="T25" fmla="*/ 2147483647 h 50"/>
                <a:gd name="T26" fmla="*/ 2147483647 w 39"/>
                <a:gd name="T27" fmla="*/ 2147483647 h 50"/>
                <a:gd name="T28" fmla="*/ 2147483647 w 39"/>
                <a:gd name="T29" fmla="*/ 2147483647 h 50"/>
                <a:gd name="T30" fmla="*/ 2147483647 w 39"/>
                <a:gd name="T31" fmla="*/ 2147483647 h 50"/>
                <a:gd name="T32" fmla="*/ 2147483647 w 39"/>
                <a:gd name="T33" fmla="*/ 2147483647 h 50"/>
                <a:gd name="T34" fmla="*/ 2147483647 w 39"/>
                <a:gd name="T35" fmla="*/ 2147483647 h 50"/>
                <a:gd name="T36" fmla="*/ 2147483647 w 39"/>
                <a:gd name="T37" fmla="*/ 2147483647 h 50"/>
                <a:gd name="T38" fmla="*/ 2147483647 w 39"/>
                <a:gd name="T39" fmla="*/ 2147483647 h 50"/>
                <a:gd name="T40" fmla="*/ 2147483647 w 39"/>
                <a:gd name="T41" fmla="*/ 0 h 50"/>
                <a:gd name="T42" fmla="*/ 2147483647 w 39"/>
                <a:gd name="T43" fmla="*/ 0 h 50"/>
                <a:gd name="T44" fmla="*/ 2147483647 w 39"/>
                <a:gd name="T45" fmla="*/ 0 h 50"/>
                <a:gd name="T46" fmla="*/ 2147483647 w 39"/>
                <a:gd name="T47" fmla="*/ 0 h 50"/>
                <a:gd name="T48" fmla="*/ 2147483647 w 39"/>
                <a:gd name="T49" fmla="*/ 0 h 50"/>
                <a:gd name="T50" fmla="*/ 2147483647 w 39"/>
                <a:gd name="T51" fmla="*/ 0 h 50"/>
                <a:gd name="T52" fmla="*/ 2147483647 w 39"/>
                <a:gd name="T53" fmla="*/ 0 h 50"/>
                <a:gd name="T54" fmla="*/ 2147483647 w 39"/>
                <a:gd name="T55" fmla="*/ 0 h 50"/>
                <a:gd name="T56" fmla="*/ 2147483647 w 39"/>
                <a:gd name="T57" fmla="*/ 0 h 50"/>
                <a:gd name="T58" fmla="*/ 2147483647 w 39"/>
                <a:gd name="T59" fmla="*/ 0 h 50"/>
                <a:gd name="T60" fmla="*/ 2147483647 w 39"/>
                <a:gd name="T61" fmla="*/ 0 h 50"/>
                <a:gd name="T62" fmla="*/ 2147483647 w 39"/>
                <a:gd name="T63" fmla="*/ 0 h 50"/>
                <a:gd name="T64" fmla="*/ 2147483647 w 39"/>
                <a:gd name="T65" fmla="*/ 0 h 50"/>
                <a:gd name="T66" fmla="*/ 2147483647 w 39"/>
                <a:gd name="T67" fmla="*/ 0 h 50"/>
                <a:gd name="T68" fmla="*/ 2147483647 w 39"/>
                <a:gd name="T69" fmla="*/ 2147483647 h 50"/>
                <a:gd name="T70" fmla="*/ 2147483647 w 39"/>
                <a:gd name="T71" fmla="*/ 2147483647 h 50"/>
                <a:gd name="T72" fmla="*/ 2147483647 w 39"/>
                <a:gd name="T73" fmla="*/ 2147483647 h 50"/>
                <a:gd name="T74" fmla="*/ 2147483647 w 39"/>
                <a:gd name="T75" fmla="*/ 2147483647 h 50"/>
                <a:gd name="T76" fmla="*/ 2147483647 w 39"/>
                <a:gd name="T77" fmla="*/ 2147483647 h 50"/>
                <a:gd name="T78" fmla="*/ 2147483647 w 39"/>
                <a:gd name="T79" fmla="*/ 2147483647 h 50"/>
                <a:gd name="T80" fmla="*/ 2147483647 w 39"/>
                <a:gd name="T81" fmla="*/ 2147483647 h 50"/>
                <a:gd name="T82" fmla="*/ 2147483647 w 39"/>
                <a:gd name="T83" fmla="*/ 2147483647 h 50"/>
                <a:gd name="T84" fmla="*/ 2147483647 w 39"/>
                <a:gd name="T85" fmla="*/ 2147483647 h 50"/>
                <a:gd name="T86" fmla="*/ 2147483647 w 39"/>
                <a:gd name="T87" fmla="*/ 2147483647 h 50"/>
                <a:gd name="T88" fmla="*/ 2147483647 w 39"/>
                <a:gd name="T89" fmla="*/ 2147483647 h 50"/>
                <a:gd name="T90" fmla="*/ 2147483647 w 39"/>
                <a:gd name="T91" fmla="*/ 2147483647 h 50"/>
                <a:gd name="T92" fmla="*/ 2147483647 w 39"/>
                <a:gd name="T93" fmla="*/ 2147483647 h 50"/>
                <a:gd name="T94" fmla="*/ 2147483647 w 39"/>
                <a:gd name="T95" fmla="*/ 2147483647 h 50"/>
                <a:gd name="T96" fmla="*/ 2147483647 w 39"/>
                <a:gd name="T97" fmla="*/ 2147483647 h 50"/>
                <a:gd name="T98" fmla="*/ 2147483647 w 39"/>
                <a:gd name="T99" fmla="*/ 2147483647 h 50"/>
                <a:gd name="T100" fmla="*/ 2147483647 w 39"/>
                <a:gd name="T101" fmla="*/ 2147483647 h 50"/>
                <a:gd name="T102" fmla="*/ 2147483647 w 39"/>
                <a:gd name="T103" fmla="*/ 2147483647 h 50"/>
                <a:gd name="T104" fmla="*/ 2147483647 w 39"/>
                <a:gd name="T105" fmla="*/ 2147483647 h 50"/>
                <a:gd name="T106" fmla="*/ 2147483647 w 39"/>
                <a:gd name="T107" fmla="*/ 2147483647 h 50"/>
                <a:gd name="T108" fmla="*/ 2147483647 w 39"/>
                <a:gd name="T109" fmla="*/ 2147483647 h 50"/>
                <a:gd name="T110" fmla="*/ 2147483647 w 39"/>
                <a:gd name="T111" fmla="*/ 2147483647 h 50"/>
                <a:gd name="T112" fmla="*/ 2147483647 w 39"/>
                <a:gd name="T113" fmla="*/ 2147483647 h 50"/>
                <a:gd name="T114" fmla="*/ 2147483647 w 39"/>
                <a:gd name="T115" fmla="*/ 2147483647 h 50"/>
                <a:gd name="T116" fmla="*/ 2147483647 w 39"/>
                <a:gd name="T117" fmla="*/ 2147483647 h 50"/>
                <a:gd name="T118" fmla="*/ 0 w 39"/>
                <a:gd name="T119" fmla="*/ 2147483647 h 50"/>
                <a:gd name="T120" fmla="*/ 0 w 39"/>
                <a:gd name="T121" fmla="*/ 2147483647 h 50"/>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39"/>
                <a:gd name="T184" fmla="*/ 0 h 50"/>
                <a:gd name="T185" fmla="*/ 39 w 39"/>
                <a:gd name="T186" fmla="*/ 50 h 50"/>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39" h="50">
                  <a:moveTo>
                    <a:pt x="0" y="18"/>
                  </a:moveTo>
                  <a:lnTo>
                    <a:pt x="0" y="17"/>
                  </a:lnTo>
                  <a:lnTo>
                    <a:pt x="0" y="16"/>
                  </a:lnTo>
                  <a:lnTo>
                    <a:pt x="0" y="15"/>
                  </a:lnTo>
                  <a:lnTo>
                    <a:pt x="1" y="15"/>
                  </a:lnTo>
                  <a:lnTo>
                    <a:pt x="1" y="13"/>
                  </a:lnTo>
                  <a:lnTo>
                    <a:pt x="2" y="13"/>
                  </a:lnTo>
                  <a:lnTo>
                    <a:pt x="2" y="12"/>
                  </a:lnTo>
                  <a:lnTo>
                    <a:pt x="2" y="11"/>
                  </a:lnTo>
                  <a:lnTo>
                    <a:pt x="3" y="10"/>
                  </a:lnTo>
                  <a:lnTo>
                    <a:pt x="3" y="9"/>
                  </a:lnTo>
                  <a:lnTo>
                    <a:pt x="4" y="8"/>
                  </a:lnTo>
                  <a:lnTo>
                    <a:pt x="5" y="6"/>
                  </a:lnTo>
                  <a:lnTo>
                    <a:pt x="6" y="5"/>
                  </a:lnTo>
                  <a:lnTo>
                    <a:pt x="7" y="4"/>
                  </a:lnTo>
                  <a:lnTo>
                    <a:pt x="8" y="4"/>
                  </a:lnTo>
                  <a:lnTo>
                    <a:pt x="9" y="3"/>
                  </a:lnTo>
                  <a:lnTo>
                    <a:pt x="10" y="2"/>
                  </a:lnTo>
                  <a:lnTo>
                    <a:pt x="11" y="2"/>
                  </a:lnTo>
                  <a:lnTo>
                    <a:pt x="11" y="1"/>
                  </a:lnTo>
                  <a:lnTo>
                    <a:pt x="12" y="0"/>
                  </a:lnTo>
                  <a:lnTo>
                    <a:pt x="13" y="0"/>
                  </a:lnTo>
                  <a:lnTo>
                    <a:pt x="14" y="0"/>
                  </a:lnTo>
                  <a:lnTo>
                    <a:pt x="15" y="0"/>
                  </a:lnTo>
                  <a:lnTo>
                    <a:pt x="16" y="0"/>
                  </a:lnTo>
                  <a:lnTo>
                    <a:pt x="17" y="0"/>
                  </a:lnTo>
                  <a:lnTo>
                    <a:pt x="18" y="0"/>
                  </a:lnTo>
                  <a:lnTo>
                    <a:pt x="19" y="0"/>
                  </a:lnTo>
                  <a:lnTo>
                    <a:pt x="20" y="0"/>
                  </a:lnTo>
                  <a:lnTo>
                    <a:pt x="22" y="0"/>
                  </a:lnTo>
                  <a:lnTo>
                    <a:pt x="23" y="0"/>
                  </a:lnTo>
                  <a:lnTo>
                    <a:pt x="24" y="0"/>
                  </a:lnTo>
                  <a:lnTo>
                    <a:pt x="25" y="0"/>
                  </a:lnTo>
                  <a:lnTo>
                    <a:pt x="27" y="0"/>
                  </a:lnTo>
                  <a:lnTo>
                    <a:pt x="27" y="1"/>
                  </a:lnTo>
                  <a:lnTo>
                    <a:pt x="28" y="2"/>
                  </a:lnTo>
                  <a:lnTo>
                    <a:pt x="29" y="2"/>
                  </a:lnTo>
                  <a:lnTo>
                    <a:pt x="30" y="3"/>
                  </a:lnTo>
                  <a:lnTo>
                    <a:pt x="31" y="3"/>
                  </a:lnTo>
                  <a:lnTo>
                    <a:pt x="31" y="4"/>
                  </a:lnTo>
                  <a:lnTo>
                    <a:pt x="32" y="4"/>
                  </a:lnTo>
                  <a:lnTo>
                    <a:pt x="33" y="4"/>
                  </a:lnTo>
                  <a:lnTo>
                    <a:pt x="33" y="5"/>
                  </a:lnTo>
                  <a:lnTo>
                    <a:pt x="33" y="6"/>
                  </a:lnTo>
                  <a:lnTo>
                    <a:pt x="34" y="6"/>
                  </a:lnTo>
                  <a:lnTo>
                    <a:pt x="34" y="7"/>
                  </a:lnTo>
                  <a:lnTo>
                    <a:pt x="35" y="7"/>
                  </a:lnTo>
                  <a:lnTo>
                    <a:pt x="36" y="8"/>
                  </a:lnTo>
                  <a:lnTo>
                    <a:pt x="36" y="9"/>
                  </a:lnTo>
                  <a:lnTo>
                    <a:pt x="36" y="10"/>
                  </a:lnTo>
                  <a:lnTo>
                    <a:pt x="37" y="10"/>
                  </a:lnTo>
                  <a:lnTo>
                    <a:pt x="37" y="11"/>
                  </a:lnTo>
                  <a:lnTo>
                    <a:pt x="38" y="11"/>
                  </a:lnTo>
                  <a:lnTo>
                    <a:pt x="38" y="12"/>
                  </a:lnTo>
                  <a:lnTo>
                    <a:pt x="38" y="13"/>
                  </a:lnTo>
                  <a:lnTo>
                    <a:pt x="38" y="15"/>
                  </a:lnTo>
                  <a:lnTo>
                    <a:pt x="38" y="16"/>
                  </a:lnTo>
                  <a:lnTo>
                    <a:pt x="39" y="18"/>
                  </a:lnTo>
                  <a:lnTo>
                    <a:pt x="39" y="50"/>
                  </a:lnTo>
                  <a:lnTo>
                    <a:pt x="0" y="50"/>
                  </a:lnTo>
                  <a:lnTo>
                    <a:pt x="0" y="18"/>
                  </a:lnTo>
                </a:path>
              </a:pathLst>
            </a:custGeom>
            <a:noFill/>
            <a:ln w="12700">
              <a:solidFill>
                <a:srgbClr val="000000"/>
              </a:solidFill>
              <a:prstDash val="solid"/>
              <a:round/>
              <a:headEnd/>
              <a:tailEnd/>
            </a:ln>
          </p:spPr>
          <p:txBody>
            <a:bodyPr/>
            <a:lstStyle/>
            <a:p>
              <a:endParaRPr lang="nl-BE"/>
            </a:p>
          </p:txBody>
        </p:sp>
        <p:sp>
          <p:nvSpPr>
            <p:cNvPr id="42376" name="Freeform 16"/>
            <p:cNvSpPr>
              <a:spLocks/>
            </p:cNvSpPr>
            <p:nvPr/>
          </p:nvSpPr>
          <p:spPr bwMode="auto">
            <a:xfrm>
              <a:off x="4713288" y="3552825"/>
              <a:ext cx="965200" cy="635000"/>
            </a:xfrm>
            <a:custGeom>
              <a:avLst/>
              <a:gdLst>
                <a:gd name="T0" fmla="*/ 2147483647 w 516"/>
                <a:gd name="T1" fmla="*/ 2147483647 h 661"/>
                <a:gd name="T2" fmla="*/ 2147483647 w 516"/>
                <a:gd name="T3" fmla="*/ 2147483647 h 661"/>
                <a:gd name="T4" fmla="*/ 2147483647 w 516"/>
                <a:gd name="T5" fmla="*/ 2147483647 h 661"/>
                <a:gd name="T6" fmla="*/ 2147483647 w 516"/>
                <a:gd name="T7" fmla="*/ 2147483647 h 661"/>
                <a:gd name="T8" fmla="*/ 2147483647 w 516"/>
                <a:gd name="T9" fmla="*/ 2147483647 h 661"/>
                <a:gd name="T10" fmla="*/ 2147483647 w 516"/>
                <a:gd name="T11" fmla="*/ 2147483647 h 661"/>
                <a:gd name="T12" fmla="*/ 2147483647 w 516"/>
                <a:gd name="T13" fmla="*/ 2147483647 h 661"/>
                <a:gd name="T14" fmla="*/ 2147483647 w 516"/>
                <a:gd name="T15" fmla="*/ 2147483647 h 661"/>
                <a:gd name="T16" fmla="*/ 2147483647 w 516"/>
                <a:gd name="T17" fmla="*/ 2147483647 h 661"/>
                <a:gd name="T18" fmla="*/ 2147483647 w 516"/>
                <a:gd name="T19" fmla="*/ 2147483647 h 661"/>
                <a:gd name="T20" fmla="*/ 2147483647 w 516"/>
                <a:gd name="T21" fmla="*/ 2147483647 h 661"/>
                <a:gd name="T22" fmla="*/ 2147483647 w 516"/>
                <a:gd name="T23" fmla="*/ 2147483647 h 661"/>
                <a:gd name="T24" fmla="*/ 2147483647 w 516"/>
                <a:gd name="T25" fmla="*/ 2147483647 h 661"/>
                <a:gd name="T26" fmla="*/ 2147483647 w 516"/>
                <a:gd name="T27" fmla="*/ 2147483647 h 661"/>
                <a:gd name="T28" fmla="*/ 2147483647 w 516"/>
                <a:gd name="T29" fmla="*/ 2147483647 h 661"/>
                <a:gd name="T30" fmla="*/ 2147483647 w 516"/>
                <a:gd name="T31" fmla="*/ 2147483647 h 661"/>
                <a:gd name="T32" fmla="*/ 2147483647 w 516"/>
                <a:gd name="T33" fmla="*/ 2147483647 h 661"/>
                <a:gd name="T34" fmla="*/ 2147483647 w 516"/>
                <a:gd name="T35" fmla="*/ 2147483647 h 661"/>
                <a:gd name="T36" fmla="*/ 2147483647 w 516"/>
                <a:gd name="T37" fmla="*/ 2147483647 h 661"/>
                <a:gd name="T38" fmla="*/ 2147483647 w 516"/>
                <a:gd name="T39" fmla="*/ 2147483647 h 661"/>
                <a:gd name="T40" fmla="*/ 2147483647 w 516"/>
                <a:gd name="T41" fmla="*/ 0 h 661"/>
                <a:gd name="T42" fmla="*/ 2147483647 w 516"/>
                <a:gd name="T43" fmla="*/ 2147483647 h 661"/>
                <a:gd name="T44" fmla="*/ 2147483647 w 516"/>
                <a:gd name="T45" fmla="*/ 2147483647 h 661"/>
                <a:gd name="T46" fmla="*/ 2147483647 w 516"/>
                <a:gd name="T47" fmla="*/ 2147483647 h 661"/>
                <a:gd name="T48" fmla="*/ 2147483647 w 516"/>
                <a:gd name="T49" fmla="*/ 2147483647 h 661"/>
                <a:gd name="T50" fmla="*/ 2147483647 w 516"/>
                <a:gd name="T51" fmla="*/ 2147483647 h 661"/>
                <a:gd name="T52" fmla="*/ 2147483647 w 516"/>
                <a:gd name="T53" fmla="*/ 2147483647 h 661"/>
                <a:gd name="T54" fmla="*/ 2147483647 w 516"/>
                <a:gd name="T55" fmla="*/ 2147483647 h 661"/>
                <a:gd name="T56" fmla="*/ 2147483647 w 516"/>
                <a:gd name="T57" fmla="*/ 2147483647 h 661"/>
                <a:gd name="T58" fmla="*/ 2147483647 w 516"/>
                <a:gd name="T59" fmla="*/ 2147483647 h 661"/>
                <a:gd name="T60" fmla="*/ 2147483647 w 516"/>
                <a:gd name="T61" fmla="*/ 2147483647 h 661"/>
                <a:gd name="T62" fmla="*/ 2147483647 w 516"/>
                <a:gd name="T63" fmla="*/ 2147483647 h 661"/>
                <a:gd name="T64" fmla="*/ 2147483647 w 516"/>
                <a:gd name="T65" fmla="*/ 2147483647 h 661"/>
                <a:gd name="T66" fmla="*/ 2147483647 w 516"/>
                <a:gd name="T67" fmla="*/ 2147483647 h 661"/>
                <a:gd name="T68" fmla="*/ 2147483647 w 516"/>
                <a:gd name="T69" fmla="*/ 2147483647 h 661"/>
                <a:gd name="T70" fmla="*/ 2147483647 w 516"/>
                <a:gd name="T71" fmla="*/ 2147483647 h 661"/>
                <a:gd name="T72" fmla="*/ 2147483647 w 516"/>
                <a:gd name="T73" fmla="*/ 2147483647 h 661"/>
                <a:gd name="T74" fmla="*/ 2147483647 w 516"/>
                <a:gd name="T75" fmla="*/ 2147483647 h 661"/>
                <a:gd name="T76" fmla="*/ 2147483647 w 516"/>
                <a:gd name="T77" fmla="*/ 2147483647 h 661"/>
                <a:gd name="T78" fmla="*/ 2147483647 w 516"/>
                <a:gd name="T79" fmla="*/ 2147483647 h 661"/>
                <a:gd name="T80" fmla="*/ 2147483647 w 516"/>
                <a:gd name="T81" fmla="*/ 2147483647 h 661"/>
                <a:gd name="T82" fmla="*/ 2147483647 w 516"/>
                <a:gd name="T83" fmla="*/ 2147483647 h 661"/>
                <a:gd name="T84" fmla="*/ 2147483647 w 516"/>
                <a:gd name="T85" fmla="*/ 2147483647 h 661"/>
                <a:gd name="T86" fmla="*/ 2147483647 w 516"/>
                <a:gd name="T87" fmla="*/ 2147483647 h 661"/>
                <a:gd name="T88" fmla="*/ 2147483647 w 516"/>
                <a:gd name="T89" fmla="*/ 2147483647 h 661"/>
                <a:gd name="T90" fmla="*/ 0 w 516"/>
                <a:gd name="T91" fmla="*/ 2147483647 h 661"/>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516"/>
                <a:gd name="T139" fmla="*/ 0 h 661"/>
                <a:gd name="T140" fmla="*/ 516 w 516"/>
                <a:gd name="T141" fmla="*/ 661 h 661"/>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516" h="661">
                  <a:moveTo>
                    <a:pt x="0" y="242"/>
                  </a:moveTo>
                  <a:lnTo>
                    <a:pt x="2" y="232"/>
                  </a:lnTo>
                  <a:lnTo>
                    <a:pt x="2" y="222"/>
                  </a:lnTo>
                  <a:lnTo>
                    <a:pt x="3" y="213"/>
                  </a:lnTo>
                  <a:lnTo>
                    <a:pt x="6" y="202"/>
                  </a:lnTo>
                  <a:lnTo>
                    <a:pt x="7" y="194"/>
                  </a:lnTo>
                  <a:lnTo>
                    <a:pt x="10" y="185"/>
                  </a:lnTo>
                  <a:lnTo>
                    <a:pt x="13" y="178"/>
                  </a:lnTo>
                  <a:lnTo>
                    <a:pt x="14" y="170"/>
                  </a:lnTo>
                  <a:lnTo>
                    <a:pt x="18" y="163"/>
                  </a:lnTo>
                  <a:lnTo>
                    <a:pt x="20" y="158"/>
                  </a:lnTo>
                  <a:lnTo>
                    <a:pt x="25" y="145"/>
                  </a:lnTo>
                  <a:lnTo>
                    <a:pt x="32" y="134"/>
                  </a:lnTo>
                  <a:lnTo>
                    <a:pt x="36" y="125"/>
                  </a:lnTo>
                  <a:lnTo>
                    <a:pt x="43" y="115"/>
                  </a:lnTo>
                  <a:lnTo>
                    <a:pt x="48" y="108"/>
                  </a:lnTo>
                  <a:lnTo>
                    <a:pt x="56" y="96"/>
                  </a:lnTo>
                  <a:lnTo>
                    <a:pt x="66" y="84"/>
                  </a:lnTo>
                  <a:lnTo>
                    <a:pt x="74" y="77"/>
                  </a:lnTo>
                  <a:lnTo>
                    <a:pt x="81" y="70"/>
                  </a:lnTo>
                  <a:lnTo>
                    <a:pt x="90" y="62"/>
                  </a:lnTo>
                  <a:lnTo>
                    <a:pt x="98" y="55"/>
                  </a:lnTo>
                  <a:lnTo>
                    <a:pt x="109" y="47"/>
                  </a:lnTo>
                  <a:lnTo>
                    <a:pt x="118" y="40"/>
                  </a:lnTo>
                  <a:lnTo>
                    <a:pt x="127" y="35"/>
                  </a:lnTo>
                  <a:lnTo>
                    <a:pt x="134" y="31"/>
                  </a:lnTo>
                  <a:lnTo>
                    <a:pt x="139" y="29"/>
                  </a:lnTo>
                  <a:lnTo>
                    <a:pt x="145" y="25"/>
                  </a:lnTo>
                  <a:lnTo>
                    <a:pt x="151" y="22"/>
                  </a:lnTo>
                  <a:lnTo>
                    <a:pt x="159" y="19"/>
                  </a:lnTo>
                  <a:lnTo>
                    <a:pt x="165" y="17"/>
                  </a:lnTo>
                  <a:lnTo>
                    <a:pt x="173" y="14"/>
                  </a:lnTo>
                  <a:lnTo>
                    <a:pt x="181" y="12"/>
                  </a:lnTo>
                  <a:lnTo>
                    <a:pt x="190" y="8"/>
                  </a:lnTo>
                  <a:lnTo>
                    <a:pt x="196" y="7"/>
                  </a:lnTo>
                  <a:lnTo>
                    <a:pt x="206" y="5"/>
                  </a:lnTo>
                  <a:lnTo>
                    <a:pt x="212" y="3"/>
                  </a:lnTo>
                  <a:lnTo>
                    <a:pt x="223" y="2"/>
                  </a:lnTo>
                  <a:lnTo>
                    <a:pt x="229" y="2"/>
                  </a:lnTo>
                  <a:lnTo>
                    <a:pt x="238" y="1"/>
                  </a:lnTo>
                  <a:lnTo>
                    <a:pt x="245" y="0"/>
                  </a:lnTo>
                  <a:lnTo>
                    <a:pt x="256" y="0"/>
                  </a:lnTo>
                  <a:lnTo>
                    <a:pt x="267" y="0"/>
                  </a:lnTo>
                  <a:lnTo>
                    <a:pt x="278" y="1"/>
                  </a:lnTo>
                  <a:lnTo>
                    <a:pt x="289" y="2"/>
                  </a:lnTo>
                  <a:lnTo>
                    <a:pt x="294" y="2"/>
                  </a:lnTo>
                  <a:lnTo>
                    <a:pt x="304" y="3"/>
                  </a:lnTo>
                  <a:lnTo>
                    <a:pt x="310" y="5"/>
                  </a:lnTo>
                  <a:lnTo>
                    <a:pt x="318" y="8"/>
                  </a:lnTo>
                  <a:lnTo>
                    <a:pt x="326" y="10"/>
                  </a:lnTo>
                  <a:lnTo>
                    <a:pt x="333" y="12"/>
                  </a:lnTo>
                  <a:lnTo>
                    <a:pt x="343" y="15"/>
                  </a:lnTo>
                  <a:lnTo>
                    <a:pt x="350" y="17"/>
                  </a:lnTo>
                  <a:lnTo>
                    <a:pt x="359" y="21"/>
                  </a:lnTo>
                  <a:lnTo>
                    <a:pt x="366" y="24"/>
                  </a:lnTo>
                  <a:lnTo>
                    <a:pt x="372" y="28"/>
                  </a:lnTo>
                  <a:lnTo>
                    <a:pt x="381" y="31"/>
                  </a:lnTo>
                  <a:lnTo>
                    <a:pt x="388" y="35"/>
                  </a:lnTo>
                  <a:lnTo>
                    <a:pt x="395" y="39"/>
                  </a:lnTo>
                  <a:lnTo>
                    <a:pt x="403" y="45"/>
                  </a:lnTo>
                  <a:lnTo>
                    <a:pt x="409" y="49"/>
                  </a:lnTo>
                  <a:lnTo>
                    <a:pt x="415" y="54"/>
                  </a:lnTo>
                  <a:lnTo>
                    <a:pt x="421" y="58"/>
                  </a:lnTo>
                  <a:lnTo>
                    <a:pt x="427" y="63"/>
                  </a:lnTo>
                  <a:lnTo>
                    <a:pt x="431" y="67"/>
                  </a:lnTo>
                  <a:lnTo>
                    <a:pt x="437" y="72"/>
                  </a:lnTo>
                  <a:lnTo>
                    <a:pt x="442" y="78"/>
                  </a:lnTo>
                  <a:lnTo>
                    <a:pt x="447" y="82"/>
                  </a:lnTo>
                  <a:lnTo>
                    <a:pt x="450" y="86"/>
                  </a:lnTo>
                  <a:lnTo>
                    <a:pt x="456" y="92"/>
                  </a:lnTo>
                  <a:lnTo>
                    <a:pt x="459" y="96"/>
                  </a:lnTo>
                  <a:lnTo>
                    <a:pt x="463" y="101"/>
                  </a:lnTo>
                  <a:lnTo>
                    <a:pt x="465" y="105"/>
                  </a:lnTo>
                  <a:lnTo>
                    <a:pt x="470" y="111"/>
                  </a:lnTo>
                  <a:lnTo>
                    <a:pt x="476" y="119"/>
                  </a:lnTo>
                  <a:lnTo>
                    <a:pt x="479" y="126"/>
                  </a:lnTo>
                  <a:lnTo>
                    <a:pt x="483" y="132"/>
                  </a:lnTo>
                  <a:lnTo>
                    <a:pt x="486" y="139"/>
                  </a:lnTo>
                  <a:lnTo>
                    <a:pt x="489" y="146"/>
                  </a:lnTo>
                  <a:lnTo>
                    <a:pt x="493" y="152"/>
                  </a:lnTo>
                  <a:lnTo>
                    <a:pt x="496" y="159"/>
                  </a:lnTo>
                  <a:lnTo>
                    <a:pt x="499" y="167"/>
                  </a:lnTo>
                  <a:lnTo>
                    <a:pt x="502" y="174"/>
                  </a:lnTo>
                  <a:lnTo>
                    <a:pt x="505" y="183"/>
                  </a:lnTo>
                  <a:lnTo>
                    <a:pt x="508" y="195"/>
                  </a:lnTo>
                  <a:lnTo>
                    <a:pt x="510" y="204"/>
                  </a:lnTo>
                  <a:lnTo>
                    <a:pt x="511" y="213"/>
                  </a:lnTo>
                  <a:lnTo>
                    <a:pt x="513" y="226"/>
                  </a:lnTo>
                  <a:lnTo>
                    <a:pt x="516" y="242"/>
                  </a:lnTo>
                  <a:lnTo>
                    <a:pt x="516" y="661"/>
                  </a:lnTo>
                  <a:lnTo>
                    <a:pt x="0" y="661"/>
                  </a:lnTo>
                  <a:lnTo>
                    <a:pt x="0" y="242"/>
                  </a:lnTo>
                </a:path>
              </a:pathLst>
            </a:custGeom>
            <a:noFill/>
            <a:ln w="12700">
              <a:solidFill>
                <a:srgbClr val="000000"/>
              </a:solidFill>
              <a:prstDash val="solid"/>
              <a:round/>
              <a:headEnd/>
              <a:tailEnd/>
            </a:ln>
          </p:spPr>
          <p:txBody>
            <a:bodyPr/>
            <a:lstStyle/>
            <a:p>
              <a:endParaRPr lang="nl-BE"/>
            </a:p>
          </p:txBody>
        </p:sp>
        <p:sp>
          <p:nvSpPr>
            <p:cNvPr id="42377" name="Freeform 17"/>
            <p:cNvSpPr>
              <a:spLocks/>
            </p:cNvSpPr>
            <p:nvPr/>
          </p:nvSpPr>
          <p:spPr bwMode="auto">
            <a:xfrm>
              <a:off x="4824413" y="3582988"/>
              <a:ext cx="803275" cy="528637"/>
            </a:xfrm>
            <a:custGeom>
              <a:avLst/>
              <a:gdLst>
                <a:gd name="T0" fmla="*/ 2147483647 w 430"/>
                <a:gd name="T1" fmla="*/ 2147483647 h 550"/>
                <a:gd name="T2" fmla="*/ 2147483647 w 430"/>
                <a:gd name="T3" fmla="*/ 2147483647 h 550"/>
                <a:gd name="T4" fmla="*/ 2147483647 w 430"/>
                <a:gd name="T5" fmla="*/ 2147483647 h 550"/>
                <a:gd name="T6" fmla="*/ 2147483647 w 430"/>
                <a:gd name="T7" fmla="*/ 2147483647 h 550"/>
                <a:gd name="T8" fmla="*/ 2147483647 w 430"/>
                <a:gd name="T9" fmla="*/ 2147483647 h 550"/>
                <a:gd name="T10" fmla="*/ 2147483647 w 430"/>
                <a:gd name="T11" fmla="*/ 2147483647 h 550"/>
                <a:gd name="T12" fmla="*/ 2147483647 w 430"/>
                <a:gd name="T13" fmla="*/ 2147483647 h 550"/>
                <a:gd name="T14" fmla="*/ 2147483647 w 430"/>
                <a:gd name="T15" fmla="*/ 2147483647 h 550"/>
                <a:gd name="T16" fmla="*/ 2147483647 w 430"/>
                <a:gd name="T17" fmla="*/ 2147483647 h 550"/>
                <a:gd name="T18" fmla="*/ 2147483647 w 430"/>
                <a:gd name="T19" fmla="*/ 2147483647 h 550"/>
                <a:gd name="T20" fmla="*/ 2147483647 w 430"/>
                <a:gd name="T21" fmla="*/ 2147483647 h 550"/>
                <a:gd name="T22" fmla="*/ 2147483647 w 430"/>
                <a:gd name="T23" fmla="*/ 2147483647 h 550"/>
                <a:gd name="T24" fmla="*/ 2147483647 w 430"/>
                <a:gd name="T25" fmla="*/ 2147483647 h 550"/>
                <a:gd name="T26" fmla="*/ 2147483647 w 430"/>
                <a:gd name="T27" fmla="*/ 2147483647 h 550"/>
                <a:gd name="T28" fmla="*/ 2147483647 w 430"/>
                <a:gd name="T29" fmla="*/ 2147483647 h 550"/>
                <a:gd name="T30" fmla="*/ 2147483647 w 430"/>
                <a:gd name="T31" fmla="*/ 2147483647 h 550"/>
                <a:gd name="T32" fmla="*/ 2147483647 w 430"/>
                <a:gd name="T33" fmla="*/ 2147483647 h 550"/>
                <a:gd name="T34" fmla="*/ 2147483647 w 430"/>
                <a:gd name="T35" fmla="*/ 2147483647 h 550"/>
                <a:gd name="T36" fmla="*/ 2147483647 w 430"/>
                <a:gd name="T37" fmla="*/ 2147483647 h 550"/>
                <a:gd name="T38" fmla="*/ 2147483647 w 430"/>
                <a:gd name="T39" fmla="*/ 0 h 550"/>
                <a:gd name="T40" fmla="*/ 2147483647 w 430"/>
                <a:gd name="T41" fmla="*/ 0 h 550"/>
                <a:gd name="T42" fmla="*/ 2147483647 w 430"/>
                <a:gd name="T43" fmla="*/ 0 h 550"/>
                <a:gd name="T44" fmla="*/ 2147483647 w 430"/>
                <a:gd name="T45" fmla="*/ 2147483647 h 550"/>
                <a:gd name="T46" fmla="*/ 2147483647 w 430"/>
                <a:gd name="T47" fmla="*/ 2147483647 h 550"/>
                <a:gd name="T48" fmla="*/ 2147483647 w 430"/>
                <a:gd name="T49" fmla="*/ 2147483647 h 550"/>
                <a:gd name="T50" fmla="*/ 2147483647 w 430"/>
                <a:gd name="T51" fmla="*/ 2147483647 h 550"/>
                <a:gd name="T52" fmla="*/ 2147483647 w 430"/>
                <a:gd name="T53" fmla="*/ 2147483647 h 550"/>
                <a:gd name="T54" fmla="*/ 2147483647 w 430"/>
                <a:gd name="T55" fmla="*/ 2147483647 h 550"/>
                <a:gd name="T56" fmla="*/ 2147483647 w 430"/>
                <a:gd name="T57" fmla="*/ 2147483647 h 550"/>
                <a:gd name="T58" fmla="*/ 2147483647 w 430"/>
                <a:gd name="T59" fmla="*/ 2147483647 h 550"/>
                <a:gd name="T60" fmla="*/ 2147483647 w 430"/>
                <a:gd name="T61" fmla="*/ 2147483647 h 550"/>
                <a:gd name="T62" fmla="*/ 2147483647 w 430"/>
                <a:gd name="T63" fmla="*/ 2147483647 h 550"/>
                <a:gd name="T64" fmla="*/ 2147483647 w 430"/>
                <a:gd name="T65" fmla="*/ 2147483647 h 550"/>
                <a:gd name="T66" fmla="*/ 2147483647 w 430"/>
                <a:gd name="T67" fmla="*/ 2147483647 h 550"/>
                <a:gd name="T68" fmla="*/ 2147483647 w 430"/>
                <a:gd name="T69" fmla="*/ 2147483647 h 550"/>
                <a:gd name="T70" fmla="*/ 2147483647 w 430"/>
                <a:gd name="T71" fmla="*/ 2147483647 h 550"/>
                <a:gd name="T72" fmla="*/ 2147483647 w 430"/>
                <a:gd name="T73" fmla="*/ 2147483647 h 550"/>
                <a:gd name="T74" fmla="*/ 2147483647 w 430"/>
                <a:gd name="T75" fmla="*/ 2147483647 h 550"/>
                <a:gd name="T76" fmla="*/ 2147483647 w 430"/>
                <a:gd name="T77" fmla="*/ 2147483647 h 550"/>
                <a:gd name="T78" fmla="*/ 2147483647 w 430"/>
                <a:gd name="T79" fmla="*/ 2147483647 h 550"/>
                <a:gd name="T80" fmla="*/ 2147483647 w 430"/>
                <a:gd name="T81" fmla="*/ 2147483647 h 550"/>
                <a:gd name="T82" fmla="*/ 2147483647 w 430"/>
                <a:gd name="T83" fmla="*/ 2147483647 h 550"/>
                <a:gd name="T84" fmla="*/ 2147483647 w 430"/>
                <a:gd name="T85" fmla="*/ 2147483647 h 550"/>
                <a:gd name="T86" fmla="*/ 2147483647 w 430"/>
                <a:gd name="T87" fmla="*/ 2147483647 h 550"/>
                <a:gd name="T88" fmla="*/ 2147483647 w 430"/>
                <a:gd name="T89" fmla="*/ 2147483647 h 550"/>
                <a:gd name="T90" fmla="*/ 0 w 430"/>
                <a:gd name="T91" fmla="*/ 2147483647 h 550"/>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430"/>
                <a:gd name="T139" fmla="*/ 0 h 550"/>
                <a:gd name="T140" fmla="*/ 430 w 430"/>
                <a:gd name="T141" fmla="*/ 550 h 550"/>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430" h="550">
                  <a:moveTo>
                    <a:pt x="0" y="202"/>
                  </a:moveTo>
                  <a:lnTo>
                    <a:pt x="2" y="193"/>
                  </a:lnTo>
                  <a:lnTo>
                    <a:pt x="3" y="186"/>
                  </a:lnTo>
                  <a:lnTo>
                    <a:pt x="4" y="177"/>
                  </a:lnTo>
                  <a:lnTo>
                    <a:pt x="5" y="169"/>
                  </a:lnTo>
                  <a:lnTo>
                    <a:pt x="7" y="161"/>
                  </a:lnTo>
                  <a:lnTo>
                    <a:pt x="9" y="154"/>
                  </a:lnTo>
                  <a:lnTo>
                    <a:pt x="11" y="148"/>
                  </a:lnTo>
                  <a:lnTo>
                    <a:pt x="13" y="142"/>
                  </a:lnTo>
                  <a:lnTo>
                    <a:pt x="15" y="136"/>
                  </a:lnTo>
                  <a:lnTo>
                    <a:pt x="18" y="131"/>
                  </a:lnTo>
                  <a:lnTo>
                    <a:pt x="21" y="121"/>
                  </a:lnTo>
                  <a:lnTo>
                    <a:pt x="27" y="111"/>
                  </a:lnTo>
                  <a:lnTo>
                    <a:pt x="31" y="104"/>
                  </a:lnTo>
                  <a:lnTo>
                    <a:pt x="36" y="96"/>
                  </a:lnTo>
                  <a:lnTo>
                    <a:pt x="40" y="89"/>
                  </a:lnTo>
                  <a:lnTo>
                    <a:pt x="48" y="79"/>
                  </a:lnTo>
                  <a:lnTo>
                    <a:pt x="55" y="70"/>
                  </a:lnTo>
                  <a:lnTo>
                    <a:pt x="62" y="63"/>
                  </a:lnTo>
                  <a:lnTo>
                    <a:pt x="68" y="57"/>
                  </a:lnTo>
                  <a:lnTo>
                    <a:pt x="75" y="52"/>
                  </a:lnTo>
                  <a:lnTo>
                    <a:pt x="82" y="46"/>
                  </a:lnTo>
                  <a:lnTo>
                    <a:pt x="91" y="39"/>
                  </a:lnTo>
                  <a:lnTo>
                    <a:pt x="98" y="34"/>
                  </a:lnTo>
                  <a:lnTo>
                    <a:pt x="106" y="29"/>
                  </a:lnTo>
                  <a:lnTo>
                    <a:pt x="111" y="25"/>
                  </a:lnTo>
                  <a:lnTo>
                    <a:pt x="116" y="24"/>
                  </a:lnTo>
                  <a:lnTo>
                    <a:pt x="120" y="20"/>
                  </a:lnTo>
                  <a:lnTo>
                    <a:pt x="127" y="18"/>
                  </a:lnTo>
                  <a:lnTo>
                    <a:pt x="132" y="16"/>
                  </a:lnTo>
                  <a:lnTo>
                    <a:pt x="138" y="14"/>
                  </a:lnTo>
                  <a:lnTo>
                    <a:pt x="145" y="11"/>
                  </a:lnTo>
                  <a:lnTo>
                    <a:pt x="151" y="9"/>
                  </a:lnTo>
                  <a:lnTo>
                    <a:pt x="158" y="8"/>
                  </a:lnTo>
                  <a:lnTo>
                    <a:pt x="164" y="6"/>
                  </a:lnTo>
                  <a:lnTo>
                    <a:pt x="172" y="4"/>
                  </a:lnTo>
                  <a:lnTo>
                    <a:pt x="177" y="3"/>
                  </a:lnTo>
                  <a:lnTo>
                    <a:pt x="186" y="2"/>
                  </a:lnTo>
                  <a:lnTo>
                    <a:pt x="191" y="1"/>
                  </a:lnTo>
                  <a:lnTo>
                    <a:pt x="197" y="0"/>
                  </a:lnTo>
                  <a:lnTo>
                    <a:pt x="205" y="0"/>
                  </a:lnTo>
                  <a:lnTo>
                    <a:pt x="213" y="0"/>
                  </a:lnTo>
                  <a:lnTo>
                    <a:pt x="223" y="0"/>
                  </a:lnTo>
                  <a:lnTo>
                    <a:pt x="232" y="0"/>
                  </a:lnTo>
                  <a:lnTo>
                    <a:pt x="241" y="2"/>
                  </a:lnTo>
                  <a:lnTo>
                    <a:pt x="246" y="2"/>
                  </a:lnTo>
                  <a:lnTo>
                    <a:pt x="253" y="3"/>
                  </a:lnTo>
                  <a:lnTo>
                    <a:pt x="258" y="4"/>
                  </a:lnTo>
                  <a:lnTo>
                    <a:pt x="265" y="6"/>
                  </a:lnTo>
                  <a:lnTo>
                    <a:pt x="272" y="8"/>
                  </a:lnTo>
                  <a:lnTo>
                    <a:pt x="278" y="9"/>
                  </a:lnTo>
                  <a:lnTo>
                    <a:pt x="286" y="12"/>
                  </a:lnTo>
                  <a:lnTo>
                    <a:pt x="291" y="14"/>
                  </a:lnTo>
                  <a:lnTo>
                    <a:pt x="299" y="18"/>
                  </a:lnTo>
                  <a:lnTo>
                    <a:pt x="304" y="20"/>
                  </a:lnTo>
                  <a:lnTo>
                    <a:pt x="311" y="23"/>
                  </a:lnTo>
                  <a:lnTo>
                    <a:pt x="318" y="25"/>
                  </a:lnTo>
                  <a:lnTo>
                    <a:pt x="324" y="29"/>
                  </a:lnTo>
                  <a:lnTo>
                    <a:pt x="329" y="32"/>
                  </a:lnTo>
                  <a:lnTo>
                    <a:pt x="336" y="37"/>
                  </a:lnTo>
                  <a:lnTo>
                    <a:pt x="341" y="41"/>
                  </a:lnTo>
                  <a:lnTo>
                    <a:pt x="347" y="45"/>
                  </a:lnTo>
                  <a:lnTo>
                    <a:pt x="351" y="48"/>
                  </a:lnTo>
                  <a:lnTo>
                    <a:pt x="356" y="52"/>
                  </a:lnTo>
                  <a:lnTo>
                    <a:pt x="359" y="56"/>
                  </a:lnTo>
                  <a:lnTo>
                    <a:pt x="364" y="60"/>
                  </a:lnTo>
                  <a:lnTo>
                    <a:pt x="369" y="65"/>
                  </a:lnTo>
                  <a:lnTo>
                    <a:pt x="372" y="68"/>
                  </a:lnTo>
                  <a:lnTo>
                    <a:pt x="375" y="72"/>
                  </a:lnTo>
                  <a:lnTo>
                    <a:pt x="380" y="77"/>
                  </a:lnTo>
                  <a:lnTo>
                    <a:pt x="383" y="80"/>
                  </a:lnTo>
                  <a:lnTo>
                    <a:pt x="386" y="84"/>
                  </a:lnTo>
                  <a:lnTo>
                    <a:pt x="388" y="88"/>
                  </a:lnTo>
                  <a:lnTo>
                    <a:pt x="392" y="93"/>
                  </a:lnTo>
                  <a:lnTo>
                    <a:pt x="397" y="99"/>
                  </a:lnTo>
                  <a:lnTo>
                    <a:pt x="400" y="104"/>
                  </a:lnTo>
                  <a:lnTo>
                    <a:pt x="402" y="111"/>
                  </a:lnTo>
                  <a:lnTo>
                    <a:pt x="406" y="115"/>
                  </a:lnTo>
                  <a:lnTo>
                    <a:pt x="408" y="121"/>
                  </a:lnTo>
                  <a:lnTo>
                    <a:pt x="411" y="127"/>
                  </a:lnTo>
                  <a:lnTo>
                    <a:pt x="413" y="132"/>
                  </a:lnTo>
                  <a:lnTo>
                    <a:pt x="416" y="138"/>
                  </a:lnTo>
                  <a:lnTo>
                    <a:pt x="419" y="145"/>
                  </a:lnTo>
                  <a:lnTo>
                    <a:pt x="420" y="152"/>
                  </a:lnTo>
                  <a:lnTo>
                    <a:pt x="424" y="163"/>
                  </a:lnTo>
                  <a:lnTo>
                    <a:pt x="425" y="170"/>
                  </a:lnTo>
                  <a:lnTo>
                    <a:pt x="426" y="177"/>
                  </a:lnTo>
                  <a:lnTo>
                    <a:pt x="428" y="187"/>
                  </a:lnTo>
                  <a:lnTo>
                    <a:pt x="430" y="202"/>
                  </a:lnTo>
                  <a:lnTo>
                    <a:pt x="430" y="550"/>
                  </a:lnTo>
                  <a:lnTo>
                    <a:pt x="0" y="550"/>
                  </a:lnTo>
                  <a:lnTo>
                    <a:pt x="0" y="202"/>
                  </a:lnTo>
                  <a:close/>
                </a:path>
              </a:pathLst>
            </a:custGeom>
            <a:solidFill>
              <a:srgbClr val="404040"/>
            </a:solidFill>
            <a:ln w="12700">
              <a:solidFill>
                <a:srgbClr val="000000"/>
              </a:solidFill>
              <a:prstDash val="solid"/>
              <a:round/>
              <a:headEnd/>
              <a:tailEnd/>
            </a:ln>
          </p:spPr>
          <p:txBody>
            <a:bodyPr/>
            <a:lstStyle/>
            <a:p>
              <a:endParaRPr lang="nl-BE"/>
            </a:p>
          </p:txBody>
        </p:sp>
        <p:sp>
          <p:nvSpPr>
            <p:cNvPr id="42378" name="Freeform 18"/>
            <p:cNvSpPr>
              <a:spLocks/>
            </p:cNvSpPr>
            <p:nvPr/>
          </p:nvSpPr>
          <p:spPr bwMode="auto">
            <a:xfrm>
              <a:off x="4953000" y="3617913"/>
              <a:ext cx="601663" cy="395287"/>
            </a:xfrm>
            <a:custGeom>
              <a:avLst/>
              <a:gdLst>
                <a:gd name="T0" fmla="*/ 2147483647 w 322"/>
                <a:gd name="T1" fmla="*/ 2147483647 h 412"/>
                <a:gd name="T2" fmla="*/ 2147483647 w 322"/>
                <a:gd name="T3" fmla="*/ 2147483647 h 412"/>
                <a:gd name="T4" fmla="*/ 2147483647 w 322"/>
                <a:gd name="T5" fmla="*/ 2147483647 h 412"/>
                <a:gd name="T6" fmla="*/ 2147483647 w 322"/>
                <a:gd name="T7" fmla="*/ 2147483647 h 412"/>
                <a:gd name="T8" fmla="*/ 2147483647 w 322"/>
                <a:gd name="T9" fmla="*/ 2147483647 h 412"/>
                <a:gd name="T10" fmla="*/ 2147483647 w 322"/>
                <a:gd name="T11" fmla="*/ 2147483647 h 412"/>
                <a:gd name="T12" fmla="*/ 2147483647 w 322"/>
                <a:gd name="T13" fmla="*/ 2147483647 h 412"/>
                <a:gd name="T14" fmla="*/ 2147483647 w 322"/>
                <a:gd name="T15" fmla="*/ 2147483647 h 412"/>
                <a:gd name="T16" fmla="*/ 2147483647 w 322"/>
                <a:gd name="T17" fmla="*/ 2147483647 h 412"/>
                <a:gd name="T18" fmla="*/ 2147483647 w 322"/>
                <a:gd name="T19" fmla="*/ 2147483647 h 412"/>
                <a:gd name="T20" fmla="*/ 2147483647 w 322"/>
                <a:gd name="T21" fmla="*/ 2147483647 h 412"/>
                <a:gd name="T22" fmla="*/ 2147483647 w 322"/>
                <a:gd name="T23" fmla="*/ 2147483647 h 412"/>
                <a:gd name="T24" fmla="*/ 2147483647 w 322"/>
                <a:gd name="T25" fmla="*/ 2147483647 h 412"/>
                <a:gd name="T26" fmla="*/ 2147483647 w 322"/>
                <a:gd name="T27" fmla="*/ 2147483647 h 412"/>
                <a:gd name="T28" fmla="*/ 2147483647 w 322"/>
                <a:gd name="T29" fmla="*/ 2147483647 h 412"/>
                <a:gd name="T30" fmla="*/ 2147483647 w 322"/>
                <a:gd name="T31" fmla="*/ 2147483647 h 412"/>
                <a:gd name="T32" fmla="*/ 2147483647 w 322"/>
                <a:gd name="T33" fmla="*/ 2147483647 h 412"/>
                <a:gd name="T34" fmla="*/ 2147483647 w 322"/>
                <a:gd name="T35" fmla="*/ 2147483647 h 412"/>
                <a:gd name="T36" fmla="*/ 2147483647 w 322"/>
                <a:gd name="T37" fmla="*/ 2147483647 h 412"/>
                <a:gd name="T38" fmla="*/ 2147483647 w 322"/>
                <a:gd name="T39" fmla="*/ 0 h 412"/>
                <a:gd name="T40" fmla="*/ 2147483647 w 322"/>
                <a:gd name="T41" fmla="*/ 0 h 412"/>
                <a:gd name="T42" fmla="*/ 2147483647 w 322"/>
                <a:gd name="T43" fmla="*/ 0 h 412"/>
                <a:gd name="T44" fmla="*/ 2147483647 w 322"/>
                <a:gd name="T45" fmla="*/ 2147483647 h 412"/>
                <a:gd name="T46" fmla="*/ 2147483647 w 322"/>
                <a:gd name="T47" fmla="*/ 2147483647 h 412"/>
                <a:gd name="T48" fmla="*/ 2147483647 w 322"/>
                <a:gd name="T49" fmla="*/ 2147483647 h 412"/>
                <a:gd name="T50" fmla="*/ 2147483647 w 322"/>
                <a:gd name="T51" fmla="*/ 2147483647 h 412"/>
                <a:gd name="T52" fmla="*/ 2147483647 w 322"/>
                <a:gd name="T53" fmla="*/ 2147483647 h 412"/>
                <a:gd name="T54" fmla="*/ 2147483647 w 322"/>
                <a:gd name="T55" fmla="*/ 2147483647 h 412"/>
                <a:gd name="T56" fmla="*/ 2147483647 w 322"/>
                <a:gd name="T57" fmla="*/ 2147483647 h 412"/>
                <a:gd name="T58" fmla="*/ 2147483647 w 322"/>
                <a:gd name="T59" fmla="*/ 2147483647 h 412"/>
                <a:gd name="T60" fmla="*/ 2147483647 w 322"/>
                <a:gd name="T61" fmla="*/ 2147483647 h 412"/>
                <a:gd name="T62" fmla="*/ 2147483647 w 322"/>
                <a:gd name="T63" fmla="*/ 2147483647 h 412"/>
                <a:gd name="T64" fmla="*/ 2147483647 w 322"/>
                <a:gd name="T65" fmla="*/ 2147483647 h 412"/>
                <a:gd name="T66" fmla="*/ 2147483647 w 322"/>
                <a:gd name="T67" fmla="*/ 2147483647 h 412"/>
                <a:gd name="T68" fmla="*/ 2147483647 w 322"/>
                <a:gd name="T69" fmla="*/ 2147483647 h 412"/>
                <a:gd name="T70" fmla="*/ 2147483647 w 322"/>
                <a:gd name="T71" fmla="*/ 2147483647 h 412"/>
                <a:gd name="T72" fmla="*/ 2147483647 w 322"/>
                <a:gd name="T73" fmla="*/ 2147483647 h 412"/>
                <a:gd name="T74" fmla="*/ 2147483647 w 322"/>
                <a:gd name="T75" fmla="*/ 2147483647 h 412"/>
                <a:gd name="T76" fmla="*/ 2147483647 w 322"/>
                <a:gd name="T77" fmla="*/ 2147483647 h 412"/>
                <a:gd name="T78" fmla="*/ 2147483647 w 322"/>
                <a:gd name="T79" fmla="*/ 2147483647 h 412"/>
                <a:gd name="T80" fmla="*/ 2147483647 w 322"/>
                <a:gd name="T81" fmla="*/ 2147483647 h 412"/>
                <a:gd name="T82" fmla="*/ 2147483647 w 322"/>
                <a:gd name="T83" fmla="*/ 2147483647 h 412"/>
                <a:gd name="T84" fmla="*/ 2147483647 w 322"/>
                <a:gd name="T85" fmla="*/ 2147483647 h 412"/>
                <a:gd name="T86" fmla="*/ 2147483647 w 322"/>
                <a:gd name="T87" fmla="*/ 2147483647 h 412"/>
                <a:gd name="T88" fmla="*/ 2147483647 w 322"/>
                <a:gd name="T89" fmla="*/ 2147483647 h 412"/>
                <a:gd name="T90" fmla="*/ 0 w 322"/>
                <a:gd name="T91" fmla="*/ 2147483647 h 412"/>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322"/>
                <a:gd name="T139" fmla="*/ 0 h 412"/>
                <a:gd name="T140" fmla="*/ 322 w 322"/>
                <a:gd name="T141" fmla="*/ 412 h 412"/>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322" h="412">
                  <a:moveTo>
                    <a:pt x="0" y="151"/>
                  </a:moveTo>
                  <a:lnTo>
                    <a:pt x="1" y="144"/>
                  </a:lnTo>
                  <a:lnTo>
                    <a:pt x="1" y="139"/>
                  </a:lnTo>
                  <a:lnTo>
                    <a:pt x="1" y="134"/>
                  </a:lnTo>
                  <a:lnTo>
                    <a:pt x="3" y="127"/>
                  </a:lnTo>
                  <a:lnTo>
                    <a:pt x="4" y="121"/>
                  </a:lnTo>
                  <a:lnTo>
                    <a:pt x="6" y="115"/>
                  </a:lnTo>
                  <a:lnTo>
                    <a:pt x="6" y="111"/>
                  </a:lnTo>
                  <a:lnTo>
                    <a:pt x="8" y="107"/>
                  </a:lnTo>
                  <a:lnTo>
                    <a:pt x="10" y="102"/>
                  </a:lnTo>
                  <a:lnTo>
                    <a:pt x="12" y="98"/>
                  </a:lnTo>
                  <a:lnTo>
                    <a:pt x="15" y="91"/>
                  </a:lnTo>
                  <a:lnTo>
                    <a:pt x="19" y="84"/>
                  </a:lnTo>
                  <a:lnTo>
                    <a:pt x="23" y="77"/>
                  </a:lnTo>
                  <a:lnTo>
                    <a:pt x="26" y="72"/>
                  </a:lnTo>
                  <a:lnTo>
                    <a:pt x="29" y="67"/>
                  </a:lnTo>
                  <a:lnTo>
                    <a:pt x="34" y="60"/>
                  </a:lnTo>
                  <a:lnTo>
                    <a:pt x="40" y="53"/>
                  </a:lnTo>
                  <a:lnTo>
                    <a:pt x="45" y="48"/>
                  </a:lnTo>
                  <a:lnTo>
                    <a:pt x="50" y="44"/>
                  </a:lnTo>
                  <a:lnTo>
                    <a:pt x="55" y="39"/>
                  </a:lnTo>
                  <a:lnTo>
                    <a:pt x="61" y="34"/>
                  </a:lnTo>
                  <a:lnTo>
                    <a:pt x="67" y="29"/>
                  </a:lnTo>
                  <a:lnTo>
                    <a:pt x="73" y="26"/>
                  </a:lnTo>
                  <a:lnTo>
                    <a:pt x="79" y="21"/>
                  </a:lnTo>
                  <a:lnTo>
                    <a:pt x="83" y="20"/>
                  </a:lnTo>
                  <a:lnTo>
                    <a:pt x="86" y="18"/>
                  </a:lnTo>
                  <a:lnTo>
                    <a:pt x="89" y="16"/>
                  </a:lnTo>
                  <a:lnTo>
                    <a:pt x="94" y="14"/>
                  </a:lnTo>
                  <a:lnTo>
                    <a:pt x="98" y="12"/>
                  </a:lnTo>
                  <a:lnTo>
                    <a:pt x="102" y="10"/>
                  </a:lnTo>
                  <a:lnTo>
                    <a:pt x="107" y="9"/>
                  </a:lnTo>
                  <a:lnTo>
                    <a:pt x="112" y="7"/>
                  </a:lnTo>
                  <a:lnTo>
                    <a:pt x="117" y="5"/>
                  </a:lnTo>
                  <a:lnTo>
                    <a:pt x="122" y="5"/>
                  </a:lnTo>
                  <a:lnTo>
                    <a:pt x="128" y="3"/>
                  </a:lnTo>
                  <a:lnTo>
                    <a:pt x="132" y="2"/>
                  </a:lnTo>
                  <a:lnTo>
                    <a:pt x="139" y="1"/>
                  </a:lnTo>
                  <a:lnTo>
                    <a:pt x="142" y="0"/>
                  </a:lnTo>
                  <a:lnTo>
                    <a:pt x="148" y="0"/>
                  </a:lnTo>
                  <a:lnTo>
                    <a:pt x="153" y="0"/>
                  </a:lnTo>
                  <a:lnTo>
                    <a:pt x="159" y="0"/>
                  </a:lnTo>
                  <a:lnTo>
                    <a:pt x="166" y="0"/>
                  </a:lnTo>
                  <a:lnTo>
                    <a:pt x="173" y="0"/>
                  </a:lnTo>
                  <a:lnTo>
                    <a:pt x="179" y="1"/>
                  </a:lnTo>
                  <a:lnTo>
                    <a:pt x="183" y="1"/>
                  </a:lnTo>
                  <a:lnTo>
                    <a:pt x="189" y="2"/>
                  </a:lnTo>
                  <a:lnTo>
                    <a:pt x="193" y="4"/>
                  </a:lnTo>
                  <a:lnTo>
                    <a:pt x="198" y="5"/>
                  </a:lnTo>
                  <a:lnTo>
                    <a:pt x="203" y="6"/>
                  </a:lnTo>
                  <a:lnTo>
                    <a:pt x="207" y="8"/>
                  </a:lnTo>
                  <a:lnTo>
                    <a:pt x="213" y="9"/>
                  </a:lnTo>
                  <a:lnTo>
                    <a:pt x="218" y="10"/>
                  </a:lnTo>
                  <a:lnTo>
                    <a:pt x="223" y="13"/>
                  </a:lnTo>
                  <a:lnTo>
                    <a:pt x="227" y="15"/>
                  </a:lnTo>
                  <a:lnTo>
                    <a:pt x="232" y="17"/>
                  </a:lnTo>
                  <a:lnTo>
                    <a:pt x="237" y="19"/>
                  </a:lnTo>
                  <a:lnTo>
                    <a:pt x="241" y="21"/>
                  </a:lnTo>
                  <a:lnTo>
                    <a:pt x="245" y="25"/>
                  </a:lnTo>
                  <a:lnTo>
                    <a:pt x="251" y="28"/>
                  </a:lnTo>
                  <a:lnTo>
                    <a:pt x="255" y="31"/>
                  </a:lnTo>
                  <a:lnTo>
                    <a:pt x="259" y="33"/>
                  </a:lnTo>
                  <a:lnTo>
                    <a:pt x="262" y="36"/>
                  </a:lnTo>
                  <a:lnTo>
                    <a:pt x="267" y="39"/>
                  </a:lnTo>
                  <a:lnTo>
                    <a:pt x="269" y="43"/>
                  </a:lnTo>
                  <a:lnTo>
                    <a:pt x="272" y="45"/>
                  </a:lnTo>
                  <a:lnTo>
                    <a:pt x="276" y="48"/>
                  </a:lnTo>
                  <a:lnTo>
                    <a:pt x="278" y="52"/>
                  </a:lnTo>
                  <a:lnTo>
                    <a:pt x="281" y="53"/>
                  </a:lnTo>
                  <a:lnTo>
                    <a:pt x="284" y="58"/>
                  </a:lnTo>
                  <a:lnTo>
                    <a:pt x="286" y="60"/>
                  </a:lnTo>
                  <a:lnTo>
                    <a:pt x="289" y="63"/>
                  </a:lnTo>
                  <a:lnTo>
                    <a:pt x="290" y="66"/>
                  </a:lnTo>
                  <a:lnTo>
                    <a:pt x="294" y="69"/>
                  </a:lnTo>
                  <a:lnTo>
                    <a:pt x="297" y="75"/>
                  </a:lnTo>
                  <a:lnTo>
                    <a:pt x="299" y="78"/>
                  </a:lnTo>
                  <a:lnTo>
                    <a:pt x="301" y="82"/>
                  </a:lnTo>
                  <a:lnTo>
                    <a:pt x="303" y="86"/>
                  </a:lnTo>
                  <a:lnTo>
                    <a:pt x="305" y="91"/>
                  </a:lnTo>
                  <a:lnTo>
                    <a:pt x="307" y="95"/>
                  </a:lnTo>
                  <a:lnTo>
                    <a:pt x="310" y="100"/>
                  </a:lnTo>
                  <a:lnTo>
                    <a:pt x="311" y="104"/>
                  </a:lnTo>
                  <a:lnTo>
                    <a:pt x="313" y="109"/>
                  </a:lnTo>
                  <a:lnTo>
                    <a:pt x="315" y="114"/>
                  </a:lnTo>
                  <a:lnTo>
                    <a:pt x="317" y="123"/>
                  </a:lnTo>
                  <a:lnTo>
                    <a:pt x="317" y="127"/>
                  </a:lnTo>
                  <a:lnTo>
                    <a:pt x="319" y="133"/>
                  </a:lnTo>
                  <a:lnTo>
                    <a:pt x="320" y="140"/>
                  </a:lnTo>
                  <a:lnTo>
                    <a:pt x="322" y="151"/>
                  </a:lnTo>
                  <a:lnTo>
                    <a:pt x="322" y="412"/>
                  </a:lnTo>
                  <a:lnTo>
                    <a:pt x="0" y="412"/>
                  </a:lnTo>
                  <a:lnTo>
                    <a:pt x="0" y="151"/>
                  </a:lnTo>
                </a:path>
              </a:pathLst>
            </a:custGeom>
            <a:noFill/>
            <a:ln w="12700">
              <a:solidFill>
                <a:srgbClr val="000000"/>
              </a:solidFill>
              <a:prstDash val="solid"/>
              <a:round/>
              <a:headEnd/>
              <a:tailEnd/>
            </a:ln>
          </p:spPr>
          <p:txBody>
            <a:bodyPr/>
            <a:lstStyle/>
            <a:p>
              <a:endParaRPr lang="nl-BE"/>
            </a:p>
          </p:txBody>
        </p:sp>
        <p:sp>
          <p:nvSpPr>
            <p:cNvPr id="42379" name="Freeform 19"/>
            <p:cNvSpPr>
              <a:spLocks/>
            </p:cNvSpPr>
            <p:nvPr/>
          </p:nvSpPr>
          <p:spPr bwMode="auto">
            <a:xfrm>
              <a:off x="5037138" y="3638550"/>
              <a:ext cx="461962" cy="303213"/>
            </a:xfrm>
            <a:custGeom>
              <a:avLst/>
              <a:gdLst>
                <a:gd name="T0" fmla="*/ 0 w 247"/>
                <a:gd name="T1" fmla="*/ 2147483647 h 317"/>
                <a:gd name="T2" fmla="*/ 2147483647 w 247"/>
                <a:gd name="T3" fmla="*/ 2147483647 h 317"/>
                <a:gd name="T4" fmla="*/ 2147483647 w 247"/>
                <a:gd name="T5" fmla="*/ 2147483647 h 317"/>
                <a:gd name="T6" fmla="*/ 2147483647 w 247"/>
                <a:gd name="T7" fmla="*/ 2147483647 h 317"/>
                <a:gd name="T8" fmla="*/ 2147483647 w 247"/>
                <a:gd name="T9" fmla="*/ 2147483647 h 317"/>
                <a:gd name="T10" fmla="*/ 2147483647 w 247"/>
                <a:gd name="T11" fmla="*/ 2147483647 h 317"/>
                <a:gd name="T12" fmla="*/ 2147483647 w 247"/>
                <a:gd name="T13" fmla="*/ 2147483647 h 317"/>
                <a:gd name="T14" fmla="*/ 2147483647 w 247"/>
                <a:gd name="T15" fmla="*/ 2147483647 h 317"/>
                <a:gd name="T16" fmla="*/ 2147483647 w 247"/>
                <a:gd name="T17" fmla="*/ 2147483647 h 317"/>
                <a:gd name="T18" fmla="*/ 2147483647 w 247"/>
                <a:gd name="T19" fmla="*/ 2147483647 h 317"/>
                <a:gd name="T20" fmla="*/ 2147483647 w 247"/>
                <a:gd name="T21" fmla="*/ 2147483647 h 317"/>
                <a:gd name="T22" fmla="*/ 2147483647 w 247"/>
                <a:gd name="T23" fmla="*/ 2147483647 h 317"/>
                <a:gd name="T24" fmla="*/ 2147483647 w 247"/>
                <a:gd name="T25" fmla="*/ 2147483647 h 317"/>
                <a:gd name="T26" fmla="*/ 2147483647 w 247"/>
                <a:gd name="T27" fmla="*/ 2147483647 h 317"/>
                <a:gd name="T28" fmla="*/ 2147483647 w 247"/>
                <a:gd name="T29" fmla="*/ 2147483647 h 317"/>
                <a:gd name="T30" fmla="*/ 2147483647 w 247"/>
                <a:gd name="T31" fmla="*/ 2147483647 h 317"/>
                <a:gd name="T32" fmla="*/ 2147483647 w 247"/>
                <a:gd name="T33" fmla="*/ 2147483647 h 317"/>
                <a:gd name="T34" fmla="*/ 2147483647 w 247"/>
                <a:gd name="T35" fmla="*/ 2147483647 h 317"/>
                <a:gd name="T36" fmla="*/ 2147483647 w 247"/>
                <a:gd name="T37" fmla="*/ 0 h 317"/>
                <a:gd name="T38" fmla="*/ 2147483647 w 247"/>
                <a:gd name="T39" fmla="*/ 0 h 317"/>
                <a:gd name="T40" fmla="*/ 2147483647 w 247"/>
                <a:gd name="T41" fmla="*/ 0 h 317"/>
                <a:gd name="T42" fmla="*/ 2147483647 w 247"/>
                <a:gd name="T43" fmla="*/ 0 h 317"/>
                <a:gd name="T44" fmla="*/ 2147483647 w 247"/>
                <a:gd name="T45" fmla="*/ 0 h 317"/>
                <a:gd name="T46" fmla="*/ 2147483647 w 247"/>
                <a:gd name="T47" fmla="*/ 2147483647 h 317"/>
                <a:gd name="T48" fmla="*/ 2147483647 w 247"/>
                <a:gd name="T49" fmla="*/ 2147483647 h 317"/>
                <a:gd name="T50" fmla="*/ 2147483647 w 247"/>
                <a:gd name="T51" fmla="*/ 2147483647 h 317"/>
                <a:gd name="T52" fmla="*/ 2147483647 w 247"/>
                <a:gd name="T53" fmla="*/ 2147483647 h 317"/>
                <a:gd name="T54" fmla="*/ 2147483647 w 247"/>
                <a:gd name="T55" fmla="*/ 2147483647 h 317"/>
                <a:gd name="T56" fmla="*/ 2147483647 w 247"/>
                <a:gd name="T57" fmla="*/ 2147483647 h 317"/>
                <a:gd name="T58" fmla="*/ 2147483647 w 247"/>
                <a:gd name="T59" fmla="*/ 2147483647 h 317"/>
                <a:gd name="T60" fmla="*/ 2147483647 w 247"/>
                <a:gd name="T61" fmla="*/ 2147483647 h 317"/>
                <a:gd name="T62" fmla="*/ 2147483647 w 247"/>
                <a:gd name="T63" fmla="*/ 2147483647 h 317"/>
                <a:gd name="T64" fmla="*/ 2147483647 w 247"/>
                <a:gd name="T65" fmla="*/ 2147483647 h 317"/>
                <a:gd name="T66" fmla="*/ 2147483647 w 247"/>
                <a:gd name="T67" fmla="*/ 2147483647 h 317"/>
                <a:gd name="T68" fmla="*/ 2147483647 w 247"/>
                <a:gd name="T69" fmla="*/ 2147483647 h 317"/>
                <a:gd name="T70" fmla="*/ 2147483647 w 247"/>
                <a:gd name="T71" fmla="*/ 2147483647 h 317"/>
                <a:gd name="T72" fmla="*/ 2147483647 w 247"/>
                <a:gd name="T73" fmla="*/ 2147483647 h 317"/>
                <a:gd name="T74" fmla="*/ 2147483647 w 247"/>
                <a:gd name="T75" fmla="*/ 2147483647 h 317"/>
                <a:gd name="T76" fmla="*/ 2147483647 w 247"/>
                <a:gd name="T77" fmla="*/ 2147483647 h 317"/>
                <a:gd name="T78" fmla="*/ 2147483647 w 247"/>
                <a:gd name="T79" fmla="*/ 2147483647 h 317"/>
                <a:gd name="T80" fmla="*/ 2147483647 w 247"/>
                <a:gd name="T81" fmla="*/ 2147483647 h 317"/>
                <a:gd name="T82" fmla="*/ 2147483647 w 247"/>
                <a:gd name="T83" fmla="*/ 2147483647 h 317"/>
                <a:gd name="T84" fmla="*/ 2147483647 w 247"/>
                <a:gd name="T85" fmla="*/ 2147483647 h 317"/>
                <a:gd name="T86" fmla="*/ 2147483647 w 247"/>
                <a:gd name="T87" fmla="*/ 2147483647 h 317"/>
                <a:gd name="T88" fmla="*/ 2147483647 w 247"/>
                <a:gd name="T89" fmla="*/ 2147483647 h 317"/>
                <a:gd name="T90" fmla="*/ 0 w 247"/>
                <a:gd name="T91" fmla="*/ 2147483647 h 31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247"/>
                <a:gd name="T139" fmla="*/ 0 h 317"/>
                <a:gd name="T140" fmla="*/ 247 w 247"/>
                <a:gd name="T141" fmla="*/ 317 h 317"/>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247" h="317">
                  <a:moveTo>
                    <a:pt x="0" y="116"/>
                  </a:moveTo>
                  <a:lnTo>
                    <a:pt x="0" y="111"/>
                  </a:lnTo>
                  <a:lnTo>
                    <a:pt x="0" y="107"/>
                  </a:lnTo>
                  <a:lnTo>
                    <a:pt x="1" y="102"/>
                  </a:lnTo>
                  <a:lnTo>
                    <a:pt x="2" y="97"/>
                  </a:lnTo>
                  <a:lnTo>
                    <a:pt x="3" y="92"/>
                  </a:lnTo>
                  <a:lnTo>
                    <a:pt x="5" y="88"/>
                  </a:lnTo>
                  <a:lnTo>
                    <a:pt x="6" y="85"/>
                  </a:lnTo>
                  <a:lnTo>
                    <a:pt x="6" y="81"/>
                  </a:lnTo>
                  <a:lnTo>
                    <a:pt x="8" y="78"/>
                  </a:lnTo>
                  <a:lnTo>
                    <a:pt x="10" y="75"/>
                  </a:lnTo>
                  <a:lnTo>
                    <a:pt x="11" y="70"/>
                  </a:lnTo>
                  <a:lnTo>
                    <a:pt x="15" y="64"/>
                  </a:lnTo>
                  <a:lnTo>
                    <a:pt x="17" y="59"/>
                  </a:lnTo>
                  <a:lnTo>
                    <a:pt x="20" y="54"/>
                  </a:lnTo>
                  <a:lnTo>
                    <a:pt x="22" y="51"/>
                  </a:lnTo>
                  <a:lnTo>
                    <a:pt x="27" y="45"/>
                  </a:lnTo>
                  <a:lnTo>
                    <a:pt x="31" y="40"/>
                  </a:lnTo>
                  <a:lnTo>
                    <a:pt x="35" y="36"/>
                  </a:lnTo>
                  <a:lnTo>
                    <a:pt x="39" y="32"/>
                  </a:lnTo>
                  <a:lnTo>
                    <a:pt x="42" y="29"/>
                  </a:lnTo>
                  <a:lnTo>
                    <a:pt x="47" y="26"/>
                  </a:lnTo>
                  <a:lnTo>
                    <a:pt x="51" y="22"/>
                  </a:lnTo>
                  <a:lnTo>
                    <a:pt x="56" y="19"/>
                  </a:lnTo>
                  <a:lnTo>
                    <a:pt x="61" y="16"/>
                  </a:lnTo>
                  <a:lnTo>
                    <a:pt x="63" y="15"/>
                  </a:lnTo>
                  <a:lnTo>
                    <a:pt x="66" y="13"/>
                  </a:lnTo>
                  <a:lnTo>
                    <a:pt x="69" y="11"/>
                  </a:lnTo>
                  <a:lnTo>
                    <a:pt x="72" y="10"/>
                  </a:lnTo>
                  <a:lnTo>
                    <a:pt x="76" y="9"/>
                  </a:lnTo>
                  <a:lnTo>
                    <a:pt x="79" y="7"/>
                  </a:lnTo>
                  <a:lnTo>
                    <a:pt x="83" y="6"/>
                  </a:lnTo>
                  <a:lnTo>
                    <a:pt x="87" y="5"/>
                  </a:lnTo>
                  <a:lnTo>
                    <a:pt x="90" y="4"/>
                  </a:lnTo>
                  <a:lnTo>
                    <a:pt x="94" y="3"/>
                  </a:lnTo>
                  <a:lnTo>
                    <a:pt x="98" y="2"/>
                  </a:lnTo>
                  <a:lnTo>
                    <a:pt x="101" y="1"/>
                  </a:lnTo>
                  <a:lnTo>
                    <a:pt x="106" y="0"/>
                  </a:lnTo>
                  <a:lnTo>
                    <a:pt x="110" y="0"/>
                  </a:lnTo>
                  <a:lnTo>
                    <a:pt x="113" y="0"/>
                  </a:lnTo>
                  <a:lnTo>
                    <a:pt x="117" y="0"/>
                  </a:lnTo>
                  <a:lnTo>
                    <a:pt x="122" y="0"/>
                  </a:lnTo>
                  <a:lnTo>
                    <a:pt x="127" y="0"/>
                  </a:lnTo>
                  <a:lnTo>
                    <a:pt x="133" y="0"/>
                  </a:lnTo>
                  <a:lnTo>
                    <a:pt x="138" y="0"/>
                  </a:lnTo>
                  <a:lnTo>
                    <a:pt x="141" y="0"/>
                  </a:lnTo>
                  <a:lnTo>
                    <a:pt x="145" y="1"/>
                  </a:lnTo>
                  <a:lnTo>
                    <a:pt x="148" y="2"/>
                  </a:lnTo>
                  <a:lnTo>
                    <a:pt x="153" y="3"/>
                  </a:lnTo>
                  <a:lnTo>
                    <a:pt x="156" y="4"/>
                  </a:lnTo>
                  <a:lnTo>
                    <a:pt x="160" y="5"/>
                  </a:lnTo>
                  <a:lnTo>
                    <a:pt x="164" y="6"/>
                  </a:lnTo>
                  <a:lnTo>
                    <a:pt x="167" y="8"/>
                  </a:lnTo>
                  <a:lnTo>
                    <a:pt x="172" y="10"/>
                  </a:lnTo>
                  <a:lnTo>
                    <a:pt x="175" y="11"/>
                  </a:lnTo>
                  <a:lnTo>
                    <a:pt x="178" y="13"/>
                  </a:lnTo>
                  <a:lnTo>
                    <a:pt x="182" y="14"/>
                  </a:lnTo>
                  <a:lnTo>
                    <a:pt x="185" y="16"/>
                  </a:lnTo>
                  <a:lnTo>
                    <a:pt x="188" y="18"/>
                  </a:lnTo>
                  <a:lnTo>
                    <a:pt x="193" y="22"/>
                  </a:lnTo>
                  <a:lnTo>
                    <a:pt x="195" y="23"/>
                  </a:lnTo>
                  <a:lnTo>
                    <a:pt x="198" y="25"/>
                  </a:lnTo>
                  <a:lnTo>
                    <a:pt x="202" y="27"/>
                  </a:lnTo>
                  <a:lnTo>
                    <a:pt x="205" y="29"/>
                  </a:lnTo>
                  <a:lnTo>
                    <a:pt x="207" y="32"/>
                  </a:lnTo>
                  <a:lnTo>
                    <a:pt x="210" y="34"/>
                  </a:lnTo>
                  <a:lnTo>
                    <a:pt x="212" y="38"/>
                  </a:lnTo>
                  <a:lnTo>
                    <a:pt x="215" y="39"/>
                  </a:lnTo>
                  <a:lnTo>
                    <a:pt x="216" y="41"/>
                  </a:lnTo>
                  <a:lnTo>
                    <a:pt x="218" y="43"/>
                  </a:lnTo>
                  <a:lnTo>
                    <a:pt x="220" y="46"/>
                  </a:lnTo>
                  <a:lnTo>
                    <a:pt x="222" y="48"/>
                  </a:lnTo>
                  <a:lnTo>
                    <a:pt x="223" y="50"/>
                  </a:lnTo>
                  <a:lnTo>
                    <a:pt x="226" y="54"/>
                  </a:lnTo>
                  <a:lnTo>
                    <a:pt x="228" y="56"/>
                  </a:lnTo>
                  <a:lnTo>
                    <a:pt x="230" y="59"/>
                  </a:lnTo>
                  <a:lnTo>
                    <a:pt x="233" y="63"/>
                  </a:lnTo>
                  <a:lnTo>
                    <a:pt x="233" y="66"/>
                  </a:lnTo>
                  <a:lnTo>
                    <a:pt x="235" y="70"/>
                  </a:lnTo>
                  <a:lnTo>
                    <a:pt x="237" y="72"/>
                  </a:lnTo>
                  <a:lnTo>
                    <a:pt x="238" y="76"/>
                  </a:lnTo>
                  <a:lnTo>
                    <a:pt x="239" y="80"/>
                  </a:lnTo>
                  <a:lnTo>
                    <a:pt x="240" y="84"/>
                  </a:lnTo>
                  <a:lnTo>
                    <a:pt x="242" y="88"/>
                  </a:lnTo>
                  <a:lnTo>
                    <a:pt x="244" y="93"/>
                  </a:lnTo>
                  <a:lnTo>
                    <a:pt x="244" y="97"/>
                  </a:lnTo>
                  <a:lnTo>
                    <a:pt x="245" y="102"/>
                  </a:lnTo>
                  <a:lnTo>
                    <a:pt x="246" y="107"/>
                  </a:lnTo>
                  <a:lnTo>
                    <a:pt x="247" y="116"/>
                  </a:lnTo>
                  <a:lnTo>
                    <a:pt x="247" y="317"/>
                  </a:lnTo>
                  <a:lnTo>
                    <a:pt x="0" y="317"/>
                  </a:lnTo>
                  <a:lnTo>
                    <a:pt x="0" y="116"/>
                  </a:lnTo>
                </a:path>
              </a:pathLst>
            </a:custGeom>
            <a:noFill/>
            <a:ln w="12700">
              <a:solidFill>
                <a:srgbClr val="000000"/>
              </a:solidFill>
              <a:prstDash val="solid"/>
              <a:round/>
              <a:headEnd/>
              <a:tailEnd/>
            </a:ln>
          </p:spPr>
          <p:txBody>
            <a:bodyPr/>
            <a:lstStyle/>
            <a:p>
              <a:endParaRPr lang="nl-BE"/>
            </a:p>
          </p:txBody>
        </p:sp>
        <p:sp>
          <p:nvSpPr>
            <p:cNvPr id="42380" name="Freeform 20"/>
            <p:cNvSpPr>
              <a:spLocks/>
            </p:cNvSpPr>
            <p:nvPr/>
          </p:nvSpPr>
          <p:spPr bwMode="auto">
            <a:xfrm>
              <a:off x="5110163" y="3652838"/>
              <a:ext cx="352425" cy="234950"/>
            </a:xfrm>
            <a:custGeom>
              <a:avLst/>
              <a:gdLst>
                <a:gd name="T0" fmla="*/ 0 w 189"/>
                <a:gd name="T1" fmla="*/ 2147483647 h 244"/>
                <a:gd name="T2" fmla="*/ 2147483647 w 189"/>
                <a:gd name="T3" fmla="*/ 2147483647 h 244"/>
                <a:gd name="T4" fmla="*/ 2147483647 w 189"/>
                <a:gd name="T5" fmla="*/ 2147483647 h 244"/>
                <a:gd name="T6" fmla="*/ 2147483647 w 189"/>
                <a:gd name="T7" fmla="*/ 2147483647 h 244"/>
                <a:gd name="T8" fmla="*/ 2147483647 w 189"/>
                <a:gd name="T9" fmla="*/ 2147483647 h 244"/>
                <a:gd name="T10" fmla="*/ 2147483647 w 189"/>
                <a:gd name="T11" fmla="*/ 2147483647 h 244"/>
                <a:gd name="T12" fmla="*/ 2147483647 w 189"/>
                <a:gd name="T13" fmla="*/ 2147483647 h 244"/>
                <a:gd name="T14" fmla="*/ 2147483647 w 189"/>
                <a:gd name="T15" fmla="*/ 2147483647 h 244"/>
                <a:gd name="T16" fmla="*/ 2147483647 w 189"/>
                <a:gd name="T17" fmla="*/ 2147483647 h 244"/>
                <a:gd name="T18" fmla="*/ 2147483647 w 189"/>
                <a:gd name="T19" fmla="*/ 2147483647 h 244"/>
                <a:gd name="T20" fmla="*/ 2147483647 w 189"/>
                <a:gd name="T21" fmla="*/ 2147483647 h 244"/>
                <a:gd name="T22" fmla="*/ 2147483647 w 189"/>
                <a:gd name="T23" fmla="*/ 2147483647 h 244"/>
                <a:gd name="T24" fmla="*/ 2147483647 w 189"/>
                <a:gd name="T25" fmla="*/ 2147483647 h 244"/>
                <a:gd name="T26" fmla="*/ 2147483647 w 189"/>
                <a:gd name="T27" fmla="*/ 2147483647 h 244"/>
                <a:gd name="T28" fmla="*/ 2147483647 w 189"/>
                <a:gd name="T29" fmla="*/ 2147483647 h 244"/>
                <a:gd name="T30" fmla="*/ 2147483647 w 189"/>
                <a:gd name="T31" fmla="*/ 2147483647 h 244"/>
                <a:gd name="T32" fmla="*/ 2147483647 w 189"/>
                <a:gd name="T33" fmla="*/ 2147483647 h 244"/>
                <a:gd name="T34" fmla="*/ 2147483647 w 189"/>
                <a:gd name="T35" fmla="*/ 2147483647 h 244"/>
                <a:gd name="T36" fmla="*/ 2147483647 w 189"/>
                <a:gd name="T37" fmla="*/ 0 h 244"/>
                <a:gd name="T38" fmla="*/ 2147483647 w 189"/>
                <a:gd name="T39" fmla="*/ 0 h 244"/>
                <a:gd name="T40" fmla="*/ 2147483647 w 189"/>
                <a:gd name="T41" fmla="*/ 0 h 244"/>
                <a:gd name="T42" fmla="*/ 2147483647 w 189"/>
                <a:gd name="T43" fmla="*/ 0 h 244"/>
                <a:gd name="T44" fmla="*/ 2147483647 w 189"/>
                <a:gd name="T45" fmla="*/ 0 h 244"/>
                <a:gd name="T46" fmla="*/ 2147483647 w 189"/>
                <a:gd name="T47" fmla="*/ 2147483647 h 244"/>
                <a:gd name="T48" fmla="*/ 2147483647 w 189"/>
                <a:gd name="T49" fmla="*/ 2147483647 h 244"/>
                <a:gd name="T50" fmla="*/ 2147483647 w 189"/>
                <a:gd name="T51" fmla="*/ 2147483647 h 244"/>
                <a:gd name="T52" fmla="*/ 2147483647 w 189"/>
                <a:gd name="T53" fmla="*/ 2147483647 h 244"/>
                <a:gd name="T54" fmla="*/ 2147483647 w 189"/>
                <a:gd name="T55" fmla="*/ 2147483647 h 244"/>
                <a:gd name="T56" fmla="*/ 2147483647 w 189"/>
                <a:gd name="T57" fmla="*/ 2147483647 h 244"/>
                <a:gd name="T58" fmla="*/ 2147483647 w 189"/>
                <a:gd name="T59" fmla="*/ 2147483647 h 244"/>
                <a:gd name="T60" fmla="*/ 2147483647 w 189"/>
                <a:gd name="T61" fmla="*/ 2147483647 h 244"/>
                <a:gd name="T62" fmla="*/ 2147483647 w 189"/>
                <a:gd name="T63" fmla="*/ 2147483647 h 244"/>
                <a:gd name="T64" fmla="*/ 2147483647 w 189"/>
                <a:gd name="T65" fmla="*/ 2147483647 h 244"/>
                <a:gd name="T66" fmla="*/ 2147483647 w 189"/>
                <a:gd name="T67" fmla="*/ 2147483647 h 244"/>
                <a:gd name="T68" fmla="*/ 2147483647 w 189"/>
                <a:gd name="T69" fmla="*/ 2147483647 h 244"/>
                <a:gd name="T70" fmla="*/ 2147483647 w 189"/>
                <a:gd name="T71" fmla="*/ 2147483647 h 244"/>
                <a:gd name="T72" fmla="*/ 2147483647 w 189"/>
                <a:gd name="T73" fmla="*/ 2147483647 h 244"/>
                <a:gd name="T74" fmla="*/ 2147483647 w 189"/>
                <a:gd name="T75" fmla="*/ 2147483647 h 244"/>
                <a:gd name="T76" fmla="*/ 2147483647 w 189"/>
                <a:gd name="T77" fmla="*/ 2147483647 h 244"/>
                <a:gd name="T78" fmla="*/ 2147483647 w 189"/>
                <a:gd name="T79" fmla="*/ 2147483647 h 244"/>
                <a:gd name="T80" fmla="*/ 2147483647 w 189"/>
                <a:gd name="T81" fmla="*/ 2147483647 h 244"/>
                <a:gd name="T82" fmla="*/ 2147483647 w 189"/>
                <a:gd name="T83" fmla="*/ 2147483647 h 244"/>
                <a:gd name="T84" fmla="*/ 2147483647 w 189"/>
                <a:gd name="T85" fmla="*/ 2147483647 h 244"/>
                <a:gd name="T86" fmla="*/ 2147483647 w 189"/>
                <a:gd name="T87" fmla="*/ 2147483647 h 244"/>
                <a:gd name="T88" fmla="*/ 2147483647 w 189"/>
                <a:gd name="T89" fmla="*/ 2147483647 h 244"/>
                <a:gd name="T90" fmla="*/ 0 w 189"/>
                <a:gd name="T91" fmla="*/ 2147483647 h 244"/>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89"/>
                <a:gd name="T139" fmla="*/ 0 h 244"/>
                <a:gd name="T140" fmla="*/ 189 w 189"/>
                <a:gd name="T141" fmla="*/ 244 h 244"/>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89" h="244">
                  <a:moveTo>
                    <a:pt x="0" y="90"/>
                  </a:moveTo>
                  <a:lnTo>
                    <a:pt x="0" y="86"/>
                  </a:lnTo>
                  <a:lnTo>
                    <a:pt x="0" y="82"/>
                  </a:lnTo>
                  <a:lnTo>
                    <a:pt x="1" y="79"/>
                  </a:lnTo>
                  <a:lnTo>
                    <a:pt x="1" y="75"/>
                  </a:lnTo>
                  <a:lnTo>
                    <a:pt x="2" y="71"/>
                  </a:lnTo>
                  <a:lnTo>
                    <a:pt x="3" y="68"/>
                  </a:lnTo>
                  <a:lnTo>
                    <a:pt x="5" y="65"/>
                  </a:lnTo>
                  <a:lnTo>
                    <a:pt x="5" y="63"/>
                  </a:lnTo>
                  <a:lnTo>
                    <a:pt x="6" y="60"/>
                  </a:lnTo>
                  <a:lnTo>
                    <a:pt x="8" y="58"/>
                  </a:lnTo>
                  <a:lnTo>
                    <a:pt x="10" y="54"/>
                  </a:lnTo>
                  <a:lnTo>
                    <a:pt x="11" y="49"/>
                  </a:lnTo>
                  <a:lnTo>
                    <a:pt x="13" y="45"/>
                  </a:lnTo>
                  <a:lnTo>
                    <a:pt x="16" y="42"/>
                  </a:lnTo>
                  <a:lnTo>
                    <a:pt x="17" y="39"/>
                  </a:lnTo>
                  <a:lnTo>
                    <a:pt x="21" y="35"/>
                  </a:lnTo>
                  <a:lnTo>
                    <a:pt x="24" y="31"/>
                  </a:lnTo>
                  <a:lnTo>
                    <a:pt x="27" y="27"/>
                  </a:lnTo>
                  <a:lnTo>
                    <a:pt x="29" y="26"/>
                  </a:lnTo>
                  <a:lnTo>
                    <a:pt x="33" y="23"/>
                  </a:lnTo>
                  <a:lnTo>
                    <a:pt x="36" y="20"/>
                  </a:lnTo>
                  <a:lnTo>
                    <a:pt x="40" y="16"/>
                  </a:lnTo>
                  <a:lnTo>
                    <a:pt x="43" y="15"/>
                  </a:lnTo>
                  <a:lnTo>
                    <a:pt x="46" y="13"/>
                  </a:lnTo>
                  <a:lnTo>
                    <a:pt x="49" y="11"/>
                  </a:lnTo>
                  <a:lnTo>
                    <a:pt x="51" y="10"/>
                  </a:lnTo>
                  <a:lnTo>
                    <a:pt x="53" y="9"/>
                  </a:lnTo>
                  <a:lnTo>
                    <a:pt x="55" y="8"/>
                  </a:lnTo>
                  <a:lnTo>
                    <a:pt x="58" y="7"/>
                  </a:lnTo>
                  <a:lnTo>
                    <a:pt x="60" y="6"/>
                  </a:lnTo>
                  <a:lnTo>
                    <a:pt x="63" y="6"/>
                  </a:lnTo>
                  <a:lnTo>
                    <a:pt x="66" y="4"/>
                  </a:lnTo>
                  <a:lnTo>
                    <a:pt x="69" y="3"/>
                  </a:lnTo>
                  <a:lnTo>
                    <a:pt x="71" y="2"/>
                  </a:lnTo>
                  <a:lnTo>
                    <a:pt x="75" y="2"/>
                  </a:lnTo>
                  <a:lnTo>
                    <a:pt x="77" y="1"/>
                  </a:lnTo>
                  <a:lnTo>
                    <a:pt x="82" y="0"/>
                  </a:lnTo>
                  <a:lnTo>
                    <a:pt x="84" y="0"/>
                  </a:lnTo>
                  <a:lnTo>
                    <a:pt x="87" y="0"/>
                  </a:lnTo>
                  <a:lnTo>
                    <a:pt x="90" y="0"/>
                  </a:lnTo>
                  <a:lnTo>
                    <a:pt x="93" y="0"/>
                  </a:lnTo>
                  <a:lnTo>
                    <a:pt x="98" y="0"/>
                  </a:lnTo>
                  <a:lnTo>
                    <a:pt x="102" y="0"/>
                  </a:lnTo>
                  <a:lnTo>
                    <a:pt x="105" y="0"/>
                  </a:lnTo>
                  <a:lnTo>
                    <a:pt x="107" y="0"/>
                  </a:lnTo>
                  <a:lnTo>
                    <a:pt x="110" y="1"/>
                  </a:lnTo>
                  <a:lnTo>
                    <a:pt x="114" y="2"/>
                  </a:lnTo>
                  <a:lnTo>
                    <a:pt x="117" y="2"/>
                  </a:lnTo>
                  <a:lnTo>
                    <a:pt x="119" y="4"/>
                  </a:lnTo>
                  <a:lnTo>
                    <a:pt x="122" y="4"/>
                  </a:lnTo>
                  <a:lnTo>
                    <a:pt x="126" y="6"/>
                  </a:lnTo>
                  <a:lnTo>
                    <a:pt x="128" y="6"/>
                  </a:lnTo>
                  <a:lnTo>
                    <a:pt x="132" y="7"/>
                  </a:lnTo>
                  <a:lnTo>
                    <a:pt x="134" y="8"/>
                  </a:lnTo>
                  <a:lnTo>
                    <a:pt x="137" y="10"/>
                  </a:lnTo>
                  <a:lnTo>
                    <a:pt x="139" y="11"/>
                  </a:lnTo>
                  <a:lnTo>
                    <a:pt x="141" y="13"/>
                  </a:lnTo>
                  <a:lnTo>
                    <a:pt x="144" y="14"/>
                  </a:lnTo>
                  <a:lnTo>
                    <a:pt x="148" y="16"/>
                  </a:lnTo>
                  <a:lnTo>
                    <a:pt x="149" y="18"/>
                  </a:lnTo>
                  <a:lnTo>
                    <a:pt x="151" y="20"/>
                  </a:lnTo>
                  <a:lnTo>
                    <a:pt x="154" y="22"/>
                  </a:lnTo>
                  <a:lnTo>
                    <a:pt x="155" y="23"/>
                  </a:lnTo>
                  <a:lnTo>
                    <a:pt x="157" y="24"/>
                  </a:lnTo>
                  <a:lnTo>
                    <a:pt x="160" y="26"/>
                  </a:lnTo>
                  <a:lnTo>
                    <a:pt x="163" y="29"/>
                  </a:lnTo>
                  <a:lnTo>
                    <a:pt x="165" y="30"/>
                  </a:lnTo>
                  <a:lnTo>
                    <a:pt x="166" y="32"/>
                  </a:lnTo>
                  <a:lnTo>
                    <a:pt x="167" y="34"/>
                  </a:lnTo>
                  <a:lnTo>
                    <a:pt x="169" y="36"/>
                  </a:lnTo>
                  <a:lnTo>
                    <a:pt x="170" y="38"/>
                  </a:lnTo>
                  <a:lnTo>
                    <a:pt x="171" y="38"/>
                  </a:lnTo>
                  <a:lnTo>
                    <a:pt x="172" y="40"/>
                  </a:lnTo>
                  <a:lnTo>
                    <a:pt x="175" y="43"/>
                  </a:lnTo>
                  <a:lnTo>
                    <a:pt x="176" y="46"/>
                  </a:lnTo>
                  <a:lnTo>
                    <a:pt x="177" y="48"/>
                  </a:lnTo>
                  <a:lnTo>
                    <a:pt x="179" y="51"/>
                  </a:lnTo>
                  <a:lnTo>
                    <a:pt x="180" y="54"/>
                  </a:lnTo>
                  <a:lnTo>
                    <a:pt x="181" y="56"/>
                  </a:lnTo>
                  <a:lnTo>
                    <a:pt x="183" y="59"/>
                  </a:lnTo>
                  <a:lnTo>
                    <a:pt x="183" y="61"/>
                  </a:lnTo>
                  <a:lnTo>
                    <a:pt x="184" y="64"/>
                  </a:lnTo>
                  <a:lnTo>
                    <a:pt x="185" y="68"/>
                  </a:lnTo>
                  <a:lnTo>
                    <a:pt x="187" y="72"/>
                  </a:lnTo>
                  <a:lnTo>
                    <a:pt x="187" y="75"/>
                  </a:lnTo>
                  <a:lnTo>
                    <a:pt x="188" y="79"/>
                  </a:lnTo>
                  <a:lnTo>
                    <a:pt x="188" y="83"/>
                  </a:lnTo>
                  <a:lnTo>
                    <a:pt x="189" y="90"/>
                  </a:lnTo>
                  <a:lnTo>
                    <a:pt x="189" y="244"/>
                  </a:lnTo>
                  <a:lnTo>
                    <a:pt x="0" y="244"/>
                  </a:lnTo>
                  <a:lnTo>
                    <a:pt x="0" y="90"/>
                  </a:lnTo>
                </a:path>
              </a:pathLst>
            </a:custGeom>
            <a:noFill/>
            <a:ln w="12700">
              <a:solidFill>
                <a:srgbClr val="000000"/>
              </a:solidFill>
              <a:prstDash val="solid"/>
              <a:round/>
              <a:headEnd/>
              <a:tailEnd/>
            </a:ln>
          </p:spPr>
          <p:txBody>
            <a:bodyPr/>
            <a:lstStyle/>
            <a:p>
              <a:endParaRPr lang="nl-BE"/>
            </a:p>
          </p:txBody>
        </p:sp>
        <p:sp>
          <p:nvSpPr>
            <p:cNvPr id="42381" name="Freeform 21"/>
            <p:cNvSpPr>
              <a:spLocks/>
            </p:cNvSpPr>
            <p:nvPr/>
          </p:nvSpPr>
          <p:spPr bwMode="auto">
            <a:xfrm>
              <a:off x="5176838" y="3671888"/>
              <a:ext cx="246062" cy="163512"/>
            </a:xfrm>
            <a:custGeom>
              <a:avLst/>
              <a:gdLst>
                <a:gd name="T0" fmla="*/ 0 w 131"/>
                <a:gd name="T1" fmla="*/ 2147483647 h 169"/>
                <a:gd name="T2" fmla="*/ 2147483647 w 131"/>
                <a:gd name="T3" fmla="*/ 2147483647 h 169"/>
                <a:gd name="T4" fmla="*/ 2147483647 w 131"/>
                <a:gd name="T5" fmla="*/ 2147483647 h 169"/>
                <a:gd name="T6" fmla="*/ 2147483647 w 131"/>
                <a:gd name="T7" fmla="*/ 2147483647 h 169"/>
                <a:gd name="T8" fmla="*/ 2147483647 w 131"/>
                <a:gd name="T9" fmla="*/ 2147483647 h 169"/>
                <a:gd name="T10" fmla="*/ 2147483647 w 131"/>
                <a:gd name="T11" fmla="*/ 2147483647 h 169"/>
                <a:gd name="T12" fmla="*/ 2147483647 w 131"/>
                <a:gd name="T13" fmla="*/ 2147483647 h 169"/>
                <a:gd name="T14" fmla="*/ 2147483647 w 131"/>
                <a:gd name="T15" fmla="*/ 2147483647 h 169"/>
                <a:gd name="T16" fmla="*/ 2147483647 w 131"/>
                <a:gd name="T17" fmla="*/ 2147483647 h 169"/>
                <a:gd name="T18" fmla="*/ 2147483647 w 131"/>
                <a:gd name="T19" fmla="*/ 2147483647 h 169"/>
                <a:gd name="T20" fmla="*/ 2147483647 w 131"/>
                <a:gd name="T21" fmla="*/ 2147483647 h 169"/>
                <a:gd name="T22" fmla="*/ 2147483647 w 131"/>
                <a:gd name="T23" fmla="*/ 2147483647 h 169"/>
                <a:gd name="T24" fmla="*/ 2147483647 w 131"/>
                <a:gd name="T25" fmla="*/ 2147483647 h 169"/>
                <a:gd name="T26" fmla="*/ 2147483647 w 131"/>
                <a:gd name="T27" fmla="*/ 2147483647 h 169"/>
                <a:gd name="T28" fmla="*/ 2147483647 w 131"/>
                <a:gd name="T29" fmla="*/ 2147483647 h 169"/>
                <a:gd name="T30" fmla="*/ 2147483647 w 131"/>
                <a:gd name="T31" fmla="*/ 2147483647 h 169"/>
                <a:gd name="T32" fmla="*/ 2147483647 w 131"/>
                <a:gd name="T33" fmla="*/ 2147483647 h 169"/>
                <a:gd name="T34" fmla="*/ 2147483647 w 131"/>
                <a:gd name="T35" fmla="*/ 2147483647 h 169"/>
                <a:gd name="T36" fmla="*/ 2147483647 w 131"/>
                <a:gd name="T37" fmla="*/ 0 h 169"/>
                <a:gd name="T38" fmla="*/ 2147483647 w 131"/>
                <a:gd name="T39" fmla="*/ 0 h 169"/>
                <a:gd name="T40" fmla="*/ 2147483647 w 131"/>
                <a:gd name="T41" fmla="*/ 0 h 169"/>
                <a:gd name="T42" fmla="*/ 2147483647 w 131"/>
                <a:gd name="T43" fmla="*/ 0 h 169"/>
                <a:gd name="T44" fmla="*/ 2147483647 w 131"/>
                <a:gd name="T45" fmla="*/ 0 h 169"/>
                <a:gd name="T46" fmla="*/ 2147483647 w 131"/>
                <a:gd name="T47" fmla="*/ 2147483647 h 169"/>
                <a:gd name="T48" fmla="*/ 2147483647 w 131"/>
                <a:gd name="T49" fmla="*/ 2147483647 h 169"/>
                <a:gd name="T50" fmla="*/ 2147483647 w 131"/>
                <a:gd name="T51" fmla="*/ 2147483647 h 169"/>
                <a:gd name="T52" fmla="*/ 2147483647 w 131"/>
                <a:gd name="T53" fmla="*/ 2147483647 h 169"/>
                <a:gd name="T54" fmla="*/ 2147483647 w 131"/>
                <a:gd name="T55" fmla="*/ 2147483647 h 169"/>
                <a:gd name="T56" fmla="*/ 2147483647 w 131"/>
                <a:gd name="T57" fmla="*/ 2147483647 h 169"/>
                <a:gd name="T58" fmla="*/ 2147483647 w 131"/>
                <a:gd name="T59" fmla="*/ 2147483647 h 169"/>
                <a:gd name="T60" fmla="*/ 2147483647 w 131"/>
                <a:gd name="T61" fmla="*/ 2147483647 h 169"/>
                <a:gd name="T62" fmla="*/ 2147483647 w 131"/>
                <a:gd name="T63" fmla="*/ 2147483647 h 169"/>
                <a:gd name="T64" fmla="*/ 2147483647 w 131"/>
                <a:gd name="T65" fmla="*/ 2147483647 h 169"/>
                <a:gd name="T66" fmla="*/ 2147483647 w 131"/>
                <a:gd name="T67" fmla="*/ 2147483647 h 169"/>
                <a:gd name="T68" fmla="*/ 2147483647 w 131"/>
                <a:gd name="T69" fmla="*/ 2147483647 h 169"/>
                <a:gd name="T70" fmla="*/ 2147483647 w 131"/>
                <a:gd name="T71" fmla="*/ 2147483647 h 169"/>
                <a:gd name="T72" fmla="*/ 2147483647 w 131"/>
                <a:gd name="T73" fmla="*/ 2147483647 h 169"/>
                <a:gd name="T74" fmla="*/ 2147483647 w 131"/>
                <a:gd name="T75" fmla="*/ 2147483647 h 169"/>
                <a:gd name="T76" fmla="*/ 2147483647 w 131"/>
                <a:gd name="T77" fmla="*/ 2147483647 h 169"/>
                <a:gd name="T78" fmla="*/ 2147483647 w 131"/>
                <a:gd name="T79" fmla="*/ 2147483647 h 169"/>
                <a:gd name="T80" fmla="*/ 2147483647 w 131"/>
                <a:gd name="T81" fmla="*/ 2147483647 h 169"/>
                <a:gd name="T82" fmla="*/ 2147483647 w 131"/>
                <a:gd name="T83" fmla="*/ 2147483647 h 169"/>
                <a:gd name="T84" fmla="*/ 2147483647 w 131"/>
                <a:gd name="T85" fmla="*/ 2147483647 h 169"/>
                <a:gd name="T86" fmla="*/ 2147483647 w 131"/>
                <a:gd name="T87" fmla="*/ 2147483647 h 169"/>
                <a:gd name="T88" fmla="*/ 0 w 131"/>
                <a:gd name="T89" fmla="*/ 2147483647 h 169"/>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31"/>
                <a:gd name="T136" fmla="*/ 0 h 169"/>
                <a:gd name="T137" fmla="*/ 131 w 131"/>
                <a:gd name="T138" fmla="*/ 169 h 169"/>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31" h="169">
                  <a:moveTo>
                    <a:pt x="0" y="62"/>
                  </a:moveTo>
                  <a:lnTo>
                    <a:pt x="0" y="59"/>
                  </a:lnTo>
                  <a:lnTo>
                    <a:pt x="0" y="56"/>
                  </a:lnTo>
                  <a:lnTo>
                    <a:pt x="1" y="54"/>
                  </a:lnTo>
                  <a:lnTo>
                    <a:pt x="1" y="51"/>
                  </a:lnTo>
                  <a:lnTo>
                    <a:pt x="1" y="49"/>
                  </a:lnTo>
                  <a:lnTo>
                    <a:pt x="2" y="46"/>
                  </a:lnTo>
                  <a:lnTo>
                    <a:pt x="2" y="44"/>
                  </a:lnTo>
                  <a:lnTo>
                    <a:pt x="3" y="43"/>
                  </a:lnTo>
                  <a:lnTo>
                    <a:pt x="4" y="41"/>
                  </a:lnTo>
                  <a:lnTo>
                    <a:pt x="5" y="39"/>
                  </a:lnTo>
                  <a:lnTo>
                    <a:pt x="6" y="36"/>
                  </a:lnTo>
                  <a:lnTo>
                    <a:pt x="8" y="34"/>
                  </a:lnTo>
                  <a:lnTo>
                    <a:pt x="8" y="31"/>
                  </a:lnTo>
                  <a:lnTo>
                    <a:pt x="10" y="28"/>
                  </a:lnTo>
                  <a:lnTo>
                    <a:pt x="12" y="27"/>
                  </a:lnTo>
                  <a:lnTo>
                    <a:pt x="13" y="24"/>
                  </a:lnTo>
                  <a:lnTo>
                    <a:pt x="17" y="21"/>
                  </a:lnTo>
                  <a:lnTo>
                    <a:pt x="19" y="18"/>
                  </a:lnTo>
                  <a:lnTo>
                    <a:pt x="20" y="18"/>
                  </a:lnTo>
                  <a:lnTo>
                    <a:pt x="22" y="16"/>
                  </a:lnTo>
                  <a:lnTo>
                    <a:pt x="24" y="14"/>
                  </a:lnTo>
                  <a:lnTo>
                    <a:pt x="27" y="11"/>
                  </a:lnTo>
                  <a:lnTo>
                    <a:pt x="30" y="10"/>
                  </a:lnTo>
                  <a:lnTo>
                    <a:pt x="32" y="8"/>
                  </a:lnTo>
                  <a:lnTo>
                    <a:pt x="33" y="7"/>
                  </a:lnTo>
                  <a:lnTo>
                    <a:pt x="35" y="7"/>
                  </a:lnTo>
                  <a:lnTo>
                    <a:pt x="36" y="6"/>
                  </a:lnTo>
                  <a:lnTo>
                    <a:pt x="38" y="5"/>
                  </a:lnTo>
                  <a:lnTo>
                    <a:pt x="40" y="4"/>
                  </a:lnTo>
                  <a:lnTo>
                    <a:pt x="41" y="3"/>
                  </a:lnTo>
                  <a:lnTo>
                    <a:pt x="43" y="3"/>
                  </a:lnTo>
                  <a:lnTo>
                    <a:pt x="46" y="3"/>
                  </a:lnTo>
                  <a:lnTo>
                    <a:pt x="47" y="2"/>
                  </a:lnTo>
                  <a:lnTo>
                    <a:pt x="49" y="2"/>
                  </a:lnTo>
                  <a:lnTo>
                    <a:pt x="52" y="1"/>
                  </a:lnTo>
                  <a:lnTo>
                    <a:pt x="53" y="0"/>
                  </a:lnTo>
                  <a:lnTo>
                    <a:pt x="56" y="0"/>
                  </a:lnTo>
                  <a:lnTo>
                    <a:pt x="57" y="0"/>
                  </a:lnTo>
                  <a:lnTo>
                    <a:pt x="60" y="0"/>
                  </a:lnTo>
                  <a:lnTo>
                    <a:pt x="62" y="0"/>
                  </a:lnTo>
                  <a:lnTo>
                    <a:pt x="65" y="0"/>
                  </a:lnTo>
                  <a:lnTo>
                    <a:pt x="67" y="0"/>
                  </a:lnTo>
                  <a:lnTo>
                    <a:pt x="70" y="0"/>
                  </a:lnTo>
                  <a:lnTo>
                    <a:pt x="73" y="0"/>
                  </a:lnTo>
                  <a:lnTo>
                    <a:pt x="74" y="0"/>
                  </a:lnTo>
                  <a:lnTo>
                    <a:pt x="76" y="0"/>
                  </a:lnTo>
                  <a:lnTo>
                    <a:pt x="78" y="1"/>
                  </a:lnTo>
                  <a:lnTo>
                    <a:pt x="81" y="2"/>
                  </a:lnTo>
                  <a:lnTo>
                    <a:pt x="83" y="2"/>
                  </a:lnTo>
                  <a:lnTo>
                    <a:pt x="85" y="3"/>
                  </a:lnTo>
                  <a:lnTo>
                    <a:pt x="87" y="3"/>
                  </a:lnTo>
                  <a:lnTo>
                    <a:pt x="89" y="3"/>
                  </a:lnTo>
                  <a:lnTo>
                    <a:pt x="91" y="5"/>
                  </a:lnTo>
                  <a:lnTo>
                    <a:pt x="92" y="6"/>
                  </a:lnTo>
                  <a:lnTo>
                    <a:pt x="95" y="7"/>
                  </a:lnTo>
                  <a:lnTo>
                    <a:pt x="96" y="7"/>
                  </a:lnTo>
                  <a:lnTo>
                    <a:pt x="98" y="8"/>
                  </a:lnTo>
                  <a:lnTo>
                    <a:pt x="100" y="9"/>
                  </a:lnTo>
                  <a:lnTo>
                    <a:pt x="102" y="11"/>
                  </a:lnTo>
                  <a:lnTo>
                    <a:pt x="103" y="12"/>
                  </a:lnTo>
                  <a:lnTo>
                    <a:pt x="105" y="13"/>
                  </a:lnTo>
                  <a:lnTo>
                    <a:pt x="107" y="14"/>
                  </a:lnTo>
                  <a:lnTo>
                    <a:pt x="108" y="16"/>
                  </a:lnTo>
                  <a:lnTo>
                    <a:pt x="108" y="17"/>
                  </a:lnTo>
                  <a:lnTo>
                    <a:pt x="110" y="18"/>
                  </a:lnTo>
                  <a:lnTo>
                    <a:pt x="112" y="19"/>
                  </a:lnTo>
                  <a:lnTo>
                    <a:pt x="113" y="20"/>
                  </a:lnTo>
                  <a:lnTo>
                    <a:pt x="113" y="22"/>
                  </a:lnTo>
                  <a:lnTo>
                    <a:pt x="115" y="23"/>
                  </a:lnTo>
                  <a:lnTo>
                    <a:pt x="116" y="24"/>
                  </a:lnTo>
                  <a:lnTo>
                    <a:pt x="117" y="25"/>
                  </a:lnTo>
                  <a:lnTo>
                    <a:pt x="118" y="27"/>
                  </a:lnTo>
                  <a:lnTo>
                    <a:pt x="119" y="28"/>
                  </a:lnTo>
                  <a:lnTo>
                    <a:pt x="120" y="30"/>
                  </a:lnTo>
                  <a:lnTo>
                    <a:pt x="121" y="32"/>
                  </a:lnTo>
                  <a:lnTo>
                    <a:pt x="123" y="34"/>
                  </a:lnTo>
                  <a:lnTo>
                    <a:pt x="124" y="36"/>
                  </a:lnTo>
                  <a:lnTo>
                    <a:pt x="124" y="38"/>
                  </a:lnTo>
                  <a:lnTo>
                    <a:pt x="127" y="40"/>
                  </a:lnTo>
                  <a:lnTo>
                    <a:pt x="127" y="42"/>
                  </a:lnTo>
                  <a:lnTo>
                    <a:pt x="128" y="44"/>
                  </a:lnTo>
                  <a:lnTo>
                    <a:pt x="129" y="46"/>
                  </a:lnTo>
                  <a:lnTo>
                    <a:pt x="130" y="50"/>
                  </a:lnTo>
                  <a:lnTo>
                    <a:pt x="130" y="52"/>
                  </a:lnTo>
                  <a:lnTo>
                    <a:pt x="130" y="54"/>
                  </a:lnTo>
                  <a:lnTo>
                    <a:pt x="130" y="57"/>
                  </a:lnTo>
                  <a:lnTo>
                    <a:pt x="131" y="62"/>
                  </a:lnTo>
                  <a:lnTo>
                    <a:pt x="131" y="169"/>
                  </a:lnTo>
                  <a:lnTo>
                    <a:pt x="0" y="169"/>
                  </a:lnTo>
                  <a:lnTo>
                    <a:pt x="0" y="62"/>
                  </a:lnTo>
                </a:path>
              </a:pathLst>
            </a:custGeom>
            <a:noFill/>
            <a:ln w="12700">
              <a:solidFill>
                <a:srgbClr val="000000"/>
              </a:solidFill>
              <a:prstDash val="solid"/>
              <a:round/>
              <a:headEnd/>
              <a:tailEnd/>
            </a:ln>
          </p:spPr>
          <p:txBody>
            <a:bodyPr/>
            <a:lstStyle/>
            <a:p>
              <a:endParaRPr lang="nl-BE"/>
            </a:p>
          </p:txBody>
        </p:sp>
        <p:sp>
          <p:nvSpPr>
            <p:cNvPr id="42382" name="Freeform 22"/>
            <p:cNvSpPr>
              <a:spLocks/>
            </p:cNvSpPr>
            <p:nvPr/>
          </p:nvSpPr>
          <p:spPr bwMode="auto">
            <a:xfrm>
              <a:off x="5221288" y="3679825"/>
              <a:ext cx="176212" cy="120650"/>
            </a:xfrm>
            <a:custGeom>
              <a:avLst/>
              <a:gdLst>
                <a:gd name="T0" fmla="*/ 0 w 95"/>
                <a:gd name="T1" fmla="*/ 2147483647 h 124"/>
                <a:gd name="T2" fmla="*/ 0 w 95"/>
                <a:gd name="T3" fmla="*/ 2147483647 h 124"/>
                <a:gd name="T4" fmla="*/ 2147483647 w 95"/>
                <a:gd name="T5" fmla="*/ 2147483647 h 124"/>
                <a:gd name="T6" fmla="*/ 2147483647 w 95"/>
                <a:gd name="T7" fmla="*/ 2147483647 h 124"/>
                <a:gd name="T8" fmla="*/ 2147483647 w 95"/>
                <a:gd name="T9" fmla="*/ 2147483647 h 124"/>
                <a:gd name="T10" fmla="*/ 2147483647 w 95"/>
                <a:gd name="T11" fmla="*/ 2147483647 h 124"/>
                <a:gd name="T12" fmla="*/ 2147483647 w 95"/>
                <a:gd name="T13" fmla="*/ 2147483647 h 124"/>
                <a:gd name="T14" fmla="*/ 2147483647 w 95"/>
                <a:gd name="T15" fmla="*/ 2147483647 h 124"/>
                <a:gd name="T16" fmla="*/ 2147483647 w 95"/>
                <a:gd name="T17" fmla="*/ 2147483647 h 124"/>
                <a:gd name="T18" fmla="*/ 2147483647 w 95"/>
                <a:gd name="T19" fmla="*/ 2147483647 h 124"/>
                <a:gd name="T20" fmla="*/ 2147483647 w 95"/>
                <a:gd name="T21" fmla="*/ 2147483647 h 124"/>
                <a:gd name="T22" fmla="*/ 2147483647 w 95"/>
                <a:gd name="T23" fmla="*/ 2147483647 h 124"/>
                <a:gd name="T24" fmla="*/ 2147483647 w 95"/>
                <a:gd name="T25" fmla="*/ 2147483647 h 124"/>
                <a:gd name="T26" fmla="*/ 2147483647 w 95"/>
                <a:gd name="T27" fmla="*/ 2147483647 h 124"/>
                <a:gd name="T28" fmla="*/ 2147483647 w 95"/>
                <a:gd name="T29" fmla="*/ 2147483647 h 124"/>
                <a:gd name="T30" fmla="*/ 2147483647 w 95"/>
                <a:gd name="T31" fmla="*/ 2147483647 h 124"/>
                <a:gd name="T32" fmla="*/ 2147483647 w 95"/>
                <a:gd name="T33" fmla="*/ 2147483647 h 124"/>
                <a:gd name="T34" fmla="*/ 2147483647 w 95"/>
                <a:gd name="T35" fmla="*/ 0 h 124"/>
                <a:gd name="T36" fmla="*/ 2147483647 w 95"/>
                <a:gd name="T37" fmla="*/ 0 h 124"/>
                <a:gd name="T38" fmla="*/ 2147483647 w 95"/>
                <a:gd name="T39" fmla="*/ 0 h 124"/>
                <a:gd name="T40" fmla="*/ 2147483647 w 95"/>
                <a:gd name="T41" fmla="*/ 0 h 124"/>
                <a:gd name="T42" fmla="*/ 2147483647 w 95"/>
                <a:gd name="T43" fmla="*/ 0 h 124"/>
                <a:gd name="T44" fmla="*/ 2147483647 w 95"/>
                <a:gd name="T45" fmla="*/ 0 h 124"/>
                <a:gd name="T46" fmla="*/ 2147483647 w 95"/>
                <a:gd name="T47" fmla="*/ 2147483647 h 124"/>
                <a:gd name="T48" fmla="*/ 2147483647 w 95"/>
                <a:gd name="T49" fmla="*/ 2147483647 h 124"/>
                <a:gd name="T50" fmla="*/ 2147483647 w 95"/>
                <a:gd name="T51" fmla="*/ 2147483647 h 124"/>
                <a:gd name="T52" fmla="*/ 2147483647 w 95"/>
                <a:gd name="T53" fmla="*/ 2147483647 h 124"/>
                <a:gd name="T54" fmla="*/ 2147483647 w 95"/>
                <a:gd name="T55" fmla="*/ 2147483647 h 124"/>
                <a:gd name="T56" fmla="*/ 2147483647 w 95"/>
                <a:gd name="T57" fmla="*/ 2147483647 h 124"/>
                <a:gd name="T58" fmla="*/ 2147483647 w 95"/>
                <a:gd name="T59" fmla="*/ 2147483647 h 124"/>
                <a:gd name="T60" fmla="*/ 2147483647 w 95"/>
                <a:gd name="T61" fmla="*/ 2147483647 h 124"/>
                <a:gd name="T62" fmla="*/ 2147483647 w 95"/>
                <a:gd name="T63" fmla="*/ 2147483647 h 124"/>
                <a:gd name="T64" fmla="*/ 2147483647 w 95"/>
                <a:gd name="T65" fmla="*/ 2147483647 h 124"/>
                <a:gd name="T66" fmla="*/ 2147483647 w 95"/>
                <a:gd name="T67" fmla="*/ 2147483647 h 124"/>
                <a:gd name="T68" fmla="*/ 2147483647 w 95"/>
                <a:gd name="T69" fmla="*/ 2147483647 h 124"/>
                <a:gd name="T70" fmla="*/ 2147483647 w 95"/>
                <a:gd name="T71" fmla="*/ 2147483647 h 124"/>
                <a:gd name="T72" fmla="*/ 2147483647 w 95"/>
                <a:gd name="T73" fmla="*/ 2147483647 h 124"/>
                <a:gd name="T74" fmla="*/ 2147483647 w 95"/>
                <a:gd name="T75" fmla="*/ 2147483647 h 124"/>
                <a:gd name="T76" fmla="*/ 2147483647 w 95"/>
                <a:gd name="T77" fmla="*/ 2147483647 h 124"/>
                <a:gd name="T78" fmla="*/ 2147483647 w 95"/>
                <a:gd name="T79" fmla="*/ 2147483647 h 124"/>
                <a:gd name="T80" fmla="*/ 2147483647 w 95"/>
                <a:gd name="T81" fmla="*/ 2147483647 h 124"/>
                <a:gd name="T82" fmla="*/ 2147483647 w 95"/>
                <a:gd name="T83" fmla="*/ 2147483647 h 124"/>
                <a:gd name="T84" fmla="*/ 2147483647 w 95"/>
                <a:gd name="T85" fmla="*/ 2147483647 h 124"/>
                <a:gd name="T86" fmla="*/ 2147483647 w 95"/>
                <a:gd name="T87" fmla="*/ 2147483647 h 124"/>
                <a:gd name="T88" fmla="*/ 0 w 95"/>
                <a:gd name="T89" fmla="*/ 2147483647 h 12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95"/>
                <a:gd name="T136" fmla="*/ 0 h 124"/>
                <a:gd name="T137" fmla="*/ 95 w 95"/>
                <a:gd name="T138" fmla="*/ 124 h 124"/>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95" h="124">
                  <a:moveTo>
                    <a:pt x="0" y="46"/>
                  </a:moveTo>
                  <a:lnTo>
                    <a:pt x="0" y="44"/>
                  </a:lnTo>
                  <a:lnTo>
                    <a:pt x="0" y="42"/>
                  </a:lnTo>
                  <a:lnTo>
                    <a:pt x="0" y="40"/>
                  </a:lnTo>
                  <a:lnTo>
                    <a:pt x="0" y="38"/>
                  </a:lnTo>
                  <a:lnTo>
                    <a:pt x="1" y="36"/>
                  </a:lnTo>
                  <a:lnTo>
                    <a:pt x="1" y="35"/>
                  </a:lnTo>
                  <a:lnTo>
                    <a:pt x="1" y="33"/>
                  </a:lnTo>
                  <a:lnTo>
                    <a:pt x="2" y="31"/>
                  </a:lnTo>
                  <a:lnTo>
                    <a:pt x="3" y="30"/>
                  </a:lnTo>
                  <a:lnTo>
                    <a:pt x="4" y="27"/>
                  </a:lnTo>
                  <a:lnTo>
                    <a:pt x="5" y="26"/>
                  </a:lnTo>
                  <a:lnTo>
                    <a:pt x="7" y="23"/>
                  </a:lnTo>
                  <a:lnTo>
                    <a:pt x="7" y="21"/>
                  </a:lnTo>
                  <a:lnTo>
                    <a:pt x="8" y="20"/>
                  </a:lnTo>
                  <a:lnTo>
                    <a:pt x="10" y="18"/>
                  </a:lnTo>
                  <a:lnTo>
                    <a:pt x="12" y="15"/>
                  </a:lnTo>
                  <a:lnTo>
                    <a:pt x="13" y="14"/>
                  </a:lnTo>
                  <a:lnTo>
                    <a:pt x="15" y="13"/>
                  </a:lnTo>
                  <a:lnTo>
                    <a:pt x="16" y="11"/>
                  </a:lnTo>
                  <a:lnTo>
                    <a:pt x="18" y="10"/>
                  </a:lnTo>
                  <a:lnTo>
                    <a:pt x="19" y="9"/>
                  </a:lnTo>
                  <a:lnTo>
                    <a:pt x="21" y="8"/>
                  </a:lnTo>
                  <a:lnTo>
                    <a:pt x="23" y="6"/>
                  </a:lnTo>
                  <a:lnTo>
                    <a:pt x="24" y="6"/>
                  </a:lnTo>
                  <a:lnTo>
                    <a:pt x="25" y="5"/>
                  </a:lnTo>
                  <a:lnTo>
                    <a:pt x="26" y="4"/>
                  </a:lnTo>
                  <a:lnTo>
                    <a:pt x="28" y="4"/>
                  </a:lnTo>
                  <a:lnTo>
                    <a:pt x="29" y="4"/>
                  </a:lnTo>
                  <a:lnTo>
                    <a:pt x="30" y="3"/>
                  </a:lnTo>
                  <a:lnTo>
                    <a:pt x="31" y="3"/>
                  </a:lnTo>
                  <a:lnTo>
                    <a:pt x="33" y="2"/>
                  </a:lnTo>
                  <a:lnTo>
                    <a:pt x="34" y="1"/>
                  </a:lnTo>
                  <a:lnTo>
                    <a:pt x="35" y="1"/>
                  </a:lnTo>
                  <a:lnTo>
                    <a:pt x="37" y="1"/>
                  </a:lnTo>
                  <a:lnTo>
                    <a:pt x="39" y="0"/>
                  </a:lnTo>
                  <a:lnTo>
                    <a:pt x="40" y="0"/>
                  </a:lnTo>
                  <a:lnTo>
                    <a:pt x="42" y="0"/>
                  </a:lnTo>
                  <a:lnTo>
                    <a:pt x="44" y="0"/>
                  </a:lnTo>
                  <a:lnTo>
                    <a:pt x="46" y="0"/>
                  </a:lnTo>
                  <a:lnTo>
                    <a:pt x="47" y="0"/>
                  </a:lnTo>
                  <a:lnTo>
                    <a:pt x="49" y="0"/>
                  </a:lnTo>
                  <a:lnTo>
                    <a:pt x="51" y="0"/>
                  </a:lnTo>
                  <a:lnTo>
                    <a:pt x="53" y="0"/>
                  </a:lnTo>
                  <a:lnTo>
                    <a:pt x="54" y="0"/>
                  </a:lnTo>
                  <a:lnTo>
                    <a:pt x="56" y="0"/>
                  </a:lnTo>
                  <a:lnTo>
                    <a:pt x="57" y="1"/>
                  </a:lnTo>
                  <a:lnTo>
                    <a:pt x="58" y="1"/>
                  </a:lnTo>
                  <a:lnTo>
                    <a:pt x="60" y="2"/>
                  </a:lnTo>
                  <a:lnTo>
                    <a:pt x="62" y="2"/>
                  </a:lnTo>
                  <a:lnTo>
                    <a:pt x="62" y="3"/>
                  </a:lnTo>
                  <a:lnTo>
                    <a:pt x="64" y="3"/>
                  </a:lnTo>
                  <a:lnTo>
                    <a:pt x="66" y="4"/>
                  </a:lnTo>
                  <a:lnTo>
                    <a:pt x="68" y="4"/>
                  </a:lnTo>
                  <a:lnTo>
                    <a:pt x="68" y="5"/>
                  </a:lnTo>
                  <a:lnTo>
                    <a:pt x="70" y="6"/>
                  </a:lnTo>
                  <a:lnTo>
                    <a:pt x="71" y="6"/>
                  </a:lnTo>
                  <a:lnTo>
                    <a:pt x="73" y="7"/>
                  </a:lnTo>
                  <a:lnTo>
                    <a:pt x="74" y="8"/>
                  </a:lnTo>
                  <a:lnTo>
                    <a:pt x="75" y="10"/>
                  </a:lnTo>
                  <a:lnTo>
                    <a:pt x="76" y="10"/>
                  </a:lnTo>
                  <a:lnTo>
                    <a:pt x="78" y="10"/>
                  </a:lnTo>
                  <a:lnTo>
                    <a:pt x="79" y="11"/>
                  </a:lnTo>
                  <a:lnTo>
                    <a:pt x="79" y="12"/>
                  </a:lnTo>
                  <a:lnTo>
                    <a:pt x="80" y="13"/>
                  </a:lnTo>
                  <a:lnTo>
                    <a:pt x="81" y="15"/>
                  </a:lnTo>
                  <a:lnTo>
                    <a:pt x="82" y="15"/>
                  </a:lnTo>
                  <a:lnTo>
                    <a:pt x="83" y="16"/>
                  </a:lnTo>
                  <a:lnTo>
                    <a:pt x="84" y="17"/>
                  </a:lnTo>
                  <a:lnTo>
                    <a:pt x="84" y="18"/>
                  </a:lnTo>
                  <a:lnTo>
                    <a:pt x="85" y="19"/>
                  </a:lnTo>
                  <a:lnTo>
                    <a:pt x="85" y="20"/>
                  </a:lnTo>
                  <a:lnTo>
                    <a:pt x="86" y="20"/>
                  </a:lnTo>
                  <a:lnTo>
                    <a:pt x="87" y="22"/>
                  </a:lnTo>
                  <a:lnTo>
                    <a:pt x="89" y="24"/>
                  </a:lnTo>
                  <a:lnTo>
                    <a:pt x="89" y="25"/>
                  </a:lnTo>
                  <a:lnTo>
                    <a:pt x="90" y="26"/>
                  </a:lnTo>
                  <a:lnTo>
                    <a:pt x="90" y="27"/>
                  </a:lnTo>
                  <a:lnTo>
                    <a:pt x="90" y="28"/>
                  </a:lnTo>
                  <a:lnTo>
                    <a:pt x="91" y="30"/>
                  </a:lnTo>
                  <a:lnTo>
                    <a:pt x="92" y="31"/>
                  </a:lnTo>
                  <a:lnTo>
                    <a:pt x="92" y="33"/>
                  </a:lnTo>
                  <a:lnTo>
                    <a:pt x="93" y="35"/>
                  </a:lnTo>
                  <a:lnTo>
                    <a:pt x="94" y="36"/>
                  </a:lnTo>
                  <a:lnTo>
                    <a:pt x="94" y="38"/>
                  </a:lnTo>
                  <a:lnTo>
                    <a:pt x="94" y="40"/>
                  </a:lnTo>
                  <a:lnTo>
                    <a:pt x="95" y="42"/>
                  </a:lnTo>
                  <a:lnTo>
                    <a:pt x="95" y="46"/>
                  </a:lnTo>
                  <a:lnTo>
                    <a:pt x="95" y="124"/>
                  </a:lnTo>
                  <a:lnTo>
                    <a:pt x="0" y="124"/>
                  </a:lnTo>
                  <a:lnTo>
                    <a:pt x="0" y="46"/>
                  </a:lnTo>
                </a:path>
              </a:pathLst>
            </a:custGeom>
            <a:noFill/>
            <a:ln w="12700">
              <a:solidFill>
                <a:srgbClr val="000000"/>
              </a:solidFill>
              <a:prstDash val="solid"/>
              <a:round/>
              <a:headEnd/>
              <a:tailEnd/>
            </a:ln>
          </p:spPr>
          <p:txBody>
            <a:bodyPr/>
            <a:lstStyle/>
            <a:p>
              <a:endParaRPr lang="nl-BE"/>
            </a:p>
          </p:txBody>
        </p:sp>
        <p:sp>
          <p:nvSpPr>
            <p:cNvPr id="42383" name="Freeform 23"/>
            <p:cNvSpPr>
              <a:spLocks/>
            </p:cNvSpPr>
            <p:nvPr/>
          </p:nvSpPr>
          <p:spPr bwMode="auto">
            <a:xfrm>
              <a:off x="5264150" y="3689350"/>
              <a:ext cx="109538" cy="74613"/>
            </a:xfrm>
            <a:custGeom>
              <a:avLst/>
              <a:gdLst>
                <a:gd name="T0" fmla="*/ 0 w 59"/>
                <a:gd name="T1" fmla="*/ 2147483647 h 76"/>
                <a:gd name="T2" fmla="*/ 0 w 59"/>
                <a:gd name="T3" fmla="*/ 2147483647 h 76"/>
                <a:gd name="T4" fmla="*/ 2147483647 w 59"/>
                <a:gd name="T5" fmla="*/ 2147483647 h 76"/>
                <a:gd name="T6" fmla="*/ 2147483647 w 59"/>
                <a:gd name="T7" fmla="*/ 2147483647 h 76"/>
                <a:gd name="T8" fmla="*/ 2147483647 w 59"/>
                <a:gd name="T9" fmla="*/ 2147483647 h 76"/>
                <a:gd name="T10" fmla="*/ 2147483647 w 59"/>
                <a:gd name="T11" fmla="*/ 2147483647 h 76"/>
                <a:gd name="T12" fmla="*/ 2147483647 w 59"/>
                <a:gd name="T13" fmla="*/ 2147483647 h 76"/>
                <a:gd name="T14" fmla="*/ 2147483647 w 59"/>
                <a:gd name="T15" fmla="*/ 2147483647 h 76"/>
                <a:gd name="T16" fmla="*/ 2147483647 w 59"/>
                <a:gd name="T17" fmla="*/ 2147483647 h 76"/>
                <a:gd name="T18" fmla="*/ 2147483647 w 59"/>
                <a:gd name="T19" fmla="*/ 2147483647 h 76"/>
                <a:gd name="T20" fmla="*/ 2147483647 w 59"/>
                <a:gd name="T21" fmla="*/ 2147483647 h 76"/>
                <a:gd name="T22" fmla="*/ 2147483647 w 59"/>
                <a:gd name="T23" fmla="*/ 2147483647 h 76"/>
                <a:gd name="T24" fmla="*/ 2147483647 w 59"/>
                <a:gd name="T25" fmla="*/ 2147483647 h 76"/>
                <a:gd name="T26" fmla="*/ 2147483647 w 59"/>
                <a:gd name="T27" fmla="*/ 2147483647 h 76"/>
                <a:gd name="T28" fmla="*/ 2147483647 w 59"/>
                <a:gd name="T29" fmla="*/ 0 h 76"/>
                <a:gd name="T30" fmla="*/ 2147483647 w 59"/>
                <a:gd name="T31" fmla="*/ 0 h 76"/>
                <a:gd name="T32" fmla="*/ 2147483647 w 59"/>
                <a:gd name="T33" fmla="*/ 0 h 76"/>
                <a:gd name="T34" fmla="*/ 2147483647 w 59"/>
                <a:gd name="T35" fmla="*/ 0 h 76"/>
                <a:gd name="T36" fmla="*/ 2147483647 w 59"/>
                <a:gd name="T37" fmla="*/ 0 h 76"/>
                <a:gd name="T38" fmla="*/ 2147483647 w 59"/>
                <a:gd name="T39" fmla="*/ 0 h 76"/>
                <a:gd name="T40" fmla="*/ 2147483647 w 59"/>
                <a:gd name="T41" fmla="*/ 0 h 76"/>
                <a:gd name="T42" fmla="*/ 2147483647 w 59"/>
                <a:gd name="T43" fmla="*/ 0 h 76"/>
                <a:gd name="T44" fmla="*/ 2147483647 w 59"/>
                <a:gd name="T45" fmla="*/ 2147483647 h 76"/>
                <a:gd name="T46" fmla="*/ 2147483647 w 59"/>
                <a:gd name="T47" fmla="*/ 2147483647 h 76"/>
                <a:gd name="T48" fmla="*/ 2147483647 w 59"/>
                <a:gd name="T49" fmla="*/ 2147483647 h 76"/>
                <a:gd name="T50" fmla="*/ 2147483647 w 59"/>
                <a:gd name="T51" fmla="*/ 2147483647 h 76"/>
                <a:gd name="T52" fmla="*/ 2147483647 w 59"/>
                <a:gd name="T53" fmla="*/ 2147483647 h 76"/>
                <a:gd name="T54" fmla="*/ 2147483647 w 59"/>
                <a:gd name="T55" fmla="*/ 2147483647 h 76"/>
                <a:gd name="T56" fmla="*/ 2147483647 w 59"/>
                <a:gd name="T57" fmla="*/ 2147483647 h 76"/>
                <a:gd name="T58" fmla="*/ 2147483647 w 59"/>
                <a:gd name="T59" fmla="*/ 2147483647 h 76"/>
                <a:gd name="T60" fmla="*/ 2147483647 w 59"/>
                <a:gd name="T61" fmla="*/ 2147483647 h 76"/>
                <a:gd name="T62" fmla="*/ 2147483647 w 59"/>
                <a:gd name="T63" fmla="*/ 2147483647 h 76"/>
                <a:gd name="T64" fmla="*/ 2147483647 w 59"/>
                <a:gd name="T65" fmla="*/ 2147483647 h 76"/>
                <a:gd name="T66" fmla="*/ 2147483647 w 59"/>
                <a:gd name="T67" fmla="*/ 2147483647 h 76"/>
                <a:gd name="T68" fmla="*/ 2147483647 w 59"/>
                <a:gd name="T69" fmla="*/ 2147483647 h 76"/>
                <a:gd name="T70" fmla="*/ 2147483647 w 59"/>
                <a:gd name="T71" fmla="*/ 2147483647 h 76"/>
                <a:gd name="T72" fmla="*/ 2147483647 w 59"/>
                <a:gd name="T73" fmla="*/ 2147483647 h 76"/>
                <a:gd name="T74" fmla="*/ 2147483647 w 59"/>
                <a:gd name="T75" fmla="*/ 2147483647 h 76"/>
                <a:gd name="T76" fmla="*/ 0 w 59"/>
                <a:gd name="T77" fmla="*/ 2147483647 h 7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59"/>
                <a:gd name="T118" fmla="*/ 0 h 76"/>
                <a:gd name="T119" fmla="*/ 59 w 59"/>
                <a:gd name="T120" fmla="*/ 76 h 7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59" h="76">
                  <a:moveTo>
                    <a:pt x="0" y="27"/>
                  </a:moveTo>
                  <a:lnTo>
                    <a:pt x="0" y="26"/>
                  </a:lnTo>
                  <a:lnTo>
                    <a:pt x="0" y="25"/>
                  </a:lnTo>
                  <a:lnTo>
                    <a:pt x="0" y="24"/>
                  </a:lnTo>
                  <a:lnTo>
                    <a:pt x="1" y="23"/>
                  </a:lnTo>
                  <a:lnTo>
                    <a:pt x="1" y="21"/>
                  </a:lnTo>
                  <a:lnTo>
                    <a:pt x="1" y="20"/>
                  </a:lnTo>
                  <a:lnTo>
                    <a:pt x="2" y="19"/>
                  </a:lnTo>
                  <a:lnTo>
                    <a:pt x="2" y="18"/>
                  </a:lnTo>
                  <a:lnTo>
                    <a:pt x="3" y="17"/>
                  </a:lnTo>
                  <a:lnTo>
                    <a:pt x="3" y="16"/>
                  </a:lnTo>
                  <a:lnTo>
                    <a:pt x="4" y="15"/>
                  </a:lnTo>
                  <a:lnTo>
                    <a:pt x="5" y="14"/>
                  </a:lnTo>
                  <a:lnTo>
                    <a:pt x="5" y="12"/>
                  </a:lnTo>
                  <a:lnTo>
                    <a:pt x="6" y="12"/>
                  </a:lnTo>
                  <a:lnTo>
                    <a:pt x="6" y="10"/>
                  </a:lnTo>
                  <a:lnTo>
                    <a:pt x="8" y="9"/>
                  </a:lnTo>
                  <a:lnTo>
                    <a:pt x="9" y="8"/>
                  </a:lnTo>
                  <a:lnTo>
                    <a:pt x="9" y="7"/>
                  </a:lnTo>
                  <a:lnTo>
                    <a:pt x="11" y="6"/>
                  </a:lnTo>
                  <a:lnTo>
                    <a:pt x="11" y="5"/>
                  </a:lnTo>
                  <a:lnTo>
                    <a:pt x="12" y="5"/>
                  </a:lnTo>
                  <a:lnTo>
                    <a:pt x="14" y="4"/>
                  </a:lnTo>
                  <a:lnTo>
                    <a:pt x="15" y="3"/>
                  </a:lnTo>
                  <a:lnTo>
                    <a:pt x="16" y="2"/>
                  </a:lnTo>
                  <a:lnTo>
                    <a:pt x="17" y="2"/>
                  </a:lnTo>
                  <a:lnTo>
                    <a:pt x="17" y="1"/>
                  </a:lnTo>
                  <a:lnTo>
                    <a:pt x="18" y="1"/>
                  </a:lnTo>
                  <a:lnTo>
                    <a:pt x="19" y="0"/>
                  </a:lnTo>
                  <a:lnTo>
                    <a:pt x="20" y="0"/>
                  </a:lnTo>
                  <a:lnTo>
                    <a:pt x="21" y="0"/>
                  </a:lnTo>
                  <a:lnTo>
                    <a:pt x="22" y="0"/>
                  </a:lnTo>
                  <a:lnTo>
                    <a:pt x="23" y="0"/>
                  </a:lnTo>
                  <a:lnTo>
                    <a:pt x="24" y="0"/>
                  </a:lnTo>
                  <a:lnTo>
                    <a:pt x="25" y="0"/>
                  </a:lnTo>
                  <a:lnTo>
                    <a:pt x="27" y="0"/>
                  </a:lnTo>
                  <a:lnTo>
                    <a:pt x="28" y="0"/>
                  </a:lnTo>
                  <a:lnTo>
                    <a:pt x="29" y="0"/>
                  </a:lnTo>
                  <a:lnTo>
                    <a:pt x="30" y="0"/>
                  </a:lnTo>
                  <a:lnTo>
                    <a:pt x="32" y="0"/>
                  </a:lnTo>
                  <a:lnTo>
                    <a:pt x="34" y="0"/>
                  </a:lnTo>
                  <a:lnTo>
                    <a:pt x="35" y="0"/>
                  </a:lnTo>
                  <a:lnTo>
                    <a:pt x="37" y="0"/>
                  </a:lnTo>
                  <a:lnTo>
                    <a:pt x="39" y="0"/>
                  </a:lnTo>
                  <a:lnTo>
                    <a:pt x="41" y="1"/>
                  </a:lnTo>
                  <a:lnTo>
                    <a:pt x="41" y="2"/>
                  </a:lnTo>
                  <a:lnTo>
                    <a:pt x="43" y="2"/>
                  </a:lnTo>
                  <a:lnTo>
                    <a:pt x="45" y="3"/>
                  </a:lnTo>
                  <a:lnTo>
                    <a:pt x="45" y="4"/>
                  </a:lnTo>
                  <a:lnTo>
                    <a:pt x="46" y="4"/>
                  </a:lnTo>
                  <a:lnTo>
                    <a:pt x="46" y="5"/>
                  </a:lnTo>
                  <a:lnTo>
                    <a:pt x="47" y="5"/>
                  </a:lnTo>
                  <a:lnTo>
                    <a:pt x="48" y="5"/>
                  </a:lnTo>
                  <a:lnTo>
                    <a:pt x="49" y="6"/>
                  </a:lnTo>
                  <a:lnTo>
                    <a:pt x="49" y="7"/>
                  </a:lnTo>
                  <a:lnTo>
                    <a:pt x="50" y="7"/>
                  </a:lnTo>
                  <a:lnTo>
                    <a:pt x="50" y="8"/>
                  </a:lnTo>
                  <a:lnTo>
                    <a:pt x="51" y="9"/>
                  </a:lnTo>
                  <a:lnTo>
                    <a:pt x="51" y="10"/>
                  </a:lnTo>
                  <a:lnTo>
                    <a:pt x="52" y="10"/>
                  </a:lnTo>
                  <a:lnTo>
                    <a:pt x="53" y="10"/>
                  </a:lnTo>
                  <a:lnTo>
                    <a:pt x="53" y="11"/>
                  </a:lnTo>
                  <a:lnTo>
                    <a:pt x="53" y="12"/>
                  </a:lnTo>
                  <a:lnTo>
                    <a:pt x="54" y="13"/>
                  </a:lnTo>
                  <a:lnTo>
                    <a:pt x="55" y="14"/>
                  </a:lnTo>
                  <a:lnTo>
                    <a:pt x="55" y="15"/>
                  </a:lnTo>
                  <a:lnTo>
                    <a:pt x="56" y="16"/>
                  </a:lnTo>
                  <a:lnTo>
                    <a:pt x="56" y="17"/>
                  </a:lnTo>
                  <a:lnTo>
                    <a:pt x="56" y="18"/>
                  </a:lnTo>
                  <a:lnTo>
                    <a:pt x="57" y="20"/>
                  </a:lnTo>
                  <a:lnTo>
                    <a:pt x="57" y="21"/>
                  </a:lnTo>
                  <a:lnTo>
                    <a:pt x="58" y="23"/>
                  </a:lnTo>
                  <a:lnTo>
                    <a:pt x="58" y="24"/>
                  </a:lnTo>
                  <a:lnTo>
                    <a:pt x="58" y="25"/>
                  </a:lnTo>
                  <a:lnTo>
                    <a:pt x="59" y="27"/>
                  </a:lnTo>
                  <a:lnTo>
                    <a:pt x="59" y="76"/>
                  </a:lnTo>
                  <a:lnTo>
                    <a:pt x="0" y="76"/>
                  </a:lnTo>
                  <a:lnTo>
                    <a:pt x="0" y="27"/>
                  </a:lnTo>
                </a:path>
              </a:pathLst>
            </a:custGeom>
            <a:noFill/>
            <a:ln w="12700">
              <a:solidFill>
                <a:srgbClr val="000000"/>
              </a:solidFill>
              <a:prstDash val="solid"/>
              <a:round/>
              <a:headEnd/>
              <a:tailEnd/>
            </a:ln>
          </p:spPr>
          <p:txBody>
            <a:bodyPr/>
            <a:lstStyle/>
            <a:p>
              <a:endParaRPr lang="nl-BE"/>
            </a:p>
          </p:txBody>
        </p:sp>
        <p:sp>
          <p:nvSpPr>
            <p:cNvPr id="42384" name="Freeform 24"/>
            <p:cNvSpPr>
              <a:spLocks/>
            </p:cNvSpPr>
            <p:nvPr/>
          </p:nvSpPr>
          <p:spPr bwMode="auto">
            <a:xfrm>
              <a:off x="5256213" y="3687763"/>
              <a:ext cx="119062" cy="82550"/>
            </a:xfrm>
            <a:custGeom>
              <a:avLst/>
              <a:gdLst>
                <a:gd name="T0" fmla="*/ 0 w 64"/>
                <a:gd name="T1" fmla="*/ 2147483647 h 85"/>
                <a:gd name="T2" fmla="*/ 0 w 64"/>
                <a:gd name="T3" fmla="*/ 2147483647 h 85"/>
                <a:gd name="T4" fmla="*/ 0 w 64"/>
                <a:gd name="T5" fmla="*/ 2147483647 h 85"/>
                <a:gd name="T6" fmla="*/ 2147483647 w 64"/>
                <a:gd name="T7" fmla="*/ 2147483647 h 85"/>
                <a:gd name="T8" fmla="*/ 2147483647 w 64"/>
                <a:gd name="T9" fmla="*/ 2147483647 h 85"/>
                <a:gd name="T10" fmla="*/ 2147483647 w 64"/>
                <a:gd name="T11" fmla="*/ 2147483647 h 85"/>
                <a:gd name="T12" fmla="*/ 2147483647 w 64"/>
                <a:gd name="T13" fmla="*/ 2147483647 h 85"/>
                <a:gd name="T14" fmla="*/ 2147483647 w 64"/>
                <a:gd name="T15" fmla="*/ 2147483647 h 85"/>
                <a:gd name="T16" fmla="*/ 2147483647 w 64"/>
                <a:gd name="T17" fmla="*/ 2147483647 h 85"/>
                <a:gd name="T18" fmla="*/ 2147483647 w 64"/>
                <a:gd name="T19" fmla="*/ 2147483647 h 85"/>
                <a:gd name="T20" fmla="*/ 2147483647 w 64"/>
                <a:gd name="T21" fmla="*/ 2147483647 h 85"/>
                <a:gd name="T22" fmla="*/ 2147483647 w 64"/>
                <a:gd name="T23" fmla="*/ 2147483647 h 85"/>
                <a:gd name="T24" fmla="*/ 2147483647 w 64"/>
                <a:gd name="T25" fmla="*/ 2147483647 h 85"/>
                <a:gd name="T26" fmla="*/ 2147483647 w 64"/>
                <a:gd name="T27" fmla="*/ 2147483647 h 85"/>
                <a:gd name="T28" fmla="*/ 2147483647 w 64"/>
                <a:gd name="T29" fmla="*/ 2147483647 h 85"/>
                <a:gd name="T30" fmla="*/ 2147483647 w 64"/>
                <a:gd name="T31" fmla="*/ 0 h 85"/>
                <a:gd name="T32" fmla="*/ 2147483647 w 64"/>
                <a:gd name="T33" fmla="*/ 0 h 85"/>
                <a:gd name="T34" fmla="*/ 2147483647 w 64"/>
                <a:gd name="T35" fmla="*/ 0 h 85"/>
                <a:gd name="T36" fmla="*/ 2147483647 w 64"/>
                <a:gd name="T37" fmla="*/ 0 h 85"/>
                <a:gd name="T38" fmla="*/ 2147483647 w 64"/>
                <a:gd name="T39" fmla="*/ 0 h 85"/>
                <a:gd name="T40" fmla="*/ 2147483647 w 64"/>
                <a:gd name="T41" fmla="*/ 2147483647 h 85"/>
                <a:gd name="T42" fmla="*/ 2147483647 w 64"/>
                <a:gd name="T43" fmla="*/ 2147483647 h 85"/>
                <a:gd name="T44" fmla="*/ 2147483647 w 64"/>
                <a:gd name="T45" fmla="*/ 2147483647 h 85"/>
                <a:gd name="T46" fmla="*/ 2147483647 w 64"/>
                <a:gd name="T47" fmla="*/ 2147483647 h 85"/>
                <a:gd name="T48" fmla="*/ 2147483647 w 64"/>
                <a:gd name="T49" fmla="*/ 2147483647 h 85"/>
                <a:gd name="T50" fmla="*/ 2147483647 w 64"/>
                <a:gd name="T51" fmla="*/ 2147483647 h 85"/>
                <a:gd name="T52" fmla="*/ 2147483647 w 64"/>
                <a:gd name="T53" fmla="*/ 2147483647 h 85"/>
                <a:gd name="T54" fmla="*/ 2147483647 w 64"/>
                <a:gd name="T55" fmla="*/ 2147483647 h 85"/>
                <a:gd name="T56" fmla="*/ 2147483647 w 64"/>
                <a:gd name="T57" fmla="*/ 2147483647 h 85"/>
                <a:gd name="T58" fmla="*/ 2147483647 w 64"/>
                <a:gd name="T59" fmla="*/ 2147483647 h 85"/>
                <a:gd name="T60" fmla="*/ 2147483647 w 64"/>
                <a:gd name="T61" fmla="*/ 2147483647 h 85"/>
                <a:gd name="T62" fmla="*/ 2147483647 w 64"/>
                <a:gd name="T63" fmla="*/ 2147483647 h 85"/>
                <a:gd name="T64" fmla="*/ 2147483647 w 64"/>
                <a:gd name="T65" fmla="*/ 2147483647 h 85"/>
                <a:gd name="T66" fmla="*/ 2147483647 w 64"/>
                <a:gd name="T67" fmla="*/ 2147483647 h 85"/>
                <a:gd name="T68" fmla="*/ 2147483647 w 64"/>
                <a:gd name="T69" fmla="*/ 2147483647 h 85"/>
                <a:gd name="T70" fmla="*/ 2147483647 w 64"/>
                <a:gd name="T71" fmla="*/ 2147483647 h 85"/>
                <a:gd name="T72" fmla="*/ 2147483647 w 64"/>
                <a:gd name="T73" fmla="*/ 2147483647 h 85"/>
                <a:gd name="T74" fmla="*/ 2147483647 w 64"/>
                <a:gd name="T75" fmla="*/ 2147483647 h 85"/>
                <a:gd name="T76" fmla="*/ 2147483647 w 64"/>
                <a:gd name="T77" fmla="*/ 2147483647 h 85"/>
                <a:gd name="T78" fmla="*/ 0 w 64"/>
                <a:gd name="T79" fmla="*/ 2147483647 h 8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64"/>
                <a:gd name="T121" fmla="*/ 0 h 85"/>
                <a:gd name="T122" fmla="*/ 64 w 64"/>
                <a:gd name="T123" fmla="*/ 85 h 85"/>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64" h="85">
                  <a:moveTo>
                    <a:pt x="0" y="31"/>
                  </a:moveTo>
                  <a:lnTo>
                    <a:pt x="0" y="30"/>
                  </a:lnTo>
                  <a:lnTo>
                    <a:pt x="0" y="28"/>
                  </a:lnTo>
                  <a:lnTo>
                    <a:pt x="0" y="27"/>
                  </a:lnTo>
                  <a:lnTo>
                    <a:pt x="0" y="25"/>
                  </a:lnTo>
                  <a:lnTo>
                    <a:pt x="0" y="23"/>
                  </a:lnTo>
                  <a:lnTo>
                    <a:pt x="1" y="22"/>
                  </a:lnTo>
                  <a:lnTo>
                    <a:pt x="1" y="21"/>
                  </a:lnTo>
                  <a:lnTo>
                    <a:pt x="2" y="20"/>
                  </a:lnTo>
                  <a:lnTo>
                    <a:pt x="2" y="18"/>
                  </a:lnTo>
                  <a:lnTo>
                    <a:pt x="4" y="18"/>
                  </a:lnTo>
                  <a:lnTo>
                    <a:pt x="4" y="16"/>
                  </a:lnTo>
                  <a:lnTo>
                    <a:pt x="4" y="14"/>
                  </a:lnTo>
                  <a:lnTo>
                    <a:pt x="5" y="14"/>
                  </a:lnTo>
                  <a:lnTo>
                    <a:pt x="6" y="12"/>
                  </a:lnTo>
                  <a:lnTo>
                    <a:pt x="8" y="11"/>
                  </a:lnTo>
                  <a:lnTo>
                    <a:pt x="9" y="9"/>
                  </a:lnTo>
                  <a:lnTo>
                    <a:pt x="10" y="8"/>
                  </a:lnTo>
                  <a:lnTo>
                    <a:pt x="10" y="7"/>
                  </a:lnTo>
                  <a:lnTo>
                    <a:pt x="12" y="7"/>
                  </a:lnTo>
                  <a:lnTo>
                    <a:pt x="13" y="6"/>
                  </a:lnTo>
                  <a:lnTo>
                    <a:pt x="14" y="5"/>
                  </a:lnTo>
                  <a:lnTo>
                    <a:pt x="15" y="4"/>
                  </a:lnTo>
                  <a:lnTo>
                    <a:pt x="16" y="3"/>
                  </a:lnTo>
                  <a:lnTo>
                    <a:pt x="17" y="3"/>
                  </a:lnTo>
                  <a:lnTo>
                    <a:pt x="18" y="2"/>
                  </a:lnTo>
                  <a:lnTo>
                    <a:pt x="20" y="2"/>
                  </a:lnTo>
                  <a:lnTo>
                    <a:pt x="21" y="2"/>
                  </a:lnTo>
                  <a:lnTo>
                    <a:pt x="23" y="1"/>
                  </a:lnTo>
                  <a:lnTo>
                    <a:pt x="24" y="1"/>
                  </a:lnTo>
                  <a:lnTo>
                    <a:pt x="25" y="1"/>
                  </a:lnTo>
                  <a:lnTo>
                    <a:pt x="27" y="0"/>
                  </a:lnTo>
                  <a:lnTo>
                    <a:pt x="28" y="0"/>
                  </a:lnTo>
                  <a:lnTo>
                    <a:pt x="29" y="0"/>
                  </a:lnTo>
                  <a:lnTo>
                    <a:pt x="31" y="0"/>
                  </a:lnTo>
                  <a:lnTo>
                    <a:pt x="32" y="0"/>
                  </a:lnTo>
                  <a:lnTo>
                    <a:pt x="34" y="0"/>
                  </a:lnTo>
                  <a:lnTo>
                    <a:pt x="36" y="0"/>
                  </a:lnTo>
                  <a:lnTo>
                    <a:pt x="37" y="0"/>
                  </a:lnTo>
                  <a:lnTo>
                    <a:pt x="38" y="0"/>
                  </a:lnTo>
                  <a:lnTo>
                    <a:pt x="38" y="1"/>
                  </a:lnTo>
                  <a:lnTo>
                    <a:pt x="39" y="1"/>
                  </a:lnTo>
                  <a:lnTo>
                    <a:pt x="41" y="2"/>
                  </a:lnTo>
                  <a:lnTo>
                    <a:pt x="42" y="2"/>
                  </a:lnTo>
                  <a:lnTo>
                    <a:pt x="43" y="2"/>
                  </a:lnTo>
                  <a:lnTo>
                    <a:pt x="44" y="2"/>
                  </a:lnTo>
                  <a:lnTo>
                    <a:pt x="45" y="2"/>
                  </a:lnTo>
                  <a:lnTo>
                    <a:pt x="46" y="3"/>
                  </a:lnTo>
                  <a:lnTo>
                    <a:pt x="47" y="3"/>
                  </a:lnTo>
                  <a:lnTo>
                    <a:pt x="49" y="4"/>
                  </a:lnTo>
                  <a:lnTo>
                    <a:pt x="50" y="5"/>
                  </a:lnTo>
                  <a:lnTo>
                    <a:pt x="51" y="6"/>
                  </a:lnTo>
                  <a:lnTo>
                    <a:pt x="52" y="7"/>
                  </a:lnTo>
                  <a:lnTo>
                    <a:pt x="53" y="7"/>
                  </a:lnTo>
                  <a:lnTo>
                    <a:pt x="54" y="8"/>
                  </a:lnTo>
                  <a:lnTo>
                    <a:pt x="54" y="9"/>
                  </a:lnTo>
                  <a:lnTo>
                    <a:pt x="55" y="10"/>
                  </a:lnTo>
                  <a:lnTo>
                    <a:pt x="56" y="11"/>
                  </a:lnTo>
                  <a:lnTo>
                    <a:pt x="57" y="12"/>
                  </a:lnTo>
                  <a:lnTo>
                    <a:pt x="58" y="12"/>
                  </a:lnTo>
                  <a:lnTo>
                    <a:pt x="58" y="13"/>
                  </a:lnTo>
                  <a:lnTo>
                    <a:pt x="59" y="14"/>
                  </a:lnTo>
                  <a:lnTo>
                    <a:pt x="60" y="15"/>
                  </a:lnTo>
                  <a:lnTo>
                    <a:pt x="60" y="16"/>
                  </a:lnTo>
                  <a:lnTo>
                    <a:pt x="60" y="17"/>
                  </a:lnTo>
                  <a:lnTo>
                    <a:pt x="60" y="18"/>
                  </a:lnTo>
                  <a:lnTo>
                    <a:pt x="61" y="18"/>
                  </a:lnTo>
                  <a:lnTo>
                    <a:pt x="61" y="19"/>
                  </a:lnTo>
                  <a:lnTo>
                    <a:pt x="61" y="20"/>
                  </a:lnTo>
                  <a:lnTo>
                    <a:pt x="62" y="21"/>
                  </a:lnTo>
                  <a:lnTo>
                    <a:pt x="63" y="22"/>
                  </a:lnTo>
                  <a:lnTo>
                    <a:pt x="63" y="23"/>
                  </a:lnTo>
                  <a:lnTo>
                    <a:pt x="63" y="25"/>
                  </a:lnTo>
                  <a:lnTo>
                    <a:pt x="63" y="26"/>
                  </a:lnTo>
                  <a:lnTo>
                    <a:pt x="63" y="27"/>
                  </a:lnTo>
                  <a:lnTo>
                    <a:pt x="64" y="28"/>
                  </a:lnTo>
                  <a:lnTo>
                    <a:pt x="64" y="31"/>
                  </a:lnTo>
                  <a:lnTo>
                    <a:pt x="64" y="85"/>
                  </a:lnTo>
                  <a:lnTo>
                    <a:pt x="0" y="85"/>
                  </a:lnTo>
                  <a:lnTo>
                    <a:pt x="0" y="31"/>
                  </a:lnTo>
                </a:path>
              </a:pathLst>
            </a:custGeom>
            <a:noFill/>
            <a:ln w="12700">
              <a:solidFill>
                <a:srgbClr val="000000"/>
              </a:solidFill>
              <a:prstDash val="solid"/>
              <a:round/>
              <a:headEnd/>
              <a:tailEnd/>
            </a:ln>
          </p:spPr>
          <p:txBody>
            <a:bodyPr/>
            <a:lstStyle/>
            <a:p>
              <a:endParaRPr lang="nl-BE"/>
            </a:p>
          </p:txBody>
        </p:sp>
        <p:sp>
          <p:nvSpPr>
            <p:cNvPr id="42385" name="Freeform 25"/>
            <p:cNvSpPr>
              <a:spLocks/>
            </p:cNvSpPr>
            <p:nvPr/>
          </p:nvSpPr>
          <p:spPr bwMode="auto">
            <a:xfrm>
              <a:off x="5246688" y="3686175"/>
              <a:ext cx="136525" cy="93663"/>
            </a:xfrm>
            <a:custGeom>
              <a:avLst/>
              <a:gdLst>
                <a:gd name="T0" fmla="*/ 0 w 73"/>
                <a:gd name="T1" fmla="*/ 2147483647 h 98"/>
                <a:gd name="T2" fmla="*/ 0 w 73"/>
                <a:gd name="T3" fmla="*/ 2147483647 h 98"/>
                <a:gd name="T4" fmla="*/ 2147483647 w 73"/>
                <a:gd name="T5" fmla="*/ 2147483647 h 98"/>
                <a:gd name="T6" fmla="*/ 2147483647 w 73"/>
                <a:gd name="T7" fmla="*/ 2147483647 h 98"/>
                <a:gd name="T8" fmla="*/ 2147483647 w 73"/>
                <a:gd name="T9" fmla="*/ 2147483647 h 98"/>
                <a:gd name="T10" fmla="*/ 2147483647 w 73"/>
                <a:gd name="T11" fmla="*/ 2147483647 h 98"/>
                <a:gd name="T12" fmla="*/ 2147483647 w 73"/>
                <a:gd name="T13" fmla="*/ 2147483647 h 98"/>
                <a:gd name="T14" fmla="*/ 2147483647 w 73"/>
                <a:gd name="T15" fmla="*/ 2147483647 h 98"/>
                <a:gd name="T16" fmla="*/ 2147483647 w 73"/>
                <a:gd name="T17" fmla="*/ 2147483647 h 98"/>
                <a:gd name="T18" fmla="*/ 2147483647 w 73"/>
                <a:gd name="T19" fmla="*/ 2147483647 h 98"/>
                <a:gd name="T20" fmla="*/ 2147483647 w 73"/>
                <a:gd name="T21" fmla="*/ 2147483647 h 98"/>
                <a:gd name="T22" fmla="*/ 2147483647 w 73"/>
                <a:gd name="T23" fmla="*/ 2147483647 h 98"/>
                <a:gd name="T24" fmla="*/ 2147483647 w 73"/>
                <a:gd name="T25" fmla="*/ 2147483647 h 98"/>
                <a:gd name="T26" fmla="*/ 2147483647 w 73"/>
                <a:gd name="T27" fmla="*/ 2147483647 h 98"/>
                <a:gd name="T28" fmla="*/ 2147483647 w 73"/>
                <a:gd name="T29" fmla="*/ 2147483647 h 98"/>
                <a:gd name="T30" fmla="*/ 2147483647 w 73"/>
                <a:gd name="T31" fmla="*/ 2147483647 h 98"/>
                <a:gd name="T32" fmla="*/ 2147483647 w 73"/>
                <a:gd name="T33" fmla="*/ 2147483647 h 98"/>
                <a:gd name="T34" fmla="*/ 2147483647 w 73"/>
                <a:gd name="T35" fmla="*/ 0 h 98"/>
                <a:gd name="T36" fmla="*/ 2147483647 w 73"/>
                <a:gd name="T37" fmla="*/ 0 h 98"/>
                <a:gd name="T38" fmla="*/ 2147483647 w 73"/>
                <a:gd name="T39" fmla="*/ 0 h 98"/>
                <a:gd name="T40" fmla="*/ 2147483647 w 73"/>
                <a:gd name="T41" fmla="*/ 0 h 98"/>
                <a:gd name="T42" fmla="*/ 2147483647 w 73"/>
                <a:gd name="T43" fmla="*/ 2147483647 h 98"/>
                <a:gd name="T44" fmla="*/ 2147483647 w 73"/>
                <a:gd name="T45" fmla="*/ 2147483647 h 98"/>
                <a:gd name="T46" fmla="*/ 2147483647 w 73"/>
                <a:gd name="T47" fmla="*/ 2147483647 h 98"/>
                <a:gd name="T48" fmla="*/ 2147483647 w 73"/>
                <a:gd name="T49" fmla="*/ 2147483647 h 98"/>
                <a:gd name="T50" fmla="*/ 2147483647 w 73"/>
                <a:gd name="T51" fmla="*/ 2147483647 h 98"/>
                <a:gd name="T52" fmla="*/ 2147483647 w 73"/>
                <a:gd name="T53" fmla="*/ 2147483647 h 98"/>
                <a:gd name="T54" fmla="*/ 2147483647 w 73"/>
                <a:gd name="T55" fmla="*/ 2147483647 h 98"/>
                <a:gd name="T56" fmla="*/ 2147483647 w 73"/>
                <a:gd name="T57" fmla="*/ 2147483647 h 98"/>
                <a:gd name="T58" fmla="*/ 2147483647 w 73"/>
                <a:gd name="T59" fmla="*/ 2147483647 h 98"/>
                <a:gd name="T60" fmla="*/ 2147483647 w 73"/>
                <a:gd name="T61" fmla="*/ 2147483647 h 98"/>
                <a:gd name="T62" fmla="*/ 2147483647 w 73"/>
                <a:gd name="T63" fmla="*/ 2147483647 h 98"/>
                <a:gd name="T64" fmla="*/ 2147483647 w 73"/>
                <a:gd name="T65" fmla="*/ 2147483647 h 98"/>
                <a:gd name="T66" fmla="*/ 2147483647 w 73"/>
                <a:gd name="T67" fmla="*/ 2147483647 h 98"/>
                <a:gd name="T68" fmla="*/ 2147483647 w 73"/>
                <a:gd name="T69" fmla="*/ 2147483647 h 98"/>
                <a:gd name="T70" fmla="*/ 2147483647 w 73"/>
                <a:gd name="T71" fmla="*/ 2147483647 h 98"/>
                <a:gd name="T72" fmla="*/ 2147483647 w 73"/>
                <a:gd name="T73" fmla="*/ 2147483647 h 98"/>
                <a:gd name="T74" fmla="*/ 2147483647 w 73"/>
                <a:gd name="T75" fmla="*/ 2147483647 h 98"/>
                <a:gd name="T76" fmla="*/ 2147483647 w 73"/>
                <a:gd name="T77" fmla="*/ 2147483647 h 98"/>
                <a:gd name="T78" fmla="*/ 2147483647 w 73"/>
                <a:gd name="T79" fmla="*/ 2147483647 h 98"/>
                <a:gd name="T80" fmla="*/ 0 w 73"/>
                <a:gd name="T81" fmla="*/ 2147483647 h 9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73"/>
                <a:gd name="T124" fmla="*/ 0 h 98"/>
                <a:gd name="T125" fmla="*/ 73 w 73"/>
                <a:gd name="T126" fmla="*/ 98 h 9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73" h="98">
                  <a:moveTo>
                    <a:pt x="0" y="36"/>
                  </a:moveTo>
                  <a:lnTo>
                    <a:pt x="0" y="34"/>
                  </a:lnTo>
                  <a:lnTo>
                    <a:pt x="0" y="33"/>
                  </a:lnTo>
                  <a:lnTo>
                    <a:pt x="0" y="31"/>
                  </a:lnTo>
                  <a:lnTo>
                    <a:pt x="1" y="30"/>
                  </a:lnTo>
                  <a:lnTo>
                    <a:pt x="1" y="29"/>
                  </a:lnTo>
                  <a:lnTo>
                    <a:pt x="1" y="27"/>
                  </a:lnTo>
                  <a:lnTo>
                    <a:pt x="1" y="26"/>
                  </a:lnTo>
                  <a:lnTo>
                    <a:pt x="2" y="25"/>
                  </a:lnTo>
                  <a:lnTo>
                    <a:pt x="2" y="24"/>
                  </a:lnTo>
                  <a:lnTo>
                    <a:pt x="3" y="23"/>
                  </a:lnTo>
                  <a:lnTo>
                    <a:pt x="3" y="21"/>
                  </a:lnTo>
                  <a:lnTo>
                    <a:pt x="4" y="20"/>
                  </a:lnTo>
                  <a:lnTo>
                    <a:pt x="4" y="18"/>
                  </a:lnTo>
                  <a:lnTo>
                    <a:pt x="5" y="17"/>
                  </a:lnTo>
                  <a:lnTo>
                    <a:pt x="6" y="16"/>
                  </a:lnTo>
                  <a:lnTo>
                    <a:pt x="8" y="14"/>
                  </a:lnTo>
                  <a:lnTo>
                    <a:pt x="9" y="13"/>
                  </a:lnTo>
                  <a:lnTo>
                    <a:pt x="10" y="11"/>
                  </a:lnTo>
                  <a:lnTo>
                    <a:pt x="11" y="10"/>
                  </a:lnTo>
                  <a:lnTo>
                    <a:pt x="13" y="9"/>
                  </a:lnTo>
                  <a:lnTo>
                    <a:pt x="14" y="8"/>
                  </a:lnTo>
                  <a:lnTo>
                    <a:pt x="15" y="6"/>
                  </a:lnTo>
                  <a:lnTo>
                    <a:pt x="16" y="6"/>
                  </a:lnTo>
                  <a:lnTo>
                    <a:pt x="18" y="4"/>
                  </a:lnTo>
                  <a:lnTo>
                    <a:pt x="19" y="4"/>
                  </a:lnTo>
                  <a:lnTo>
                    <a:pt x="20" y="4"/>
                  </a:lnTo>
                  <a:lnTo>
                    <a:pt x="21" y="4"/>
                  </a:lnTo>
                  <a:lnTo>
                    <a:pt x="23" y="3"/>
                  </a:lnTo>
                  <a:lnTo>
                    <a:pt x="25" y="2"/>
                  </a:lnTo>
                  <a:lnTo>
                    <a:pt x="26" y="2"/>
                  </a:lnTo>
                  <a:lnTo>
                    <a:pt x="26" y="1"/>
                  </a:lnTo>
                  <a:lnTo>
                    <a:pt x="28" y="1"/>
                  </a:lnTo>
                  <a:lnTo>
                    <a:pt x="29" y="1"/>
                  </a:lnTo>
                  <a:lnTo>
                    <a:pt x="30" y="0"/>
                  </a:lnTo>
                  <a:lnTo>
                    <a:pt x="32" y="0"/>
                  </a:lnTo>
                  <a:lnTo>
                    <a:pt x="33" y="0"/>
                  </a:lnTo>
                  <a:lnTo>
                    <a:pt x="35" y="0"/>
                  </a:lnTo>
                  <a:lnTo>
                    <a:pt x="37" y="0"/>
                  </a:lnTo>
                  <a:lnTo>
                    <a:pt x="40" y="0"/>
                  </a:lnTo>
                  <a:lnTo>
                    <a:pt x="41" y="0"/>
                  </a:lnTo>
                  <a:lnTo>
                    <a:pt x="43" y="0"/>
                  </a:lnTo>
                  <a:lnTo>
                    <a:pt x="44" y="1"/>
                  </a:lnTo>
                  <a:lnTo>
                    <a:pt x="46" y="1"/>
                  </a:lnTo>
                  <a:lnTo>
                    <a:pt x="47" y="2"/>
                  </a:lnTo>
                  <a:lnTo>
                    <a:pt x="48" y="2"/>
                  </a:lnTo>
                  <a:lnTo>
                    <a:pt x="50" y="3"/>
                  </a:lnTo>
                  <a:lnTo>
                    <a:pt x="51" y="4"/>
                  </a:lnTo>
                  <a:lnTo>
                    <a:pt x="52" y="4"/>
                  </a:lnTo>
                  <a:lnTo>
                    <a:pt x="54" y="4"/>
                  </a:lnTo>
                  <a:lnTo>
                    <a:pt x="55" y="4"/>
                  </a:lnTo>
                  <a:lnTo>
                    <a:pt x="57" y="5"/>
                  </a:lnTo>
                  <a:lnTo>
                    <a:pt x="58" y="6"/>
                  </a:lnTo>
                  <a:lnTo>
                    <a:pt x="59" y="7"/>
                  </a:lnTo>
                  <a:lnTo>
                    <a:pt x="59" y="8"/>
                  </a:lnTo>
                  <a:lnTo>
                    <a:pt x="60" y="9"/>
                  </a:lnTo>
                  <a:lnTo>
                    <a:pt x="61" y="9"/>
                  </a:lnTo>
                  <a:lnTo>
                    <a:pt x="62" y="9"/>
                  </a:lnTo>
                  <a:lnTo>
                    <a:pt x="63" y="10"/>
                  </a:lnTo>
                  <a:lnTo>
                    <a:pt x="64" y="11"/>
                  </a:lnTo>
                  <a:lnTo>
                    <a:pt x="64" y="12"/>
                  </a:lnTo>
                  <a:lnTo>
                    <a:pt x="65" y="13"/>
                  </a:lnTo>
                  <a:lnTo>
                    <a:pt x="65" y="14"/>
                  </a:lnTo>
                  <a:lnTo>
                    <a:pt x="66" y="14"/>
                  </a:lnTo>
                  <a:lnTo>
                    <a:pt x="66" y="16"/>
                  </a:lnTo>
                  <a:lnTo>
                    <a:pt x="67" y="16"/>
                  </a:lnTo>
                  <a:lnTo>
                    <a:pt x="68" y="17"/>
                  </a:lnTo>
                  <a:lnTo>
                    <a:pt x="69" y="18"/>
                  </a:lnTo>
                  <a:lnTo>
                    <a:pt x="70" y="20"/>
                  </a:lnTo>
                  <a:lnTo>
                    <a:pt x="70" y="21"/>
                  </a:lnTo>
                  <a:lnTo>
                    <a:pt x="70" y="22"/>
                  </a:lnTo>
                  <a:lnTo>
                    <a:pt x="71" y="24"/>
                  </a:lnTo>
                  <a:lnTo>
                    <a:pt x="71" y="25"/>
                  </a:lnTo>
                  <a:lnTo>
                    <a:pt x="72" y="27"/>
                  </a:lnTo>
                  <a:lnTo>
                    <a:pt x="73" y="29"/>
                  </a:lnTo>
                  <a:lnTo>
                    <a:pt x="73" y="30"/>
                  </a:lnTo>
                  <a:lnTo>
                    <a:pt x="73" y="31"/>
                  </a:lnTo>
                  <a:lnTo>
                    <a:pt x="73" y="34"/>
                  </a:lnTo>
                  <a:lnTo>
                    <a:pt x="73" y="36"/>
                  </a:lnTo>
                  <a:lnTo>
                    <a:pt x="73" y="98"/>
                  </a:lnTo>
                  <a:lnTo>
                    <a:pt x="0" y="98"/>
                  </a:lnTo>
                  <a:lnTo>
                    <a:pt x="0" y="36"/>
                  </a:lnTo>
                </a:path>
              </a:pathLst>
            </a:custGeom>
            <a:noFill/>
            <a:ln w="12700">
              <a:solidFill>
                <a:srgbClr val="000000"/>
              </a:solidFill>
              <a:prstDash val="solid"/>
              <a:round/>
              <a:headEnd/>
              <a:tailEnd/>
            </a:ln>
          </p:spPr>
          <p:txBody>
            <a:bodyPr/>
            <a:lstStyle/>
            <a:p>
              <a:endParaRPr lang="nl-BE"/>
            </a:p>
          </p:txBody>
        </p:sp>
        <p:sp>
          <p:nvSpPr>
            <p:cNvPr id="42386" name="Freeform 26"/>
            <p:cNvSpPr>
              <a:spLocks/>
            </p:cNvSpPr>
            <p:nvPr/>
          </p:nvSpPr>
          <p:spPr bwMode="auto">
            <a:xfrm>
              <a:off x="5283200" y="3697288"/>
              <a:ext cx="79375" cy="55562"/>
            </a:xfrm>
            <a:custGeom>
              <a:avLst/>
              <a:gdLst>
                <a:gd name="T0" fmla="*/ 0 w 43"/>
                <a:gd name="T1" fmla="*/ 2147483647 h 58"/>
                <a:gd name="T2" fmla="*/ 0 w 43"/>
                <a:gd name="T3" fmla="*/ 2147483647 h 58"/>
                <a:gd name="T4" fmla="*/ 2147483647 w 43"/>
                <a:gd name="T5" fmla="*/ 2147483647 h 58"/>
                <a:gd name="T6" fmla="*/ 2147483647 w 43"/>
                <a:gd name="T7" fmla="*/ 2147483647 h 58"/>
                <a:gd name="T8" fmla="*/ 2147483647 w 43"/>
                <a:gd name="T9" fmla="*/ 2147483647 h 58"/>
                <a:gd name="T10" fmla="*/ 2147483647 w 43"/>
                <a:gd name="T11" fmla="*/ 2147483647 h 58"/>
                <a:gd name="T12" fmla="*/ 2147483647 w 43"/>
                <a:gd name="T13" fmla="*/ 2147483647 h 58"/>
                <a:gd name="T14" fmla="*/ 2147483647 w 43"/>
                <a:gd name="T15" fmla="*/ 2147483647 h 58"/>
                <a:gd name="T16" fmla="*/ 2147483647 w 43"/>
                <a:gd name="T17" fmla="*/ 2147483647 h 58"/>
                <a:gd name="T18" fmla="*/ 2147483647 w 43"/>
                <a:gd name="T19" fmla="*/ 2147483647 h 58"/>
                <a:gd name="T20" fmla="*/ 2147483647 w 43"/>
                <a:gd name="T21" fmla="*/ 2147483647 h 58"/>
                <a:gd name="T22" fmla="*/ 2147483647 w 43"/>
                <a:gd name="T23" fmla="*/ 2147483647 h 58"/>
                <a:gd name="T24" fmla="*/ 2147483647 w 43"/>
                <a:gd name="T25" fmla="*/ 2147483647 h 58"/>
                <a:gd name="T26" fmla="*/ 2147483647 w 43"/>
                <a:gd name="T27" fmla="*/ 0 h 58"/>
                <a:gd name="T28" fmla="*/ 2147483647 w 43"/>
                <a:gd name="T29" fmla="*/ 0 h 58"/>
                <a:gd name="T30" fmla="*/ 2147483647 w 43"/>
                <a:gd name="T31" fmla="*/ 0 h 58"/>
                <a:gd name="T32" fmla="*/ 2147483647 w 43"/>
                <a:gd name="T33" fmla="*/ 2147483647 h 58"/>
                <a:gd name="T34" fmla="*/ 2147483647 w 43"/>
                <a:gd name="T35" fmla="*/ 2147483647 h 58"/>
                <a:gd name="T36" fmla="*/ 2147483647 w 43"/>
                <a:gd name="T37" fmla="*/ 2147483647 h 58"/>
                <a:gd name="T38" fmla="*/ 2147483647 w 43"/>
                <a:gd name="T39" fmla="*/ 2147483647 h 58"/>
                <a:gd name="T40" fmla="*/ 2147483647 w 43"/>
                <a:gd name="T41" fmla="*/ 2147483647 h 58"/>
                <a:gd name="T42" fmla="*/ 2147483647 w 43"/>
                <a:gd name="T43" fmla="*/ 2147483647 h 58"/>
                <a:gd name="T44" fmla="*/ 2147483647 w 43"/>
                <a:gd name="T45" fmla="*/ 2147483647 h 58"/>
                <a:gd name="T46" fmla="*/ 2147483647 w 43"/>
                <a:gd name="T47" fmla="*/ 2147483647 h 58"/>
                <a:gd name="T48" fmla="*/ 2147483647 w 43"/>
                <a:gd name="T49" fmla="*/ 2147483647 h 58"/>
                <a:gd name="T50" fmla="*/ 2147483647 w 43"/>
                <a:gd name="T51" fmla="*/ 2147483647 h 58"/>
                <a:gd name="T52" fmla="*/ 2147483647 w 43"/>
                <a:gd name="T53" fmla="*/ 2147483647 h 58"/>
                <a:gd name="T54" fmla="*/ 2147483647 w 43"/>
                <a:gd name="T55" fmla="*/ 2147483647 h 58"/>
                <a:gd name="T56" fmla="*/ 2147483647 w 43"/>
                <a:gd name="T57" fmla="*/ 2147483647 h 58"/>
                <a:gd name="T58" fmla="*/ 2147483647 w 43"/>
                <a:gd name="T59" fmla="*/ 2147483647 h 58"/>
                <a:gd name="T60" fmla="*/ 2147483647 w 43"/>
                <a:gd name="T61" fmla="*/ 2147483647 h 58"/>
                <a:gd name="T62" fmla="*/ 2147483647 w 43"/>
                <a:gd name="T63" fmla="*/ 2147483647 h 58"/>
                <a:gd name="T64" fmla="*/ 0 w 43"/>
                <a:gd name="T65" fmla="*/ 2147483647 h 5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43"/>
                <a:gd name="T100" fmla="*/ 0 h 58"/>
                <a:gd name="T101" fmla="*/ 43 w 43"/>
                <a:gd name="T102" fmla="*/ 58 h 5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43" h="58">
                  <a:moveTo>
                    <a:pt x="0" y="21"/>
                  </a:moveTo>
                  <a:lnTo>
                    <a:pt x="0" y="20"/>
                  </a:lnTo>
                  <a:lnTo>
                    <a:pt x="0" y="19"/>
                  </a:lnTo>
                  <a:lnTo>
                    <a:pt x="0" y="18"/>
                  </a:lnTo>
                  <a:lnTo>
                    <a:pt x="1" y="17"/>
                  </a:lnTo>
                  <a:lnTo>
                    <a:pt x="1" y="16"/>
                  </a:lnTo>
                  <a:lnTo>
                    <a:pt x="1" y="15"/>
                  </a:lnTo>
                  <a:lnTo>
                    <a:pt x="1" y="14"/>
                  </a:lnTo>
                  <a:lnTo>
                    <a:pt x="1" y="13"/>
                  </a:lnTo>
                  <a:lnTo>
                    <a:pt x="2" y="12"/>
                  </a:lnTo>
                  <a:lnTo>
                    <a:pt x="2" y="11"/>
                  </a:lnTo>
                  <a:lnTo>
                    <a:pt x="3" y="10"/>
                  </a:lnTo>
                  <a:lnTo>
                    <a:pt x="3" y="9"/>
                  </a:lnTo>
                  <a:lnTo>
                    <a:pt x="4" y="9"/>
                  </a:lnTo>
                  <a:lnTo>
                    <a:pt x="5" y="8"/>
                  </a:lnTo>
                  <a:lnTo>
                    <a:pt x="6" y="7"/>
                  </a:lnTo>
                  <a:lnTo>
                    <a:pt x="7" y="6"/>
                  </a:lnTo>
                  <a:lnTo>
                    <a:pt x="7" y="5"/>
                  </a:lnTo>
                  <a:lnTo>
                    <a:pt x="9" y="4"/>
                  </a:lnTo>
                  <a:lnTo>
                    <a:pt x="10" y="3"/>
                  </a:lnTo>
                  <a:lnTo>
                    <a:pt x="11" y="3"/>
                  </a:lnTo>
                  <a:lnTo>
                    <a:pt x="12" y="3"/>
                  </a:lnTo>
                  <a:lnTo>
                    <a:pt x="13" y="2"/>
                  </a:lnTo>
                  <a:lnTo>
                    <a:pt x="14" y="2"/>
                  </a:lnTo>
                  <a:lnTo>
                    <a:pt x="15" y="1"/>
                  </a:lnTo>
                  <a:lnTo>
                    <a:pt x="16" y="1"/>
                  </a:lnTo>
                  <a:lnTo>
                    <a:pt x="17" y="0"/>
                  </a:lnTo>
                  <a:lnTo>
                    <a:pt x="18" y="0"/>
                  </a:lnTo>
                  <a:lnTo>
                    <a:pt x="20" y="0"/>
                  </a:lnTo>
                  <a:lnTo>
                    <a:pt x="22" y="0"/>
                  </a:lnTo>
                  <a:lnTo>
                    <a:pt x="24" y="0"/>
                  </a:lnTo>
                  <a:lnTo>
                    <a:pt x="25" y="0"/>
                  </a:lnTo>
                  <a:lnTo>
                    <a:pt x="26" y="0"/>
                  </a:lnTo>
                  <a:lnTo>
                    <a:pt x="27" y="1"/>
                  </a:lnTo>
                  <a:lnTo>
                    <a:pt x="29" y="1"/>
                  </a:lnTo>
                  <a:lnTo>
                    <a:pt x="29" y="2"/>
                  </a:lnTo>
                  <a:lnTo>
                    <a:pt x="30" y="2"/>
                  </a:lnTo>
                  <a:lnTo>
                    <a:pt x="30" y="3"/>
                  </a:lnTo>
                  <a:lnTo>
                    <a:pt x="31" y="3"/>
                  </a:lnTo>
                  <a:lnTo>
                    <a:pt x="32" y="3"/>
                  </a:lnTo>
                  <a:lnTo>
                    <a:pt x="33" y="3"/>
                  </a:lnTo>
                  <a:lnTo>
                    <a:pt x="34" y="3"/>
                  </a:lnTo>
                  <a:lnTo>
                    <a:pt x="35" y="4"/>
                  </a:lnTo>
                  <a:lnTo>
                    <a:pt x="35" y="5"/>
                  </a:lnTo>
                  <a:lnTo>
                    <a:pt x="36" y="5"/>
                  </a:lnTo>
                  <a:lnTo>
                    <a:pt x="36" y="6"/>
                  </a:lnTo>
                  <a:lnTo>
                    <a:pt x="36" y="7"/>
                  </a:lnTo>
                  <a:lnTo>
                    <a:pt x="37" y="7"/>
                  </a:lnTo>
                  <a:lnTo>
                    <a:pt x="38" y="7"/>
                  </a:lnTo>
                  <a:lnTo>
                    <a:pt x="38" y="8"/>
                  </a:lnTo>
                  <a:lnTo>
                    <a:pt x="38" y="9"/>
                  </a:lnTo>
                  <a:lnTo>
                    <a:pt x="39" y="9"/>
                  </a:lnTo>
                  <a:lnTo>
                    <a:pt x="40" y="9"/>
                  </a:lnTo>
                  <a:lnTo>
                    <a:pt x="40" y="10"/>
                  </a:lnTo>
                  <a:lnTo>
                    <a:pt x="40" y="11"/>
                  </a:lnTo>
                  <a:lnTo>
                    <a:pt x="41" y="13"/>
                  </a:lnTo>
                  <a:lnTo>
                    <a:pt x="42" y="14"/>
                  </a:lnTo>
                  <a:lnTo>
                    <a:pt x="42" y="15"/>
                  </a:lnTo>
                  <a:lnTo>
                    <a:pt x="42" y="16"/>
                  </a:lnTo>
                  <a:lnTo>
                    <a:pt x="43" y="17"/>
                  </a:lnTo>
                  <a:lnTo>
                    <a:pt x="43" y="18"/>
                  </a:lnTo>
                  <a:lnTo>
                    <a:pt x="43" y="19"/>
                  </a:lnTo>
                  <a:lnTo>
                    <a:pt x="43" y="20"/>
                  </a:lnTo>
                  <a:lnTo>
                    <a:pt x="43" y="21"/>
                  </a:lnTo>
                  <a:lnTo>
                    <a:pt x="43" y="58"/>
                  </a:lnTo>
                  <a:lnTo>
                    <a:pt x="0" y="58"/>
                  </a:lnTo>
                  <a:lnTo>
                    <a:pt x="0" y="21"/>
                  </a:lnTo>
                </a:path>
              </a:pathLst>
            </a:custGeom>
            <a:noFill/>
            <a:ln w="12700">
              <a:solidFill>
                <a:srgbClr val="000000"/>
              </a:solidFill>
              <a:prstDash val="solid"/>
              <a:round/>
              <a:headEnd/>
              <a:tailEnd/>
            </a:ln>
          </p:spPr>
          <p:txBody>
            <a:bodyPr/>
            <a:lstStyle/>
            <a:p>
              <a:endParaRPr lang="nl-BE"/>
            </a:p>
          </p:txBody>
        </p:sp>
        <p:sp>
          <p:nvSpPr>
            <p:cNvPr id="42387" name="Freeform 27"/>
            <p:cNvSpPr>
              <a:spLocks/>
            </p:cNvSpPr>
            <p:nvPr/>
          </p:nvSpPr>
          <p:spPr bwMode="auto">
            <a:xfrm>
              <a:off x="5275263" y="3692525"/>
              <a:ext cx="93662" cy="65088"/>
            </a:xfrm>
            <a:custGeom>
              <a:avLst/>
              <a:gdLst>
                <a:gd name="T0" fmla="*/ 0 w 50"/>
                <a:gd name="T1" fmla="*/ 2147483647 h 67"/>
                <a:gd name="T2" fmla="*/ 0 w 50"/>
                <a:gd name="T3" fmla="*/ 2147483647 h 67"/>
                <a:gd name="T4" fmla="*/ 2147483647 w 50"/>
                <a:gd name="T5" fmla="*/ 2147483647 h 67"/>
                <a:gd name="T6" fmla="*/ 2147483647 w 50"/>
                <a:gd name="T7" fmla="*/ 2147483647 h 67"/>
                <a:gd name="T8" fmla="*/ 2147483647 w 50"/>
                <a:gd name="T9" fmla="*/ 2147483647 h 67"/>
                <a:gd name="T10" fmla="*/ 2147483647 w 50"/>
                <a:gd name="T11" fmla="*/ 2147483647 h 67"/>
                <a:gd name="T12" fmla="*/ 2147483647 w 50"/>
                <a:gd name="T13" fmla="*/ 2147483647 h 67"/>
                <a:gd name="T14" fmla="*/ 2147483647 w 50"/>
                <a:gd name="T15" fmla="*/ 2147483647 h 67"/>
                <a:gd name="T16" fmla="*/ 2147483647 w 50"/>
                <a:gd name="T17" fmla="*/ 2147483647 h 67"/>
                <a:gd name="T18" fmla="*/ 2147483647 w 50"/>
                <a:gd name="T19" fmla="*/ 2147483647 h 67"/>
                <a:gd name="T20" fmla="*/ 2147483647 w 50"/>
                <a:gd name="T21" fmla="*/ 2147483647 h 67"/>
                <a:gd name="T22" fmla="*/ 2147483647 w 50"/>
                <a:gd name="T23" fmla="*/ 2147483647 h 67"/>
                <a:gd name="T24" fmla="*/ 2147483647 w 50"/>
                <a:gd name="T25" fmla="*/ 2147483647 h 67"/>
                <a:gd name="T26" fmla="*/ 2147483647 w 50"/>
                <a:gd name="T27" fmla="*/ 2147483647 h 67"/>
                <a:gd name="T28" fmla="*/ 2147483647 w 50"/>
                <a:gd name="T29" fmla="*/ 0 h 67"/>
                <a:gd name="T30" fmla="*/ 2147483647 w 50"/>
                <a:gd name="T31" fmla="*/ 0 h 67"/>
                <a:gd name="T32" fmla="*/ 2147483647 w 50"/>
                <a:gd name="T33" fmla="*/ 0 h 67"/>
                <a:gd name="T34" fmla="*/ 2147483647 w 50"/>
                <a:gd name="T35" fmla="*/ 2147483647 h 67"/>
                <a:gd name="T36" fmla="*/ 2147483647 w 50"/>
                <a:gd name="T37" fmla="*/ 2147483647 h 67"/>
                <a:gd name="T38" fmla="*/ 2147483647 w 50"/>
                <a:gd name="T39" fmla="*/ 2147483647 h 67"/>
                <a:gd name="T40" fmla="*/ 2147483647 w 50"/>
                <a:gd name="T41" fmla="*/ 2147483647 h 67"/>
                <a:gd name="T42" fmla="*/ 2147483647 w 50"/>
                <a:gd name="T43" fmla="*/ 2147483647 h 67"/>
                <a:gd name="T44" fmla="*/ 2147483647 w 50"/>
                <a:gd name="T45" fmla="*/ 2147483647 h 67"/>
                <a:gd name="T46" fmla="*/ 2147483647 w 50"/>
                <a:gd name="T47" fmla="*/ 2147483647 h 67"/>
                <a:gd name="T48" fmla="*/ 2147483647 w 50"/>
                <a:gd name="T49" fmla="*/ 2147483647 h 67"/>
                <a:gd name="T50" fmla="*/ 2147483647 w 50"/>
                <a:gd name="T51" fmla="*/ 2147483647 h 67"/>
                <a:gd name="T52" fmla="*/ 2147483647 w 50"/>
                <a:gd name="T53" fmla="*/ 2147483647 h 67"/>
                <a:gd name="T54" fmla="*/ 2147483647 w 50"/>
                <a:gd name="T55" fmla="*/ 2147483647 h 67"/>
                <a:gd name="T56" fmla="*/ 2147483647 w 50"/>
                <a:gd name="T57" fmla="*/ 2147483647 h 67"/>
                <a:gd name="T58" fmla="*/ 2147483647 w 50"/>
                <a:gd name="T59" fmla="*/ 2147483647 h 67"/>
                <a:gd name="T60" fmla="*/ 2147483647 w 50"/>
                <a:gd name="T61" fmla="*/ 2147483647 h 67"/>
                <a:gd name="T62" fmla="*/ 2147483647 w 50"/>
                <a:gd name="T63" fmla="*/ 2147483647 h 67"/>
                <a:gd name="T64" fmla="*/ 0 w 50"/>
                <a:gd name="T65" fmla="*/ 2147483647 h 6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50"/>
                <a:gd name="T100" fmla="*/ 0 h 67"/>
                <a:gd name="T101" fmla="*/ 50 w 50"/>
                <a:gd name="T102" fmla="*/ 67 h 6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50" h="67">
                  <a:moveTo>
                    <a:pt x="0" y="24"/>
                  </a:moveTo>
                  <a:lnTo>
                    <a:pt x="0" y="23"/>
                  </a:lnTo>
                  <a:lnTo>
                    <a:pt x="0" y="22"/>
                  </a:lnTo>
                  <a:lnTo>
                    <a:pt x="0" y="20"/>
                  </a:lnTo>
                  <a:lnTo>
                    <a:pt x="0" y="18"/>
                  </a:lnTo>
                  <a:lnTo>
                    <a:pt x="1" y="17"/>
                  </a:lnTo>
                  <a:lnTo>
                    <a:pt x="1" y="16"/>
                  </a:lnTo>
                  <a:lnTo>
                    <a:pt x="2" y="14"/>
                  </a:lnTo>
                  <a:lnTo>
                    <a:pt x="3" y="13"/>
                  </a:lnTo>
                  <a:lnTo>
                    <a:pt x="3" y="12"/>
                  </a:lnTo>
                  <a:lnTo>
                    <a:pt x="4" y="11"/>
                  </a:lnTo>
                  <a:lnTo>
                    <a:pt x="5" y="9"/>
                  </a:lnTo>
                  <a:lnTo>
                    <a:pt x="5" y="8"/>
                  </a:lnTo>
                  <a:lnTo>
                    <a:pt x="6" y="7"/>
                  </a:lnTo>
                  <a:lnTo>
                    <a:pt x="7" y="7"/>
                  </a:lnTo>
                  <a:lnTo>
                    <a:pt x="8" y="6"/>
                  </a:lnTo>
                  <a:lnTo>
                    <a:pt x="9" y="6"/>
                  </a:lnTo>
                  <a:lnTo>
                    <a:pt x="10" y="5"/>
                  </a:lnTo>
                  <a:lnTo>
                    <a:pt x="11" y="4"/>
                  </a:lnTo>
                  <a:lnTo>
                    <a:pt x="11" y="3"/>
                  </a:lnTo>
                  <a:lnTo>
                    <a:pt x="12" y="3"/>
                  </a:lnTo>
                  <a:lnTo>
                    <a:pt x="13" y="2"/>
                  </a:lnTo>
                  <a:lnTo>
                    <a:pt x="14" y="2"/>
                  </a:lnTo>
                  <a:lnTo>
                    <a:pt x="15" y="2"/>
                  </a:lnTo>
                  <a:lnTo>
                    <a:pt x="17" y="1"/>
                  </a:lnTo>
                  <a:lnTo>
                    <a:pt x="18" y="1"/>
                  </a:lnTo>
                  <a:lnTo>
                    <a:pt x="19" y="1"/>
                  </a:lnTo>
                  <a:lnTo>
                    <a:pt x="20" y="1"/>
                  </a:lnTo>
                  <a:lnTo>
                    <a:pt x="21" y="0"/>
                  </a:lnTo>
                  <a:lnTo>
                    <a:pt x="22" y="0"/>
                  </a:lnTo>
                  <a:lnTo>
                    <a:pt x="23" y="0"/>
                  </a:lnTo>
                  <a:lnTo>
                    <a:pt x="24" y="0"/>
                  </a:lnTo>
                  <a:lnTo>
                    <a:pt x="26" y="0"/>
                  </a:lnTo>
                  <a:lnTo>
                    <a:pt x="28" y="0"/>
                  </a:lnTo>
                  <a:lnTo>
                    <a:pt x="29" y="1"/>
                  </a:lnTo>
                  <a:lnTo>
                    <a:pt x="31" y="1"/>
                  </a:lnTo>
                  <a:lnTo>
                    <a:pt x="33" y="1"/>
                  </a:lnTo>
                  <a:lnTo>
                    <a:pt x="33" y="2"/>
                  </a:lnTo>
                  <a:lnTo>
                    <a:pt x="34" y="2"/>
                  </a:lnTo>
                  <a:lnTo>
                    <a:pt x="35" y="2"/>
                  </a:lnTo>
                  <a:lnTo>
                    <a:pt x="37" y="3"/>
                  </a:lnTo>
                  <a:lnTo>
                    <a:pt x="38" y="3"/>
                  </a:lnTo>
                  <a:lnTo>
                    <a:pt x="39" y="4"/>
                  </a:lnTo>
                  <a:lnTo>
                    <a:pt x="39" y="5"/>
                  </a:lnTo>
                  <a:lnTo>
                    <a:pt x="40" y="6"/>
                  </a:lnTo>
                  <a:lnTo>
                    <a:pt x="41" y="6"/>
                  </a:lnTo>
                  <a:lnTo>
                    <a:pt x="42" y="7"/>
                  </a:lnTo>
                  <a:lnTo>
                    <a:pt x="43" y="8"/>
                  </a:lnTo>
                  <a:lnTo>
                    <a:pt x="44" y="8"/>
                  </a:lnTo>
                  <a:lnTo>
                    <a:pt x="44" y="9"/>
                  </a:lnTo>
                  <a:lnTo>
                    <a:pt x="44" y="10"/>
                  </a:lnTo>
                  <a:lnTo>
                    <a:pt x="44" y="11"/>
                  </a:lnTo>
                  <a:lnTo>
                    <a:pt x="45" y="11"/>
                  </a:lnTo>
                  <a:lnTo>
                    <a:pt x="46" y="13"/>
                  </a:lnTo>
                  <a:lnTo>
                    <a:pt x="47" y="13"/>
                  </a:lnTo>
                  <a:lnTo>
                    <a:pt x="47" y="14"/>
                  </a:lnTo>
                  <a:lnTo>
                    <a:pt x="47" y="15"/>
                  </a:lnTo>
                  <a:lnTo>
                    <a:pt x="48" y="16"/>
                  </a:lnTo>
                  <a:lnTo>
                    <a:pt x="49" y="17"/>
                  </a:lnTo>
                  <a:lnTo>
                    <a:pt x="49" y="18"/>
                  </a:lnTo>
                  <a:lnTo>
                    <a:pt x="49" y="20"/>
                  </a:lnTo>
                  <a:lnTo>
                    <a:pt x="50" y="22"/>
                  </a:lnTo>
                  <a:lnTo>
                    <a:pt x="50" y="23"/>
                  </a:lnTo>
                  <a:lnTo>
                    <a:pt x="50" y="24"/>
                  </a:lnTo>
                  <a:lnTo>
                    <a:pt x="50" y="67"/>
                  </a:lnTo>
                  <a:lnTo>
                    <a:pt x="0" y="67"/>
                  </a:lnTo>
                  <a:lnTo>
                    <a:pt x="0" y="24"/>
                  </a:lnTo>
                </a:path>
              </a:pathLst>
            </a:custGeom>
            <a:noFill/>
            <a:ln w="12700">
              <a:solidFill>
                <a:srgbClr val="000000"/>
              </a:solidFill>
              <a:prstDash val="solid"/>
              <a:round/>
              <a:headEnd/>
              <a:tailEnd/>
            </a:ln>
          </p:spPr>
          <p:txBody>
            <a:bodyPr/>
            <a:lstStyle/>
            <a:p>
              <a:endParaRPr lang="nl-BE"/>
            </a:p>
          </p:txBody>
        </p:sp>
        <p:sp>
          <p:nvSpPr>
            <p:cNvPr id="42388" name="Freeform 28"/>
            <p:cNvSpPr>
              <a:spLocks/>
            </p:cNvSpPr>
            <p:nvPr/>
          </p:nvSpPr>
          <p:spPr bwMode="auto">
            <a:xfrm>
              <a:off x="5233988" y="3683000"/>
              <a:ext cx="157162" cy="106363"/>
            </a:xfrm>
            <a:custGeom>
              <a:avLst/>
              <a:gdLst>
                <a:gd name="T0" fmla="*/ 0 w 84"/>
                <a:gd name="T1" fmla="*/ 2147483647 h 110"/>
                <a:gd name="T2" fmla="*/ 0 w 84"/>
                <a:gd name="T3" fmla="*/ 2147483647 h 110"/>
                <a:gd name="T4" fmla="*/ 2147483647 w 84"/>
                <a:gd name="T5" fmla="*/ 2147483647 h 110"/>
                <a:gd name="T6" fmla="*/ 2147483647 w 84"/>
                <a:gd name="T7" fmla="*/ 2147483647 h 110"/>
                <a:gd name="T8" fmla="*/ 2147483647 w 84"/>
                <a:gd name="T9" fmla="*/ 2147483647 h 110"/>
                <a:gd name="T10" fmla="*/ 2147483647 w 84"/>
                <a:gd name="T11" fmla="*/ 2147483647 h 110"/>
                <a:gd name="T12" fmla="*/ 2147483647 w 84"/>
                <a:gd name="T13" fmla="*/ 2147483647 h 110"/>
                <a:gd name="T14" fmla="*/ 2147483647 w 84"/>
                <a:gd name="T15" fmla="*/ 2147483647 h 110"/>
                <a:gd name="T16" fmla="*/ 2147483647 w 84"/>
                <a:gd name="T17" fmla="*/ 2147483647 h 110"/>
                <a:gd name="T18" fmla="*/ 2147483647 w 84"/>
                <a:gd name="T19" fmla="*/ 2147483647 h 110"/>
                <a:gd name="T20" fmla="*/ 2147483647 w 84"/>
                <a:gd name="T21" fmla="*/ 2147483647 h 110"/>
                <a:gd name="T22" fmla="*/ 2147483647 w 84"/>
                <a:gd name="T23" fmla="*/ 2147483647 h 110"/>
                <a:gd name="T24" fmla="*/ 2147483647 w 84"/>
                <a:gd name="T25" fmla="*/ 2147483647 h 110"/>
                <a:gd name="T26" fmla="*/ 2147483647 w 84"/>
                <a:gd name="T27" fmla="*/ 2147483647 h 110"/>
                <a:gd name="T28" fmla="*/ 2147483647 w 84"/>
                <a:gd name="T29" fmla="*/ 2147483647 h 110"/>
                <a:gd name="T30" fmla="*/ 2147483647 w 84"/>
                <a:gd name="T31" fmla="*/ 2147483647 h 110"/>
                <a:gd name="T32" fmla="*/ 2147483647 w 84"/>
                <a:gd name="T33" fmla="*/ 2147483647 h 110"/>
                <a:gd name="T34" fmla="*/ 2147483647 w 84"/>
                <a:gd name="T35" fmla="*/ 2147483647 h 110"/>
                <a:gd name="T36" fmla="*/ 2147483647 w 84"/>
                <a:gd name="T37" fmla="*/ 0 h 110"/>
                <a:gd name="T38" fmla="*/ 2147483647 w 84"/>
                <a:gd name="T39" fmla="*/ 0 h 110"/>
                <a:gd name="T40" fmla="*/ 2147483647 w 84"/>
                <a:gd name="T41" fmla="*/ 0 h 110"/>
                <a:gd name="T42" fmla="*/ 2147483647 w 84"/>
                <a:gd name="T43" fmla="*/ 0 h 110"/>
                <a:gd name="T44" fmla="*/ 2147483647 w 84"/>
                <a:gd name="T45" fmla="*/ 0 h 110"/>
                <a:gd name="T46" fmla="*/ 2147483647 w 84"/>
                <a:gd name="T47" fmla="*/ 2147483647 h 110"/>
                <a:gd name="T48" fmla="*/ 2147483647 w 84"/>
                <a:gd name="T49" fmla="*/ 2147483647 h 110"/>
                <a:gd name="T50" fmla="*/ 2147483647 w 84"/>
                <a:gd name="T51" fmla="*/ 2147483647 h 110"/>
                <a:gd name="T52" fmla="*/ 2147483647 w 84"/>
                <a:gd name="T53" fmla="*/ 2147483647 h 110"/>
                <a:gd name="T54" fmla="*/ 2147483647 w 84"/>
                <a:gd name="T55" fmla="*/ 2147483647 h 110"/>
                <a:gd name="T56" fmla="*/ 2147483647 w 84"/>
                <a:gd name="T57" fmla="*/ 2147483647 h 110"/>
                <a:gd name="T58" fmla="*/ 2147483647 w 84"/>
                <a:gd name="T59" fmla="*/ 2147483647 h 110"/>
                <a:gd name="T60" fmla="*/ 2147483647 w 84"/>
                <a:gd name="T61" fmla="*/ 2147483647 h 110"/>
                <a:gd name="T62" fmla="*/ 2147483647 w 84"/>
                <a:gd name="T63" fmla="*/ 2147483647 h 110"/>
                <a:gd name="T64" fmla="*/ 2147483647 w 84"/>
                <a:gd name="T65" fmla="*/ 2147483647 h 110"/>
                <a:gd name="T66" fmla="*/ 2147483647 w 84"/>
                <a:gd name="T67" fmla="*/ 2147483647 h 110"/>
                <a:gd name="T68" fmla="*/ 2147483647 w 84"/>
                <a:gd name="T69" fmla="*/ 2147483647 h 110"/>
                <a:gd name="T70" fmla="*/ 2147483647 w 84"/>
                <a:gd name="T71" fmla="*/ 2147483647 h 110"/>
                <a:gd name="T72" fmla="*/ 2147483647 w 84"/>
                <a:gd name="T73" fmla="*/ 2147483647 h 110"/>
                <a:gd name="T74" fmla="*/ 2147483647 w 84"/>
                <a:gd name="T75" fmla="*/ 2147483647 h 110"/>
                <a:gd name="T76" fmla="*/ 2147483647 w 84"/>
                <a:gd name="T77" fmla="*/ 2147483647 h 110"/>
                <a:gd name="T78" fmla="*/ 2147483647 w 84"/>
                <a:gd name="T79" fmla="*/ 2147483647 h 110"/>
                <a:gd name="T80" fmla="*/ 2147483647 w 84"/>
                <a:gd name="T81" fmla="*/ 2147483647 h 110"/>
                <a:gd name="T82" fmla="*/ 0 w 84"/>
                <a:gd name="T83" fmla="*/ 2147483647 h 110"/>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84"/>
                <a:gd name="T127" fmla="*/ 0 h 110"/>
                <a:gd name="T128" fmla="*/ 84 w 84"/>
                <a:gd name="T129" fmla="*/ 110 h 110"/>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84" h="110">
                  <a:moveTo>
                    <a:pt x="0" y="40"/>
                  </a:moveTo>
                  <a:lnTo>
                    <a:pt x="0" y="39"/>
                  </a:lnTo>
                  <a:lnTo>
                    <a:pt x="0" y="37"/>
                  </a:lnTo>
                  <a:lnTo>
                    <a:pt x="0" y="35"/>
                  </a:lnTo>
                  <a:lnTo>
                    <a:pt x="0" y="33"/>
                  </a:lnTo>
                  <a:lnTo>
                    <a:pt x="1" y="32"/>
                  </a:lnTo>
                  <a:lnTo>
                    <a:pt x="1" y="30"/>
                  </a:lnTo>
                  <a:lnTo>
                    <a:pt x="1" y="29"/>
                  </a:lnTo>
                  <a:lnTo>
                    <a:pt x="1" y="28"/>
                  </a:lnTo>
                  <a:lnTo>
                    <a:pt x="1" y="27"/>
                  </a:lnTo>
                  <a:lnTo>
                    <a:pt x="3" y="25"/>
                  </a:lnTo>
                  <a:lnTo>
                    <a:pt x="3" y="23"/>
                  </a:lnTo>
                  <a:lnTo>
                    <a:pt x="5" y="22"/>
                  </a:lnTo>
                  <a:lnTo>
                    <a:pt x="5" y="20"/>
                  </a:lnTo>
                  <a:lnTo>
                    <a:pt x="6" y="19"/>
                  </a:lnTo>
                  <a:lnTo>
                    <a:pt x="7" y="17"/>
                  </a:lnTo>
                  <a:lnTo>
                    <a:pt x="9" y="15"/>
                  </a:lnTo>
                  <a:lnTo>
                    <a:pt x="11" y="13"/>
                  </a:lnTo>
                  <a:lnTo>
                    <a:pt x="11" y="12"/>
                  </a:lnTo>
                  <a:lnTo>
                    <a:pt x="12" y="11"/>
                  </a:lnTo>
                  <a:lnTo>
                    <a:pt x="14" y="9"/>
                  </a:lnTo>
                  <a:lnTo>
                    <a:pt x="16" y="9"/>
                  </a:lnTo>
                  <a:lnTo>
                    <a:pt x="17" y="7"/>
                  </a:lnTo>
                  <a:lnTo>
                    <a:pt x="19" y="7"/>
                  </a:lnTo>
                  <a:lnTo>
                    <a:pt x="21" y="5"/>
                  </a:lnTo>
                  <a:lnTo>
                    <a:pt x="22" y="5"/>
                  </a:lnTo>
                  <a:lnTo>
                    <a:pt x="22" y="4"/>
                  </a:lnTo>
                  <a:lnTo>
                    <a:pt x="23" y="3"/>
                  </a:lnTo>
                  <a:lnTo>
                    <a:pt x="24" y="3"/>
                  </a:lnTo>
                  <a:lnTo>
                    <a:pt x="26" y="3"/>
                  </a:lnTo>
                  <a:lnTo>
                    <a:pt x="27" y="2"/>
                  </a:lnTo>
                  <a:lnTo>
                    <a:pt x="27" y="1"/>
                  </a:lnTo>
                  <a:lnTo>
                    <a:pt x="29" y="1"/>
                  </a:lnTo>
                  <a:lnTo>
                    <a:pt x="30" y="1"/>
                  </a:lnTo>
                  <a:lnTo>
                    <a:pt x="32" y="1"/>
                  </a:lnTo>
                  <a:lnTo>
                    <a:pt x="33" y="1"/>
                  </a:lnTo>
                  <a:lnTo>
                    <a:pt x="35" y="0"/>
                  </a:lnTo>
                  <a:lnTo>
                    <a:pt x="37" y="0"/>
                  </a:lnTo>
                  <a:lnTo>
                    <a:pt x="39" y="0"/>
                  </a:lnTo>
                  <a:lnTo>
                    <a:pt x="40" y="0"/>
                  </a:lnTo>
                  <a:lnTo>
                    <a:pt x="41" y="0"/>
                  </a:lnTo>
                  <a:lnTo>
                    <a:pt x="44" y="0"/>
                  </a:lnTo>
                  <a:lnTo>
                    <a:pt x="45" y="0"/>
                  </a:lnTo>
                  <a:lnTo>
                    <a:pt x="47" y="0"/>
                  </a:lnTo>
                  <a:lnTo>
                    <a:pt x="48" y="0"/>
                  </a:lnTo>
                  <a:lnTo>
                    <a:pt x="50" y="0"/>
                  </a:lnTo>
                  <a:lnTo>
                    <a:pt x="51" y="1"/>
                  </a:lnTo>
                  <a:lnTo>
                    <a:pt x="52" y="1"/>
                  </a:lnTo>
                  <a:lnTo>
                    <a:pt x="54" y="1"/>
                  </a:lnTo>
                  <a:lnTo>
                    <a:pt x="55" y="1"/>
                  </a:lnTo>
                  <a:lnTo>
                    <a:pt x="57" y="2"/>
                  </a:lnTo>
                  <a:lnTo>
                    <a:pt x="59" y="3"/>
                  </a:lnTo>
                  <a:lnTo>
                    <a:pt x="61" y="3"/>
                  </a:lnTo>
                  <a:lnTo>
                    <a:pt x="61" y="4"/>
                  </a:lnTo>
                  <a:lnTo>
                    <a:pt x="62" y="5"/>
                  </a:lnTo>
                  <a:lnTo>
                    <a:pt x="64" y="5"/>
                  </a:lnTo>
                  <a:lnTo>
                    <a:pt x="65" y="6"/>
                  </a:lnTo>
                  <a:lnTo>
                    <a:pt x="66" y="7"/>
                  </a:lnTo>
                  <a:lnTo>
                    <a:pt x="67" y="7"/>
                  </a:lnTo>
                  <a:lnTo>
                    <a:pt x="68" y="8"/>
                  </a:lnTo>
                  <a:lnTo>
                    <a:pt x="69" y="9"/>
                  </a:lnTo>
                  <a:lnTo>
                    <a:pt x="70" y="9"/>
                  </a:lnTo>
                  <a:lnTo>
                    <a:pt x="71" y="11"/>
                  </a:lnTo>
                  <a:lnTo>
                    <a:pt x="72" y="12"/>
                  </a:lnTo>
                  <a:lnTo>
                    <a:pt x="73" y="12"/>
                  </a:lnTo>
                  <a:lnTo>
                    <a:pt x="73" y="13"/>
                  </a:lnTo>
                  <a:lnTo>
                    <a:pt x="75" y="15"/>
                  </a:lnTo>
                  <a:lnTo>
                    <a:pt x="77" y="17"/>
                  </a:lnTo>
                  <a:lnTo>
                    <a:pt x="78" y="19"/>
                  </a:lnTo>
                  <a:lnTo>
                    <a:pt x="78" y="20"/>
                  </a:lnTo>
                  <a:lnTo>
                    <a:pt x="79" y="21"/>
                  </a:lnTo>
                  <a:lnTo>
                    <a:pt x="80" y="23"/>
                  </a:lnTo>
                  <a:lnTo>
                    <a:pt x="81" y="25"/>
                  </a:lnTo>
                  <a:lnTo>
                    <a:pt x="82" y="26"/>
                  </a:lnTo>
                  <a:lnTo>
                    <a:pt x="82" y="27"/>
                  </a:lnTo>
                  <a:lnTo>
                    <a:pt x="83" y="28"/>
                  </a:lnTo>
                  <a:lnTo>
                    <a:pt x="83" y="30"/>
                  </a:lnTo>
                  <a:lnTo>
                    <a:pt x="83" y="32"/>
                  </a:lnTo>
                  <a:lnTo>
                    <a:pt x="83" y="33"/>
                  </a:lnTo>
                  <a:lnTo>
                    <a:pt x="83" y="35"/>
                  </a:lnTo>
                  <a:lnTo>
                    <a:pt x="84" y="37"/>
                  </a:lnTo>
                  <a:lnTo>
                    <a:pt x="84" y="40"/>
                  </a:lnTo>
                  <a:lnTo>
                    <a:pt x="84" y="110"/>
                  </a:lnTo>
                  <a:lnTo>
                    <a:pt x="0" y="110"/>
                  </a:lnTo>
                  <a:lnTo>
                    <a:pt x="0" y="40"/>
                  </a:lnTo>
                </a:path>
              </a:pathLst>
            </a:custGeom>
            <a:noFill/>
            <a:ln w="12700">
              <a:solidFill>
                <a:srgbClr val="000000"/>
              </a:solidFill>
              <a:prstDash val="solid"/>
              <a:round/>
              <a:headEnd/>
              <a:tailEnd/>
            </a:ln>
          </p:spPr>
          <p:txBody>
            <a:bodyPr/>
            <a:lstStyle/>
            <a:p>
              <a:endParaRPr lang="nl-BE"/>
            </a:p>
          </p:txBody>
        </p:sp>
        <p:sp>
          <p:nvSpPr>
            <p:cNvPr id="42389" name="Freeform 29"/>
            <p:cNvSpPr>
              <a:spLocks/>
            </p:cNvSpPr>
            <p:nvPr/>
          </p:nvSpPr>
          <p:spPr bwMode="auto">
            <a:xfrm>
              <a:off x="5202238" y="3676650"/>
              <a:ext cx="201612" cy="136525"/>
            </a:xfrm>
            <a:custGeom>
              <a:avLst/>
              <a:gdLst>
                <a:gd name="T0" fmla="*/ 0 w 108"/>
                <a:gd name="T1" fmla="*/ 2147483647 h 142"/>
                <a:gd name="T2" fmla="*/ 0 w 108"/>
                <a:gd name="T3" fmla="*/ 2147483647 h 142"/>
                <a:gd name="T4" fmla="*/ 0 w 108"/>
                <a:gd name="T5" fmla="*/ 2147483647 h 142"/>
                <a:gd name="T6" fmla="*/ 2147483647 w 108"/>
                <a:gd name="T7" fmla="*/ 2147483647 h 142"/>
                <a:gd name="T8" fmla="*/ 2147483647 w 108"/>
                <a:gd name="T9" fmla="*/ 2147483647 h 142"/>
                <a:gd name="T10" fmla="*/ 2147483647 w 108"/>
                <a:gd name="T11" fmla="*/ 2147483647 h 142"/>
                <a:gd name="T12" fmla="*/ 2147483647 w 108"/>
                <a:gd name="T13" fmla="*/ 2147483647 h 142"/>
                <a:gd name="T14" fmla="*/ 2147483647 w 108"/>
                <a:gd name="T15" fmla="*/ 2147483647 h 142"/>
                <a:gd name="T16" fmla="*/ 2147483647 w 108"/>
                <a:gd name="T17" fmla="*/ 2147483647 h 142"/>
                <a:gd name="T18" fmla="*/ 2147483647 w 108"/>
                <a:gd name="T19" fmla="*/ 2147483647 h 142"/>
                <a:gd name="T20" fmla="*/ 2147483647 w 108"/>
                <a:gd name="T21" fmla="*/ 2147483647 h 142"/>
                <a:gd name="T22" fmla="*/ 2147483647 w 108"/>
                <a:gd name="T23" fmla="*/ 2147483647 h 142"/>
                <a:gd name="T24" fmla="*/ 2147483647 w 108"/>
                <a:gd name="T25" fmla="*/ 2147483647 h 142"/>
                <a:gd name="T26" fmla="*/ 2147483647 w 108"/>
                <a:gd name="T27" fmla="*/ 2147483647 h 142"/>
                <a:gd name="T28" fmla="*/ 2147483647 w 108"/>
                <a:gd name="T29" fmla="*/ 2147483647 h 142"/>
                <a:gd name="T30" fmla="*/ 2147483647 w 108"/>
                <a:gd name="T31" fmla="*/ 2147483647 h 142"/>
                <a:gd name="T32" fmla="*/ 2147483647 w 108"/>
                <a:gd name="T33" fmla="*/ 2147483647 h 142"/>
                <a:gd name="T34" fmla="*/ 2147483647 w 108"/>
                <a:gd name="T35" fmla="*/ 0 h 142"/>
                <a:gd name="T36" fmla="*/ 2147483647 w 108"/>
                <a:gd name="T37" fmla="*/ 0 h 142"/>
                <a:gd name="T38" fmla="*/ 2147483647 w 108"/>
                <a:gd name="T39" fmla="*/ 0 h 142"/>
                <a:gd name="T40" fmla="*/ 2147483647 w 108"/>
                <a:gd name="T41" fmla="*/ 0 h 142"/>
                <a:gd name="T42" fmla="*/ 2147483647 w 108"/>
                <a:gd name="T43" fmla="*/ 0 h 142"/>
                <a:gd name="T44" fmla="*/ 2147483647 w 108"/>
                <a:gd name="T45" fmla="*/ 0 h 142"/>
                <a:gd name="T46" fmla="*/ 2147483647 w 108"/>
                <a:gd name="T47" fmla="*/ 2147483647 h 142"/>
                <a:gd name="T48" fmla="*/ 2147483647 w 108"/>
                <a:gd name="T49" fmla="*/ 2147483647 h 142"/>
                <a:gd name="T50" fmla="*/ 2147483647 w 108"/>
                <a:gd name="T51" fmla="*/ 2147483647 h 142"/>
                <a:gd name="T52" fmla="*/ 2147483647 w 108"/>
                <a:gd name="T53" fmla="*/ 2147483647 h 142"/>
                <a:gd name="T54" fmla="*/ 2147483647 w 108"/>
                <a:gd name="T55" fmla="*/ 2147483647 h 142"/>
                <a:gd name="T56" fmla="*/ 2147483647 w 108"/>
                <a:gd name="T57" fmla="*/ 2147483647 h 142"/>
                <a:gd name="T58" fmla="*/ 2147483647 w 108"/>
                <a:gd name="T59" fmla="*/ 2147483647 h 142"/>
                <a:gd name="T60" fmla="*/ 2147483647 w 108"/>
                <a:gd name="T61" fmla="*/ 2147483647 h 142"/>
                <a:gd name="T62" fmla="*/ 2147483647 w 108"/>
                <a:gd name="T63" fmla="*/ 2147483647 h 142"/>
                <a:gd name="T64" fmla="*/ 2147483647 w 108"/>
                <a:gd name="T65" fmla="*/ 2147483647 h 142"/>
                <a:gd name="T66" fmla="*/ 2147483647 w 108"/>
                <a:gd name="T67" fmla="*/ 2147483647 h 142"/>
                <a:gd name="T68" fmla="*/ 2147483647 w 108"/>
                <a:gd name="T69" fmla="*/ 2147483647 h 142"/>
                <a:gd name="T70" fmla="*/ 2147483647 w 108"/>
                <a:gd name="T71" fmla="*/ 2147483647 h 142"/>
                <a:gd name="T72" fmla="*/ 2147483647 w 108"/>
                <a:gd name="T73" fmla="*/ 2147483647 h 142"/>
                <a:gd name="T74" fmla="*/ 2147483647 w 108"/>
                <a:gd name="T75" fmla="*/ 2147483647 h 142"/>
                <a:gd name="T76" fmla="*/ 2147483647 w 108"/>
                <a:gd name="T77" fmla="*/ 2147483647 h 142"/>
                <a:gd name="T78" fmla="*/ 2147483647 w 108"/>
                <a:gd name="T79" fmla="*/ 2147483647 h 142"/>
                <a:gd name="T80" fmla="*/ 2147483647 w 108"/>
                <a:gd name="T81" fmla="*/ 2147483647 h 142"/>
                <a:gd name="T82" fmla="*/ 2147483647 w 108"/>
                <a:gd name="T83" fmla="*/ 2147483647 h 142"/>
                <a:gd name="T84" fmla="*/ 2147483647 w 108"/>
                <a:gd name="T85" fmla="*/ 2147483647 h 142"/>
                <a:gd name="T86" fmla="*/ 2147483647 w 108"/>
                <a:gd name="T87" fmla="*/ 2147483647 h 142"/>
                <a:gd name="T88" fmla="*/ 0 w 108"/>
                <a:gd name="T89" fmla="*/ 2147483647 h 142"/>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08"/>
                <a:gd name="T136" fmla="*/ 0 h 142"/>
                <a:gd name="T137" fmla="*/ 108 w 108"/>
                <a:gd name="T138" fmla="*/ 142 h 142"/>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08" h="142">
                  <a:moveTo>
                    <a:pt x="0" y="51"/>
                  </a:moveTo>
                  <a:lnTo>
                    <a:pt x="0" y="49"/>
                  </a:lnTo>
                  <a:lnTo>
                    <a:pt x="0" y="47"/>
                  </a:lnTo>
                  <a:lnTo>
                    <a:pt x="0" y="46"/>
                  </a:lnTo>
                  <a:lnTo>
                    <a:pt x="0" y="43"/>
                  </a:lnTo>
                  <a:lnTo>
                    <a:pt x="0" y="40"/>
                  </a:lnTo>
                  <a:lnTo>
                    <a:pt x="1" y="39"/>
                  </a:lnTo>
                  <a:lnTo>
                    <a:pt x="2" y="37"/>
                  </a:lnTo>
                  <a:lnTo>
                    <a:pt x="2" y="35"/>
                  </a:lnTo>
                  <a:lnTo>
                    <a:pt x="4" y="33"/>
                  </a:lnTo>
                  <a:lnTo>
                    <a:pt x="5" y="30"/>
                  </a:lnTo>
                  <a:lnTo>
                    <a:pt x="6" y="28"/>
                  </a:lnTo>
                  <a:lnTo>
                    <a:pt x="7" y="26"/>
                  </a:lnTo>
                  <a:lnTo>
                    <a:pt x="9" y="24"/>
                  </a:lnTo>
                  <a:lnTo>
                    <a:pt x="9" y="23"/>
                  </a:lnTo>
                  <a:lnTo>
                    <a:pt x="11" y="19"/>
                  </a:lnTo>
                  <a:lnTo>
                    <a:pt x="13" y="18"/>
                  </a:lnTo>
                  <a:lnTo>
                    <a:pt x="15" y="16"/>
                  </a:lnTo>
                  <a:lnTo>
                    <a:pt x="17" y="14"/>
                  </a:lnTo>
                  <a:lnTo>
                    <a:pt x="18" y="13"/>
                  </a:lnTo>
                  <a:lnTo>
                    <a:pt x="20" y="11"/>
                  </a:lnTo>
                  <a:lnTo>
                    <a:pt x="22" y="9"/>
                  </a:lnTo>
                  <a:lnTo>
                    <a:pt x="24" y="8"/>
                  </a:lnTo>
                  <a:lnTo>
                    <a:pt x="26" y="7"/>
                  </a:lnTo>
                  <a:lnTo>
                    <a:pt x="28" y="6"/>
                  </a:lnTo>
                  <a:lnTo>
                    <a:pt x="29" y="5"/>
                  </a:lnTo>
                  <a:lnTo>
                    <a:pt x="30" y="5"/>
                  </a:lnTo>
                  <a:lnTo>
                    <a:pt x="31" y="3"/>
                  </a:lnTo>
                  <a:lnTo>
                    <a:pt x="33" y="3"/>
                  </a:lnTo>
                  <a:lnTo>
                    <a:pt x="34" y="3"/>
                  </a:lnTo>
                  <a:lnTo>
                    <a:pt x="36" y="3"/>
                  </a:lnTo>
                  <a:lnTo>
                    <a:pt x="38" y="2"/>
                  </a:lnTo>
                  <a:lnTo>
                    <a:pt x="39" y="1"/>
                  </a:lnTo>
                  <a:lnTo>
                    <a:pt x="41" y="1"/>
                  </a:lnTo>
                  <a:lnTo>
                    <a:pt x="43" y="0"/>
                  </a:lnTo>
                  <a:lnTo>
                    <a:pt x="44" y="0"/>
                  </a:lnTo>
                  <a:lnTo>
                    <a:pt x="47" y="0"/>
                  </a:lnTo>
                  <a:lnTo>
                    <a:pt x="48" y="0"/>
                  </a:lnTo>
                  <a:lnTo>
                    <a:pt x="50" y="0"/>
                  </a:lnTo>
                  <a:lnTo>
                    <a:pt x="51" y="0"/>
                  </a:lnTo>
                  <a:lnTo>
                    <a:pt x="54" y="0"/>
                  </a:lnTo>
                  <a:lnTo>
                    <a:pt x="56" y="0"/>
                  </a:lnTo>
                  <a:lnTo>
                    <a:pt x="58" y="0"/>
                  </a:lnTo>
                  <a:lnTo>
                    <a:pt x="61" y="0"/>
                  </a:lnTo>
                  <a:lnTo>
                    <a:pt x="63" y="0"/>
                  </a:lnTo>
                  <a:lnTo>
                    <a:pt x="65" y="0"/>
                  </a:lnTo>
                  <a:lnTo>
                    <a:pt x="67" y="1"/>
                  </a:lnTo>
                  <a:lnTo>
                    <a:pt x="68" y="2"/>
                  </a:lnTo>
                  <a:lnTo>
                    <a:pt x="71" y="2"/>
                  </a:lnTo>
                  <a:lnTo>
                    <a:pt x="72" y="3"/>
                  </a:lnTo>
                  <a:lnTo>
                    <a:pt x="73" y="3"/>
                  </a:lnTo>
                  <a:lnTo>
                    <a:pt x="76" y="3"/>
                  </a:lnTo>
                  <a:lnTo>
                    <a:pt x="77" y="4"/>
                  </a:lnTo>
                  <a:lnTo>
                    <a:pt x="78" y="5"/>
                  </a:lnTo>
                  <a:lnTo>
                    <a:pt x="80" y="6"/>
                  </a:lnTo>
                  <a:lnTo>
                    <a:pt x="82" y="7"/>
                  </a:lnTo>
                  <a:lnTo>
                    <a:pt x="83" y="8"/>
                  </a:lnTo>
                  <a:lnTo>
                    <a:pt x="85" y="8"/>
                  </a:lnTo>
                  <a:lnTo>
                    <a:pt x="86" y="10"/>
                  </a:lnTo>
                  <a:lnTo>
                    <a:pt x="88" y="11"/>
                  </a:lnTo>
                  <a:lnTo>
                    <a:pt x="89" y="12"/>
                  </a:lnTo>
                  <a:lnTo>
                    <a:pt x="89" y="13"/>
                  </a:lnTo>
                  <a:lnTo>
                    <a:pt x="90" y="14"/>
                  </a:lnTo>
                  <a:lnTo>
                    <a:pt x="92" y="14"/>
                  </a:lnTo>
                  <a:lnTo>
                    <a:pt x="93" y="16"/>
                  </a:lnTo>
                  <a:lnTo>
                    <a:pt x="94" y="17"/>
                  </a:lnTo>
                  <a:lnTo>
                    <a:pt x="95" y="18"/>
                  </a:lnTo>
                  <a:lnTo>
                    <a:pt x="95" y="19"/>
                  </a:lnTo>
                  <a:lnTo>
                    <a:pt x="97" y="19"/>
                  </a:lnTo>
                  <a:lnTo>
                    <a:pt x="97" y="21"/>
                  </a:lnTo>
                  <a:lnTo>
                    <a:pt x="98" y="22"/>
                  </a:lnTo>
                  <a:lnTo>
                    <a:pt x="99" y="24"/>
                  </a:lnTo>
                  <a:lnTo>
                    <a:pt x="100" y="24"/>
                  </a:lnTo>
                  <a:lnTo>
                    <a:pt x="101" y="26"/>
                  </a:lnTo>
                  <a:lnTo>
                    <a:pt x="102" y="28"/>
                  </a:lnTo>
                  <a:lnTo>
                    <a:pt x="102" y="30"/>
                  </a:lnTo>
                  <a:lnTo>
                    <a:pt x="103" y="30"/>
                  </a:lnTo>
                  <a:lnTo>
                    <a:pt x="104" y="32"/>
                  </a:lnTo>
                  <a:lnTo>
                    <a:pt x="105" y="34"/>
                  </a:lnTo>
                  <a:lnTo>
                    <a:pt x="105" y="35"/>
                  </a:lnTo>
                  <a:lnTo>
                    <a:pt x="105" y="37"/>
                  </a:lnTo>
                  <a:lnTo>
                    <a:pt x="106" y="39"/>
                  </a:lnTo>
                  <a:lnTo>
                    <a:pt x="106" y="41"/>
                  </a:lnTo>
                  <a:lnTo>
                    <a:pt x="107" y="43"/>
                  </a:lnTo>
                  <a:lnTo>
                    <a:pt x="108" y="46"/>
                  </a:lnTo>
                  <a:lnTo>
                    <a:pt x="108" y="47"/>
                  </a:lnTo>
                  <a:lnTo>
                    <a:pt x="108" y="51"/>
                  </a:lnTo>
                  <a:lnTo>
                    <a:pt x="108" y="142"/>
                  </a:lnTo>
                  <a:lnTo>
                    <a:pt x="0" y="142"/>
                  </a:lnTo>
                  <a:lnTo>
                    <a:pt x="0" y="51"/>
                  </a:lnTo>
                </a:path>
              </a:pathLst>
            </a:custGeom>
            <a:noFill/>
            <a:ln w="12700">
              <a:solidFill>
                <a:srgbClr val="000000"/>
              </a:solidFill>
              <a:prstDash val="solid"/>
              <a:round/>
              <a:headEnd/>
              <a:tailEnd/>
            </a:ln>
          </p:spPr>
          <p:txBody>
            <a:bodyPr/>
            <a:lstStyle/>
            <a:p>
              <a:endParaRPr lang="nl-BE"/>
            </a:p>
          </p:txBody>
        </p:sp>
        <p:sp>
          <p:nvSpPr>
            <p:cNvPr id="42390" name="Freeform 30"/>
            <p:cNvSpPr>
              <a:spLocks/>
            </p:cNvSpPr>
            <p:nvPr/>
          </p:nvSpPr>
          <p:spPr bwMode="auto">
            <a:xfrm>
              <a:off x="657225" y="3949700"/>
              <a:ext cx="5210175" cy="1204913"/>
            </a:xfrm>
            <a:custGeom>
              <a:avLst/>
              <a:gdLst>
                <a:gd name="T0" fmla="*/ 0 w 3690"/>
                <a:gd name="T1" fmla="*/ 2147483647 h 753"/>
                <a:gd name="T2" fmla="*/ 2147483647 w 3690"/>
                <a:gd name="T3" fmla="*/ 0 h 753"/>
                <a:gd name="T4" fmla="*/ 0 w 3690"/>
                <a:gd name="T5" fmla="*/ 2147483647 h 753"/>
                <a:gd name="T6" fmla="*/ 0 w 3690"/>
                <a:gd name="T7" fmla="*/ 2147483647 h 753"/>
                <a:gd name="T8" fmla="*/ 0 w 3690"/>
                <a:gd name="T9" fmla="*/ 2147483647 h 753"/>
                <a:gd name="T10" fmla="*/ 0 60000 65536"/>
                <a:gd name="T11" fmla="*/ 0 60000 65536"/>
                <a:gd name="T12" fmla="*/ 0 60000 65536"/>
                <a:gd name="T13" fmla="*/ 0 60000 65536"/>
                <a:gd name="T14" fmla="*/ 0 60000 65536"/>
                <a:gd name="T15" fmla="*/ 0 w 3690"/>
                <a:gd name="T16" fmla="*/ 0 h 753"/>
                <a:gd name="T17" fmla="*/ 3690 w 3690"/>
                <a:gd name="T18" fmla="*/ 753 h 753"/>
              </a:gdLst>
              <a:ahLst/>
              <a:cxnLst>
                <a:cxn ang="T10">
                  <a:pos x="T0" y="T1"/>
                </a:cxn>
                <a:cxn ang="T11">
                  <a:pos x="T2" y="T3"/>
                </a:cxn>
                <a:cxn ang="T12">
                  <a:pos x="T4" y="T5"/>
                </a:cxn>
                <a:cxn ang="T13">
                  <a:pos x="T6" y="T7"/>
                </a:cxn>
                <a:cxn ang="T14">
                  <a:pos x="T8" y="T9"/>
                </a:cxn>
              </a:cxnLst>
              <a:rect l="T15" t="T16" r="T17" b="T18"/>
              <a:pathLst>
                <a:path w="3690" h="753">
                  <a:moveTo>
                    <a:pt x="0" y="699"/>
                  </a:moveTo>
                  <a:lnTo>
                    <a:pt x="3690" y="0"/>
                  </a:lnTo>
                  <a:lnTo>
                    <a:pt x="0" y="753"/>
                  </a:lnTo>
                  <a:lnTo>
                    <a:pt x="0" y="699"/>
                  </a:lnTo>
                  <a:close/>
                </a:path>
              </a:pathLst>
            </a:custGeom>
            <a:solidFill>
              <a:srgbClr val="FFFF00"/>
            </a:solidFill>
            <a:ln w="9525">
              <a:solidFill>
                <a:schemeClr val="tx1"/>
              </a:solidFill>
              <a:round/>
              <a:headEnd/>
              <a:tailEnd/>
            </a:ln>
          </p:spPr>
          <p:txBody>
            <a:bodyPr wrap="none" anchor="ctr"/>
            <a:lstStyle/>
            <a:p>
              <a:endParaRPr lang="nl-BE"/>
            </a:p>
          </p:txBody>
        </p:sp>
        <p:sp>
          <p:nvSpPr>
            <p:cNvPr id="42391" name="Oval 31"/>
            <p:cNvSpPr>
              <a:spLocks noChangeArrowheads="1"/>
            </p:cNvSpPr>
            <p:nvPr/>
          </p:nvSpPr>
          <p:spPr bwMode="auto">
            <a:xfrm>
              <a:off x="5546725" y="3868738"/>
              <a:ext cx="188913" cy="207962"/>
            </a:xfrm>
            <a:prstGeom prst="ellipse">
              <a:avLst/>
            </a:prstGeom>
            <a:solidFill>
              <a:srgbClr val="006000"/>
            </a:solidFill>
            <a:ln w="9525">
              <a:noFill/>
              <a:round/>
              <a:headEnd/>
              <a:tailEnd/>
            </a:ln>
          </p:spPr>
          <p:txBody>
            <a:bodyPr/>
            <a:lstStyle/>
            <a:p>
              <a:pPr algn="ctr" eaLnBrk="0" hangingPunct="0"/>
              <a:endParaRPr lang="nl-BE"/>
            </a:p>
          </p:txBody>
        </p:sp>
        <p:sp>
          <p:nvSpPr>
            <p:cNvPr id="42392" name="Oval 32"/>
            <p:cNvSpPr>
              <a:spLocks noChangeArrowheads="1"/>
            </p:cNvSpPr>
            <p:nvPr/>
          </p:nvSpPr>
          <p:spPr bwMode="auto">
            <a:xfrm>
              <a:off x="5680075" y="3840163"/>
              <a:ext cx="157163" cy="207962"/>
            </a:xfrm>
            <a:prstGeom prst="ellipse">
              <a:avLst/>
            </a:prstGeom>
            <a:solidFill>
              <a:srgbClr val="006000"/>
            </a:solidFill>
            <a:ln w="9525">
              <a:noFill/>
              <a:round/>
              <a:headEnd/>
              <a:tailEnd/>
            </a:ln>
          </p:spPr>
          <p:txBody>
            <a:bodyPr/>
            <a:lstStyle/>
            <a:p>
              <a:pPr algn="ctr" eaLnBrk="0" hangingPunct="0"/>
              <a:endParaRPr lang="nl-BE"/>
            </a:p>
          </p:txBody>
        </p:sp>
        <p:sp>
          <p:nvSpPr>
            <p:cNvPr id="42393" name="Oval 33"/>
            <p:cNvSpPr>
              <a:spLocks noChangeArrowheads="1"/>
            </p:cNvSpPr>
            <p:nvPr/>
          </p:nvSpPr>
          <p:spPr bwMode="auto">
            <a:xfrm>
              <a:off x="5605463" y="3989388"/>
              <a:ext cx="98425" cy="82550"/>
            </a:xfrm>
            <a:prstGeom prst="ellipse">
              <a:avLst/>
            </a:prstGeom>
            <a:solidFill>
              <a:srgbClr val="004000"/>
            </a:solidFill>
            <a:ln w="9525">
              <a:noFill/>
              <a:round/>
              <a:headEnd/>
              <a:tailEnd/>
            </a:ln>
          </p:spPr>
          <p:txBody>
            <a:bodyPr/>
            <a:lstStyle/>
            <a:p>
              <a:pPr algn="ctr" eaLnBrk="0" hangingPunct="0"/>
              <a:endParaRPr lang="nl-BE"/>
            </a:p>
          </p:txBody>
        </p:sp>
        <p:sp>
          <p:nvSpPr>
            <p:cNvPr id="42394" name="Oval 34"/>
            <p:cNvSpPr>
              <a:spLocks noChangeArrowheads="1"/>
            </p:cNvSpPr>
            <p:nvPr/>
          </p:nvSpPr>
          <p:spPr bwMode="auto">
            <a:xfrm>
              <a:off x="5716588" y="3938588"/>
              <a:ext cx="104775" cy="109537"/>
            </a:xfrm>
            <a:prstGeom prst="ellipse">
              <a:avLst/>
            </a:prstGeom>
            <a:solidFill>
              <a:srgbClr val="004000"/>
            </a:solidFill>
            <a:ln w="9525">
              <a:noFill/>
              <a:round/>
              <a:headEnd/>
              <a:tailEnd/>
            </a:ln>
          </p:spPr>
          <p:txBody>
            <a:bodyPr/>
            <a:lstStyle/>
            <a:p>
              <a:pPr algn="ctr" eaLnBrk="0" hangingPunct="0"/>
              <a:endParaRPr lang="nl-BE"/>
            </a:p>
          </p:txBody>
        </p:sp>
        <p:sp>
          <p:nvSpPr>
            <p:cNvPr id="42395" name="Oval 35"/>
            <p:cNvSpPr>
              <a:spLocks noChangeArrowheads="1"/>
            </p:cNvSpPr>
            <p:nvPr/>
          </p:nvSpPr>
          <p:spPr bwMode="auto">
            <a:xfrm>
              <a:off x="5599113" y="3819525"/>
              <a:ext cx="163512" cy="163513"/>
            </a:xfrm>
            <a:prstGeom prst="ellipse">
              <a:avLst/>
            </a:prstGeom>
            <a:solidFill>
              <a:srgbClr val="008000"/>
            </a:solidFill>
            <a:ln w="9525">
              <a:noFill/>
              <a:round/>
              <a:headEnd/>
              <a:tailEnd/>
            </a:ln>
          </p:spPr>
          <p:txBody>
            <a:bodyPr/>
            <a:lstStyle/>
            <a:p>
              <a:pPr algn="ctr" eaLnBrk="0" hangingPunct="0"/>
              <a:endParaRPr lang="nl-BE"/>
            </a:p>
          </p:txBody>
        </p:sp>
        <p:sp>
          <p:nvSpPr>
            <p:cNvPr id="42396" name="Oval 36"/>
            <p:cNvSpPr>
              <a:spLocks noChangeArrowheads="1"/>
            </p:cNvSpPr>
            <p:nvPr/>
          </p:nvSpPr>
          <p:spPr bwMode="auto">
            <a:xfrm>
              <a:off x="5641975" y="3873500"/>
              <a:ext cx="115888" cy="98425"/>
            </a:xfrm>
            <a:prstGeom prst="ellipse">
              <a:avLst/>
            </a:prstGeom>
            <a:solidFill>
              <a:srgbClr val="006000"/>
            </a:solidFill>
            <a:ln w="9525">
              <a:noFill/>
              <a:round/>
              <a:headEnd/>
              <a:tailEnd/>
            </a:ln>
          </p:spPr>
          <p:txBody>
            <a:bodyPr/>
            <a:lstStyle/>
            <a:p>
              <a:pPr algn="ctr" eaLnBrk="0" hangingPunct="0"/>
              <a:endParaRPr lang="nl-BE"/>
            </a:p>
          </p:txBody>
        </p:sp>
        <p:sp>
          <p:nvSpPr>
            <p:cNvPr id="42397" name="Oval 37"/>
            <p:cNvSpPr>
              <a:spLocks noChangeArrowheads="1"/>
            </p:cNvSpPr>
            <p:nvPr/>
          </p:nvSpPr>
          <p:spPr bwMode="auto">
            <a:xfrm>
              <a:off x="5524500" y="3938588"/>
              <a:ext cx="220663" cy="177800"/>
            </a:xfrm>
            <a:prstGeom prst="ellipse">
              <a:avLst/>
            </a:prstGeom>
            <a:solidFill>
              <a:srgbClr val="006000"/>
            </a:solidFill>
            <a:ln w="9525">
              <a:noFill/>
              <a:round/>
              <a:headEnd/>
              <a:tailEnd/>
            </a:ln>
          </p:spPr>
          <p:txBody>
            <a:bodyPr/>
            <a:lstStyle/>
            <a:p>
              <a:pPr algn="ctr" eaLnBrk="0" hangingPunct="0"/>
              <a:endParaRPr lang="nl-BE"/>
            </a:p>
          </p:txBody>
        </p:sp>
        <p:sp>
          <p:nvSpPr>
            <p:cNvPr id="42398" name="Oval 38"/>
            <p:cNvSpPr>
              <a:spLocks noChangeArrowheads="1"/>
            </p:cNvSpPr>
            <p:nvPr/>
          </p:nvSpPr>
          <p:spPr bwMode="auto">
            <a:xfrm>
              <a:off x="5554663" y="4064000"/>
              <a:ext cx="222250" cy="149225"/>
            </a:xfrm>
            <a:prstGeom prst="ellipse">
              <a:avLst/>
            </a:prstGeom>
            <a:solidFill>
              <a:srgbClr val="006000"/>
            </a:solidFill>
            <a:ln w="9525">
              <a:noFill/>
              <a:round/>
              <a:headEnd/>
              <a:tailEnd/>
            </a:ln>
          </p:spPr>
          <p:txBody>
            <a:bodyPr/>
            <a:lstStyle/>
            <a:p>
              <a:pPr algn="ctr" eaLnBrk="0" hangingPunct="0"/>
              <a:endParaRPr lang="nl-BE"/>
            </a:p>
          </p:txBody>
        </p:sp>
        <p:sp>
          <p:nvSpPr>
            <p:cNvPr id="42399" name="Oval 39"/>
            <p:cNvSpPr>
              <a:spLocks noChangeArrowheads="1"/>
            </p:cNvSpPr>
            <p:nvPr/>
          </p:nvSpPr>
          <p:spPr bwMode="auto">
            <a:xfrm>
              <a:off x="5527675" y="3992563"/>
              <a:ext cx="90488" cy="95250"/>
            </a:xfrm>
            <a:prstGeom prst="ellipse">
              <a:avLst/>
            </a:prstGeom>
            <a:solidFill>
              <a:srgbClr val="004000"/>
            </a:solidFill>
            <a:ln w="9525">
              <a:noFill/>
              <a:round/>
              <a:headEnd/>
              <a:tailEnd/>
            </a:ln>
          </p:spPr>
          <p:txBody>
            <a:bodyPr/>
            <a:lstStyle/>
            <a:p>
              <a:pPr algn="ctr" eaLnBrk="0" hangingPunct="0"/>
              <a:endParaRPr lang="nl-BE"/>
            </a:p>
          </p:txBody>
        </p:sp>
        <p:sp>
          <p:nvSpPr>
            <p:cNvPr id="42400" name="Oval 40"/>
            <p:cNvSpPr>
              <a:spLocks noChangeArrowheads="1"/>
            </p:cNvSpPr>
            <p:nvPr/>
          </p:nvSpPr>
          <p:spPr bwMode="auto">
            <a:xfrm>
              <a:off x="5538788" y="4090988"/>
              <a:ext cx="225425" cy="101600"/>
            </a:xfrm>
            <a:prstGeom prst="ellipse">
              <a:avLst/>
            </a:prstGeom>
            <a:solidFill>
              <a:srgbClr val="004000"/>
            </a:solidFill>
            <a:ln w="9525">
              <a:noFill/>
              <a:round/>
              <a:headEnd/>
              <a:tailEnd/>
            </a:ln>
          </p:spPr>
          <p:txBody>
            <a:bodyPr/>
            <a:lstStyle/>
            <a:p>
              <a:pPr algn="ctr" eaLnBrk="0" hangingPunct="0"/>
              <a:endParaRPr lang="nl-BE"/>
            </a:p>
          </p:txBody>
        </p:sp>
        <p:sp>
          <p:nvSpPr>
            <p:cNvPr id="42401" name="Oval 41"/>
            <p:cNvSpPr>
              <a:spLocks noChangeArrowheads="1"/>
            </p:cNvSpPr>
            <p:nvPr/>
          </p:nvSpPr>
          <p:spPr bwMode="auto">
            <a:xfrm>
              <a:off x="5624513" y="3989388"/>
              <a:ext cx="174625" cy="153987"/>
            </a:xfrm>
            <a:prstGeom prst="ellipse">
              <a:avLst/>
            </a:prstGeom>
            <a:solidFill>
              <a:srgbClr val="008000"/>
            </a:solidFill>
            <a:ln w="9525">
              <a:noFill/>
              <a:round/>
              <a:headEnd/>
              <a:tailEnd/>
            </a:ln>
          </p:spPr>
          <p:txBody>
            <a:bodyPr/>
            <a:lstStyle/>
            <a:p>
              <a:pPr algn="ctr" eaLnBrk="0" hangingPunct="0"/>
              <a:endParaRPr lang="nl-BE"/>
            </a:p>
          </p:txBody>
        </p:sp>
        <p:sp>
          <p:nvSpPr>
            <p:cNvPr id="42402" name="Oval 42"/>
            <p:cNvSpPr>
              <a:spLocks noChangeArrowheads="1"/>
            </p:cNvSpPr>
            <p:nvPr/>
          </p:nvSpPr>
          <p:spPr bwMode="auto">
            <a:xfrm>
              <a:off x="5635625" y="4029075"/>
              <a:ext cx="103188" cy="107950"/>
            </a:xfrm>
            <a:prstGeom prst="ellipse">
              <a:avLst/>
            </a:prstGeom>
            <a:solidFill>
              <a:srgbClr val="006000"/>
            </a:solidFill>
            <a:ln w="9525">
              <a:noFill/>
              <a:round/>
              <a:headEnd/>
              <a:tailEnd/>
            </a:ln>
          </p:spPr>
          <p:txBody>
            <a:bodyPr/>
            <a:lstStyle/>
            <a:p>
              <a:pPr algn="ctr" eaLnBrk="0" hangingPunct="0"/>
              <a:endParaRPr lang="nl-BE"/>
            </a:p>
          </p:txBody>
        </p:sp>
        <p:sp>
          <p:nvSpPr>
            <p:cNvPr id="42403" name="Oval 43"/>
            <p:cNvSpPr>
              <a:spLocks noChangeArrowheads="1"/>
            </p:cNvSpPr>
            <p:nvPr/>
          </p:nvSpPr>
          <p:spPr bwMode="auto">
            <a:xfrm>
              <a:off x="5568950" y="3546475"/>
              <a:ext cx="190500" cy="209550"/>
            </a:xfrm>
            <a:prstGeom prst="ellipse">
              <a:avLst/>
            </a:prstGeom>
            <a:solidFill>
              <a:srgbClr val="006000"/>
            </a:solidFill>
            <a:ln w="9525">
              <a:noFill/>
              <a:round/>
              <a:headEnd/>
              <a:tailEnd/>
            </a:ln>
          </p:spPr>
          <p:txBody>
            <a:bodyPr/>
            <a:lstStyle/>
            <a:p>
              <a:pPr algn="ctr" eaLnBrk="0" hangingPunct="0"/>
              <a:endParaRPr lang="nl-BE"/>
            </a:p>
          </p:txBody>
        </p:sp>
        <p:sp>
          <p:nvSpPr>
            <p:cNvPr id="42404" name="Oval 44"/>
            <p:cNvSpPr>
              <a:spLocks noChangeArrowheads="1"/>
            </p:cNvSpPr>
            <p:nvPr/>
          </p:nvSpPr>
          <p:spPr bwMode="auto">
            <a:xfrm>
              <a:off x="5702300" y="3517900"/>
              <a:ext cx="157163" cy="207963"/>
            </a:xfrm>
            <a:prstGeom prst="ellipse">
              <a:avLst/>
            </a:prstGeom>
            <a:solidFill>
              <a:srgbClr val="006000"/>
            </a:solidFill>
            <a:ln w="9525">
              <a:noFill/>
              <a:round/>
              <a:headEnd/>
              <a:tailEnd/>
            </a:ln>
          </p:spPr>
          <p:txBody>
            <a:bodyPr/>
            <a:lstStyle/>
            <a:p>
              <a:pPr algn="ctr" eaLnBrk="0" hangingPunct="0"/>
              <a:endParaRPr lang="nl-BE"/>
            </a:p>
          </p:txBody>
        </p:sp>
        <p:sp>
          <p:nvSpPr>
            <p:cNvPr id="42405" name="Oval 45"/>
            <p:cNvSpPr>
              <a:spLocks noChangeArrowheads="1"/>
            </p:cNvSpPr>
            <p:nvPr/>
          </p:nvSpPr>
          <p:spPr bwMode="auto">
            <a:xfrm>
              <a:off x="5627688" y="3668713"/>
              <a:ext cx="100012" cy="80962"/>
            </a:xfrm>
            <a:prstGeom prst="ellipse">
              <a:avLst/>
            </a:prstGeom>
            <a:solidFill>
              <a:srgbClr val="004000"/>
            </a:solidFill>
            <a:ln w="9525">
              <a:noFill/>
              <a:round/>
              <a:headEnd/>
              <a:tailEnd/>
            </a:ln>
          </p:spPr>
          <p:txBody>
            <a:bodyPr/>
            <a:lstStyle/>
            <a:p>
              <a:pPr algn="ctr" eaLnBrk="0" hangingPunct="0"/>
              <a:endParaRPr lang="nl-BE"/>
            </a:p>
          </p:txBody>
        </p:sp>
        <p:sp>
          <p:nvSpPr>
            <p:cNvPr id="42406" name="Oval 46"/>
            <p:cNvSpPr>
              <a:spLocks noChangeArrowheads="1"/>
            </p:cNvSpPr>
            <p:nvPr/>
          </p:nvSpPr>
          <p:spPr bwMode="auto">
            <a:xfrm>
              <a:off x="5738813" y="3616325"/>
              <a:ext cx="128587" cy="136525"/>
            </a:xfrm>
            <a:prstGeom prst="ellipse">
              <a:avLst/>
            </a:prstGeom>
            <a:solidFill>
              <a:srgbClr val="004000"/>
            </a:solidFill>
            <a:ln w="9525">
              <a:noFill/>
              <a:round/>
              <a:headEnd/>
              <a:tailEnd/>
            </a:ln>
          </p:spPr>
          <p:txBody>
            <a:bodyPr/>
            <a:lstStyle/>
            <a:p>
              <a:pPr algn="ctr" eaLnBrk="0" hangingPunct="0"/>
              <a:endParaRPr lang="nl-BE"/>
            </a:p>
          </p:txBody>
        </p:sp>
        <p:sp>
          <p:nvSpPr>
            <p:cNvPr id="42407" name="Oval 47"/>
            <p:cNvSpPr>
              <a:spLocks noChangeArrowheads="1"/>
            </p:cNvSpPr>
            <p:nvPr/>
          </p:nvSpPr>
          <p:spPr bwMode="auto">
            <a:xfrm>
              <a:off x="5621338" y="3497263"/>
              <a:ext cx="165100" cy="163512"/>
            </a:xfrm>
            <a:prstGeom prst="ellipse">
              <a:avLst/>
            </a:prstGeom>
            <a:solidFill>
              <a:srgbClr val="008000"/>
            </a:solidFill>
            <a:ln w="9525">
              <a:noFill/>
              <a:round/>
              <a:headEnd/>
              <a:tailEnd/>
            </a:ln>
          </p:spPr>
          <p:txBody>
            <a:bodyPr/>
            <a:lstStyle/>
            <a:p>
              <a:pPr algn="ctr" eaLnBrk="0" hangingPunct="0"/>
              <a:endParaRPr lang="nl-BE"/>
            </a:p>
          </p:txBody>
        </p:sp>
        <p:sp>
          <p:nvSpPr>
            <p:cNvPr id="42408" name="Oval 48"/>
            <p:cNvSpPr>
              <a:spLocks noChangeArrowheads="1"/>
            </p:cNvSpPr>
            <p:nvPr/>
          </p:nvSpPr>
          <p:spPr bwMode="auto">
            <a:xfrm>
              <a:off x="5664200" y="3551238"/>
              <a:ext cx="117475" cy="100012"/>
            </a:xfrm>
            <a:prstGeom prst="ellipse">
              <a:avLst/>
            </a:prstGeom>
            <a:solidFill>
              <a:srgbClr val="006000"/>
            </a:solidFill>
            <a:ln w="9525">
              <a:noFill/>
              <a:round/>
              <a:headEnd/>
              <a:tailEnd/>
            </a:ln>
          </p:spPr>
          <p:txBody>
            <a:bodyPr/>
            <a:lstStyle/>
            <a:p>
              <a:pPr algn="ctr" eaLnBrk="0" hangingPunct="0"/>
              <a:endParaRPr lang="nl-BE"/>
            </a:p>
          </p:txBody>
        </p:sp>
        <p:sp>
          <p:nvSpPr>
            <p:cNvPr id="42409" name="Oval 49"/>
            <p:cNvSpPr>
              <a:spLocks noChangeArrowheads="1"/>
            </p:cNvSpPr>
            <p:nvPr/>
          </p:nvSpPr>
          <p:spPr bwMode="auto">
            <a:xfrm>
              <a:off x="5546725" y="3622675"/>
              <a:ext cx="222250" cy="177800"/>
            </a:xfrm>
            <a:prstGeom prst="ellipse">
              <a:avLst/>
            </a:prstGeom>
            <a:solidFill>
              <a:srgbClr val="006000"/>
            </a:solidFill>
            <a:ln w="9525">
              <a:noFill/>
              <a:round/>
              <a:headEnd/>
              <a:tailEnd/>
            </a:ln>
          </p:spPr>
          <p:txBody>
            <a:bodyPr/>
            <a:lstStyle/>
            <a:p>
              <a:pPr algn="ctr" eaLnBrk="0" hangingPunct="0"/>
              <a:endParaRPr lang="nl-BE"/>
            </a:p>
          </p:txBody>
        </p:sp>
        <p:sp>
          <p:nvSpPr>
            <p:cNvPr id="42410" name="Oval 50"/>
            <p:cNvSpPr>
              <a:spLocks noChangeArrowheads="1"/>
            </p:cNvSpPr>
            <p:nvPr/>
          </p:nvSpPr>
          <p:spPr bwMode="auto">
            <a:xfrm>
              <a:off x="5578475" y="3741738"/>
              <a:ext cx="222250" cy="149225"/>
            </a:xfrm>
            <a:prstGeom prst="ellipse">
              <a:avLst/>
            </a:prstGeom>
            <a:solidFill>
              <a:srgbClr val="006000"/>
            </a:solidFill>
            <a:ln w="9525">
              <a:noFill/>
              <a:round/>
              <a:headEnd/>
              <a:tailEnd/>
            </a:ln>
          </p:spPr>
          <p:txBody>
            <a:bodyPr/>
            <a:lstStyle/>
            <a:p>
              <a:pPr algn="ctr" eaLnBrk="0" hangingPunct="0"/>
              <a:endParaRPr lang="nl-BE"/>
            </a:p>
          </p:txBody>
        </p:sp>
        <p:sp>
          <p:nvSpPr>
            <p:cNvPr id="42411" name="Oval 51"/>
            <p:cNvSpPr>
              <a:spLocks noChangeArrowheads="1"/>
            </p:cNvSpPr>
            <p:nvPr/>
          </p:nvSpPr>
          <p:spPr bwMode="auto">
            <a:xfrm>
              <a:off x="5553075" y="3671888"/>
              <a:ext cx="173038" cy="93662"/>
            </a:xfrm>
            <a:prstGeom prst="ellipse">
              <a:avLst/>
            </a:prstGeom>
            <a:solidFill>
              <a:srgbClr val="004000"/>
            </a:solidFill>
            <a:ln w="9525">
              <a:noFill/>
              <a:round/>
              <a:headEnd/>
              <a:tailEnd/>
            </a:ln>
          </p:spPr>
          <p:txBody>
            <a:bodyPr/>
            <a:lstStyle/>
            <a:p>
              <a:pPr algn="ctr" eaLnBrk="0" hangingPunct="0"/>
              <a:endParaRPr lang="nl-BE"/>
            </a:p>
          </p:txBody>
        </p:sp>
        <p:sp>
          <p:nvSpPr>
            <p:cNvPr id="42412" name="Oval 52"/>
            <p:cNvSpPr>
              <a:spLocks noChangeArrowheads="1"/>
            </p:cNvSpPr>
            <p:nvPr/>
          </p:nvSpPr>
          <p:spPr bwMode="auto">
            <a:xfrm>
              <a:off x="5578475" y="3743325"/>
              <a:ext cx="115888" cy="130175"/>
            </a:xfrm>
            <a:prstGeom prst="ellipse">
              <a:avLst/>
            </a:prstGeom>
            <a:solidFill>
              <a:srgbClr val="004000"/>
            </a:solidFill>
            <a:ln w="9525">
              <a:noFill/>
              <a:round/>
              <a:headEnd/>
              <a:tailEnd/>
            </a:ln>
          </p:spPr>
          <p:txBody>
            <a:bodyPr/>
            <a:lstStyle/>
            <a:p>
              <a:pPr algn="ctr" eaLnBrk="0" hangingPunct="0"/>
              <a:endParaRPr lang="nl-BE"/>
            </a:p>
          </p:txBody>
        </p:sp>
        <p:sp>
          <p:nvSpPr>
            <p:cNvPr id="42413" name="Oval 53"/>
            <p:cNvSpPr>
              <a:spLocks noChangeArrowheads="1"/>
            </p:cNvSpPr>
            <p:nvPr/>
          </p:nvSpPr>
          <p:spPr bwMode="auto">
            <a:xfrm>
              <a:off x="5648325" y="3667125"/>
              <a:ext cx="174625" cy="153988"/>
            </a:xfrm>
            <a:prstGeom prst="ellipse">
              <a:avLst/>
            </a:prstGeom>
            <a:solidFill>
              <a:srgbClr val="008000"/>
            </a:solidFill>
            <a:ln w="9525">
              <a:noFill/>
              <a:round/>
              <a:headEnd/>
              <a:tailEnd/>
            </a:ln>
          </p:spPr>
          <p:txBody>
            <a:bodyPr/>
            <a:lstStyle/>
            <a:p>
              <a:pPr algn="ctr" eaLnBrk="0" hangingPunct="0"/>
              <a:endParaRPr lang="nl-BE"/>
            </a:p>
          </p:txBody>
        </p:sp>
        <p:sp>
          <p:nvSpPr>
            <p:cNvPr id="42414" name="Oval 54"/>
            <p:cNvSpPr>
              <a:spLocks noChangeArrowheads="1"/>
            </p:cNvSpPr>
            <p:nvPr/>
          </p:nvSpPr>
          <p:spPr bwMode="auto">
            <a:xfrm>
              <a:off x="5657850" y="3706813"/>
              <a:ext cx="106363" cy="107950"/>
            </a:xfrm>
            <a:prstGeom prst="ellipse">
              <a:avLst/>
            </a:prstGeom>
            <a:solidFill>
              <a:srgbClr val="006000"/>
            </a:solidFill>
            <a:ln w="9525">
              <a:noFill/>
              <a:round/>
              <a:headEnd/>
              <a:tailEnd/>
            </a:ln>
          </p:spPr>
          <p:txBody>
            <a:bodyPr/>
            <a:lstStyle/>
            <a:p>
              <a:pPr algn="ctr" eaLnBrk="0" hangingPunct="0"/>
              <a:endParaRPr lang="nl-BE"/>
            </a:p>
          </p:txBody>
        </p:sp>
        <p:sp>
          <p:nvSpPr>
            <p:cNvPr id="42415" name="Oval 55"/>
            <p:cNvSpPr>
              <a:spLocks noChangeArrowheads="1"/>
            </p:cNvSpPr>
            <p:nvPr/>
          </p:nvSpPr>
          <p:spPr bwMode="auto">
            <a:xfrm>
              <a:off x="5746750" y="4011613"/>
              <a:ext cx="188913" cy="211137"/>
            </a:xfrm>
            <a:prstGeom prst="ellipse">
              <a:avLst/>
            </a:prstGeom>
            <a:solidFill>
              <a:srgbClr val="006000"/>
            </a:solidFill>
            <a:ln w="9525">
              <a:noFill/>
              <a:round/>
              <a:headEnd/>
              <a:tailEnd/>
            </a:ln>
          </p:spPr>
          <p:txBody>
            <a:bodyPr/>
            <a:lstStyle/>
            <a:p>
              <a:pPr algn="ctr" eaLnBrk="0" hangingPunct="0"/>
              <a:endParaRPr lang="nl-BE"/>
            </a:p>
          </p:txBody>
        </p:sp>
        <p:sp>
          <p:nvSpPr>
            <p:cNvPr id="42416" name="Oval 56"/>
            <p:cNvSpPr>
              <a:spLocks noChangeArrowheads="1"/>
            </p:cNvSpPr>
            <p:nvPr/>
          </p:nvSpPr>
          <p:spPr bwMode="auto">
            <a:xfrm>
              <a:off x="5880100" y="3983038"/>
              <a:ext cx="157163" cy="209550"/>
            </a:xfrm>
            <a:prstGeom prst="ellipse">
              <a:avLst/>
            </a:prstGeom>
            <a:solidFill>
              <a:srgbClr val="006000"/>
            </a:solidFill>
            <a:ln w="9525">
              <a:noFill/>
              <a:round/>
              <a:headEnd/>
              <a:tailEnd/>
            </a:ln>
          </p:spPr>
          <p:txBody>
            <a:bodyPr/>
            <a:lstStyle/>
            <a:p>
              <a:pPr algn="ctr" eaLnBrk="0" hangingPunct="0"/>
              <a:endParaRPr lang="nl-BE"/>
            </a:p>
          </p:txBody>
        </p:sp>
        <p:sp>
          <p:nvSpPr>
            <p:cNvPr id="42417" name="Oval 57"/>
            <p:cNvSpPr>
              <a:spLocks noChangeArrowheads="1"/>
            </p:cNvSpPr>
            <p:nvPr/>
          </p:nvSpPr>
          <p:spPr bwMode="auto">
            <a:xfrm>
              <a:off x="5713413" y="4111625"/>
              <a:ext cx="179387" cy="100013"/>
            </a:xfrm>
            <a:prstGeom prst="ellipse">
              <a:avLst/>
            </a:prstGeom>
            <a:solidFill>
              <a:srgbClr val="004000"/>
            </a:solidFill>
            <a:ln w="9525">
              <a:noFill/>
              <a:round/>
              <a:headEnd/>
              <a:tailEnd/>
            </a:ln>
          </p:spPr>
          <p:txBody>
            <a:bodyPr/>
            <a:lstStyle/>
            <a:p>
              <a:pPr algn="ctr" eaLnBrk="0" hangingPunct="0"/>
              <a:endParaRPr lang="nl-BE"/>
            </a:p>
          </p:txBody>
        </p:sp>
        <p:sp>
          <p:nvSpPr>
            <p:cNvPr id="42418" name="Oval 58"/>
            <p:cNvSpPr>
              <a:spLocks noChangeArrowheads="1"/>
            </p:cNvSpPr>
            <p:nvPr/>
          </p:nvSpPr>
          <p:spPr bwMode="auto">
            <a:xfrm>
              <a:off x="5916613" y="4083050"/>
              <a:ext cx="106362" cy="109538"/>
            </a:xfrm>
            <a:prstGeom prst="ellipse">
              <a:avLst/>
            </a:prstGeom>
            <a:solidFill>
              <a:srgbClr val="004000"/>
            </a:solidFill>
            <a:ln w="9525">
              <a:noFill/>
              <a:round/>
              <a:headEnd/>
              <a:tailEnd/>
            </a:ln>
          </p:spPr>
          <p:txBody>
            <a:bodyPr/>
            <a:lstStyle/>
            <a:p>
              <a:pPr algn="ctr" eaLnBrk="0" hangingPunct="0"/>
              <a:endParaRPr lang="nl-BE"/>
            </a:p>
          </p:txBody>
        </p:sp>
        <p:sp>
          <p:nvSpPr>
            <p:cNvPr id="42419" name="Oval 59"/>
            <p:cNvSpPr>
              <a:spLocks noChangeArrowheads="1"/>
            </p:cNvSpPr>
            <p:nvPr/>
          </p:nvSpPr>
          <p:spPr bwMode="auto">
            <a:xfrm>
              <a:off x="5799138" y="3962400"/>
              <a:ext cx="163512" cy="163513"/>
            </a:xfrm>
            <a:prstGeom prst="ellipse">
              <a:avLst/>
            </a:prstGeom>
            <a:solidFill>
              <a:srgbClr val="008000"/>
            </a:solidFill>
            <a:ln w="9525">
              <a:noFill/>
              <a:round/>
              <a:headEnd/>
              <a:tailEnd/>
            </a:ln>
          </p:spPr>
          <p:txBody>
            <a:bodyPr/>
            <a:lstStyle/>
            <a:p>
              <a:pPr algn="ctr" eaLnBrk="0" hangingPunct="0"/>
              <a:endParaRPr lang="nl-BE"/>
            </a:p>
          </p:txBody>
        </p:sp>
        <p:sp>
          <p:nvSpPr>
            <p:cNvPr id="42420" name="Oval 60"/>
            <p:cNvSpPr>
              <a:spLocks noChangeArrowheads="1"/>
            </p:cNvSpPr>
            <p:nvPr/>
          </p:nvSpPr>
          <p:spPr bwMode="auto">
            <a:xfrm>
              <a:off x="5842000" y="4017963"/>
              <a:ext cx="114300" cy="98425"/>
            </a:xfrm>
            <a:prstGeom prst="ellipse">
              <a:avLst/>
            </a:prstGeom>
            <a:solidFill>
              <a:srgbClr val="006000"/>
            </a:solidFill>
            <a:ln w="9525">
              <a:noFill/>
              <a:round/>
              <a:headEnd/>
              <a:tailEnd/>
            </a:ln>
          </p:spPr>
          <p:txBody>
            <a:bodyPr/>
            <a:lstStyle/>
            <a:p>
              <a:pPr algn="ctr" eaLnBrk="0" hangingPunct="0"/>
              <a:endParaRPr lang="nl-BE"/>
            </a:p>
          </p:txBody>
        </p:sp>
        <p:sp>
          <p:nvSpPr>
            <p:cNvPr id="42421" name="Oval 61"/>
            <p:cNvSpPr>
              <a:spLocks noChangeArrowheads="1"/>
            </p:cNvSpPr>
            <p:nvPr/>
          </p:nvSpPr>
          <p:spPr bwMode="auto">
            <a:xfrm>
              <a:off x="5724525" y="3821113"/>
              <a:ext cx="188913" cy="209550"/>
            </a:xfrm>
            <a:prstGeom prst="ellipse">
              <a:avLst/>
            </a:prstGeom>
            <a:solidFill>
              <a:srgbClr val="006000"/>
            </a:solidFill>
            <a:ln w="9525">
              <a:noFill/>
              <a:round/>
              <a:headEnd/>
              <a:tailEnd/>
            </a:ln>
          </p:spPr>
          <p:txBody>
            <a:bodyPr/>
            <a:lstStyle/>
            <a:p>
              <a:pPr algn="ctr" eaLnBrk="0" hangingPunct="0"/>
              <a:endParaRPr lang="nl-BE"/>
            </a:p>
          </p:txBody>
        </p:sp>
        <p:sp>
          <p:nvSpPr>
            <p:cNvPr id="42422" name="Oval 62"/>
            <p:cNvSpPr>
              <a:spLocks noChangeArrowheads="1"/>
            </p:cNvSpPr>
            <p:nvPr/>
          </p:nvSpPr>
          <p:spPr bwMode="auto">
            <a:xfrm>
              <a:off x="5856288" y="3852863"/>
              <a:ext cx="157162" cy="207962"/>
            </a:xfrm>
            <a:prstGeom prst="ellipse">
              <a:avLst/>
            </a:prstGeom>
            <a:solidFill>
              <a:srgbClr val="006000"/>
            </a:solidFill>
            <a:ln w="9525">
              <a:noFill/>
              <a:round/>
              <a:headEnd/>
              <a:tailEnd/>
            </a:ln>
          </p:spPr>
          <p:txBody>
            <a:bodyPr/>
            <a:lstStyle/>
            <a:p>
              <a:pPr algn="ctr" eaLnBrk="0" hangingPunct="0"/>
              <a:endParaRPr lang="nl-BE"/>
            </a:p>
          </p:txBody>
        </p:sp>
        <p:sp>
          <p:nvSpPr>
            <p:cNvPr id="42423" name="Oval 63"/>
            <p:cNvSpPr>
              <a:spLocks noChangeArrowheads="1"/>
            </p:cNvSpPr>
            <p:nvPr/>
          </p:nvSpPr>
          <p:spPr bwMode="auto">
            <a:xfrm>
              <a:off x="5892800" y="3851275"/>
              <a:ext cx="104775" cy="109538"/>
            </a:xfrm>
            <a:prstGeom prst="ellipse">
              <a:avLst/>
            </a:prstGeom>
            <a:solidFill>
              <a:srgbClr val="004000"/>
            </a:solidFill>
            <a:ln w="9525">
              <a:noFill/>
              <a:round/>
              <a:headEnd/>
              <a:tailEnd/>
            </a:ln>
          </p:spPr>
          <p:txBody>
            <a:bodyPr/>
            <a:lstStyle/>
            <a:p>
              <a:pPr algn="ctr" eaLnBrk="0" hangingPunct="0"/>
              <a:endParaRPr lang="nl-BE"/>
            </a:p>
          </p:txBody>
        </p:sp>
        <p:sp>
          <p:nvSpPr>
            <p:cNvPr id="42424" name="Oval 64"/>
            <p:cNvSpPr>
              <a:spLocks noChangeArrowheads="1"/>
            </p:cNvSpPr>
            <p:nvPr/>
          </p:nvSpPr>
          <p:spPr bwMode="auto">
            <a:xfrm>
              <a:off x="5775325" y="3916363"/>
              <a:ext cx="165100" cy="163512"/>
            </a:xfrm>
            <a:prstGeom prst="ellipse">
              <a:avLst/>
            </a:prstGeom>
            <a:solidFill>
              <a:srgbClr val="008000"/>
            </a:solidFill>
            <a:ln w="9525">
              <a:noFill/>
              <a:round/>
              <a:headEnd/>
              <a:tailEnd/>
            </a:ln>
          </p:spPr>
          <p:txBody>
            <a:bodyPr/>
            <a:lstStyle/>
            <a:p>
              <a:pPr algn="ctr" eaLnBrk="0" hangingPunct="0"/>
              <a:endParaRPr lang="nl-BE"/>
            </a:p>
          </p:txBody>
        </p:sp>
        <p:sp>
          <p:nvSpPr>
            <p:cNvPr id="42425" name="Oval 65"/>
            <p:cNvSpPr>
              <a:spLocks noChangeArrowheads="1"/>
            </p:cNvSpPr>
            <p:nvPr/>
          </p:nvSpPr>
          <p:spPr bwMode="auto">
            <a:xfrm>
              <a:off x="5818188" y="3925888"/>
              <a:ext cx="115887" cy="100012"/>
            </a:xfrm>
            <a:prstGeom prst="ellipse">
              <a:avLst/>
            </a:prstGeom>
            <a:solidFill>
              <a:srgbClr val="006000"/>
            </a:solidFill>
            <a:ln w="9525">
              <a:noFill/>
              <a:round/>
              <a:headEnd/>
              <a:tailEnd/>
            </a:ln>
          </p:spPr>
          <p:txBody>
            <a:bodyPr/>
            <a:lstStyle/>
            <a:p>
              <a:pPr algn="ctr" eaLnBrk="0" hangingPunct="0"/>
              <a:endParaRPr lang="nl-BE"/>
            </a:p>
          </p:txBody>
        </p:sp>
        <p:sp>
          <p:nvSpPr>
            <p:cNvPr id="42426" name="Oval 66"/>
            <p:cNvSpPr>
              <a:spLocks noChangeArrowheads="1"/>
            </p:cNvSpPr>
            <p:nvPr/>
          </p:nvSpPr>
          <p:spPr bwMode="auto">
            <a:xfrm>
              <a:off x="6040438" y="4138613"/>
              <a:ext cx="207962" cy="192087"/>
            </a:xfrm>
            <a:prstGeom prst="ellipse">
              <a:avLst/>
            </a:prstGeom>
            <a:solidFill>
              <a:srgbClr val="006000"/>
            </a:solidFill>
            <a:ln w="9525">
              <a:noFill/>
              <a:round/>
              <a:headEnd/>
              <a:tailEnd/>
            </a:ln>
          </p:spPr>
          <p:txBody>
            <a:bodyPr/>
            <a:lstStyle/>
            <a:p>
              <a:pPr algn="ctr" eaLnBrk="0" hangingPunct="0"/>
              <a:endParaRPr lang="nl-BE"/>
            </a:p>
          </p:txBody>
        </p:sp>
        <p:sp>
          <p:nvSpPr>
            <p:cNvPr id="42427" name="Oval 67"/>
            <p:cNvSpPr>
              <a:spLocks noChangeArrowheads="1"/>
            </p:cNvSpPr>
            <p:nvPr/>
          </p:nvSpPr>
          <p:spPr bwMode="auto">
            <a:xfrm>
              <a:off x="6010275" y="4037013"/>
              <a:ext cx="207963" cy="158750"/>
            </a:xfrm>
            <a:prstGeom prst="ellipse">
              <a:avLst/>
            </a:prstGeom>
            <a:solidFill>
              <a:srgbClr val="006000"/>
            </a:solidFill>
            <a:ln w="9525">
              <a:noFill/>
              <a:round/>
              <a:headEnd/>
              <a:tailEnd/>
            </a:ln>
          </p:spPr>
          <p:txBody>
            <a:bodyPr/>
            <a:lstStyle/>
            <a:p>
              <a:pPr algn="ctr" eaLnBrk="0" hangingPunct="0"/>
              <a:endParaRPr lang="nl-BE"/>
            </a:p>
          </p:txBody>
        </p:sp>
        <p:sp>
          <p:nvSpPr>
            <p:cNvPr id="42428" name="Oval 68"/>
            <p:cNvSpPr>
              <a:spLocks noChangeArrowheads="1"/>
            </p:cNvSpPr>
            <p:nvPr/>
          </p:nvSpPr>
          <p:spPr bwMode="auto">
            <a:xfrm>
              <a:off x="6108700" y="4052888"/>
              <a:ext cx="111125" cy="106362"/>
            </a:xfrm>
            <a:prstGeom prst="ellipse">
              <a:avLst/>
            </a:prstGeom>
            <a:solidFill>
              <a:srgbClr val="004000"/>
            </a:solidFill>
            <a:ln w="9525">
              <a:noFill/>
              <a:round/>
              <a:headEnd/>
              <a:tailEnd/>
            </a:ln>
          </p:spPr>
          <p:txBody>
            <a:bodyPr/>
            <a:lstStyle/>
            <a:p>
              <a:pPr algn="ctr" eaLnBrk="0" hangingPunct="0"/>
              <a:endParaRPr lang="nl-BE"/>
            </a:p>
          </p:txBody>
        </p:sp>
        <p:sp>
          <p:nvSpPr>
            <p:cNvPr id="42429" name="Oval 69"/>
            <p:cNvSpPr>
              <a:spLocks noChangeArrowheads="1"/>
            </p:cNvSpPr>
            <p:nvPr/>
          </p:nvSpPr>
          <p:spPr bwMode="auto">
            <a:xfrm>
              <a:off x="5991225" y="4111625"/>
              <a:ext cx="161925" cy="165100"/>
            </a:xfrm>
            <a:prstGeom prst="ellipse">
              <a:avLst/>
            </a:prstGeom>
            <a:solidFill>
              <a:srgbClr val="008000"/>
            </a:solidFill>
            <a:ln w="9525">
              <a:noFill/>
              <a:round/>
              <a:headEnd/>
              <a:tailEnd/>
            </a:ln>
          </p:spPr>
          <p:txBody>
            <a:bodyPr/>
            <a:lstStyle/>
            <a:p>
              <a:pPr algn="ctr" eaLnBrk="0" hangingPunct="0"/>
              <a:endParaRPr lang="nl-BE"/>
            </a:p>
          </p:txBody>
        </p:sp>
        <p:sp>
          <p:nvSpPr>
            <p:cNvPr id="42430" name="Oval 70"/>
            <p:cNvSpPr>
              <a:spLocks noChangeArrowheads="1"/>
            </p:cNvSpPr>
            <p:nvPr/>
          </p:nvSpPr>
          <p:spPr bwMode="auto">
            <a:xfrm>
              <a:off x="6046788" y="4116388"/>
              <a:ext cx="96837" cy="119062"/>
            </a:xfrm>
            <a:prstGeom prst="ellipse">
              <a:avLst/>
            </a:prstGeom>
            <a:solidFill>
              <a:srgbClr val="006000"/>
            </a:solidFill>
            <a:ln w="9525">
              <a:noFill/>
              <a:round/>
              <a:headEnd/>
              <a:tailEnd/>
            </a:ln>
          </p:spPr>
          <p:txBody>
            <a:bodyPr/>
            <a:lstStyle/>
            <a:p>
              <a:pPr algn="ctr" eaLnBrk="0" hangingPunct="0"/>
              <a:endParaRPr lang="nl-BE"/>
            </a:p>
          </p:txBody>
        </p:sp>
        <p:sp>
          <p:nvSpPr>
            <p:cNvPr id="42431" name="Oval 71"/>
            <p:cNvSpPr>
              <a:spLocks noChangeArrowheads="1"/>
            </p:cNvSpPr>
            <p:nvPr/>
          </p:nvSpPr>
          <p:spPr bwMode="auto">
            <a:xfrm>
              <a:off x="5554663" y="3349625"/>
              <a:ext cx="171450" cy="138113"/>
            </a:xfrm>
            <a:prstGeom prst="ellipse">
              <a:avLst/>
            </a:prstGeom>
            <a:solidFill>
              <a:srgbClr val="006000"/>
            </a:solidFill>
            <a:ln w="9525">
              <a:noFill/>
              <a:round/>
              <a:headEnd/>
              <a:tailEnd/>
            </a:ln>
          </p:spPr>
          <p:txBody>
            <a:bodyPr/>
            <a:lstStyle/>
            <a:p>
              <a:pPr algn="ctr" eaLnBrk="0" hangingPunct="0"/>
              <a:endParaRPr lang="nl-BE"/>
            </a:p>
          </p:txBody>
        </p:sp>
        <p:sp>
          <p:nvSpPr>
            <p:cNvPr id="42432" name="Oval 72"/>
            <p:cNvSpPr>
              <a:spLocks noChangeArrowheads="1"/>
            </p:cNvSpPr>
            <p:nvPr/>
          </p:nvSpPr>
          <p:spPr bwMode="auto">
            <a:xfrm>
              <a:off x="5580063" y="3444875"/>
              <a:ext cx="169862" cy="114300"/>
            </a:xfrm>
            <a:prstGeom prst="ellipse">
              <a:avLst/>
            </a:prstGeom>
            <a:solidFill>
              <a:srgbClr val="006000"/>
            </a:solidFill>
            <a:ln w="9525">
              <a:noFill/>
              <a:round/>
              <a:headEnd/>
              <a:tailEnd/>
            </a:ln>
          </p:spPr>
          <p:txBody>
            <a:bodyPr/>
            <a:lstStyle/>
            <a:p>
              <a:pPr algn="ctr" eaLnBrk="0" hangingPunct="0"/>
              <a:endParaRPr lang="nl-BE"/>
            </a:p>
          </p:txBody>
        </p:sp>
        <p:sp>
          <p:nvSpPr>
            <p:cNvPr id="42433" name="Oval 73"/>
            <p:cNvSpPr>
              <a:spLocks noChangeArrowheads="1"/>
            </p:cNvSpPr>
            <p:nvPr/>
          </p:nvSpPr>
          <p:spPr bwMode="auto">
            <a:xfrm>
              <a:off x="5580063" y="3471863"/>
              <a:ext cx="88900" cy="79375"/>
            </a:xfrm>
            <a:prstGeom prst="ellipse">
              <a:avLst/>
            </a:prstGeom>
            <a:solidFill>
              <a:srgbClr val="004000"/>
            </a:solidFill>
            <a:ln w="9525">
              <a:noFill/>
              <a:round/>
              <a:headEnd/>
              <a:tailEnd/>
            </a:ln>
          </p:spPr>
          <p:txBody>
            <a:bodyPr/>
            <a:lstStyle/>
            <a:p>
              <a:pPr algn="ctr" eaLnBrk="0" hangingPunct="0"/>
              <a:endParaRPr lang="nl-BE"/>
            </a:p>
          </p:txBody>
        </p:sp>
        <p:sp>
          <p:nvSpPr>
            <p:cNvPr id="42434" name="Oval 74"/>
            <p:cNvSpPr>
              <a:spLocks noChangeArrowheads="1"/>
            </p:cNvSpPr>
            <p:nvPr/>
          </p:nvSpPr>
          <p:spPr bwMode="auto">
            <a:xfrm>
              <a:off x="5632450" y="3387725"/>
              <a:ext cx="134938" cy="119063"/>
            </a:xfrm>
            <a:prstGeom prst="ellipse">
              <a:avLst/>
            </a:prstGeom>
            <a:solidFill>
              <a:srgbClr val="008000"/>
            </a:solidFill>
            <a:ln w="9525">
              <a:noFill/>
              <a:round/>
              <a:headEnd/>
              <a:tailEnd/>
            </a:ln>
          </p:spPr>
          <p:txBody>
            <a:bodyPr/>
            <a:lstStyle/>
            <a:p>
              <a:pPr algn="ctr" eaLnBrk="0" hangingPunct="0"/>
              <a:endParaRPr lang="nl-BE"/>
            </a:p>
          </p:txBody>
        </p:sp>
        <p:sp>
          <p:nvSpPr>
            <p:cNvPr id="42435" name="Oval 75"/>
            <p:cNvSpPr>
              <a:spLocks noChangeArrowheads="1"/>
            </p:cNvSpPr>
            <p:nvPr/>
          </p:nvSpPr>
          <p:spPr bwMode="auto">
            <a:xfrm>
              <a:off x="5641975" y="3419475"/>
              <a:ext cx="79375" cy="82550"/>
            </a:xfrm>
            <a:prstGeom prst="ellipse">
              <a:avLst/>
            </a:prstGeom>
            <a:solidFill>
              <a:srgbClr val="006000"/>
            </a:solidFill>
            <a:ln w="9525">
              <a:noFill/>
              <a:round/>
              <a:headEnd/>
              <a:tailEnd/>
            </a:ln>
          </p:spPr>
          <p:txBody>
            <a:bodyPr/>
            <a:lstStyle/>
            <a:p>
              <a:pPr algn="ctr" eaLnBrk="0" hangingPunct="0"/>
              <a:endParaRPr lang="nl-BE"/>
            </a:p>
          </p:txBody>
        </p:sp>
        <p:sp>
          <p:nvSpPr>
            <p:cNvPr id="42436" name="Oval 76"/>
            <p:cNvSpPr>
              <a:spLocks noChangeArrowheads="1"/>
            </p:cNvSpPr>
            <p:nvPr/>
          </p:nvSpPr>
          <p:spPr bwMode="auto">
            <a:xfrm>
              <a:off x="5575300" y="3997325"/>
              <a:ext cx="96838" cy="157163"/>
            </a:xfrm>
            <a:prstGeom prst="ellipse">
              <a:avLst/>
            </a:prstGeom>
            <a:solidFill>
              <a:srgbClr val="006000"/>
            </a:solidFill>
            <a:ln w="9525">
              <a:noFill/>
              <a:round/>
              <a:headEnd/>
              <a:tailEnd/>
            </a:ln>
          </p:spPr>
          <p:txBody>
            <a:bodyPr/>
            <a:lstStyle/>
            <a:p>
              <a:pPr algn="ctr" eaLnBrk="0" hangingPunct="0"/>
              <a:endParaRPr lang="nl-BE"/>
            </a:p>
          </p:txBody>
        </p:sp>
        <p:sp>
          <p:nvSpPr>
            <p:cNvPr id="42437" name="Oval 77"/>
            <p:cNvSpPr>
              <a:spLocks noChangeArrowheads="1"/>
            </p:cNvSpPr>
            <p:nvPr/>
          </p:nvSpPr>
          <p:spPr bwMode="auto">
            <a:xfrm>
              <a:off x="5643563" y="3975100"/>
              <a:ext cx="80962" cy="155575"/>
            </a:xfrm>
            <a:prstGeom prst="ellipse">
              <a:avLst/>
            </a:prstGeom>
            <a:solidFill>
              <a:srgbClr val="006000"/>
            </a:solidFill>
            <a:ln w="9525">
              <a:noFill/>
              <a:round/>
              <a:headEnd/>
              <a:tailEnd/>
            </a:ln>
          </p:spPr>
          <p:txBody>
            <a:bodyPr/>
            <a:lstStyle/>
            <a:p>
              <a:pPr algn="ctr" eaLnBrk="0" hangingPunct="0"/>
              <a:endParaRPr lang="nl-BE"/>
            </a:p>
          </p:txBody>
        </p:sp>
        <p:sp>
          <p:nvSpPr>
            <p:cNvPr id="42438" name="Oval 78"/>
            <p:cNvSpPr>
              <a:spLocks noChangeArrowheads="1"/>
            </p:cNvSpPr>
            <p:nvPr/>
          </p:nvSpPr>
          <p:spPr bwMode="auto">
            <a:xfrm>
              <a:off x="5605463" y="4087813"/>
              <a:ext cx="50800" cy="63500"/>
            </a:xfrm>
            <a:prstGeom prst="ellipse">
              <a:avLst/>
            </a:prstGeom>
            <a:solidFill>
              <a:srgbClr val="004000"/>
            </a:solidFill>
            <a:ln w="9525">
              <a:noFill/>
              <a:round/>
              <a:headEnd/>
              <a:tailEnd/>
            </a:ln>
          </p:spPr>
          <p:txBody>
            <a:bodyPr/>
            <a:lstStyle/>
            <a:p>
              <a:pPr algn="ctr" eaLnBrk="0" hangingPunct="0"/>
              <a:endParaRPr lang="nl-BE"/>
            </a:p>
          </p:txBody>
        </p:sp>
        <p:sp>
          <p:nvSpPr>
            <p:cNvPr id="42439" name="Oval 79"/>
            <p:cNvSpPr>
              <a:spLocks noChangeArrowheads="1"/>
            </p:cNvSpPr>
            <p:nvPr/>
          </p:nvSpPr>
          <p:spPr bwMode="auto">
            <a:xfrm>
              <a:off x="5662613" y="4049713"/>
              <a:ext cx="53975" cy="80962"/>
            </a:xfrm>
            <a:prstGeom prst="ellipse">
              <a:avLst/>
            </a:prstGeom>
            <a:solidFill>
              <a:srgbClr val="004000"/>
            </a:solidFill>
            <a:ln w="9525">
              <a:noFill/>
              <a:round/>
              <a:headEnd/>
              <a:tailEnd/>
            </a:ln>
          </p:spPr>
          <p:txBody>
            <a:bodyPr/>
            <a:lstStyle/>
            <a:p>
              <a:pPr algn="ctr" eaLnBrk="0" hangingPunct="0"/>
              <a:endParaRPr lang="nl-BE"/>
            </a:p>
          </p:txBody>
        </p:sp>
        <p:sp>
          <p:nvSpPr>
            <p:cNvPr id="42440" name="Oval 80"/>
            <p:cNvSpPr>
              <a:spLocks noChangeArrowheads="1"/>
            </p:cNvSpPr>
            <p:nvPr/>
          </p:nvSpPr>
          <p:spPr bwMode="auto">
            <a:xfrm>
              <a:off x="5602288" y="3959225"/>
              <a:ext cx="84137" cy="123825"/>
            </a:xfrm>
            <a:prstGeom prst="ellipse">
              <a:avLst/>
            </a:prstGeom>
            <a:solidFill>
              <a:srgbClr val="008000"/>
            </a:solidFill>
            <a:ln w="9525">
              <a:noFill/>
              <a:round/>
              <a:headEnd/>
              <a:tailEnd/>
            </a:ln>
          </p:spPr>
          <p:txBody>
            <a:bodyPr/>
            <a:lstStyle/>
            <a:p>
              <a:pPr algn="ctr" eaLnBrk="0" hangingPunct="0"/>
              <a:endParaRPr lang="nl-BE"/>
            </a:p>
          </p:txBody>
        </p:sp>
        <p:sp>
          <p:nvSpPr>
            <p:cNvPr id="42441" name="Oval 81"/>
            <p:cNvSpPr>
              <a:spLocks noChangeArrowheads="1"/>
            </p:cNvSpPr>
            <p:nvPr/>
          </p:nvSpPr>
          <p:spPr bwMode="auto">
            <a:xfrm>
              <a:off x="5624513" y="4000500"/>
              <a:ext cx="58737" cy="74613"/>
            </a:xfrm>
            <a:prstGeom prst="ellipse">
              <a:avLst/>
            </a:prstGeom>
            <a:solidFill>
              <a:srgbClr val="006000"/>
            </a:solidFill>
            <a:ln w="9525">
              <a:noFill/>
              <a:round/>
              <a:headEnd/>
              <a:tailEnd/>
            </a:ln>
          </p:spPr>
          <p:txBody>
            <a:bodyPr/>
            <a:lstStyle/>
            <a:p>
              <a:pPr algn="ctr" eaLnBrk="0" hangingPunct="0"/>
              <a:endParaRPr lang="nl-BE"/>
            </a:p>
          </p:txBody>
        </p:sp>
        <p:sp>
          <p:nvSpPr>
            <p:cNvPr id="42442" name="Oval 82"/>
            <p:cNvSpPr>
              <a:spLocks noChangeArrowheads="1"/>
            </p:cNvSpPr>
            <p:nvPr/>
          </p:nvSpPr>
          <p:spPr bwMode="auto">
            <a:xfrm>
              <a:off x="5564188" y="4049713"/>
              <a:ext cx="112712" cy="134937"/>
            </a:xfrm>
            <a:prstGeom prst="ellipse">
              <a:avLst/>
            </a:prstGeom>
            <a:solidFill>
              <a:srgbClr val="006000"/>
            </a:solidFill>
            <a:ln w="9525">
              <a:noFill/>
              <a:round/>
              <a:headEnd/>
              <a:tailEnd/>
            </a:ln>
          </p:spPr>
          <p:txBody>
            <a:bodyPr/>
            <a:lstStyle/>
            <a:p>
              <a:pPr algn="ctr" eaLnBrk="0" hangingPunct="0"/>
              <a:endParaRPr lang="nl-BE"/>
            </a:p>
          </p:txBody>
        </p:sp>
        <p:sp>
          <p:nvSpPr>
            <p:cNvPr id="42443" name="Oval 83"/>
            <p:cNvSpPr>
              <a:spLocks noChangeArrowheads="1"/>
            </p:cNvSpPr>
            <p:nvPr/>
          </p:nvSpPr>
          <p:spPr bwMode="auto">
            <a:xfrm>
              <a:off x="5581650" y="4143375"/>
              <a:ext cx="112713" cy="111125"/>
            </a:xfrm>
            <a:prstGeom prst="ellipse">
              <a:avLst/>
            </a:prstGeom>
            <a:solidFill>
              <a:srgbClr val="006000"/>
            </a:solidFill>
            <a:ln w="9525">
              <a:noFill/>
              <a:round/>
              <a:headEnd/>
              <a:tailEnd/>
            </a:ln>
          </p:spPr>
          <p:txBody>
            <a:bodyPr/>
            <a:lstStyle/>
            <a:p>
              <a:pPr algn="ctr" eaLnBrk="0" hangingPunct="0"/>
              <a:endParaRPr lang="nl-BE"/>
            </a:p>
          </p:txBody>
        </p:sp>
        <p:sp>
          <p:nvSpPr>
            <p:cNvPr id="42444" name="Oval 84"/>
            <p:cNvSpPr>
              <a:spLocks noChangeArrowheads="1"/>
            </p:cNvSpPr>
            <p:nvPr/>
          </p:nvSpPr>
          <p:spPr bwMode="auto">
            <a:xfrm>
              <a:off x="5564188" y="4100513"/>
              <a:ext cx="90487" cy="66675"/>
            </a:xfrm>
            <a:prstGeom prst="ellipse">
              <a:avLst/>
            </a:prstGeom>
            <a:solidFill>
              <a:srgbClr val="004000"/>
            </a:solidFill>
            <a:ln w="9525">
              <a:noFill/>
              <a:round/>
              <a:headEnd/>
              <a:tailEnd/>
            </a:ln>
          </p:spPr>
          <p:txBody>
            <a:bodyPr/>
            <a:lstStyle/>
            <a:p>
              <a:pPr algn="ctr" eaLnBrk="0" hangingPunct="0"/>
              <a:endParaRPr lang="nl-BE"/>
            </a:p>
          </p:txBody>
        </p:sp>
        <p:sp>
          <p:nvSpPr>
            <p:cNvPr id="42445" name="Oval 85"/>
            <p:cNvSpPr>
              <a:spLocks noChangeArrowheads="1"/>
            </p:cNvSpPr>
            <p:nvPr/>
          </p:nvSpPr>
          <p:spPr bwMode="auto">
            <a:xfrm>
              <a:off x="5616575" y="4086225"/>
              <a:ext cx="88900" cy="115888"/>
            </a:xfrm>
            <a:prstGeom prst="ellipse">
              <a:avLst/>
            </a:prstGeom>
            <a:solidFill>
              <a:srgbClr val="008000"/>
            </a:solidFill>
            <a:ln w="9525">
              <a:noFill/>
              <a:round/>
              <a:headEnd/>
              <a:tailEnd/>
            </a:ln>
          </p:spPr>
          <p:txBody>
            <a:bodyPr/>
            <a:lstStyle/>
            <a:p>
              <a:pPr algn="ctr" eaLnBrk="0" hangingPunct="0"/>
              <a:endParaRPr lang="nl-BE"/>
            </a:p>
          </p:txBody>
        </p:sp>
        <p:sp>
          <p:nvSpPr>
            <p:cNvPr id="42446" name="Oval 86"/>
            <p:cNvSpPr>
              <a:spLocks noChangeArrowheads="1"/>
            </p:cNvSpPr>
            <p:nvPr/>
          </p:nvSpPr>
          <p:spPr bwMode="auto">
            <a:xfrm>
              <a:off x="5621338" y="4116388"/>
              <a:ext cx="53975" cy="82550"/>
            </a:xfrm>
            <a:prstGeom prst="ellipse">
              <a:avLst/>
            </a:prstGeom>
            <a:solidFill>
              <a:srgbClr val="006000"/>
            </a:solidFill>
            <a:ln w="9525">
              <a:noFill/>
              <a:round/>
              <a:headEnd/>
              <a:tailEnd/>
            </a:ln>
          </p:spPr>
          <p:txBody>
            <a:bodyPr/>
            <a:lstStyle/>
            <a:p>
              <a:pPr algn="ctr" eaLnBrk="0" hangingPunct="0"/>
              <a:endParaRPr lang="nl-BE"/>
            </a:p>
          </p:txBody>
        </p:sp>
        <p:sp>
          <p:nvSpPr>
            <p:cNvPr id="42447" name="Oval 87"/>
            <p:cNvSpPr>
              <a:spLocks noChangeArrowheads="1"/>
            </p:cNvSpPr>
            <p:nvPr/>
          </p:nvSpPr>
          <p:spPr bwMode="auto">
            <a:xfrm>
              <a:off x="5464175" y="4073525"/>
              <a:ext cx="96838" cy="157163"/>
            </a:xfrm>
            <a:prstGeom prst="ellipse">
              <a:avLst/>
            </a:prstGeom>
            <a:solidFill>
              <a:srgbClr val="006000"/>
            </a:solidFill>
            <a:ln w="9525">
              <a:noFill/>
              <a:round/>
              <a:headEnd/>
              <a:tailEnd/>
            </a:ln>
          </p:spPr>
          <p:txBody>
            <a:bodyPr/>
            <a:lstStyle/>
            <a:p>
              <a:pPr algn="ctr" eaLnBrk="0" hangingPunct="0"/>
              <a:endParaRPr lang="nl-BE"/>
            </a:p>
          </p:txBody>
        </p:sp>
        <p:sp>
          <p:nvSpPr>
            <p:cNvPr id="42448" name="Oval 88"/>
            <p:cNvSpPr>
              <a:spLocks noChangeArrowheads="1"/>
            </p:cNvSpPr>
            <p:nvPr/>
          </p:nvSpPr>
          <p:spPr bwMode="auto">
            <a:xfrm>
              <a:off x="5532438" y="4051300"/>
              <a:ext cx="80962" cy="155575"/>
            </a:xfrm>
            <a:prstGeom prst="ellipse">
              <a:avLst/>
            </a:prstGeom>
            <a:solidFill>
              <a:srgbClr val="006000"/>
            </a:solidFill>
            <a:ln w="9525">
              <a:noFill/>
              <a:round/>
              <a:headEnd/>
              <a:tailEnd/>
            </a:ln>
          </p:spPr>
          <p:txBody>
            <a:bodyPr/>
            <a:lstStyle/>
            <a:p>
              <a:pPr algn="ctr" eaLnBrk="0" hangingPunct="0"/>
              <a:endParaRPr lang="nl-BE"/>
            </a:p>
          </p:txBody>
        </p:sp>
        <p:sp>
          <p:nvSpPr>
            <p:cNvPr id="42449" name="Oval 89"/>
            <p:cNvSpPr>
              <a:spLocks noChangeArrowheads="1"/>
            </p:cNvSpPr>
            <p:nvPr/>
          </p:nvSpPr>
          <p:spPr bwMode="auto">
            <a:xfrm>
              <a:off x="5494338" y="4164013"/>
              <a:ext cx="50800" cy="63500"/>
            </a:xfrm>
            <a:prstGeom prst="ellipse">
              <a:avLst/>
            </a:prstGeom>
            <a:solidFill>
              <a:srgbClr val="004000"/>
            </a:solidFill>
            <a:ln w="9525">
              <a:noFill/>
              <a:round/>
              <a:headEnd/>
              <a:tailEnd/>
            </a:ln>
          </p:spPr>
          <p:txBody>
            <a:bodyPr/>
            <a:lstStyle/>
            <a:p>
              <a:pPr algn="ctr" eaLnBrk="0" hangingPunct="0"/>
              <a:endParaRPr lang="nl-BE"/>
            </a:p>
          </p:txBody>
        </p:sp>
        <p:sp>
          <p:nvSpPr>
            <p:cNvPr id="42450" name="Oval 90"/>
            <p:cNvSpPr>
              <a:spLocks noChangeArrowheads="1"/>
            </p:cNvSpPr>
            <p:nvPr/>
          </p:nvSpPr>
          <p:spPr bwMode="auto">
            <a:xfrm>
              <a:off x="5551488" y="4125913"/>
              <a:ext cx="52387" cy="80962"/>
            </a:xfrm>
            <a:prstGeom prst="ellipse">
              <a:avLst/>
            </a:prstGeom>
            <a:solidFill>
              <a:srgbClr val="004000"/>
            </a:solidFill>
            <a:ln w="9525">
              <a:noFill/>
              <a:round/>
              <a:headEnd/>
              <a:tailEnd/>
            </a:ln>
          </p:spPr>
          <p:txBody>
            <a:bodyPr/>
            <a:lstStyle/>
            <a:p>
              <a:pPr algn="ctr" eaLnBrk="0" hangingPunct="0"/>
              <a:endParaRPr lang="nl-BE"/>
            </a:p>
          </p:txBody>
        </p:sp>
        <p:sp>
          <p:nvSpPr>
            <p:cNvPr id="42451" name="Oval 91"/>
            <p:cNvSpPr>
              <a:spLocks noChangeArrowheads="1"/>
            </p:cNvSpPr>
            <p:nvPr/>
          </p:nvSpPr>
          <p:spPr bwMode="auto">
            <a:xfrm>
              <a:off x="5491163" y="4035425"/>
              <a:ext cx="84137" cy="123825"/>
            </a:xfrm>
            <a:prstGeom prst="ellipse">
              <a:avLst/>
            </a:prstGeom>
            <a:solidFill>
              <a:srgbClr val="008000"/>
            </a:solidFill>
            <a:ln w="9525">
              <a:noFill/>
              <a:round/>
              <a:headEnd/>
              <a:tailEnd/>
            </a:ln>
          </p:spPr>
          <p:txBody>
            <a:bodyPr/>
            <a:lstStyle/>
            <a:p>
              <a:pPr algn="ctr" eaLnBrk="0" hangingPunct="0"/>
              <a:endParaRPr lang="nl-BE"/>
            </a:p>
          </p:txBody>
        </p:sp>
        <p:sp>
          <p:nvSpPr>
            <p:cNvPr id="42452" name="Oval 92"/>
            <p:cNvSpPr>
              <a:spLocks noChangeArrowheads="1"/>
            </p:cNvSpPr>
            <p:nvPr/>
          </p:nvSpPr>
          <p:spPr bwMode="auto">
            <a:xfrm>
              <a:off x="5513388" y="4076700"/>
              <a:ext cx="58737" cy="74613"/>
            </a:xfrm>
            <a:prstGeom prst="ellipse">
              <a:avLst/>
            </a:prstGeom>
            <a:solidFill>
              <a:srgbClr val="006000"/>
            </a:solidFill>
            <a:ln w="9525">
              <a:noFill/>
              <a:round/>
              <a:headEnd/>
              <a:tailEnd/>
            </a:ln>
          </p:spPr>
          <p:txBody>
            <a:bodyPr/>
            <a:lstStyle/>
            <a:p>
              <a:pPr algn="ctr" eaLnBrk="0" hangingPunct="0"/>
              <a:endParaRPr lang="nl-BE"/>
            </a:p>
          </p:txBody>
        </p:sp>
        <p:sp>
          <p:nvSpPr>
            <p:cNvPr id="42453" name="Oval 93"/>
            <p:cNvSpPr>
              <a:spLocks noChangeArrowheads="1"/>
            </p:cNvSpPr>
            <p:nvPr/>
          </p:nvSpPr>
          <p:spPr bwMode="auto">
            <a:xfrm>
              <a:off x="5451475" y="4125913"/>
              <a:ext cx="114300" cy="134937"/>
            </a:xfrm>
            <a:prstGeom prst="ellipse">
              <a:avLst/>
            </a:prstGeom>
            <a:solidFill>
              <a:srgbClr val="006000"/>
            </a:solidFill>
            <a:ln w="9525">
              <a:noFill/>
              <a:round/>
              <a:headEnd/>
              <a:tailEnd/>
            </a:ln>
          </p:spPr>
          <p:txBody>
            <a:bodyPr/>
            <a:lstStyle/>
            <a:p>
              <a:pPr algn="ctr" eaLnBrk="0" hangingPunct="0"/>
              <a:endParaRPr lang="nl-BE"/>
            </a:p>
          </p:txBody>
        </p:sp>
        <p:sp>
          <p:nvSpPr>
            <p:cNvPr id="42454" name="Oval 94"/>
            <p:cNvSpPr>
              <a:spLocks noChangeArrowheads="1"/>
            </p:cNvSpPr>
            <p:nvPr/>
          </p:nvSpPr>
          <p:spPr bwMode="auto">
            <a:xfrm>
              <a:off x="5468938" y="4219575"/>
              <a:ext cx="112712" cy="111125"/>
            </a:xfrm>
            <a:prstGeom prst="ellipse">
              <a:avLst/>
            </a:prstGeom>
            <a:solidFill>
              <a:srgbClr val="006000"/>
            </a:solidFill>
            <a:ln w="9525">
              <a:noFill/>
              <a:round/>
              <a:headEnd/>
              <a:tailEnd/>
            </a:ln>
          </p:spPr>
          <p:txBody>
            <a:bodyPr/>
            <a:lstStyle/>
            <a:p>
              <a:pPr algn="ctr" eaLnBrk="0" hangingPunct="0"/>
              <a:endParaRPr lang="nl-BE"/>
            </a:p>
          </p:txBody>
        </p:sp>
        <p:sp>
          <p:nvSpPr>
            <p:cNvPr id="42455" name="Oval 95"/>
            <p:cNvSpPr>
              <a:spLocks noChangeArrowheads="1"/>
            </p:cNvSpPr>
            <p:nvPr/>
          </p:nvSpPr>
          <p:spPr bwMode="auto">
            <a:xfrm>
              <a:off x="5451475" y="4176713"/>
              <a:ext cx="92075" cy="66675"/>
            </a:xfrm>
            <a:prstGeom prst="ellipse">
              <a:avLst/>
            </a:prstGeom>
            <a:solidFill>
              <a:srgbClr val="004000"/>
            </a:solidFill>
            <a:ln w="9525">
              <a:noFill/>
              <a:round/>
              <a:headEnd/>
              <a:tailEnd/>
            </a:ln>
          </p:spPr>
          <p:txBody>
            <a:bodyPr/>
            <a:lstStyle/>
            <a:p>
              <a:pPr algn="ctr" eaLnBrk="0" hangingPunct="0"/>
              <a:endParaRPr lang="nl-BE"/>
            </a:p>
          </p:txBody>
        </p:sp>
        <p:sp>
          <p:nvSpPr>
            <p:cNvPr id="42456" name="Oval 96"/>
            <p:cNvSpPr>
              <a:spLocks noChangeArrowheads="1"/>
            </p:cNvSpPr>
            <p:nvPr/>
          </p:nvSpPr>
          <p:spPr bwMode="auto">
            <a:xfrm>
              <a:off x="5503863" y="4162425"/>
              <a:ext cx="88900" cy="115888"/>
            </a:xfrm>
            <a:prstGeom prst="ellipse">
              <a:avLst/>
            </a:prstGeom>
            <a:solidFill>
              <a:srgbClr val="008000"/>
            </a:solidFill>
            <a:ln w="9525">
              <a:noFill/>
              <a:round/>
              <a:headEnd/>
              <a:tailEnd/>
            </a:ln>
          </p:spPr>
          <p:txBody>
            <a:bodyPr/>
            <a:lstStyle/>
            <a:p>
              <a:pPr algn="ctr" eaLnBrk="0" hangingPunct="0"/>
              <a:endParaRPr lang="nl-BE"/>
            </a:p>
          </p:txBody>
        </p:sp>
        <p:sp>
          <p:nvSpPr>
            <p:cNvPr id="42457" name="Oval 97"/>
            <p:cNvSpPr>
              <a:spLocks noChangeArrowheads="1"/>
            </p:cNvSpPr>
            <p:nvPr/>
          </p:nvSpPr>
          <p:spPr bwMode="auto">
            <a:xfrm>
              <a:off x="5510213" y="4192588"/>
              <a:ext cx="53975" cy="82550"/>
            </a:xfrm>
            <a:prstGeom prst="ellipse">
              <a:avLst/>
            </a:prstGeom>
            <a:solidFill>
              <a:srgbClr val="006000"/>
            </a:solidFill>
            <a:ln w="9525">
              <a:noFill/>
              <a:round/>
              <a:headEnd/>
              <a:tailEnd/>
            </a:ln>
          </p:spPr>
          <p:txBody>
            <a:bodyPr/>
            <a:lstStyle/>
            <a:p>
              <a:pPr algn="ctr" eaLnBrk="0" hangingPunct="0"/>
              <a:endParaRPr lang="nl-BE"/>
            </a:p>
          </p:txBody>
        </p:sp>
        <p:sp>
          <p:nvSpPr>
            <p:cNvPr id="42458" name="Freeform 98"/>
            <p:cNvSpPr>
              <a:spLocks/>
            </p:cNvSpPr>
            <p:nvPr/>
          </p:nvSpPr>
          <p:spPr bwMode="auto">
            <a:xfrm>
              <a:off x="4495800" y="3436938"/>
              <a:ext cx="1027113" cy="749300"/>
            </a:xfrm>
            <a:custGeom>
              <a:avLst/>
              <a:gdLst>
                <a:gd name="T0" fmla="*/ 2147483647 w 775"/>
                <a:gd name="T1" fmla="*/ 2147483647 h 780"/>
                <a:gd name="T2" fmla="*/ 2147483647 w 775"/>
                <a:gd name="T3" fmla="*/ 2147483647 h 780"/>
                <a:gd name="T4" fmla="*/ 2147483647 w 775"/>
                <a:gd name="T5" fmla="*/ 2147483647 h 780"/>
                <a:gd name="T6" fmla="*/ 2147483647 w 775"/>
                <a:gd name="T7" fmla="*/ 2147483647 h 780"/>
                <a:gd name="T8" fmla="*/ 2147483647 w 775"/>
                <a:gd name="T9" fmla="*/ 2147483647 h 780"/>
                <a:gd name="T10" fmla="*/ 2147483647 w 775"/>
                <a:gd name="T11" fmla="*/ 2147483647 h 780"/>
                <a:gd name="T12" fmla="*/ 2147483647 w 775"/>
                <a:gd name="T13" fmla="*/ 2147483647 h 780"/>
                <a:gd name="T14" fmla="*/ 2147483647 w 775"/>
                <a:gd name="T15" fmla="*/ 2147483647 h 780"/>
                <a:gd name="T16" fmla="*/ 2147483647 w 775"/>
                <a:gd name="T17" fmla="*/ 2147483647 h 780"/>
                <a:gd name="T18" fmla="*/ 2147483647 w 775"/>
                <a:gd name="T19" fmla="*/ 2147483647 h 780"/>
                <a:gd name="T20" fmla="*/ 2147483647 w 775"/>
                <a:gd name="T21" fmla="*/ 2147483647 h 780"/>
                <a:gd name="T22" fmla="*/ 2147483647 w 775"/>
                <a:gd name="T23" fmla="*/ 2147483647 h 780"/>
                <a:gd name="T24" fmla="*/ 2147483647 w 775"/>
                <a:gd name="T25" fmla="*/ 2147483647 h 780"/>
                <a:gd name="T26" fmla="*/ 2147483647 w 775"/>
                <a:gd name="T27" fmla="*/ 2147483647 h 780"/>
                <a:gd name="T28" fmla="*/ 2147483647 w 775"/>
                <a:gd name="T29" fmla="*/ 2147483647 h 780"/>
                <a:gd name="T30" fmla="*/ 2147483647 w 775"/>
                <a:gd name="T31" fmla="*/ 2147483647 h 780"/>
                <a:gd name="T32" fmla="*/ 2147483647 w 775"/>
                <a:gd name="T33" fmla="*/ 2147483647 h 780"/>
                <a:gd name="T34" fmla="*/ 2147483647 w 775"/>
                <a:gd name="T35" fmla="*/ 2147483647 h 780"/>
                <a:gd name="T36" fmla="*/ 2147483647 w 775"/>
                <a:gd name="T37" fmla="*/ 2147483647 h 780"/>
                <a:gd name="T38" fmla="*/ 2147483647 w 775"/>
                <a:gd name="T39" fmla="*/ 2147483647 h 780"/>
                <a:gd name="T40" fmla="*/ 2147483647 w 775"/>
                <a:gd name="T41" fmla="*/ 2147483647 h 780"/>
                <a:gd name="T42" fmla="*/ 2147483647 w 775"/>
                <a:gd name="T43" fmla="*/ 2147483647 h 780"/>
                <a:gd name="T44" fmla="*/ 2147483647 w 775"/>
                <a:gd name="T45" fmla="*/ 2147483647 h 780"/>
                <a:gd name="T46" fmla="*/ 2147483647 w 775"/>
                <a:gd name="T47" fmla="*/ 2147483647 h 780"/>
                <a:gd name="T48" fmla="*/ 2147483647 w 775"/>
                <a:gd name="T49" fmla="*/ 2147483647 h 780"/>
                <a:gd name="T50" fmla="*/ 2147483647 w 775"/>
                <a:gd name="T51" fmla="*/ 2147483647 h 780"/>
                <a:gd name="T52" fmla="*/ 2147483647 w 775"/>
                <a:gd name="T53" fmla="*/ 2147483647 h 780"/>
                <a:gd name="T54" fmla="*/ 2147483647 w 775"/>
                <a:gd name="T55" fmla="*/ 2147483647 h 780"/>
                <a:gd name="T56" fmla="*/ 2147483647 w 775"/>
                <a:gd name="T57" fmla="*/ 2147483647 h 780"/>
                <a:gd name="T58" fmla="*/ 2147483647 w 775"/>
                <a:gd name="T59" fmla="*/ 2147483647 h 780"/>
                <a:gd name="T60" fmla="*/ 2147483647 w 775"/>
                <a:gd name="T61" fmla="*/ 2147483647 h 780"/>
                <a:gd name="T62" fmla="*/ 2147483647 w 775"/>
                <a:gd name="T63" fmla="*/ 2147483647 h 780"/>
                <a:gd name="T64" fmla="*/ 2147483647 w 775"/>
                <a:gd name="T65" fmla="*/ 2147483647 h 780"/>
                <a:gd name="T66" fmla="*/ 2147483647 w 775"/>
                <a:gd name="T67" fmla="*/ 2147483647 h 780"/>
                <a:gd name="T68" fmla="*/ 2147483647 w 775"/>
                <a:gd name="T69" fmla="*/ 2147483647 h 780"/>
                <a:gd name="T70" fmla="*/ 2147483647 w 775"/>
                <a:gd name="T71" fmla="*/ 2147483647 h 780"/>
                <a:gd name="T72" fmla="*/ 2147483647 w 775"/>
                <a:gd name="T73" fmla="*/ 2147483647 h 780"/>
                <a:gd name="T74" fmla="*/ 2147483647 w 775"/>
                <a:gd name="T75" fmla="*/ 2147483647 h 780"/>
                <a:gd name="T76" fmla="*/ 2147483647 w 775"/>
                <a:gd name="T77" fmla="*/ 2147483647 h 780"/>
                <a:gd name="T78" fmla="*/ 2147483647 w 775"/>
                <a:gd name="T79" fmla="*/ 2147483647 h 780"/>
                <a:gd name="T80" fmla="*/ 2147483647 w 775"/>
                <a:gd name="T81" fmla="*/ 2147483647 h 780"/>
                <a:gd name="T82" fmla="*/ 2147483647 w 775"/>
                <a:gd name="T83" fmla="*/ 2147483647 h 780"/>
                <a:gd name="T84" fmla="*/ 2147483647 w 775"/>
                <a:gd name="T85" fmla="*/ 2147483647 h 780"/>
                <a:gd name="T86" fmla="*/ 2147483647 w 775"/>
                <a:gd name="T87" fmla="*/ 2147483647 h 780"/>
                <a:gd name="T88" fmla="*/ 2147483647 w 775"/>
                <a:gd name="T89" fmla="*/ 2147483647 h 780"/>
                <a:gd name="T90" fmla="*/ 2147483647 w 775"/>
                <a:gd name="T91" fmla="*/ 2147483647 h 780"/>
                <a:gd name="T92" fmla="*/ 2147483647 w 775"/>
                <a:gd name="T93" fmla="*/ 0 h 780"/>
                <a:gd name="T94" fmla="*/ 0 w 775"/>
                <a:gd name="T95" fmla="*/ 2147483647 h 780"/>
                <a:gd name="T96" fmla="*/ 2147483647 w 775"/>
                <a:gd name="T97" fmla="*/ 2147483647 h 780"/>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775"/>
                <a:gd name="T148" fmla="*/ 0 h 780"/>
                <a:gd name="T149" fmla="*/ 775 w 775"/>
                <a:gd name="T150" fmla="*/ 780 h 780"/>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775" h="780">
                  <a:moveTo>
                    <a:pt x="134" y="363"/>
                  </a:moveTo>
                  <a:lnTo>
                    <a:pt x="136" y="353"/>
                  </a:lnTo>
                  <a:lnTo>
                    <a:pt x="136" y="344"/>
                  </a:lnTo>
                  <a:lnTo>
                    <a:pt x="137" y="335"/>
                  </a:lnTo>
                  <a:lnTo>
                    <a:pt x="140" y="324"/>
                  </a:lnTo>
                  <a:lnTo>
                    <a:pt x="141" y="315"/>
                  </a:lnTo>
                  <a:lnTo>
                    <a:pt x="144" y="306"/>
                  </a:lnTo>
                  <a:lnTo>
                    <a:pt x="147" y="299"/>
                  </a:lnTo>
                  <a:lnTo>
                    <a:pt x="148" y="292"/>
                  </a:lnTo>
                  <a:lnTo>
                    <a:pt x="152" y="285"/>
                  </a:lnTo>
                  <a:lnTo>
                    <a:pt x="154" y="278"/>
                  </a:lnTo>
                  <a:lnTo>
                    <a:pt x="159" y="267"/>
                  </a:lnTo>
                  <a:lnTo>
                    <a:pt x="166" y="256"/>
                  </a:lnTo>
                  <a:lnTo>
                    <a:pt x="170" y="247"/>
                  </a:lnTo>
                  <a:lnTo>
                    <a:pt x="177" y="237"/>
                  </a:lnTo>
                  <a:lnTo>
                    <a:pt x="182" y="230"/>
                  </a:lnTo>
                  <a:lnTo>
                    <a:pt x="190" y="218"/>
                  </a:lnTo>
                  <a:lnTo>
                    <a:pt x="199" y="207"/>
                  </a:lnTo>
                  <a:lnTo>
                    <a:pt x="207" y="199"/>
                  </a:lnTo>
                  <a:lnTo>
                    <a:pt x="214" y="193"/>
                  </a:lnTo>
                  <a:lnTo>
                    <a:pt x="223" y="185"/>
                  </a:lnTo>
                  <a:lnTo>
                    <a:pt x="231" y="178"/>
                  </a:lnTo>
                  <a:lnTo>
                    <a:pt x="242" y="171"/>
                  </a:lnTo>
                  <a:lnTo>
                    <a:pt x="251" y="165"/>
                  </a:lnTo>
                  <a:lnTo>
                    <a:pt x="260" y="158"/>
                  </a:lnTo>
                  <a:lnTo>
                    <a:pt x="267" y="155"/>
                  </a:lnTo>
                  <a:lnTo>
                    <a:pt x="272" y="152"/>
                  </a:lnTo>
                  <a:lnTo>
                    <a:pt x="278" y="149"/>
                  </a:lnTo>
                  <a:lnTo>
                    <a:pt x="284" y="145"/>
                  </a:lnTo>
                  <a:lnTo>
                    <a:pt x="292" y="143"/>
                  </a:lnTo>
                  <a:lnTo>
                    <a:pt x="298" y="140"/>
                  </a:lnTo>
                  <a:lnTo>
                    <a:pt x="306" y="138"/>
                  </a:lnTo>
                  <a:lnTo>
                    <a:pt x="314" y="135"/>
                  </a:lnTo>
                  <a:lnTo>
                    <a:pt x="323" y="133"/>
                  </a:lnTo>
                  <a:lnTo>
                    <a:pt x="329" y="130"/>
                  </a:lnTo>
                  <a:lnTo>
                    <a:pt x="339" y="128"/>
                  </a:lnTo>
                  <a:lnTo>
                    <a:pt x="345" y="128"/>
                  </a:lnTo>
                  <a:lnTo>
                    <a:pt x="356" y="126"/>
                  </a:lnTo>
                  <a:lnTo>
                    <a:pt x="362" y="125"/>
                  </a:lnTo>
                  <a:lnTo>
                    <a:pt x="371" y="124"/>
                  </a:lnTo>
                  <a:lnTo>
                    <a:pt x="378" y="123"/>
                  </a:lnTo>
                  <a:lnTo>
                    <a:pt x="389" y="123"/>
                  </a:lnTo>
                  <a:lnTo>
                    <a:pt x="400" y="123"/>
                  </a:lnTo>
                  <a:lnTo>
                    <a:pt x="411" y="124"/>
                  </a:lnTo>
                  <a:lnTo>
                    <a:pt x="422" y="125"/>
                  </a:lnTo>
                  <a:lnTo>
                    <a:pt x="427" y="126"/>
                  </a:lnTo>
                  <a:lnTo>
                    <a:pt x="437" y="128"/>
                  </a:lnTo>
                  <a:lnTo>
                    <a:pt x="443" y="129"/>
                  </a:lnTo>
                  <a:lnTo>
                    <a:pt x="451" y="131"/>
                  </a:lnTo>
                  <a:lnTo>
                    <a:pt x="459" y="133"/>
                  </a:lnTo>
                  <a:lnTo>
                    <a:pt x="466" y="135"/>
                  </a:lnTo>
                  <a:lnTo>
                    <a:pt x="476" y="138"/>
                  </a:lnTo>
                  <a:lnTo>
                    <a:pt x="483" y="140"/>
                  </a:lnTo>
                  <a:lnTo>
                    <a:pt x="492" y="144"/>
                  </a:lnTo>
                  <a:lnTo>
                    <a:pt x="499" y="147"/>
                  </a:lnTo>
                  <a:lnTo>
                    <a:pt x="505" y="150"/>
                  </a:lnTo>
                  <a:lnTo>
                    <a:pt x="514" y="154"/>
                  </a:lnTo>
                  <a:lnTo>
                    <a:pt x="521" y="158"/>
                  </a:lnTo>
                  <a:lnTo>
                    <a:pt x="528" y="162"/>
                  </a:lnTo>
                  <a:lnTo>
                    <a:pt x="536" y="168"/>
                  </a:lnTo>
                  <a:lnTo>
                    <a:pt x="542" y="172"/>
                  </a:lnTo>
                  <a:lnTo>
                    <a:pt x="548" y="177"/>
                  </a:lnTo>
                  <a:lnTo>
                    <a:pt x="554" y="182"/>
                  </a:lnTo>
                  <a:lnTo>
                    <a:pt x="560" y="186"/>
                  </a:lnTo>
                  <a:lnTo>
                    <a:pt x="564" y="190"/>
                  </a:lnTo>
                  <a:lnTo>
                    <a:pt x="570" y="195"/>
                  </a:lnTo>
                  <a:lnTo>
                    <a:pt x="575" y="200"/>
                  </a:lnTo>
                  <a:lnTo>
                    <a:pt x="580" y="204"/>
                  </a:lnTo>
                  <a:lnTo>
                    <a:pt x="582" y="208"/>
                  </a:lnTo>
                  <a:lnTo>
                    <a:pt x="588" y="214"/>
                  </a:lnTo>
                  <a:lnTo>
                    <a:pt x="591" y="218"/>
                  </a:lnTo>
                  <a:lnTo>
                    <a:pt x="595" y="223"/>
                  </a:lnTo>
                  <a:lnTo>
                    <a:pt x="597" y="227"/>
                  </a:lnTo>
                  <a:lnTo>
                    <a:pt x="602" y="234"/>
                  </a:lnTo>
                  <a:lnTo>
                    <a:pt x="608" y="241"/>
                  </a:lnTo>
                  <a:lnTo>
                    <a:pt x="611" y="247"/>
                  </a:lnTo>
                  <a:lnTo>
                    <a:pt x="615" y="255"/>
                  </a:lnTo>
                  <a:lnTo>
                    <a:pt x="618" y="261"/>
                  </a:lnTo>
                  <a:lnTo>
                    <a:pt x="621" y="267"/>
                  </a:lnTo>
                  <a:lnTo>
                    <a:pt x="625" y="273"/>
                  </a:lnTo>
                  <a:lnTo>
                    <a:pt x="628" y="282"/>
                  </a:lnTo>
                  <a:lnTo>
                    <a:pt x="631" y="288"/>
                  </a:lnTo>
                  <a:lnTo>
                    <a:pt x="634" y="296"/>
                  </a:lnTo>
                  <a:lnTo>
                    <a:pt x="637" y="305"/>
                  </a:lnTo>
                  <a:lnTo>
                    <a:pt x="640" y="317"/>
                  </a:lnTo>
                  <a:lnTo>
                    <a:pt x="642" y="326"/>
                  </a:lnTo>
                  <a:lnTo>
                    <a:pt x="643" y="335"/>
                  </a:lnTo>
                  <a:lnTo>
                    <a:pt x="645" y="347"/>
                  </a:lnTo>
                  <a:lnTo>
                    <a:pt x="648" y="363"/>
                  </a:lnTo>
                  <a:lnTo>
                    <a:pt x="648" y="780"/>
                  </a:lnTo>
                  <a:lnTo>
                    <a:pt x="134" y="780"/>
                  </a:lnTo>
                  <a:lnTo>
                    <a:pt x="775" y="780"/>
                  </a:lnTo>
                  <a:lnTo>
                    <a:pt x="775" y="86"/>
                  </a:lnTo>
                  <a:lnTo>
                    <a:pt x="688" y="0"/>
                  </a:lnTo>
                  <a:lnTo>
                    <a:pt x="86" y="0"/>
                  </a:lnTo>
                  <a:lnTo>
                    <a:pt x="0" y="86"/>
                  </a:lnTo>
                  <a:lnTo>
                    <a:pt x="0" y="780"/>
                  </a:lnTo>
                  <a:lnTo>
                    <a:pt x="133" y="780"/>
                  </a:lnTo>
                  <a:lnTo>
                    <a:pt x="134" y="363"/>
                  </a:lnTo>
                  <a:close/>
                </a:path>
              </a:pathLst>
            </a:custGeom>
            <a:solidFill>
              <a:srgbClr val="C0C0C0"/>
            </a:solidFill>
            <a:ln w="9525">
              <a:noFill/>
              <a:round/>
              <a:headEnd/>
              <a:tailEnd/>
            </a:ln>
          </p:spPr>
          <p:txBody>
            <a:bodyPr/>
            <a:lstStyle/>
            <a:p>
              <a:endParaRPr lang="nl-BE"/>
            </a:p>
          </p:txBody>
        </p:sp>
        <p:sp>
          <p:nvSpPr>
            <p:cNvPr id="42459" name="Freeform 99"/>
            <p:cNvSpPr>
              <a:spLocks/>
            </p:cNvSpPr>
            <p:nvPr/>
          </p:nvSpPr>
          <p:spPr bwMode="auto">
            <a:xfrm>
              <a:off x="4648200" y="3556000"/>
              <a:ext cx="1219200" cy="850900"/>
            </a:xfrm>
            <a:custGeom>
              <a:avLst/>
              <a:gdLst>
                <a:gd name="T0" fmla="*/ 2147483647 w 816"/>
                <a:gd name="T1" fmla="*/ 2147483647 h 576"/>
                <a:gd name="T2" fmla="*/ 2147483647 w 816"/>
                <a:gd name="T3" fmla="*/ 2147483647 h 576"/>
                <a:gd name="T4" fmla="*/ 2147483647 w 816"/>
                <a:gd name="T5" fmla="*/ 2147483647 h 576"/>
                <a:gd name="T6" fmla="*/ 2147483647 w 816"/>
                <a:gd name="T7" fmla="*/ 2147483647 h 576"/>
                <a:gd name="T8" fmla="*/ 2147483647 w 816"/>
                <a:gd name="T9" fmla="*/ 2147483647 h 576"/>
                <a:gd name="T10" fmla="*/ 2147483647 w 816"/>
                <a:gd name="T11" fmla="*/ 2147483647 h 576"/>
                <a:gd name="T12" fmla="*/ 2147483647 w 816"/>
                <a:gd name="T13" fmla="*/ 2147483647 h 576"/>
                <a:gd name="T14" fmla="*/ 2147483647 w 816"/>
                <a:gd name="T15" fmla="*/ 2147483647 h 576"/>
                <a:gd name="T16" fmla="*/ 2147483647 w 816"/>
                <a:gd name="T17" fmla="*/ 2147483647 h 576"/>
                <a:gd name="T18" fmla="*/ 2147483647 w 816"/>
                <a:gd name="T19" fmla="*/ 2147483647 h 576"/>
                <a:gd name="T20" fmla="*/ 2147483647 w 816"/>
                <a:gd name="T21" fmla="*/ 2147483647 h 576"/>
                <a:gd name="T22" fmla="*/ 2147483647 w 816"/>
                <a:gd name="T23" fmla="*/ 2147483647 h 576"/>
                <a:gd name="T24" fmla="*/ 2147483647 w 816"/>
                <a:gd name="T25" fmla="*/ 2147483647 h 576"/>
                <a:gd name="T26" fmla="*/ 0 w 816"/>
                <a:gd name="T27" fmla="*/ 2147483647 h 576"/>
                <a:gd name="T28" fmla="*/ 2147483647 w 816"/>
                <a:gd name="T29" fmla="*/ 2147483647 h 576"/>
                <a:gd name="T30" fmla="*/ 2147483647 w 816"/>
                <a:gd name="T31" fmla="*/ 0 h 576"/>
                <a:gd name="T32" fmla="*/ 2147483647 w 816"/>
                <a:gd name="T33" fmla="*/ 2147483647 h 576"/>
                <a:gd name="T34" fmla="*/ 2147483647 w 816"/>
                <a:gd name="T35" fmla="*/ 2147483647 h 576"/>
                <a:gd name="T36" fmla="*/ 2147483647 w 816"/>
                <a:gd name="T37" fmla="*/ 2147483647 h 57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16"/>
                <a:gd name="T58" fmla="*/ 0 h 576"/>
                <a:gd name="T59" fmla="*/ 816 w 816"/>
                <a:gd name="T60" fmla="*/ 576 h 57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16" h="576">
                  <a:moveTo>
                    <a:pt x="384" y="192"/>
                  </a:moveTo>
                  <a:lnTo>
                    <a:pt x="576" y="48"/>
                  </a:lnTo>
                  <a:lnTo>
                    <a:pt x="432" y="240"/>
                  </a:lnTo>
                  <a:lnTo>
                    <a:pt x="576" y="240"/>
                  </a:lnTo>
                  <a:lnTo>
                    <a:pt x="432" y="288"/>
                  </a:lnTo>
                  <a:lnTo>
                    <a:pt x="816" y="384"/>
                  </a:lnTo>
                  <a:lnTo>
                    <a:pt x="432" y="336"/>
                  </a:lnTo>
                  <a:lnTo>
                    <a:pt x="576" y="528"/>
                  </a:lnTo>
                  <a:lnTo>
                    <a:pt x="384" y="384"/>
                  </a:lnTo>
                  <a:lnTo>
                    <a:pt x="336" y="528"/>
                  </a:lnTo>
                  <a:lnTo>
                    <a:pt x="288" y="384"/>
                  </a:lnTo>
                  <a:lnTo>
                    <a:pt x="96" y="576"/>
                  </a:lnTo>
                  <a:lnTo>
                    <a:pt x="240" y="336"/>
                  </a:lnTo>
                  <a:lnTo>
                    <a:pt x="0" y="192"/>
                  </a:lnTo>
                  <a:lnTo>
                    <a:pt x="240" y="240"/>
                  </a:lnTo>
                  <a:lnTo>
                    <a:pt x="192" y="0"/>
                  </a:lnTo>
                  <a:lnTo>
                    <a:pt x="336" y="288"/>
                  </a:lnTo>
                  <a:lnTo>
                    <a:pt x="336" y="96"/>
                  </a:lnTo>
                  <a:lnTo>
                    <a:pt x="384" y="192"/>
                  </a:lnTo>
                  <a:close/>
                </a:path>
              </a:pathLst>
            </a:custGeom>
            <a:solidFill>
              <a:srgbClr val="FFFF00"/>
            </a:solidFill>
            <a:ln w="9525">
              <a:solidFill>
                <a:schemeClr val="tx1"/>
              </a:solidFill>
              <a:round/>
              <a:headEnd/>
              <a:tailEnd/>
            </a:ln>
          </p:spPr>
          <p:txBody>
            <a:bodyPr wrap="none" anchor="ctr"/>
            <a:lstStyle/>
            <a:p>
              <a:endParaRPr lang="nl-BE"/>
            </a:p>
          </p:txBody>
        </p:sp>
        <p:sp>
          <p:nvSpPr>
            <p:cNvPr id="42460" name="Line 100"/>
            <p:cNvSpPr>
              <a:spLocks noChangeShapeType="1"/>
            </p:cNvSpPr>
            <p:nvPr/>
          </p:nvSpPr>
          <p:spPr bwMode="auto">
            <a:xfrm>
              <a:off x="1358900" y="3792538"/>
              <a:ext cx="1196975" cy="1587"/>
            </a:xfrm>
            <a:prstGeom prst="line">
              <a:avLst/>
            </a:prstGeom>
            <a:noFill/>
            <a:ln w="12700">
              <a:solidFill>
                <a:srgbClr val="000000"/>
              </a:solidFill>
              <a:round/>
              <a:headEnd/>
              <a:tailEnd/>
            </a:ln>
          </p:spPr>
          <p:txBody>
            <a:bodyPr/>
            <a:lstStyle/>
            <a:p>
              <a:endParaRPr lang="nl-BE"/>
            </a:p>
          </p:txBody>
        </p:sp>
        <p:sp>
          <p:nvSpPr>
            <p:cNvPr id="42461" name="Oval 101"/>
            <p:cNvSpPr>
              <a:spLocks noChangeArrowheads="1"/>
            </p:cNvSpPr>
            <p:nvPr/>
          </p:nvSpPr>
          <p:spPr bwMode="auto">
            <a:xfrm>
              <a:off x="4349750" y="3743325"/>
              <a:ext cx="142875" cy="196850"/>
            </a:xfrm>
            <a:prstGeom prst="ellipse">
              <a:avLst/>
            </a:prstGeom>
            <a:solidFill>
              <a:srgbClr val="006000"/>
            </a:solidFill>
            <a:ln w="9525">
              <a:noFill/>
              <a:round/>
              <a:headEnd/>
              <a:tailEnd/>
            </a:ln>
          </p:spPr>
          <p:txBody>
            <a:bodyPr/>
            <a:lstStyle/>
            <a:p>
              <a:pPr algn="ctr" eaLnBrk="0" hangingPunct="0"/>
              <a:endParaRPr lang="nl-BE"/>
            </a:p>
          </p:txBody>
        </p:sp>
        <p:sp>
          <p:nvSpPr>
            <p:cNvPr id="42462" name="Oval 102"/>
            <p:cNvSpPr>
              <a:spLocks noChangeArrowheads="1"/>
            </p:cNvSpPr>
            <p:nvPr/>
          </p:nvSpPr>
          <p:spPr bwMode="auto">
            <a:xfrm>
              <a:off x="4448175" y="3713163"/>
              <a:ext cx="119063" cy="198437"/>
            </a:xfrm>
            <a:prstGeom prst="ellipse">
              <a:avLst/>
            </a:prstGeom>
            <a:solidFill>
              <a:srgbClr val="006000"/>
            </a:solidFill>
            <a:ln w="9525">
              <a:noFill/>
              <a:round/>
              <a:headEnd/>
              <a:tailEnd/>
            </a:ln>
          </p:spPr>
          <p:txBody>
            <a:bodyPr/>
            <a:lstStyle/>
            <a:p>
              <a:pPr algn="ctr" eaLnBrk="0" hangingPunct="0"/>
              <a:endParaRPr lang="nl-BE"/>
            </a:p>
          </p:txBody>
        </p:sp>
        <p:sp>
          <p:nvSpPr>
            <p:cNvPr id="42463" name="Oval 103"/>
            <p:cNvSpPr>
              <a:spLocks noChangeArrowheads="1"/>
            </p:cNvSpPr>
            <p:nvPr/>
          </p:nvSpPr>
          <p:spPr bwMode="auto">
            <a:xfrm>
              <a:off x="4392613" y="3856038"/>
              <a:ext cx="74612" cy="79375"/>
            </a:xfrm>
            <a:prstGeom prst="ellipse">
              <a:avLst/>
            </a:prstGeom>
            <a:solidFill>
              <a:srgbClr val="004000"/>
            </a:solidFill>
            <a:ln w="9525">
              <a:noFill/>
              <a:round/>
              <a:headEnd/>
              <a:tailEnd/>
            </a:ln>
          </p:spPr>
          <p:txBody>
            <a:bodyPr/>
            <a:lstStyle/>
            <a:p>
              <a:pPr algn="ctr" eaLnBrk="0" hangingPunct="0"/>
              <a:endParaRPr lang="nl-BE"/>
            </a:p>
          </p:txBody>
        </p:sp>
        <p:sp>
          <p:nvSpPr>
            <p:cNvPr id="42464" name="Oval 104"/>
            <p:cNvSpPr>
              <a:spLocks noChangeArrowheads="1"/>
            </p:cNvSpPr>
            <p:nvPr/>
          </p:nvSpPr>
          <p:spPr bwMode="auto">
            <a:xfrm>
              <a:off x="4476750" y="3808413"/>
              <a:ext cx="77788" cy="103187"/>
            </a:xfrm>
            <a:prstGeom prst="ellipse">
              <a:avLst/>
            </a:prstGeom>
            <a:solidFill>
              <a:srgbClr val="004000"/>
            </a:solidFill>
            <a:ln w="9525">
              <a:noFill/>
              <a:round/>
              <a:headEnd/>
              <a:tailEnd/>
            </a:ln>
          </p:spPr>
          <p:txBody>
            <a:bodyPr/>
            <a:lstStyle/>
            <a:p>
              <a:pPr algn="ctr" eaLnBrk="0" hangingPunct="0"/>
              <a:endParaRPr lang="nl-BE"/>
            </a:p>
          </p:txBody>
        </p:sp>
        <p:sp>
          <p:nvSpPr>
            <p:cNvPr id="42465" name="Oval 105"/>
            <p:cNvSpPr>
              <a:spLocks noChangeArrowheads="1"/>
            </p:cNvSpPr>
            <p:nvPr/>
          </p:nvSpPr>
          <p:spPr bwMode="auto">
            <a:xfrm>
              <a:off x="4389438" y="3694113"/>
              <a:ext cx="120650" cy="155575"/>
            </a:xfrm>
            <a:prstGeom prst="ellipse">
              <a:avLst/>
            </a:prstGeom>
            <a:solidFill>
              <a:srgbClr val="008000"/>
            </a:solidFill>
            <a:ln w="9525">
              <a:noFill/>
              <a:round/>
              <a:headEnd/>
              <a:tailEnd/>
            </a:ln>
          </p:spPr>
          <p:txBody>
            <a:bodyPr/>
            <a:lstStyle/>
            <a:p>
              <a:pPr algn="ctr" eaLnBrk="0" hangingPunct="0"/>
              <a:endParaRPr lang="nl-BE"/>
            </a:p>
          </p:txBody>
        </p:sp>
        <p:sp>
          <p:nvSpPr>
            <p:cNvPr id="42466" name="Oval 106"/>
            <p:cNvSpPr>
              <a:spLocks noChangeArrowheads="1"/>
            </p:cNvSpPr>
            <p:nvPr/>
          </p:nvSpPr>
          <p:spPr bwMode="auto">
            <a:xfrm>
              <a:off x="4419600" y="3746500"/>
              <a:ext cx="88900" cy="93663"/>
            </a:xfrm>
            <a:prstGeom prst="ellipse">
              <a:avLst/>
            </a:prstGeom>
            <a:solidFill>
              <a:srgbClr val="006000"/>
            </a:solidFill>
            <a:ln w="9525">
              <a:noFill/>
              <a:round/>
              <a:headEnd/>
              <a:tailEnd/>
            </a:ln>
          </p:spPr>
          <p:txBody>
            <a:bodyPr/>
            <a:lstStyle/>
            <a:p>
              <a:pPr algn="ctr" eaLnBrk="0" hangingPunct="0"/>
              <a:endParaRPr lang="nl-BE"/>
            </a:p>
          </p:txBody>
        </p:sp>
        <p:sp>
          <p:nvSpPr>
            <p:cNvPr id="42467" name="Oval 107"/>
            <p:cNvSpPr>
              <a:spLocks noChangeArrowheads="1"/>
            </p:cNvSpPr>
            <p:nvPr/>
          </p:nvSpPr>
          <p:spPr bwMode="auto">
            <a:xfrm>
              <a:off x="4332288" y="3559175"/>
              <a:ext cx="142875" cy="198438"/>
            </a:xfrm>
            <a:prstGeom prst="ellipse">
              <a:avLst/>
            </a:prstGeom>
            <a:solidFill>
              <a:srgbClr val="006000"/>
            </a:solidFill>
            <a:ln w="9525">
              <a:noFill/>
              <a:round/>
              <a:headEnd/>
              <a:tailEnd/>
            </a:ln>
          </p:spPr>
          <p:txBody>
            <a:bodyPr/>
            <a:lstStyle/>
            <a:p>
              <a:pPr algn="ctr" eaLnBrk="0" hangingPunct="0"/>
              <a:endParaRPr lang="nl-BE"/>
            </a:p>
          </p:txBody>
        </p:sp>
        <p:sp>
          <p:nvSpPr>
            <p:cNvPr id="42468" name="Oval 108"/>
            <p:cNvSpPr>
              <a:spLocks noChangeArrowheads="1"/>
            </p:cNvSpPr>
            <p:nvPr/>
          </p:nvSpPr>
          <p:spPr bwMode="auto">
            <a:xfrm>
              <a:off x="4432300" y="3587750"/>
              <a:ext cx="117475" cy="198438"/>
            </a:xfrm>
            <a:prstGeom prst="ellipse">
              <a:avLst/>
            </a:prstGeom>
            <a:solidFill>
              <a:srgbClr val="006000"/>
            </a:solidFill>
            <a:ln w="9525">
              <a:noFill/>
              <a:round/>
              <a:headEnd/>
              <a:tailEnd/>
            </a:ln>
          </p:spPr>
          <p:txBody>
            <a:bodyPr/>
            <a:lstStyle/>
            <a:p>
              <a:pPr algn="ctr" eaLnBrk="0" hangingPunct="0"/>
              <a:endParaRPr lang="nl-BE"/>
            </a:p>
          </p:txBody>
        </p:sp>
        <p:sp>
          <p:nvSpPr>
            <p:cNvPr id="42469" name="Oval 109"/>
            <p:cNvSpPr>
              <a:spLocks noChangeArrowheads="1"/>
            </p:cNvSpPr>
            <p:nvPr/>
          </p:nvSpPr>
          <p:spPr bwMode="auto">
            <a:xfrm>
              <a:off x="4375150" y="3562350"/>
              <a:ext cx="74613" cy="80963"/>
            </a:xfrm>
            <a:prstGeom prst="ellipse">
              <a:avLst/>
            </a:prstGeom>
            <a:solidFill>
              <a:srgbClr val="004000"/>
            </a:solidFill>
            <a:ln w="9525">
              <a:noFill/>
              <a:round/>
              <a:headEnd/>
              <a:tailEnd/>
            </a:ln>
          </p:spPr>
          <p:txBody>
            <a:bodyPr/>
            <a:lstStyle/>
            <a:p>
              <a:pPr algn="ctr" eaLnBrk="0" hangingPunct="0"/>
              <a:endParaRPr lang="nl-BE"/>
            </a:p>
          </p:txBody>
        </p:sp>
        <p:sp>
          <p:nvSpPr>
            <p:cNvPr id="42470" name="Oval 110"/>
            <p:cNvSpPr>
              <a:spLocks noChangeArrowheads="1"/>
            </p:cNvSpPr>
            <p:nvPr/>
          </p:nvSpPr>
          <p:spPr bwMode="auto">
            <a:xfrm>
              <a:off x="4459288" y="3586163"/>
              <a:ext cx="79375" cy="104775"/>
            </a:xfrm>
            <a:prstGeom prst="ellipse">
              <a:avLst/>
            </a:prstGeom>
            <a:solidFill>
              <a:srgbClr val="004000"/>
            </a:solidFill>
            <a:ln w="9525">
              <a:noFill/>
              <a:round/>
              <a:headEnd/>
              <a:tailEnd/>
            </a:ln>
          </p:spPr>
          <p:txBody>
            <a:bodyPr/>
            <a:lstStyle/>
            <a:p>
              <a:pPr algn="ctr" eaLnBrk="0" hangingPunct="0"/>
              <a:endParaRPr lang="nl-BE"/>
            </a:p>
          </p:txBody>
        </p:sp>
        <p:sp>
          <p:nvSpPr>
            <p:cNvPr id="42471" name="Oval 111"/>
            <p:cNvSpPr>
              <a:spLocks noChangeArrowheads="1"/>
            </p:cNvSpPr>
            <p:nvPr/>
          </p:nvSpPr>
          <p:spPr bwMode="auto">
            <a:xfrm>
              <a:off x="4373563" y="3649663"/>
              <a:ext cx="120650" cy="155575"/>
            </a:xfrm>
            <a:prstGeom prst="ellipse">
              <a:avLst/>
            </a:prstGeom>
            <a:solidFill>
              <a:srgbClr val="008000"/>
            </a:solidFill>
            <a:ln w="9525">
              <a:noFill/>
              <a:round/>
              <a:headEnd/>
              <a:tailEnd/>
            </a:ln>
          </p:spPr>
          <p:txBody>
            <a:bodyPr/>
            <a:lstStyle/>
            <a:p>
              <a:pPr algn="ctr" eaLnBrk="0" hangingPunct="0"/>
              <a:endParaRPr lang="nl-BE"/>
            </a:p>
          </p:txBody>
        </p:sp>
        <p:sp>
          <p:nvSpPr>
            <p:cNvPr id="42472" name="Oval 112"/>
            <p:cNvSpPr>
              <a:spLocks noChangeArrowheads="1"/>
            </p:cNvSpPr>
            <p:nvPr/>
          </p:nvSpPr>
          <p:spPr bwMode="auto">
            <a:xfrm>
              <a:off x="4403725" y="3657600"/>
              <a:ext cx="85725" cy="95250"/>
            </a:xfrm>
            <a:prstGeom prst="ellipse">
              <a:avLst/>
            </a:prstGeom>
            <a:solidFill>
              <a:srgbClr val="006000"/>
            </a:solidFill>
            <a:ln w="9525">
              <a:noFill/>
              <a:round/>
              <a:headEnd/>
              <a:tailEnd/>
            </a:ln>
          </p:spPr>
          <p:txBody>
            <a:bodyPr/>
            <a:lstStyle/>
            <a:p>
              <a:pPr algn="ctr" eaLnBrk="0" hangingPunct="0"/>
              <a:endParaRPr lang="nl-BE"/>
            </a:p>
          </p:txBody>
        </p:sp>
        <p:sp>
          <p:nvSpPr>
            <p:cNvPr id="42473" name="Oval 113"/>
            <p:cNvSpPr>
              <a:spLocks noChangeArrowheads="1"/>
            </p:cNvSpPr>
            <p:nvPr/>
          </p:nvSpPr>
          <p:spPr bwMode="auto">
            <a:xfrm>
              <a:off x="4344988" y="3414713"/>
              <a:ext cx="142875" cy="196850"/>
            </a:xfrm>
            <a:prstGeom prst="ellipse">
              <a:avLst/>
            </a:prstGeom>
            <a:solidFill>
              <a:srgbClr val="006000"/>
            </a:solidFill>
            <a:ln w="9525">
              <a:noFill/>
              <a:round/>
              <a:headEnd/>
              <a:tailEnd/>
            </a:ln>
          </p:spPr>
          <p:txBody>
            <a:bodyPr/>
            <a:lstStyle/>
            <a:p>
              <a:pPr algn="ctr" eaLnBrk="0" hangingPunct="0"/>
              <a:endParaRPr lang="nl-BE"/>
            </a:p>
          </p:txBody>
        </p:sp>
        <p:sp>
          <p:nvSpPr>
            <p:cNvPr id="42474" name="Oval 114"/>
            <p:cNvSpPr>
              <a:spLocks noChangeArrowheads="1"/>
            </p:cNvSpPr>
            <p:nvPr/>
          </p:nvSpPr>
          <p:spPr bwMode="auto">
            <a:xfrm>
              <a:off x="4454525" y="3422650"/>
              <a:ext cx="117475" cy="198438"/>
            </a:xfrm>
            <a:prstGeom prst="ellipse">
              <a:avLst/>
            </a:prstGeom>
            <a:solidFill>
              <a:srgbClr val="006000"/>
            </a:solidFill>
            <a:ln w="9525">
              <a:noFill/>
              <a:round/>
              <a:headEnd/>
              <a:tailEnd/>
            </a:ln>
          </p:spPr>
          <p:txBody>
            <a:bodyPr/>
            <a:lstStyle/>
            <a:p>
              <a:pPr algn="ctr" eaLnBrk="0" hangingPunct="0"/>
              <a:endParaRPr lang="nl-BE"/>
            </a:p>
          </p:txBody>
        </p:sp>
        <p:sp>
          <p:nvSpPr>
            <p:cNvPr id="42475" name="Oval 115"/>
            <p:cNvSpPr>
              <a:spLocks noChangeArrowheads="1"/>
            </p:cNvSpPr>
            <p:nvPr/>
          </p:nvSpPr>
          <p:spPr bwMode="auto">
            <a:xfrm>
              <a:off x="4406900" y="3387725"/>
              <a:ext cx="122238" cy="155575"/>
            </a:xfrm>
            <a:prstGeom prst="ellipse">
              <a:avLst/>
            </a:prstGeom>
            <a:solidFill>
              <a:srgbClr val="008000"/>
            </a:solidFill>
            <a:ln w="9525">
              <a:noFill/>
              <a:round/>
              <a:headEnd/>
              <a:tailEnd/>
            </a:ln>
          </p:spPr>
          <p:txBody>
            <a:bodyPr/>
            <a:lstStyle/>
            <a:p>
              <a:pPr algn="ctr" eaLnBrk="0" hangingPunct="0"/>
              <a:endParaRPr lang="nl-BE"/>
            </a:p>
          </p:txBody>
        </p:sp>
        <p:sp>
          <p:nvSpPr>
            <p:cNvPr id="42476" name="Oval 116"/>
            <p:cNvSpPr>
              <a:spLocks noChangeArrowheads="1"/>
            </p:cNvSpPr>
            <p:nvPr/>
          </p:nvSpPr>
          <p:spPr bwMode="auto">
            <a:xfrm>
              <a:off x="4438650" y="3440113"/>
              <a:ext cx="85725" cy="93662"/>
            </a:xfrm>
            <a:prstGeom prst="ellipse">
              <a:avLst/>
            </a:prstGeom>
            <a:solidFill>
              <a:srgbClr val="006000"/>
            </a:solidFill>
            <a:ln w="9525">
              <a:noFill/>
              <a:round/>
              <a:headEnd/>
              <a:tailEnd/>
            </a:ln>
          </p:spPr>
          <p:txBody>
            <a:bodyPr/>
            <a:lstStyle/>
            <a:p>
              <a:pPr algn="ctr" eaLnBrk="0" hangingPunct="0"/>
              <a:endParaRPr lang="nl-BE"/>
            </a:p>
          </p:txBody>
        </p:sp>
        <p:sp>
          <p:nvSpPr>
            <p:cNvPr id="42477" name="Oval 117"/>
            <p:cNvSpPr>
              <a:spLocks noChangeArrowheads="1"/>
            </p:cNvSpPr>
            <p:nvPr/>
          </p:nvSpPr>
          <p:spPr bwMode="auto">
            <a:xfrm>
              <a:off x="4349750" y="3254375"/>
              <a:ext cx="142875" cy="196850"/>
            </a:xfrm>
            <a:prstGeom prst="ellipse">
              <a:avLst/>
            </a:prstGeom>
            <a:solidFill>
              <a:srgbClr val="006000"/>
            </a:solidFill>
            <a:ln w="9525">
              <a:noFill/>
              <a:round/>
              <a:headEnd/>
              <a:tailEnd/>
            </a:ln>
          </p:spPr>
          <p:txBody>
            <a:bodyPr/>
            <a:lstStyle/>
            <a:p>
              <a:pPr algn="ctr" eaLnBrk="0" hangingPunct="0"/>
              <a:endParaRPr lang="nl-BE"/>
            </a:p>
          </p:txBody>
        </p:sp>
        <p:sp>
          <p:nvSpPr>
            <p:cNvPr id="42478" name="Oval 118"/>
            <p:cNvSpPr>
              <a:spLocks noChangeArrowheads="1"/>
            </p:cNvSpPr>
            <p:nvPr/>
          </p:nvSpPr>
          <p:spPr bwMode="auto">
            <a:xfrm>
              <a:off x="4449763" y="3281363"/>
              <a:ext cx="117475" cy="200025"/>
            </a:xfrm>
            <a:prstGeom prst="ellipse">
              <a:avLst/>
            </a:prstGeom>
            <a:solidFill>
              <a:srgbClr val="006000"/>
            </a:solidFill>
            <a:ln w="9525">
              <a:noFill/>
              <a:round/>
              <a:headEnd/>
              <a:tailEnd/>
            </a:ln>
          </p:spPr>
          <p:txBody>
            <a:bodyPr/>
            <a:lstStyle/>
            <a:p>
              <a:pPr algn="ctr" eaLnBrk="0" hangingPunct="0"/>
              <a:endParaRPr lang="nl-BE"/>
            </a:p>
          </p:txBody>
        </p:sp>
        <p:sp>
          <p:nvSpPr>
            <p:cNvPr id="42479" name="Oval 119"/>
            <p:cNvSpPr>
              <a:spLocks noChangeArrowheads="1"/>
            </p:cNvSpPr>
            <p:nvPr/>
          </p:nvSpPr>
          <p:spPr bwMode="auto">
            <a:xfrm>
              <a:off x="4389438" y="3343275"/>
              <a:ext cx="122237" cy="157163"/>
            </a:xfrm>
            <a:prstGeom prst="ellipse">
              <a:avLst/>
            </a:prstGeom>
            <a:solidFill>
              <a:srgbClr val="008000"/>
            </a:solidFill>
            <a:ln w="9525">
              <a:noFill/>
              <a:round/>
              <a:headEnd/>
              <a:tailEnd/>
            </a:ln>
          </p:spPr>
          <p:txBody>
            <a:bodyPr/>
            <a:lstStyle/>
            <a:p>
              <a:pPr algn="ctr" eaLnBrk="0" hangingPunct="0"/>
              <a:endParaRPr lang="nl-BE"/>
            </a:p>
          </p:txBody>
        </p:sp>
        <p:sp>
          <p:nvSpPr>
            <p:cNvPr id="42480" name="Oval 120"/>
            <p:cNvSpPr>
              <a:spLocks noChangeArrowheads="1"/>
            </p:cNvSpPr>
            <p:nvPr/>
          </p:nvSpPr>
          <p:spPr bwMode="auto">
            <a:xfrm>
              <a:off x="4421188" y="3352800"/>
              <a:ext cx="87312" cy="93663"/>
            </a:xfrm>
            <a:prstGeom prst="ellipse">
              <a:avLst/>
            </a:prstGeom>
            <a:solidFill>
              <a:srgbClr val="006000"/>
            </a:solidFill>
            <a:ln w="9525">
              <a:noFill/>
              <a:round/>
              <a:headEnd/>
              <a:tailEnd/>
            </a:ln>
          </p:spPr>
          <p:txBody>
            <a:bodyPr/>
            <a:lstStyle/>
            <a:p>
              <a:pPr algn="ctr" eaLnBrk="0" hangingPunct="0"/>
              <a:endParaRPr lang="nl-BE"/>
            </a:p>
          </p:txBody>
        </p:sp>
        <p:sp>
          <p:nvSpPr>
            <p:cNvPr id="42481" name="Oval 121"/>
            <p:cNvSpPr>
              <a:spLocks noChangeArrowheads="1"/>
            </p:cNvSpPr>
            <p:nvPr/>
          </p:nvSpPr>
          <p:spPr bwMode="auto">
            <a:xfrm>
              <a:off x="4238625" y="3838575"/>
              <a:ext cx="153988" cy="180975"/>
            </a:xfrm>
            <a:prstGeom prst="ellipse">
              <a:avLst/>
            </a:prstGeom>
            <a:solidFill>
              <a:srgbClr val="006000"/>
            </a:solidFill>
            <a:ln w="9525">
              <a:noFill/>
              <a:round/>
              <a:headEnd/>
              <a:tailEnd/>
            </a:ln>
          </p:spPr>
          <p:txBody>
            <a:bodyPr/>
            <a:lstStyle/>
            <a:p>
              <a:pPr algn="ctr" eaLnBrk="0" hangingPunct="0"/>
              <a:endParaRPr lang="nl-BE"/>
            </a:p>
          </p:txBody>
        </p:sp>
        <p:sp>
          <p:nvSpPr>
            <p:cNvPr id="42482" name="Oval 122"/>
            <p:cNvSpPr>
              <a:spLocks noChangeArrowheads="1"/>
            </p:cNvSpPr>
            <p:nvPr/>
          </p:nvSpPr>
          <p:spPr bwMode="auto">
            <a:xfrm>
              <a:off x="4216400" y="3741738"/>
              <a:ext cx="153988" cy="150812"/>
            </a:xfrm>
            <a:prstGeom prst="ellipse">
              <a:avLst/>
            </a:prstGeom>
            <a:solidFill>
              <a:srgbClr val="006000"/>
            </a:solidFill>
            <a:ln w="9525">
              <a:noFill/>
              <a:round/>
              <a:headEnd/>
              <a:tailEnd/>
            </a:ln>
          </p:spPr>
          <p:txBody>
            <a:bodyPr/>
            <a:lstStyle/>
            <a:p>
              <a:pPr algn="ctr" eaLnBrk="0" hangingPunct="0"/>
              <a:endParaRPr lang="nl-BE"/>
            </a:p>
          </p:txBody>
        </p:sp>
        <p:sp>
          <p:nvSpPr>
            <p:cNvPr id="42483" name="Oval 123"/>
            <p:cNvSpPr>
              <a:spLocks noChangeArrowheads="1"/>
            </p:cNvSpPr>
            <p:nvPr/>
          </p:nvSpPr>
          <p:spPr bwMode="auto">
            <a:xfrm>
              <a:off x="4327525" y="3846513"/>
              <a:ext cx="98425" cy="87312"/>
            </a:xfrm>
            <a:prstGeom prst="ellipse">
              <a:avLst/>
            </a:prstGeom>
            <a:solidFill>
              <a:srgbClr val="004000"/>
            </a:solidFill>
            <a:ln w="9525">
              <a:noFill/>
              <a:round/>
              <a:headEnd/>
              <a:tailEnd/>
            </a:ln>
          </p:spPr>
          <p:txBody>
            <a:bodyPr/>
            <a:lstStyle/>
            <a:p>
              <a:pPr algn="ctr" eaLnBrk="0" hangingPunct="0"/>
              <a:endParaRPr lang="nl-BE"/>
            </a:p>
          </p:txBody>
        </p:sp>
        <p:sp>
          <p:nvSpPr>
            <p:cNvPr id="42484" name="Oval 124"/>
            <p:cNvSpPr>
              <a:spLocks noChangeArrowheads="1"/>
            </p:cNvSpPr>
            <p:nvPr/>
          </p:nvSpPr>
          <p:spPr bwMode="auto">
            <a:xfrm>
              <a:off x="4291013" y="3756025"/>
              <a:ext cx="79375" cy="101600"/>
            </a:xfrm>
            <a:prstGeom prst="ellipse">
              <a:avLst/>
            </a:prstGeom>
            <a:solidFill>
              <a:srgbClr val="004000"/>
            </a:solidFill>
            <a:ln w="9525">
              <a:noFill/>
              <a:round/>
              <a:headEnd/>
              <a:tailEnd/>
            </a:ln>
          </p:spPr>
          <p:txBody>
            <a:bodyPr/>
            <a:lstStyle/>
            <a:p>
              <a:pPr algn="ctr" eaLnBrk="0" hangingPunct="0"/>
              <a:endParaRPr lang="nl-BE"/>
            </a:p>
          </p:txBody>
        </p:sp>
        <p:sp>
          <p:nvSpPr>
            <p:cNvPr id="42485" name="Oval 125"/>
            <p:cNvSpPr>
              <a:spLocks noChangeArrowheads="1"/>
            </p:cNvSpPr>
            <p:nvPr/>
          </p:nvSpPr>
          <p:spPr bwMode="auto">
            <a:xfrm>
              <a:off x="4202113" y="3813175"/>
              <a:ext cx="120650" cy="155575"/>
            </a:xfrm>
            <a:prstGeom prst="ellipse">
              <a:avLst/>
            </a:prstGeom>
            <a:solidFill>
              <a:srgbClr val="008000"/>
            </a:solidFill>
            <a:ln w="9525">
              <a:noFill/>
              <a:round/>
              <a:headEnd/>
              <a:tailEnd/>
            </a:ln>
          </p:spPr>
          <p:txBody>
            <a:bodyPr/>
            <a:lstStyle/>
            <a:p>
              <a:pPr algn="ctr" eaLnBrk="0" hangingPunct="0"/>
              <a:endParaRPr lang="nl-BE"/>
            </a:p>
          </p:txBody>
        </p:sp>
        <p:sp>
          <p:nvSpPr>
            <p:cNvPr id="42486" name="Oval 126"/>
            <p:cNvSpPr>
              <a:spLocks noChangeArrowheads="1"/>
            </p:cNvSpPr>
            <p:nvPr/>
          </p:nvSpPr>
          <p:spPr bwMode="auto">
            <a:xfrm>
              <a:off x="4243388" y="3817938"/>
              <a:ext cx="73025" cy="111125"/>
            </a:xfrm>
            <a:prstGeom prst="ellipse">
              <a:avLst/>
            </a:prstGeom>
            <a:solidFill>
              <a:srgbClr val="006000"/>
            </a:solidFill>
            <a:ln w="9525">
              <a:noFill/>
              <a:round/>
              <a:headEnd/>
              <a:tailEnd/>
            </a:ln>
          </p:spPr>
          <p:txBody>
            <a:bodyPr/>
            <a:lstStyle/>
            <a:p>
              <a:pPr algn="ctr" eaLnBrk="0" hangingPunct="0"/>
              <a:endParaRPr lang="nl-BE"/>
            </a:p>
          </p:txBody>
        </p:sp>
        <p:sp>
          <p:nvSpPr>
            <p:cNvPr id="42487" name="Oval 127"/>
            <p:cNvSpPr>
              <a:spLocks noChangeArrowheads="1"/>
            </p:cNvSpPr>
            <p:nvPr/>
          </p:nvSpPr>
          <p:spPr bwMode="auto">
            <a:xfrm>
              <a:off x="4427538" y="3111500"/>
              <a:ext cx="103187" cy="123825"/>
            </a:xfrm>
            <a:prstGeom prst="ellipse">
              <a:avLst/>
            </a:prstGeom>
            <a:solidFill>
              <a:srgbClr val="006000"/>
            </a:solidFill>
            <a:ln w="9525">
              <a:noFill/>
              <a:round/>
              <a:headEnd/>
              <a:tailEnd/>
            </a:ln>
          </p:spPr>
          <p:txBody>
            <a:bodyPr/>
            <a:lstStyle/>
            <a:p>
              <a:pPr algn="ctr" eaLnBrk="0" hangingPunct="0"/>
              <a:endParaRPr lang="nl-BE"/>
            </a:p>
          </p:txBody>
        </p:sp>
        <p:sp>
          <p:nvSpPr>
            <p:cNvPr id="42488" name="Oval 128"/>
            <p:cNvSpPr>
              <a:spLocks noChangeArrowheads="1"/>
            </p:cNvSpPr>
            <p:nvPr/>
          </p:nvSpPr>
          <p:spPr bwMode="auto">
            <a:xfrm>
              <a:off x="4422775" y="3201988"/>
              <a:ext cx="127000" cy="109537"/>
            </a:xfrm>
            <a:prstGeom prst="ellipse">
              <a:avLst/>
            </a:prstGeom>
            <a:solidFill>
              <a:srgbClr val="006000"/>
            </a:solidFill>
            <a:ln w="9525">
              <a:noFill/>
              <a:round/>
              <a:headEnd/>
              <a:tailEnd/>
            </a:ln>
          </p:spPr>
          <p:txBody>
            <a:bodyPr/>
            <a:lstStyle/>
            <a:p>
              <a:pPr algn="ctr" eaLnBrk="0" hangingPunct="0"/>
              <a:endParaRPr lang="nl-BE"/>
            </a:p>
          </p:txBody>
        </p:sp>
        <p:sp>
          <p:nvSpPr>
            <p:cNvPr id="42489" name="Oval 129"/>
            <p:cNvSpPr>
              <a:spLocks noChangeArrowheads="1"/>
            </p:cNvSpPr>
            <p:nvPr/>
          </p:nvSpPr>
          <p:spPr bwMode="auto">
            <a:xfrm>
              <a:off x="4462463" y="3146425"/>
              <a:ext cx="98425" cy="112713"/>
            </a:xfrm>
            <a:prstGeom prst="ellipse">
              <a:avLst/>
            </a:prstGeom>
            <a:solidFill>
              <a:srgbClr val="008000"/>
            </a:solidFill>
            <a:ln w="9525">
              <a:noFill/>
              <a:round/>
              <a:headEnd/>
              <a:tailEnd/>
            </a:ln>
          </p:spPr>
          <p:txBody>
            <a:bodyPr/>
            <a:lstStyle/>
            <a:p>
              <a:pPr algn="ctr" eaLnBrk="0" hangingPunct="0"/>
              <a:endParaRPr lang="nl-BE"/>
            </a:p>
          </p:txBody>
        </p:sp>
        <p:sp>
          <p:nvSpPr>
            <p:cNvPr id="42490" name="Oval 130"/>
            <p:cNvSpPr>
              <a:spLocks noChangeArrowheads="1"/>
            </p:cNvSpPr>
            <p:nvPr/>
          </p:nvSpPr>
          <p:spPr bwMode="auto">
            <a:xfrm>
              <a:off x="4468813" y="3176588"/>
              <a:ext cx="60325" cy="79375"/>
            </a:xfrm>
            <a:prstGeom prst="ellipse">
              <a:avLst/>
            </a:prstGeom>
            <a:solidFill>
              <a:srgbClr val="006000"/>
            </a:solidFill>
            <a:ln w="9525">
              <a:noFill/>
              <a:round/>
              <a:headEnd/>
              <a:tailEnd/>
            </a:ln>
          </p:spPr>
          <p:txBody>
            <a:bodyPr/>
            <a:lstStyle/>
            <a:p>
              <a:pPr algn="ctr" eaLnBrk="0" hangingPunct="0"/>
              <a:endParaRPr lang="nl-BE"/>
            </a:p>
          </p:txBody>
        </p:sp>
        <p:sp>
          <p:nvSpPr>
            <p:cNvPr id="42491" name="Oval 131"/>
            <p:cNvSpPr>
              <a:spLocks noChangeArrowheads="1"/>
            </p:cNvSpPr>
            <p:nvPr/>
          </p:nvSpPr>
          <p:spPr bwMode="auto">
            <a:xfrm>
              <a:off x="4276725" y="3573463"/>
              <a:ext cx="80963" cy="120650"/>
            </a:xfrm>
            <a:prstGeom prst="ellipse">
              <a:avLst/>
            </a:prstGeom>
            <a:solidFill>
              <a:srgbClr val="006000"/>
            </a:solidFill>
            <a:ln w="9525">
              <a:noFill/>
              <a:round/>
              <a:headEnd/>
              <a:tailEnd/>
            </a:ln>
          </p:spPr>
          <p:txBody>
            <a:bodyPr/>
            <a:lstStyle/>
            <a:p>
              <a:pPr algn="ctr" eaLnBrk="0" hangingPunct="0"/>
              <a:endParaRPr lang="nl-BE"/>
            </a:p>
          </p:txBody>
        </p:sp>
        <p:sp>
          <p:nvSpPr>
            <p:cNvPr id="42492" name="Oval 132"/>
            <p:cNvSpPr>
              <a:spLocks noChangeArrowheads="1"/>
            </p:cNvSpPr>
            <p:nvPr/>
          </p:nvSpPr>
          <p:spPr bwMode="auto">
            <a:xfrm>
              <a:off x="4249738" y="3663950"/>
              <a:ext cx="127000" cy="109538"/>
            </a:xfrm>
            <a:prstGeom prst="ellipse">
              <a:avLst/>
            </a:prstGeom>
            <a:solidFill>
              <a:srgbClr val="006000"/>
            </a:solidFill>
            <a:ln w="9525">
              <a:noFill/>
              <a:round/>
              <a:headEnd/>
              <a:tailEnd/>
            </a:ln>
          </p:spPr>
          <p:txBody>
            <a:bodyPr/>
            <a:lstStyle/>
            <a:p>
              <a:pPr algn="ctr" eaLnBrk="0" hangingPunct="0"/>
              <a:endParaRPr lang="nl-BE"/>
            </a:p>
          </p:txBody>
        </p:sp>
        <p:sp>
          <p:nvSpPr>
            <p:cNvPr id="42493" name="Oval 133"/>
            <p:cNvSpPr>
              <a:spLocks noChangeArrowheads="1"/>
            </p:cNvSpPr>
            <p:nvPr/>
          </p:nvSpPr>
          <p:spPr bwMode="auto">
            <a:xfrm>
              <a:off x="4289425" y="3609975"/>
              <a:ext cx="98425" cy="111125"/>
            </a:xfrm>
            <a:prstGeom prst="ellipse">
              <a:avLst/>
            </a:prstGeom>
            <a:solidFill>
              <a:srgbClr val="008000"/>
            </a:solidFill>
            <a:ln w="9525">
              <a:noFill/>
              <a:round/>
              <a:headEnd/>
              <a:tailEnd/>
            </a:ln>
          </p:spPr>
          <p:txBody>
            <a:bodyPr/>
            <a:lstStyle/>
            <a:p>
              <a:pPr algn="ctr" eaLnBrk="0" hangingPunct="0"/>
              <a:endParaRPr lang="nl-BE"/>
            </a:p>
          </p:txBody>
        </p:sp>
        <p:sp>
          <p:nvSpPr>
            <p:cNvPr id="42494" name="Oval 134"/>
            <p:cNvSpPr>
              <a:spLocks noChangeArrowheads="1"/>
            </p:cNvSpPr>
            <p:nvPr/>
          </p:nvSpPr>
          <p:spPr bwMode="auto">
            <a:xfrm>
              <a:off x="4294188" y="3638550"/>
              <a:ext cx="60325" cy="80963"/>
            </a:xfrm>
            <a:prstGeom prst="ellipse">
              <a:avLst/>
            </a:prstGeom>
            <a:solidFill>
              <a:srgbClr val="006000"/>
            </a:solidFill>
            <a:ln w="9525">
              <a:noFill/>
              <a:round/>
              <a:headEnd/>
              <a:tailEnd/>
            </a:ln>
          </p:spPr>
          <p:txBody>
            <a:bodyPr/>
            <a:lstStyle/>
            <a:p>
              <a:pPr algn="ctr" eaLnBrk="0" hangingPunct="0"/>
              <a:endParaRPr lang="nl-BE"/>
            </a:p>
          </p:txBody>
        </p:sp>
        <p:sp>
          <p:nvSpPr>
            <p:cNvPr id="42495" name="Oval 135"/>
            <p:cNvSpPr>
              <a:spLocks noChangeArrowheads="1"/>
            </p:cNvSpPr>
            <p:nvPr/>
          </p:nvSpPr>
          <p:spPr bwMode="auto">
            <a:xfrm>
              <a:off x="4114800" y="3863975"/>
              <a:ext cx="128588" cy="130175"/>
            </a:xfrm>
            <a:prstGeom prst="ellipse">
              <a:avLst/>
            </a:prstGeom>
            <a:solidFill>
              <a:srgbClr val="006000"/>
            </a:solidFill>
            <a:ln w="9525">
              <a:noFill/>
              <a:round/>
              <a:headEnd/>
              <a:tailEnd/>
            </a:ln>
          </p:spPr>
          <p:txBody>
            <a:bodyPr/>
            <a:lstStyle/>
            <a:p>
              <a:pPr algn="ctr" eaLnBrk="0" hangingPunct="0"/>
              <a:endParaRPr lang="nl-BE"/>
            </a:p>
          </p:txBody>
        </p:sp>
        <p:sp>
          <p:nvSpPr>
            <p:cNvPr id="42496" name="Oval 136"/>
            <p:cNvSpPr>
              <a:spLocks noChangeArrowheads="1"/>
            </p:cNvSpPr>
            <p:nvPr/>
          </p:nvSpPr>
          <p:spPr bwMode="auto">
            <a:xfrm>
              <a:off x="4132263" y="3956050"/>
              <a:ext cx="127000" cy="107950"/>
            </a:xfrm>
            <a:prstGeom prst="ellipse">
              <a:avLst/>
            </a:prstGeom>
            <a:solidFill>
              <a:srgbClr val="006000"/>
            </a:solidFill>
            <a:ln w="9525">
              <a:noFill/>
              <a:round/>
              <a:headEnd/>
              <a:tailEnd/>
            </a:ln>
          </p:spPr>
          <p:txBody>
            <a:bodyPr/>
            <a:lstStyle/>
            <a:p>
              <a:pPr algn="ctr" eaLnBrk="0" hangingPunct="0"/>
              <a:endParaRPr lang="nl-BE"/>
            </a:p>
          </p:txBody>
        </p:sp>
        <p:sp>
          <p:nvSpPr>
            <p:cNvPr id="42497" name="Oval 137"/>
            <p:cNvSpPr>
              <a:spLocks noChangeArrowheads="1"/>
            </p:cNvSpPr>
            <p:nvPr/>
          </p:nvSpPr>
          <p:spPr bwMode="auto">
            <a:xfrm>
              <a:off x="4116388" y="3889375"/>
              <a:ext cx="96837" cy="84138"/>
            </a:xfrm>
            <a:prstGeom prst="ellipse">
              <a:avLst/>
            </a:prstGeom>
            <a:solidFill>
              <a:srgbClr val="004000"/>
            </a:solidFill>
            <a:ln w="9525">
              <a:noFill/>
              <a:round/>
              <a:headEnd/>
              <a:tailEnd/>
            </a:ln>
          </p:spPr>
          <p:txBody>
            <a:bodyPr/>
            <a:lstStyle/>
            <a:p>
              <a:pPr algn="ctr" eaLnBrk="0" hangingPunct="0"/>
              <a:endParaRPr lang="nl-BE"/>
            </a:p>
          </p:txBody>
        </p:sp>
        <p:sp>
          <p:nvSpPr>
            <p:cNvPr id="42498" name="Oval 138"/>
            <p:cNvSpPr>
              <a:spLocks noChangeArrowheads="1"/>
            </p:cNvSpPr>
            <p:nvPr/>
          </p:nvSpPr>
          <p:spPr bwMode="auto">
            <a:xfrm>
              <a:off x="4132263" y="3981450"/>
              <a:ext cx="66675" cy="73025"/>
            </a:xfrm>
            <a:prstGeom prst="ellipse">
              <a:avLst/>
            </a:prstGeom>
            <a:solidFill>
              <a:srgbClr val="004000"/>
            </a:solidFill>
            <a:ln w="9525">
              <a:noFill/>
              <a:round/>
              <a:headEnd/>
              <a:tailEnd/>
            </a:ln>
          </p:spPr>
          <p:txBody>
            <a:bodyPr/>
            <a:lstStyle/>
            <a:p>
              <a:pPr algn="ctr" eaLnBrk="0" hangingPunct="0"/>
              <a:endParaRPr lang="nl-BE"/>
            </a:p>
          </p:txBody>
        </p:sp>
        <p:sp>
          <p:nvSpPr>
            <p:cNvPr id="42499" name="Oval 139"/>
            <p:cNvSpPr>
              <a:spLocks noChangeArrowheads="1"/>
            </p:cNvSpPr>
            <p:nvPr/>
          </p:nvSpPr>
          <p:spPr bwMode="auto">
            <a:xfrm>
              <a:off x="4171950" y="3900488"/>
              <a:ext cx="101600" cy="112712"/>
            </a:xfrm>
            <a:prstGeom prst="ellipse">
              <a:avLst/>
            </a:prstGeom>
            <a:solidFill>
              <a:srgbClr val="008000"/>
            </a:solidFill>
            <a:ln w="9525">
              <a:noFill/>
              <a:round/>
              <a:headEnd/>
              <a:tailEnd/>
            </a:ln>
          </p:spPr>
          <p:txBody>
            <a:bodyPr/>
            <a:lstStyle/>
            <a:p>
              <a:pPr algn="ctr" eaLnBrk="0" hangingPunct="0"/>
              <a:endParaRPr lang="nl-BE"/>
            </a:p>
          </p:txBody>
        </p:sp>
        <p:sp>
          <p:nvSpPr>
            <p:cNvPr id="42500" name="Oval 140"/>
            <p:cNvSpPr>
              <a:spLocks noChangeArrowheads="1"/>
            </p:cNvSpPr>
            <p:nvPr/>
          </p:nvSpPr>
          <p:spPr bwMode="auto">
            <a:xfrm>
              <a:off x="4178300" y="3930650"/>
              <a:ext cx="60325" cy="77788"/>
            </a:xfrm>
            <a:prstGeom prst="ellipse">
              <a:avLst/>
            </a:prstGeom>
            <a:solidFill>
              <a:srgbClr val="006000"/>
            </a:solidFill>
            <a:ln w="9525">
              <a:noFill/>
              <a:round/>
              <a:headEnd/>
              <a:tailEnd/>
            </a:ln>
          </p:spPr>
          <p:txBody>
            <a:bodyPr/>
            <a:lstStyle/>
            <a:p>
              <a:pPr algn="ctr" eaLnBrk="0" hangingPunct="0"/>
              <a:endParaRPr lang="nl-BE"/>
            </a:p>
          </p:txBody>
        </p:sp>
        <p:sp>
          <p:nvSpPr>
            <p:cNvPr id="42501" name="Oval 141"/>
            <p:cNvSpPr>
              <a:spLocks noChangeArrowheads="1"/>
            </p:cNvSpPr>
            <p:nvPr/>
          </p:nvSpPr>
          <p:spPr bwMode="auto">
            <a:xfrm>
              <a:off x="4105275" y="3175000"/>
              <a:ext cx="246063" cy="277813"/>
            </a:xfrm>
            <a:prstGeom prst="ellipse">
              <a:avLst/>
            </a:prstGeom>
            <a:solidFill>
              <a:srgbClr val="006000"/>
            </a:solidFill>
            <a:ln w="9525">
              <a:noFill/>
              <a:round/>
              <a:headEnd/>
              <a:tailEnd/>
            </a:ln>
          </p:spPr>
          <p:txBody>
            <a:bodyPr/>
            <a:lstStyle/>
            <a:p>
              <a:pPr algn="ctr" eaLnBrk="0" hangingPunct="0"/>
              <a:endParaRPr lang="nl-BE"/>
            </a:p>
          </p:txBody>
        </p:sp>
        <p:sp>
          <p:nvSpPr>
            <p:cNvPr id="42502" name="Oval 142"/>
            <p:cNvSpPr>
              <a:spLocks noChangeArrowheads="1"/>
            </p:cNvSpPr>
            <p:nvPr/>
          </p:nvSpPr>
          <p:spPr bwMode="auto">
            <a:xfrm>
              <a:off x="3975100" y="3133725"/>
              <a:ext cx="204788" cy="277813"/>
            </a:xfrm>
            <a:prstGeom prst="ellipse">
              <a:avLst/>
            </a:prstGeom>
            <a:solidFill>
              <a:srgbClr val="006000"/>
            </a:solidFill>
            <a:ln w="9525">
              <a:noFill/>
              <a:round/>
              <a:headEnd/>
              <a:tailEnd/>
            </a:ln>
          </p:spPr>
          <p:txBody>
            <a:bodyPr/>
            <a:lstStyle/>
            <a:p>
              <a:pPr algn="ctr" eaLnBrk="0" hangingPunct="0"/>
              <a:endParaRPr lang="nl-BE"/>
            </a:p>
          </p:txBody>
        </p:sp>
        <p:sp>
          <p:nvSpPr>
            <p:cNvPr id="42503" name="Oval 143"/>
            <p:cNvSpPr>
              <a:spLocks noChangeArrowheads="1"/>
            </p:cNvSpPr>
            <p:nvPr/>
          </p:nvSpPr>
          <p:spPr bwMode="auto">
            <a:xfrm>
              <a:off x="4148138" y="3333750"/>
              <a:ext cx="127000" cy="112713"/>
            </a:xfrm>
            <a:prstGeom prst="ellipse">
              <a:avLst/>
            </a:prstGeom>
            <a:solidFill>
              <a:srgbClr val="004000"/>
            </a:solidFill>
            <a:ln w="9525">
              <a:noFill/>
              <a:round/>
              <a:headEnd/>
              <a:tailEnd/>
            </a:ln>
          </p:spPr>
          <p:txBody>
            <a:bodyPr/>
            <a:lstStyle/>
            <a:p>
              <a:pPr algn="ctr" eaLnBrk="0" hangingPunct="0"/>
              <a:endParaRPr lang="nl-BE"/>
            </a:p>
          </p:txBody>
        </p:sp>
        <p:sp>
          <p:nvSpPr>
            <p:cNvPr id="42504" name="Oval 144"/>
            <p:cNvSpPr>
              <a:spLocks noChangeArrowheads="1"/>
            </p:cNvSpPr>
            <p:nvPr/>
          </p:nvSpPr>
          <p:spPr bwMode="auto">
            <a:xfrm>
              <a:off x="3995738" y="3267075"/>
              <a:ext cx="133350" cy="144463"/>
            </a:xfrm>
            <a:prstGeom prst="ellipse">
              <a:avLst/>
            </a:prstGeom>
            <a:solidFill>
              <a:srgbClr val="004000"/>
            </a:solidFill>
            <a:ln w="9525">
              <a:noFill/>
              <a:round/>
              <a:headEnd/>
              <a:tailEnd/>
            </a:ln>
          </p:spPr>
          <p:txBody>
            <a:bodyPr/>
            <a:lstStyle/>
            <a:p>
              <a:pPr algn="ctr" eaLnBrk="0" hangingPunct="0"/>
              <a:endParaRPr lang="nl-BE"/>
            </a:p>
          </p:txBody>
        </p:sp>
        <p:sp>
          <p:nvSpPr>
            <p:cNvPr id="42505" name="Oval 145"/>
            <p:cNvSpPr>
              <a:spLocks noChangeArrowheads="1"/>
            </p:cNvSpPr>
            <p:nvPr/>
          </p:nvSpPr>
          <p:spPr bwMode="auto">
            <a:xfrm>
              <a:off x="4071938" y="3106738"/>
              <a:ext cx="209550" cy="217487"/>
            </a:xfrm>
            <a:prstGeom prst="ellipse">
              <a:avLst/>
            </a:prstGeom>
            <a:solidFill>
              <a:srgbClr val="008000"/>
            </a:solidFill>
            <a:ln w="9525">
              <a:noFill/>
              <a:round/>
              <a:headEnd/>
              <a:tailEnd/>
            </a:ln>
          </p:spPr>
          <p:txBody>
            <a:bodyPr/>
            <a:lstStyle/>
            <a:p>
              <a:pPr algn="ctr" eaLnBrk="0" hangingPunct="0"/>
              <a:endParaRPr lang="nl-BE"/>
            </a:p>
          </p:txBody>
        </p:sp>
        <p:sp>
          <p:nvSpPr>
            <p:cNvPr id="42506" name="Oval 146"/>
            <p:cNvSpPr>
              <a:spLocks noChangeArrowheads="1"/>
            </p:cNvSpPr>
            <p:nvPr/>
          </p:nvSpPr>
          <p:spPr bwMode="auto">
            <a:xfrm>
              <a:off x="4078288" y="3179763"/>
              <a:ext cx="149225" cy="131762"/>
            </a:xfrm>
            <a:prstGeom prst="ellipse">
              <a:avLst/>
            </a:prstGeom>
            <a:solidFill>
              <a:srgbClr val="006000"/>
            </a:solidFill>
            <a:ln w="9525">
              <a:noFill/>
              <a:round/>
              <a:headEnd/>
              <a:tailEnd/>
            </a:ln>
          </p:spPr>
          <p:txBody>
            <a:bodyPr/>
            <a:lstStyle/>
            <a:p>
              <a:pPr algn="ctr" eaLnBrk="0" hangingPunct="0"/>
              <a:endParaRPr lang="nl-BE"/>
            </a:p>
          </p:txBody>
        </p:sp>
        <p:sp>
          <p:nvSpPr>
            <p:cNvPr id="42507" name="Oval 147"/>
            <p:cNvSpPr>
              <a:spLocks noChangeArrowheads="1"/>
            </p:cNvSpPr>
            <p:nvPr/>
          </p:nvSpPr>
          <p:spPr bwMode="auto">
            <a:xfrm>
              <a:off x="4094163" y="3267075"/>
              <a:ext cx="285750" cy="238125"/>
            </a:xfrm>
            <a:prstGeom prst="ellipse">
              <a:avLst/>
            </a:prstGeom>
            <a:solidFill>
              <a:srgbClr val="006000"/>
            </a:solidFill>
            <a:ln w="9525">
              <a:noFill/>
              <a:round/>
              <a:headEnd/>
              <a:tailEnd/>
            </a:ln>
          </p:spPr>
          <p:txBody>
            <a:bodyPr/>
            <a:lstStyle/>
            <a:p>
              <a:pPr algn="ctr" eaLnBrk="0" hangingPunct="0"/>
              <a:endParaRPr lang="nl-BE"/>
            </a:p>
          </p:txBody>
        </p:sp>
        <p:sp>
          <p:nvSpPr>
            <p:cNvPr id="42508" name="Oval 148"/>
            <p:cNvSpPr>
              <a:spLocks noChangeArrowheads="1"/>
            </p:cNvSpPr>
            <p:nvPr/>
          </p:nvSpPr>
          <p:spPr bwMode="auto">
            <a:xfrm>
              <a:off x="4051300" y="3432175"/>
              <a:ext cx="285750" cy="196850"/>
            </a:xfrm>
            <a:prstGeom prst="ellipse">
              <a:avLst/>
            </a:prstGeom>
            <a:solidFill>
              <a:srgbClr val="006000"/>
            </a:solidFill>
            <a:ln w="9525">
              <a:noFill/>
              <a:round/>
              <a:headEnd/>
              <a:tailEnd/>
            </a:ln>
          </p:spPr>
          <p:txBody>
            <a:bodyPr/>
            <a:lstStyle/>
            <a:p>
              <a:pPr algn="ctr" eaLnBrk="0" hangingPunct="0"/>
              <a:endParaRPr lang="nl-BE"/>
            </a:p>
          </p:txBody>
        </p:sp>
        <p:sp>
          <p:nvSpPr>
            <p:cNvPr id="42509" name="Oval 149"/>
            <p:cNvSpPr>
              <a:spLocks noChangeArrowheads="1"/>
            </p:cNvSpPr>
            <p:nvPr/>
          </p:nvSpPr>
          <p:spPr bwMode="auto">
            <a:xfrm>
              <a:off x="4151313" y="3357563"/>
              <a:ext cx="228600" cy="119062"/>
            </a:xfrm>
            <a:prstGeom prst="ellipse">
              <a:avLst/>
            </a:prstGeom>
            <a:solidFill>
              <a:srgbClr val="004000"/>
            </a:solidFill>
            <a:ln w="9525">
              <a:noFill/>
              <a:round/>
              <a:headEnd/>
              <a:tailEnd/>
            </a:ln>
          </p:spPr>
          <p:txBody>
            <a:bodyPr/>
            <a:lstStyle/>
            <a:p>
              <a:pPr algn="ctr" eaLnBrk="0" hangingPunct="0"/>
              <a:endParaRPr lang="nl-BE"/>
            </a:p>
          </p:txBody>
        </p:sp>
        <p:sp>
          <p:nvSpPr>
            <p:cNvPr id="42510" name="Oval 150"/>
            <p:cNvSpPr>
              <a:spLocks noChangeArrowheads="1"/>
            </p:cNvSpPr>
            <p:nvPr/>
          </p:nvSpPr>
          <p:spPr bwMode="auto">
            <a:xfrm>
              <a:off x="4024313" y="3330575"/>
              <a:ext cx="223837" cy="206375"/>
            </a:xfrm>
            <a:prstGeom prst="ellipse">
              <a:avLst/>
            </a:prstGeom>
            <a:solidFill>
              <a:srgbClr val="008000"/>
            </a:solidFill>
            <a:ln w="9525">
              <a:noFill/>
              <a:round/>
              <a:headEnd/>
              <a:tailEnd/>
            </a:ln>
          </p:spPr>
          <p:txBody>
            <a:bodyPr/>
            <a:lstStyle/>
            <a:p>
              <a:pPr algn="ctr" eaLnBrk="0" hangingPunct="0"/>
              <a:endParaRPr lang="nl-BE"/>
            </a:p>
          </p:txBody>
        </p:sp>
        <p:sp>
          <p:nvSpPr>
            <p:cNvPr id="42511" name="Oval 151"/>
            <p:cNvSpPr>
              <a:spLocks noChangeArrowheads="1"/>
            </p:cNvSpPr>
            <p:nvPr/>
          </p:nvSpPr>
          <p:spPr bwMode="auto">
            <a:xfrm>
              <a:off x="4100513" y="3386138"/>
              <a:ext cx="134937" cy="144462"/>
            </a:xfrm>
            <a:prstGeom prst="ellipse">
              <a:avLst/>
            </a:prstGeom>
            <a:solidFill>
              <a:srgbClr val="006000"/>
            </a:solidFill>
            <a:ln w="9525">
              <a:noFill/>
              <a:round/>
              <a:headEnd/>
              <a:tailEnd/>
            </a:ln>
          </p:spPr>
          <p:txBody>
            <a:bodyPr/>
            <a:lstStyle/>
            <a:p>
              <a:pPr algn="ctr" eaLnBrk="0" hangingPunct="0"/>
              <a:endParaRPr lang="nl-BE"/>
            </a:p>
          </p:txBody>
        </p:sp>
        <p:sp>
          <p:nvSpPr>
            <p:cNvPr id="42512" name="Oval 152"/>
            <p:cNvSpPr>
              <a:spLocks noChangeArrowheads="1"/>
            </p:cNvSpPr>
            <p:nvPr/>
          </p:nvSpPr>
          <p:spPr bwMode="auto">
            <a:xfrm>
              <a:off x="4411663" y="3187700"/>
              <a:ext cx="434975" cy="269875"/>
            </a:xfrm>
            <a:prstGeom prst="ellipse">
              <a:avLst/>
            </a:prstGeom>
            <a:solidFill>
              <a:srgbClr val="006000"/>
            </a:solidFill>
            <a:ln w="9525">
              <a:noFill/>
              <a:round/>
              <a:headEnd/>
              <a:tailEnd/>
            </a:ln>
          </p:spPr>
          <p:txBody>
            <a:bodyPr/>
            <a:lstStyle/>
            <a:p>
              <a:pPr algn="ctr" eaLnBrk="0" hangingPunct="0"/>
              <a:endParaRPr lang="nl-BE"/>
            </a:p>
          </p:txBody>
        </p:sp>
        <p:sp>
          <p:nvSpPr>
            <p:cNvPr id="42513" name="Oval 153"/>
            <p:cNvSpPr>
              <a:spLocks noChangeArrowheads="1"/>
            </p:cNvSpPr>
            <p:nvPr/>
          </p:nvSpPr>
          <p:spPr bwMode="auto">
            <a:xfrm>
              <a:off x="4181475" y="3148013"/>
              <a:ext cx="361950" cy="271462"/>
            </a:xfrm>
            <a:prstGeom prst="ellipse">
              <a:avLst/>
            </a:prstGeom>
            <a:solidFill>
              <a:srgbClr val="006000"/>
            </a:solidFill>
            <a:ln w="9525">
              <a:noFill/>
              <a:round/>
              <a:headEnd/>
              <a:tailEnd/>
            </a:ln>
          </p:spPr>
          <p:txBody>
            <a:bodyPr/>
            <a:lstStyle/>
            <a:p>
              <a:pPr algn="ctr" eaLnBrk="0" hangingPunct="0"/>
              <a:endParaRPr lang="nl-BE"/>
            </a:p>
          </p:txBody>
        </p:sp>
        <p:sp>
          <p:nvSpPr>
            <p:cNvPr id="42514" name="Oval 154"/>
            <p:cNvSpPr>
              <a:spLocks noChangeArrowheads="1"/>
            </p:cNvSpPr>
            <p:nvPr/>
          </p:nvSpPr>
          <p:spPr bwMode="auto">
            <a:xfrm>
              <a:off x="4486275" y="3341688"/>
              <a:ext cx="225425" cy="109537"/>
            </a:xfrm>
            <a:prstGeom prst="ellipse">
              <a:avLst/>
            </a:prstGeom>
            <a:solidFill>
              <a:srgbClr val="004000"/>
            </a:solidFill>
            <a:ln w="9525">
              <a:noFill/>
              <a:round/>
              <a:headEnd/>
              <a:tailEnd/>
            </a:ln>
          </p:spPr>
          <p:txBody>
            <a:bodyPr/>
            <a:lstStyle/>
            <a:p>
              <a:pPr algn="ctr" eaLnBrk="0" hangingPunct="0"/>
              <a:endParaRPr lang="nl-BE"/>
            </a:p>
          </p:txBody>
        </p:sp>
        <p:sp>
          <p:nvSpPr>
            <p:cNvPr id="42515" name="Oval 155"/>
            <p:cNvSpPr>
              <a:spLocks noChangeArrowheads="1"/>
            </p:cNvSpPr>
            <p:nvPr/>
          </p:nvSpPr>
          <p:spPr bwMode="auto">
            <a:xfrm>
              <a:off x="4221163" y="3276600"/>
              <a:ext cx="234950" cy="142875"/>
            </a:xfrm>
            <a:prstGeom prst="ellipse">
              <a:avLst/>
            </a:prstGeom>
            <a:solidFill>
              <a:srgbClr val="004000"/>
            </a:solidFill>
            <a:ln w="9525">
              <a:noFill/>
              <a:round/>
              <a:headEnd/>
              <a:tailEnd/>
            </a:ln>
          </p:spPr>
          <p:txBody>
            <a:bodyPr/>
            <a:lstStyle/>
            <a:p>
              <a:pPr algn="ctr" eaLnBrk="0" hangingPunct="0"/>
              <a:endParaRPr lang="nl-BE"/>
            </a:p>
          </p:txBody>
        </p:sp>
        <p:sp>
          <p:nvSpPr>
            <p:cNvPr id="42516" name="Oval 156"/>
            <p:cNvSpPr>
              <a:spLocks noChangeArrowheads="1"/>
            </p:cNvSpPr>
            <p:nvPr/>
          </p:nvSpPr>
          <p:spPr bwMode="auto">
            <a:xfrm>
              <a:off x="4351338" y="3122613"/>
              <a:ext cx="373062" cy="211137"/>
            </a:xfrm>
            <a:prstGeom prst="ellipse">
              <a:avLst/>
            </a:prstGeom>
            <a:solidFill>
              <a:srgbClr val="008000"/>
            </a:solidFill>
            <a:ln w="9525">
              <a:noFill/>
              <a:round/>
              <a:headEnd/>
              <a:tailEnd/>
            </a:ln>
          </p:spPr>
          <p:txBody>
            <a:bodyPr/>
            <a:lstStyle/>
            <a:p>
              <a:pPr algn="ctr" eaLnBrk="0" hangingPunct="0"/>
              <a:endParaRPr lang="nl-BE"/>
            </a:p>
          </p:txBody>
        </p:sp>
        <p:sp>
          <p:nvSpPr>
            <p:cNvPr id="42517" name="Oval 157"/>
            <p:cNvSpPr>
              <a:spLocks noChangeArrowheads="1"/>
            </p:cNvSpPr>
            <p:nvPr/>
          </p:nvSpPr>
          <p:spPr bwMode="auto">
            <a:xfrm>
              <a:off x="4364038" y="3194050"/>
              <a:ext cx="266700" cy="127000"/>
            </a:xfrm>
            <a:prstGeom prst="ellipse">
              <a:avLst/>
            </a:prstGeom>
            <a:solidFill>
              <a:srgbClr val="006000"/>
            </a:solidFill>
            <a:ln w="9525">
              <a:noFill/>
              <a:round/>
              <a:headEnd/>
              <a:tailEnd/>
            </a:ln>
          </p:spPr>
          <p:txBody>
            <a:bodyPr/>
            <a:lstStyle/>
            <a:p>
              <a:pPr algn="ctr" eaLnBrk="0" hangingPunct="0"/>
              <a:endParaRPr lang="nl-BE"/>
            </a:p>
          </p:txBody>
        </p:sp>
        <p:sp>
          <p:nvSpPr>
            <p:cNvPr id="42518" name="Oval 158"/>
            <p:cNvSpPr>
              <a:spLocks noChangeArrowheads="1"/>
            </p:cNvSpPr>
            <p:nvPr/>
          </p:nvSpPr>
          <p:spPr bwMode="auto">
            <a:xfrm>
              <a:off x="4391025" y="3276600"/>
              <a:ext cx="508000" cy="233363"/>
            </a:xfrm>
            <a:prstGeom prst="ellipse">
              <a:avLst/>
            </a:prstGeom>
            <a:solidFill>
              <a:srgbClr val="006000"/>
            </a:solidFill>
            <a:ln w="9525">
              <a:noFill/>
              <a:round/>
              <a:headEnd/>
              <a:tailEnd/>
            </a:ln>
          </p:spPr>
          <p:txBody>
            <a:bodyPr/>
            <a:lstStyle/>
            <a:p>
              <a:pPr algn="ctr" eaLnBrk="0" hangingPunct="0"/>
              <a:endParaRPr lang="nl-BE"/>
            </a:p>
          </p:txBody>
        </p:sp>
        <p:sp>
          <p:nvSpPr>
            <p:cNvPr id="42519" name="Oval 159"/>
            <p:cNvSpPr>
              <a:spLocks noChangeArrowheads="1"/>
            </p:cNvSpPr>
            <p:nvPr/>
          </p:nvSpPr>
          <p:spPr bwMode="auto">
            <a:xfrm>
              <a:off x="4318000" y="3438525"/>
              <a:ext cx="508000" cy="190500"/>
            </a:xfrm>
            <a:prstGeom prst="ellipse">
              <a:avLst/>
            </a:prstGeom>
            <a:solidFill>
              <a:srgbClr val="006000"/>
            </a:solidFill>
            <a:ln w="9525">
              <a:noFill/>
              <a:round/>
              <a:headEnd/>
              <a:tailEnd/>
            </a:ln>
          </p:spPr>
          <p:txBody>
            <a:bodyPr/>
            <a:lstStyle/>
            <a:p>
              <a:pPr algn="ctr" eaLnBrk="0" hangingPunct="0"/>
              <a:endParaRPr lang="nl-BE"/>
            </a:p>
          </p:txBody>
        </p:sp>
        <p:sp>
          <p:nvSpPr>
            <p:cNvPr id="42520" name="Oval 160"/>
            <p:cNvSpPr>
              <a:spLocks noChangeArrowheads="1"/>
            </p:cNvSpPr>
            <p:nvPr/>
          </p:nvSpPr>
          <p:spPr bwMode="auto">
            <a:xfrm>
              <a:off x="4492625" y="3365500"/>
              <a:ext cx="407988" cy="115888"/>
            </a:xfrm>
            <a:prstGeom prst="ellipse">
              <a:avLst/>
            </a:prstGeom>
            <a:solidFill>
              <a:srgbClr val="004000"/>
            </a:solidFill>
            <a:ln w="9525">
              <a:noFill/>
              <a:round/>
              <a:headEnd/>
              <a:tailEnd/>
            </a:ln>
          </p:spPr>
          <p:txBody>
            <a:bodyPr/>
            <a:lstStyle/>
            <a:p>
              <a:pPr algn="ctr" eaLnBrk="0" hangingPunct="0"/>
              <a:endParaRPr lang="nl-BE"/>
            </a:p>
          </p:txBody>
        </p:sp>
        <p:sp>
          <p:nvSpPr>
            <p:cNvPr id="42521" name="Oval 161"/>
            <p:cNvSpPr>
              <a:spLocks noChangeArrowheads="1"/>
            </p:cNvSpPr>
            <p:nvPr/>
          </p:nvSpPr>
          <p:spPr bwMode="auto">
            <a:xfrm>
              <a:off x="4267200" y="3340100"/>
              <a:ext cx="400050" cy="198438"/>
            </a:xfrm>
            <a:prstGeom prst="ellipse">
              <a:avLst/>
            </a:prstGeom>
            <a:solidFill>
              <a:srgbClr val="008000"/>
            </a:solidFill>
            <a:ln w="9525">
              <a:noFill/>
              <a:round/>
              <a:headEnd/>
              <a:tailEnd/>
            </a:ln>
          </p:spPr>
          <p:txBody>
            <a:bodyPr/>
            <a:lstStyle/>
            <a:p>
              <a:pPr algn="ctr" eaLnBrk="0" hangingPunct="0"/>
              <a:endParaRPr lang="nl-BE"/>
            </a:p>
          </p:txBody>
        </p:sp>
        <p:sp>
          <p:nvSpPr>
            <p:cNvPr id="42522" name="Oval 162"/>
            <p:cNvSpPr>
              <a:spLocks noChangeArrowheads="1"/>
            </p:cNvSpPr>
            <p:nvPr/>
          </p:nvSpPr>
          <p:spPr bwMode="auto">
            <a:xfrm>
              <a:off x="4402138" y="3394075"/>
              <a:ext cx="239712" cy="139700"/>
            </a:xfrm>
            <a:prstGeom prst="ellipse">
              <a:avLst/>
            </a:prstGeom>
            <a:solidFill>
              <a:srgbClr val="006000"/>
            </a:solidFill>
            <a:ln w="9525">
              <a:noFill/>
              <a:round/>
              <a:headEnd/>
              <a:tailEnd/>
            </a:ln>
          </p:spPr>
          <p:txBody>
            <a:bodyPr/>
            <a:lstStyle/>
            <a:p>
              <a:pPr algn="ctr" eaLnBrk="0" hangingPunct="0"/>
              <a:endParaRPr lang="nl-BE"/>
            </a:p>
          </p:txBody>
        </p:sp>
        <p:sp>
          <p:nvSpPr>
            <p:cNvPr id="42523" name="Freeform 163"/>
            <p:cNvSpPr>
              <a:spLocks/>
            </p:cNvSpPr>
            <p:nvPr/>
          </p:nvSpPr>
          <p:spPr bwMode="auto">
            <a:xfrm rot="-142965">
              <a:off x="3025775" y="4129088"/>
              <a:ext cx="234950" cy="123825"/>
            </a:xfrm>
            <a:custGeom>
              <a:avLst/>
              <a:gdLst>
                <a:gd name="T0" fmla="*/ 0 w 291"/>
                <a:gd name="T1" fmla="*/ 0 h 219"/>
                <a:gd name="T2" fmla="*/ 2147483647 w 291"/>
                <a:gd name="T3" fmla="*/ 0 h 219"/>
                <a:gd name="T4" fmla="*/ 2147483647 w 291"/>
                <a:gd name="T5" fmla="*/ 2147483647 h 219"/>
                <a:gd name="T6" fmla="*/ 0 w 291"/>
                <a:gd name="T7" fmla="*/ 2147483647 h 219"/>
                <a:gd name="T8" fmla="*/ 0 w 291"/>
                <a:gd name="T9" fmla="*/ 0 h 219"/>
                <a:gd name="T10" fmla="*/ 0 60000 65536"/>
                <a:gd name="T11" fmla="*/ 0 60000 65536"/>
                <a:gd name="T12" fmla="*/ 0 60000 65536"/>
                <a:gd name="T13" fmla="*/ 0 60000 65536"/>
                <a:gd name="T14" fmla="*/ 0 60000 65536"/>
                <a:gd name="T15" fmla="*/ 0 w 291"/>
                <a:gd name="T16" fmla="*/ 0 h 219"/>
                <a:gd name="T17" fmla="*/ 291 w 291"/>
                <a:gd name="T18" fmla="*/ 219 h 219"/>
              </a:gdLst>
              <a:ahLst/>
              <a:cxnLst>
                <a:cxn ang="T10">
                  <a:pos x="T0" y="T1"/>
                </a:cxn>
                <a:cxn ang="T11">
                  <a:pos x="T2" y="T3"/>
                </a:cxn>
                <a:cxn ang="T12">
                  <a:pos x="T4" y="T5"/>
                </a:cxn>
                <a:cxn ang="T13">
                  <a:pos x="T6" y="T7"/>
                </a:cxn>
                <a:cxn ang="T14">
                  <a:pos x="T8" y="T9"/>
                </a:cxn>
              </a:cxnLst>
              <a:rect l="T15" t="T16" r="T17" b="T18"/>
              <a:pathLst>
                <a:path w="291" h="219">
                  <a:moveTo>
                    <a:pt x="0" y="0"/>
                  </a:moveTo>
                  <a:lnTo>
                    <a:pt x="291" y="0"/>
                  </a:lnTo>
                  <a:lnTo>
                    <a:pt x="291" y="219"/>
                  </a:lnTo>
                  <a:lnTo>
                    <a:pt x="0" y="211"/>
                  </a:lnTo>
                  <a:lnTo>
                    <a:pt x="0" y="0"/>
                  </a:lnTo>
                  <a:close/>
                </a:path>
              </a:pathLst>
            </a:custGeom>
            <a:solidFill>
              <a:srgbClr val="808000"/>
            </a:solidFill>
            <a:ln w="6350">
              <a:solidFill>
                <a:srgbClr val="000000"/>
              </a:solidFill>
              <a:prstDash val="solid"/>
              <a:round/>
              <a:headEnd/>
              <a:tailEnd/>
            </a:ln>
          </p:spPr>
          <p:txBody>
            <a:bodyPr/>
            <a:lstStyle/>
            <a:p>
              <a:endParaRPr lang="nl-BE"/>
            </a:p>
          </p:txBody>
        </p:sp>
        <p:sp>
          <p:nvSpPr>
            <p:cNvPr id="42524" name="Freeform 164"/>
            <p:cNvSpPr>
              <a:spLocks/>
            </p:cNvSpPr>
            <p:nvPr/>
          </p:nvSpPr>
          <p:spPr bwMode="auto">
            <a:xfrm rot="-142965">
              <a:off x="3194050" y="4160838"/>
              <a:ext cx="28575" cy="50800"/>
            </a:xfrm>
            <a:custGeom>
              <a:avLst/>
              <a:gdLst>
                <a:gd name="T0" fmla="*/ 2147483647 w 35"/>
                <a:gd name="T1" fmla="*/ 0 h 90"/>
                <a:gd name="T2" fmla="*/ 2147483647 w 35"/>
                <a:gd name="T3" fmla="*/ 0 h 90"/>
                <a:gd name="T4" fmla="*/ 2147483647 w 35"/>
                <a:gd name="T5" fmla="*/ 2147483647 h 90"/>
                <a:gd name="T6" fmla="*/ 2147483647 w 35"/>
                <a:gd name="T7" fmla="*/ 2147483647 h 90"/>
                <a:gd name="T8" fmla="*/ 2147483647 w 35"/>
                <a:gd name="T9" fmla="*/ 2147483647 h 90"/>
                <a:gd name="T10" fmla="*/ 2147483647 w 35"/>
                <a:gd name="T11" fmla="*/ 2147483647 h 90"/>
                <a:gd name="T12" fmla="*/ 2147483647 w 35"/>
                <a:gd name="T13" fmla="*/ 2147483647 h 90"/>
                <a:gd name="T14" fmla="*/ 2147483647 w 35"/>
                <a:gd name="T15" fmla="*/ 2147483647 h 90"/>
                <a:gd name="T16" fmla="*/ 2147483647 w 35"/>
                <a:gd name="T17" fmla="*/ 2147483647 h 90"/>
                <a:gd name="T18" fmla="*/ 0 w 35"/>
                <a:gd name="T19" fmla="*/ 2147483647 h 90"/>
                <a:gd name="T20" fmla="*/ 0 w 35"/>
                <a:gd name="T21" fmla="*/ 2147483647 h 90"/>
                <a:gd name="T22" fmla="*/ 2147483647 w 35"/>
                <a:gd name="T23" fmla="*/ 2147483647 h 90"/>
                <a:gd name="T24" fmla="*/ 2147483647 w 35"/>
                <a:gd name="T25" fmla="*/ 2147483647 h 90"/>
                <a:gd name="T26" fmla="*/ 2147483647 w 35"/>
                <a:gd name="T27" fmla="*/ 2147483647 h 90"/>
                <a:gd name="T28" fmla="*/ 2147483647 w 35"/>
                <a:gd name="T29" fmla="*/ 2147483647 h 90"/>
                <a:gd name="T30" fmla="*/ 2147483647 w 35"/>
                <a:gd name="T31" fmla="*/ 2147483647 h 90"/>
                <a:gd name="T32" fmla="*/ 2147483647 w 35"/>
                <a:gd name="T33" fmla="*/ 2147483647 h 90"/>
                <a:gd name="T34" fmla="*/ 2147483647 w 35"/>
                <a:gd name="T35" fmla="*/ 2147483647 h 90"/>
                <a:gd name="T36" fmla="*/ 2147483647 w 35"/>
                <a:gd name="T37" fmla="*/ 2147483647 h 90"/>
                <a:gd name="T38" fmla="*/ 2147483647 w 35"/>
                <a:gd name="T39" fmla="*/ 2147483647 h 90"/>
                <a:gd name="T40" fmla="*/ 2147483647 w 35"/>
                <a:gd name="T41" fmla="*/ 2147483647 h 90"/>
                <a:gd name="T42" fmla="*/ 0 w 35"/>
                <a:gd name="T43" fmla="*/ 2147483647 h 90"/>
                <a:gd name="T44" fmla="*/ 0 w 35"/>
                <a:gd name="T45" fmla="*/ 2147483647 h 90"/>
                <a:gd name="T46" fmla="*/ 2147483647 w 35"/>
                <a:gd name="T47" fmla="*/ 0 h 9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35"/>
                <a:gd name="T73" fmla="*/ 0 h 90"/>
                <a:gd name="T74" fmla="*/ 35 w 35"/>
                <a:gd name="T75" fmla="*/ 90 h 9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35" h="90">
                  <a:moveTo>
                    <a:pt x="9" y="0"/>
                  </a:moveTo>
                  <a:lnTo>
                    <a:pt x="26" y="0"/>
                  </a:lnTo>
                  <a:lnTo>
                    <a:pt x="35" y="12"/>
                  </a:lnTo>
                  <a:lnTo>
                    <a:pt x="35" y="34"/>
                  </a:lnTo>
                  <a:lnTo>
                    <a:pt x="28" y="45"/>
                  </a:lnTo>
                  <a:lnTo>
                    <a:pt x="35" y="55"/>
                  </a:lnTo>
                  <a:lnTo>
                    <a:pt x="35" y="78"/>
                  </a:lnTo>
                  <a:lnTo>
                    <a:pt x="26" y="90"/>
                  </a:lnTo>
                  <a:lnTo>
                    <a:pt x="9" y="90"/>
                  </a:lnTo>
                  <a:lnTo>
                    <a:pt x="0" y="78"/>
                  </a:lnTo>
                  <a:lnTo>
                    <a:pt x="0" y="67"/>
                  </a:lnTo>
                  <a:lnTo>
                    <a:pt x="12" y="67"/>
                  </a:lnTo>
                  <a:lnTo>
                    <a:pt x="12" y="73"/>
                  </a:lnTo>
                  <a:lnTo>
                    <a:pt x="22" y="73"/>
                  </a:lnTo>
                  <a:lnTo>
                    <a:pt x="22" y="55"/>
                  </a:lnTo>
                  <a:lnTo>
                    <a:pt x="12" y="55"/>
                  </a:lnTo>
                  <a:lnTo>
                    <a:pt x="12" y="34"/>
                  </a:lnTo>
                  <a:lnTo>
                    <a:pt x="22" y="34"/>
                  </a:lnTo>
                  <a:lnTo>
                    <a:pt x="22" y="16"/>
                  </a:lnTo>
                  <a:lnTo>
                    <a:pt x="12" y="16"/>
                  </a:lnTo>
                  <a:lnTo>
                    <a:pt x="12" y="22"/>
                  </a:lnTo>
                  <a:lnTo>
                    <a:pt x="0" y="22"/>
                  </a:lnTo>
                  <a:lnTo>
                    <a:pt x="0" y="12"/>
                  </a:lnTo>
                  <a:lnTo>
                    <a:pt x="9" y="0"/>
                  </a:lnTo>
                  <a:close/>
                </a:path>
              </a:pathLst>
            </a:custGeom>
            <a:solidFill>
              <a:srgbClr val="000040"/>
            </a:solidFill>
            <a:ln w="9525">
              <a:noFill/>
              <a:round/>
              <a:headEnd/>
              <a:tailEnd/>
            </a:ln>
          </p:spPr>
          <p:txBody>
            <a:bodyPr/>
            <a:lstStyle/>
            <a:p>
              <a:endParaRPr lang="nl-BE"/>
            </a:p>
          </p:txBody>
        </p:sp>
        <p:sp>
          <p:nvSpPr>
            <p:cNvPr id="42525" name="Freeform 165"/>
            <p:cNvSpPr>
              <a:spLocks/>
            </p:cNvSpPr>
            <p:nvPr/>
          </p:nvSpPr>
          <p:spPr bwMode="auto">
            <a:xfrm rot="-142965">
              <a:off x="3159125" y="4162425"/>
              <a:ext cx="28575" cy="50800"/>
            </a:xfrm>
            <a:custGeom>
              <a:avLst/>
              <a:gdLst>
                <a:gd name="T0" fmla="*/ 0 w 36"/>
                <a:gd name="T1" fmla="*/ 0 h 91"/>
                <a:gd name="T2" fmla="*/ 2147483647 w 36"/>
                <a:gd name="T3" fmla="*/ 0 h 91"/>
                <a:gd name="T4" fmla="*/ 2147483647 w 36"/>
                <a:gd name="T5" fmla="*/ 2147483647 h 91"/>
                <a:gd name="T6" fmla="*/ 2147483647 w 36"/>
                <a:gd name="T7" fmla="*/ 2147483647 h 91"/>
                <a:gd name="T8" fmla="*/ 2147483647 w 36"/>
                <a:gd name="T9" fmla="*/ 2147483647 h 91"/>
                <a:gd name="T10" fmla="*/ 2147483647 w 36"/>
                <a:gd name="T11" fmla="*/ 2147483647 h 91"/>
                <a:gd name="T12" fmla="*/ 2147483647 w 36"/>
                <a:gd name="T13" fmla="*/ 2147483647 h 91"/>
                <a:gd name="T14" fmla="*/ 2147483647 w 36"/>
                <a:gd name="T15" fmla="*/ 2147483647 h 91"/>
                <a:gd name="T16" fmla="*/ 2147483647 w 36"/>
                <a:gd name="T17" fmla="*/ 2147483647 h 91"/>
                <a:gd name="T18" fmla="*/ 2147483647 w 36"/>
                <a:gd name="T19" fmla="*/ 2147483647 h 91"/>
                <a:gd name="T20" fmla="*/ 0 w 36"/>
                <a:gd name="T21" fmla="*/ 2147483647 h 91"/>
                <a:gd name="T22" fmla="*/ 0 w 36"/>
                <a:gd name="T23" fmla="*/ 2147483647 h 91"/>
                <a:gd name="T24" fmla="*/ 2147483647 w 36"/>
                <a:gd name="T25" fmla="*/ 2147483647 h 91"/>
                <a:gd name="T26" fmla="*/ 2147483647 w 36"/>
                <a:gd name="T27" fmla="*/ 2147483647 h 91"/>
                <a:gd name="T28" fmla="*/ 2147483647 w 36"/>
                <a:gd name="T29" fmla="*/ 2147483647 h 91"/>
                <a:gd name="T30" fmla="*/ 2147483647 w 36"/>
                <a:gd name="T31" fmla="*/ 2147483647 h 91"/>
                <a:gd name="T32" fmla="*/ 2147483647 w 36"/>
                <a:gd name="T33" fmla="*/ 2147483647 h 91"/>
                <a:gd name="T34" fmla="*/ 0 w 36"/>
                <a:gd name="T35" fmla="*/ 2147483647 h 91"/>
                <a:gd name="T36" fmla="*/ 0 w 36"/>
                <a:gd name="T37" fmla="*/ 0 h 9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6"/>
                <a:gd name="T58" fmla="*/ 0 h 91"/>
                <a:gd name="T59" fmla="*/ 36 w 36"/>
                <a:gd name="T60" fmla="*/ 91 h 9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6" h="91">
                  <a:moveTo>
                    <a:pt x="0" y="0"/>
                  </a:moveTo>
                  <a:lnTo>
                    <a:pt x="34" y="0"/>
                  </a:lnTo>
                  <a:lnTo>
                    <a:pt x="34" y="19"/>
                  </a:lnTo>
                  <a:lnTo>
                    <a:pt x="13" y="19"/>
                  </a:lnTo>
                  <a:lnTo>
                    <a:pt x="13" y="30"/>
                  </a:lnTo>
                  <a:lnTo>
                    <a:pt x="26" y="30"/>
                  </a:lnTo>
                  <a:lnTo>
                    <a:pt x="36" y="45"/>
                  </a:lnTo>
                  <a:lnTo>
                    <a:pt x="36" y="76"/>
                  </a:lnTo>
                  <a:lnTo>
                    <a:pt x="26" y="91"/>
                  </a:lnTo>
                  <a:lnTo>
                    <a:pt x="9" y="91"/>
                  </a:lnTo>
                  <a:lnTo>
                    <a:pt x="0" y="76"/>
                  </a:lnTo>
                  <a:lnTo>
                    <a:pt x="0" y="63"/>
                  </a:lnTo>
                  <a:lnTo>
                    <a:pt x="13" y="63"/>
                  </a:lnTo>
                  <a:lnTo>
                    <a:pt x="13" y="73"/>
                  </a:lnTo>
                  <a:lnTo>
                    <a:pt x="23" y="73"/>
                  </a:lnTo>
                  <a:lnTo>
                    <a:pt x="23" y="48"/>
                  </a:lnTo>
                  <a:lnTo>
                    <a:pt x="9" y="48"/>
                  </a:lnTo>
                  <a:lnTo>
                    <a:pt x="0" y="33"/>
                  </a:lnTo>
                  <a:lnTo>
                    <a:pt x="0" y="0"/>
                  </a:lnTo>
                  <a:close/>
                </a:path>
              </a:pathLst>
            </a:custGeom>
            <a:solidFill>
              <a:srgbClr val="000040"/>
            </a:solidFill>
            <a:ln w="9525">
              <a:noFill/>
              <a:round/>
              <a:headEnd/>
              <a:tailEnd/>
            </a:ln>
          </p:spPr>
          <p:txBody>
            <a:bodyPr/>
            <a:lstStyle/>
            <a:p>
              <a:endParaRPr lang="nl-BE"/>
            </a:p>
          </p:txBody>
        </p:sp>
        <p:sp>
          <p:nvSpPr>
            <p:cNvPr id="42526" name="Freeform 166"/>
            <p:cNvSpPr>
              <a:spLocks/>
            </p:cNvSpPr>
            <p:nvPr/>
          </p:nvSpPr>
          <p:spPr bwMode="auto">
            <a:xfrm rot="-142965">
              <a:off x="3062288" y="4165600"/>
              <a:ext cx="34925" cy="50800"/>
            </a:xfrm>
            <a:custGeom>
              <a:avLst/>
              <a:gdLst>
                <a:gd name="T0" fmla="*/ 2147483647 w 41"/>
                <a:gd name="T1" fmla="*/ 0 h 90"/>
                <a:gd name="T2" fmla="*/ 2147483647 w 41"/>
                <a:gd name="T3" fmla="*/ 0 h 90"/>
                <a:gd name="T4" fmla="*/ 2147483647 w 41"/>
                <a:gd name="T5" fmla="*/ 2147483647 h 90"/>
                <a:gd name="T6" fmla="*/ 2147483647 w 41"/>
                <a:gd name="T7" fmla="*/ 2147483647 h 90"/>
                <a:gd name="T8" fmla="*/ 2147483647 w 41"/>
                <a:gd name="T9" fmla="*/ 2147483647 h 90"/>
                <a:gd name="T10" fmla="*/ 2147483647 w 41"/>
                <a:gd name="T11" fmla="*/ 2147483647 h 90"/>
                <a:gd name="T12" fmla="*/ 2147483647 w 41"/>
                <a:gd name="T13" fmla="*/ 2147483647 h 90"/>
                <a:gd name="T14" fmla="*/ 2147483647 w 41"/>
                <a:gd name="T15" fmla="*/ 2147483647 h 90"/>
                <a:gd name="T16" fmla="*/ 2147483647 w 41"/>
                <a:gd name="T17" fmla="*/ 2147483647 h 90"/>
                <a:gd name="T18" fmla="*/ 2147483647 w 41"/>
                <a:gd name="T19" fmla="*/ 2147483647 h 90"/>
                <a:gd name="T20" fmla="*/ 2147483647 w 41"/>
                <a:gd name="T21" fmla="*/ 2147483647 h 90"/>
                <a:gd name="T22" fmla="*/ 2147483647 w 41"/>
                <a:gd name="T23" fmla="*/ 2147483647 h 90"/>
                <a:gd name="T24" fmla="*/ 0 w 41"/>
                <a:gd name="T25" fmla="*/ 2147483647 h 90"/>
                <a:gd name="T26" fmla="*/ 2147483647 w 41"/>
                <a:gd name="T27" fmla="*/ 0 h 9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1"/>
                <a:gd name="T43" fmla="*/ 0 h 90"/>
                <a:gd name="T44" fmla="*/ 41 w 41"/>
                <a:gd name="T45" fmla="*/ 90 h 9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1" h="90">
                  <a:moveTo>
                    <a:pt x="10" y="0"/>
                  </a:moveTo>
                  <a:lnTo>
                    <a:pt x="30" y="0"/>
                  </a:lnTo>
                  <a:lnTo>
                    <a:pt x="41" y="90"/>
                  </a:lnTo>
                  <a:lnTo>
                    <a:pt x="27" y="90"/>
                  </a:lnTo>
                  <a:lnTo>
                    <a:pt x="25" y="72"/>
                  </a:lnTo>
                  <a:lnTo>
                    <a:pt x="25" y="58"/>
                  </a:lnTo>
                  <a:lnTo>
                    <a:pt x="20" y="15"/>
                  </a:lnTo>
                  <a:lnTo>
                    <a:pt x="15" y="58"/>
                  </a:lnTo>
                  <a:lnTo>
                    <a:pt x="25" y="58"/>
                  </a:lnTo>
                  <a:lnTo>
                    <a:pt x="25" y="72"/>
                  </a:lnTo>
                  <a:lnTo>
                    <a:pt x="15" y="72"/>
                  </a:lnTo>
                  <a:lnTo>
                    <a:pt x="13" y="90"/>
                  </a:lnTo>
                  <a:lnTo>
                    <a:pt x="0" y="90"/>
                  </a:lnTo>
                  <a:lnTo>
                    <a:pt x="10" y="0"/>
                  </a:lnTo>
                  <a:close/>
                </a:path>
              </a:pathLst>
            </a:custGeom>
            <a:solidFill>
              <a:srgbClr val="000040"/>
            </a:solidFill>
            <a:ln w="9525">
              <a:noFill/>
              <a:round/>
              <a:headEnd/>
              <a:tailEnd/>
            </a:ln>
          </p:spPr>
          <p:txBody>
            <a:bodyPr/>
            <a:lstStyle/>
            <a:p>
              <a:endParaRPr lang="nl-BE"/>
            </a:p>
          </p:txBody>
        </p:sp>
        <p:sp>
          <p:nvSpPr>
            <p:cNvPr id="42527" name="Freeform 167"/>
            <p:cNvSpPr>
              <a:spLocks/>
            </p:cNvSpPr>
            <p:nvPr/>
          </p:nvSpPr>
          <p:spPr bwMode="auto">
            <a:xfrm rot="-142965">
              <a:off x="3095625" y="4164013"/>
              <a:ext cx="55563" cy="50800"/>
            </a:xfrm>
            <a:custGeom>
              <a:avLst/>
              <a:gdLst>
                <a:gd name="T0" fmla="*/ 0 w 67"/>
                <a:gd name="T1" fmla="*/ 0 h 90"/>
                <a:gd name="T2" fmla="*/ 2147483647 w 67"/>
                <a:gd name="T3" fmla="*/ 0 h 90"/>
                <a:gd name="T4" fmla="*/ 2147483647 w 67"/>
                <a:gd name="T5" fmla="*/ 2147483647 h 90"/>
                <a:gd name="T6" fmla="*/ 2147483647 w 67"/>
                <a:gd name="T7" fmla="*/ 0 h 90"/>
                <a:gd name="T8" fmla="*/ 2147483647 w 67"/>
                <a:gd name="T9" fmla="*/ 0 h 90"/>
                <a:gd name="T10" fmla="*/ 2147483647 w 67"/>
                <a:gd name="T11" fmla="*/ 2147483647 h 90"/>
                <a:gd name="T12" fmla="*/ 2147483647 w 67"/>
                <a:gd name="T13" fmla="*/ 0 h 90"/>
                <a:gd name="T14" fmla="*/ 2147483647 w 67"/>
                <a:gd name="T15" fmla="*/ 0 h 90"/>
                <a:gd name="T16" fmla="*/ 2147483647 w 67"/>
                <a:gd name="T17" fmla="*/ 2147483647 h 90"/>
                <a:gd name="T18" fmla="*/ 2147483647 w 67"/>
                <a:gd name="T19" fmla="*/ 2147483647 h 90"/>
                <a:gd name="T20" fmla="*/ 2147483647 w 67"/>
                <a:gd name="T21" fmla="*/ 2147483647 h 90"/>
                <a:gd name="T22" fmla="*/ 2147483647 w 67"/>
                <a:gd name="T23" fmla="*/ 2147483647 h 90"/>
                <a:gd name="T24" fmla="*/ 2147483647 w 67"/>
                <a:gd name="T25" fmla="*/ 2147483647 h 90"/>
                <a:gd name="T26" fmla="*/ 0 w 67"/>
                <a:gd name="T27" fmla="*/ 0 h 9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7"/>
                <a:gd name="T43" fmla="*/ 0 h 90"/>
                <a:gd name="T44" fmla="*/ 67 w 67"/>
                <a:gd name="T45" fmla="*/ 90 h 9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7" h="90">
                  <a:moveTo>
                    <a:pt x="0" y="0"/>
                  </a:moveTo>
                  <a:lnTo>
                    <a:pt x="15" y="0"/>
                  </a:lnTo>
                  <a:lnTo>
                    <a:pt x="20" y="58"/>
                  </a:lnTo>
                  <a:lnTo>
                    <a:pt x="27" y="0"/>
                  </a:lnTo>
                  <a:lnTo>
                    <a:pt x="40" y="0"/>
                  </a:lnTo>
                  <a:lnTo>
                    <a:pt x="47" y="60"/>
                  </a:lnTo>
                  <a:lnTo>
                    <a:pt x="52" y="0"/>
                  </a:lnTo>
                  <a:lnTo>
                    <a:pt x="67" y="0"/>
                  </a:lnTo>
                  <a:lnTo>
                    <a:pt x="57" y="90"/>
                  </a:lnTo>
                  <a:lnTo>
                    <a:pt x="39" y="90"/>
                  </a:lnTo>
                  <a:lnTo>
                    <a:pt x="33" y="52"/>
                  </a:lnTo>
                  <a:lnTo>
                    <a:pt x="30" y="90"/>
                  </a:lnTo>
                  <a:lnTo>
                    <a:pt x="10" y="90"/>
                  </a:lnTo>
                  <a:lnTo>
                    <a:pt x="0" y="0"/>
                  </a:lnTo>
                  <a:close/>
                </a:path>
              </a:pathLst>
            </a:custGeom>
            <a:solidFill>
              <a:srgbClr val="000040"/>
            </a:solidFill>
            <a:ln w="9525">
              <a:noFill/>
              <a:round/>
              <a:headEnd/>
              <a:tailEnd/>
            </a:ln>
          </p:spPr>
          <p:txBody>
            <a:bodyPr/>
            <a:lstStyle/>
            <a:p>
              <a:endParaRPr lang="nl-BE"/>
            </a:p>
          </p:txBody>
        </p:sp>
        <p:sp>
          <p:nvSpPr>
            <p:cNvPr id="42528" name="Line 168"/>
            <p:cNvSpPr>
              <a:spLocks noChangeShapeType="1"/>
            </p:cNvSpPr>
            <p:nvPr/>
          </p:nvSpPr>
          <p:spPr bwMode="auto">
            <a:xfrm rot="-142965">
              <a:off x="3035300" y="4140200"/>
              <a:ext cx="217488" cy="1588"/>
            </a:xfrm>
            <a:prstGeom prst="line">
              <a:avLst/>
            </a:prstGeom>
            <a:noFill/>
            <a:ln w="6350">
              <a:solidFill>
                <a:srgbClr val="000040"/>
              </a:solidFill>
              <a:round/>
              <a:headEnd/>
              <a:tailEnd/>
            </a:ln>
          </p:spPr>
          <p:txBody>
            <a:bodyPr/>
            <a:lstStyle/>
            <a:p>
              <a:endParaRPr lang="nl-BE"/>
            </a:p>
          </p:txBody>
        </p:sp>
        <p:sp>
          <p:nvSpPr>
            <p:cNvPr id="42529" name="Line 169"/>
            <p:cNvSpPr>
              <a:spLocks noChangeShapeType="1"/>
            </p:cNvSpPr>
            <p:nvPr/>
          </p:nvSpPr>
          <p:spPr bwMode="auto">
            <a:xfrm rot="-142965">
              <a:off x="3041650" y="4237038"/>
              <a:ext cx="74613" cy="1587"/>
            </a:xfrm>
            <a:prstGeom prst="line">
              <a:avLst/>
            </a:prstGeom>
            <a:noFill/>
            <a:ln w="6350">
              <a:solidFill>
                <a:srgbClr val="000040"/>
              </a:solidFill>
              <a:round/>
              <a:headEnd/>
              <a:tailEnd/>
            </a:ln>
          </p:spPr>
          <p:txBody>
            <a:bodyPr/>
            <a:lstStyle/>
            <a:p>
              <a:endParaRPr lang="nl-BE"/>
            </a:p>
          </p:txBody>
        </p:sp>
        <p:sp>
          <p:nvSpPr>
            <p:cNvPr id="42530" name="Line 170"/>
            <p:cNvSpPr>
              <a:spLocks noChangeShapeType="1"/>
            </p:cNvSpPr>
            <p:nvPr/>
          </p:nvSpPr>
          <p:spPr bwMode="auto">
            <a:xfrm rot="-142965">
              <a:off x="3144838" y="4232275"/>
              <a:ext cx="112712" cy="1588"/>
            </a:xfrm>
            <a:prstGeom prst="line">
              <a:avLst/>
            </a:prstGeom>
            <a:noFill/>
            <a:ln w="6350">
              <a:solidFill>
                <a:srgbClr val="000040"/>
              </a:solidFill>
              <a:round/>
              <a:headEnd/>
              <a:tailEnd/>
            </a:ln>
          </p:spPr>
          <p:txBody>
            <a:bodyPr/>
            <a:lstStyle/>
            <a:p>
              <a:endParaRPr lang="nl-BE"/>
            </a:p>
          </p:txBody>
        </p:sp>
        <p:sp>
          <p:nvSpPr>
            <p:cNvPr id="42531" name="Oval 171"/>
            <p:cNvSpPr>
              <a:spLocks noChangeArrowheads="1"/>
            </p:cNvSpPr>
            <p:nvPr/>
          </p:nvSpPr>
          <p:spPr bwMode="auto">
            <a:xfrm rot="-142965">
              <a:off x="3081338" y="4117975"/>
              <a:ext cx="4762" cy="4763"/>
            </a:xfrm>
            <a:prstGeom prst="ellipse">
              <a:avLst/>
            </a:prstGeom>
            <a:solidFill>
              <a:srgbClr val="808080"/>
            </a:solidFill>
            <a:ln w="6350">
              <a:solidFill>
                <a:srgbClr val="202020"/>
              </a:solidFill>
              <a:round/>
              <a:headEnd/>
              <a:tailEnd/>
            </a:ln>
          </p:spPr>
          <p:txBody>
            <a:bodyPr/>
            <a:lstStyle/>
            <a:p>
              <a:pPr algn="ctr" eaLnBrk="0" hangingPunct="0"/>
              <a:endParaRPr lang="nl-BE"/>
            </a:p>
          </p:txBody>
        </p:sp>
        <p:sp>
          <p:nvSpPr>
            <p:cNvPr id="42532" name="Oval 172"/>
            <p:cNvSpPr>
              <a:spLocks noChangeArrowheads="1"/>
            </p:cNvSpPr>
            <p:nvPr/>
          </p:nvSpPr>
          <p:spPr bwMode="auto">
            <a:xfrm rot="-142965">
              <a:off x="3198813" y="4113213"/>
              <a:ext cx="6350" cy="4762"/>
            </a:xfrm>
            <a:prstGeom prst="ellipse">
              <a:avLst/>
            </a:prstGeom>
            <a:solidFill>
              <a:srgbClr val="808080"/>
            </a:solidFill>
            <a:ln w="6350">
              <a:solidFill>
                <a:srgbClr val="202020"/>
              </a:solidFill>
              <a:round/>
              <a:headEnd/>
              <a:tailEnd/>
            </a:ln>
          </p:spPr>
          <p:txBody>
            <a:bodyPr/>
            <a:lstStyle/>
            <a:p>
              <a:pPr algn="ctr" eaLnBrk="0" hangingPunct="0"/>
              <a:endParaRPr lang="nl-BE"/>
            </a:p>
          </p:txBody>
        </p:sp>
        <p:sp>
          <p:nvSpPr>
            <p:cNvPr id="42533" name="Freeform 173"/>
            <p:cNvSpPr>
              <a:spLocks/>
            </p:cNvSpPr>
            <p:nvPr/>
          </p:nvSpPr>
          <p:spPr bwMode="auto">
            <a:xfrm rot="-155667">
              <a:off x="2805113" y="3990975"/>
              <a:ext cx="2428875" cy="350838"/>
            </a:xfrm>
            <a:custGeom>
              <a:avLst/>
              <a:gdLst>
                <a:gd name="T0" fmla="*/ 2147483647 w 3610"/>
                <a:gd name="T1" fmla="*/ 0 h 746"/>
                <a:gd name="T2" fmla="*/ 2147483647 w 3610"/>
                <a:gd name="T3" fmla="*/ 2147483647 h 746"/>
                <a:gd name="T4" fmla="*/ 2147483647 w 3610"/>
                <a:gd name="T5" fmla="*/ 2147483647 h 746"/>
                <a:gd name="T6" fmla="*/ 2147483647 w 3610"/>
                <a:gd name="T7" fmla="*/ 2147483647 h 746"/>
                <a:gd name="T8" fmla="*/ 2147483647 w 3610"/>
                <a:gd name="T9" fmla="*/ 2147483647 h 746"/>
                <a:gd name="T10" fmla="*/ 2147483647 w 3610"/>
                <a:gd name="T11" fmla="*/ 2147483647 h 746"/>
                <a:gd name="T12" fmla="*/ 2147483647 w 3610"/>
                <a:gd name="T13" fmla="*/ 2147483647 h 746"/>
                <a:gd name="T14" fmla="*/ 2147483647 w 3610"/>
                <a:gd name="T15" fmla="*/ 2147483647 h 746"/>
                <a:gd name="T16" fmla="*/ 2147483647 w 3610"/>
                <a:gd name="T17" fmla="*/ 2147483647 h 746"/>
                <a:gd name="T18" fmla="*/ 2147483647 w 3610"/>
                <a:gd name="T19" fmla="*/ 2147483647 h 746"/>
                <a:gd name="T20" fmla="*/ 2147483647 w 3610"/>
                <a:gd name="T21" fmla="*/ 2147483647 h 746"/>
                <a:gd name="T22" fmla="*/ 2147483647 w 3610"/>
                <a:gd name="T23" fmla="*/ 2147483647 h 746"/>
                <a:gd name="T24" fmla="*/ 2147483647 w 3610"/>
                <a:gd name="T25" fmla="*/ 2147483647 h 746"/>
                <a:gd name="T26" fmla="*/ 2147483647 w 3610"/>
                <a:gd name="T27" fmla="*/ 2147483647 h 746"/>
                <a:gd name="T28" fmla="*/ 2147483647 w 3610"/>
                <a:gd name="T29" fmla="*/ 2147483647 h 746"/>
                <a:gd name="T30" fmla="*/ 2147483647 w 3610"/>
                <a:gd name="T31" fmla="*/ 2147483647 h 746"/>
                <a:gd name="T32" fmla="*/ 2147483647 w 3610"/>
                <a:gd name="T33" fmla="*/ 2147483647 h 746"/>
                <a:gd name="T34" fmla="*/ 2147483647 w 3610"/>
                <a:gd name="T35" fmla="*/ 2147483647 h 746"/>
                <a:gd name="T36" fmla="*/ 2147483647 w 3610"/>
                <a:gd name="T37" fmla="*/ 2147483647 h 746"/>
                <a:gd name="T38" fmla="*/ 2147483647 w 3610"/>
                <a:gd name="T39" fmla="*/ 2147483647 h 746"/>
                <a:gd name="T40" fmla="*/ 2147483647 w 3610"/>
                <a:gd name="T41" fmla="*/ 2147483647 h 746"/>
                <a:gd name="T42" fmla="*/ 2147483647 w 3610"/>
                <a:gd name="T43" fmla="*/ 2147483647 h 746"/>
                <a:gd name="T44" fmla="*/ 2147483647 w 3610"/>
                <a:gd name="T45" fmla="*/ 2147483647 h 746"/>
                <a:gd name="T46" fmla="*/ 2147483647 w 3610"/>
                <a:gd name="T47" fmla="*/ 2147483647 h 746"/>
                <a:gd name="T48" fmla="*/ 2147483647 w 3610"/>
                <a:gd name="T49" fmla="*/ 2147483647 h 746"/>
                <a:gd name="T50" fmla="*/ 2147483647 w 3610"/>
                <a:gd name="T51" fmla="*/ 2147483647 h 746"/>
                <a:gd name="T52" fmla="*/ 2147483647 w 3610"/>
                <a:gd name="T53" fmla="*/ 2147483647 h 746"/>
                <a:gd name="T54" fmla="*/ 2147483647 w 3610"/>
                <a:gd name="T55" fmla="*/ 2147483647 h 746"/>
                <a:gd name="T56" fmla="*/ 2147483647 w 3610"/>
                <a:gd name="T57" fmla="*/ 2147483647 h 746"/>
                <a:gd name="T58" fmla="*/ 2147483647 w 3610"/>
                <a:gd name="T59" fmla="*/ 2147483647 h 746"/>
                <a:gd name="T60" fmla="*/ 2147483647 w 3610"/>
                <a:gd name="T61" fmla="*/ 2147483647 h 746"/>
                <a:gd name="T62" fmla="*/ 2147483647 w 3610"/>
                <a:gd name="T63" fmla="*/ 2147483647 h 746"/>
                <a:gd name="T64" fmla="*/ 2147483647 w 3610"/>
                <a:gd name="T65" fmla="*/ 2147483647 h 746"/>
                <a:gd name="T66" fmla="*/ 2147483647 w 3610"/>
                <a:gd name="T67" fmla="*/ 2147483647 h 746"/>
                <a:gd name="T68" fmla="*/ 2147483647 w 3610"/>
                <a:gd name="T69" fmla="*/ 2147483647 h 746"/>
                <a:gd name="T70" fmla="*/ 2147483647 w 3610"/>
                <a:gd name="T71" fmla="*/ 2147483647 h 746"/>
                <a:gd name="T72" fmla="*/ 2147483647 w 3610"/>
                <a:gd name="T73" fmla="*/ 2147483647 h 746"/>
                <a:gd name="T74" fmla="*/ 2147483647 w 3610"/>
                <a:gd name="T75" fmla="*/ 2147483647 h 746"/>
                <a:gd name="T76" fmla="*/ 0 w 3610"/>
                <a:gd name="T77" fmla="*/ 2147483647 h 746"/>
                <a:gd name="T78" fmla="*/ 0 w 3610"/>
                <a:gd name="T79" fmla="*/ 2147483647 h 746"/>
                <a:gd name="T80" fmla="*/ 2147483647 w 3610"/>
                <a:gd name="T81" fmla="*/ 0 h 74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610"/>
                <a:gd name="T124" fmla="*/ 0 h 746"/>
                <a:gd name="T125" fmla="*/ 3610 w 3610"/>
                <a:gd name="T126" fmla="*/ 746 h 74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610" h="746">
                  <a:moveTo>
                    <a:pt x="3610" y="0"/>
                  </a:moveTo>
                  <a:lnTo>
                    <a:pt x="3610" y="282"/>
                  </a:lnTo>
                  <a:lnTo>
                    <a:pt x="3554" y="240"/>
                  </a:lnTo>
                  <a:lnTo>
                    <a:pt x="3179" y="249"/>
                  </a:lnTo>
                  <a:lnTo>
                    <a:pt x="3147" y="297"/>
                  </a:lnTo>
                  <a:lnTo>
                    <a:pt x="3110" y="344"/>
                  </a:lnTo>
                  <a:lnTo>
                    <a:pt x="3110" y="311"/>
                  </a:lnTo>
                  <a:lnTo>
                    <a:pt x="3138" y="282"/>
                  </a:lnTo>
                  <a:lnTo>
                    <a:pt x="3154" y="246"/>
                  </a:lnTo>
                  <a:lnTo>
                    <a:pt x="3043" y="260"/>
                  </a:lnTo>
                  <a:lnTo>
                    <a:pt x="2773" y="389"/>
                  </a:lnTo>
                  <a:lnTo>
                    <a:pt x="2638" y="564"/>
                  </a:lnTo>
                  <a:lnTo>
                    <a:pt x="2491" y="585"/>
                  </a:lnTo>
                  <a:lnTo>
                    <a:pt x="2387" y="578"/>
                  </a:lnTo>
                  <a:lnTo>
                    <a:pt x="2363" y="516"/>
                  </a:lnTo>
                  <a:lnTo>
                    <a:pt x="2330" y="438"/>
                  </a:lnTo>
                  <a:lnTo>
                    <a:pt x="2330" y="353"/>
                  </a:lnTo>
                  <a:lnTo>
                    <a:pt x="2245" y="381"/>
                  </a:lnTo>
                  <a:lnTo>
                    <a:pt x="2250" y="423"/>
                  </a:lnTo>
                  <a:lnTo>
                    <a:pt x="2198" y="417"/>
                  </a:lnTo>
                  <a:lnTo>
                    <a:pt x="2188" y="501"/>
                  </a:lnTo>
                  <a:lnTo>
                    <a:pt x="2141" y="572"/>
                  </a:lnTo>
                  <a:lnTo>
                    <a:pt x="2084" y="621"/>
                  </a:lnTo>
                  <a:lnTo>
                    <a:pt x="2019" y="650"/>
                  </a:lnTo>
                  <a:lnTo>
                    <a:pt x="1891" y="663"/>
                  </a:lnTo>
                  <a:lnTo>
                    <a:pt x="1763" y="635"/>
                  </a:lnTo>
                  <a:lnTo>
                    <a:pt x="1705" y="614"/>
                  </a:lnTo>
                  <a:lnTo>
                    <a:pt x="1648" y="516"/>
                  </a:lnTo>
                  <a:lnTo>
                    <a:pt x="1403" y="540"/>
                  </a:lnTo>
                  <a:lnTo>
                    <a:pt x="1337" y="687"/>
                  </a:lnTo>
                  <a:lnTo>
                    <a:pt x="1247" y="737"/>
                  </a:lnTo>
                  <a:lnTo>
                    <a:pt x="1128" y="737"/>
                  </a:lnTo>
                  <a:lnTo>
                    <a:pt x="1020" y="744"/>
                  </a:lnTo>
                  <a:lnTo>
                    <a:pt x="982" y="746"/>
                  </a:lnTo>
                  <a:lnTo>
                    <a:pt x="949" y="723"/>
                  </a:lnTo>
                  <a:lnTo>
                    <a:pt x="928" y="689"/>
                  </a:lnTo>
                  <a:lnTo>
                    <a:pt x="925" y="623"/>
                  </a:lnTo>
                  <a:lnTo>
                    <a:pt x="785" y="674"/>
                  </a:lnTo>
                  <a:lnTo>
                    <a:pt x="0" y="666"/>
                  </a:lnTo>
                  <a:lnTo>
                    <a:pt x="0" y="89"/>
                  </a:lnTo>
                  <a:lnTo>
                    <a:pt x="3610" y="0"/>
                  </a:lnTo>
                  <a:close/>
                </a:path>
              </a:pathLst>
            </a:custGeom>
            <a:solidFill>
              <a:srgbClr val="202020"/>
            </a:solidFill>
            <a:ln w="9525">
              <a:noFill/>
              <a:round/>
              <a:headEnd/>
              <a:tailEnd/>
            </a:ln>
          </p:spPr>
          <p:txBody>
            <a:bodyPr/>
            <a:lstStyle/>
            <a:p>
              <a:endParaRPr lang="nl-BE"/>
            </a:p>
          </p:txBody>
        </p:sp>
        <p:sp>
          <p:nvSpPr>
            <p:cNvPr id="42534" name="Freeform 174"/>
            <p:cNvSpPr>
              <a:spLocks/>
            </p:cNvSpPr>
            <p:nvPr/>
          </p:nvSpPr>
          <p:spPr bwMode="auto">
            <a:xfrm rot="-155667">
              <a:off x="3810000" y="4065588"/>
              <a:ext cx="206375" cy="423862"/>
            </a:xfrm>
            <a:custGeom>
              <a:avLst/>
              <a:gdLst>
                <a:gd name="T0" fmla="*/ 2147483647 w 307"/>
                <a:gd name="T1" fmla="*/ 0 h 904"/>
                <a:gd name="T2" fmla="*/ 2147483647 w 307"/>
                <a:gd name="T3" fmla="*/ 0 h 904"/>
                <a:gd name="T4" fmla="*/ 2147483647 w 307"/>
                <a:gd name="T5" fmla="*/ 2147483647 h 904"/>
                <a:gd name="T6" fmla="*/ 2147483647 w 307"/>
                <a:gd name="T7" fmla="*/ 2147483647 h 904"/>
                <a:gd name="T8" fmla="*/ 2147483647 w 307"/>
                <a:gd name="T9" fmla="*/ 2147483647 h 904"/>
                <a:gd name="T10" fmla="*/ 2147483647 w 307"/>
                <a:gd name="T11" fmla="*/ 2147483647 h 904"/>
                <a:gd name="T12" fmla="*/ 2147483647 w 307"/>
                <a:gd name="T13" fmla="*/ 2147483647 h 904"/>
                <a:gd name="T14" fmla="*/ 2147483647 w 307"/>
                <a:gd name="T15" fmla="*/ 2147483647 h 904"/>
                <a:gd name="T16" fmla="*/ 2147483647 w 307"/>
                <a:gd name="T17" fmla="*/ 2147483647 h 904"/>
                <a:gd name="T18" fmla="*/ 2147483647 w 307"/>
                <a:gd name="T19" fmla="*/ 2147483647 h 904"/>
                <a:gd name="T20" fmla="*/ 2147483647 w 307"/>
                <a:gd name="T21" fmla="*/ 2147483647 h 904"/>
                <a:gd name="T22" fmla="*/ 2147483647 w 307"/>
                <a:gd name="T23" fmla="*/ 2147483647 h 904"/>
                <a:gd name="T24" fmla="*/ 2147483647 w 307"/>
                <a:gd name="T25" fmla="*/ 2147483647 h 904"/>
                <a:gd name="T26" fmla="*/ 2147483647 w 307"/>
                <a:gd name="T27" fmla="*/ 2147483647 h 904"/>
                <a:gd name="T28" fmla="*/ 2147483647 w 307"/>
                <a:gd name="T29" fmla="*/ 2147483647 h 904"/>
                <a:gd name="T30" fmla="*/ 2147483647 w 307"/>
                <a:gd name="T31" fmla="*/ 2147483647 h 904"/>
                <a:gd name="T32" fmla="*/ 2147483647 w 307"/>
                <a:gd name="T33" fmla="*/ 2147483647 h 904"/>
                <a:gd name="T34" fmla="*/ 2147483647 w 307"/>
                <a:gd name="T35" fmla="*/ 2147483647 h 904"/>
                <a:gd name="T36" fmla="*/ 2147483647 w 307"/>
                <a:gd name="T37" fmla="*/ 2147483647 h 904"/>
                <a:gd name="T38" fmla="*/ 2147483647 w 307"/>
                <a:gd name="T39" fmla="*/ 2147483647 h 904"/>
                <a:gd name="T40" fmla="*/ 2147483647 w 307"/>
                <a:gd name="T41" fmla="*/ 2147483647 h 904"/>
                <a:gd name="T42" fmla="*/ 2147483647 w 307"/>
                <a:gd name="T43" fmla="*/ 2147483647 h 904"/>
                <a:gd name="T44" fmla="*/ 2147483647 w 307"/>
                <a:gd name="T45" fmla="*/ 2147483647 h 904"/>
                <a:gd name="T46" fmla="*/ 2147483647 w 307"/>
                <a:gd name="T47" fmla="*/ 2147483647 h 904"/>
                <a:gd name="T48" fmla="*/ 2147483647 w 307"/>
                <a:gd name="T49" fmla="*/ 2147483647 h 904"/>
                <a:gd name="T50" fmla="*/ 2147483647 w 307"/>
                <a:gd name="T51" fmla="*/ 2147483647 h 904"/>
                <a:gd name="T52" fmla="*/ 2147483647 w 307"/>
                <a:gd name="T53" fmla="*/ 2147483647 h 904"/>
                <a:gd name="T54" fmla="*/ 2147483647 w 307"/>
                <a:gd name="T55" fmla="*/ 2147483647 h 904"/>
                <a:gd name="T56" fmla="*/ 0 w 307"/>
                <a:gd name="T57" fmla="*/ 2147483647 h 904"/>
                <a:gd name="T58" fmla="*/ 0 w 307"/>
                <a:gd name="T59" fmla="*/ 2147483647 h 904"/>
                <a:gd name="T60" fmla="*/ 2147483647 w 307"/>
                <a:gd name="T61" fmla="*/ 2147483647 h 904"/>
                <a:gd name="T62" fmla="*/ 2147483647 w 307"/>
                <a:gd name="T63" fmla="*/ 2147483647 h 904"/>
                <a:gd name="T64" fmla="*/ 2147483647 w 307"/>
                <a:gd name="T65" fmla="*/ 2147483647 h 904"/>
                <a:gd name="T66" fmla="*/ 2147483647 w 307"/>
                <a:gd name="T67" fmla="*/ 2147483647 h 904"/>
                <a:gd name="T68" fmla="*/ 2147483647 w 307"/>
                <a:gd name="T69" fmla="*/ 2147483647 h 904"/>
                <a:gd name="T70" fmla="*/ 2147483647 w 307"/>
                <a:gd name="T71" fmla="*/ 2147483647 h 904"/>
                <a:gd name="T72" fmla="*/ 2147483647 w 307"/>
                <a:gd name="T73" fmla="*/ 2147483647 h 904"/>
                <a:gd name="T74" fmla="*/ 2147483647 w 307"/>
                <a:gd name="T75" fmla="*/ 2147483647 h 904"/>
                <a:gd name="T76" fmla="*/ 2147483647 w 307"/>
                <a:gd name="T77" fmla="*/ 2147483647 h 904"/>
                <a:gd name="T78" fmla="*/ 2147483647 w 307"/>
                <a:gd name="T79" fmla="*/ 2147483647 h 904"/>
                <a:gd name="T80" fmla="*/ 2147483647 w 307"/>
                <a:gd name="T81" fmla="*/ 2147483647 h 904"/>
                <a:gd name="T82" fmla="*/ 2147483647 w 307"/>
                <a:gd name="T83" fmla="*/ 2147483647 h 904"/>
                <a:gd name="T84" fmla="*/ 2147483647 w 307"/>
                <a:gd name="T85" fmla="*/ 2147483647 h 904"/>
                <a:gd name="T86" fmla="*/ 2147483647 w 307"/>
                <a:gd name="T87" fmla="*/ 2147483647 h 904"/>
                <a:gd name="T88" fmla="*/ 2147483647 w 307"/>
                <a:gd name="T89" fmla="*/ 2147483647 h 904"/>
                <a:gd name="T90" fmla="*/ 2147483647 w 307"/>
                <a:gd name="T91" fmla="*/ 2147483647 h 904"/>
                <a:gd name="T92" fmla="*/ 2147483647 w 307"/>
                <a:gd name="T93" fmla="*/ 2147483647 h 904"/>
                <a:gd name="T94" fmla="*/ 2147483647 w 307"/>
                <a:gd name="T95" fmla="*/ 2147483647 h 904"/>
                <a:gd name="T96" fmla="*/ 2147483647 w 307"/>
                <a:gd name="T97" fmla="*/ 2147483647 h 904"/>
                <a:gd name="T98" fmla="*/ 2147483647 w 307"/>
                <a:gd name="T99" fmla="*/ 2147483647 h 904"/>
                <a:gd name="T100" fmla="*/ 2147483647 w 307"/>
                <a:gd name="T101" fmla="*/ 2147483647 h 904"/>
                <a:gd name="T102" fmla="*/ 2147483647 w 307"/>
                <a:gd name="T103" fmla="*/ 2147483647 h 904"/>
                <a:gd name="T104" fmla="*/ 2147483647 w 307"/>
                <a:gd name="T105" fmla="*/ 2147483647 h 904"/>
                <a:gd name="T106" fmla="*/ 2147483647 w 307"/>
                <a:gd name="T107" fmla="*/ 0 h 904"/>
                <a:gd name="T108" fmla="*/ 2147483647 w 307"/>
                <a:gd name="T109" fmla="*/ 0 h 90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307"/>
                <a:gd name="T166" fmla="*/ 0 h 904"/>
                <a:gd name="T167" fmla="*/ 307 w 307"/>
                <a:gd name="T168" fmla="*/ 904 h 904"/>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307" h="904">
                  <a:moveTo>
                    <a:pt x="144" y="0"/>
                  </a:moveTo>
                  <a:lnTo>
                    <a:pt x="307" y="0"/>
                  </a:lnTo>
                  <a:lnTo>
                    <a:pt x="305" y="904"/>
                  </a:lnTo>
                  <a:lnTo>
                    <a:pt x="144" y="897"/>
                  </a:lnTo>
                  <a:lnTo>
                    <a:pt x="138" y="894"/>
                  </a:lnTo>
                  <a:lnTo>
                    <a:pt x="133" y="892"/>
                  </a:lnTo>
                  <a:lnTo>
                    <a:pt x="124" y="889"/>
                  </a:lnTo>
                  <a:lnTo>
                    <a:pt x="116" y="885"/>
                  </a:lnTo>
                  <a:lnTo>
                    <a:pt x="107" y="876"/>
                  </a:lnTo>
                  <a:lnTo>
                    <a:pt x="98" y="867"/>
                  </a:lnTo>
                  <a:lnTo>
                    <a:pt x="90" y="858"/>
                  </a:lnTo>
                  <a:lnTo>
                    <a:pt x="83" y="847"/>
                  </a:lnTo>
                  <a:lnTo>
                    <a:pt x="77" y="837"/>
                  </a:lnTo>
                  <a:lnTo>
                    <a:pt x="71" y="826"/>
                  </a:lnTo>
                  <a:lnTo>
                    <a:pt x="66" y="817"/>
                  </a:lnTo>
                  <a:lnTo>
                    <a:pt x="59" y="802"/>
                  </a:lnTo>
                  <a:lnTo>
                    <a:pt x="54" y="787"/>
                  </a:lnTo>
                  <a:lnTo>
                    <a:pt x="48" y="774"/>
                  </a:lnTo>
                  <a:lnTo>
                    <a:pt x="44" y="763"/>
                  </a:lnTo>
                  <a:lnTo>
                    <a:pt x="41" y="753"/>
                  </a:lnTo>
                  <a:lnTo>
                    <a:pt x="34" y="730"/>
                  </a:lnTo>
                  <a:lnTo>
                    <a:pt x="28" y="706"/>
                  </a:lnTo>
                  <a:lnTo>
                    <a:pt x="23" y="684"/>
                  </a:lnTo>
                  <a:lnTo>
                    <a:pt x="17" y="657"/>
                  </a:lnTo>
                  <a:lnTo>
                    <a:pt x="12" y="627"/>
                  </a:lnTo>
                  <a:lnTo>
                    <a:pt x="9" y="597"/>
                  </a:lnTo>
                  <a:lnTo>
                    <a:pt x="4" y="564"/>
                  </a:lnTo>
                  <a:lnTo>
                    <a:pt x="2" y="528"/>
                  </a:lnTo>
                  <a:lnTo>
                    <a:pt x="0" y="490"/>
                  </a:lnTo>
                  <a:lnTo>
                    <a:pt x="0" y="448"/>
                  </a:lnTo>
                  <a:lnTo>
                    <a:pt x="1" y="391"/>
                  </a:lnTo>
                  <a:lnTo>
                    <a:pt x="4" y="337"/>
                  </a:lnTo>
                  <a:lnTo>
                    <a:pt x="9" y="300"/>
                  </a:lnTo>
                  <a:lnTo>
                    <a:pt x="14" y="262"/>
                  </a:lnTo>
                  <a:lnTo>
                    <a:pt x="18" y="231"/>
                  </a:lnTo>
                  <a:lnTo>
                    <a:pt x="23" y="208"/>
                  </a:lnTo>
                  <a:lnTo>
                    <a:pt x="31" y="177"/>
                  </a:lnTo>
                  <a:lnTo>
                    <a:pt x="41" y="141"/>
                  </a:lnTo>
                  <a:lnTo>
                    <a:pt x="50" y="115"/>
                  </a:lnTo>
                  <a:lnTo>
                    <a:pt x="58" y="97"/>
                  </a:lnTo>
                  <a:lnTo>
                    <a:pt x="63" y="87"/>
                  </a:lnTo>
                  <a:lnTo>
                    <a:pt x="69" y="75"/>
                  </a:lnTo>
                  <a:lnTo>
                    <a:pt x="74" y="64"/>
                  </a:lnTo>
                  <a:lnTo>
                    <a:pt x="79" y="54"/>
                  </a:lnTo>
                  <a:lnTo>
                    <a:pt x="85" y="46"/>
                  </a:lnTo>
                  <a:lnTo>
                    <a:pt x="91" y="37"/>
                  </a:lnTo>
                  <a:lnTo>
                    <a:pt x="98" y="28"/>
                  </a:lnTo>
                  <a:lnTo>
                    <a:pt x="104" y="22"/>
                  </a:lnTo>
                  <a:lnTo>
                    <a:pt x="109" y="18"/>
                  </a:lnTo>
                  <a:lnTo>
                    <a:pt x="115" y="12"/>
                  </a:lnTo>
                  <a:lnTo>
                    <a:pt x="122" y="7"/>
                  </a:lnTo>
                  <a:lnTo>
                    <a:pt x="127" y="4"/>
                  </a:lnTo>
                  <a:lnTo>
                    <a:pt x="133" y="1"/>
                  </a:lnTo>
                  <a:lnTo>
                    <a:pt x="138" y="0"/>
                  </a:lnTo>
                  <a:lnTo>
                    <a:pt x="144" y="0"/>
                  </a:lnTo>
                  <a:close/>
                </a:path>
              </a:pathLst>
            </a:custGeom>
            <a:solidFill>
              <a:srgbClr val="202020"/>
            </a:solidFill>
            <a:ln w="9525">
              <a:noFill/>
              <a:round/>
              <a:headEnd/>
              <a:tailEnd/>
            </a:ln>
          </p:spPr>
          <p:txBody>
            <a:bodyPr/>
            <a:lstStyle/>
            <a:p>
              <a:endParaRPr lang="nl-BE"/>
            </a:p>
          </p:txBody>
        </p:sp>
        <p:sp>
          <p:nvSpPr>
            <p:cNvPr id="42535" name="Oval 175"/>
            <p:cNvSpPr>
              <a:spLocks noChangeArrowheads="1"/>
            </p:cNvSpPr>
            <p:nvPr/>
          </p:nvSpPr>
          <p:spPr bwMode="auto">
            <a:xfrm rot="-155667">
              <a:off x="3905250" y="4060825"/>
              <a:ext cx="209550" cy="425450"/>
            </a:xfrm>
            <a:prstGeom prst="ellipse">
              <a:avLst/>
            </a:prstGeom>
            <a:solidFill>
              <a:srgbClr val="404040"/>
            </a:solidFill>
            <a:ln w="9525">
              <a:noFill/>
              <a:round/>
              <a:headEnd/>
              <a:tailEnd/>
            </a:ln>
          </p:spPr>
          <p:txBody>
            <a:bodyPr/>
            <a:lstStyle/>
            <a:p>
              <a:pPr algn="ctr" eaLnBrk="0" hangingPunct="0"/>
              <a:endParaRPr lang="nl-BE"/>
            </a:p>
          </p:txBody>
        </p:sp>
        <p:sp>
          <p:nvSpPr>
            <p:cNvPr id="42536" name="Oval 176"/>
            <p:cNvSpPr>
              <a:spLocks noChangeArrowheads="1"/>
            </p:cNvSpPr>
            <p:nvPr/>
          </p:nvSpPr>
          <p:spPr bwMode="auto">
            <a:xfrm rot="-155667">
              <a:off x="3948113" y="4148138"/>
              <a:ext cx="123825" cy="250825"/>
            </a:xfrm>
            <a:prstGeom prst="ellipse">
              <a:avLst/>
            </a:prstGeom>
            <a:solidFill>
              <a:srgbClr val="A0A0A0"/>
            </a:solidFill>
            <a:ln w="9525">
              <a:noFill/>
              <a:round/>
              <a:headEnd/>
              <a:tailEnd/>
            </a:ln>
          </p:spPr>
          <p:txBody>
            <a:bodyPr/>
            <a:lstStyle/>
            <a:p>
              <a:pPr algn="ctr" eaLnBrk="0" hangingPunct="0"/>
              <a:endParaRPr lang="nl-BE"/>
            </a:p>
          </p:txBody>
        </p:sp>
        <p:sp>
          <p:nvSpPr>
            <p:cNvPr id="42537" name="Oval 177"/>
            <p:cNvSpPr>
              <a:spLocks noChangeArrowheads="1"/>
            </p:cNvSpPr>
            <p:nvPr/>
          </p:nvSpPr>
          <p:spPr bwMode="auto">
            <a:xfrm rot="-155667">
              <a:off x="3946525" y="4154488"/>
              <a:ext cx="114300" cy="234950"/>
            </a:xfrm>
            <a:prstGeom prst="ellipse">
              <a:avLst/>
            </a:prstGeom>
            <a:solidFill>
              <a:srgbClr val="808080"/>
            </a:solidFill>
            <a:ln w="9525">
              <a:noFill/>
              <a:round/>
              <a:headEnd/>
              <a:tailEnd/>
            </a:ln>
          </p:spPr>
          <p:txBody>
            <a:bodyPr/>
            <a:lstStyle/>
            <a:p>
              <a:pPr algn="ctr" eaLnBrk="0" hangingPunct="0"/>
              <a:endParaRPr lang="nl-BE"/>
            </a:p>
          </p:txBody>
        </p:sp>
        <p:sp>
          <p:nvSpPr>
            <p:cNvPr id="42538" name="Oval 178"/>
            <p:cNvSpPr>
              <a:spLocks noChangeArrowheads="1"/>
            </p:cNvSpPr>
            <p:nvPr/>
          </p:nvSpPr>
          <p:spPr bwMode="auto">
            <a:xfrm rot="-155667">
              <a:off x="4000500" y="4252913"/>
              <a:ext cx="19050" cy="41275"/>
            </a:xfrm>
            <a:prstGeom prst="ellipse">
              <a:avLst/>
            </a:prstGeom>
            <a:solidFill>
              <a:srgbClr val="404040"/>
            </a:solidFill>
            <a:ln w="9525">
              <a:noFill/>
              <a:round/>
              <a:headEnd/>
              <a:tailEnd/>
            </a:ln>
          </p:spPr>
          <p:txBody>
            <a:bodyPr/>
            <a:lstStyle/>
            <a:p>
              <a:pPr algn="ctr" eaLnBrk="0" hangingPunct="0"/>
              <a:endParaRPr lang="nl-BE"/>
            </a:p>
          </p:txBody>
        </p:sp>
        <p:sp>
          <p:nvSpPr>
            <p:cNvPr id="42539" name="Freeform 179"/>
            <p:cNvSpPr>
              <a:spLocks/>
            </p:cNvSpPr>
            <p:nvPr/>
          </p:nvSpPr>
          <p:spPr bwMode="auto">
            <a:xfrm rot="-155667">
              <a:off x="3930650" y="4060825"/>
              <a:ext cx="206375" cy="433388"/>
            </a:xfrm>
            <a:custGeom>
              <a:avLst/>
              <a:gdLst>
                <a:gd name="T0" fmla="*/ 2147483647 w 306"/>
                <a:gd name="T1" fmla="*/ 0 h 925"/>
                <a:gd name="T2" fmla="*/ 2147483647 w 306"/>
                <a:gd name="T3" fmla="*/ 0 h 925"/>
                <a:gd name="T4" fmla="*/ 2147483647 w 306"/>
                <a:gd name="T5" fmla="*/ 2147483647 h 925"/>
                <a:gd name="T6" fmla="*/ 2147483647 w 306"/>
                <a:gd name="T7" fmla="*/ 2147483647 h 925"/>
                <a:gd name="T8" fmla="*/ 2147483647 w 306"/>
                <a:gd name="T9" fmla="*/ 2147483647 h 925"/>
                <a:gd name="T10" fmla="*/ 2147483647 w 306"/>
                <a:gd name="T11" fmla="*/ 2147483647 h 925"/>
                <a:gd name="T12" fmla="*/ 2147483647 w 306"/>
                <a:gd name="T13" fmla="*/ 2147483647 h 925"/>
                <a:gd name="T14" fmla="*/ 2147483647 w 306"/>
                <a:gd name="T15" fmla="*/ 2147483647 h 925"/>
                <a:gd name="T16" fmla="*/ 2147483647 w 306"/>
                <a:gd name="T17" fmla="*/ 2147483647 h 925"/>
                <a:gd name="T18" fmla="*/ 2147483647 w 306"/>
                <a:gd name="T19" fmla="*/ 2147483647 h 925"/>
                <a:gd name="T20" fmla="*/ 2147483647 w 306"/>
                <a:gd name="T21" fmla="*/ 2147483647 h 925"/>
                <a:gd name="T22" fmla="*/ 2147483647 w 306"/>
                <a:gd name="T23" fmla="*/ 2147483647 h 925"/>
                <a:gd name="T24" fmla="*/ 2147483647 w 306"/>
                <a:gd name="T25" fmla="*/ 2147483647 h 925"/>
                <a:gd name="T26" fmla="*/ 2147483647 w 306"/>
                <a:gd name="T27" fmla="*/ 2147483647 h 925"/>
                <a:gd name="T28" fmla="*/ 2147483647 w 306"/>
                <a:gd name="T29" fmla="*/ 2147483647 h 925"/>
                <a:gd name="T30" fmla="*/ 2147483647 w 306"/>
                <a:gd name="T31" fmla="*/ 2147483647 h 925"/>
                <a:gd name="T32" fmla="*/ 2147483647 w 306"/>
                <a:gd name="T33" fmla="*/ 2147483647 h 925"/>
                <a:gd name="T34" fmla="*/ 2147483647 w 306"/>
                <a:gd name="T35" fmla="*/ 2147483647 h 925"/>
                <a:gd name="T36" fmla="*/ 2147483647 w 306"/>
                <a:gd name="T37" fmla="*/ 2147483647 h 925"/>
                <a:gd name="T38" fmla="*/ 2147483647 w 306"/>
                <a:gd name="T39" fmla="*/ 2147483647 h 925"/>
                <a:gd name="T40" fmla="*/ 2147483647 w 306"/>
                <a:gd name="T41" fmla="*/ 2147483647 h 925"/>
                <a:gd name="T42" fmla="*/ 2147483647 w 306"/>
                <a:gd name="T43" fmla="*/ 2147483647 h 925"/>
                <a:gd name="T44" fmla="*/ 2147483647 w 306"/>
                <a:gd name="T45" fmla="*/ 2147483647 h 925"/>
                <a:gd name="T46" fmla="*/ 2147483647 w 306"/>
                <a:gd name="T47" fmla="*/ 2147483647 h 925"/>
                <a:gd name="T48" fmla="*/ 2147483647 w 306"/>
                <a:gd name="T49" fmla="*/ 2147483647 h 925"/>
                <a:gd name="T50" fmla="*/ 2147483647 w 306"/>
                <a:gd name="T51" fmla="*/ 2147483647 h 925"/>
                <a:gd name="T52" fmla="*/ 2147483647 w 306"/>
                <a:gd name="T53" fmla="*/ 2147483647 h 925"/>
                <a:gd name="T54" fmla="*/ 2147483647 w 306"/>
                <a:gd name="T55" fmla="*/ 2147483647 h 925"/>
                <a:gd name="T56" fmla="*/ 0 w 306"/>
                <a:gd name="T57" fmla="*/ 2147483647 h 925"/>
                <a:gd name="T58" fmla="*/ 0 w 306"/>
                <a:gd name="T59" fmla="*/ 2147483647 h 925"/>
                <a:gd name="T60" fmla="*/ 2147483647 w 306"/>
                <a:gd name="T61" fmla="*/ 2147483647 h 925"/>
                <a:gd name="T62" fmla="*/ 2147483647 w 306"/>
                <a:gd name="T63" fmla="*/ 2147483647 h 925"/>
                <a:gd name="T64" fmla="*/ 2147483647 w 306"/>
                <a:gd name="T65" fmla="*/ 2147483647 h 925"/>
                <a:gd name="T66" fmla="*/ 2147483647 w 306"/>
                <a:gd name="T67" fmla="*/ 2147483647 h 925"/>
                <a:gd name="T68" fmla="*/ 2147483647 w 306"/>
                <a:gd name="T69" fmla="*/ 2147483647 h 925"/>
                <a:gd name="T70" fmla="*/ 2147483647 w 306"/>
                <a:gd name="T71" fmla="*/ 2147483647 h 925"/>
                <a:gd name="T72" fmla="*/ 2147483647 w 306"/>
                <a:gd name="T73" fmla="*/ 2147483647 h 925"/>
                <a:gd name="T74" fmla="*/ 2147483647 w 306"/>
                <a:gd name="T75" fmla="*/ 2147483647 h 925"/>
                <a:gd name="T76" fmla="*/ 2147483647 w 306"/>
                <a:gd name="T77" fmla="*/ 2147483647 h 925"/>
                <a:gd name="T78" fmla="*/ 2147483647 w 306"/>
                <a:gd name="T79" fmla="*/ 2147483647 h 925"/>
                <a:gd name="T80" fmla="*/ 2147483647 w 306"/>
                <a:gd name="T81" fmla="*/ 2147483647 h 925"/>
                <a:gd name="T82" fmla="*/ 2147483647 w 306"/>
                <a:gd name="T83" fmla="*/ 2147483647 h 925"/>
                <a:gd name="T84" fmla="*/ 2147483647 w 306"/>
                <a:gd name="T85" fmla="*/ 2147483647 h 925"/>
                <a:gd name="T86" fmla="*/ 2147483647 w 306"/>
                <a:gd name="T87" fmla="*/ 2147483647 h 925"/>
                <a:gd name="T88" fmla="*/ 2147483647 w 306"/>
                <a:gd name="T89" fmla="*/ 2147483647 h 925"/>
                <a:gd name="T90" fmla="*/ 2147483647 w 306"/>
                <a:gd name="T91" fmla="*/ 2147483647 h 925"/>
                <a:gd name="T92" fmla="*/ 2147483647 w 306"/>
                <a:gd name="T93" fmla="*/ 2147483647 h 925"/>
                <a:gd name="T94" fmla="*/ 2147483647 w 306"/>
                <a:gd name="T95" fmla="*/ 2147483647 h 925"/>
                <a:gd name="T96" fmla="*/ 2147483647 w 306"/>
                <a:gd name="T97" fmla="*/ 2147483647 h 925"/>
                <a:gd name="T98" fmla="*/ 2147483647 w 306"/>
                <a:gd name="T99" fmla="*/ 2147483647 h 925"/>
                <a:gd name="T100" fmla="*/ 2147483647 w 306"/>
                <a:gd name="T101" fmla="*/ 2147483647 h 925"/>
                <a:gd name="T102" fmla="*/ 2147483647 w 306"/>
                <a:gd name="T103" fmla="*/ 2147483647 h 925"/>
                <a:gd name="T104" fmla="*/ 2147483647 w 306"/>
                <a:gd name="T105" fmla="*/ 2147483647 h 925"/>
                <a:gd name="T106" fmla="*/ 2147483647 w 306"/>
                <a:gd name="T107" fmla="*/ 0 h 925"/>
                <a:gd name="T108" fmla="*/ 2147483647 w 306"/>
                <a:gd name="T109" fmla="*/ 0 h 925"/>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306"/>
                <a:gd name="T166" fmla="*/ 0 h 925"/>
                <a:gd name="T167" fmla="*/ 306 w 306"/>
                <a:gd name="T168" fmla="*/ 925 h 925"/>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306" h="925">
                  <a:moveTo>
                    <a:pt x="145" y="0"/>
                  </a:moveTo>
                  <a:lnTo>
                    <a:pt x="306" y="0"/>
                  </a:lnTo>
                  <a:lnTo>
                    <a:pt x="304" y="925"/>
                  </a:lnTo>
                  <a:lnTo>
                    <a:pt x="145" y="916"/>
                  </a:lnTo>
                  <a:lnTo>
                    <a:pt x="139" y="915"/>
                  </a:lnTo>
                  <a:lnTo>
                    <a:pt x="133" y="913"/>
                  </a:lnTo>
                  <a:lnTo>
                    <a:pt x="125" y="909"/>
                  </a:lnTo>
                  <a:lnTo>
                    <a:pt x="117" y="904"/>
                  </a:lnTo>
                  <a:lnTo>
                    <a:pt x="108" y="895"/>
                  </a:lnTo>
                  <a:lnTo>
                    <a:pt x="99" y="888"/>
                  </a:lnTo>
                  <a:lnTo>
                    <a:pt x="90" y="877"/>
                  </a:lnTo>
                  <a:lnTo>
                    <a:pt x="83" y="867"/>
                  </a:lnTo>
                  <a:lnTo>
                    <a:pt x="76" y="856"/>
                  </a:lnTo>
                  <a:lnTo>
                    <a:pt x="71" y="844"/>
                  </a:lnTo>
                  <a:lnTo>
                    <a:pt x="66" y="837"/>
                  </a:lnTo>
                  <a:lnTo>
                    <a:pt x="59" y="822"/>
                  </a:lnTo>
                  <a:lnTo>
                    <a:pt x="54" y="805"/>
                  </a:lnTo>
                  <a:lnTo>
                    <a:pt x="48" y="792"/>
                  </a:lnTo>
                  <a:lnTo>
                    <a:pt x="44" y="780"/>
                  </a:lnTo>
                  <a:lnTo>
                    <a:pt x="41" y="769"/>
                  </a:lnTo>
                  <a:lnTo>
                    <a:pt x="34" y="747"/>
                  </a:lnTo>
                  <a:lnTo>
                    <a:pt x="28" y="723"/>
                  </a:lnTo>
                  <a:lnTo>
                    <a:pt x="22" y="697"/>
                  </a:lnTo>
                  <a:lnTo>
                    <a:pt x="17" y="672"/>
                  </a:lnTo>
                  <a:lnTo>
                    <a:pt x="12" y="642"/>
                  </a:lnTo>
                  <a:lnTo>
                    <a:pt x="9" y="610"/>
                  </a:lnTo>
                  <a:lnTo>
                    <a:pt x="4" y="577"/>
                  </a:lnTo>
                  <a:lnTo>
                    <a:pt x="2" y="540"/>
                  </a:lnTo>
                  <a:lnTo>
                    <a:pt x="0" y="502"/>
                  </a:lnTo>
                  <a:lnTo>
                    <a:pt x="0" y="459"/>
                  </a:lnTo>
                  <a:lnTo>
                    <a:pt x="1" y="400"/>
                  </a:lnTo>
                  <a:lnTo>
                    <a:pt x="4" y="346"/>
                  </a:lnTo>
                  <a:lnTo>
                    <a:pt x="9" y="307"/>
                  </a:lnTo>
                  <a:lnTo>
                    <a:pt x="13" y="268"/>
                  </a:lnTo>
                  <a:lnTo>
                    <a:pt x="18" y="237"/>
                  </a:lnTo>
                  <a:lnTo>
                    <a:pt x="22" y="213"/>
                  </a:lnTo>
                  <a:lnTo>
                    <a:pt x="30" y="181"/>
                  </a:lnTo>
                  <a:lnTo>
                    <a:pt x="41" y="144"/>
                  </a:lnTo>
                  <a:lnTo>
                    <a:pt x="50" y="118"/>
                  </a:lnTo>
                  <a:lnTo>
                    <a:pt x="57" y="100"/>
                  </a:lnTo>
                  <a:lnTo>
                    <a:pt x="63" y="90"/>
                  </a:lnTo>
                  <a:lnTo>
                    <a:pt x="69" y="76"/>
                  </a:lnTo>
                  <a:lnTo>
                    <a:pt x="74" y="66"/>
                  </a:lnTo>
                  <a:lnTo>
                    <a:pt x="79" y="55"/>
                  </a:lnTo>
                  <a:lnTo>
                    <a:pt x="84" y="46"/>
                  </a:lnTo>
                  <a:lnTo>
                    <a:pt x="91" y="39"/>
                  </a:lnTo>
                  <a:lnTo>
                    <a:pt x="99" y="30"/>
                  </a:lnTo>
                  <a:lnTo>
                    <a:pt x="104" y="24"/>
                  </a:lnTo>
                  <a:lnTo>
                    <a:pt x="110" y="18"/>
                  </a:lnTo>
                  <a:lnTo>
                    <a:pt x="116" y="12"/>
                  </a:lnTo>
                  <a:lnTo>
                    <a:pt x="123" y="7"/>
                  </a:lnTo>
                  <a:lnTo>
                    <a:pt x="128" y="4"/>
                  </a:lnTo>
                  <a:lnTo>
                    <a:pt x="134" y="1"/>
                  </a:lnTo>
                  <a:lnTo>
                    <a:pt x="138" y="0"/>
                  </a:lnTo>
                  <a:lnTo>
                    <a:pt x="145" y="0"/>
                  </a:lnTo>
                  <a:close/>
                </a:path>
              </a:pathLst>
            </a:custGeom>
            <a:solidFill>
              <a:srgbClr val="202020"/>
            </a:solidFill>
            <a:ln w="9525">
              <a:noFill/>
              <a:round/>
              <a:headEnd/>
              <a:tailEnd/>
            </a:ln>
          </p:spPr>
          <p:txBody>
            <a:bodyPr/>
            <a:lstStyle/>
            <a:p>
              <a:endParaRPr lang="nl-BE"/>
            </a:p>
          </p:txBody>
        </p:sp>
        <p:sp>
          <p:nvSpPr>
            <p:cNvPr id="42540" name="Oval 180"/>
            <p:cNvSpPr>
              <a:spLocks noChangeArrowheads="1"/>
            </p:cNvSpPr>
            <p:nvPr/>
          </p:nvSpPr>
          <p:spPr bwMode="auto">
            <a:xfrm rot="-155667">
              <a:off x="4027488" y="4056063"/>
              <a:ext cx="207962" cy="434975"/>
            </a:xfrm>
            <a:prstGeom prst="ellipse">
              <a:avLst/>
            </a:prstGeom>
            <a:solidFill>
              <a:srgbClr val="404040"/>
            </a:solidFill>
            <a:ln w="9525">
              <a:noFill/>
              <a:round/>
              <a:headEnd/>
              <a:tailEnd/>
            </a:ln>
          </p:spPr>
          <p:txBody>
            <a:bodyPr/>
            <a:lstStyle/>
            <a:p>
              <a:pPr algn="ctr" eaLnBrk="0" hangingPunct="0"/>
              <a:endParaRPr lang="nl-BE"/>
            </a:p>
          </p:txBody>
        </p:sp>
        <p:sp>
          <p:nvSpPr>
            <p:cNvPr id="42541" name="Oval 181"/>
            <p:cNvSpPr>
              <a:spLocks noChangeArrowheads="1"/>
            </p:cNvSpPr>
            <p:nvPr/>
          </p:nvSpPr>
          <p:spPr bwMode="auto">
            <a:xfrm rot="-155667">
              <a:off x="4070350" y="4144963"/>
              <a:ext cx="122238" cy="255587"/>
            </a:xfrm>
            <a:prstGeom prst="ellipse">
              <a:avLst/>
            </a:prstGeom>
            <a:solidFill>
              <a:srgbClr val="A0A0A0"/>
            </a:solidFill>
            <a:ln w="9525">
              <a:noFill/>
              <a:round/>
              <a:headEnd/>
              <a:tailEnd/>
            </a:ln>
          </p:spPr>
          <p:txBody>
            <a:bodyPr/>
            <a:lstStyle/>
            <a:p>
              <a:pPr algn="ctr" eaLnBrk="0" hangingPunct="0"/>
              <a:endParaRPr lang="nl-BE"/>
            </a:p>
          </p:txBody>
        </p:sp>
        <p:sp>
          <p:nvSpPr>
            <p:cNvPr id="42542" name="Oval 182"/>
            <p:cNvSpPr>
              <a:spLocks noChangeArrowheads="1"/>
            </p:cNvSpPr>
            <p:nvPr/>
          </p:nvSpPr>
          <p:spPr bwMode="auto">
            <a:xfrm rot="-155667">
              <a:off x="4068763" y="4151313"/>
              <a:ext cx="114300" cy="239712"/>
            </a:xfrm>
            <a:prstGeom prst="ellipse">
              <a:avLst/>
            </a:prstGeom>
            <a:solidFill>
              <a:srgbClr val="808080"/>
            </a:solidFill>
            <a:ln w="9525">
              <a:noFill/>
              <a:round/>
              <a:headEnd/>
              <a:tailEnd/>
            </a:ln>
          </p:spPr>
          <p:txBody>
            <a:bodyPr/>
            <a:lstStyle/>
            <a:p>
              <a:pPr algn="ctr" eaLnBrk="0" hangingPunct="0"/>
              <a:endParaRPr lang="nl-BE"/>
            </a:p>
          </p:txBody>
        </p:sp>
        <p:sp>
          <p:nvSpPr>
            <p:cNvPr id="42543" name="Oval 183"/>
            <p:cNvSpPr>
              <a:spLocks noChangeArrowheads="1"/>
            </p:cNvSpPr>
            <p:nvPr/>
          </p:nvSpPr>
          <p:spPr bwMode="auto">
            <a:xfrm rot="-155667">
              <a:off x="4121150" y="4251325"/>
              <a:ext cx="19050" cy="44450"/>
            </a:xfrm>
            <a:prstGeom prst="ellipse">
              <a:avLst/>
            </a:prstGeom>
            <a:solidFill>
              <a:srgbClr val="404040"/>
            </a:solidFill>
            <a:ln w="9525">
              <a:noFill/>
              <a:round/>
              <a:headEnd/>
              <a:tailEnd/>
            </a:ln>
          </p:spPr>
          <p:txBody>
            <a:bodyPr/>
            <a:lstStyle/>
            <a:p>
              <a:pPr algn="ctr" eaLnBrk="0" hangingPunct="0"/>
              <a:endParaRPr lang="nl-BE"/>
            </a:p>
          </p:txBody>
        </p:sp>
        <p:sp>
          <p:nvSpPr>
            <p:cNvPr id="42544" name="Freeform 184"/>
            <p:cNvSpPr>
              <a:spLocks/>
            </p:cNvSpPr>
            <p:nvPr/>
          </p:nvSpPr>
          <p:spPr bwMode="auto">
            <a:xfrm rot="-155667">
              <a:off x="3594100" y="4087813"/>
              <a:ext cx="214313" cy="444500"/>
            </a:xfrm>
            <a:custGeom>
              <a:avLst/>
              <a:gdLst>
                <a:gd name="T0" fmla="*/ 2147483647 w 319"/>
                <a:gd name="T1" fmla="*/ 0 h 947"/>
                <a:gd name="T2" fmla="*/ 2147483647 w 319"/>
                <a:gd name="T3" fmla="*/ 0 h 947"/>
                <a:gd name="T4" fmla="*/ 2147483647 w 319"/>
                <a:gd name="T5" fmla="*/ 2147483647 h 947"/>
                <a:gd name="T6" fmla="*/ 2147483647 w 319"/>
                <a:gd name="T7" fmla="*/ 2147483647 h 947"/>
                <a:gd name="T8" fmla="*/ 2147483647 w 319"/>
                <a:gd name="T9" fmla="*/ 2147483647 h 947"/>
                <a:gd name="T10" fmla="*/ 2147483647 w 319"/>
                <a:gd name="T11" fmla="*/ 2147483647 h 947"/>
                <a:gd name="T12" fmla="*/ 2147483647 w 319"/>
                <a:gd name="T13" fmla="*/ 2147483647 h 947"/>
                <a:gd name="T14" fmla="*/ 2147483647 w 319"/>
                <a:gd name="T15" fmla="*/ 2147483647 h 947"/>
                <a:gd name="T16" fmla="*/ 2147483647 w 319"/>
                <a:gd name="T17" fmla="*/ 2147483647 h 947"/>
                <a:gd name="T18" fmla="*/ 2147483647 w 319"/>
                <a:gd name="T19" fmla="*/ 2147483647 h 947"/>
                <a:gd name="T20" fmla="*/ 2147483647 w 319"/>
                <a:gd name="T21" fmla="*/ 2147483647 h 947"/>
                <a:gd name="T22" fmla="*/ 2147483647 w 319"/>
                <a:gd name="T23" fmla="*/ 2147483647 h 947"/>
                <a:gd name="T24" fmla="*/ 2147483647 w 319"/>
                <a:gd name="T25" fmla="*/ 2147483647 h 947"/>
                <a:gd name="T26" fmla="*/ 2147483647 w 319"/>
                <a:gd name="T27" fmla="*/ 2147483647 h 947"/>
                <a:gd name="T28" fmla="*/ 2147483647 w 319"/>
                <a:gd name="T29" fmla="*/ 2147483647 h 947"/>
                <a:gd name="T30" fmla="*/ 2147483647 w 319"/>
                <a:gd name="T31" fmla="*/ 2147483647 h 947"/>
                <a:gd name="T32" fmla="*/ 2147483647 w 319"/>
                <a:gd name="T33" fmla="*/ 2147483647 h 947"/>
                <a:gd name="T34" fmla="*/ 2147483647 w 319"/>
                <a:gd name="T35" fmla="*/ 2147483647 h 947"/>
                <a:gd name="T36" fmla="*/ 2147483647 w 319"/>
                <a:gd name="T37" fmla="*/ 2147483647 h 947"/>
                <a:gd name="T38" fmla="*/ 2147483647 w 319"/>
                <a:gd name="T39" fmla="*/ 2147483647 h 947"/>
                <a:gd name="T40" fmla="*/ 2147483647 w 319"/>
                <a:gd name="T41" fmla="*/ 2147483647 h 947"/>
                <a:gd name="T42" fmla="*/ 2147483647 w 319"/>
                <a:gd name="T43" fmla="*/ 2147483647 h 947"/>
                <a:gd name="T44" fmla="*/ 2147483647 w 319"/>
                <a:gd name="T45" fmla="*/ 2147483647 h 947"/>
                <a:gd name="T46" fmla="*/ 2147483647 w 319"/>
                <a:gd name="T47" fmla="*/ 2147483647 h 947"/>
                <a:gd name="T48" fmla="*/ 2147483647 w 319"/>
                <a:gd name="T49" fmla="*/ 2147483647 h 947"/>
                <a:gd name="T50" fmla="*/ 2147483647 w 319"/>
                <a:gd name="T51" fmla="*/ 2147483647 h 947"/>
                <a:gd name="T52" fmla="*/ 2147483647 w 319"/>
                <a:gd name="T53" fmla="*/ 2147483647 h 947"/>
                <a:gd name="T54" fmla="*/ 2147483647 w 319"/>
                <a:gd name="T55" fmla="*/ 2147483647 h 947"/>
                <a:gd name="T56" fmla="*/ 0 w 319"/>
                <a:gd name="T57" fmla="*/ 2147483647 h 947"/>
                <a:gd name="T58" fmla="*/ 0 w 319"/>
                <a:gd name="T59" fmla="*/ 2147483647 h 947"/>
                <a:gd name="T60" fmla="*/ 2147483647 w 319"/>
                <a:gd name="T61" fmla="*/ 2147483647 h 947"/>
                <a:gd name="T62" fmla="*/ 2147483647 w 319"/>
                <a:gd name="T63" fmla="*/ 2147483647 h 947"/>
                <a:gd name="T64" fmla="*/ 2147483647 w 319"/>
                <a:gd name="T65" fmla="*/ 2147483647 h 947"/>
                <a:gd name="T66" fmla="*/ 2147483647 w 319"/>
                <a:gd name="T67" fmla="*/ 2147483647 h 947"/>
                <a:gd name="T68" fmla="*/ 2147483647 w 319"/>
                <a:gd name="T69" fmla="*/ 2147483647 h 947"/>
                <a:gd name="T70" fmla="*/ 2147483647 w 319"/>
                <a:gd name="T71" fmla="*/ 2147483647 h 947"/>
                <a:gd name="T72" fmla="*/ 2147483647 w 319"/>
                <a:gd name="T73" fmla="*/ 2147483647 h 947"/>
                <a:gd name="T74" fmla="*/ 2147483647 w 319"/>
                <a:gd name="T75" fmla="*/ 2147483647 h 947"/>
                <a:gd name="T76" fmla="*/ 2147483647 w 319"/>
                <a:gd name="T77" fmla="*/ 2147483647 h 947"/>
                <a:gd name="T78" fmla="*/ 2147483647 w 319"/>
                <a:gd name="T79" fmla="*/ 2147483647 h 947"/>
                <a:gd name="T80" fmla="*/ 2147483647 w 319"/>
                <a:gd name="T81" fmla="*/ 2147483647 h 947"/>
                <a:gd name="T82" fmla="*/ 2147483647 w 319"/>
                <a:gd name="T83" fmla="*/ 2147483647 h 947"/>
                <a:gd name="T84" fmla="*/ 2147483647 w 319"/>
                <a:gd name="T85" fmla="*/ 2147483647 h 947"/>
                <a:gd name="T86" fmla="*/ 2147483647 w 319"/>
                <a:gd name="T87" fmla="*/ 2147483647 h 947"/>
                <a:gd name="T88" fmla="*/ 2147483647 w 319"/>
                <a:gd name="T89" fmla="*/ 2147483647 h 947"/>
                <a:gd name="T90" fmla="*/ 2147483647 w 319"/>
                <a:gd name="T91" fmla="*/ 2147483647 h 947"/>
                <a:gd name="T92" fmla="*/ 2147483647 w 319"/>
                <a:gd name="T93" fmla="*/ 2147483647 h 947"/>
                <a:gd name="T94" fmla="*/ 2147483647 w 319"/>
                <a:gd name="T95" fmla="*/ 2147483647 h 947"/>
                <a:gd name="T96" fmla="*/ 2147483647 w 319"/>
                <a:gd name="T97" fmla="*/ 2147483647 h 947"/>
                <a:gd name="T98" fmla="*/ 2147483647 w 319"/>
                <a:gd name="T99" fmla="*/ 2147483647 h 947"/>
                <a:gd name="T100" fmla="*/ 2147483647 w 319"/>
                <a:gd name="T101" fmla="*/ 2147483647 h 947"/>
                <a:gd name="T102" fmla="*/ 2147483647 w 319"/>
                <a:gd name="T103" fmla="*/ 2147483647 h 947"/>
                <a:gd name="T104" fmla="*/ 2147483647 w 319"/>
                <a:gd name="T105" fmla="*/ 2147483647 h 947"/>
                <a:gd name="T106" fmla="*/ 2147483647 w 319"/>
                <a:gd name="T107" fmla="*/ 0 h 947"/>
                <a:gd name="T108" fmla="*/ 2147483647 w 319"/>
                <a:gd name="T109" fmla="*/ 0 h 947"/>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319"/>
                <a:gd name="T166" fmla="*/ 0 h 947"/>
                <a:gd name="T167" fmla="*/ 319 w 319"/>
                <a:gd name="T168" fmla="*/ 947 h 947"/>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319" h="947">
                  <a:moveTo>
                    <a:pt x="151" y="0"/>
                  </a:moveTo>
                  <a:lnTo>
                    <a:pt x="319" y="0"/>
                  </a:lnTo>
                  <a:lnTo>
                    <a:pt x="317" y="947"/>
                  </a:lnTo>
                  <a:lnTo>
                    <a:pt x="151" y="938"/>
                  </a:lnTo>
                  <a:lnTo>
                    <a:pt x="145" y="936"/>
                  </a:lnTo>
                  <a:lnTo>
                    <a:pt x="139" y="935"/>
                  </a:lnTo>
                  <a:lnTo>
                    <a:pt x="130" y="930"/>
                  </a:lnTo>
                  <a:lnTo>
                    <a:pt x="121" y="926"/>
                  </a:lnTo>
                  <a:lnTo>
                    <a:pt x="112" y="917"/>
                  </a:lnTo>
                  <a:lnTo>
                    <a:pt x="102" y="908"/>
                  </a:lnTo>
                  <a:lnTo>
                    <a:pt x="94" y="897"/>
                  </a:lnTo>
                  <a:lnTo>
                    <a:pt x="87" y="887"/>
                  </a:lnTo>
                  <a:lnTo>
                    <a:pt x="80" y="876"/>
                  </a:lnTo>
                  <a:lnTo>
                    <a:pt x="75" y="864"/>
                  </a:lnTo>
                  <a:lnTo>
                    <a:pt x="69" y="857"/>
                  </a:lnTo>
                  <a:lnTo>
                    <a:pt x="62" y="840"/>
                  </a:lnTo>
                  <a:lnTo>
                    <a:pt x="56" y="825"/>
                  </a:lnTo>
                  <a:lnTo>
                    <a:pt x="50" y="810"/>
                  </a:lnTo>
                  <a:lnTo>
                    <a:pt x="46" y="798"/>
                  </a:lnTo>
                  <a:lnTo>
                    <a:pt x="43" y="788"/>
                  </a:lnTo>
                  <a:lnTo>
                    <a:pt x="35" y="764"/>
                  </a:lnTo>
                  <a:lnTo>
                    <a:pt x="30" y="740"/>
                  </a:lnTo>
                  <a:lnTo>
                    <a:pt x="24" y="714"/>
                  </a:lnTo>
                  <a:lnTo>
                    <a:pt x="18" y="686"/>
                  </a:lnTo>
                  <a:lnTo>
                    <a:pt x="13" y="657"/>
                  </a:lnTo>
                  <a:lnTo>
                    <a:pt x="9" y="626"/>
                  </a:lnTo>
                  <a:lnTo>
                    <a:pt x="5" y="590"/>
                  </a:lnTo>
                  <a:lnTo>
                    <a:pt x="2" y="552"/>
                  </a:lnTo>
                  <a:lnTo>
                    <a:pt x="0" y="515"/>
                  </a:lnTo>
                  <a:lnTo>
                    <a:pt x="0" y="470"/>
                  </a:lnTo>
                  <a:lnTo>
                    <a:pt x="1" y="410"/>
                  </a:lnTo>
                  <a:lnTo>
                    <a:pt x="5" y="354"/>
                  </a:lnTo>
                  <a:lnTo>
                    <a:pt x="9" y="315"/>
                  </a:lnTo>
                  <a:lnTo>
                    <a:pt x="14" y="275"/>
                  </a:lnTo>
                  <a:lnTo>
                    <a:pt x="19" y="243"/>
                  </a:lnTo>
                  <a:lnTo>
                    <a:pt x="24" y="219"/>
                  </a:lnTo>
                  <a:lnTo>
                    <a:pt x="32" y="185"/>
                  </a:lnTo>
                  <a:lnTo>
                    <a:pt x="43" y="149"/>
                  </a:lnTo>
                  <a:lnTo>
                    <a:pt x="53" y="122"/>
                  </a:lnTo>
                  <a:lnTo>
                    <a:pt x="60" y="102"/>
                  </a:lnTo>
                  <a:lnTo>
                    <a:pt x="66" y="90"/>
                  </a:lnTo>
                  <a:lnTo>
                    <a:pt x="72" y="77"/>
                  </a:lnTo>
                  <a:lnTo>
                    <a:pt x="78" y="66"/>
                  </a:lnTo>
                  <a:lnTo>
                    <a:pt x="83" y="57"/>
                  </a:lnTo>
                  <a:lnTo>
                    <a:pt x="89" y="48"/>
                  </a:lnTo>
                  <a:lnTo>
                    <a:pt x="96" y="39"/>
                  </a:lnTo>
                  <a:lnTo>
                    <a:pt x="103" y="30"/>
                  </a:lnTo>
                  <a:lnTo>
                    <a:pt x="109" y="24"/>
                  </a:lnTo>
                  <a:lnTo>
                    <a:pt x="115" y="18"/>
                  </a:lnTo>
                  <a:lnTo>
                    <a:pt x="120" y="12"/>
                  </a:lnTo>
                  <a:lnTo>
                    <a:pt x="128" y="8"/>
                  </a:lnTo>
                  <a:lnTo>
                    <a:pt x="134" y="5"/>
                  </a:lnTo>
                  <a:lnTo>
                    <a:pt x="139" y="2"/>
                  </a:lnTo>
                  <a:lnTo>
                    <a:pt x="144" y="0"/>
                  </a:lnTo>
                  <a:lnTo>
                    <a:pt x="151" y="0"/>
                  </a:lnTo>
                  <a:close/>
                </a:path>
              </a:pathLst>
            </a:custGeom>
            <a:solidFill>
              <a:srgbClr val="202020"/>
            </a:solidFill>
            <a:ln w="9525">
              <a:noFill/>
              <a:round/>
              <a:headEnd/>
              <a:tailEnd/>
            </a:ln>
          </p:spPr>
          <p:txBody>
            <a:bodyPr/>
            <a:lstStyle/>
            <a:p>
              <a:endParaRPr lang="nl-BE"/>
            </a:p>
          </p:txBody>
        </p:sp>
        <p:sp>
          <p:nvSpPr>
            <p:cNvPr id="42545" name="Oval 185"/>
            <p:cNvSpPr>
              <a:spLocks noChangeArrowheads="1"/>
            </p:cNvSpPr>
            <p:nvPr/>
          </p:nvSpPr>
          <p:spPr bwMode="auto">
            <a:xfrm rot="-155667">
              <a:off x="3695700" y="4083050"/>
              <a:ext cx="217488" cy="446088"/>
            </a:xfrm>
            <a:prstGeom prst="ellipse">
              <a:avLst/>
            </a:prstGeom>
            <a:solidFill>
              <a:srgbClr val="404040"/>
            </a:solidFill>
            <a:ln w="9525">
              <a:noFill/>
              <a:round/>
              <a:headEnd/>
              <a:tailEnd/>
            </a:ln>
          </p:spPr>
          <p:txBody>
            <a:bodyPr/>
            <a:lstStyle/>
            <a:p>
              <a:pPr algn="ctr" eaLnBrk="0" hangingPunct="0"/>
              <a:endParaRPr lang="nl-BE"/>
            </a:p>
          </p:txBody>
        </p:sp>
        <p:sp>
          <p:nvSpPr>
            <p:cNvPr id="42546" name="Oval 186"/>
            <p:cNvSpPr>
              <a:spLocks noChangeArrowheads="1"/>
            </p:cNvSpPr>
            <p:nvPr/>
          </p:nvSpPr>
          <p:spPr bwMode="auto">
            <a:xfrm rot="-155667">
              <a:off x="3740150" y="4175125"/>
              <a:ext cx="128588" cy="260350"/>
            </a:xfrm>
            <a:prstGeom prst="ellipse">
              <a:avLst/>
            </a:prstGeom>
            <a:solidFill>
              <a:srgbClr val="A0A0A0"/>
            </a:solidFill>
            <a:ln w="9525">
              <a:noFill/>
              <a:round/>
              <a:headEnd/>
              <a:tailEnd/>
            </a:ln>
          </p:spPr>
          <p:txBody>
            <a:bodyPr/>
            <a:lstStyle/>
            <a:p>
              <a:pPr algn="ctr" eaLnBrk="0" hangingPunct="0"/>
              <a:endParaRPr lang="nl-BE"/>
            </a:p>
          </p:txBody>
        </p:sp>
        <p:sp>
          <p:nvSpPr>
            <p:cNvPr id="42547" name="Oval 187"/>
            <p:cNvSpPr>
              <a:spLocks noChangeArrowheads="1"/>
            </p:cNvSpPr>
            <p:nvPr/>
          </p:nvSpPr>
          <p:spPr bwMode="auto">
            <a:xfrm rot="-155667">
              <a:off x="3738563" y="4181475"/>
              <a:ext cx="119062" cy="244475"/>
            </a:xfrm>
            <a:prstGeom prst="ellipse">
              <a:avLst/>
            </a:prstGeom>
            <a:solidFill>
              <a:srgbClr val="808080"/>
            </a:solidFill>
            <a:ln w="9525">
              <a:noFill/>
              <a:round/>
              <a:headEnd/>
              <a:tailEnd/>
            </a:ln>
          </p:spPr>
          <p:txBody>
            <a:bodyPr/>
            <a:lstStyle/>
            <a:p>
              <a:pPr algn="ctr" eaLnBrk="0" hangingPunct="0"/>
              <a:endParaRPr lang="nl-BE"/>
            </a:p>
          </p:txBody>
        </p:sp>
        <p:sp>
          <p:nvSpPr>
            <p:cNvPr id="42548" name="Oval 188"/>
            <p:cNvSpPr>
              <a:spLocks noChangeArrowheads="1"/>
            </p:cNvSpPr>
            <p:nvPr/>
          </p:nvSpPr>
          <p:spPr bwMode="auto">
            <a:xfrm rot="-155667">
              <a:off x="3792538" y="4283075"/>
              <a:ext cx="22225" cy="44450"/>
            </a:xfrm>
            <a:prstGeom prst="ellipse">
              <a:avLst/>
            </a:prstGeom>
            <a:solidFill>
              <a:srgbClr val="404040"/>
            </a:solidFill>
            <a:ln w="9525">
              <a:noFill/>
              <a:round/>
              <a:headEnd/>
              <a:tailEnd/>
            </a:ln>
          </p:spPr>
          <p:txBody>
            <a:bodyPr/>
            <a:lstStyle/>
            <a:p>
              <a:pPr algn="ctr" eaLnBrk="0" hangingPunct="0"/>
              <a:endParaRPr lang="nl-BE"/>
            </a:p>
          </p:txBody>
        </p:sp>
        <p:sp>
          <p:nvSpPr>
            <p:cNvPr id="42549" name="Freeform 189"/>
            <p:cNvSpPr>
              <a:spLocks/>
            </p:cNvSpPr>
            <p:nvPr/>
          </p:nvSpPr>
          <p:spPr bwMode="auto">
            <a:xfrm rot="-155667">
              <a:off x="3721100" y="4083050"/>
              <a:ext cx="214313" cy="454025"/>
            </a:xfrm>
            <a:custGeom>
              <a:avLst/>
              <a:gdLst>
                <a:gd name="T0" fmla="*/ 2147483647 w 320"/>
                <a:gd name="T1" fmla="*/ 0 h 968"/>
                <a:gd name="T2" fmla="*/ 2147483647 w 320"/>
                <a:gd name="T3" fmla="*/ 0 h 968"/>
                <a:gd name="T4" fmla="*/ 2147483647 w 320"/>
                <a:gd name="T5" fmla="*/ 2147483647 h 968"/>
                <a:gd name="T6" fmla="*/ 2147483647 w 320"/>
                <a:gd name="T7" fmla="*/ 2147483647 h 968"/>
                <a:gd name="T8" fmla="*/ 2147483647 w 320"/>
                <a:gd name="T9" fmla="*/ 2147483647 h 968"/>
                <a:gd name="T10" fmla="*/ 2147483647 w 320"/>
                <a:gd name="T11" fmla="*/ 2147483647 h 968"/>
                <a:gd name="T12" fmla="*/ 2147483647 w 320"/>
                <a:gd name="T13" fmla="*/ 2147483647 h 968"/>
                <a:gd name="T14" fmla="*/ 2147483647 w 320"/>
                <a:gd name="T15" fmla="*/ 2147483647 h 968"/>
                <a:gd name="T16" fmla="*/ 2147483647 w 320"/>
                <a:gd name="T17" fmla="*/ 2147483647 h 968"/>
                <a:gd name="T18" fmla="*/ 2147483647 w 320"/>
                <a:gd name="T19" fmla="*/ 2147483647 h 968"/>
                <a:gd name="T20" fmla="*/ 2147483647 w 320"/>
                <a:gd name="T21" fmla="*/ 2147483647 h 968"/>
                <a:gd name="T22" fmla="*/ 2147483647 w 320"/>
                <a:gd name="T23" fmla="*/ 2147483647 h 968"/>
                <a:gd name="T24" fmla="*/ 2147483647 w 320"/>
                <a:gd name="T25" fmla="*/ 2147483647 h 968"/>
                <a:gd name="T26" fmla="*/ 2147483647 w 320"/>
                <a:gd name="T27" fmla="*/ 2147483647 h 968"/>
                <a:gd name="T28" fmla="*/ 2147483647 w 320"/>
                <a:gd name="T29" fmla="*/ 2147483647 h 968"/>
                <a:gd name="T30" fmla="*/ 2147483647 w 320"/>
                <a:gd name="T31" fmla="*/ 2147483647 h 968"/>
                <a:gd name="T32" fmla="*/ 2147483647 w 320"/>
                <a:gd name="T33" fmla="*/ 2147483647 h 968"/>
                <a:gd name="T34" fmla="*/ 2147483647 w 320"/>
                <a:gd name="T35" fmla="*/ 2147483647 h 968"/>
                <a:gd name="T36" fmla="*/ 2147483647 w 320"/>
                <a:gd name="T37" fmla="*/ 2147483647 h 968"/>
                <a:gd name="T38" fmla="*/ 2147483647 w 320"/>
                <a:gd name="T39" fmla="*/ 2147483647 h 968"/>
                <a:gd name="T40" fmla="*/ 2147483647 w 320"/>
                <a:gd name="T41" fmla="*/ 2147483647 h 968"/>
                <a:gd name="T42" fmla="*/ 2147483647 w 320"/>
                <a:gd name="T43" fmla="*/ 2147483647 h 968"/>
                <a:gd name="T44" fmla="*/ 2147483647 w 320"/>
                <a:gd name="T45" fmla="*/ 2147483647 h 968"/>
                <a:gd name="T46" fmla="*/ 2147483647 w 320"/>
                <a:gd name="T47" fmla="*/ 2147483647 h 968"/>
                <a:gd name="T48" fmla="*/ 2147483647 w 320"/>
                <a:gd name="T49" fmla="*/ 2147483647 h 968"/>
                <a:gd name="T50" fmla="*/ 2147483647 w 320"/>
                <a:gd name="T51" fmla="*/ 2147483647 h 968"/>
                <a:gd name="T52" fmla="*/ 2147483647 w 320"/>
                <a:gd name="T53" fmla="*/ 2147483647 h 968"/>
                <a:gd name="T54" fmla="*/ 2147483647 w 320"/>
                <a:gd name="T55" fmla="*/ 2147483647 h 968"/>
                <a:gd name="T56" fmla="*/ 0 w 320"/>
                <a:gd name="T57" fmla="*/ 2147483647 h 968"/>
                <a:gd name="T58" fmla="*/ 2147483647 w 320"/>
                <a:gd name="T59" fmla="*/ 2147483647 h 968"/>
                <a:gd name="T60" fmla="*/ 2147483647 w 320"/>
                <a:gd name="T61" fmla="*/ 2147483647 h 968"/>
                <a:gd name="T62" fmla="*/ 2147483647 w 320"/>
                <a:gd name="T63" fmla="*/ 2147483647 h 968"/>
                <a:gd name="T64" fmla="*/ 2147483647 w 320"/>
                <a:gd name="T65" fmla="*/ 2147483647 h 968"/>
                <a:gd name="T66" fmla="*/ 2147483647 w 320"/>
                <a:gd name="T67" fmla="*/ 2147483647 h 968"/>
                <a:gd name="T68" fmla="*/ 2147483647 w 320"/>
                <a:gd name="T69" fmla="*/ 2147483647 h 968"/>
                <a:gd name="T70" fmla="*/ 2147483647 w 320"/>
                <a:gd name="T71" fmla="*/ 2147483647 h 968"/>
                <a:gd name="T72" fmla="*/ 2147483647 w 320"/>
                <a:gd name="T73" fmla="*/ 2147483647 h 968"/>
                <a:gd name="T74" fmla="*/ 2147483647 w 320"/>
                <a:gd name="T75" fmla="*/ 2147483647 h 968"/>
                <a:gd name="T76" fmla="*/ 2147483647 w 320"/>
                <a:gd name="T77" fmla="*/ 2147483647 h 968"/>
                <a:gd name="T78" fmla="*/ 2147483647 w 320"/>
                <a:gd name="T79" fmla="*/ 2147483647 h 968"/>
                <a:gd name="T80" fmla="*/ 2147483647 w 320"/>
                <a:gd name="T81" fmla="*/ 2147483647 h 968"/>
                <a:gd name="T82" fmla="*/ 2147483647 w 320"/>
                <a:gd name="T83" fmla="*/ 2147483647 h 968"/>
                <a:gd name="T84" fmla="*/ 2147483647 w 320"/>
                <a:gd name="T85" fmla="*/ 2147483647 h 968"/>
                <a:gd name="T86" fmla="*/ 2147483647 w 320"/>
                <a:gd name="T87" fmla="*/ 2147483647 h 968"/>
                <a:gd name="T88" fmla="*/ 2147483647 w 320"/>
                <a:gd name="T89" fmla="*/ 2147483647 h 968"/>
                <a:gd name="T90" fmla="*/ 2147483647 w 320"/>
                <a:gd name="T91" fmla="*/ 2147483647 h 968"/>
                <a:gd name="T92" fmla="*/ 2147483647 w 320"/>
                <a:gd name="T93" fmla="*/ 2147483647 h 968"/>
                <a:gd name="T94" fmla="*/ 2147483647 w 320"/>
                <a:gd name="T95" fmla="*/ 2147483647 h 968"/>
                <a:gd name="T96" fmla="*/ 2147483647 w 320"/>
                <a:gd name="T97" fmla="*/ 2147483647 h 968"/>
                <a:gd name="T98" fmla="*/ 2147483647 w 320"/>
                <a:gd name="T99" fmla="*/ 2147483647 h 968"/>
                <a:gd name="T100" fmla="*/ 2147483647 w 320"/>
                <a:gd name="T101" fmla="*/ 2147483647 h 968"/>
                <a:gd name="T102" fmla="*/ 2147483647 w 320"/>
                <a:gd name="T103" fmla="*/ 2147483647 h 968"/>
                <a:gd name="T104" fmla="*/ 2147483647 w 320"/>
                <a:gd name="T105" fmla="*/ 2147483647 h 968"/>
                <a:gd name="T106" fmla="*/ 2147483647 w 320"/>
                <a:gd name="T107" fmla="*/ 2147483647 h 968"/>
                <a:gd name="T108" fmla="*/ 2147483647 w 320"/>
                <a:gd name="T109" fmla="*/ 0 h 96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320"/>
                <a:gd name="T166" fmla="*/ 0 h 968"/>
                <a:gd name="T167" fmla="*/ 320 w 320"/>
                <a:gd name="T168" fmla="*/ 968 h 96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320" h="968">
                  <a:moveTo>
                    <a:pt x="150" y="0"/>
                  </a:moveTo>
                  <a:lnTo>
                    <a:pt x="320" y="0"/>
                  </a:lnTo>
                  <a:lnTo>
                    <a:pt x="317" y="968"/>
                  </a:lnTo>
                  <a:lnTo>
                    <a:pt x="150" y="960"/>
                  </a:lnTo>
                  <a:lnTo>
                    <a:pt x="144" y="957"/>
                  </a:lnTo>
                  <a:lnTo>
                    <a:pt x="138" y="956"/>
                  </a:lnTo>
                  <a:lnTo>
                    <a:pt x="130" y="951"/>
                  </a:lnTo>
                  <a:lnTo>
                    <a:pt x="121" y="947"/>
                  </a:lnTo>
                  <a:lnTo>
                    <a:pt x="112" y="938"/>
                  </a:lnTo>
                  <a:lnTo>
                    <a:pt x="102" y="929"/>
                  </a:lnTo>
                  <a:lnTo>
                    <a:pt x="94" y="918"/>
                  </a:lnTo>
                  <a:lnTo>
                    <a:pt x="86" y="908"/>
                  </a:lnTo>
                  <a:lnTo>
                    <a:pt x="80" y="897"/>
                  </a:lnTo>
                  <a:lnTo>
                    <a:pt x="75" y="884"/>
                  </a:lnTo>
                  <a:lnTo>
                    <a:pt x="69" y="876"/>
                  </a:lnTo>
                  <a:lnTo>
                    <a:pt x="62" y="860"/>
                  </a:lnTo>
                  <a:lnTo>
                    <a:pt x="57" y="843"/>
                  </a:lnTo>
                  <a:lnTo>
                    <a:pt x="51" y="828"/>
                  </a:lnTo>
                  <a:lnTo>
                    <a:pt x="47" y="816"/>
                  </a:lnTo>
                  <a:lnTo>
                    <a:pt x="43" y="806"/>
                  </a:lnTo>
                  <a:lnTo>
                    <a:pt x="36" y="782"/>
                  </a:lnTo>
                  <a:lnTo>
                    <a:pt x="30" y="758"/>
                  </a:lnTo>
                  <a:lnTo>
                    <a:pt x="24" y="731"/>
                  </a:lnTo>
                  <a:lnTo>
                    <a:pt x="18" y="702"/>
                  </a:lnTo>
                  <a:lnTo>
                    <a:pt x="13" y="669"/>
                  </a:lnTo>
                  <a:lnTo>
                    <a:pt x="10" y="639"/>
                  </a:lnTo>
                  <a:lnTo>
                    <a:pt x="5" y="605"/>
                  </a:lnTo>
                  <a:lnTo>
                    <a:pt x="3" y="564"/>
                  </a:lnTo>
                  <a:lnTo>
                    <a:pt x="0" y="525"/>
                  </a:lnTo>
                  <a:lnTo>
                    <a:pt x="1" y="480"/>
                  </a:lnTo>
                  <a:lnTo>
                    <a:pt x="2" y="419"/>
                  </a:lnTo>
                  <a:lnTo>
                    <a:pt x="5" y="363"/>
                  </a:lnTo>
                  <a:lnTo>
                    <a:pt x="10" y="321"/>
                  </a:lnTo>
                  <a:lnTo>
                    <a:pt x="15" y="281"/>
                  </a:lnTo>
                  <a:lnTo>
                    <a:pt x="19" y="249"/>
                  </a:lnTo>
                  <a:lnTo>
                    <a:pt x="24" y="224"/>
                  </a:lnTo>
                  <a:lnTo>
                    <a:pt x="32" y="191"/>
                  </a:lnTo>
                  <a:lnTo>
                    <a:pt x="44" y="152"/>
                  </a:lnTo>
                  <a:lnTo>
                    <a:pt x="53" y="125"/>
                  </a:lnTo>
                  <a:lnTo>
                    <a:pt x="61" y="105"/>
                  </a:lnTo>
                  <a:lnTo>
                    <a:pt x="66" y="93"/>
                  </a:lnTo>
                  <a:lnTo>
                    <a:pt x="73" y="78"/>
                  </a:lnTo>
                  <a:lnTo>
                    <a:pt x="78" y="68"/>
                  </a:lnTo>
                  <a:lnTo>
                    <a:pt x="82" y="59"/>
                  </a:lnTo>
                  <a:lnTo>
                    <a:pt x="88" y="50"/>
                  </a:lnTo>
                  <a:lnTo>
                    <a:pt x="95" y="41"/>
                  </a:lnTo>
                  <a:lnTo>
                    <a:pt x="102" y="32"/>
                  </a:lnTo>
                  <a:lnTo>
                    <a:pt x="108" y="24"/>
                  </a:lnTo>
                  <a:lnTo>
                    <a:pt x="114" y="20"/>
                  </a:lnTo>
                  <a:lnTo>
                    <a:pt x="120" y="14"/>
                  </a:lnTo>
                  <a:lnTo>
                    <a:pt x="127" y="9"/>
                  </a:lnTo>
                  <a:lnTo>
                    <a:pt x="133" y="5"/>
                  </a:lnTo>
                  <a:lnTo>
                    <a:pt x="139" y="3"/>
                  </a:lnTo>
                  <a:lnTo>
                    <a:pt x="144" y="2"/>
                  </a:lnTo>
                  <a:lnTo>
                    <a:pt x="150" y="0"/>
                  </a:lnTo>
                  <a:close/>
                </a:path>
              </a:pathLst>
            </a:custGeom>
            <a:solidFill>
              <a:srgbClr val="202020"/>
            </a:solidFill>
            <a:ln w="9525">
              <a:noFill/>
              <a:round/>
              <a:headEnd/>
              <a:tailEnd/>
            </a:ln>
          </p:spPr>
          <p:txBody>
            <a:bodyPr/>
            <a:lstStyle/>
            <a:p>
              <a:endParaRPr lang="nl-BE"/>
            </a:p>
          </p:txBody>
        </p:sp>
        <p:sp>
          <p:nvSpPr>
            <p:cNvPr id="42550" name="Oval 190"/>
            <p:cNvSpPr>
              <a:spLocks noChangeArrowheads="1"/>
            </p:cNvSpPr>
            <p:nvPr/>
          </p:nvSpPr>
          <p:spPr bwMode="auto">
            <a:xfrm rot="-155667">
              <a:off x="3822700" y="4078288"/>
              <a:ext cx="217488" cy="455612"/>
            </a:xfrm>
            <a:prstGeom prst="ellipse">
              <a:avLst/>
            </a:prstGeom>
            <a:solidFill>
              <a:srgbClr val="404040"/>
            </a:solidFill>
            <a:ln w="9525">
              <a:noFill/>
              <a:round/>
              <a:headEnd/>
              <a:tailEnd/>
            </a:ln>
          </p:spPr>
          <p:txBody>
            <a:bodyPr/>
            <a:lstStyle/>
            <a:p>
              <a:pPr algn="ctr" eaLnBrk="0" hangingPunct="0"/>
              <a:endParaRPr lang="nl-BE"/>
            </a:p>
          </p:txBody>
        </p:sp>
        <p:sp>
          <p:nvSpPr>
            <p:cNvPr id="42551" name="Oval 191"/>
            <p:cNvSpPr>
              <a:spLocks noChangeArrowheads="1"/>
            </p:cNvSpPr>
            <p:nvPr/>
          </p:nvSpPr>
          <p:spPr bwMode="auto">
            <a:xfrm rot="-155667">
              <a:off x="3867150" y="4171950"/>
              <a:ext cx="127000" cy="268288"/>
            </a:xfrm>
            <a:prstGeom prst="ellipse">
              <a:avLst/>
            </a:prstGeom>
            <a:solidFill>
              <a:srgbClr val="A0A0A0"/>
            </a:solidFill>
            <a:ln w="9525">
              <a:noFill/>
              <a:round/>
              <a:headEnd/>
              <a:tailEnd/>
            </a:ln>
          </p:spPr>
          <p:txBody>
            <a:bodyPr/>
            <a:lstStyle/>
            <a:p>
              <a:pPr algn="ctr" eaLnBrk="0" hangingPunct="0"/>
              <a:endParaRPr lang="nl-BE"/>
            </a:p>
          </p:txBody>
        </p:sp>
        <p:sp>
          <p:nvSpPr>
            <p:cNvPr id="42552" name="Oval 192"/>
            <p:cNvSpPr>
              <a:spLocks noChangeArrowheads="1"/>
            </p:cNvSpPr>
            <p:nvPr/>
          </p:nvSpPr>
          <p:spPr bwMode="auto">
            <a:xfrm rot="-155667">
              <a:off x="3867150" y="4178300"/>
              <a:ext cx="117475" cy="252413"/>
            </a:xfrm>
            <a:prstGeom prst="ellipse">
              <a:avLst/>
            </a:prstGeom>
            <a:solidFill>
              <a:srgbClr val="808080"/>
            </a:solidFill>
            <a:ln w="9525">
              <a:noFill/>
              <a:round/>
              <a:headEnd/>
              <a:tailEnd/>
            </a:ln>
          </p:spPr>
          <p:txBody>
            <a:bodyPr/>
            <a:lstStyle/>
            <a:p>
              <a:pPr algn="ctr" eaLnBrk="0" hangingPunct="0"/>
              <a:endParaRPr lang="nl-BE"/>
            </a:p>
          </p:txBody>
        </p:sp>
        <p:sp>
          <p:nvSpPr>
            <p:cNvPr id="42553" name="Oval 193"/>
            <p:cNvSpPr>
              <a:spLocks noChangeArrowheads="1"/>
            </p:cNvSpPr>
            <p:nvPr/>
          </p:nvSpPr>
          <p:spPr bwMode="auto">
            <a:xfrm rot="-155667">
              <a:off x="3919538" y="4281488"/>
              <a:ext cx="20637" cy="46037"/>
            </a:xfrm>
            <a:prstGeom prst="ellipse">
              <a:avLst/>
            </a:prstGeom>
            <a:solidFill>
              <a:srgbClr val="404040"/>
            </a:solidFill>
            <a:ln w="9525">
              <a:noFill/>
              <a:round/>
              <a:headEnd/>
              <a:tailEnd/>
            </a:ln>
          </p:spPr>
          <p:txBody>
            <a:bodyPr/>
            <a:lstStyle/>
            <a:p>
              <a:pPr algn="ctr" eaLnBrk="0" hangingPunct="0"/>
              <a:endParaRPr lang="nl-BE"/>
            </a:p>
          </p:txBody>
        </p:sp>
        <p:sp>
          <p:nvSpPr>
            <p:cNvPr id="42554" name="Freeform 194"/>
            <p:cNvSpPr>
              <a:spLocks/>
            </p:cNvSpPr>
            <p:nvPr/>
          </p:nvSpPr>
          <p:spPr bwMode="auto">
            <a:xfrm rot="-155667">
              <a:off x="4762500" y="3397250"/>
              <a:ext cx="357188" cy="160338"/>
            </a:xfrm>
            <a:custGeom>
              <a:avLst/>
              <a:gdLst>
                <a:gd name="T0" fmla="*/ 2147483647 w 531"/>
                <a:gd name="T1" fmla="*/ 0 h 342"/>
                <a:gd name="T2" fmla="*/ 2147483647 w 531"/>
                <a:gd name="T3" fmla="*/ 2147483647 h 342"/>
                <a:gd name="T4" fmla="*/ 2147483647 w 531"/>
                <a:gd name="T5" fmla="*/ 2147483647 h 342"/>
                <a:gd name="T6" fmla="*/ 2147483647 w 531"/>
                <a:gd name="T7" fmla="*/ 2147483647 h 342"/>
                <a:gd name="T8" fmla="*/ 2147483647 w 531"/>
                <a:gd name="T9" fmla="*/ 2147483647 h 342"/>
                <a:gd name="T10" fmla="*/ 2147483647 w 531"/>
                <a:gd name="T11" fmla="*/ 2147483647 h 342"/>
                <a:gd name="T12" fmla="*/ 2147483647 w 531"/>
                <a:gd name="T13" fmla="*/ 2147483647 h 342"/>
                <a:gd name="T14" fmla="*/ 2147483647 w 531"/>
                <a:gd name="T15" fmla="*/ 2147483647 h 342"/>
                <a:gd name="T16" fmla="*/ 2147483647 w 531"/>
                <a:gd name="T17" fmla="*/ 2147483647 h 342"/>
                <a:gd name="T18" fmla="*/ 0 w 531"/>
                <a:gd name="T19" fmla="*/ 2147483647 h 342"/>
                <a:gd name="T20" fmla="*/ 0 w 531"/>
                <a:gd name="T21" fmla="*/ 0 h 342"/>
                <a:gd name="T22" fmla="*/ 2147483647 w 531"/>
                <a:gd name="T23" fmla="*/ 0 h 34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31"/>
                <a:gd name="T37" fmla="*/ 0 h 342"/>
                <a:gd name="T38" fmla="*/ 531 w 531"/>
                <a:gd name="T39" fmla="*/ 342 h 34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31" h="342">
                  <a:moveTo>
                    <a:pt x="397" y="0"/>
                  </a:moveTo>
                  <a:lnTo>
                    <a:pt x="412" y="3"/>
                  </a:lnTo>
                  <a:lnTo>
                    <a:pt x="424" y="9"/>
                  </a:lnTo>
                  <a:lnTo>
                    <a:pt x="434" y="15"/>
                  </a:lnTo>
                  <a:lnTo>
                    <a:pt x="442" y="27"/>
                  </a:lnTo>
                  <a:lnTo>
                    <a:pt x="448" y="39"/>
                  </a:lnTo>
                  <a:lnTo>
                    <a:pt x="454" y="54"/>
                  </a:lnTo>
                  <a:lnTo>
                    <a:pt x="531" y="342"/>
                  </a:lnTo>
                  <a:lnTo>
                    <a:pt x="384" y="260"/>
                  </a:lnTo>
                  <a:lnTo>
                    <a:pt x="0" y="260"/>
                  </a:lnTo>
                  <a:lnTo>
                    <a:pt x="0" y="0"/>
                  </a:lnTo>
                  <a:lnTo>
                    <a:pt x="397" y="0"/>
                  </a:lnTo>
                  <a:close/>
                </a:path>
              </a:pathLst>
            </a:custGeom>
            <a:solidFill>
              <a:srgbClr val="E0E0E0"/>
            </a:solidFill>
            <a:ln w="6350">
              <a:solidFill>
                <a:srgbClr val="000000"/>
              </a:solidFill>
              <a:prstDash val="solid"/>
              <a:round/>
              <a:headEnd/>
              <a:tailEnd/>
            </a:ln>
          </p:spPr>
          <p:txBody>
            <a:bodyPr/>
            <a:lstStyle/>
            <a:p>
              <a:endParaRPr lang="nl-BE"/>
            </a:p>
          </p:txBody>
        </p:sp>
        <p:sp>
          <p:nvSpPr>
            <p:cNvPr id="42555" name="Freeform 195"/>
            <p:cNvSpPr>
              <a:spLocks/>
            </p:cNvSpPr>
            <p:nvPr/>
          </p:nvSpPr>
          <p:spPr bwMode="auto">
            <a:xfrm rot="-155667">
              <a:off x="4821238" y="3406775"/>
              <a:ext cx="250825" cy="130175"/>
            </a:xfrm>
            <a:custGeom>
              <a:avLst/>
              <a:gdLst>
                <a:gd name="T0" fmla="*/ 2147483647 w 372"/>
                <a:gd name="T1" fmla="*/ 2147483647 h 278"/>
                <a:gd name="T2" fmla="*/ 2147483647 w 372"/>
                <a:gd name="T3" fmla="*/ 2147483647 h 278"/>
                <a:gd name="T4" fmla="*/ 2147483647 w 372"/>
                <a:gd name="T5" fmla="*/ 2147483647 h 278"/>
                <a:gd name="T6" fmla="*/ 2147483647 w 372"/>
                <a:gd name="T7" fmla="*/ 2147483647 h 278"/>
                <a:gd name="T8" fmla="*/ 2147483647 w 372"/>
                <a:gd name="T9" fmla="*/ 2147483647 h 278"/>
                <a:gd name="T10" fmla="*/ 2147483647 w 372"/>
                <a:gd name="T11" fmla="*/ 2147483647 h 278"/>
                <a:gd name="T12" fmla="*/ 2147483647 w 372"/>
                <a:gd name="T13" fmla="*/ 2147483647 h 278"/>
                <a:gd name="T14" fmla="*/ 2147483647 w 372"/>
                <a:gd name="T15" fmla="*/ 0 h 278"/>
                <a:gd name="T16" fmla="*/ 2147483647 w 372"/>
                <a:gd name="T17" fmla="*/ 0 h 278"/>
                <a:gd name="T18" fmla="*/ 2147483647 w 372"/>
                <a:gd name="T19" fmla="*/ 2147483647 h 278"/>
                <a:gd name="T20" fmla="*/ 2147483647 w 372"/>
                <a:gd name="T21" fmla="*/ 2147483647 h 278"/>
                <a:gd name="T22" fmla="*/ 0 w 372"/>
                <a:gd name="T23" fmla="*/ 2147483647 h 278"/>
                <a:gd name="T24" fmla="*/ 0 w 372"/>
                <a:gd name="T25" fmla="*/ 2147483647 h 278"/>
                <a:gd name="T26" fmla="*/ 2147483647 w 372"/>
                <a:gd name="T27" fmla="*/ 2147483647 h 27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72"/>
                <a:gd name="T43" fmla="*/ 0 h 278"/>
                <a:gd name="T44" fmla="*/ 372 w 372"/>
                <a:gd name="T45" fmla="*/ 278 h 27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72" h="278">
                  <a:moveTo>
                    <a:pt x="372" y="278"/>
                  </a:moveTo>
                  <a:lnTo>
                    <a:pt x="349" y="72"/>
                  </a:lnTo>
                  <a:lnTo>
                    <a:pt x="345" y="50"/>
                  </a:lnTo>
                  <a:lnTo>
                    <a:pt x="339" y="33"/>
                  </a:lnTo>
                  <a:lnTo>
                    <a:pt x="333" y="20"/>
                  </a:lnTo>
                  <a:lnTo>
                    <a:pt x="325" y="9"/>
                  </a:lnTo>
                  <a:lnTo>
                    <a:pt x="315" y="3"/>
                  </a:lnTo>
                  <a:lnTo>
                    <a:pt x="305" y="0"/>
                  </a:lnTo>
                  <a:lnTo>
                    <a:pt x="32" y="0"/>
                  </a:lnTo>
                  <a:lnTo>
                    <a:pt x="18" y="8"/>
                  </a:lnTo>
                  <a:lnTo>
                    <a:pt x="6" y="18"/>
                  </a:lnTo>
                  <a:lnTo>
                    <a:pt x="0" y="38"/>
                  </a:lnTo>
                  <a:lnTo>
                    <a:pt x="0" y="278"/>
                  </a:lnTo>
                  <a:lnTo>
                    <a:pt x="372" y="278"/>
                  </a:lnTo>
                  <a:close/>
                </a:path>
              </a:pathLst>
            </a:custGeom>
            <a:solidFill>
              <a:srgbClr val="202020"/>
            </a:solidFill>
            <a:ln w="6350">
              <a:solidFill>
                <a:srgbClr val="000000"/>
              </a:solidFill>
              <a:prstDash val="solid"/>
              <a:round/>
              <a:headEnd/>
              <a:tailEnd/>
            </a:ln>
          </p:spPr>
          <p:txBody>
            <a:bodyPr/>
            <a:lstStyle/>
            <a:p>
              <a:endParaRPr lang="nl-BE"/>
            </a:p>
          </p:txBody>
        </p:sp>
        <p:sp>
          <p:nvSpPr>
            <p:cNvPr id="42556" name="Freeform 196"/>
            <p:cNvSpPr>
              <a:spLocks/>
            </p:cNvSpPr>
            <p:nvPr/>
          </p:nvSpPr>
          <p:spPr bwMode="auto">
            <a:xfrm rot="-155667">
              <a:off x="4986338" y="3911600"/>
              <a:ext cx="277812" cy="165100"/>
            </a:xfrm>
            <a:custGeom>
              <a:avLst/>
              <a:gdLst>
                <a:gd name="T0" fmla="*/ 0 w 413"/>
                <a:gd name="T1" fmla="*/ 2147483647 h 352"/>
                <a:gd name="T2" fmla="*/ 2147483647 w 413"/>
                <a:gd name="T3" fmla="*/ 0 h 352"/>
                <a:gd name="T4" fmla="*/ 2147483647 w 413"/>
                <a:gd name="T5" fmla="*/ 2147483647 h 352"/>
                <a:gd name="T6" fmla="*/ 2147483647 w 413"/>
                <a:gd name="T7" fmla="*/ 2147483647 h 352"/>
                <a:gd name="T8" fmla="*/ 2147483647 w 413"/>
                <a:gd name="T9" fmla="*/ 2147483647 h 352"/>
                <a:gd name="T10" fmla="*/ 2147483647 w 413"/>
                <a:gd name="T11" fmla="*/ 2147483647 h 352"/>
                <a:gd name="T12" fmla="*/ 2147483647 w 413"/>
                <a:gd name="T13" fmla="*/ 2147483647 h 352"/>
                <a:gd name="T14" fmla="*/ 2147483647 w 413"/>
                <a:gd name="T15" fmla="*/ 2147483647 h 352"/>
                <a:gd name="T16" fmla="*/ 2147483647 w 413"/>
                <a:gd name="T17" fmla="*/ 2147483647 h 352"/>
                <a:gd name="T18" fmla="*/ 2147483647 w 413"/>
                <a:gd name="T19" fmla="*/ 2147483647 h 352"/>
                <a:gd name="T20" fmla="*/ 2147483647 w 413"/>
                <a:gd name="T21" fmla="*/ 2147483647 h 352"/>
                <a:gd name="T22" fmla="*/ 2147483647 w 413"/>
                <a:gd name="T23" fmla="*/ 2147483647 h 352"/>
                <a:gd name="T24" fmla="*/ 2147483647 w 413"/>
                <a:gd name="T25" fmla="*/ 2147483647 h 352"/>
                <a:gd name="T26" fmla="*/ 2147483647 w 413"/>
                <a:gd name="T27" fmla="*/ 2147483647 h 352"/>
                <a:gd name="T28" fmla="*/ 2147483647 w 413"/>
                <a:gd name="T29" fmla="*/ 2147483647 h 352"/>
                <a:gd name="T30" fmla="*/ 0 w 413"/>
                <a:gd name="T31" fmla="*/ 2147483647 h 352"/>
                <a:gd name="T32" fmla="*/ 0 w 413"/>
                <a:gd name="T33" fmla="*/ 2147483647 h 35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13"/>
                <a:gd name="T52" fmla="*/ 0 h 352"/>
                <a:gd name="T53" fmla="*/ 413 w 413"/>
                <a:gd name="T54" fmla="*/ 352 h 35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13" h="352">
                  <a:moveTo>
                    <a:pt x="0" y="33"/>
                  </a:moveTo>
                  <a:lnTo>
                    <a:pt x="387" y="0"/>
                  </a:lnTo>
                  <a:lnTo>
                    <a:pt x="413" y="33"/>
                  </a:lnTo>
                  <a:lnTo>
                    <a:pt x="413" y="156"/>
                  </a:lnTo>
                  <a:lnTo>
                    <a:pt x="384" y="165"/>
                  </a:lnTo>
                  <a:lnTo>
                    <a:pt x="413" y="222"/>
                  </a:lnTo>
                  <a:lnTo>
                    <a:pt x="413" y="324"/>
                  </a:lnTo>
                  <a:lnTo>
                    <a:pt x="398" y="342"/>
                  </a:lnTo>
                  <a:lnTo>
                    <a:pt x="353" y="352"/>
                  </a:lnTo>
                  <a:lnTo>
                    <a:pt x="353" y="132"/>
                  </a:lnTo>
                  <a:lnTo>
                    <a:pt x="350" y="112"/>
                  </a:lnTo>
                  <a:lnTo>
                    <a:pt x="345" y="94"/>
                  </a:lnTo>
                  <a:lnTo>
                    <a:pt x="336" y="84"/>
                  </a:lnTo>
                  <a:lnTo>
                    <a:pt x="326" y="76"/>
                  </a:lnTo>
                  <a:lnTo>
                    <a:pt x="321" y="75"/>
                  </a:lnTo>
                  <a:lnTo>
                    <a:pt x="0" y="94"/>
                  </a:lnTo>
                  <a:lnTo>
                    <a:pt x="0" y="33"/>
                  </a:lnTo>
                  <a:close/>
                </a:path>
              </a:pathLst>
            </a:custGeom>
            <a:solidFill>
              <a:srgbClr val="C0C0C0"/>
            </a:solidFill>
            <a:ln w="6350">
              <a:solidFill>
                <a:srgbClr val="000000"/>
              </a:solidFill>
              <a:prstDash val="solid"/>
              <a:round/>
              <a:headEnd/>
              <a:tailEnd/>
            </a:ln>
          </p:spPr>
          <p:txBody>
            <a:bodyPr/>
            <a:lstStyle/>
            <a:p>
              <a:endParaRPr lang="nl-BE"/>
            </a:p>
          </p:txBody>
        </p:sp>
        <p:sp>
          <p:nvSpPr>
            <p:cNvPr id="42557" name="Freeform 197"/>
            <p:cNvSpPr>
              <a:spLocks/>
            </p:cNvSpPr>
            <p:nvPr/>
          </p:nvSpPr>
          <p:spPr bwMode="auto">
            <a:xfrm rot="-155667">
              <a:off x="4870450" y="3517900"/>
              <a:ext cx="158750" cy="444500"/>
            </a:xfrm>
            <a:custGeom>
              <a:avLst/>
              <a:gdLst>
                <a:gd name="T0" fmla="*/ 0 w 237"/>
                <a:gd name="T1" fmla="*/ 0 h 949"/>
                <a:gd name="T2" fmla="*/ 2147483647 w 237"/>
                <a:gd name="T3" fmla="*/ 2147483647 h 949"/>
                <a:gd name="T4" fmla="*/ 2147483647 w 237"/>
                <a:gd name="T5" fmla="*/ 2147483647 h 949"/>
                <a:gd name="T6" fmla="*/ 0 w 237"/>
                <a:gd name="T7" fmla="*/ 2147483647 h 949"/>
                <a:gd name="T8" fmla="*/ 0 w 237"/>
                <a:gd name="T9" fmla="*/ 0 h 949"/>
                <a:gd name="T10" fmla="*/ 0 60000 65536"/>
                <a:gd name="T11" fmla="*/ 0 60000 65536"/>
                <a:gd name="T12" fmla="*/ 0 60000 65536"/>
                <a:gd name="T13" fmla="*/ 0 60000 65536"/>
                <a:gd name="T14" fmla="*/ 0 60000 65536"/>
                <a:gd name="T15" fmla="*/ 0 w 237"/>
                <a:gd name="T16" fmla="*/ 0 h 949"/>
                <a:gd name="T17" fmla="*/ 237 w 237"/>
                <a:gd name="T18" fmla="*/ 949 h 949"/>
              </a:gdLst>
              <a:ahLst/>
              <a:cxnLst>
                <a:cxn ang="T10">
                  <a:pos x="T0" y="T1"/>
                </a:cxn>
                <a:cxn ang="T11">
                  <a:pos x="T2" y="T3"/>
                </a:cxn>
                <a:cxn ang="T12">
                  <a:pos x="T4" y="T5"/>
                </a:cxn>
                <a:cxn ang="T13">
                  <a:pos x="T6" y="T7"/>
                </a:cxn>
                <a:cxn ang="T14">
                  <a:pos x="T8" y="T9"/>
                </a:cxn>
              </a:cxnLst>
              <a:rect l="T15" t="T16" r="T17" b="T18"/>
              <a:pathLst>
                <a:path w="237" h="949">
                  <a:moveTo>
                    <a:pt x="0" y="0"/>
                  </a:moveTo>
                  <a:lnTo>
                    <a:pt x="237" y="4"/>
                  </a:lnTo>
                  <a:lnTo>
                    <a:pt x="237" y="949"/>
                  </a:lnTo>
                  <a:lnTo>
                    <a:pt x="0" y="949"/>
                  </a:lnTo>
                  <a:lnTo>
                    <a:pt x="0" y="0"/>
                  </a:lnTo>
                  <a:close/>
                </a:path>
              </a:pathLst>
            </a:custGeom>
            <a:solidFill>
              <a:srgbClr val="E0E0E0"/>
            </a:solidFill>
            <a:ln w="6350">
              <a:solidFill>
                <a:srgbClr val="000000"/>
              </a:solidFill>
              <a:prstDash val="solid"/>
              <a:round/>
              <a:headEnd/>
              <a:tailEnd/>
            </a:ln>
          </p:spPr>
          <p:txBody>
            <a:bodyPr/>
            <a:lstStyle/>
            <a:p>
              <a:endParaRPr lang="nl-BE"/>
            </a:p>
          </p:txBody>
        </p:sp>
        <p:sp>
          <p:nvSpPr>
            <p:cNvPr id="42558" name="Rectangle 198"/>
            <p:cNvSpPr>
              <a:spLocks noChangeArrowheads="1"/>
            </p:cNvSpPr>
            <p:nvPr/>
          </p:nvSpPr>
          <p:spPr bwMode="auto">
            <a:xfrm rot="-155667">
              <a:off x="4873625" y="3582988"/>
              <a:ext cx="152400" cy="373062"/>
            </a:xfrm>
            <a:prstGeom prst="rect">
              <a:avLst/>
            </a:prstGeom>
            <a:solidFill>
              <a:srgbClr val="A0A0A0"/>
            </a:solidFill>
            <a:ln w="6350">
              <a:solidFill>
                <a:srgbClr val="000000"/>
              </a:solidFill>
              <a:miter lim="800000"/>
              <a:headEnd/>
              <a:tailEnd/>
            </a:ln>
          </p:spPr>
          <p:txBody>
            <a:bodyPr/>
            <a:lstStyle/>
            <a:p>
              <a:pPr algn="ctr" eaLnBrk="0" hangingPunct="0"/>
              <a:endParaRPr lang="nl-BE"/>
            </a:p>
          </p:txBody>
        </p:sp>
        <p:sp>
          <p:nvSpPr>
            <p:cNvPr id="42559" name="Freeform 199"/>
            <p:cNvSpPr>
              <a:spLocks/>
            </p:cNvSpPr>
            <p:nvPr/>
          </p:nvSpPr>
          <p:spPr bwMode="auto">
            <a:xfrm rot="-155667">
              <a:off x="5027613" y="3508375"/>
              <a:ext cx="198437" cy="441325"/>
            </a:xfrm>
            <a:custGeom>
              <a:avLst/>
              <a:gdLst>
                <a:gd name="T0" fmla="*/ 0 w 296"/>
                <a:gd name="T1" fmla="*/ 0 h 941"/>
                <a:gd name="T2" fmla="*/ 2147483647 w 296"/>
                <a:gd name="T3" fmla="*/ 2147483647 h 941"/>
                <a:gd name="T4" fmla="*/ 2147483647 w 296"/>
                <a:gd name="T5" fmla="*/ 2147483647 h 941"/>
                <a:gd name="T6" fmla="*/ 2147483647 w 296"/>
                <a:gd name="T7" fmla="*/ 2147483647 h 941"/>
                <a:gd name="T8" fmla="*/ 2147483647 w 296"/>
                <a:gd name="T9" fmla="*/ 2147483647 h 941"/>
                <a:gd name="T10" fmla="*/ 2147483647 w 296"/>
                <a:gd name="T11" fmla="*/ 2147483647 h 941"/>
                <a:gd name="T12" fmla="*/ 2147483647 w 296"/>
                <a:gd name="T13" fmla="*/ 2147483647 h 941"/>
                <a:gd name="T14" fmla="*/ 2147483647 w 296"/>
                <a:gd name="T15" fmla="*/ 2147483647 h 941"/>
                <a:gd name="T16" fmla="*/ 2147483647 w 296"/>
                <a:gd name="T17" fmla="*/ 2147483647 h 941"/>
                <a:gd name="T18" fmla="*/ 2147483647 w 296"/>
                <a:gd name="T19" fmla="*/ 2147483647 h 941"/>
                <a:gd name="T20" fmla="*/ 2147483647 w 296"/>
                <a:gd name="T21" fmla="*/ 2147483647 h 941"/>
                <a:gd name="T22" fmla="*/ 2147483647 w 296"/>
                <a:gd name="T23" fmla="*/ 2147483647 h 941"/>
                <a:gd name="T24" fmla="*/ 2147483647 w 296"/>
                <a:gd name="T25" fmla="*/ 2147483647 h 941"/>
                <a:gd name="T26" fmla="*/ 2147483647 w 296"/>
                <a:gd name="T27" fmla="*/ 2147483647 h 941"/>
                <a:gd name="T28" fmla="*/ 2147483647 w 296"/>
                <a:gd name="T29" fmla="*/ 2147483647 h 941"/>
                <a:gd name="T30" fmla="*/ 2147483647 w 296"/>
                <a:gd name="T31" fmla="*/ 2147483647 h 941"/>
                <a:gd name="T32" fmla="*/ 2147483647 w 296"/>
                <a:gd name="T33" fmla="*/ 2147483647 h 941"/>
                <a:gd name="T34" fmla="*/ 2147483647 w 296"/>
                <a:gd name="T35" fmla="*/ 2147483647 h 941"/>
                <a:gd name="T36" fmla="*/ 2147483647 w 296"/>
                <a:gd name="T37" fmla="*/ 2147483647 h 941"/>
                <a:gd name="T38" fmla="*/ 2147483647 w 296"/>
                <a:gd name="T39" fmla="*/ 2147483647 h 941"/>
                <a:gd name="T40" fmla="*/ 0 w 296"/>
                <a:gd name="T41" fmla="*/ 2147483647 h 941"/>
                <a:gd name="T42" fmla="*/ 0 w 296"/>
                <a:gd name="T43" fmla="*/ 0 h 94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96"/>
                <a:gd name="T67" fmla="*/ 0 h 941"/>
                <a:gd name="T68" fmla="*/ 296 w 296"/>
                <a:gd name="T69" fmla="*/ 941 h 941"/>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96" h="941">
                  <a:moveTo>
                    <a:pt x="0" y="0"/>
                  </a:moveTo>
                  <a:lnTo>
                    <a:pt x="205" y="110"/>
                  </a:lnTo>
                  <a:lnTo>
                    <a:pt x="223" y="158"/>
                  </a:lnTo>
                  <a:lnTo>
                    <a:pt x="264" y="389"/>
                  </a:lnTo>
                  <a:lnTo>
                    <a:pt x="267" y="425"/>
                  </a:lnTo>
                  <a:lnTo>
                    <a:pt x="255" y="417"/>
                  </a:lnTo>
                  <a:lnTo>
                    <a:pt x="200" y="417"/>
                  </a:lnTo>
                  <a:lnTo>
                    <a:pt x="103" y="413"/>
                  </a:lnTo>
                  <a:lnTo>
                    <a:pt x="103" y="149"/>
                  </a:lnTo>
                  <a:lnTo>
                    <a:pt x="200" y="179"/>
                  </a:lnTo>
                  <a:lnTo>
                    <a:pt x="201" y="417"/>
                  </a:lnTo>
                  <a:lnTo>
                    <a:pt x="211" y="417"/>
                  </a:lnTo>
                  <a:lnTo>
                    <a:pt x="211" y="183"/>
                  </a:lnTo>
                  <a:lnTo>
                    <a:pt x="255" y="417"/>
                  </a:lnTo>
                  <a:lnTo>
                    <a:pt x="267" y="425"/>
                  </a:lnTo>
                  <a:lnTo>
                    <a:pt x="270" y="467"/>
                  </a:lnTo>
                  <a:lnTo>
                    <a:pt x="284" y="504"/>
                  </a:lnTo>
                  <a:lnTo>
                    <a:pt x="296" y="531"/>
                  </a:lnTo>
                  <a:lnTo>
                    <a:pt x="296" y="861"/>
                  </a:lnTo>
                  <a:lnTo>
                    <a:pt x="296" y="923"/>
                  </a:lnTo>
                  <a:lnTo>
                    <a:pt x="0" y="941"/>
                  </a:lnTo>
                  <a:lnTo>
                    <a:pt x="0" y="0"/>
                  </a:lnTo>
                  <a:close/>
                </a:path>
              </a:pathLst>
            </a:custGeom>
            <a:solidFill>
              <a:srgbClr val="E0E0E0"/>
            </a:solidFill>
            <a:ln w="6350">
              <a:solidFill>
                <a:srgbClr val="000000"/>
              </a:solidFill>
              <a:prstDash val="solid"/>
              <a:round/>
              <a:headEnd/>
              <a:tailEnd/>
            </a:ln>
          </p:spPr>
          <p:txBody>
            <a:bodyPr/>
            <a:lstStyle/>
            <a:p>
              <a:endParaRPr lang="nl-BE"/>
            </a:p>
          </p:txBody>
        </p:sp>
        <p:sp>
          <p:nvSpPr>
            <p:cNvPr id="42560" name="Freeform 200"/>
            <p:cNvSpPr>
              <a:spLocks/>
            </p:cNvSpPr>
            <p:nvPr/>
          </p:nvSpPr>
          <p:spPr bwMode="auto">
            <a:xfrm rot="-155667">
              <a:off x="5084763" y="3729038"/>
              <a:ext cx="109537" cy="168275"/>
            </a:xfrm>
            <a:custGeom>
              <a:avLst/>
              <a:gdLst>
                <a:gd name="T0" fmla="*/ 0 w 165"/>
                <a:gd name="T1" fmla="*/ 0 h 361"/>
                <a:gd name="T2" fmla="*/ 2147483647 w 165"/>
                <a:gd name="T3" fmla="*/ 2147483647 h 361"/>
                <a:gd name="T4" fmla="*/ 2147483647 w 165"/>
                <a:gd name="T5" fmla="*/ 2147483647 h 361"/>
                <a:gd name="T6" fmla="*/ 0 w 165"/>
                <a:gd name="T7" fmla="*/ 2147483647 h 361"/>
                <a:gd name="T8" fmla="*/ 0 w 165"/>
                <a:gd name="T9" fmla="*/ 0 h 361"/>
                <a:gd name="T10" fmla="*/ 0 60000 65536"/>
                <a:gd name="T11" fmla="*/ 0 60000 65536"/>
                <a:gd name="T12" fmla="*/ 0 60000 65536"/>
                <a:gd name="T13" fmla="*/ 0 60000 65536"/>
                <a:gd name="T14" fmla="*/ 0 60000 65536"/>
                <a:gd name="T15" fmla="*/ 0 w 165"/>
                <a:gd name="T16" fmla="*/ 0 h 361"/>
                <a:gd name="T17" fmla="*/ 165 w 165"/>
                <a:gd name="T18" fmla="*/ 361 h 361"/>
              </a:gdLst>
              <a:ahLst/>
              <a:cxnLst>
                <a:cxn ang="T10">
                  <a:pos x="T0" y="T1"/>
                </a:cxn>
                <a:cxn ang="T11">
                  <a:pos x="T2" y="T3"/>
                </a:cxn>
                <a:cxn ang="T12">
                  <a:pos x="T4" y="T5"/>
                </a:cxn>
                <a:cxn ang="T13">
                  <a:pos x="T6" y="T7"/>
                </a:cxn>
                <a:cxn ang="T14">
                  <a:pos x="T8" y="T9"/>
                </a:cxn>
              </a:cxnLst>
              <a:rect l="T15" t="T16" r="T17" b="T18"/>
              <a:pathLst>
                <a:path w="165" h="361">
                  <a:moveTo>
                    <a:pt x="0" y="0"/>
                  </a:moveTo>
                  <a:lnTo>
                    <a:pt x="165" y="6"/>
                  </a:lnTo>
                  <a:lnTo>
                    <a:pt x="165" y="354"/>
                  </a:lnTo>
                  <a:lnTo>
                    <a:pt x="0" y="361"/>
                  </a:lnTo>
                  <a:lnTo>
                    <a:pt x="0" y="0"/>
                  </a:lnTo>
                  <a:close/>
                </a:path>
              </a:pathLst>
            </a:custGeom>
            <a:solidFill>
              <a:srgbClr val="E0E0E0"/>
            </a:solidFill>
            <a:ln w="6350">
              <a:solidFill>
                <a:srgbClr val="000000"/>
              </a:solidFill>
              <a:prstDash val="solid"/>
              <a:round/>
              <a:headEnd/>
              <a:tailEnd/>
            </a:ln>
          </p:spPr>
          <p:txBody>
            <a:bodyPr/>
            <a:lstStyle/>
            <a:p>
              <a:endParaRPr lang="nl-BE"/>
            </a:p>
          </p:txBody>
        </p:sp>
        <p:sp>
          <p:nvSpPr>
            <p:cNvPr id="42561" name="Freeform 201"/>
            <p:cNvSpPr>
              <a:spLocks/>
            </p:cNvSpPr>
            <p:nvPr/>
          </p:nvSpPr>
          <p:spPr bwMode="auto">
            <a:xfrm rot="-155667">
              <a:off x="5099050" y="3709988"/>
              <a:ext cx="26988" cy="9525"/>
            </a:xfrm>
            <a:custGeom>
              <a:avLst/>
              <a:gdLst>
                <a:gd name="T0" fmla="*/ 0 w 39"/>
                <a:gd name="T1" fmla="*/ 0 h 17"/>
                <a:gd name="T2" fmla="*/ 2147483647 w 39"/>
                <a:gd name="T3" fmla="*/ 2147483647 h 17"/>
                <a:gd name="T4" fmla="*/ 2147483647 w 39"/>
                <a:gd name="T5" fmla="*/ 2147483647 h 17"/>
                <a:gd name="T6" fmla="*/ 2147483647 w 39"/>
                <a:gd name="T7" fmla="*/ 2147483647 h 17"/>
                <a:gd name="T8" fmla="*/ 0 w 39"/>
                <a:gd name="T9" fmla="*/ 0 h 17"/>
                <a:gd name="T10" fmla="*/ 0 60000 65536"/>
                <a:gd name="T11" fmla="*/ 0 60000 65536"/>
                <a:gd name="T12" fmla="*/ 0 60000 65536"/>
                <a:gd name="T13" fmla="*/ 0 60000 65536"/>
                <a:gd name="T14" fmla="*/ 0 60000 65536"/>
                <a:gd name="T15" fmla="*/ 0 w 39"/>
                <a:gd name="T16" fmla="*/ 0 h 17"/>
                <a:gd name="T17" fmla="*/ 39 w 39"/>
                <a:gd name="T18" fmla="*/ 17 h 17"/>
              </a:gdLst>
              <a:ahLst/>
              <a:cxnLst>
                <a:cxn ang="T10">
                  <a:pos x="T0" y="T1"/>
                </a:cxn>
                <a:cxn ang="T11">
                  <a:pos x="T2" y="T3"/>
                </a:cxn>
                <a:cxn ang="T12">
                  <a:pos x="T4" y="T5"/>
                </a:cxn>
                <a:cxn ang="T13">
                  <a:pos x="T6" y="T7"/>
                </a:cxn>
                <a:cxn ang="T14">
                  <a:pos x="T8" y="T9"/>
                </a:cxn>
              </a:cxnLst>
              <a:rect l="T15" t="T16" r="T17" b="T18"/>
              <a:pathLst>
                <a:path w="39" h="17">
                  <a:moveTo>
                    <a:pt x="0" y="0"/>
                  </a:moveTo>
                  <a:lnTo>
                    <a:pt x="39" y="2"/>
                  </a:lnTo>
                  <a:lnTo>
                    <a:pt x="39" y="17"/>
                  </a:lnTo>
                  <a:lnTo>
                    <a:pt x="1" y="15"/>
                  </a:lnTo>
                  <a:lnTo>
                    <a:pt x="0" y="0"/>
                  </a:lnTo>
                  <a:close/>
                </a:path>
              </a:pathLst>
            </a:custGeom>
            <a:solidFill>
              <a:srgbClr val="C0C0C0"/>
            </a:solidFill>
            <a:ln w="6350">
              <a:solidFill>
                <a:srgbClr val="000000"/>
              </a:solidFill>
              <a:prstDash val="solid"/>
              <a:round/>
              <a:headEnd/>
              <a:tailEnd/>
            </a:ln>
          </p:spPr>
          <p:txBody>
            <a:bodyPr/>
            <a:lstStyle/>
            <a:p>
              <a:endParaRPr lang="nl-BE"/>
            </a:p>
          </p:txBody>
        </p:sp>
        <p:sp>
          <p:nvSpPr>
            <p:cNvPr id="42562" name="Line 202"/>
            <p:cNvSpPr>
              <a:spLocks noChangeShapeType="1"/>
            </p:cNvSpPr>
            <p:nvPr/>
          </p:nvSpPr>
          <p:spPr bwMode="auto">
            <a:xfrm rot="-155667">
              <a:off x="5026025" y="3544888"/>
              <a:ext cx="147638" cy="41275"/>
            </a:xfrm>
            <a:prstGeom prst="line">
              <a:avLst/>
            </a:prstGeom>
            <a:noFill/>
            <a:ln w="6350">
              <a:solidFill>
                <a:srgbClr val="000000"/>
              </a:solidFill>
              <a:round/>
              <a:headEnd/>
              <a:tailEnd/>
            </a:ln>
          </p:spPr>
          <p:txBody>
            <a:bodyPr/>
            <a:lstStyle/>
            <a:p>
              <a:endParaRPr lang="nl-BE"/>
            </a:p>
          </p:txBody>
        </p:sp>
        <p:sp>
          <p:nvSpPr>
            <p:cNvPr id="42563" name="Line 203"/>
            <p:cNvSpPr>
              <a:spLocks noChangeShapeType="1"/>
            </p:cNvSpPr>
            <p:nvPr/>
          </p:nvSpPr>
          <p:spPr bwMode="auto">
            <a:xfrm rot="-155667">
              <a:off x="5081588" y="3562350"/>
              <a:ext cx="1587" cy="358775"/>
            </a:xfrm>
            <a:prstGeom prst="line">
              <a:avLst/>
            </a:prstGeom>
            <a:noFill/>
            <a:ln w="6350">
              <a:solidFill>
                <a:srgbClr val="000000"/>
              </a:solidFill>
              <a:round/>
              <a:headEnd/>
              <a:tailEnd/>
            </a:ln>
          </p:spPr>
          <p:txBody>
            <a:bodyPr/>
            <a:lstStyle/>
            <a:p>
              <a:endParaRPr lang="nl-BE"/>
            </a:p>
          </p:txBody>
        </p:sp>
        <p:sp>
          <p:nvSpPr>
            <p:cNvPr id="42564" name="Line 204"/>
            <p:cNvSpPr>
              <a:spLocks noChangeShapeType="1"/>
            </p:cNvSpPr>
            <p:nvPr/>
          </p:nvSpPr>
          <p:spPr bwMode="auto">
            <a:xfrm rot="-155667" flipH="1" flipV="1">
              <a:off x="5146675" y="3560763"/>
              <a:ext cx="80963" cy="33337"/>
            </a:xfrm>
            <a:prstGeom prst="line">
              <a:avLst/>
            </a:prstGeom>
            <a:noFill/>
            <a:ln w="6350">
              <a:solidFill>
                <a:srgbClr val="A0A0A0"/>
              </a:solidFill>
              <a:round/>
              <a:headEnd/>
              <a:tailEnd/>
            </a:ln>
          </p:spPr>
          <p:txBody>
            <a:bodyPr/>
            <a:lstStyle/>
            <a:p>
              <a:endParaRPr lang="nl-BE"/>
            </a:p>
          </p:txBody>
        </p:sp>
        <p:sp>
          <p:nvSpPr>
            <p:cNvPr id="42565" name="Line 205"/>
            <p:cNvSpPr>
              <a:spLocks noChangeShapeType="1"/>
            </p:cNvSpPr>
            <p:nvPr/>
          </p:nvSpPr>
          <p:spPr bwMode="auto">
            <a:xfrm rot="21444333" flipV="1">
              <a:off x="5194300" y="3730625"/>
              <a:ext cx="39688" cy="15875"/>
            </a:xfrm>
            <a:prstGeom prst="line">
              <a:avLst/>
            </a:prstGeom>
            <a:noFill/>
            <a:ln w="6350">
              <a:solidFill>
                <a:srgbClr val="A0A0A0"/>
              </a:solidFill>
              <a:round/>
              <a:headEnd/>
              <a:tailEnd/>
            </a:ln>
          </p:spPr>
          <p:txBody>
            <a:bodyPr/>
            <a:lstStyle/>
            <a:p>
              <a:endParaRPr lang="nl-BE"/>
            </a:p>
          </p:txBody>
        </p:sp>
        <p:sp>
          <p:nvSpPr>
            <p:cNvPr id="42566" name="Freeform 206"/>
            <p:cNvSpPr>
              <a:spLocks/>
            </p:cNvSpPr>
            <p:nvPr/>
          </p:nvSpPr>
          <p:spPr bwMode="auto">
            <a:xfrm rot="-155667">
              <a:off x="5203825" y="3590925"/>
              <a:ext cx="44450" cy="142875"/>
            </a:xfrm>
            <a:custGeom>
              <a:avLst/>
              <a:gdLst>
                <a:gd name="T0" fmla="*/ 0 w 66"/>
                <a:gd name="T1" fmla="*/ 0 h 303"/>
                <a:gd name="T2" fmla="*/ 2147483647 w 66"/>
                <a:gd name="T3" fmla="*/ 0 h 303"/>
                <a:gd name="T4" fmla="*/ 2147483647 w 66"/>
                <a:gd name="T5" fmla="*/ 2147483647 h 303"/>
                <a:gd name="T6" fmla="*/ 0 w 66"/>
                <a:gd name="T7" fmla="*/ 2147483647 h 303"/>
                <a:gd name="T8" fmla="*/ 0 w 66"/>
                <a:gd name="T9" fmla="*/ 0 h 303"/>
                <a:gd name="T10" fmla="*/ 0 60000 65536"/>
                <a:gd name="T11" fmla="*/ 0 60000 65536"/>
                <a:gd name="T12" fmla="*/ 0 60000 65536"/>
                <a:gd name="T13" fmla="*/ 0 60000 65536"/>
                <a:gd name="T14" fmla="*/ 0 60000 65536"/>
                <a:gd name="T15" fmla="*/ 0 w 66"/>
                <a:gd name="T16" fmla="*/ 0 h 303"/>
                <a:gd name="T17" fmla="*/ 66 w 66"/>
                <a:gd name="T18" fmla="*/ 303 h 303"/>
              </a:gdLst>
              <a:ahLst/>
              <a:cxnLst>
                <a:cxn ang="T10">
                  <a:pos x="T0" y="T1"/>
                </a:cxn>
                <a:cxn ang="T11">
                  <a:pos x="T2" y="T3"/>
                </a:cxn>
                <a:cxn ang="T12">
                  <a:pos x="T4" y="T5"/>
                </a:cxn>
                <a:cxn ang="T13">
                  <a:pos x="T6" y="T7"/>
                </a:cxn>
                <a:cxn ang="T14">
                  <a:pos x="T8" y="T9"/>
                </a:cxn>
              </a:cxnLst>
              <a:rect l="T15" t="T16" r="T17" b="T18"/>
              <a:pathLst>
                <a:path w="66" h="303">
                  <a:moveTo>
                    <a:pt x="0" y="0"/>
                  </a:moveTo>
                  <a:lnTo>
                    <a:pt x="66" y="0"/>
                  </a:lnTo>
                  <a:lnTo>
                    <a:pt x="66" y="303"/>
                  </a:lnTo>
                  <a:lnTo>
                    <a:pt x="0" y="292"/>
                  </a:lnTo>
                  <a:lnTo>
                    <a:pt x="0" y="0"/>
                  </a:lnTo>
                  <a:close/>
                </a:path>
              </a:pathLst>
            </a:custGeom>
            <a:solidFill>
              <a:srgbClr val="C0C0C0"/>
            </a:solidFill>
            <a:ln w="6350">
              <a:solidFill>
                <a:srgbClr val="000000"/>
              </a:solidFill>
              <a:prstDash val="solid"/>
              <a:round/>
              <a:headEnd/>
              <a:tailEnd/>
            </a:ln>
          </p:spPr>
          <p:txBody>
            <a:bodyPr/>
            <a:lstStyle/>
            <a:p>
              <a:endParaRPr lang="nl-BE"/>
            </a:p>
          </p:txBody>
        </p:sp>
        <p:sp>
          <p:nvSpPr>
            <p:cNvPr id="42567" name="Line 207"/>
            <p:cNvSpPr>
              <a:spLocks noChangeShapeType="1"/>
            </p:cNvSpPr>
            <p:nvPr/>
          </p:nvSpPr>
          <p:spPr bwMode="auto">
            <a:xfrm rot="-155667">
              <a:off x="5207000" y="3602038"/>
              <a:ext cx="44450" cy="46037"/>
            </a:xfrm>
            <a:prstGeom prst="line">
              <a:avLst/>
            </a:prstGeom>
            <a:noFill/>
            <a:ln w="6350">
              <a:solidFill>
                <a:srgbClr val="E0E0E0"/>
              </a:solidFill>
              <a:round/>
              <a:headEnd/>
              <a:tailEnd/>
            </a:ln>
          </p:spPr>
          <p:txBody>
            <a:bodyPr/>
            <a:lstStyle/>
            <a:p>
              <a:endParaRPr lang="nl-BE"/>
            </a:p>
          </p:txBody>
        </p:sp>
        <p:sp>
          <p:nvSpPr>
            <p:cNvPr id="42568" name="Line 208"/>
            <p:cNvSpPr>
              <a:spLocks noChangeShapeType="1"/>
            </p:cNvSpPr>
            <p:nvPr/>
          </p:nvSpPr>
          <p:spPr bwMode="auto">
            <a:xfrm rot="-155667">
              <a:off x="5213350" y="3667125"/>
              <a:ext cx="38100" cy="39688"/>
            </a:xfrm>
            <a:prstGeom prst="line">
              <a:avLst/>
            </a:prstGeom>
            <a:noFill/>
            <a:ln w="6350">
              <a:solidFill>
                <a:srgbClr val="E0E0E0"/>
              </a:solidFill>
              <a:round/>
              <a:headEnd/>
              <a:tailEnd/>
            </a:ln>
          </p:spPr>
          <p:txBody>
            <a:bodyPr/>
            <a:lstStyle/>
            <a:p>
              <a:endParaRPr lang="nl-BE"/>
            </a:p>
          </p:txBody>
        </p:sp>
        <p:sp>
          <p:nvSpPr>
            <p:cNvPr id="42569" name="Line 209"/>
            <p:cNvSpPr>
              <a:spLocks noChangeShapeType="1"/>
            </p:cNvSpPr>
            <p:nvPr/>
          </p:nvSpPr>
          <p:spPr bwMode="auto">
            <a:xfrm rot="-155667">
              <a:off x="5210175" y="3622675"/>
              <a:ext cx="39688" cy="39688"/>
            </a:xfrm>
            <a:prstGeom prst="line">
              <a:avLst/>
            </a:prstGeom>
            <a:noFill/>
            <a:ln w="6350">
              <a:solidFill>
                <a:srgbClr val="E0E0E0"/>
              </a:solidFill>
              <a:round/>
              <a:headEnd/>
              <a:tailEnd/>
            </a:ln>
          </p:spPr>
          <p:txBody>
            <a:bodyPr/>
            <a:lstStyle/>
            <a:p>
              <a:endParaRPr lang="nl-BE"/>
            </a:p>
          </p:txBody>
        </p:sp>
        <p:sp>
          <p:nvSpPr>
            <p:cNvPr id="42570" name="Freeform 210"/>
            <p:cNvSpPr>
              <a:spLocks/>
            </p:cNvSpPr>
            <p:nvPr/>
          </p:nvSpPr>
          <p:spPr bwMode="auto">
            <a:xfrm rot="-155667">
              <a:off x="5011738" y="3952875"/>
              <a:ext cx="103187" cy="241300"/>
            </a:xfrm>
            <a:custGeom>
              <a:avLst/>
              <a:gdLst>
                <a:gd name="T0" fmla="*/ 2147483647 w 153"/>
                <a:gd name="T1" fmla="*/ 0 h 519"/>
                <a:gd name="T2" fmla="*/ 2147483647 w 153"/>
                <a:gd name="T3" fmla="*/ 0 h 519"/>
                <a:gd name="T4" fmla="*/ 2147483647 w 153"/>
                <a:gd name="T5" fmla="*/ 2147483647 h 519"/>
                <a:gd name="T6" fmla="*/ 2147483647 w 153"/>
                <a:gd name="T7" fmla="*/ 2147483647 h 519"/>
                <a:gd name="T8" fmla="*/ 2147483647 w 153"/>
                <a:gd name="T9" fmla="*/ 2147483647 h 519"/>
                <a:gd name="T10" fmla="*/ 2147483647 w 153"/>
                <a:gd name="T11" fmla="*/ 2147483647 h 519"/>
                <a:gd name="T12" fmla="*/ 2147483647 w 153"/>
                <a:gd name="T13" fmla="*/ 2147483647 h 519"/>
                <a:gd name="T14" fmla="*/ 2147483647 w 153"/>
                <a:gd name="T15" fmla="*/ 2147483647 h 519"/>
                <a:gd name="T16" fmla="*/ 2147483647 w 153"/>
                <a:gd name="T17" fmla="*/ 2147483647 h 519"/>
                <a:gd name="T18" fmla="*/ 2147483647 w 153"/>
                <a:gd name="T19" fmla="*/ 2147483647 h 519"/>
                <a:gd name="T20" fmla="*/ 2147483647 w 153"/>
                <a:gd name="T21" fmla="*/ 2147483647 h 519"/>
                <a:gd name="T22" fmla="*/ 2147483647 w 153"/>
                <a:gd name="T23" fmla="*/ 2147483647 h 519"/>
                <a:gd name="T24" fmla="*/ 2147483647 w 153"/>
                <a:gd name="T25" fmla="*/ 2147483647 h 519"/>
                <a:gd name="T26" fmla="*/ 2147483647 w 153"/>
                <a:gd name="T27" fmla="*/ 2147483647 h 519"/>
                <a:gd name="T28" fmla="*/ 2147483647 w 153"/>
                <a:gd name="T29" fmla="*/ 2147483647 h 519"/>
                <a:gd name="T30" fmla="*/ 2147483647 w 153"/>
                <a:gd name="T31" fmla="*/ 2147483647 h 519"/>
                <a:gd name="T32" fmla="*/ 2147483647 w 153"/>
                <a:gd name="T33" fmla="*/ 2147483647 h 519"/>
                <a:gd name="T34" fmla="*/ 2147483647 w 153"/>
                <a:gd name="T35" fmla="*/ 2147483647 h 519"/>
                <a:gd name="T36" fmla="*/ 2147483647 w 153"/>
                <a:gd name="T37" fmla="*/ 2147483647 h 519"/>
                <a:gd name="T38" fmla="*/ 2147483647 w 153"/>
                <a:gd name="T39" fmla="*/ 2147483647 h 519"/>
                <a:gd name="T40" fmla="*/ 2147483647 w 153"/>
                <a:gd name="T41" fmla="*/ 2147483647 h 519"/>
                <a:gd name="T42" fmla="*/ 2147483647 w 153"/>
                <a:gd name="T43" fmla="*/ 2147483647 h 519"/>
                <a:gd name="T44" fmla="*/ 2147483647 w 153"/>
                <a:gd name="T45" fmla="*/ 2147483647 h 519"/>
                <a:gd name="T46" fmla="*/ 2147483647 w 153"/>
                <a:gd name="T47" fmla="*/ 2147483647 h 519"/>
                <a:gd name="T48" fmla="*/ 2147483647 w 153"/>
                <a:gd name="T49" fmla="*/ 2147483647 h 519"/>
                <a:gd name="T50" fmla="*/ 2147483647 w 153"/>
                <a:gd name="T51" fmla="*/ 2147483647 h 519"/>
                <a:gd name="T52" fmla="*/ 2147483647 w 153"/>
                <a:gd name="T53" fmla="*/ 2147483647 h 519"/>
                <a:gd name="T54" fmla="*/ 2147483647 w 153"/>
                <a:gd name="T55" fmla="*/ 2147483647 h 519"/>
                <a:gd name="T56" fmla="*/ 0 w 153"/>
                <a:gd name="T57" fmla="*/ 2147483647 h 519"/>
                <a:gd name="T58" fmla="*/ 0 w 153"/>
                <a:gd name="T59" fmla="*/ 2147483647 h 519"/>
                <a:gd name="T60" fmla="*/ 0 w 153"/>
                <a:gd name="T61" fmla="*/ 2147483647 h 519"/>
                <a:gd name="T62" fmla="*/ 2147483647 w 153"/>
                <a:gd name="T63" fmla="*/ 2147483647 h 519"/>
                <a:gd name="T64" fmla="*/ 2147483647 w 153"/>
                <a:gd name="T65" fmla="*/ 2147483647 h 519"/>
                <a:gd name="T66" fmla="*/ 2147483647 w 153"/>
                <a:gd name="T67" fmla="*/ 2147483647 h 519"/>
                <a:gd name="T68" fmla="*/ 2147483647 w 153"/>
                <a:gd name="T69" fmla="*/ 2147483647 h 519"/>
                <a:gd name="T70" fmla="*/ 2147483647 w 153"/>
                <a:gd name="T71" fmla="*/ 2147483647 h 519"/>
                <a:gd name="T72" fmla="*/ 2147483647 w 153"/>
                <a:gd name="T73" fmla="*/ 2147483647 h 519"/>
                <a:gd name="T74" fmla="*/ 2147483647 w 153"/>
                <a:gd name="T75" fmla="*/ 2147483647 h 519"/>
                <a:gd name="T76" fmla="*/ 2147483647 w 153"/>
                <a:gd name="T77" fmla="*/ 2147483647 h 519"/>
                <a:gd name="T78" fmla="*/ 2147483647 w 153"/>
                <a:gd name="T79" fmla="*/ 2147483647 h 519"/>
                <a:gd name="T80" fmla="*/ 2147483647 w 153"/>
                <a:gd name="T81" fmla="*/ 2147483647 h 519"/>
                <a:gd name="T82" fmla="*/ 2147483647 w 153"/>
                <a:gd name="T83" fmla="*/ 2147483647 h 519"/>
                <a:gd name="T84" fmla="*/ 2147483647 w 153"/>
                <a:gd name="T85" fmla="*/ 2147483647 h 519"/>
                <a:gd name="T86" fmla="*/ 2147483647 w 153"/>
                <a:gd name="T87" fmla="*/ 2147483647 h 519"/>
                <a:gd name="T88" fmla="*/ 2147483647 w 153"/>
                <a:gd name="T89" fmla="*/ 2147483647 h 519"/>
                <a:gd name="T90" fmla="*/ 2147483647 w 153"/>
                <a:gd name="T91" fmla="*/ 2147483647 h 519"/>
                <a:gd name="T92" fmla="*/ 2147483647 w 153"/>
                <a:gd name="T93" fmla="*/ 2147483647 h 519"/>
                <a:gd name="T94" fmla="*/ 2147483647 w 153"/>
                <a:gd name="T95" fmla="*/ 2147483647 h 519"/>
                <a:gd name="T96" fmla="*/ 2147483647 w 153"/>
                <a:gd name="T97" fmla="*/ 2147483647 h 519"/>
                <a:gd name="T98" fmla="*/ 2147483647 w 153"/>
                <a:gd name="T99" fmla="*/ 2147483647 h 519"/>
                <a:gd name="T100" fmla="*/ 2147483647 w 153"/>
                <a:gd name="T101" fmla="*/ 2147483647 h 519"/>
                <a:gd name="T102" fmla="*/ 2147483647 w 153"/>
                <a:gd name="T103" fmla="*/ 2147483647 h 519"/>
                <a:gd name="T104" fmla="*/ 2147483647 w 153"/>
                <a:gd name="T105" fmla="*/ 0 h 519"/>
                <a:gd name="T106" fmla="*/ 2147483647 w 153"/>
                <a:gd name="T107" fmla="*/ 0 h 519"/>
                <a:gd name="T108" fmla="*/ 2147483647 w 153"/>
                <a:gd name="T109" fmla="*/ 0 h 51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53"/>
                <a:gd name="T166" fmla="*/ 0 h 519"/>
                <a:gd name="T167" fmla="*/ 153 w 153"/>
                <a:gd name="T168" fmla="*/ 519 h 51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53" h="519">
                  <a:moveTo>
                    <a:pt x="72" y="0"/>
                  </a:moveTo>
                  <a:lnTo>
                    <a:pt x="153" y="0"/>
                  </a:lnTo>
                  <a:lnTo>
                    <a:pt x="152" y="519"/>
                  </a:lnTo>
                  <a:lnTo>
                    <a:pt x="72" y="513"/>
                  </a:lnTo>
                  <a:lnTo>
                    <a:pt x="70" y="513"/>
                  </a:lnTo>
                  <a:lnTo>
                    <a:pt x="67" y="511"/>
                  </a:lnTo>
                  <a:lnTo>
                    <a:pt x="63" y="508"/>
                  </a:lnTo>
                  <a:lnTo>
                    <a:pt x="58" y="507"/>
                  </a:lnTo>
                  <a:lnTo>
                    <a:pt x="54" y="502"/>
                  </a:lnTo>
                  <a:lnTo>
                    <a:pt x="49" y="496"/>
                  </a:lnTo>
                  <a:lnTo>
                    <a:pt x="45" y="490"/>
                  </a:lnTo>
                  <a:lnTo>
                    <a:pt x="41" y="486"/>
                  </a:lnTo>
                  <a:lnTo>
                    <a:pt x="38" y="480"/>
                  </a:lnTo>
                  <a:lnTo>
                    <a:pt x="36" y="474"/>
                  </a:lnTo>
                  <a:lnTo>
                    <a:pt x="33" y="468"/>
                  </a:lnTo>
                  <a:lnTo>
                    <a:pt x="30" y="459"/>
                  </a:lnTo>
                  <a:lnTo>
                    <a:pt x="27" y="451"/>
                  </a:lnTo>
                  <a:lnTo>
                    <a:pt x="24" y="442"/>
                  </a:lnTo>
                  <a:lnTo>
                    <a:pt x="22" y="436"/>
                  </a:lnTo>
                  <a:lnTo>
                    <a:pt x="20" y="430"/>
                  </a:lnTo>
                  <a:lnTo>
                    <a:pt x="17" y="418"/>
                  </a:lnTo>
                  <a:lnTo>
                    <a:pt x="14" y="405"/>
                  </a:lnTo>
                  <a:lnTo>
                    <a:pt x="11" y="390"/>
                  </a:lnTo>
                  <a:lnTo>
                    <a:pt x="8" y="375"/>
                  </a:lnTo>
                  <a:lnTo>
                    <a:pt x="6" y="358"/>
                  </a:lnTo>
                  <a:lnTo>
                    <a:pt x="4" y="342"/>
                  </a:lnTo>
                  <a:lnTo>
                    <a:pt x="2" y="322"/>
                  </a:lnTo>
                  <a:lnTo>
                    <a:pt x="1" y="301"/>
                  </a:lnTo>
                  <a:lnTo>
                    <a:pt x="0" y="280"/>
                  </a:lnTo>
                  <a:lnTo>
                    <a:pt x="0" y="255"/>
                  </a:lnTo>
                  <a:lnTo>
                    <a:pt x="0" y="225"/>
                  </a:lnTo>
                  <a:lnTo>
                    <a:pt x="2" y="193"/>
                  </a:lnTo>
                  <a:lnTo>
                    <a:pt x="4" y="172"/>
                  </a:lnTo>
                  <a:lnTo>
                    <a:pt x="6" y="150"/>
                  </a:lnTo>
                  <a:lnTo>
                    <a:pt x="9" y="132"/>
                  </a:lnTo>
                  <a:lnTo>
                    <a:pt x="11" y="120"/>
                  </a:lnTo>
                  <a:lnTo>
                    <a:pt x="15" y="102"/>
                  </a:lnTo>
                  <a:lnTo>
                    <a:pt x="21" y="82"/>
                  </a:lnTo>
                  <a:lnTo>
                    <a:pt x="25" y="67"/>
                  </a:lnTo>
                  <a:lnTo>
                    <a:pt x="29" y="57"/>
                  </a:lnTo>
                  <a:lnTo>
                    <a:pt x="32" y="49"/>
                  </a:lnTo>
                  <a:lnTo>
                    <a:pt x="35" y="43"/>
                  </a:lnTo>
                  <a:lnTo>
                    <a:pt x="38" y="36"/>
                  </a:lnTo>
                  <a:lnTo>
                    <a:pt x="39" y="30"/>
                  </a:lnTo>
                  <a:lnTo>
                    <a:pt x="43" y="27"/>
                  </a:lnTo>
                  <a:lnTo>
                    <a:pt x="46" y="21"/>
                  </a:lnTo>
                  <a:lnTo>
                    <a:pt x="49" y="16"/>
                  </a:lnTo>
                  <a:lnTo>
                    <a:pt x="52" y="13"/>
                  </a:lnTo>
                  <a:lnTo>
                    <a:pt x="55" y="10"/>
                  </a:lnTo>
                  <a:lnTo>
                    <a:pt x="58" y="6"/>
                  </a:lnTo>
                  <a:lnTo>
                    <a:pt x="61" y="4"/>
                  </a:lnTo>
                  <a:lnTo>
                    <a:pt x="64" y="3"/>
                  </a:lnTo>
                  <a:lnTo>
                    <a:pt x="67" y="0"/>
                  </a:lnTo>
                  <a:lnTo>
                    <a:pt x="69" y="0"/>
                  </a:lnTo>
                  <a:lnTo>
                    <a:pt x="72" y="0"/>
                  </a:lnTo>
                  <a:close/>
                </a:path>
              </a:pathLst>
            </a:custGeom>
            <a:solidFill>
              <a:srgbClr val="202020"/>
            </a:solidFill>
            <a:ln w="9525">
              <a:noFill/>
              <a:round/>
              <a:headEnd/>
              <a:tailEnd/>
            </a:ln>
          </p:spPr>
          <p:txBody>
            <a:bodyPr/>
            <a:lstStyle/>
            <a:p>
              <a:endParaRPr lang="nl-BE"/>
            </a:p>
          </p:txBody>
        </p:sp>
        <p:sp>
          <p:nvSpPr>
            <p:cNvPr id="42571" name="Oval 211"/>
            <p:cNvSpPr>
              <a:spLocks noChangeArrowheads="1"/>
            </p:cNvSpPr>
            <p:nvPr/>
          </p:nvSpPr>
          <p:spPr bwMode="auto">
            <a:xfrm rot="-155667">
              <a:off x="5059363" y="3951288"/>
              <a:ext cx="104775" cy="241300"/>
            </a:xfrm>
            <a:prstGeom prst="ellipse">
              <a:avLst/>
            </a:prstGeom>
            <a:solidFill>
              <a:srgbClr val="404040"/>
            </a:solidFill>
            <a:ln w="9525">
              <a:noFill/>
              <a:round/>
              <a:headEnd/>
              <a:tailEnd/>
            </a:ln>
          </p:spPr>
          <p:txBody>
            <a:bodyPr/>
            <a:lstStyle/>
            <a:p>
              <a:pPr algn="ctr" eaLnBrk="0" hangingPunct="0"/>
              <a:endParaRPr lang="nl-BE"/>
            </a:p>
          </p:txBody>
        </p:sp>
        <p:sp>
          <p:nvSpPr>
            <p:cNvPr id="42572" name="Oval 212"/>
            <p:cNvSpPr>
              <a:spLocks noChangeArrowheads="1"/>
            </p:cNvSpPr>
            <p:nvPr/>
          </p:nvSpPr>
          <p:spPr bwMode="auto">
            <a:xfrm rot="-155667">
              <a:off x="5081588" y="4000500"/>
              <a:ext cx="61912" cy="141288"/>
            </a:xfrm>
            <a:prstGeom prst="ellipse">
              <a:avLst/>
            </a:prstGeom>
            <a:solidFill>
              <a:srgbClr val="A0A0A0"/>
            </a:solidFill>
            <a:ln w="9525">
              <a:noFill/>
              <a:round/>
              <a:headEnd/>
              <a:tailEnd/>
            </a:ln>
          </p:spPr>
          <p:txBody>
            <a:bodyPr/>
            <a:lstStyle/>
            <a:p>
              <a:pPr algn="ctr" eaLnBrk="0" hangingPunct="0"/>
              <a:endParaRPr lang="nl-BE"/>
            </a:p>
          </p:txBody>
        </p:sp>
        <p:sp>
          <p:nvSpPr>
            <p:cNvPr id="42573" name="Oval 213"/>
            <p:cNvSpPr>
              <a:spLocks noChangeArrowheads="1"/>
            </p:cNvSpPr>
            <p:nvPr/>
          </p:nvSpPr>
          <p:spPr bwMode="auto">
            <a:xfrm rot="-155667">
              <a:off x="5081588" y="4005263"/>
              <a:ext cx="57150" cy="131762"/>
            </a:xfrm>
            <a:prstGeom prst="ellipse">
              <a:avLst/>
            </a:prstGeom>
            <a:solidFill>
              <a:srgbClr val="808080"/>
            </a:solidFill>
            <a:ln w="9525">
              <a:noFill/>
              <a:round/>
              <a:headEnd/>
              <a:tailEnd/>
            </a:ln>
          </p:spPr>
          <p:txBody>
            <a:bodyPr/>
            <a:lstStyle/>
            <a:p>
              <a:pPr algn="ctr" eaLnBrk="0" hangingPunct="0"/>
              <a:endParaRPr lang="nl-BE"/>
            </a:p>
          </p:txBody>
        </p:sp>
        <p:sp>
          <p:nvSpPr>
            <p:cNvPr id="42574" name="Oval 214"/>
            <p:cNvSpPr>
              <a:spLocks noChangeArrowheads="1"/>
            </p:cNvSpPr>
            <p:nvPr/>
          </p:nvSpPr>
          <p:spPr bwMode="auto">
            <a:xfrm rot="-155667">
              <a:off x="5106988" y="4060825"/>
              <a:ext cx="9525" cy="22225"/>
            </a:xfrm>
            <a:prstGeom prst="ellipse">
              <a:avLst/>
            </a:prstGeom>
            <a:solidFill>
              <a:srgbClr val="404040"/>
            </a:solidFill>
            <a:ln w="9525">
              <a:noFill/>
              <a:round/>
              <a:headEnd/>
              <a:tailEnd/>
            </a:ln>
          </p:spPr>
          <p:txBody>
            <a:bodyPr/>
            <a:lstStyle/>
            <a:p>
              <a:pPr algn="ctr" eaLnBrk="0" hangingPunct="0"/>
              <a:endParaRPr lang="nl-BE"/>
            </a:p>
          </p:txBody>
        </p:sp>
        <p:sp>
          <p:nvSpPr>
            <p:cNvPr id="42575" name="Freeform 215"/>
            <p:cNvSpPr>
              <a:spLocks/>
            </p:cNvSpPr>
            <p:nvPr/>
          </p:nvSpPr>
          <p:spPr bwMode="auto">
            <a:xfrm rot="-155667">
              <a:off x="5073650" y="3951288"/>
              <a:ext cx="103188" cy="246062"/>
            </a:xfrm>
            <a:custGeom>
              <a:avLst/>
              <a:gdLst>
                <a:gd name="T0" fmla="*/ 2147483647 w 154"/>
                <a:gd name="T1" fmla="*/ 0 h 529"/>
                <a:gd name="T2" fmla="*/ 2147483647 w 154"/>
                <a:gd name="T3" fmla="*/ 0 h 529"/>
                <a:gd name="T4" fmla="*/ 2147483647 w 154"/>
                <a:gd name="T5" fmla="*/ 2147483647 h 529"/>
                <a:gd name="T6" fmla="*/ 2147483647 w 154"/>
                <a:gd name="T7" fmla="*/ 2147483647 h 529"/>
                <a:gd name="T8" fmla="*/ 2147483647 w 154"/>
                <a:gd name="T9" fmla="*/ 2147483647 h 529"/>
                <a:gd name="T10" fmla="*/ 2147483647 w 154"/>
                <a:gd name="T11" fmla="*/ 2147483647 h 529"/>
                <a:gd name="T12" fmla="*/ 2147483647 w 154"/>
                <a:gd name="T13" fmla="*/ 2147483647 h 529"/>
                <a:gd name="T14" fmla="*/ 2147483647 w 154"/>
                <a:gd name="T15" fmla="*/ 2147483647 h 529"/>
                <a:gd name="T16" fmla="*/ 2147483647 w 154"/>
                <a:gd name="T17" fmla="*/ 2147483647 h 529"/>
                <a:gd name="T18" fmla="*/ 2147483647 w 154"/>
                <a:gd name="T19" fmla="*/ 2147483647 h 529"/>
                <a:gd name="T20" fmla="*/ 2147483647 w 154"/>
                <a:gd name="T21" fmla="*/ 2147483647 h 529"/>
                <a:gd name="T22" fmla="*/ 2147483647 w 154"/>
                <a:gd name="T23" fmla="*/ 2147483647 h 529"/>
                <a:gd name="T24" fmla="*/ 2147483647 w 154"/>
                <a:gd name="T25" fmla="*/ 2147483647 h 529"/>
                <a:gd name="T26" fmla="*/ 2147483647 w 154"/>
                <a:gd name="T27" fmla="*/ 2147483647 h 529"/>
                <a:gd name="T28" fmla="*/ 2147483647 w 154"/>
                <a:gd name="T29" fmla="*/ 2147483647 h 529"/>
                <a:gd name="T30" fmla="*/ 2147483647 w 154"/>
                <a:gd name="T31" fmla="*/ 2147483647 h 529"/>
                <a:gd name="T32" fmla="*/ 2147483647 w 154"/>
                <a:gd name="T33" fmla="*/ 2147483647 h 529"/>
                <a:gd name="T34" fmla="*/ 2147483647 w 154"/>
                <a:gd name="T35" fmla="*/ 2147483647 h 529"/>
                <a:gd name="T36" fmla="*/ 2147483647 w 154"/>
                <a:gd name="T37" fmla="*/ 2147483647 h 529"/>
                <a:gd name="T38" fmla="*/ 2147483647 w 154"/>
                <a:gd name="T39" fmla="*/ 2147483647 h 529"/>
                <a:gd name="T40" fmla="*/ 2147483647 w 154"/>
                <a:gd name="T41" fmla="*/ 2147483647 h 529"/>
                <a:gd name="T42" fmla="*/ 2147483647 w 154"/>
                <a:gd name="T43" fmla="*/ 2147483647 h 529"/>
                <a:gd name="T44" fmla="*/ 2147483647 w 154"/>
                <a:gd name="T45" fmla="*/ 2147483647 h 529"/>
                <a:gd name="T46" fmla="*/ 2147483647 w 154"/>
                <a:gd name="T47" fmla="*/ 2147483647 h 529"/>
                <a:gd name="T48" fmla="*/ 2147483647 w 154"/>
                <a:gd name="T49" fmla="*/ 2147483647 h 529"/>
                <a:gd name="T50" fmla="*/ 2147483647 w 154"/>
                <a:gd name="T51" fmla="*/ 2147483647 h 529"/>
                <a:gd name="T52" fmla="*/ 2147483647 w 154"/>
                <a:gd name="T53" fmla="*/ 2147483647 h 529"/>
                <a:gd name="T54" fmla="*/ 2147483647 w 154"/>
                <a:gd name="T55" fmla="*/ 2147483647 h 529"/>
                <a:gd name="T56" fmla="*/ 0 w 154"/>
                <a:gd name="T57" fmla="*/ 2147483647 h 529"/>
                <a:gd name="T58" fmla="*/ 0 w 154"/>
                <a:gd name="T59" fmla="*/ 2147483647 h 529"/>
                <a:gd name="T60" fmla="*/ 0 w 154"/>
                <a:gd name="T61" fmla="*/ 2147483647 h 529"/>
                <a:gd name="T62" fmla="*/ 2147483647 w 154"/>
                <a:gd name="T63" fmla="*/ 2147483647 h 529"/>
                <a:gd name="T64" fmla="*/ 2147483647 w 154"/>
                <a:gd name="T65" fmla="*/ 2147483647 h 529"/>
                <a:gd name="T66" fmla="*/ 2147483647 w 154"/>
                <a:gd name="T67" fmla="*/ 2147483647 h 529"/>
                <a:gd name="T68" fmla="*/ 2147483647 w 154"/>
                <a:gd name="T69" fmla="*/ 2147483647 h 529"/>
                <a:gd name="T70" fmla="*/ 2147483647 w 154"/>
                <a:gd name="T71" fmla="*/ 2147483647 h 529"/>
                <a:gd name="T72" fmla="*/ 2147483647 w 154"/>
                <a:gd name="T73" fmla="*/ 2147483647 h 529"/>
                <a:gd name="T74" fmla="*/ 2147483647 w 154"/>
                <a:gd name="T75" fmla="*/ 2147483647 h 529"/>
                <a:gd name="T76" fmla="*/ 2147483647 w 154"/>
                <a:gd name="T77" fmla="*/ 2147483647 h 529"/>
                <a:gd name="T78" fmla="*/ 2147483647 w 154"/>
                <a:gd name="T79" fmla="*/ 2147483647 h 529"/>
                <a:gd name="T80" fmla="*/ 2147483647 w 154"/>
                <a:gd name="T81" fmla="*/ 2147483647 h 529"/>
                <a:gd name="T82" fmla="*/ 2147483647 w 154"/>
                <a:gd name="T83" fmla="*/ 2147483647 h 529"/>
                <a:gd name="T84" fmla="*/ 2147483647 w 154"/>
                <a:gd name="T85" fmla="*/ 2147483647 h 529"/>
                <a:gd name="T86" fmla="*/ 2147483647 w 154"/>
                <a:gd name="T87" fmla="*/ 2147483647 h 529"/>
                <a:gd name="T88" fmla="*/ 2147483647 w 154"/>
                <a:gd name="T89" fmla="*/ 2147483647 h 529"/>
                <a:gd name="T90" fmla="*/ 2147483647 w 154"/>
                <a:gd name="T91" fmla="*/ 2147483647 h 529"/>
                <a:gd name="T92" fmla="*/ 2147483647 w 154"/>
                <a:gd name="T93" fmla="*/ 2147483647 h 529"/>
                <a:gd name="T94" fmla="*/ 2147483647 w 154"/>
                <a:gd name="T95" fmla="*/ 2147483647 h 529"/>
                <a:gd name="T96" fmla="*/ 2147483647 w 154"/>
                <a:gd name="T97" fmla="*/ 2147483647 h 529"/>
                <a:gd name="T98" fmla="*/ 2147483647 w 154"/>
                <a:gd name="T99" fmla="*/ 2147483647 h 529"/>
                <a:gd name="T100" fmla="*/ 2147483647 w 154"/>
                <a:gd name="T101" fmla="*/ 2147483647 h 529"/>
                <a:gd name="T102" fmla="*/ 2147483647 w 154"/>
                <a:gd name="T103" fmla="*/ 2147483647 h 529"/>
                <a:gd name="T104" fmla="*/ 2147483647 w 154"/>
                <a:gd name="T105" fmla="*/ 2147483647 h 529"/>
                <a:gd name="T106" fmla="*/ 2147483647 w 154"/>
                <a:gd name="T107" fmla="*/ 0 h 529"/>
                <a:gd name="T108" fmla="*/ 2147483647 w 154"/>
                <a:gd name="T109" fmla="*/ 0 h 52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54"/>
                <a:gd name="T166" fmla="*/ 0 h 529"/>
                <a:gd name="T167" fmla="*/ 154 w 154"/>
                <a:gd name="T168" fmla="*/ 529 h 52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54" h="529">
                  <a:moveTo>
                    <a:pt x="72" y="0"/>
                  </a:moveTo>
                  <a:lnTo>
                    <a:pt x="154" y="0"/>
                  </a:lnTo>
                  <a:lnTo>
                    <a:pt x="153" y="529"/>
                  </a:lnTo>
                  <a:lnTo>
                    <a:pt x="72" y="525"/>
                  </a:lnTo>
                  <a:lnTo>
                    <a:pt x="69" y="523"/>
                  </a:lnTo>
                  <a:lnTo>
                    <a:pt x="67" y="522"/>
                  </a:lnTo>
                  <a:lnTo>
                    <a:pt x="63" y="520"/>
                  </a:lnTo>
                  <a:lnTo>
                    <a:pt x="58" y="519"/>
                  </a:lnTo>
                  <a:lnTo>
                    <a:pt x="54" y="513"/>
                  </a:lnTo>
                  <a:lnTo>
                    <a:pt x="49" y="508"/>
                  </a:lnTo>
                  <a:lnTo>
                    <a:pt x="45" y="502"/>
                  </a:lnTo>
                  <a:lnTo>
                    <a:pt x="42" y="496"/>
                  </a:lnTo>
                  <a:lnTo>
                    <a:pt x="39" y="490"/>
                  </a:lnTo>
                  <a:lnTo>
                    <a:pt x="36" y="483"/>
                  </a:lnTo>
                  <a:lnTo>
                    <a:pt x="33" y="480"/>
                  </a:lnTo>
                  <a:lnTo>
                    <a:pt x="30" y="469"/>
                  </a:lnTo>
                  <a:lnTo>
                    <a:pt x="27" y="462"/>
                  </a:lnTo>
                  <a:lnTo>
                    <a:pt x="25" y="453"/>
                  </a:lnTo>
                  <a:lnTo>
                    <a:pt x="22" y="447"/>
                  </a:lnTo>
                  <a:lnTo>
                    <a:pt x="20" y="441"/>
                  </a:lnTo>
                  <a:lnTo>
                    <a:pt x="17" y="427"/>
                  </a:lnTo>
                  <a:lnTo>
                    <a:pt x="14" y="414"/>
                  </a:lnTo>
                  <a:lnTo>
                    <a:pt x="11" y="399"/>
                  </a:lnTo>
                  <a:lnTo>
                    <a:pt x="8" y="384"/>
                  </a:lnTo>
                  <a:lnTo>
                    <a:pt x="6" y="366"/>
                  </a:lnTo>
                  <a:lnTo>
                    <a:pt x="4" y="349"/>
                  </a:lnTo>
                  <a:lnTo>
                    <a:pt x="2" y="330"/>
                  </a:lnTo>
                  <a:lnTo>
                    <a:pt x="1" y="309"/>
                  </a:lnTo>
                  <a:lnTo>
                    <a:pt x="0" y="286"/>
                  </a:lnTo>
                  <a:lnTo>
                    <a:pt x="0" y="262"/>
                  </a:lnTo>
                  <a:lnTo>
                    <a:pt x="0" y="229"/>
                  </a:lnTo>
                  <a:lnTo>
                    <a:pt x="2" y="199"/>
                  </a:lnTo>
                  <a:lnTo>
                    <a:pt x="4" y="177"/>
                  </a:lnTo>
                  <a:lnTo>
                    <a:pt x="7" y="154"/>
                  </a:lnTo>
                  <a:lnTo>
                    <a:pt x="9" y="136"/>
                  </a:lnTo>
                  <a:lnTo>
                    <a:pt x="11" y="123"/>
                  </a:lnTo>
                  <a:lnTo>
                    <a:pt x="15" y="105"/>
                  </a:lnTo>
                  <a:lnTo>
                    <a:pt x="21" y="84"/>
                  </a:lnTo>
                  <a:lnTo>
                    <a:pt x="25" y="69"/>
                  </a:lnTo>
                  <a:lnTo>
                    <a:pt x="29" y="58"/>
                  </a:lnTo>
                  <a:lnTo>
                    <a:pt x="32" y="51"/>
                  </a:lnTo>
                  <a:lnTo>
                    <a:pt x="35" y="45"/>
                  </a:lnTo>
                  <a:lnTo>
                    <a:pt x="37" y="37"/>
                  </a:lnTo>
                  <a:lnTo>
                    <a:pt x="40" y="31"/>
                  </a:lnTo>
                  <a:lnTo>
                    <a:pt x="42" y="27"/>
                  </a:lnTo>
                  <a:lnTo>
                    <a:pt x="46" y="22"/>
                  </a:lnTo>
                  <a:lnTo>
                    <a:pt x="49" y="16"/>
                  </a:lnTo>
                  <a:lnTo>
                    <a:pt x="52" y="13"/>
                  </a:lnTo>
                  <a:lnTo>
                    <a:pt x="55" y="10"/>
                  </a:lnTo>
                  <a:lnTo>
                    <a:pt x="58" y="7"/>
                  </a:lnTo>
                  <a:lnTo>
                    <a:pt x="61" y="4"/>
                  </a:lnTo>
                  <a:lnTo>
                    <a:pt x="64" y="3"/>
                  </a:lnTo>
                  <a:lnTo>
                    <a:pt x="67" y="1"/>
                  </a:lnTo>
                  <a:lnTo>
                    <a:pt x="69" y="0"/>
                  </a:lnTo>
                  <a:lnTo>
                    <a:pt x="72" y="0"/>
                  </a:lnTo>
                  <a:close/>
                </a:path>
              </a:pathLst>
            </a:custGeom>
            <a:solidFill>
              <a:srgbClr val="202020"/>
            </a:solidFill>
            <a:ln w="9525">
              <a:noFill/>
              <a:round/>
              <a:headEnd/>
              <a:tailEnd/>
            </a:ln>
          </p:spPr>
          <p:txBody>
            <a:bodyPr/>
            <a:lstStyle/>
            <a:p>
              <a:endParaRPr lang="nl-BE"/>
            </a:p>
          </p:txBody>
        </p:sp>
        <p:sp>
          <p:nvSpPr>
            <p:cNvPr id="42576" name="Oval 216"/>
            <p:cNvSpPr>
              <a:spLocks noChangeArrowheads="1"/>
            </p:cNvSpPr>
            <p:nvPr/>
          </p:nvSpPr>
          <p:spPr bwMode="auto">
            <a:xfrm rot="-155667">
              <a:off x="5119688" y="3949700"/>
              <a:ext cx="106362" cy="247650"/>
            </a:xfrm>
            <a:prstGeom prst="ellipse">
              <a:avLst/>
            </a:prstGeom>
            <a:solidFill>
              <a:srgbClr val="404040"/>
            </a:solidFill>
            <a:ln w="9525">
              <a:noFill/>
              <a:round/>
              <a:headEnd/>
              <a:tailEnd/>
            </a:ln>
          </p:spPr>
          <p:txBody>
            <a:bodyPr/>
            <a:lstStyle/>
            <a:p>
              <a:pPr algn="ctr" eaLnBrk="0" hangingPunct="0"/>
              <a:endParaRPr lang="nl-BE"/>
            </a:p>
          </p:txBody>
        </p:sp>
        <p:sp>
          <p:nvSpPr>
            <p:cNvPr id="42577" name="Oval 217"/>
            <p:cNvSpPr>
              <a:spLocks noChangeArrowheads="1"/>
            </p:cNvSpPr>
            <p:nvPr/>
          </p:nvSpPr>
          <p:spPr bwMode="auto">
            <a:xfrm rot="-155667">
              <a:off x="5143500" y="4000500"/>
              <a:ext cx="61913" cy="146050"/>
            </a:xfrm>
            <a:prstGeom prst="ellipse">
              <a:avLst/>
            </a:prstGeom>
            <a:solidFill>
              <a:srgbClr val="A0A0A0"/>
            </a:solidFill>
            <a:ln w="9525">
              <a:noFill/>
              <a:round/>
              <a:headEnd/>
              <a:tailEnd/>
            </a:ln>
          </p:spPr>
          <p:txBody>
            <a:bodyPr/>
            <a:lstStyle/>
            <a:p>
              <a:pPr algn="ctr" eaLnBrk="0" hangingPunct="0"/>
              <a:endParaRPr lang="nl-BE"/>
            </a:p>
          </p:txBody>
        </p:sp>
        <p:sp>
          <p:nvSpPr>
            <p:cNvPr id="42578" name="Oval 218"/>
            <p:cNvSpPr>
              <a:spLocks noChangeArrowheads="1"/>
            </p:cNvSpPr>
            <p:nvPr/>
          </p:nvSpPr>
          <p:spPr bwMode="auto">
            <a:xfrm rot="-155667">
              <a:off x="5143500" y="4005263"/>
              <a:ext cx="57150" cy="134937"/>
            </a:xfrm>
            <a:prstGeom prst="ellipse">
              <a:avLst/>
            </a:prstGeom>
            <a:solidFill>
              <a:srgbClr val="808080"/>
            </a:solidFill>
            <a:ln w="9525">
              <a:noFill/>
              <a:round/>
              <a:headEnd/>
              <a:tailEnd/>
            </a:ln>
          </p:spPr>
          <p:txBody>
            <a:bodyPr/>
            <a:lstStyle/>
            <a:p>
              <a:pPr algn="ctr" eaLnBrk="0" hangingPunct="0"/>
              <a:endParaRPr lang="nl-BE"/>
            </a:p>
          </p:txBody>
        </p:sp>
        <p:sp>
          <p:nvSpPr>
            <p:cNvPr id="42579" name="Oval 219"/>
            <p:cNvSpPr>
              <a:spLocks noChangeArrowheads="1"/>
            </p:cNvSpPr>
            <p:nvPr/>
          </p:nvSpPr>
          <p:spPr bwMode="auto">
            <a:xfrm rot="-155667">
              <a:off x="5168900" y="4060825"/>
              <a:ext cx="9525" cy="23813"/>
            </a:xfrm>
            <a:prstGeom prst="ellipse">
              <a:avLst/>
            </a:prstGeom>
            <a:solidFill>
              <a:srgbClr val="404040"/>
            </a:solidFill>
            <a:ln w="9525">
              <a:noFill/>
              <a:round/>
              <a:headEnd/>
              <a:tailEnd/>
            </a:ln>
          </p:spPr>
          <p:txBody>
            <a:bodyPr/>
            <a:lstStyle/>
            <a:p>
              <a:pPr algn="ctr" eaLnBrk="0" hangingPunct="0"/>
              <a:endParaRPr lang="nl-BE"/>
            </a:p>
          </p:txBody>
        </p:sp>
        <p:sp>
          <p:nvSpPr>
            <p:cNvPr id="42580" name="Oval 220"/>
            <p:cNvSpPr>
              <a:spLocks noChangeArrowheads="1"/>
            </p:cNvSpPr>
            <p:nvPr/>
          </p:nvSpPr>
          <p:spPr bwMode="auto">
            <a:xfrm rot="-155667">
              <a:off x="5000625" y="3990975"/>
              <a:ext cx="90488" cy="101600"/>
            </a:xfrm>
            <a:prstGeom prst="ellipse">
              <a:avLst/>
            </a:prstGeom>
            <a:solidFill>
              <a:srgbClr val="606060"/>
            </a:solidFill>
            <a:ln w="6350">
              <a:solidFill>
                <a:srgbClr val="000000"/>
              </a:solidFill>
              <a:round/>
              <a:headEnd/>
              <a:tailEnd/>
            </a:ln>
          </p:spPr>
          <p:txBody>
            <a:bodyPr/>
            <a:lstStyle/>
            <a:p>
              <a:pPr algn="ctr" eaLnBrk="0" hangingPunct="0"/>
              <a:endParaRPr lang="nl-BE"/>
            </a:p>
          </p:txBody>
        </p:sp>
        <p:sp>
          <p:nvSpPr>
            <p:cNvPr id="42581" name="Oval 221"/>
            <p:cNvSpPr>
              <a:spLocks noChangeArrowheads="1"/>
            </p:cNvSpPr>
            <p:nvPr/>
          </p:nvSpPr>
          <p:spPr bwMode="auto">
            <a:xfrm rot="-155667">
              <a:off x="4987925" y="3992563"/>
              <a:ext cx="90488" cy="101600"/>
            </a:xfrm>
            <a:prstGeom prst="ellipse">
              <a:avLst/>
            </a:prstGeom>
            <a:solidFill>
              <a:srgbClr val="606060"/>
            </a:solidFill>
            <a:ln w="6350">
              <a:solidFill>
                <a:srgbClr val="000000"/>
              </a:solidFill>
              <a:round/>
              <a:headEnd/>
              <a:tailEnd/>
            </a:ln>
          </p:spPr>
          <p:txBody>
            <a:bodyPr/>
            <a:lstStyle/>
            <a:p>
              <a:pPr algn="ctr" eaLnBrk="0" hangingPunct="0"/>
              <a:endParaRPr lang="nl-BE"/>
            </a:p>
          </p:txBody>
        </p:sp>
        <p:sp>
          <p:nvSpPr>
            <p:cNvPr id="42582" name="Oval 222"/>
            <p:cNvSpPr>
              <a:spLocks noChangeArrowheads="1"/>
            </p:cNvSpPr>
            <p:nvPr/>
          </p:nvSpPr>
          <p:spPr bwMode="auto">
            <a:xfrm rot="-155667">
              <a:off x="4973638" y="3992563"/>
              <a:ext cx="92075" cy="101600"/>
            </a:xfrm>
            <a:prstGeom prst="ellipse">
              <a:avLst/>
            </a:prstGeom>
            <a:solidFill>
              <a:srgbClr val="808080"/>
            </a:solidFill>
            <a:ln w="6350">
              <a:solidFill>
                <a:srgbClr val="000000"/>
              </a:solidFill>
              <a:round/>
              <a:headEnd/>
              <a:tailEnd/>
            </a:ln>
          </p:spPr>
          <p:txBody>
            <a:bodyPr/>
            <a:lstStyle/>
            <a:p>
              <a:pPr algn="ctr" eaLnBrk="0" hangingPunct="0"/>
              <a:endParaRPr lang="nl-BE"/>
            </a:p>
          </p:txBody>
        </p:sp>
        <p:sp>
          <p:nvSpPr>
            <p:cNvPr id="42583" name="Oval 223"/>
            <p:cNvSpPr>
              <a:spLocks noChangeArrowheads="1"/>
            </p:cNvSpPr>
            <p:nvPr/>
          </p:nvSpPr>
          <p:spPr bwMode="auto">
            <a:xfrm rot="-155667">
              <a:off x="4962525" y="3992563"/>
              <a:ext cx="90488" cy="101600"/>
            </a:xfrm>
            <a:prstGeom prst="ellipse">
              <a:avLst/>
            </a:prstGeom>
            <a:solidFill>
              <a:srgbClr val="808080"/>
            </a:solidFill>
            <a:ln w="6350">
              <a:solidFill>
                <a:srgbClr val="000000"/>
              </a:solidFill>
              <a:round/>
              <a:headEnd/>
              <a:tailEnd/>
            </a:ln>
          </p:spPr>
          <p:txBody>
            <a:bodyPr/>
            <a:lstStyle/>
            <a:p>
              <a:pPr algn="ctr" eaLnBrk="0" hangingPunct="0"/>
              <a:endParaRPr lang="nl-BE"/>
            </a:p>
          </p:txBody>
        </p:sp>
        <p:sp>
          <p:nvSpPr>
            <p:cNvPr id="42584" name="Oval 224"/>
            <p:cNvSpPr>
              <a:spLocks noChangeArrowheads="1"/>
            </p:cNvSpPr>
            <p:nvPr/>
          </p:nvSpPr>
          <p:spPr bwMode="auto">
            <a:xfrm rot="-155667">
              <a:off x="4949825" y="3994150"/>
              <a:ext cx="92075" cy="101600"/>
            </a:xfrm>
            <a:prstGeom prst="ellipse">
              <a:avLst/>
            </a:prstGeom>
            <a:solidFill>
              <a:srgbClr val="808080"/>
            </a:solidFill>
            <a:ln w="6350">
              <a:solidFill>
                <a:srgbClr val="000000"/>
              </a:solidFill>
              <a:round/>
              <a:headEnd/>
              <a:tailEnd/>
            </a:ln>
          </p:spPr>
          <p:txBody>
            <a:bodyPr/>
            <a:lstStyle/>
            <a:p>
              <a:pPr algn="ctr" eaLnBrk="0" hangingPunct="0"/>
              <a:endParaRPr lang="nl-BE"/>
            </a:p>
          </p:txBody>
        </p:sp>
        <p:sp>
          <p:nvSpPr>
            <p:cNvPr id="42585" name="Oval 225"/>
            <p:cNvSpPr>
              <a:spLocks noChangeArrowheads="1"/>
            </p:cNvSpPr>
            <p:nvPr/>
          </p:nvSpPr>
          <p:spPr bwMode="auto">
            <a:xfrm rot="-155667">
              <a:off x="4938713" y="3994150"/>
              <a:ext cx="90487" cy="101600"/>
            </a:xfrm>
            <a:prstGeom prst="ellipse">
              <a:avLst/>
            </a:prstGeom>
            <a:solidFill>
              <a:srgbClr val="808080"/>
            </a:solidFill>
            <a:ln w="6350">
              <a:solidFill>
                <a:srgbClr val="000000"/>
              </a:solidFill>
              <a:round/>
              <a:headEnd/>
              <a:tailEnd/>
            </a:ln>
          </p:spPr>
          <p:txBody>
            <a:bodyPr/>
            <a:lstStyle/>
            <a:p>
              <a:pPr algn="ctr" eaLnBrk="0" hangingPunct="0"/>
              <a:endParaRPr lang="nl-BE"/>
            </a:p>
          </p:txBody>
        </p:sp>
        <p:sp>
          <p:nvSpPr>
            <p:cNvPr id="42586" name="Oval 226"/>
            <p:cNvSpPr>
              <a:spLocks noChangeArrowheads="1"/>
            </p:cNvSpPr>
            <p:nvPr/>
          </p:nvSpPr>
          <p:spPr bwMode="auto">
            <a:xfrm rot="-155667">
              <a:off x="4924425" y="3995738"/>
              <a:ext cx="92075" cy="101600"/>
            </a:xfrm>
            <a:prstGeom prst="ellipse">
              <a:avLst/>
            </a:prstGeom>
            <a:solidFill>
              <a:srgbClr val="404040"/>
            </a:solidFill>
            <a:ln w="6350">
              <a:solidFill>
                <a:srgbClr val="000000"/>
              </a:solidFill>
              <a:round/>
              <a:headEnd/>
              <a:tailEnd/>
            </a:ln>
          </p:spPr>
          <p:txBody>
            <a:bodyPr/>
            <a:lstStyle/>
            <a:p>
              <a:pPr algn="ctr" eaLnBrk="0" hangingPunct="0"/>
              <a:endParaRPr lang="nl-BE"/>
            </a:p>
          </p:txBody>
        </p:sp>
        <p:sp>
          <p:nvSpPr>
            <p:cNvPr id="42587" name="Freeform 227"/>
            <p:cNvSpPr>
              <a:spLocks/>
            </p:cNvSpPr>
            <p:nvPr/>
          </p:nvSpPr>
          <p:spPr bwMode="auto">
            <a:xfrm rot="-155667">
              <a:off x="4610100" y="3989388"/>
              <a:ext cx="141288" cy="292100"/>
            </a:xfrm>
            <a:custGeom>
              <a:avLst/>
              <a:gdLst>
                <a:gd name="T0" fmla="*/ 2147483647 w 209"/>
                <a:gd name="T1" fmla="*/ 0 h 621"/>
                <a:gd name="T2" fmla="*/ 2147483647 w 209"/>
                <a:gd name="T3" fmla="*/ 0 h 621"/>
                <a:gd name="T4" fmla="*/ 2147483647 w 209"/>
                <a:gd name="T5" fmla="*/ 2147483647 h 621"/>
                <a:gd name="T6" fmla="*/ 2147483647 w 209"/>
                <a:gd name="T7" fmla="*/ 2147483647 h 621"/>
                <a:gd name="T8" fmla="*/ 2147483647 w 209"/>
                <a:gd name="T9" fmla="*/ 2147483647 h 621"/>
                <a:gd name="T10" fmla="*/ 2147483647 w 209"/>
                <a:gd name="T11" fmla="*/ 2147483647 h 621"/>
                <a:gd name="T12" fmla="*/ 2147483647 w 209"/>
                <a:gd name="T13" fmla="*/ 2147483647 h 621"/>
                <a:gd name="T14" fmla="*/ 2147483647 w 209"/>
                <a:gd name="T15" fmla="*/ 2147483647 h 621"/>
                <a:gd name="T16" fmla="*/ 2147483647 w 209"/>
                <a:gd name="T17" fmla="*/ 2147483647 h 621"/>
                <a:gd name="T18" fmla="*/ 2147483647 w 209"/>
                <a:gd name="T19" fmla="*/ 2147483647 h 621"/>
                <a:gd name="T20" fmla="*/ 2147483647 w 209"/>
                <a:gd name="T21" fmla="*/ 2147483647 h 621"/>
                <a:gd name="T22" fmla="*/ 2147483647 w 209"/>
                <a:gd name="T23" fmla="*/ 2147483647 h 621"/>
                <a:gd name="T24" fmla="*/ 2147483647 w 209"/>
                <a:gd name="T25" fmla="*/ 2147483647 h 621"/>
                <a:gd name="T26" fmla="*/ 2147483647 w 209"/>
                <a:gd name="T27" fmla="*/ 2147483647 h 621"/>
                <a:gd name="T28" fmla="*/ 2147483647 w 209"/>
                <a:gd name="T29" fmla="*/ 2147483647 h 621"/>
                <a:gd name="T30" fmla="*/ 2147483647 w 209"/>
                <a:gd name="T31" fmla="*/ 2147483647 h 621"/>
                <a:gd name="T32" fmla="*/ 2147483647 w 209"/>
                <a:gd name="T33" fmla="*/ 2147483647 h 621"/>
                <a:gd name="T34" fmla="*/ 2147483647 w 209"/>
                <a:gd name="T35" fmla="*/ 2147483647 h 621"/>
                <a:gd name="T36" fmla="*/ 2147483647 w 209"/>
                <a:gd name="T37" fmla="*/ 2147483647 h 621"/>
                <a:gd name="T38" fmla="*/ 2147483647 w 209"/>
                <a:gd name="T39" fmla="*/ 2147483647 h 621"/>
                <a:gd name="T40" fmla="*/ 2147483647 w 209"/>
                <a:gd name="T41" fmla="*/ 2147483647 h 621"/>
                <a:gd name="T42" fmla="*/ 2147483647 w 209"/>
                <a:gd name="T43" fmla="*/ 2147483647 h 621"/>
                <a:gd name="T44" fmla="*/ 2147483647 w 209"/>
                <a:gd name="T45" fmla="*/ 2147483647 h 621"/>
                <a:gd name="T46" fmla="*/ 2147483647 w 209"/>
                <a:gd name="T47" fmla="*/ 2147483647 h 621"/>
                <a:gd name="T48" fmla="*/ 2147483647 w 209"/>
                <a:gd name="T49" fmla="*/ 2147483647 h 621"/>
                <a:gd name="T50" fmla="*/ 2147483647 w 209"/>
                <a:gd name="T51" fmla="*/ 2147483647 h 621"/>
                <a:gd name="T52" fmla="*/ 2147483647 w 209"/>
                <a:gd name="T53" fmla="*/ 2147483647 h 621"/>
                <a:gd name="T54" fmla="*/ 2147483647 w 209"/>
                <a:gd name="T55" fmla="*/ 2147483647 h 621"/>
                <a:gd name="T56" fmla="*/ 0 w 209"/>
                <a:gd name="T57" fmla="*/ 2147483647 h 621"/>
                <a:gd name="T58" fmla="*/ 0 w 209"/>
                <a:gd name="T59" fmla="*/ 2147483647 h 621"/>
                <a:gd name="T60" fmla="*/ 2147483647 w 209"/>
                <a:gd name="T61" fmla="*/ 2147483647 h 621"/>
                <a:gd name="T62" fmla="*/ 2147483647 w 209"/>
                <a:gd name="T63" fmla="*/ 2147483647 h 621"/>
                <a:gd name="T64" fmla="*/ 2147483647 w 209"/>
                <a:gd name="T65" fmla="*/ 2147483647 h 621"/>
                <a:gd name="T66" fmla="*/ 2147483647 w 209"/>
                <a:gd name="T67" fmla="*/ 2147483647 h 621"/>
                <a:gd name="T68" fmla="*/ 2147483647 w 209"/>
                <a:gd name="T69" fmla="*/ 2147483647 h 621"/>
                <a:gd name="T70" fmla="*/ 2147483647 w 209"/>
                <a:gd name="T71" fmla="*/ 2147483647 h 621"/>
                <a:gd name="T72" fmla="*/ 2147483647 w 209"/>
                <a:gd name="T73" fmla="*/ 2147483647 h 621"/>
                <a:gd name="T74" fmla="*/ 2147483647 w 209"/>
                <a:gd name="T75" fmla="*/ 2147483647 h 621"/>
                <a:gd name="T76" fmla="*/ 2147483647 w 209"/>
                <a:gd name="T77" fmla="*/ 2147483647 h 621"/>
                <a:gd name="T78" fmla="*/ 2147483647 w 209"/>
                <a:gd name="T79" fmla="*/ 2147483647 h 621"/>
                <a:gd name="T80" fmla="*/ 2147483647 w 209"/>
                <a:gd name="T81" fmla="*/ 2147483647 h 621"/>
                <a:gd name="T82" fmla="*/ 2147483647 w 209"/>
                <a:gd name="T83" fmla="*/ 2147483647 h 621"/>
                <a:gd name="T84" fmla="*/ 2147483647 w 209"/>
                <a:gd name="T85" fmla="*/ 2147483647 h 621"/>
                <a:gd name="T86" fmla="*/ 2147483647 w 209"/>
                <a:gd name="T87" fmla="*/ 2147483647 h 621"/>
                <a:gd name="T88" fmla="*/ 2147483647 w 209"/>
                <a:gd name="T89" fmla="*/ 2147483647 h 621"/>
                <a:gd name="T90" fmla="*/ 2147483647 w 209"/>
                <a:gd name="T91" fmla="*/ 2147483647 h 621"/>
                <a:gd name="T92" fmla="*/ 2147483647 w 209"/>
                <a:gd name="T93" fmla="*/ 2147483647 h 621"/>
                <a:gd name="T94" fmla="*/ 2147483647 w 209"/>
                <a:gd name="T95" fmla="*/ 2147483647 h 621"/>
                <a:gd name="T96" fmla="*/ 2147483647 w 209"/>
                <a:gd name="T97" fmla="*/ 2147483647 h 621"/>
                <a:gd name="T98" fmla="*/ 2147483647 w 209"/>
                <a:gd name="T99" fmla="*/ 2147483647 h 621"/>
                <a:gd name="T100" fmla="*/ 2147483647 w 209"/>
                <a:gd name="T101" fmla="*/ 2147483647 h 621"/>
                <a:gd name="T102" fmla="*/ 2147483647 w 209"/>
                <a:gd name="T103" fmla="*/ 2147483647 h 621"/>
                <a:gd name="T104" fmla="*/ 2147483647 w 209"/>
                <a:gd name="T105" fmla="*/ 0 h 621"/>
                <a:gd name="T106" fmla="*/ 2147483647 w 209"/>
                <a:gd name="T107" fmla="*/ 0 h 621"/>
                <a:gd name="T108" fmla="*/ 2147483647 w 209"/>
                <a:gd name="T109" fmla="*/ 0 h 621"/>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09"/>
                <a:gd name="T166" fmla="*/ 0 h 621"/>
                <a:gd name="T167" fmla="*/ 209 w 209"/>
                <a:gd name="T168" fmla="*/ 621 h 621"/>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09" h="621">
                  <a:moveTo>
                    <a:pt x="98" y="0"/>
                  </a:moveTo>
                  <a:lnTo>
                    <a:pt x="209" y="0"/>
                  </a:lnTo>
                  <a:lnTo>
                    <a:pt x="207" y="621"/>
                  </a:lnTo>
                  <a:lnTo>
                    <a:pt x="98" y="617"/>
                  </a:lnTo>
                  <a:lnTo>
                    <a:pt x="94" y="615"/>
                  </a:lnTo>
                  <a:lnTo>
                    <a:pt x="90" y="614"/>
                  </a:lnTo>
                  <a:lnTo>
                    <a:pt x="84" y="611"/>
                  </a:lnTo>
                  <a:lnTo>
                    <a:pt x="78" y="608"/>
                  </a:lnTo>
                  <a:lnTo>
                    <a:pt x="73" y="602"/>
                  </a:lnTo>
                  <a:lnTo>
                    <a:pt x="66" y="596"/>
                  </a:lnTo>
                  <a:lnTo>
                    <a:pt x="61" y="590"/>
                  </a:lnTo>
                  <a:lnTo>
                    <a:pt x="56" y="582"/>
                  </a:lnTo>
                  <a:lnTo>
                    <a:pt x="52" y="576"/>
                  </a:lnTo>
                  <a:lnTo>
                    <a:pt x="48" y="569"/>
                  </a:lnTo>
                  <a:lnTo>
                    <a:pt x="44" y="563"/>
                  </a:lnTo>
                  <a:lnTo>
                    <a:pt x="40" y="551"/>
                  </a:lnTo>
                  <a:lnTo>
                    <a:pt x="36" y="542"/>
                  </a:lnTo>
                  <a:lnTo>
                    <a:pt x="32" y="531"/>
                  </a:lnTo>
                  <a:lnTo>
                    <a:pt x="29" y="524"/>
                  </a:lnTo>
                  <a:lnTo>
                    <a:pt x="28" y="516"/>
                  </a:lnTo>
                  <a:lnTo>
                    <a:pt x="23" y="501"/>
                  </a:lnTo>
                  <a:lnTo>
                    <a:pt x="19" y="486"/>
                  </a:lnTo>
                  <a:lnTo>
                    <a:pt x="15" y="468"/>
                  </a:lnTo>
                  <a:lnTo>
                    <a:pt x="12" y="450"/>
                  </a:lnTo>
                  <a:lnTo>
                    <a:pt x="9" y="431"/>
                  </a:lnTo>
                  <a:lnTo>
                    <a:pt x="6" y="410"/>
                  </a:lnTo>
                  <a:lnTo>
                    <a:pt x="3" y="387"/>
                  </a:lnTo>
                  <a:lnTo>
                    <a:pt x="2" y="362"/>
                  </a:lnTo>
                  <a:lnTo>
                    <a:pt x="0" y="336"/>
                  </a:lnTo>
                  <a:lnTo>
                    <a:pt x="0" y="306"/>
                  </a:lnTo>
                  <a:lnTo>
                    <a:pt x="1" y="267"/>
                  </a:lnTo>
                  <a:lnTo>
                    <a:pt x="3" y="231"/>
                  </a:lnTo>
                  <a:lnTo>
                    <a:pt x="6" y="206"/>
                  </a:lnTo>
                  <a:lnTo>
                    <a:pt x="9" y="180"/>
                  </a:lnTo>
                  <a:lnTo>
                    <a:pt x="13" y="159"/>
                  </a:lnTo>
                  <a:lnTo>
                    <a:pt x="15" y="144"/>
                  </a:lnTo>
                  <a:lnTo>
                    <a:pt x="21" y="122"/>
                  </a:lnTo>
                  <a:lnTo>
                    <a:pt x="28" y="98"/>
                  </a:lnTo>
                  <a:lnTo>
                    <a:pt x="34" y="80"/>
                  </a:lnTo>
                  <a:lnTo>
                    <a:pt x="39" y="68"/>
                  </a:lnTo>
                  <a:lnTo>
                    <a:pt x="42" y="60"/>
                  </a:lnTo>
                  <a:lnTo>
                    <a:pt x="47" y="51"/>
                  </a:lnTo>
                  <a:lnTo>
                    <a:pt x="50" y="44"/>
                  </a:lnTo>
                  <a:lnTo>
                    <a:pt x="53" y="36"/>
                  </a:lnTo>
                  <a:lnTo>
                    <a:pt x="57" y="32"/>
                  </a:lnTo>
                  <a:lnTo>
                    <a:pt x="62" y="26"/>
                  </a:lnTo>
                  <a:lnTo>
                    <a:pt x="66" y="20"/>
                  </a:lnTo>
                  <a:lnTo>
                    <a:pt x="70" y="15"/>
                  </a:lnTo>
                  <a:lnTo>
                    <a:pt x="74" y="12"/>
                  </a:lnTo>
                  <a:lnTo>
                    <a:pt x="78" y="8"/>
                  </a:lnTo>
                  <a:lnTo>
                    <a:pt x="83" y="5"/>
                  </a:lnTo>
                  <a:lnTo>
                    <a:pt x="86" y="2"/>
                  </a:lnTo>
                  <a:lnTo>
                    <a:pt x="90" y="0"/>
                  </a:lnTo>
                  <a:lnTo>
                    <a:pt x="94" y="0"/>
                  </a:lnTo>
                  <a:lnTo>
                    <a:pt x="98" y="0"/>
                  </a:lnTo>
                  <a:close/>
                </a:path>
              </a:pathLst>
            </a:custGeom>
            <a:solidFill>
              <a:srgbClr val="202020"/>
            </a:solidFill>
            <a:ln w="9525">
              <a:noFill/>
              <a:round/>
              <a:headEnd/>
              <a:tailEnd/>
            </a:ln>
          </p:spPr>
          <p:txBody>
            <a:bodyPr/>
            <a:lstStyle/>
            <a:p>
              <a:endParaRPr lang="nl-BE"/>
            </a:p>
          </p:txBody>
        </p:sp>
        <p:sp>
          <p:nvSpPr>
            <p:cNvPr id="42588" name="Oval 228"/>
            <p:cNvSpPr>
              <a:spLocks noChangeArrowheads="1"/>
            </p:cNvSpPr>
            <p:nvPr/>
          </p:nvSpPr>
          <p:spPr bwMode="auto">
            <a:xfrm rot="-155667">
              <a:off x="4676775" y="3987800"/>
              <a:ext cx="142875" cy="293688"/>
            </a:xfrm>
            <a:prstGeom prst="ellipse">
              <a:avLst/>
            </a:prstGeom>
            <a:solidFill>
              <a:srgbClr val="404040"/>
            </a:solidFill>
            <a:ln w="9525">
              <a:noFill/>
              <a:round/>
              <a:headEnd/>
              <a:tailEnd/>
            </a:ln>
          </p:spPr>
          <p:txBody>
            <a:bodyPr/>
            <a:lstStyle/>
            <a:p>
              <a:pPr algn="ctr" eaLnBrk="0" hangingPunct="0"/>
              <a:endParaRPr lang="nl-BE"/>
            </a:p>
          </p:txBody>
        </p:sp>
        <p:sp>
          <p:nvSpPr>
            <p:cNvPr id="42589" name="Oval 229"/>
            <p:cNvSpPr>
              <a:spLocks noChangeArrowheads="1"/>
            </p:cNvSpPr>
            <p:nvPr/>
          </p:nvSpPr>
          <p:spPr bwMode="auto">
            <a:xfrm rot="-155667">
              <a:off x="4706938" y="4048125"/>
              <a:ext cx="82550" cy="173038"/>
            </a:xfrm>
            <a:prstGeom prst="ellipse">
              <a:avLst/>
            </a:prstGeom>
            <a:solidFill>
              <a:srgbClr val="A0A0A0"/>
            </a:solidFill>
            <a:ln w="9525">
              <a:noFill/>
              <a:round/>
              <a:headEnd/>
              <a:tailEnd/>
            </a:ln>
          </p:spPr>
          <p:txBody>
            <a:bodyPr/>
            <a:lstStyle/>
            <a:p>
              <a:pPr algn="ctr" eaLnBrk="0" hangingPunct="0"/>
              <a:endParaRPr lang="nl-BE"/>
            </a:p>
          </p:txBody>
        </p:sp>
        <p:sp>
          <p:nvSpPr>
            <p:cNvPr id="42590" name="Oval 230"/>
            <p:cNvSpPr>
              <a:spLocks noChangeArrowheads="1"/>
            </p:cNvSpPr>
            <p:nvPr/>
          </p:nvSpPr>
          <p:spPr bwMode="auto">
            <a:xfrm rot="-155667">
              <a:off x="4705350" y="4052888"/>
              <a:ext cx="76200" cy="161925"/>
            </a:xfrm>
            <a:prstGeom prst="ellipse">
              <a:avLst/>
            </a:prstGeom>
            <a:solidFill>
              <a:srgbClr val="808080"/>
            </a:solidFill>
            <a:ln w="9525">
              <a:noFill/>
              <a:round/>
              <a:headEnd/>
              <a:tailEnd/>
            </a:ln>
          </p:spPr>
          <p:txBody>
            <a:bodyPr/>
            <a:lstStyle/>
            <a:p>
              <a:pPr algn="ctr" eaLnBrk="0" hangingPunct="0"/>
              <a:endParaRPr lang="nl-BE"/>
            </a:p>
          </p:txBody>
        </p:sp>
        <p:sp>
          <p:nvSpPr>
            <p:cNvPr id="42591" name="Oval 231"/>
            <p:cNvSpPr>
              <a:spLocks noChangeArrowheads="1"/>
            </p:cNvSpPr>
            <p:nvPr/>
          </p:nvSpPr>
          <p:spPr bwMode="auto">
            <a:xfrm rot="-155667">
              <a:off x="4740275" y="4119563"/>
              <a:ext cx="12700" cy="28575"/>
            </a:xfrm>
            <a:prstGeom prst="ellipse">
              <a:avLst/>
            </a:prstGeom>
            <a:solidFill>
              <a:srgbClr val="404040"/>
            </a:solidFill>
            <a:ln w="9525">
              <a:noFill/>
              <a:round/>
              <a:headEnd/>
              <a:tailEnd/>
            </a:ln>
          </p:spPr>
          <p:txBody>
            <a:bodyPr/>
            <a:lstStyle/>
            <a:p>
              <a:pPr algn="ctr" eaLnBrk="0" hangingPunct="0"/>
              <a:endParaRPr lang="nl-BE"/>
            </a:p>
          </p:txBody>
        </p:sp>
        <p:sp>
          <p:nvSpPr>
            <p:cNvPr id="42592" name="Freeform 232"/>
            <p:cNvSpPr>
              <a:spLocks/>
            </p:cNvSpPr>
            <p:nvPr/>
          </p:nvSpPr>
          <p:spPr bwMode="auto">
            <a:xfrm rot="-155667">
              <a:off x="4694238" y="3984625"/>
              <a:ext cx="141287" cy="298450"/>
            </a:xfrm>
            <a:custGeom>
              <a:avLst/>
              <a:gdLst>
                <a:gd name="T0" fmla="*/ 2147483647 w 210"/>
                <a:gd name="T1" fmla="*/ 0 h 635"/>
                <a:gd name="T2" fmla="*/ 2147483647 w 210"/>
                <a:gd name="T3" fmla="*/ 0 h 635"/>
                <a:gd name="T4" fmla="*/ 2147483647 w 210"/>
                <a:gd name="T5" fmla="*/ 2147483647 h 635"/>
                <a:gd name="T6" fmla="*/ 2147483647 w 210"/>
                <a:gd name="T7" fmla="*/ 2147483647 h 635"/>
                <a:gd name="T8" fmla="*/ 2147483647 w 210"/>
                <a:gd name="T9" fmla="*/ 2147483647 h 635"/>
                <a:gd name="T10" fmla="*/ 2147483647 w 210"/>
                <a:gd name="T11" fmla="*/ 2147483647 h 635"/>
                <a:gd name="T12" fmla="*/ 2147483647 w 210"/>
                <a:gd name="T13" fmla="*/ 2147483647 h 635"/>
                <a:gd name="T14" fmla="*/ 2147483647 w 210"/>
                <a:gd name="T15" fmla="*/ 2147483647 h 635"/>
                <a:gd name="T16" fmla="*/ 2147483647 w 210"/>
                <a:gd name="T17" fmla="*/ 2147483647 h 635"/>
                <a:gd name="T18" fmla="*/ 2147483647 w 210"/>
                <a:gd name="T19" fmla="*/ 2147483647 h 635"/>
                <a:gd name="T20" fmla="*/ 2147483647 w 210"/>
                <a:gd name="T21" fmla="*/ 2147483647 h 635"/>
                <a:gd name="T22" fmla="*/ 2147483647 w 210"/>
                <a:gd name="T23" fmla="*/ 2147483647 h 635"/>
                <a:gd name="T24" fmla="*/ 2147483647 w 210"/>
                <a:gd name="T25" fmla="*/ 2147483647 h 635"/>
                <a:gd name="T26" fmla="*/ 2147483647 w 210"/>
                <a:gd name="T27" fmla="*/ 2147483647 h 635"/>
                <a:gd name="T28" fmla="*/ 2147483647 w 210"/>
                <a:gd name="T29" fmla="*/ 2147483647 h 635"/>
                <a:gd name="T30" fmla="*/ 2147483647 w 210"/>
                <a:gd name="T31" fmla="*/ 2147483647 h 635"/>
                <a:gd name="T32" fmla="*/ 2147483647 w 210"/>
                <a:gd name="T33" fmla="*/ 2147483647 h 635"/>
                <a:gd name="T34" fmla="*/ 2147483647 w 210"/>
                <a:gd name="T35" fmla="*/ 2147483647 h 635"/>
                <a:gd name="T36" fmla="*/ 2147483647 w 210"/>
                <a:gd name="T37" fmla="*/ 2147483647 h 635"/>
                <a:gd name="T38" fmla="*/ 2147483647 w 210"/>
                <a:gd name="T39" fmla="*/ 2147483647 h 635"/>
                <a:gd name="T40" fmla="*/ 2147483647 w 210"/>
                <a:gd name="T41" fmla="*/ 2147483647 h 635"/>
                <a:gd name="T42" fmla="*/ 2147483647 w 210"/>
                <a:gd name="T43" fmla="*/ 2147483647 h 635"/>
                <a:gd name="T44" fmla="*/ 2147483647 w 210"/>
                <a:gd name="T45" fmla="*/ 2147483647 h 635"/>
                <a:gd name="T46" fmla="*/ 2147483647 w 210"/>
                <a:gd name="T47" fmla="*/ 2147483647 h 635"/>
                <a:gd name="T48" fmla="*/ 2147483647 w 210"/>
                <a:gd name="T49" fmla="*/ 2147483647 h 635"/>
                <a:gd name="T50" fmla="*/ 2147483647 w 210"/>
                <a:gd name="T51" fmla="*/ 2147483647 h 635"/>
                <a:gd name="T52" fmla="*/ 2147483647 w 210"/>
                <a:gd name="T53" fmla="*/ 2147483647 h 635"/>
                <a:gd name="T54" fmla="*/ 2147483647 w 210"/>
                <a:gd name="T55" fmla="*/ 2147483647 h 635"/>
                <a:gd name="T56" fmla="*/ 0 w 210"/>
                <a:gd name="T57" fmla="*/ 2147483647 h 635"/>
                <a:gd name="T58" fmla="*/ 2147483647 w 210"/>
                <a:gd name="T59" fmla="*/ 2147483647 h 635"/>
                <a:gd name="T60" fmla="*/ 2147483647 w 210"/>
                <a:gd name="T61" fmla="*/ 2147483647 h 635"/>
                <a:gd name="T62" fmla="*/ 2147483647 w 210"/>
                <a:gd name="T63" fmla="*/ 2147483647 h 635"/>
                <a:gd name="T64" fmla="*/ 2147483647 w 210"/>
                <a:gd name="T65" fmla="*/ 2147483647 h 635"/>
                <a:gd name="T66" fmla="*/ 2147483647 w 210"/>
                <a:gd name="T67" fmla="*/ 2147483647 h 635"/>
                <a:gd name="T68" fmla="*/ 2147483647 w 210"/>
                <a:gd name="T69" fmla="*/ 2147483647 h 635"/>
                <a:gd name="T70" fmla="*/ 2147483647 w 210"/>
                <a:gd name="T71" fmla="*/ 2147483647 h 635"/>
                <a:gd name="T72" fmla="*/ 2147483647 w 210"/>
                <a:gd name="T73" fmla="*/ 2147483647 h 635"/>
                <a:gd name="T74" fmla="*/ 2147483647 w 210"/>
                <a:gd name="T75" fmla="*/ 2147483647 h 635"/>
                <a:gd name="T76" fmla="*/ 2147483647 w 210"/>
                <a:gd name="T77" fmla="*/ 2147483647 h 635"/>
                <a:gd name="T78" fmla="*/ 2147483647 w 210"/>
                <a:gd name="T79" fmla="*/ 2147483647 h 635"/>
                <a:gd name="T80" fmla="*/ 2147483647 w 210"/>
                <a:gd name="T81" fmla="*/ 2147483647 h 635"/>
                <a:gd name="T82" fmla="*/ 2147483647 w 210"/>
                <a:gd name="T83" fmla="*/ 2147483647 h 635"/>
                <a:gd name="T84" fmla="*/ 2147483647 w 210"/>
                <a:gd name="T85" fmla="*/ 2147483647 h 635"/>
                <a:gd name="T86" fmla="*/ 2147483647 w 210"/>
                <a:gd name="T87" fmla="*/ 2147483647 h 635"/>
                <a:gd name="T88" fmla="*/ 2147483647 w 210"/>
                <a:gd name="T89" fmla="*/ 2147483647 h 635"/>
                <a:gd name="T90" fmla="*/ 2147483647 w 210"/>
                <a:gd name="T91" fmla="*/ 2147483647 h 635"/>
                <a:gd name="T92" fmla="*/ 2147483647 w 210"/>
                <a:gd name="T93" fmla="*/ 2147483647 h 635"/>
                <a:gd name="T94" fmla="*/ 2147483647 w 210"/>
                <a:gd name="T95" fmla="*/ 2147483647 h 635"/>
                <a:gd name="T96" fmla="*/ 2147483647 w 210"/>
                <a:gd name="T97" fmla="*/ 2147483647 h 635"/>
                <a:gd name="T98" fmla="*/ 2147483647 w 210"/>
                <a:gd name="T99" fmla="*/ 2147483647 h 635"/>
                <a:gd name="T100" fmla="*/ 2147483647 w 210"/>
                <a:gd name="T101" fmla="*/ 2147483647 h 635"/>
                <a:gd name="T102" fmla="*/ 2147483647 w 210"/>
                <a:gd name="T103" fmla="*/ 2147483647 h 635"/>
                <a:gd name="T104" fmla="*/ 2147483647 w 210"/>
                <a:gd name="T105" fmla="*/ 0 h 635"/>
                <a:gd name="T106" fmla="*/ 2147483647 w 210"/>
                <a:gd name="T107" fmla="*/ 0 h 635"/>
                <a:gd name="T108" fmla="*/ 2147483647 w 210"/>
                <a:gd name="T109" fmla="*/ 0 h 635"/>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10"/>
                <a:gd name="T166" fmla="*/ 0 h 635"/>
                <a:gd name="T167" fmla="*/ 210 w 210"/>
                <a:gd name="T168" fmla="*/ 635 h 635"/>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10" h="635">
                  <a:moveTo>
                    <a:pt x="99" y="0"/>
                  </a:moveTo>
                  <a:lnTo>
                    <a:pt x="210" y="0"/>
                  </a:lnTo>
                  <a:lnTo>
                    <a:pt x="209" y="635"/>
                  </a:lnTo>
                  <a:lnTo>
                    <a:pt x="99" y="630"/>
                  </a:lnTo>
                  <a:lnTo>
                    <a:pt x="95" y="629"/>
                  </a:lnTo>
                  <a:lnTo>
                    <a:pt x="91" y="627"/>
                  </a:lnTo>
                  <a:lnTo>
                    <a:pt x="86" y="624"/>
                  </a:lnTo>
                  <a:lnTo>
                    <a:pt x="80" y="621"/>
                  </a:lnTo>
                  <a:lnTo>
                    <a:pt x="74" y="615"/>
                  </a:lnTo>
                  <a:lnTo>
                    <a:pt x="68" y="609"/>
                  </a:lnTo>
                  <a:lnTo>
                    <a:pt x="62" y="603"/>
                  </a:lnTo>
                  <a:lnTo>
                    <a:pt x="57" y="596"/>
                  </a:lnTo>
                  <a:lnTo>
                    <a:pt x="53" y="588"/>
                  </a:lnTo>
                  <a:lnTo>
                    <a:pt x="49" y="581"/>
                  </a:lnTo>
                  <a:lnTo>
                    <a:pt x="46" y="575"/>
                  </a:lnTo>
                  <a:lnTo>
                    <a:pt x="41" y="564"/>
                  </a:lnTo>
                  <a:lnTo>
                    <a:pt x="38" y="554"/>
                  </a:lnTo>
                  <a:lnTo>
                    <a:pt x="34" y="543"/>
                  </a:lnTo>
                  <a:lnTo>
                    <a:pt x="31" y="536"/>
                  </a:lnTo>
                  <a:lnTo>
                    <a:pt x="28" y="528"/>
                  </a:lnTo>
                  <a:lnTo>
                    <a:pt x="24" y="513"/>
                  </a:lnTo>
                  <a:lnTo>
                    <a:pt x="20" y="497"/>
                  </a:lnTo>
                  <a:lnTo>
                    <a:pt x="16" y="479"/>
                  </a:lnTo>
                  <a:lnTo>
                    <a:pt x="12" y="461"/>
                  </a:lnTo>
                  <a:lnTo>
                    <a:pt x="9" y="440"/>
                  </a:lnTo>
                  <a:lnTo>
                    <a:pt x="7" y="419"/>
                  </a:lnTo>
                  <a:lnTo>
                    <a:pt x="4" y="396"/>
                  </a:lnTo>
                  <a:lnTo>
                    <a:pt x="2" y="371"/>
                  </a:lnTo>
                  <a:lnTo>
                    <a:pt x="0" y="344"/>
                  </a:lnTo>
                  <a:lnTo>
                    <a:pt x="1" y="314"/>
                  </a:lnTo>
                  <a:lnTo>
                    <a:pt x="1" y="275"/>
                  </a:lnTo>
                  <a:lnTo>
                    <a:pt x="4" y="237"/>
                  </a:lnTo>
                  <a:lnTo>
                    <a:pt x="7" y="210"/>
                  </a:lnTo>
                  <a:lnTo>
                    <a:pt x="10" y="183"/>
                  </a:lnTo>
                  <a:lnTo>
                    <a:pt x="13" y="164"/>
                  </a:lnTo>
                  <a:lnTo>
                    <a:pt x="16" y="147"/>
                  </a:lnTo>
                  <a:lnTo>
                    <a:pt x="21" y="126"/>
                  </a:lnTo>
                  <a:lnTo>
                    <a:pt x="29" y="99"/>
                  </a:lnTo>
                  <a:lnTo>
                    <a:pt x="35" y="83"/>
                  </a:lnTo>
                  <a:lnTo>
                    <a:pt x="40" y="69"/>
                  </a:lnTo>
                  <a:lnTo>
                    <a:pt x="44" y="60"/>
                  </a:lnTo>
                  <a:lnTo>
                    <a:pt x="48" y="53"/>
                  </a:lnTo>
                  <a:lnTo>
                    <a:pt x="51" y="45"/>
                  </a:lnTo>
                  <a:lnTo>
                    <a:pt x="55" y="38"/>
                  </a:lnTo>
                  <a:lnTo>
                    <a:pt x="59" y="32"/>
                  </a:lnTo>
                  <a:lnTo>
                    <a:pt x="63" y="26"/>
                  </a:lnTo>
                  <a:lnTo>
                    <a:pt x="68" y="20"/>
                  </a:lnTo>
                  <a:lnTo>
                    <a:pt x="72" y="15"/>
                  </a:lnTo>
                  <a:lnTo>
                    <a:pt x="76" y="12"/>
                  </a:lnTo>
                  <a:lnTo>
                    <a:pt x="79" y="8"/>
                  </a:lnTo>
                  <a:lnTo>
                    <a:pt x="84" y="5"/>
                  </a:lnTo>
                  <a:lnTo>
                    <a:pt x="88" y="3"/>
                  </a:lnTo>
                  <a:lnTo>
                    <a:pt x="92" y="0"/>
                  </a:lnTo>
                  <a:lnTo>
                    <a:pt x="95" y="0"/>
                  </a:lnTo>
                  <a:lnTo>
                    <a:pt x="99" y="0"/>
                  </a:lnTo>
                  <a:close/>
                </a:path>
              </a:pathLst>
            </a:custGeom>
            <a:solidFill>
              <a:srgbClr val="202020"/>
            </a:solidFill>
            <a:ln w="9525">
              <a:noFill/>
              <a:round/>
              <a:headEnd/>
              <a:tailEnd/>
            </a:ln>
          </p:spPr>
          <p:txBody>
            <a:bodyPr/>
            <a:lstStyle/>
            <a:p>
              <a:endParaRPr lang="nl-BE"/>
            </a:p>
          </p:txBody>
        </p:sp>
        <p:sp>
          <p:nvSpPr>
            <p:cNvPr id="42593" name="Oval 233"/>
            <p:cNvSpPr>
              <a:spLocks noChangeArrowheads="1"/>
            </p:cNvSpPr>
            <p:nvPr/>
          </p:nvSpPr>
          <p:spPr bwMode="auto">
            <a:xfrm rot="-155667">
              <a:off x="4760913" y="3983038"/>
              <a:ext cx="142875" cy="300037"/>
            </a:xfrm>
            <a:prstGeom prst="ellipse">
              <a:avLst/>
            </a:prstGeom>
            <a:solidFill>
              <a:srgbClr val="404040"/>
            </a:solidFill>
            <a:ln w="9525">
              <a:noFill/>
              <a:round/>
              <a:headEnd/>
              <a:tailEnd/>
            </a:ln>
          </p:spPr>
          <p:txBody>
            <a:bodyPr/>
            <a:lstStyle/>
            <a:p>
              <a:pPr algn="ctr" eaLnBrk="0" hangingPunct="0"/>
              <a:endParaRPr lang="nl-BE"/>
            </a:p>
          </p:txBody>
        </p:sp>
        <p:sp>
          <p:nvSpPr>
            <p:cNvPr id="42594" name="Oval 234"/>
            <p:cNvSpPr>
              <a:spLocks noChangeArrowheads="1"/>
            </p:cNvSpPr>
            <p:nvPr/>
          </p:nvSpPr>
          <p:spPr bwMode="auto">
            <a:xfrm rot="-155667">
              <a:off x="4791075" y="4044950"/>
              <a:ext cx="82550" cy="176213"/>
            </a:xfrm>
            <a:prstGeom prst="ellipse">
              <a:avLst/>
            </a:prstGeom>
            <a:solidFill>
              <a:srgbClr val="A0A0A0"/>
            </a:solidFill>
            <a:ln w="9525">
              <a:noFill/>
              <a:round/>
              <a:headEnd/>
              <a:tailEnd/>
            </a:ln>
          </p:spPr>
          <p:txBody>
            <a:bodyPr/>
            <a:lstStyle/>
            <a:p>
              <a:pPr algn="ctr" eaLnBrk="0" hangingPunct="0"/>
              <a:endParaRPr lang="nl-BE"/>
            </a:p>
          </p:txBody>
        </p:sp>
        <p:sp>
          <p:nvSpPr>
            <p:cNvPr id="42595" name="Oval 235"/>
            <p:cNvSpPr>
              <a:spLocks noChangeArrowheads="1"/>
            </p:cNvSpPr>
            <p:nvPr/>
          </p:nvSpPr>
          <p:spPr bwMode="auto">
            <a:xfrm rot="-155667">
              <a:off x="4789488" y="4049713"/>
              <a:ext cx="77787" cy="165100"/>
            </a:xfrm>
            <a:prstGeom prst="ellipse">
              <a:avLst/>
            </a:prstGeom>
            <a:solidFill>
              <a:srgbClr val="808080"/>
            </a:solidFill>
            <a:ln w="9525">
              <a:noFill/>
              <a:round/>
              <a:headEnd/>
              <a:tailEnd/>
            </a:ln>
          </p:spPr>
          <p:txBody>
            <a:bodyPr/>
            <a:lstStyle/>
            <a:p>
              <a:pPr algn="ctr" eaLnBrk="0" hangingPunct="0"/>
              <a:endParaRPr lang="nl-BE"/>
            </a:p>
          </p:txBody>
        </p:sp>
        <p:sp>
          <p:nvSpPr>
            <p:cNvPr id="42596" name="Oval 236"/>
            <p:cNvSpPr>
              <a:spLocks noChangeArrowheads="1"/>
            </p:cNvSpPr>
            <p:nvPr/>
          </p:nvSpPr>
          <p:spPr bwMode="auto">
            <a:xfrm rot="-155667">
              <a:off x="4824413" y="4116388"/>
              <a:ext cx="12700" cy="31750"/>
            </a:xfrm>
            <a:prstGeom prst="ellipse">
              <a:avLst/>
            </a:prstGeom>
            <a:solidFill>
              <a:srgbClr val="404040"/>
            </a:solidFill>
            <a:ln w="9525">
              <a:noFill/>
              <a:round/>
              <a:headEnd/>
              <a:tailEnd/>
            </a:ln>
          </p:spPr>
          <p:txBody>
            <a:bodyPr/>
            <a:lstStyle/>
            <a:p>
              <a:pPr algn="ctr" eaLnBrk="0" hangingPunct="0"/>
              <a:endParaRPr lang="nl-BE"/>
            </a:p>
          </p:txBody>
        </p:sp>
        <p:sp>
          <p:nvSpPr>
            <p:cNvPr id="42597" name="Freeform 237"/>
            <p:cNvSpPr>
              <a:spLocks/>
            </p:cNvSpPr>
            <p:nvPr/>
          </p:nvSpPr>
          <p:spPr bwMode="auto">
            <a:xfrm rot="-155667">
              <a:off x="4454525" y="4003675"/>
              <a:ext cx="153988" cy="319088"/>
            </a:xfrm>
            <a:custGeom>
              <a:avLst/>
              <a:gdLst>
                <a:gd name="T0" fmla="*/ 2147483647 w 228"/>
                <a:gd name="T1" fmla="*/ 0 h 678"/>
                <a:gd name="T2" fmla="*/ 2147483647 w 228"/>
                <a:gd name="T3" fmla="*/ 0 h 678"/>
                <a:gd name="T4" fmla="*/ 2147483647 w 228"/>
                <a:gd name="T5" fmla="*/ 2147483647 h 678"/>
                <a:gd name="T6" fmla="*/ 2147483647 w 228"/>
                <a:gd name="T7" fmla="*/ 2147483647 h 678"/>
                <a:gd name="T8" fmla="*/ 2147483647 w 228"/>
                <a:gd name="T9" fmla="*/ 2147483647 h 678"/>
                <a:gd name="T10" fmla="*/ 2147483647 w 228"/>
                <a:gd name="T11" fmla="*/ 2147483647 h 678"/>
                <a:gd name="T12" fmla="*/ 2147483647 w 228"/>
                <a:gd name="T13" fmla="*/ 2147483647 h 678"/>
                <a:gd name="T14" fmla="*/ 2147483647 w 228"/>
                <a:gd name="T15" fmla="*/ 2147483647 h 678"/>
                <a:gd name="T16" fmla="*/ 2147483647 w 228"/>
                <a:gd name="T17" fmla="*/ 2147483647 h 678"/>
                <a:gd name="T18" fmla="*/ 2147483647 w 228"/>
                <a:gd name="T19" fmla="*/ 2147483647 h 678"/>
                <a:gd name="T20" fmla="*/ 2147483647 w 228"/>
                <a:gd name="T21" fmla="*/ 2147483647 h 678"/>
                <a:gd name="T22" fmla="*/ 2147483647 w 228"/>
                <a:gd name="T23" fmla="*/ 2147483647 h 678"/>
                <a:gd name="T24" fmla="*/ 2147483647 w 228"/>
                <a:gd name="T25" fmla="*/ 2147483647 h 678"/>
                <a:gd name="T26" fmla="*/ 2147483647 w 228"/>
                <a:gd name="T27" fmla="*/ 2147483647 h 678"/>
                <a:gd name="T28" fmla="*/ 2147483647 w 228"/>
                <a:gd name="T29" fmla="*/ 2147483647 h 678"/>
                <a:gd name="T30" fmla="*/ 2147483647 w 228"/>
                <a:gd name="T31" fmla="*/ 2147483647 h 678"/>
                <a:gd name="T32" fmla="*/ 2147483647 w 228"/>
                <a:gd name="T33" fmla="*/ 2147483647 h 678"/>
                <a:gd name="T34" fmla="*/ 2147483647 w 228"/>
                <a:gd name="T35" fmla="*/ 2147483647 h 678"/>
                <a:gd name="T36" fmla="*/ 2147483647 w 228"/>
                <a:gd name="T37" fmla="*/ 2147483647 h 678"/>
                <a:gd name="T38" fmla="*/ 2147483647 w 228"/>
                <a:gd name="T39" fmla="*/ 2147483647 h 678"/>
                <a:gd name="T40" fmla="*/ 2147483647 w 228"/>
                <a:gd name="T41" fmla="*/ 2147483647 h 678"/>
                <a:gd name="T42" fmla="*/ 2147483647 w 228"/>
                <a:gd name="T43" fmla="*/ 2147483647 h 678"/>
                <a:gd name="T44" fmla="*/ 2147483647 w 228"/>
                <a:gd name="T45" fmla="*/ 2147483647 h 678"/>
                <a:gd name="T46" fmla="*/ 2147483647 w 228"/>
                <a:gd name="T47" fmla="*/ 2147483647 h 678"/>
                <a:gd name="T48" fmla="*/ 2147483647 w 228"/>
                <a:gd name="T49" fmla="*/ 2147483647 h 678"/>
                <a:gd name="T50" fmla="*/ 2147483647 w 228"/>
                <a:gd name="T51" fmla="*/ 2147483647 h 678"/>
                <a:gd name="T52" fmla="*/ 2147483647 w 228"/>
                <a:gd name="T53" fmla="*/ 2147483647 h 678"/>
                <a:gd name="T54" fmla="*/ 2147483647 w 228"/>
                <a:gd name="T55" fmla="*/ 2147483647 h 678"/>
                <a:gd name="T56" fmla="*/ 0 w 228"/>
                <a:gd name="T57" fmla="*/ 2147483647 h 678"/>
                <a:gd name="T58" fmla="*/ 0 w 228"/>
                <a:gd name="T59" fmla="*/ 2147483647 h 678"/>
                <a:gd name="T60" fmla="*/ 2147483647 w 228"/>
                <a:gd name="T61" fmla="*/ 2147483647 h 678"/>
                <a:gd name="T62" fmla="*/ 2147483647 w 228"/>
                <a:gd name="T63" fmla="*/ 2147483647 h 678"/>
                <a:gd name="T64" fmla="*/ 2147483647 w 228"/>
                <a:gd name="T65" fmla="*/ 2147483647 h 678"/>
                <a:gd name="T66" fmla="*/ 2147483647 w 228"/>
                <a:gd name="T67" fmla="*/ 2147483647 h 678"/>
                <a:gd name="T68" fmla="*/ 2147483647 w 228"/>
                <a:gd name="T69" fmla="*/ 2147483647 h 678"/>
                <a:gd name="T70" fmla="*/ 2147483647 w 228"/>
                <a:gd name="T71" fmla="*/ 2147483647 h 678"/>
                <a:gd name="T72" fmla="*/ 2147483647 w 228"/>
                <a:gd name="T73" fmla="*/ 2147483647 h 678"/>
                <a:gd name="T74" fmla="*/ 2147483647 w 228"/>
                <a:gd name="T75" fmla="*/ 2147483647 h 678"/>
                <a:gd name="T76" fmla="*/ 2147483647 w 228"/>
                <a:gd name="T77" fmla="*/ 2147483647 h 678"/>
                <a:gd name="T78" fmla="*/ 2147483647 w 228"/>
                <a:gd name="T79" fmla="*/ 2147483647 h 678"/>
                <a:gd name="T80" fmla="*/ 2147483647 w 228"/>
                <a:gd name="T81" fmla="*/ 2147483647 h 678"/>
                <a:gd name="T82" fmla="*/ 2147483647 w 228"/>
                <a:gd name="T83" fmla="*/ 2147483647 h 678"/>
                <a:gd name="T84" fmla="*/ 2147483647 w 228"/>
                <a:gd name="T85" fmla="*/ 2147483647 h 678"/>
                <a:gd name="T86" fmla="*/ 2147483647 w 228"/>
                <a:gd name="T87" fmla="*/ 2147483647 h 678"/>
                <a:gd name="T88" fmla="*/ 2147483647 w 228"/>
                <a:gd name="T89" fmla="*/ 2147483647 h 678"/>
                <a:gd name="T90" fmla="*/ 2147483647 w 228"/>
                <a:gd name="T91" fmla="*/ 2147483647 h 678"/>
                <a:gd name="T92" fmla="*/ 2147483647 w 228"/>
                <a:gd name="T93" fmla="*/ 2147483647 h 678"/>
                <a:gd name="T94" fmla="*/ 2147483647 w 228"/>
                <a:gd name="T95" fmla="*/ 2147483647 h 678"/>
                <a:gd name="T96" fmla="*/ 2147483647 w 228"/>
                <a:gd name="T97" fmla="*/ 2147483647 h 678"/>
                <a:gd name="T98" fmla="*/ 2147483647 w 228"/>
                <a:gd name="T99" fmla="*/ 2147483647 h 678"/>
                <a:gd name="T100" fmla="*/ 2147483647 w 228"/>
                <a:gd name="T101" fmla="*/ 2147483647 h 678"/>
                <a:gd name="T102" fmla="*/ 2147483647 w 228"/>
                <a:gd name="T103" fmla="*/ 2147483647 h 678"/>
                <a:gd name="T104" fmla="*/ 2147483647 w 228"/>
                <a:gd name="T105" fmla="*/ 2147483647 h 678"/>
                <a:gd name="T106" fmla="*/ 2147483647 w 228"/>
                <a:gd name="T107" fmla="*/ 0 h 678"/>
                <a:gd name="T108" fmla="*/ 2147483647 w 228"/>
                <a:gd name="T109" fmla="*/ 0 h 67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28"/>
                <a:gd name="T166" fmla="*/ 0 h 678"/>
                <a:gd name="T167" fmla="*/ 228 w 228"/>
                <a:gd name="T168" fmla="*/ 678 h 67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28" h="678">
                  <a:moveTo>
                    <a:pt x="107" y="0"/>
                  </a:moveTo>
                  <a:lnTo>
                    <a:pt x="228" y="0"/>
                  </a:lnTo>
                  <a:lnTo>
                    <a:pt x="227" y="678"/>
                  </a:lnTo>
                  <a:lnTo>
                    <a:pt x="107" y="672"/>
                  </a:lnTo>
                  <a:lnTo>
                    <a:pt x="103" y="670"/>
                  </a:lnTo>
                  <a:lnTo>
                    <a:pt x="99" y="669"/>
                  </a:lnTo>
                  <a:lnTo>
                    <a:pt x="93" y="666"/>
                  </a:lnTo>
                  <a:lnTo>
                    <a:pt x="86" y="663"/>
                  </a:lnTo>
                  <a:lnTo>
                    <a:pt x="80" y="657"/>
                  </a:lnTo>
                  <a:lnTo>
                    <a:pt x="73" y="649"/>
                  </a:lnTo>
                  <a:lnTo>
                    <a:pt x="67" y="642"/>
                  </a:lnTo>
                  <a:lnTo>
                    <a:pt x="62" y="636"/>
                  </a:lnTo>
                  <a:lnTo>
                    <a:pt x="57" y="627"/>
                  </a:lnTo>
                  <a:lnTo>
                    <a:pt x="53" y="619"/>
                  </a:lnTo>
                  <a:lnTo>
                    <a:pt x="49" y="613"/>
                  </a:lnTo>
                  <a:lnTo>
                    <a:pt x="44" y="601"/>
                  </a:lnTo>
                  <a:lnTo>
                    <a:pt x="40" y="591"/>
                  </a:lnTo>
                  <a:lnTo>
                    <a:pt x="36" y="579"/>
                  </a:lnTo>
                  <a:lnTo>
                    <a:pt x="33" y="571"/>
                  </a:lnTo>
                  <a:lnTo>
                    <a:pt x="30" y="564"/>
                  </a:lnTo>
                  <a:lnTo>
                    <a:pt x="25" y="547"/>
                  </a:lnTo>
                  <a:lnTo>
                    <a:pt x="21" y="529"/>
                  </a:lnTo>
                  <a:lnTo>
                    <a:pt x="16" y="511"/>
                  </a:lnTo>
                  <a:lnTo>
                    <a:pt x="13" y="492"/>
                  </a:lnTo>
                  <a:lnTo>
                    <a:pt x="9" y="469"/>
                  </a:lnTo>
                  <a:lnTo>
                    <a:pt x="7" y="447"/>
                  </a:lnTo>
                  <a:lnTo>
                    <a:pt x="3" y="421"/>
                  </a:lnTo>
                  <a:lnTo>
                    <a:pt x="2" y="394"/>
                  </a:lnTo>
                  <a:lnTo>
                    <a:pt x="0" y="367"/>
                  </a:lnTo>
                  <a:lnTo>
                    <a:pt x="0" y="334"/>
                  </a:lnTo>
                  <a:lnTo>
                    <a:pt x="1" y="292"/>
                  </a:lnTo>
                  <a:lnTo>
                    <a:pt x="3" y="253"/>
                  </a:lnTo>
                  <a:lnTo>
                    <a:pt x="7" y="225"/>
                  </a:lnTo>
                  <a:lnTo>
                    <a:pt x="10" y="195"/>
                  </a:lnTo>
                  <a:lnTo>
                    <a:pt x="13" y="172"/>
                  </a:lnTo>
                  <a:lnTo>
                    <a:pt x="16" y="157"/>
                  </a:lnTo>
                  <a:lnTo>
                    <a:pt x="22" y="133"/>
                  </a:lnTo>
                  <a:lnTo>
                    <a:pt x="31" y="108"/>
                  </a:lnTo>
                  <a:lnTo>
                    <a:pt x="37" y="88"/>
                  </a:lnTo>
                  <a:lnTo>
                    <a:pt x="43" y="75"/>
                  </a:lnTo>
                  <a:lnTo>
                    <a:pt x="47" y="66"/>
                  </a:lnTo>
                  <a:lnTo>
                    <a:pt x="52" y="57"/>
                  </a:lnTo>
                  <a:lnTo>
                    <a:pt x="56" y="48"/>
                  </a:lnTo>
                  <a:lnTo>
                    <a:pt x="59" y="40"/>
                  </a:lnTo>
                  <a:lnTo>
                    <a:pt x="63" y="34"/>
                  </a:lnTo>
                  <a:lnTo>
                    <a:pt x="68" y="28"/>
                  </a:lnTo>
                  <a:lnTo>
                    <a:pt x="73" y="22"/>
                  </a:lnTo>
                  <a:lnTo>
                    <a:pt x="77" y="18"/>
                  </a:lnTo>
                  <a:lnTo>
                    <a:pt x="81" y="13"/>
                  </a:lnTo>
                  <a:lnTo>
                    <a:pt x="86" y="9"/>
                  </a:lnTo>
                  <a:lnTo>
                    <a:pt x="91" y="6"/>
                  </a:lnTo>
                  <a:lnTo>
                    <a:pt x="95" y="3"/>
                  </a:lnTo>
                  <a:lnTo>
                    <a:pt x="99" y="1"/>
                  </a:lnTo>
                  <a:lnTo>
                    <a:pt x="103" y="0"/>
                  </a:lnTo>
                  <a:lnTo>
                    <a:pt x="107" y="0"/>
                  </a:lnTo>
                  <a:close/>
                </a:path>
              </a:pathLst>
            </a:custGeom>
            <a:solidFill>
              <a:srgbClr val="202020"/>
            </a:solidFill>
            <a:ln w="9525">
              <a:noFill/>
              <a:round/>
              <a:headEnd/>
              <a:tailEnd/>
            </a:ln>
          </p:spPr>
          <p:txBody>
            <a:bodyPr/>
            <a:lstStyle/>
            <a:p>
              <a:endParaRPr lang="nl-BE"/>
            </a:p>
          </p:txBody>
        </p:sp>
        <p:sp>
          <p:nvSpPr>
            <p:cNvPr id="42598" name="Oval 238"/>
            <p:cNvSpPr>
              <a:spLocks noChangeArrowheads="1"/>
            </p:cNvSpPr>
            <p:nvPr/>
          </p:nvSpPr>
          <p:spPr bwMode="auto">
            <a:xfrm rot="-155667">
              <a:off x="4525963" y="3998913"/>
              <a:ext cx="155575" cy="319087"/>
            </a:xfrm>
            <a:prstGeom prst="ellipse">
              <a:avLst/>
            </a:prstGeom>
            <a:solidFill>
              <a:srgbClr val="404040"/>
            </a:solidFill>
            <a:ln w="9525">
              <a:noFill/>
              <a:round/>
              <a:headEnd/>
              <a:tailEnd/>
            </a:ln>
          </p:spPr>
          <p:txBody>
            <a:bodyPr/>
            <a:lstStyle/>
            <a:p>
              <a:pPr algn="ctr" eaLnBrk="0" hangingPunct="0"/>
              <a:endParaRPr lang="nl-BE"/>
            </a:p>
          </p:txBody>
        </p:sp>
        <p:sp>
          <p:nvSpPr>
            <p:cNvPr id="42599" name="Oval 239"/>
            <p:cNvSpPr>
              <a:spLocks noChangeArrowheads="1"/>
            </p:cNvSpPr>
            <p:nvPr/>
          </p:nvSpPr>
          <p:spPr bwMode="auto">
            <a:xfrm rot="-155667">
              <a:off x="4557713" y="4065588"/>
              <a:ext cx="90487" cy="187325"/>
            </a:xfrm>
            <a:prstGeom prst="ellipse">
              <a:avLst/>
            </a:prstGeom>
            <a:solidFill>
              <a:srgbClr val="A0A0A0"/>
            </a:solidFill>
            <a:ln w="9525">
              <a:noFill/>
              <a:round/>
              <a:headEnd/>
              <a:tailEnd/>
            </a:ln>
          </p:spPr>
          <p:txBody>
            <a:bodyPr/>
            <a:lstStyle/>
            <a:p>
              <a:pPr algn="ctr" eaLnBrk="0" hangingPunct="0"/>
              <a:endParaRPr lang="nl-BE"/>
            </a:p>
          </p:txBody>
        </p:sp>
        <p:sp>
          <p:nvSpPr>
            <p:cNvPr id="42600" name="Oval 240"/>
            <p:cNvSpPr>
              <a:spLocks noChangeArrowheads="1"/>
            </p:cNvSpPr>
            <p:nvPr/>
          </p:nvSpPr>
          <p:spPr bwMode="auto">
            <a:xfrm rot="-155667">
              <a:off x="4557713" y="4070350"/>
              <a:ext cx="84137" cy="176213"/>
            </a:xfrm>
            <a:prstGeom prst="ellipse">
              <a:avLst/>
            </a:prstGeom>
            <a:solidFill>
              <a:srgbClr val="808080"/>
            </a:solidFill>
            <a:ln w="9525">
              <a:noFill/>
              <a:round/>
              <a:headEnd/>
              <a:tailEnd/>
            </a:ln>
          </p:spPr>
          <p:txBody>
            <a:bodyPr/>
            <a:lstStyle/>
            <a:p>
              <a:pPr algn="ctr" eaLnBrk="0" hangingPunct="0"/>
              <a:endParaRPr lang="nl-BE"/>
            </a:p>
          </p:txBody>
        </p:sp>
        <p:sp>
          <p:nvSpPr>
            <p:cNvPr id="42601" name="Oval 241"/>
            <p:cNvSpPr>
              <a:spLocks noChangeArrowheads="1"/>
            </p:cNvSpPr>
            <p:nvPr/>
          </p:nvSpPr>
          <p:spPr bwMode="auto">
            <a:xfrm rot="-155667">
              <a:off x="4594225" y="4141788"/>
              <a:ext cx="14288" cy="31750"/>
            </a:xfrm>
            <a:prstGeom prst="ellipse">
              <a:avLst/>
            </a:prstGeom>
            <a:solidFill>
              <a:srgbClr val="404040"/>
            </a:solidFill>
            <a:ln w="9525">
              <a:noFill/>
              <a:round/>
              <a:headEnd/>
              <a:tailEnd/>
            </a:ln>
          </p:spPr>
          <p:txBody>
            <a:bodyPr/>
            <a:lstStyle/>
            <a:p>
              <a:pPr algn="ctr" eaLnBrk="0" hangingPunct="0"/>
              <a:endParaRPr lang="nl-BE"/>
            </a:p>
          </p:txBody>
        </p:sp>
        <p:sp>
          <p:nvSpPr>
            <p:cNvPr id="42602" name="Freeform 242"/>
            <p:cNvSpPr>
              <a:spLocks/>
            </p:cNvSpPr>
            <p:nvPr/>
          </p:nvSpPr>
          <p:spPr bwMode="auto">
            <a:xfrm rot="-155667">
              <a:off x="4545013" y="3998913"/>
              <a:ext cx="153987" cy="325437"/>
            </a:xfrm>
            <a:custGeom>
              <a:avLst/>
              <a:gdLst>
                <a:gd name="T0" fmla="*/ 2147483647 w 228"/>
                <a:gd name="T1" fmla="*/ 0 h 693"/>
                <a:gd name="T2" fmla="*/ 2147483647 w 228"/>
                <a:gd name="T3" fmla="*/ 0 h 693"/>
                <a:gd name="T4" fmla="*/ 2147483647 w 228"/>
                <a:gd name="T5" fmla="*/ 2147483647 h 693"/>
                <a:gd name="T6" fmla="*/ 2147483647 w 228"/>
                <a:gd name="T7" fmla="*/ 2147483647 h 693"/>
                <a:gd name="T8" fmla="*/ 2147483647 w 228"/>
                <a:gd name="T9" fmla="*/ 2147483647 h 693"/>
                <a:gd name="T10" fmla="*/ 2147483647 w 228"/>
                <a:gd name="T11" fmla="*/ 2147483647 h 693"/>
                <a:gd name="T12" fmla="*/ 2147483647 w 228"/>
                <a:gd name="T13" fmla="*/ 2147483647 h 693"/>
                <a:gd name="T14" fmla="*/ 2147483647 w 228"/>
                <a:gd name="T15" fmla="*/ 2147483647 h 693"/>
                <a:gd name="T16" fmla="*/ 2147483647 w 228"/>
                <a:gd name="T17" fmla="*/ 2147483647 h 693"/>
                <a:gd name="T18" fmla="*/ 2147483647 w 228"/>
                <a:gd name="T19" fmla="*/ 2147483647 h 693"/>
                <a:gd name="T20" fmla="*/ 2147483647 w 228"/>
                <a:gd name="T21" fmla="*/ 2147483647 h 693"/>
                <a:gd name="T22" fmla="*/ 2147483647 w 228"/>
                <a:gd name="T23" fmla="*/ 2147483647 h 693"/>
                <a:gd name="T24" fmla="*/ 2147483647 w 228"/>
                <a:gd name="T25" fmla="*/ 2147483647 h 693"/>
                <a:gd name="T26" fmla="*/ 2147483647 w 228"/>
                <a:gd name="T27" fmla="*/ 2147483647 h 693"/>
                <a:gd name="T28" fmla="*/ 2147483647 w 228"/>
                <a:gd name="T29" fmla="*/ 2147483647 h 693"/>
                <a:gd name="T30" fmla="*/ 2147483647 w 228"/>
                <a:gd name="T31" fmla="*/ 2147483647 h 693"/>
                <a:gd name="T32" fmla="*/ 2147483647 w 228"/>
                <a:gd name="T33" fmla="*/ 2147483647 h 693"/>
                <a:gd name="T34" fmla="*/ 2147483647 w 228"/>
                <a:gd name="T35" fmla="*/ 2147483647 h 693"/>
                <a:gd name="T36" fmla="*/ 2147483647 w 228"/>
                <a:gd name="T37" fmla="*/ 2147483647 h 693"/>
                <a:gd name="T38" fmla="*/ 2147483647 w 228"/>
                <a:gd name="T39" fmla="*/ 2147483647 h 693"/>
                <a:gd name="T40" fmla="*/ 2147483647 w 228"/>
                <a:gd name="T41" fmla="*/ 2147483647 h 693"/>
                <a:gd name="T42" fmla="*/ 2147483647 w 228"/>
                <a:gd name="T43" fmla="*/ 2147483647 h 693"/>
                <a:gd name="T44" fmla="*/ 2147483647 w 228"/>
                <a:gd name="T45" fmla="*/ 2147483647 h 693"/>
                <a:gd name="T46" fmla="*/ 2147483647 w 228"/>
                <a:gd name="T47" fmla="*/ 2147483647 h 693"/>
                <a:gd name="T48" fmla="*/ 2147483647 w 228"/>
                <a:gd name="T49" fmla="*/ 2147483647 h 693"/>
                <a:gd name="T50" fmla="*/ 2147483647 w 228"/>
                <a:gd name="T51" fmla="*/ 2147483647 h 693"/>
                <a:gd name="T52" fmla="*/ 2147483647 w 228"/>
                <a:gd name="T53" fmla="*/ 2147483647 h 693"/>
                <a:gd name="T54" fmla="*/ 2147483647 w 228"/>
                <a:gd name="T55" fmla="*/ 2147483647 h 693"/>
                <a:gd name="T56" fmla="*/ 0 w 228"/>
                <a:gd name="T57" fmla="*/ 2147483647 h 693"/>
                <a:gd name="T58" fmla="*/ 2147483647 w 228"/>
                <a:gd name="T59" fmla="*/ 2147483647 h 693"/>
                <a:gd name="T60" fmla="*/ 2147483647 w 228"/>
                <a:gd name="T61" fmla="*/ 2147483647 h 693"/>
                <a:gd name="T62" fmla="*/ 2147483647 w 228"/>
                <a:gd name="T63" fmla="*/ 2147483647 h 693"/>
                <a:gd name="T64" fmla="*/ 2147483647 w 228"/>
                <a:gd name="T65" fmla="*/ 2147483647 h 693"/>
                <a:gd name="T66" fmla="*/ 2147483647 w 228"/>
                <a:gd name="T67" fmla="*/ 2147483647 h 693"/>
                <a:gd name="T68" fmla="*/ 2147483647 w 228"/>
                <a:gd name="T69" fmla="*/ 2147483647 h 693"/>
                <a:gd name="T70" fmla="*/ 2147483647 w 228"/>
                <a:gd name="T71" fmla="*/ 2147483647 h 693"/>
                <a:gd name="T72" fmla="*/ 2147483647 w 228"/>
                <a:gd name="T73" fmla="*/ 2147483647 h 693"/>
                <a:gd name="T74" fmla="*/ 2147483647 w 228"/>
                <a:gd name="T75" fmla="*/ 2147483647 h 693"/>
                <a:gd name="T76" fmla="*/ 2147483647 w 228"/>
                <a:gd name="T77" fmla="*/ 2147483647 h 693"/>
                <a:gd name="T78" fmla="*/ 2147483647 w 228"/>
                <a:gd name="T79" fmla="*/ 2147483647 h 693"/>
                <a:gd name="T80" fmla="*/ 2147483647 w 228"/>
                <a:gd name="T81" fmla="*/ 2147483647 h 693"/>
                <a:gd name="T82" fmla="*/ 2147483647 w 228"/>
                <a:gd name="T83" fmla="*/ 2147483647 h 693"/>
                <a:gd name="T84" fmla="*/ 2147483647 w 228"/>
                <a:gd name="T85" fmla="*/ 2147483647 h 693"/>
                <a:gd name="T86" fmla="*/ 2147483647 w 228"/>
                <a:gd name="T87" fmla="*/ 2147483647 h 693"/>
                <a:gd name="T88" fmla="*/ 2147483647 w 228"/>
                <a:gd name="T89" fmla="*/ 2147483647 h 693"/>
                <a:gd name="T90" fmla="*/ 2147483647 w 228"/>
                <a:gd name="T91" fmla="*/ 2147483647 h 693"/>
                <a:gd name="T92" fmla="*/ 2147483647 w 228"/>
                <a:gd name="T93" fmla="*/ 2147483647 h 693"/>
                <a:gd name="T94" fmla="*/ 2147483647 w 228"/>
                <a:gd name="T95" fmla="*/ 2147483647 h 693"/>
                <a:gd name="T96" fmla="*/ 2147483647 w 228"/>
                <a:gd name="T97" fmla="*/ 2147483647 h 693"/>
                <a:gd name="T98" fmla="*/ 2147483647 w 228"/>
                <a:gd name="T99" fmla="*/ 2147483647 h 693"/>
                <a:gd name="T100" fmla="*/ 2147483647 w 228"/>
                <a:gd name="T101" fmla="*/ 2147483647 h 693"/>
                <a:gd name="T102" fmla="*/ 2147483647 w 228"/>
                <a:gd name="T103" fmla="*/ 2147483647 h 693"/>
                <a:gd name="T104" fmla="*/ 2147483647 w 228"/>
                <a:gd name="T105" fmla="*/ 2147483647 h 693"/>
                <a:gd name="T106" fmla="*/ 2147483647 w 228"/>
                <a:gd name="T107" fmla="*/ 2147483647 h 693"/>
                <a:gd name="T108" fmla="*/ 2147483647 w 228"/>
                <a:gd name="T109" fmla="*/ 0 h 693"/>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28"/>
                <a:gd name="T166" fmla="*/ 0 h 693"/>
                <a:gd name="T167" fmla="*/ 228 w 228"/>
                <a:gd name="T168" fmla="*/ 693 h 693"/>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28" h="693">
                  <a:moveTo>
                    <a:pt x="108" y="0"/>
                  </a:moveTo>
                  <a:lnTo>
                    <a:pt x="228" y="0"/>
                  </a:lnTo>
                  <a:lnTo>
                    <a:pt x="227" y="693"/>
                  </a:lnTo>
                  <a:lnTo>
                    <a:pt x="108" y="687"/>
                  </a:lnTo>
                  <a:lnTo>
                    <a:pt x="103" y="685"/>
                  </a:lnTo>
                  <a:lnTo>
                    <a:pt x="100" y="684"/>
                  </a:lnTo>
                  <a:lnTo>
                    <a:pt x="94" y="681"/>
                  </a:lnTo>
                  <a:lnTo>
                    <a:pt x="87" y="678"/>
                  </a:lnTo>
                  <a:lnTo>
                    <a:pt x="81" y="672"/>
                  </a:lnTo>
                  <a:lnTo>
                    <a:pt x="73" y="664"/>
                  </a:lnTo>
                  <a:lnTo>
                    <a:pt x="68" y="657"/>
                  </a:lnTo>
                  <a:lnTo>
                    <a:pt x="62" y="649"/>
                  </a:lnTo>
                  <a:lnTo>
                    <a:pt x="57" y="642"/>
                  </a:lnTo>
                  <a:lnTo>
                    <a:pt x="54" y="633"/>
                  </a:lnTo>
                  <a:lnTo>
                    <a:pt x="50" y="627"/>
                  </a:lnTo>
                  <a:lnTo>
                    <a:pt x="45" y="615"/>
                  </a:lnTo>
                  <a:lnTo>
                    <a:pt x="41" y="604"/>
                  </a:lnTo>
                  <a:lnTo>
                    <a:pt x="37" y="592"/>
                  </a:lnTo>
                  <a:lnTo>
                    <a:pt x="33" y="585"/>
                  </a:lnTo>
                  <a:lnTo>
                    <a:pt x="31" y="576"/>
                  </a:lnTo>
                  <a:lnTo>
                    <a:pt x="26" y="559"/>
                  </a:lnTo>
                  <a:lnTo>
                    <a:pt x="22" y="541"/>
                  </a:lnTo>
                  <a:lnTo>
                    <a:pt x="17" y="523"/>
                  </a:lnTo>
                  <a:lnTo>
                    <a:pt x="13" y="502"/>
                  </a:lnTo>
                  <a:lnTo>
                    <a:pt x="10" y="480"/>
                  </a:lnTo>
                  <a:lnTo>
                    <a:pt x="7" y="457"/>
                  </a:lnTo>
                  <a:lnTo>
                    <a:pt x="4" y="432"/>
                  </a:lnTo>
                  <a:lnTo>
                    <a:pt x="2" y="403"/>
                  </a:lnTo>
                  <a:lnTo>
                    <a:pt x="0" y="376"/>
                  </a:lnTo>
                  <a:lnTo>
                    <a:pt x="1" y="343"/>
                  </a:lnTo>
                  <a:lnTo>
                    <a:pt x="1" y="300"/>
                  </a:lnTo>
                  <a:lnTo>
                    <a:pt x="4" y="259"/>
                  </a:lnTo>
                  <a:lnTo>
                    <a:pt x="7" y="229"/>
                  </a:lnTo>
                  <a:lnTo>
                    <a:pt x="11" y="199"/>
                  </a:lnTo>
                  <a:lnTo>
                    <a:pt x="14" y="177"/>
                  </a:lnTo>
                  <a:lnTo>
                    <a:pt x="17" y="160"/>
                  </a:lnTo>
                  <a:lnTo>
                    <a:pt x="23" y="138"/>
                  </a:lnTo>
                  <a:lnTo>
                    <a:pt x="31" y="109"/>
                  </a:lnTo>
                  <a:lnTo>
                    <a:pt x="38" y="90"/>
                  </a:lnTo>
                  <a:lnTo>
                    <a:pt x="44" y="76"/>
                  </a:lnTo>
                  <a:lnTo>
                    <a:pt x="48" y="67"/>
                  </a:lnTo>
                  <a:lnTo>
                    <a:pt x="52" y="57"/>
                  </a:lnTo>
                  <a:lnTo>
                    <a:pt x="56" y="49"/>
                  </a:lnTo>
                  <a:lnTo>
                    <a:pt x="60" y="42"/>
                  </a:lnTo>
                  <a:lnTo>
                    <a:pt x="64" y="36"/>
                  </a:lnTo>
                  <a:lnTo>
                    <a:pt x="69" y="28"/>
                  </a:lnTo>
                  <a:lnTo>
                    <a:pt x="73" y="22"/>
                  </a:lnTo>
                  <a:lnTo>
                    <a:pt x="78" y="18"/>
                  </a:lnTo>
                  <a:lnTo>
                    <a:pt x="82" y="13"/>
                  </a:lnTo>
                  <a:lnTo>
                    <a:pt x="86" y="9"/>
                  </a:lnTo>
                  <a:lnTo>
                    <a:pt x="92" y="6"/>
                  </a:lnTo>
                  <a:lnTo>
                    <a:pt x="96" y="4"/>
                  </a:lnTo>
                  <a:lnTo>
                    <a:pt x="100" y="1"/>
                  </a:lnTo>
                  <a:lnTo>
                    <a:pt x="103" y="1"/>
                  </a:lnTo>
                  <a:lnTo>
                    <a:pt x="108" y="0"/>
                  </a:lnTo>
                  <a:close/>
                </a:path>
              </a:pathLst>
            </a:custGeom>
            <a:solidFill>
              <a:srgbClr val="202020"/>
            </a:solidFill>
            <a:ln w="9525">
              <a:noFill/>
              <a:round/>
              <a:headEnd/>
              <a:tailEnd/>
            </a:ln>
          </p:spPr>
          <p:txBody>
            <a:bodyPr/>
            <a:lstStyle/>
            <a:p>
              <a:endParaRPr lang="nl-BE"/>
            </a:p>
          </p:txBody>
        </p:sp>
        <p:sp>
          <p:nvSpPr>
            <p:cNvPr id="42603" name="Oval 243"/>
            <p:cNvSpPr>
              <a:spLocks noChangeArrowheads="1"/>
            </p:cNvSpPr>
            <p:nvPr/>
          </p:nvSpPr>
          <p:spPr bwMode="auto">
            <a:xfrm rot="-155667">
              <a:off x="4618038" y="3994150"/>
              <a:ext cx="153987" cy="327025"/>
            </a:xfrm>
            <a:prstGeom prst="ellipse">
              <a:avLst/>
            </a:prstGeom>
            <a:solidFill>
              <a:srgbClr val="404040"/>
            </a:solidFill>
            <a:ln w="9525">
              <a:noFill/>
              <a:round/>
              <a:headEnd/>
              <a:tailEnd/>
            </a:ln>
          </p:spPr>
          <p:txBody>
            <a:bodyPr/>
            <a:lstStyle/>
            <a:p>
              <a:pPr algn="ctr" eaLnBrk="0" hangingPunct="0"/>
              <a:endParaRPr lang="nl-BE"/>
            </a:p>
          </p:txBody>
        </p:sp>
        <p:sp>
          <p:nvSpPr>
            <p:cNvPr id="42604" name="Oval 244"/>
            <p:cNvSpPr>
              <a:spLocks noChangeArrowheads="1"/>
            </p:cNvSpPr>
            <p:nvPr/>
          </p:nvSpPr>
          <p:spPr bwMode="auto">
            <a:xfrm rot="-155667">
              <a:off x="4648200" y="4062413"/>
              <a:ext cx="92075" cy="190500"/>
            </a:xfrm>
            <a:prstGeom prst="ellipse">
              <a:avLst/>
            </a:prstGeom>
            <a:solidFill>
              <a:srgbClr val="A0A0A0"/>
            </a:solidFill>
            <a:ln w="9525">
              <a:noFill/>
              <a:round/>
              <a:headEnd/>
              <a:tailEnd/>
            </a:ln>
          </p:spPr>
          <p:txBody>
            <a:bodyPr/>
            <a:lstStyle/>
            <a:p>
              <a:pPr algn="ctr" eaLnBrk="0" hangingPunct="0"/>
              <a:endParaRPr lang="nl-BE"/>
            </a:p>
          </p:txBody>
        </p:sp>
        <p:sp>
          <p:nvSpPr>
            <p:cNvPr id="42605" name="Oval 245"/>
            <p:cNvSpPr>
              <a:spLocks noChangeArrowheads="1"/>
            </p:cNvSpPr>
            <p:nvPr/>
          </p:nvSpPr>
          <p:spPr bwMode="auto">
            <a:xfrm rot="-155667">
              <a:off x="4648200" y="4067175"/>
              <a:ext cx="85725" cy="179388"/>
            </a:xfrm>
            <a:prstGeom prst="ellipse">
              <a:avLst/>
            </a:prstGeom>
            <a:solidFill>
              <a:srgbClr val="808080"/>
            </a:solidFill>
            <a:ln w="9525">
              <a:noFill/>
              <a:round/>
              <a:headEnd/>
              <a:tailEnd/>
            </a:ln>
          </p:spPr>
          <p:txBody>
            <a:bodyPr/>
            <a:lstStyle/>
            <a:p>
              <a:pPr algn="ctr" eaLnBrk="0" hangingPunct="0"/>
              <a:endParaRPr lang="nl-BE"/>
            </a:p>
          </p:txBody>
        </p:sp>
        <p:sp>
          <p:nvSpPr>
            <p:cNvPr id="42606" name="Oval 246"/>
            <p:cNvSpPr>
              <a:spLocks noChangeArrowheads="1"/>
            </p:cNvSpPr>
            <p:nvPr/>
          </p:nvSpPr>
          <p:spPr bwMode="auto">
            <a:xfrm rot="-155667">
              <a:off x="4686300" y="4138613"/>
              <a:ext cx="14288" cy="33337"/>
            </a:xfrm>
            <a:prstGeom prst="ellipse">
              <a:avLst/>
            </a:prstGeom>
            <a:solidFill>
              <a:srgbClr val="404040"/>
            </a:solidFill>
            <a:ln w="9525">
              <a:noFill/>
              <a:round/>
              <a:headEnd/>
              <a:tailEnd/>
            </a:ln>
          </p:spPr>
          <p:txBody>
            <a:bodyPr/>
            <a:lstStyle/>
            <a:p>
              <a:pPr algn="ctr" eaLnBrk="0" hangingPunct="0"/>
              <a:endParaRPr lang="nl-BE"/>
            </a:p>
          </p:txBody>
        </p:sp>
        <p:sp>
          <p:nvSpPr>
            <p:cNvPr id="42607" name="Freeform 247"/>
            <p:cNvSpPr>
              <a:spLocks/>
            </p:cNvSpPr>
            <p:nvPr/>
          </p:nvSpPr>
          <p:spPr bwMode="auto">
            <a:xfrm rot="-155667">
              <a:off x="4462463" y="4032250"/>
              <a:ext cx="146050" cy="223838"/>
            </a:xfrm>
            <a:custGeom>
              <a:avLst/>
              <a:gdLst>
                <a:gd name="T0" fmla="*/ 0 w 216"/>
                <a:gd name="T1" fmla="*/ 2147483647 h 478"/>
                <a:gd name="T2" fmla="*/ 0 w 216"/>
                <a:gd name="T3" fmla="*/ 2147483647 h 478"/>
                <a:gd name="T4" fmla="*/ 2147483647 w 216"/>
                <a:gd name="T5" fmla="*/ 2147483647 h 478"/>
                <a:gd name="T6" fmla="*/ 2147483647 w 216"/>
                <a:gd name="T7" fmla="*/ 0 h 478"/>
                <a:gd name="T8" fmla="*/ 0 w 216"/>
                <a:gd name="T9" fmla="*/ 2147483647 h 478"/>
                <a:gd name="T10" fmla="*/ 0 60000 65536"/>
                <a:gd name="T11" fmla="*/ 0 60000 65536"/>
                <a:gd name="T12" fmla="*/ 0 60000 65536"/>
                <a:gd name="T13" fmla="*/ 0 60000 65536"/>
                <a:gd name="T14" fmla="*/ 0 60000 65536"/>
                <a:gd name="T15" fmla="*/ 0 w 216"/>
                <a:gd name="T16" fmla="*/ 0 h 478"/>
                <a:gd name="T17" fmla="*/ 216 w 216"/>
                <a:gd name="T18" fmla="*/ 478 h 478"/>
              </a:gdLst>
              <a:ahLst/>
              <a:cxnLst>
                <a:cxn ang="T10">
                  <a:pos x="T0" y="T1"/>
                </a:cxn>
                <a:cxn ang="T11">
                  <a:pos x="T2" y="T3"/>
                </a:cxn>
                <a:cxn ang="T12">
                  <a:pos x="T4" y="T5"/>
                </a:cxn>
                <a:cxn ang="T13">
                  <a:pos x="T6" y="T7"/>
                </a:cxn>
                <a:cxn ang="T14">
                  <a:pos x="T8" y="T9"/>
                </a:cxn>
              </a:cxnLst>
              <a:rect l="T15" t="T16" r="T17" b="T18"/>
              <a:pathLst>
                <a:path w="216" h="478">
                  <a:moveTo>
                    <a:pt x="0" y="28"/>
                  </a:moveTo>
                  <a:lnTo>
                    <a:pt x="0" y="465"/>
                  </a:lnTo>
                  <a:lnTo>
                    <a:pt x="216" y="478"/>
                  </a:lnTo>
                  <a:lnTo>
                    <a:pt x="216" y="0"/>
                  </a:lnTo>
                  <a:lnTo>
                    <a:pt x="0" y="28"/>
                  </a:lnTo>
                  <a:close/>
                </a:path>
              </a:pathLst>
            </a:custGeom>
            <a:solidFill>
              <a:srgbClr val="202020"/>
            </a:solidFill>
            <a:ln w="9525">
              <a:noFill/>
              <a:round/>
              <a:headEnd/>
              <a:tailEnd/>
            </a:ln>
          </p:spPr>
          <p:txBody>
            <a:bodyPr/>
            <a:lstStyle/>
            <a:p>
              <a:endParaRPr lang="nl-BE"/>
            </a:p>
          </p:txBody>
        </p:sp>
        <p:sp>
          <p:nvSpPr>
            <p:cNvPr id="42608" name="Freeform 248"/>
            <p:cNvSpPr>
              <a:spLocks/>
            </p:cNvSpPr>
            <p:nvPr/>
          </p:nvSpPr>
          <p:spPr bwMode="auto">
            <a:xfrm rot="-155667">
              <a:off x="3654425" y="2825750"/>
              <a:ext cx="1247775" cy="1227138"/>
            </a:xfrm>
            <a:custGeom>
              <a:avLst/>
              <a:gdLst>
                <a:gd name="T0" fmla="*/ 2147483647 w 1855"/>
                <a:gd name="T1" fmla="*/ 0 h 2621"/>
                <a:gd name="T2" fmla="*/ 2147483647 w 1855"/>
                <a:gd name="T3" fmla="*/ 2147483647 h 2621"/>
                <a:gd name="T4" fmla="*/ 2147483647 w 1855"/>
                <a:gd name="T5" fmla="*/ 2147483647 h 2621"/>
                <a:gd name="T6" fmla="*/ 0 w 1855"/>
                <a:gd name="T7" fmla="*/ 2147483647 h 2621"/>
                <a:gd name="T8" fmla="*/ 2147483647 w 1855"/>
                <a:gd name="T9" fmla="*/ 0 h 2621"/>
                <a:gd name="T10" fmla="*/ 0 60000 65536"/>
                <a:gd name="T11" fmla="*/ 0 60000 65536"/>
                <a:gd name="T12" fmla="*/ 0 60000 65536"/>
                <a:gd name="T13" fmla="*/ 0 60000 65536"/>
                <a:gd name="T14" fmla="*/ 0 60000 65536"/>
                <a:gd name="T15" fmla="*/ 0 w 1855"/>
                <a:gd name="T16" fmla="*/ 0 h 2621"/>
                <a:gd name="T17" fmla="*/ 1855 w 1855"/>
                <a:gd name="T18" fmla="*/ 2621 h 2621"/>
              </a:gdLst>
              <a:ahLst/>
              <a:cxnLst>
                <a:cxn ang="T10">
                  <a:pos x="T0" y="T1"/>
                </a:cxn>
                <a:cxn ang="T11">
                  <a:pos x="T2" y="T3"/>
                </a:cxn>
                <a:cxn ang="T12">
                  <a:pos x="T4" y="T5"/>
                </a:cxn>
                <a:cxn ang="T13">
                  <a:pos x="T6" y="T7"/>
                </a:cxn>
                <a:cxn ang="T14">
                  <a:pos x="T8" y="T9"/>
                </a:cxn>
              </a:cxnLst>
              <a:rect l="T15" t="T16" r="T17" b="T18"/>
              <a:pathLst>
                <a:path w="1855" h="2621">
                  <a:moveTo>
                    <a:pt x="3" y="0"/>
                  </a:moveTo>
                  <a:lnTo>
                    <a:pt x="1855" y="1212"/>
                  </a:lnTo>
                  <a:lnTo>
                    <a:pt x="1855" y="2529"/>
                  </a:lnTo>
                  <a:lnTo>
                    <a:pt x="0" y="2621"/>
                  </a:lnTo>
                  <a:lnTo>
                    <a:pt x="3" y="0"/>
                  </a:lnTo>
                  <a:close/>
                </a:path>
              </a:pathLst>
            </a:custGeom>
            <a:solidFill>
              <a:srgbClr val="A0A0A0"/>
            </a:solidFill>
            <a:ln w="6350">
              <a:solidFill>
                <a:srgbClr val="000000"/>
              </a:solidFill>
              <a:prstDash val="solid"/>
              <a:round/>
              <a:headEnd/>
              <a:tailEnd/>
            </a:ln>
          </p:spPr>
          <p:txBody>
            <a:bodyPr/>
            <a:lstStyle/>
            <a:p>
              <a:endParaRPr lang="nl-BE"/>
            </a:p>
          </p:txBody>
        </p:sp>
        <p:sp>
          <p:nvSpPr>
            <p:cNvPr id="42609" name="Freeform 249"/>
            <p:cNvSpPr>
              <a:spLocks/>
            </p:cNvSpPr>
            <p:nvPr/>
          </p:nvSpPr>
          <p:spPr bwMode="auto">
            <a:xfrm rot="-155667">
              <a:off x="3652838" y="2871788"/>
              <a:ext cx="1247775" cy="1127125"/>
            </a:xfrm>
            <a:custGeom>
              <a:avLst/>
              <a:gdLst>
                <a:gd name="T0" fmla="*/ 2147483647 w 1855"/>
                <a:gd name="T1" fmla="*/ 0 h 2408"/>
                <a:gd name="T2" fmla="*/ 2147483647 w 1855"/>
                <a:gd name="T3" fmla="*/ 2147483647 h 2408"/>
                <a:gd name="T4" fmla="*/ 2147483647 w 1855"/>
                <a:gd name="T5" fmla="*/ 2147483647 h 2408"/>
                <a:gd name="T6" fmla="*/ 0 w 1855"/>
                <a:gd name="T7" fmla="*/ 2147483647 h 2408"/>
                <a:gd name="T8" fmla="*/ 2147483647 w 1855"/>
                <a:gd name="T9" fmla="*/ 0 h 2408"/>
                <a:gd name="T10" fmla="*/ 0 60000 65536"/>
                <a:gd name="T11" fmla="*/ 0 60000 65536"/>
                <a:gd name="T12" fmla="*/ 0 60000 65536"/>
                <a:gd name="T13" fmla="*/ 0 60000 65536"/>
                <a:gd name="T14" fmla="*/ 0 60000 65536"/>
                <a:gd name="T15" fmla="*/ 0 w 1855"/>
                <a:gd name="T16" fmla="*/ 0 h 2408"/>
                <a:gd name="T17" fmla="*/ 1855 w 1855"/>
                <a:gd name="T18" fmla="*/ 2408 h 2408"/>
              </a:gdLst>
              <a:ahLst/>
              <a:cxnLst>
                <a:cxn ang="T10">
                  <a:pos x="T0" y="T1"/>
                </a:cxn>
                <a:cxn ang="T11">
                  <a:pos x="T2" y="T3"/>
                </a:cxn>
                <a:cxn ang="T12">
                  <a:pos x="T4" y="T5"/>
                </a:cxn>
                <a:cxn ang="T13">
                  <a:pos x="T6" y="T7"/>
                </a:cxn>
                <a:cxn ang="T14">
                  <a:pos x="T8" y="T9"/>
                </a:cxn>
              </a:cxnLst>
              <a:rect l="T15" t="T16" r="T17" b="T18"/>
              <a:pathLst>
                <a:path w="1855" h="2408">
                  <a:moveTo>
                    <a:pt x="3" y="0"/>
                  </a:moveTo>
                  <a:lnTo>
                    <a:pt x="1855" y="1170"/>
                  </a:lnTo>
                  <a:lnTo>
                    <a:pt x="1855" y="2352"/>
                  </a:lnTo>
                  <a:lnTo>
                    <a:pt x="0" y="2408"/>
                  </a:lnTo>
                  <a:lnTo>
                    <a:pt x="3" y="0"/>
                  </a:lnTo>
                  <a:close/>
                </a:path>
              </a:pathLst>
            </a:custGeom>
            <a:solidFill>
              <a:srgbClr val="E0E0E0"/>
            </a:solidFill>
            <a:ln w="6350">
              <a:solidFill>
                <a:srgbClr val="000000"/>
              </a:solidFill>
              <a:prstDash val="solid"/>
              <a:round/>
              <a:headEnd/>
              <a:tailEnd/>
            </a:ln>
          </p:spPr>
          <p:txBody>
            <a:bodyPr/>
            <a:lstStyle/>
            <a:p>
              <a:endParaRPr lang="nl-BE"/>
            </a:p>
          </p:txBody>
        </p:sp>
        <p:sp>
          <p:nvSpPr>
            <p:cNvPr id="42610" name="Rectangle 250"/>
            <p:cNvSpPr>
              <a:spLocks noChangeArrowheads="1"/>
            </p:cNvSpPr>
            <p:nvPr/>
          </p:nvSpPr>
          <p:spPr bwMode="auto">
            <a:xfrm rot="-155667">
              <a:off x="3702050" y="4038600"/>
              <a:ext cx="57150" cy="15875"/>
            </a:xfrm>
            <a:prstGeom prst="rect">
              <a:avLst/>
            </a:prstGeom>
            <a:solidFill>
              <a:srgbClr val="E0E0E0"/>
            </a:solidFill>
            <a:ln w="6350">
              <a:solidFill>
                <a:srgbClr val="000000"/>
              </a:solidFill>
              <a:miter lim="800000"/>
              <a:headEnd/>
              <a:tailEnd/>
            </a:ln>
          </p:spPr>
          <p:txBody>
            <a:bodyPr/>
            <a:lstStyle/>
            <a:p>
              <a:pPr algn="ctr" eaLnBrk="0" hangingPunct="0"/>
              <a:endParaRPr lang="nl-BE"/>
            </a:p>
          </p:txBody>
        </p:sp>
        <p:sp>
          <p:nvSpPr>
            <p:cNvPr id="42611" name="Oval 251"/>
            <p:cNvSpPr>
              <a:spLocks noChangeArrowheads="1"/>
            </p:cNvSpPr>
            <p:nvPr/>
          </p:nvSpPr>
          <p:spPr bwMode="auto">
            <a:xfrm rot="-155667">
              <a:off x="3717925" y="4033838"/>
              <a:ext cx="23813" cy="23812"/>
            </a:xfrm>
            <a:prstGeom prst="ellipse">
              <a:avLst/>
            </a:prstGeom>
            <a:solidFill>
              <a:srgbClr val="E0E0E0"/>
            </a:solidFill>
            <a:ln w="6350">
              <a:solidFill>
                <a:srgbClr val="000000"/>
              </a:solidFill>
              <a:round/>
              <a:headEnd/>
              <a:tailEnd/>
            </a:ln>
          </p:spPr>
          <p:txBody>
            <a:bodyPr/>
            <a:lstStyle/>
            <a:p>
              <a:pPr algn="ctr" eaLnBrk="0" hangingPunct="0"/>
              <a:endParaRPr lang="nl-BE"/>
            </a:p>
          </p:txBody>
        </p:sp>
        <p:sp>
          <p:nvSpPr>
            <p:cNvPr id="42612" name="Oval 252"/>
            <p:cNvSpPr>
              <a:spLocks noChangeArrowheads="1"/>
            </p:cNvSpPr>
            <p:nvPr/>
          </p:nvSpPr>
          <p:spPr bwMode="auto">
            <a:xfrm rot="-155667">
              <a:off x="3724275" y="4040188"/>
              <a:ext cx="11113" cy="11112"/>
            </a:xfrm>
            <a:prstGeom prst="ellipse">
              <a:avLst/>
            </a:prstGeom>
            <a:solidFill>
              <a:srgbClr val="E0E0E0"/>
            </a:solidFill>
            <a:ln w="6350">
              <a:solidFill>
                <a:srgbClr val="000000"/>
              </a:solidFill>
              <a:round/>
              <a:headEnd/>
              <a:tailEnd/>
            </a:ln>
          </p:spPr>
          <p:txBody>
            <a:bodyPr/>
            <a:lstStyle/>
            <a:p>
              <a:pPr algn="ctr" eaLnBrk="0" hangingPunct="0"/>
              <a:endParaRPr lang="nl-BE"/>
            </a:p>
          </p:txBody>
        </p:sp>
        <p:sp>
          <p:nvSpPr>
            <p:cNvPr id="42613" name="Freeform 253"/>
            <p:cNvSpPr>
              <a:spLocks/>
            </p:cNvSpPr>
            <p:nvPr/>
          </p:nvSpPr>
          <p:spPr bwMode="auto">
            <a:xfrm rot="-155667">
              <a:off x="3651250" y="2871788"/>
              <a:ext cx="63500" cy="53975"/>
            </a:xfrm>
            <a:custGeom>
              <a:avLst/>
              <a:gdLst>
                <a:gd name="T0" fmla="*/ 0 w 93"/>
                <a:gd name="T1" fmla="*/ 0 h 114"/>
                <a:gd name="T2" fmla="*/ 2147483647 w 93"/>
                <a:gd name="T3" fmla="*/ 2147483647 h 114"/>
                <a:gd name="T4" fmla="*/ 2147483647 w 93"/>
                <a:gd name="T5" fmla="*/ 2147483647 h 114"/>
                <a:gd name="T6" fmla="*/ 0 w 93"/>
                <a:gd name="T7" fmla="*/ 2147483647 h 114"/>
                <a:gd name="T8" fmla="*/ 0 w 93"/>
                <a:gd name="T9" fmla="*/ 0 h 114"/>
                <a:gd name="T10" fmla="*/ 0 60000 65536"/>
                <a:gd name="T11" fmla="*/ 0 60000 65536"/>
                <a:gd name="T12" fmla="*/ 0 60000 65536"/>
                <a:gd name="T13" fmla="*/ 0 60000 65536"/>
                <a:gd name="T14" fmla="*/ 0 60000 65536"/>
                <a:gd name="T15" fmla="*/ 0 w 93"/>
                <a:gd name="T16" fmla="*/ 0 h 114"/>
                <a:gd name="T17" fmla="*/ 93 w 93"/>
                <a:gd name="T18" fmla="*/ 114 h 114"/>
              </a:gdLst>
              <a:ahLst/>
              <a:cxnLst>
                <a:cxn ang="T10">
                  <a:pos x="T0" y="T1"/>
                </a:cxn>
                <a:cxn ang="T11">
                  <a:pos x="T2" y="T3"/>
                </a:cxn>
                <a:cxn ang="T12">
                  <a:pos x="T4" y="T5"/>
                </a:cxn>
                <a:cxn ang="T13">
                  <a:pos x="T6" y="T7"/>
                </a:cxn>
                <a:cxn ang="T14">
                  <a:pos x="T8" y="T9"/>
                </a:cxn>
              </a:cxnLst>
              <a:rect l="T15" t="T16" r="T17" b="T18"/>
              <a:pathLst>
                <a:path w="93" h="114">
                  <a:moveTo>
                    <a:pt x="0" y="0"/>
                  </a:moveTo>
                  <a:lnTo>
                    <a:pt x="93" y="63"/>
                  </a:lnTo>
                  <a:lnTo>
                    <a:pt x="93" y="114"/>
                  </a:lnTo>
                  <a:lnTo>
                    <a:pt x="0" y="54"/>
                  </a:lnTo>
                  <a:lnTo>
                    <a:pt x="0" y="0"/>
                  </a:lnTo>
                  <a:close/>
                </a:path>
              </a:pathLst>
            </a:custGeom>
            <a:solidFill>
              <a:srgbClr val="E0E0E0"/>
            </a:solidFill>
            <a:ln w="6350">
              <a:solidFill>
                <a:srgbClr val="000000"/>
              </a:solidFill>
              <a:prstDash val="solid"/>
              <a:round/>
              <a:headEnd/>
              <a:tailEnd/>
            </a:ln>
          </p:spPr>
          <p:txBody>
            <a:bodyPr/>
            <a:lstStyle/>
            <a:p>
              <a:endParaRPr lang="nl-BE"/>
            </a:p>
          </p:txBody>
        </p:sp>
        <p:sp>
          <p:nvSpPr>
            <p:cNvPr id="42614" name="Oval 254"/>
            <p:cNvSpPr>
              <a:spLocks noChangeArrowheads="1"/>
            </p:cNvSpPr>
            <p:nvPr/>
          </p:nvSpPr>
          <p:spPr bwMode="auto">
            <a:xfrm rot="-155667">
              <a:off x="3673475" y="2886075"/>
              <a:ext cx="19050" cy="23813"/>
            </a:xfrm>
            <a:prstGeom prst="ellipse">
              <a:avLst/>
            </a:prstGeom>
            <a:solidFill>
              <a:srgbClr val="E0E0E0"/>
            </a:solidFill>
            <a:ln w="6350">
              <a:solidFill>
                <a:srgbClr val="000000"/>
              </a:solidFill>
              <a:round/>
              <a:headEnd/>
              <a:tailEnd/>
            </a:ln>
          </p:spPr>
          <p:txBody>
            <a:bodyPr/>
            <a:lstStyle/>
            <a:p>
              <a:pPr algn="ctr" eaLnBrk="0" hangingPunct="0"/>
              <a:endParaRPr lang="nl-BE"/>
            </a:p>
          </p:txBody>
        </p:sp>
        <p:sp>
          <p:nvSpPr>
            <p:cNvPr id="42615" name="Oval 255"/>
            <p:cNvSpPr>
              <a:spLocks noChangeArrowheads="1"/>
            </p:cNvSpPr>
            <p:nvPr/>
          </p:nvSpPr>
          <p:spPr bwMode="auto">
            <a:xfrm rot="-155667">
              <a:off x="3678238" y="2892425"/>
              <a:ext cx="9525" cy="11113"/>
            </a:xfrm>
            <a:prstGeom prst="ellipse">
              <a:avLst/>
            </a:prstGeom>
            <a:solidFill>
              <a:srgbClr val="E0E0E0"/>
            </a:solidFill>
            <a:ln w="6350">
              <a:solidFill>
                <a:srgbClr val="000000"/>
              </a:solidFill>
              <a:round/>
              <a:headEnd/>
              <a:tailEnd/>
            </a:ln>
          </p:spPr>
          <p:txBody>
            <a:bodyPr/>
            <a:lstStyle/>
            <a:p>
              <a:pPr algn="ctr" eaLnBrk="0" hangingPunct="0"/>
              <a:endParaRPr lang="nl-BE"/>
            </a:p>
          </p:txBody>
        </p:sp>
        <p:sp>
          <p:nvSpPr>
            <p:cNvPr id="42616" name="Freeform 256"/>
            <p:cNvSpPr>
              <a:spLocks/>
            </p:cNvSpPr>
            <p:nvPr/>
          </p:nvSpPr>
          <p:spPr bwMode="auto">
            <a:xfrm rot="-155667">
              <a:off x="2668588" y="2874963"/>
              <a:ext cx="987425" cy="1227137"/>
            </a:xfrm>
            <a:custGeom>
              <a:avLst/>
              <a:gdLst>
                <a:gd name="T0" fmla="*/ 2147483647 w 1468"/>
                <a:gd name="T1" fmla="*/ 0 h 2621"/>
                <a:gd name="T2" fmla="*/ 2147483647 w 1468"/>
                <a:gd name="T3" fmla="*/ 2147483647 h 2621"/>
                <a:gd name="T4" fmla="*/ 2147483647 w 1468"/>
                <a:gd name="T5" fmla="*/ 2147483647 h 2621"/>
                <a:gd name="T6" fmla="*/ 0 w 1468"/>
                <a:gd name="T7" fmla="*/ 2147483647 h 2621"/>
                <a:gd name="T8" fmla="*/ 2147483647 w 1468"/>
                <a:gd name="T9" fmla="*/ 0 h 2621"/>
                <a:gd name="T10" fmla="*/ 0 60000 65536"/>
                <a:gd name="T11" fmla="*/ 0 60000 65536"/>
                <a:gd name="T12" fmla="*/ 0 60000 65536"/>
                <a:gd name="T13" fmla="*/ 0 60000 65536"/>
                <a:gd name="T14" fmla="*/ 0 60000 65536"/>
                <a:gd name="T15" fmla="*/ 0 w 1468"/>
                <a:gd name="T16" fmla="*/ 0 h 2621"/>
                <a:gd name="T17" fmla="*/ 1468 w 1468"/>
                <a:gd name="T18" fmla="*/ 2621 h 2621"/>
              </a:gdLst>
              <a:ahLst/>
              <a:cxnLst>
                <a:cxn ang="T10">
                  <a:pos x="T0" y="T1"/>
                </a:cxn>
                <a:cxn ang="T11">
                  <a:pos x="T2" y="T3"/>
                </a:cxn>
                <a:cxn ang="T12">
                  <a:pos x="T4" y="T5"/>
                </a:cxn>
                <a:cxn ang="T13">
                  <a:pos x="T6" y="T7"/>
                </a:cxn>
                <a:cxn ang="T14">
                  <a:pos x="T8" y="T9"/>
                </a:cxn>
              </a:cxnLst>
              <a:rect l="T15" t="T16" r="T17" b="T18"/>
              <a:pathLst>
                <a:path w="1468" h="2621">
                  <a:moveTo>
                    <a:pt x="1468" y="0"/>
                  </a:moveTo>
                  <a:lnTo>
                    <a:pt x="1465" y="2621"/>
                  </a:lnTo>
                  <a:lnTo>
                    <a:pt x="3" y="2562"/>
                  </a:lnTo>
                  <a:lnTo>
                    <a:pt x="0" y="164"/>
                  </a:lnTo>
                  <a:lnTo>
                    <a:pt x="1468" y="0"/>
                  </a:lnTo>
                  <a:close/>
                </a:path>
              </a:pathLst>
            </a:custGeom>
            <a:solidFill>
              <a:srgbClr val="A0A0A0"/>
            </a:solidFill>
            <a:ln w="6350">
              <a:solidFill>
                <a:srgbClr val="000000"/>
              </a:solidFill>
              <a:prstDash val="solid"/>
              <a:round/>
              <a:headEnd/>
              <a:tailEnd/>
            </a:ln>
          </p:spPr>
          <p:txBody>
            <a:bodyPr/>
            <a:lstStyle/>
            <a:p>
              <a:endParaRPr lang="nl-BE"/>
            </a:p>
          </p:txBody>
        </p:sp>
        <p:sp>
          <p:nvSpPr>
            <p:cNvPr id="42617" name="Freeform 257"/>
            <p:cNvSpPr>
              <a:spLocks/>
            </p:cNvSpPr>
            <p:nvPr/>
          </p:nvSpPr>
          <p:spPr bwMode="auto">
            <a:xfrm rot="-155667">
              <a:off x="2727325" y="2984500"/>
              <a:ext cx="395288" cy="993775"/>
            </a:xfrm>
            <a:custGeom>
              <a:avLst/>
              <a:gdLst>
                <a:gd name="T0" fmla="*/ 2147483647 w 589"/>
                <a:gd name="T1" fmla="*/ 0 h 2124"/>
                <a:gd name="T2" fmla="*/ 2147483647 w 589"/>
                <a:gd name="T3" fmla="*/ 2147483647 h 2124"/>
                <a:gd name="T4" fmla="*/ 0 w 589"/>
                <a:gd name="T5" fmla="*/ 2147483647 h 2124"/>
                <a:gd name="T6" fmla="*/ 0 w 589"/>
                <a:gd name="T7" fmla="*/ 2147483647 h 2124"/>
                <a:gd name="T8" fmla="*/ 2147483647 w 589"/>
                <a:gd name="T9" fmla="*/ 0 h 2124"/>
                <a:gd name="T10" fmla="*/ 0 60000 65536"/>
                <a:gd name="T11" fmla="*/ 0 60000 65536"/>
                <a:gd name="T12" fmla="*/ 0 60000 65536"/>
                <a:gd name="T13" fmla="*/ 0 60000 65536"/>
                <a:gd name="T14" fmla="*/ 0 60000 65536"/>
                <a:gd name="T15" fmla="*/ 0 w 589"/>
                <a:gd name="T16" fmla="*/ 0 h 2124"/>
                <a:gd name="T17" fmla="*/ 589 w 589"/>
                <a:gd name="T18" fmla="*/ 2124 h 2124"/>
              </a:gdLst>
              <a:ahLst/>
              <a:cxnLst>
                <a:cxn ang="T10">
                  <a:pos x="T0" y="T1"/>
                </a:cxn>
                <a:cxn ang="T11">
                  <a:pos x="T2" y="T3"/>
                </a:cxn>
                <a:cxn ang="T12">
                  <a:pos x="T4" y="T5"/>
                </a:cxn>
                <a:cxn ang="T13">
                  <a:pos x="T6" y="T7"/>
                </a:cxn>
                <a:cxn ang="T14">
                  <a:pos x="T8" y="T9"/>
                </a:cxn>
              </a:cxnLst>
              <a:rect l="T15" t="T16" r="T17" b="T18"/>
              <a:pathLst>
                <a:path w="589" h="2124">
                  <a:moveTo>
                    <a:pt x="589" y="0"/>
                  </a:moveTo>
                  <a:lnTo>
                    <a:pt x="589" y="2124"/>
                  </a:lnTo>
                  <a:lnTo>
                    <a:pt x="0" y="2124"/>
                  </a:lnTo>
                  <a:lnTo>
                    <a:pt x="0" y="65"/>
                  </a:lnTo>
                  <a:lnTo>
                    <a:pt x="589" y="0"/>
                  </a:lnTo>
                  <a:close/>
                </a:path>
              </a:pathLst>
            </a:custGeom>
            <a:solidFill>
              <a:srgbClr val="C0C0C0"/>
            </a:solidFill>
            <a:ln w="6350">
              <a:solidFill>
                <a:srgbClr val="000000"/>
              </a:solidFill>
              <a:prstDash val="solid"/>
              <a:round/>
              <a:headEnd/>
              <a:tailEnd/>
            </a:ln>
          </p:spPr>
          <p:txBody>
            <a:bodyPr/>
            <a:lstStyle/>
            <a:p>
              <a:endParaRPr lang="nl-BE"/>
            </a:p>
          </p:txBody>
        </p:sp>
        <p:sp>
          <p:nvSpPr>
            <p:cNvPr id="42618" name="Line 258"/>
            <p:cNvSpPr>
              <a:spLocks noChangeShapeType="1"/>
            </p:cNvSpPr>
            <p:nvPr/>
          </p:nvSpPr>
          <p:spPr bwMode="auto">
            <a:xfrm rot="-155667">
              <a:off x="2921000" y="3003550"/>
              <a:ext cx="1588" cy="981075"/>
            </a:xfrm>
            <a:prstGeom prst="line">
              <a:avLst/>
            </a:prstGeom>
            <a:noFill/>
            <a:ln w="6350">
              <a:solidFill>
                <a:srgbClr val="000000"/>
              </a:solidFill>
              <a:round/>
              <a:headEnd/>
              <a:tailEnd/>
            </a:ln>
          </p:spPr>
          <p:txBody>
            <a:bodyPr/>
            <a:lstStyle/>
            <a:p>
              <a:endParaRPr lang="nl-BE"/>
            </a:p>
          </p:txBody>
        </p:sp>
        <p:sp>
          <p:nvSpPr>
            <p:cNvPr id="42619" name="Freeform 259"/>
            <p:cNvSpPr>
              <a:spLocks/>
            </p:cNvSpPr>
            <p:nvPr/>
          </p:nvSpPr>
          <p:spPr bwMode="auto">
            <a:xfrm rot="-155667">
              <a:off x="3171825" y="2928938"/>
              <a:ext cx="420688" cy="1028700"/>
            </a:xfrm>
            <a:custGeom>
              <a:avLst/>
              <a:gdLst>
                <a:gd name="T0" fmla="*/ 2147483647 w 624"/>
                <a:gd name="T1" fmla="*/ 0 h 2200"/>
                <a:gd name="T2" fmla="*/ 2147483647 w 624"/>
                <a:gd name="T3" fmla="*/ 2147483647 h 2200"/>
                <a:gd name="T4" fmla="*/ 0 w 624"/>
                <a:gd name="T5" fmla="*/ 2147483647 h 2200"/>
                <a:gd name="T6" fmla="*/ 0 w 624"/>
                <a:gd name="T7" fmla="*/ 2147483647 h 2200"/>
                <a:gd name="T8" fmla="*/ 2147483647 w 624"/>
                <a:gd name="T9" fmla="*/ 0 h 2200"/>
                <a:gd name="T10" fmla="*/ 0 60000 65536"/>
                <a:gd name="T11" fmla="*/ 0 60000 65536"/>
                <a:gd name="T12" fmla="*/ 0 60000 65536"/>
                <a:gd name="T13" fmla="*/ 0 60000 65536"/>
                <a:gd name="T14" fmla="*/ 0 60000 65536"/>
                <a:gd name="T15" fmla="*/ 0 w 624"/>
                <a:gd name="T16" fmla="*/ 0 h 2200"/>
                <a:gd name="T17" fmla="*/ 624 w 624"/>
                <a:gd name="T18" fmla="*/ 2200 h 2200"/>
              </a:gdLst>
              <a:ahLst/>
              <a:cxnLst>
                <a:cxn ang="T10">
                  <a:pos x="T0" y="T1"/>
                </a:cxn>
                <a:cxn ang="T11">
                  <a:pos x="T2" y="T3"/>
                </a:cxn>
                <a:cxn ang="T12">
                  <a:pos x="T4" y="T5"/>
                </a:cxn>
                <a:cxn ang="T13">
                  <a:pos x="T6" y="T7"/>
                </a:cxn>
                <a:cxn ang="T14">
                  <a:pos x="T8" y="T9"/>
                </a:cxn>
              </a:cxnLst>
              <a:rect l="T15" t="T16" r="T17" b="T18"/>
              <a:pathLst>
                <a:path w="624" h="2200">
                  <a:moveTo>
                    <a:pt x="624" y="0"/>
                  </a:moveTo>
                  <a:lnTo>
                    <a:pt x="622" y="2194"/>
                  </a:lnTo>
                  <a:lnTo>
                    <a:pt x="0" y="2200"/>
                  </a:lnTo>
                  <a:lnTo>
                    <a:pt x="0" y="69"/>
                  </a:lnTo>
                  <a:lnTo>
                    <a:pt x="624" y="0"/>
                  </a:lnTo>
                  <a:close/>
                </a:path>
              </a:pathLst>
            </a:custGeom>
            <a:solidFill>
              <a:srgbClr val="C0C0C0"/>
            </a:solidFill>
            <a:ln w="6350">
              <a:solidFill>
                <a:srgbClr val="000000"/>
              </a:solidFill>
              <a:prstDash val="solid"/>
              <a:round/>
              <a:headEnd/>
              <a:tailEnd/>
            </a:ln>
          </p:spPr>
          <p:txBody>
            <a:bodyPr/>
            <a:lstStyle/>
            <a:p>
              <a:endParaRPr lang="nl-BE"/>
            </a:p>
          </p:txBody>
        </p:sp>
        <p:sp>
          <p:nvSpPr>
            <p:cNvPr id="42620" name="Line 260"/>
            <p:cNvSpPr>
              <a:spLocks noChangeShapeType="1"/>
            </p:cNvSpPr>
            <p:nvPr/>
          </p:nvSpPr>
          <p:spPr bwMode="auto">
            <a:xfrm rot="-155667">
              <a:off x="3390900" y="2949575"/>
              <a:ext cx="1588" cy="1012825"/>
            </a:xfrm>
            <a:prstGeom prst="line">
              <a:avLst/>
            </a:prstGeom>
            <a:noFill/>
            <a:ln w="6350">
              <a:solidFill>
                <a:srgbClr val="000000"/>
              </a:solidFill>
              <a:round/>
              <a:headEnd/>
              <a:tailEnd/>
            </a:ln>
          </p:spPr>
          <p:txBody>
            <a:bodyPr/>
            <a:lstStyle/>
            <a:p>
              <a:endParaRPr lang="nl-BE"/>
            </a:p>
          </p:txBody>
        </p:sp>
        <p:sp>
          <p:nvSpPr>
            <p:cNvPr id="42621" name="Freeform 261"/>
            <p:cNvSpPr>
              <a:spLocks/>
            </p:cNvSpPr>
            <p:nvPr/>
          </p:nvSpPr>
          <p:spPr bwMode="auto">
            <a:xfrm rot="-155667">
              <a:off x="3071813" y="3221038"/>
              <a:ext cx="134937" cy="34925"/>
            </a:xfrm>
            <a:custGeom>
              <a:avLst/>
              <a:gdLst>
                <a:gd name="T0" fmla="*/ 0 w 199"/>
                <a:gd name="T1" fmla="*/ 2147483647 h 76"/>
                <a:gd name="T2" fmla="*/ 2147483647 w 199"/>
                <a:gd name="T3" fmla="*/ 0 h 76"/>
                <a:gd name="T4" fmla="*/ 2147483647 w 199"/>
                <a:gd name="T5" fmla="*/ 2147483647 h 76"/>
                <a:gd name="T6" fmla="*/ 2147483647 w 199"/>
                <a:gd name="T7" fmla="*/ 2147483647 h 76"/>
                <a:gd name="T8" fmla="*/ 0 w 199"/>
                <a:gd name="T9" fmla="*/ 2147483647 h 76"/>
                <a:gd name="T10" fmla="*/ 0 60000 65536"/>
                <a:gd name="T11" fmla="*/ 0 60000 65536"/>
                <a:gd name="T12" fmla="*/ 0 60000 65536"/>
                <a:gd name="T13" fmla="*/ 0 60000 65536"/>
                <a:gd name="T14" fmla="*/ 0 60000 65536"/>
                <a:gd name="T15" fmla="*/ 0 w 199"/>
                <a:gd name="T16" fmla="*/ 0 h 76"/>
                <a:gd name="T17" fmla="*/ 199 w 199"/>
                <a:gd name="T18" fmla="*/ 76 h 76"/>
              </a:gdLst>
              <a:ahLst/>
              <a:cxnLst>
                <a:cxn ang="T10">
                  <a:pos x="T0" y="T1"/>
                </a:cxn>
                <a:cxn ang="T11">
                  <a:pos x="T2" y="T3"/>
                </a:cxn>
                <a:cxn ang="T12">
                  <a:pos x="T4" y="T5"/>
                </a:cxn>
                <a:cxn ang="T13">
                  <a:pos x="T6" y="T7"/>
                </a:cxn>
                <a:cxn ang="T14">
                  <a:pos x="T8" y="T9"/>
                </a:cxn>
              </a:cxnLst>
              <a:rect l="T15" t="T16" r="T17" b="T18"/>
              <a:pathLst>
                <a:path w="199" h="76">
                  <a:moveTo>
                    <a:pt x="0" y="13"/>
                  </a:moveTo>
                  <a:lnTo>
                    <a:pt x="199" y="0"/>
                  </a:lnTo>
                  <a:lnTo>
                    <a:pt x="199" y="64"/>
                  </a:lnTo>
                  <a:lnTo>
                    <a:pt x="1" y="76"/>
                  </a:lnTo>
                  <a:lnTo>
                    <a:pt x="0" y="13"/>
                  </a:lnTo>
                  <a:close/>
                </a:path>
              </a:pathLst>
            </a:custGeom>
            <a:solidFill>
              <a:srgbClr val="E0E0E0"/>
            </a:solidFill>
            <a:ln w="6350">
              <a:solidFill>
                <a:srgbClr val="000000"/>
              </a:solidFill>
              <a:prstDash val="solid"/>
              <a:round/>
              <a:headEnd/>
              <a:tailEnd/>
            </a:ln>
          </p:spPr>
          <p:txBody>
            <a:bodyPr/>
            <a:lstStyle/>
            <a:p>
              <a:endParaRPr lang="nl-BE"/>
            </a:p>
          </p:txBody>
        </p:sp>
        <p:sp>
          <p:nvSpPr>
            <p:cNvPr id="42622" name="Freeform 262"/>
            <p:cNvSpPr>
              <a:spLocks/>
            </p:cNvSpPr>
            <p:nvPr/>
          </p:nvSpPr>
          <p:spPr bwMode="auto">
            <a:xfrm rot="-155667">
              <a:off x="3092450" y="3697288"/>
              <a:ext cx="134938" cy="34925"/>
            </a:xfrm>
            <a:custGeom>
              <a:avLst/>
              <a:gdLst>
                <a:gd name="T0" fmla="*/ 0 w 199"/>
                <a:gd name="T1" fmla="*/ 2147483647 h 76"/>
                <a:gd name="T2" fmla="*/ 2147483647 w 199"/>
                <a:gd name="T3" fmla="*/ 0 h 76"/>
                <a:gd name="T4" fmla="*/ 2147483647 w 199"/>
                <a:gd name="T5" fmla="*/ 2147483647 h 76"/>
                <a:gd name="T6" fmla="*/ 2147483647 w 199"/>
                <a:gd name="T7" fmla="*/ 2147483647 h 76"/>
                <a:gd name="T8" fmla="*/ 0 w 199"/>
                <a:gd name="T9" fmla="*/ 2147483647 h 76"/>
                <a:gd name="T10" fmla="*/ 0 60000 65536"/>
                <a:gd name="T11" fmla="*/ 0 60000 65536"/>
                <a:gd name="T12" fmla="*/ 0 60000 65536"/>
                <a:gd name="T13" fmla="*/ 0 60000 65536"/>
                <a:gd name="T14" fmla="*/ 0 60000 65536"/>
                <a:gd name="T15" fmla="*/ 0 w 199"/>
                <a:gd name="T16" fmla="*/ 0 h 76"/>
                <a:gd name="T17" fmla="*/ 199 w 199"/>
                <a:gd name="T18" fmla="*/ 76 h 76"/>
              </a:gdLst>
              <a:ahLst/>
              <a:cxnLst>
                <a:cxn ang="T10">
                  <a:pos x="T0" y="T1"/>
                </a:cxn>
                <a:cxn ang="T11">
                  <a:pos x="T2" y="T3"/>
                </a:cxn>
                <a:cxn ang="T12">
                  <a:pos x="T4" y="T5"/>
                </a:cxn>
                <a:cxn ang="T13">
                  <a:pos x="T6" y="T7"/>
                </a:cxn>
                <a:cxn ang="T14">
                  <a:pos x="T8" y="T9"/>
                </a:cxn>
              </a:cxnLst>
              <a:rect l="T15" t="T16" r="T17" b="T18"/>
              <a:pathLst>
                <a:path w="199" h="76">
                  <a:moveTo>
                    <a:pt x="0" y="12"/>
                  </a:moveTo>
                  <a:lnTo>
                    <a:pt x="199" y="0"/>
                  </a:lnTo>
                  <a:lnTo>
                    <a:pt x="199" y="63"/>
                  </a:lnTo>
                  <a:lnTo>
                    <a:pt x="1" y="76"/>
                  </a:lnTo>
                  <a:lnTo>
                    <a:pt x="0" y="12"/>
                  </a:lnTo>
                  <a:close/>
                </a:path>
              </a:pathLst>
            </a:custGeom>
            <a:solidFill>
              <a:srgbClr val="E0E0E0"/>
            </a:solidFill>
            <a:ln w="6350">
              <a:solidFill>
                <a:srgbClr val="000000"/>
              </a:solidFill>
              <a:prstDash val="solid"/>
              <a:round/>
              <a:headEnd/>
              <a:tailEnd/>
            </a:ln>
          </p:spPr>
          <p:txBody>
            <a:bodyPr/>
            <a:lstStyle/>
            <a:p>
              <a:endParaRPr lang="nl-BE"/>
            </a:p>
          </p:txBody>
        </p:sp>
        <p:sp>
          <p:nvSpPr>
            <p:cNvPr id="42623" name="Oval 263"/>
            <p:cNvSpPr>
              <a:spLocks noChangeArrowheads="1"/>
            </p:cNvSpPr>
            <p:nvPr/>
          </p:nvSpPr>
          <p:spPr bwMode="auto">
            <a:xfrm rot="-155667">
              <a:off x="2706688" y="4003675"/>
              <a:ext cx="60325" cy="63500"/>
            </a:xfrm>
            <a:prstGeom prst="ellipse">
              <a:avLst/>
            </a:prstGeom>
            <a:solidFill>
              <a:srgbClr val="FF0000"/>
            </a:solidFill>
            <a:ln w="6350">
              <a:solidFill>
                <a:srgbClr val="000000"/>
              </a:solidFill>
              <a:round/>
              <a:headEnd/>
              <a:tailEnd/>
            </a:ln>
          </p:spPr>
          <p:txBody>
            <a:bodyPr/>
            <a:lstStyle/>
            <a:p>
              <a:pPr algn="ctr" eaLnBrk="0" hangingPunct="0"/>
              <a:endParaRPr lang="nl-BE"/>
            </a:p>
          </p:txBody>
        </p:sp>
        <p:sp>
          <p:nvSpPr>
            <p:cNvPr id="42624" name="Oval 264"/>
            <p:cNvSpPr>
              <a:spLocks noChangeArrowheads="1"/>
            </p:cNvSpPr>
            <p:nvPr/>
          </p:nvSpPr>
          <p:spPr bwMode="auto">
            <a:xfrm rot="-155667">
              <a:off x="2782888" y="4000500"/>
              <a:ext cx="60325" cy="63500"/>
            </a:xfrm>
            <a:prstGeom prst="ellipse">
              <a:avLst/>
            </a:prstGeom>
            <a:solidFill>
              <a:srgbClr val="FF0000"/>
            </a:solidFill>
            <a:ln w="6350">
              <a:solidFill>
                <a:srgbClr val="000000"/>
              </a:solidFill>
              <a:round/>
              <a:headEnd/>
              <a:tailEnd/>
            </a:ln>
          </p:spPr>
          <p:txBody>
            <a:bodyPr/>
            <a:lstStyle/>
            <a:p>
              <a:pPr algn="ctr" eaLnBrk="0" hangingPunct="0"/>
              <a:endParaRPr lang="nl-BE"/>
            </a:p>
          </p:txBody>
        </p:sp>
        <p:sp>
          <p:nvSpPr>
            <p:cNvPr id="42625" name="Oval 265"/>
            <p:cNvSpPr>
              <a:spLocks noChangeArrowheads="1"/>
            </p:cNvSpPr>
            <p:nvPr/>
          </p:nvSpPr>
          <p:spPr bwMode="auto">
            <a:xfrm rot="-155667">
              <a:off x="2846388" y="3997325"/>
              <a:ext cx="58737" cy="63500"/>
            </a:xfrm>
            <a:prstGeom prst="ellipse">
              <a:avLst/>
            </a:prstGeom>
            <a:solidFill>
              <a:srgbClr val="E0E000"/>
            </a:solidFill>
            <a:ln w="6350">
              <a:solidFill>
                <a:srgbClr val="000000"/>
              </a:solidFill>
              <a:round/>
              <a:headEnd/>
              <a:tailEnd/>
            </a:ln>
          </p:spPr>
          <p:txBody>
            <a:bodyPr/>
            <a:lstStyle/>
            <a:p>
              <a:pPr algn="ctr" eaLnBrk="0" hangingPunct="0"/>
              <a:endParaRPr lang="nl-BE"/>
            </a:p>
          </p:txBody>
        </p:sp>
        <p:sp>
          <p:nvSpPr>
            <p:cNvPr id="42626" name="Oval 266"/>
            <p:cNvSpPr>
              <a:spLocks noChangeArrowheads="1"/>
            </p:cNvSpPr>
            <p:nvPr/>
          </p:nvSpPr>
          <p:spPr bwMode="auto">
            <a:xfrm rot="-155667">
              <a:off x="3576638" y="3986213"/>
              <a:ext cx="60325" cy="63500"/>
            </a:xfrm>
            <a:prstGeom prst="ellipse">
              <a:avLst/>
            </a:prstGeom>
            <a:solidFill>
              <a:srgbClr val="FF0000"/>
            </a:solidFill>
            <a:ln w="6350">
              <a:solidFill>
                <a:srgbClr val="000000"/>
              </a:solidFill>
              <a:round/>
              <a:headEnd/>
              <a:tailEnd/>
            </a:ln>
          </p:spPr>
          <p:txBody>
            <a:bodyPr/>
            <a:lstStyle/>
            <a:p>
              <a:pPr algn="ctr" eaLnBrk="0" hangingPunct="0"/>
              <a:endParaRPr lang="nl-BE"/>
            </a:p>
          </p:txBody>
        </p:sp>
        <p:sp>
          <p:nvSpPr>
            <p:cNvPr id="42627" name="Oval 267"/>
            <p:cNvSpPr>
              <a:spLocks noChangeArrowheads="1"/>
            </p:cNvSpPr>
            <p:nvPr/>
          </p:nvSpPr>
          <p:spPr bwMode="auto">
            <a:xfrm rot="-155667">
              <a:off x="3502025" y="3989388"/>
              <a:ext cx="60325" cy="63500"/>
            </a:xfrm>
            <a:prstGeom prst="ellipse">
              <a:avLst/>
            </a:prstGeom>
            <a:solidFill>
              <a:srgbClr val="FF0000"/>
            </a:solidFill>
            <a:ln w="6350">
              <a:solidFill>
                <a:srgbClr val="000000"/>
              </a:solidFill>
              <a:round/>
              <a:headEnd/>
              <a:tailEnd/>
            </a:ln>
          </p:spPr>
          <p:txBody>
            <a:bodyPr/>
            <a:lstStyle/>
            <a:p>
              <a:pPr algn="ctr" eaLnBrk="0" hangingPunct="0"/>
              <a:endParaRPr lang="nl-BE"/>
            </a:p>
          </p:txBody>
        </p:sp>
        <p:sp>
          <p:nvSpPr>
            <p:cNvPr id="42628" name="Oval 268"/>
            <p:cNvSpPr>
              <a:spLocks noChangeArrowheads="1"/>
            </p:cNvSpPr>
            <p:nvPr/>
          </p:nvSpPr>
          <p:spPr bwMode="auto">
            <a:xfrm rot="-155667">
              <a:off x="3436938" y="3992563"/>
              <a:ext cx="60325" cy="63500"/>
            </a:xfrm>
            <a:prstGeom prst="ellipse">
              <a:avLst/>
            </a:prstGeom>
            <a:solidFill>
              <a:srgbClr val="E0E000"/>
            </a:solidFill>
            <a:ln w="6350">
              <a:solidFill>
                <a:srgbClr val="000000"/>
              </a:solidFill>
              <a:round/>
              <a:headEnd/>
              <a:tailEnd/>
            </a:ln>
          </p:spPr>
          <p:txBody>
            <a:bodyPr/>
            <a:lstStyle/>
            <a:p>
              <a:pPr algn="ctr" eaLnBrk="0" hangingPunct="0"/>
              <a:endParaRPr lang="nl-BE"/>
            </a:p>
          </p:txBody>
        </p:sp>
        <p:sp>
          <p:nvSpPr>
            <p:cNvPr id="42629" name="Freeform 269"/>
            <p:cNvSpPr>
              <a:spLocks/>
            </p:cNvSpPr>
            <p:nvPr/>
          </p:nvSpPr>
          <p:spPr bwMode="auto">
            <a:xfrm rot="-155667">
              <a:off x="4951413" y="3302000"/>
              <a:ext cx="69850" cy="692150"/>
            </a:xfrm>
            <a:custGeom>
              <a:avLst/>
              <a:gdLst>
                <a:gd name="T0" fmla="*/ 0 w 104"/>
                <a:gd name="T1" fmla="*/ 2147483647 h 1478"/>
                <a:gd name="T2" fmla="*/ 2147483647 w 104"/>
                <a:gd name="T3" fmla="*/ 2147483647 h 1478"/>
                <a:gd name="T4" fmla="*/ 2147483647 w 104"/>
                <a:gd name="T5" fmla="*/ 2147483647 h 1478"/>
                <a:gd name="T6" fmla="*/ 2147483647 w 104"/>
                <a:gd name="T7" fmla="*/ 2147483647 h 1478"/>
                <a:gd name="T8" fmla="*/ 2147483647 w 104"/>
                <a:gd name="T9" fmla="*/ 2147483647 h 1478"/>
                <a:gd name="T10" fmla="*/ 2147483647 w 104"/>
                <a:gd name="T11" fmla="*/ 2147483647 h 1478"/>
                <a:gd name="T12" fmla="*/ 2147483647 w 104"/>
                <a:gd name="T13" fmla="*/ 2147483647 h 1478"/>
                <a:gd name="T14" fmla="*/ 2147483647 w 104"/>
                <a:gd name="T15" fmla="*/ 0 h 1478"/>
                <a:gd name="T16" fmla="*/ 2147483647 w 104"/>
                <a:gd name="T17" fmla="*/ 0 h 1478"/>
                <a:gd name="T18" fmla="*/ 2147483647 w 104"/>
                <a:gd name="T19" fmla="*/ 2147483647 h 1478"/>
                <a:gd name="T20" fmla="*/ 2147483647 w 104"/>
                <a:gd name="T21" fmla="*/ 2147483647 h 1478"/>
                <a:gd name="T22" fmla="*/ 2147483647 w 104"/>
                <a:gd name="T23" fmla="*/ 2147483647 h 1478"/>
                <a:gd name="T24" fmla="*/ 2147483647 w 104"/>
                <a:gd name="T25" fmla="*/ 2147483647 h 1478"/>
                <a:gd name="T26" fmla="*/ 2147483647 w 104"/>
                <a:gd name="T27" fmla="*/ 2147483647 h 1478"/>
                <a:gd name="T28" fmla="*/ 2147483647 w 104"/>
                <a:gd name="T29" fmla="*/ 2147483647 h 1478"/>
                <a:gd name="T30" fmla="*/ 2147483647 w 104"/>
                <a:gd name="T31" fmla="*/ 2147483647 h 1478"/>
                <a:gd name="T32" fmla="*/ 2147483647 w 104"/>
                <a:gd name="T33" fmla="*/ 2147483647 h 1478"/>
                <a:gd name="T34" fmla="*/ 2147483647 w 104"/>
                <a:gd name="T35" fmla="*/ 2147483647 h 1478"/>
                <a:gd name="T36" fmla="*/ 2147483647 w 104"/>
                <a:gd name="T37" fmla="*/ 2147483647 h 1478"/>
                <a:gd name="T38" fmla="*/ 2147483647 w 104"/>
                <a:gd name="T39" fmla="*/ 2147483647 h 1478"/>
                <a:gd name="T40" fmla="*/ 0 w 104"/>
                <a:gd name="T41" fmla="*/ 2147483647 h 1478"/>
                <a:gd name="T42" fmla="*/ 0 w 104"/>
                <a:gd name="T43" fmla="*/ 2147483647 h 147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4"/>
                <a:gd name="T67" fmla="*/ 0 h 1478"/>
                <a:gd name="T68" fmla="*/ 104 w 104"/>
                <a:gd name="T69" fmla="*/ 1478 h 147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4" h="1478">
                  <a:moveTo>
                    <a:pt x="0" y="1421"/>
                  </a:moveTo>
                  <a:lnTo>
                    <a:pt x="40" y="1421"/>
                  </a:lnTo>
                  <a:lnTo>
                    <a:pt x="45" y="1419"/>
                  </a:lnTo>
                  <a:lnTo>
                    <a:pt x="49" y="1418"/>
                  </a:lnTo>
                  <a:lnTo>
                    <a:pt x="54" y="1415"/>
                  </a:lnTo>
                  <a:lnTo>
                    <a:pt x="56" y="1410"/>
                  </a:lnTo>
                  <a:lnTo>
                    <a:pt x="59" y="1403"/>
                  </a:lnTo>
                  <a:lnTo>
                    <a:pt x="59" y="0"/>
                  </a:lnTo>
                  <a:lnTo>
                    <a:pt x="104" y="0"/>
                  </a:lnTo>
                  <a:lnTo>
                    <a:pt x="104" y="1410"/>
                  </a:lnTo>
                  <a:lnTo>
                    <a:pt x="103" y="1421"/>
                  </a:lnTo>
                  <a:lnTo>
                    <a:pt x="103" y="1430"/>
                  </a:lnTo>
                  <a:lnTo>
                    <a:pt x="101" y="1440"/>
                  </a:lnTo>
                  <a:lnTo>
                    <a:pt x="97" y="1449"/>
                  </a:lnTo>
                  <a:lnTo>
                    <a:pt x="91" y="1458"/>
                  </a:lnTo>
                  <a:lnTo>
                    <a:pt x="85" y="1464"/>
                  </a:lnTo>
                  <a:lnTo>
                    <a:pt x="79" y="1470"/>
                  </a:lnTo>
                  <a:lnTo>
                    <a:pt x="73" y="1473"/>
                  </a:lnTo>
                  <a:lnTo>
                    <a:pt x="66" y="1476"/>
                  </a:lnTo>
                  <a:lnTo>
                    <a:pt x="59" y="1478"/>
                  </a:lnTo>
                  <a:lnTo>
                    <a:pt x="0" y="1478"/>
                  </a:lnTo>
                  <a:lnTo>
                    <a:pt x="0" y="1421"/>
                  </a:lnTo>
                  <a:close/>
                </a:path>
              </a:pathLst>
            </a:custGeom>
            <a:solidFill>
              <a:srgbClr val="C0C0C0"/>
            </a:solidFill>
            <a:ln w="6350">
              <a:solidFill>
                <a:srgbClr val="000000"/>
              </a:solidFill>
              <a:prstDash val="solid"/>
              <a:round/>
              <a:headEnd/>
              <a:tailEnd/>
            </a:ln>
          </p:spPr>
          <p:txBody>
            <a:bodyPr/>
            <a:lstStyle/>
            <a:p>
              <a:endParaRPr lang="nl-BE"/>
            </a:p>
          </p:txBody>
        </p:sp>
        <p:sp>
          <p:nvSpPr>
            <p:cNvPr id="42630" name="Oval 270"/>
            <p:cNvSpPr>
              <a:spLocks noChangeArrowheads="1"/>
            </p:cNvSpPr>
            <p:nvPr/>
          </p:nvSpPr>
          <p:spPr bwMode="auto">
            <a:xfrm rot="-155667">
              <a:off x="4975225" y="3297238"/>
              <a:ext cx="28575" cy="6350"/>
            </a:xfrm>
            <a:prstGeom prst="ellipse">
              <a:avLst/>
            </a:prstGeom>
            <a:solidFill>
              <a:srgbClr val="404040"/>
            </a:solidFill>
            <a:ln w="6350">
              <a:solidFill>
                <a:srgbClr val="000000"/>
              </a:solidFill>
              <a:round/>
              <a:headEnd/>
              <a:tailEnd/>
            </a:ln>
          </p:spPr>
          <p:txBody>
            <a:bodyPr/>
            <a:lstStyle/>
            <a:p>
              <a:pPr algn="ctr" eaLnBrk="0" hangingPunct="0"/>
              <a:endParaRPr lang="nl-BE"/>
            </a:p>
          </p:txBody>
        </p:sp>
        <p:sp>
          <p:nvSpPr>
            <p:cNvPr id="42631" name="Freeform 271"/>
            <p:cNvSpPr>
              <a:spLocks/>
            </p:cNvSpPr>
            <p:nvPr/>
          </p:nvSpPr>
          <p:spPr bwMode="auto">
            <a:xfrm rot="-155667">
              <a:off x="4973638" y="3278188"/>
              <a:ext cx="25400" cy="23812"/>
            </a:xfrm>
            <a:custGeom>
              <a:avLst/>
              <a:gdLst>
                <a:gd name="T0" fmla="*/ 0 w 39"/>
                <a:gd name="T1" fmla="*/ 2147483647 h 50"/>
                <a:gd name="T2" fmla="*/ 2147483647 w 39"/>
                <a:gd name="T3" fmla="*/ 2147483647 h 50"/>
                <a:gd name="T4" fmla="*/ 2147483647 w 39"/>
                <a:gd name="T5" fmla="*/ 2147483647 h 50"/>
                <a:gd name="T6" fmla="*/ 2147483647 w 39"/>
                <a:gd name="T7" fmla="*/ 2147483647 h 50"/>
                <a:gd name="T8" fmla="*/ 2147483647 w 39"/>
                <a:gd name="T9" fmla="*/ 2147483647 h 50"/>
                <a:gd name="T10" fmla="*/ 2147483647 w 39"/>
                <a:gd name="T11" fmla="*/ 2147483647 h 50"/>
                <a:gd name="T12" fmla="*/ 2147483647 w 39"/>
                <a:gd name="T13" fmla="*/ 0 h 50"/>
                <a:gd name="T14" fmla="*/ 2147483647 w 39"/>
                <a:gd name="T15" fmla="*/ 0 h 50"/>
                <a:gd name="T16" fmla="*/ 2147483647 w 39"/>
                <a:gd name="T17" fmla="*/ 2147483647 h 50"/>
                <a:gd name="T18" fmla="*/ 2147483647 w 39"/>
                <a:gd name="T19" fmla="*/ 2147483647 h 50"/>
                <a:gd name="T20" fmla="*/ 2147483647 w 39"/>
                <a:gd name="T21" fmla="*/ 2147483647 h 50"/>
                <a:gd name="T22" fmla="*/ 2147483647 w 39"/>
                <a:gd name="T23" fmla="*/ 2147483647 h 50"/>
                <a:gd name="T24" fmla="*/ 2147483647 w 39"/>
                <a:gd name="T25" fmla="*/ 2147483647 h 50"/>
                <a:gd name="T26" fmla="*/ 2147483647 w 39"/>
                <a:gd name="T27" fmla="*/ 2147483647 h 50"/>
                <a:gd name="T28" fmla="*/ 2147483647 w 39"/>
                <a:gd name="T29" fmla="*/ 2147483647 h 50"/>
                <a:gd name="T30" fmla="*/ 0 w 39"/>
                <a:gd name="T31" fmla="*/ 2147483647 h 5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9"/>
                <a:gd name="T49" fmla="*/ 0 h 50"/>
                <a:gd name="T50" fmla="*/ 39 w 39"/>
                <a:gd name="T51" fmla="*/ 50 h 5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9" h="50">
                  <a:moveTo>
                    <a:pt x="0" y="50"/>
                  </a:moveTo>
                  <a:lnTo>
                    <a:pt x="7" y="35"/>
                  </a:lnTo>
                  <a:lnTo>
                    <a:pt x="14" y="21"/>
                  </a:lnTo>
                  <a:lnTo>
                    <a:pt x="19" y="14"/>
                  </a:lnTo>
                  <a:lnTo>
                    <a:pt x="24" y="9"/>
                  </a:lnTo>
                  <a:lnTo>
                    <a:pt x="29" y="5"/>
                  </a:lnTo>
                  <a:lnTo>
                    <a:pt x="34" y="0"/>
                  </a:lnTo>
                  <a:lnTo>
                    <a:pt x="38" y="0"/>
                  </a:lnTo>
                  <a:lnTo>
                    <a:pt x="39" y="6"/>
                  </a:lnTo>
                  <a:lnTo>
                    <a:pt x="35" y="17"/>
                  </a:lnTo>
                  <a:lnTo>
                    <a:pt x="31" y="23"/>
                  </a:lnTo>
                  <a:lnTo>
                    <a:pt x="25" y="32"/>
                  </a:lnTo>
                  <a:lnTo>
                    <a:pt x="19" y="38"/>
                  </a:lnTo>
                  <a:lnTo>
                    <a:pt x="11" y="47"/>
                  </a:lnTo>
                  <a:lnTo>
                    <a:pt x="5" y="50"/>
                  </a:lnTo>
                  <a:lnTo>
                    <a:pt x="0" y="50"/>
                  </a:lnTo>
                  <a:close/>
                </a:path>
              </a:pathLst>
            </a:custGeom>
            <a:solidFill>
              <a:srgbClr val="FFFFFF"/>
            </a:solidFill>
            <a:ln w="6350">
              <a:solidFill>
                <a:srgbClr val="000000"/>
              </a:solidFill>
              <a:prstDash val="solid"/>
              <a:round/>
              <a:headEnd/>
              <a:tailEnd/>
            </a:ln>
          </p:spPr>
          <p:txBody>
            <a:bodyPr/>
            <a:lstStyle/>
            <a:p>
              <a:endParaRPr lang="nl-BE"/>
            </a:p>
          </p:txBody>
        </p:sp>
        <p:sp>
          <p:nvSpPr>
            <p:cNvPr id="42632" name="Freeform 272"/>
            <p:cNvSpPr>
              <a:spLocks/>
            </p:cNvSpPr>
            <p:nvPr/>
          </p:nvSpPr>
          <p:spPr bwMode="auto">
            <a:xfrm rot="-155667">
              <a:off x="5008563" y="3598863"/>
              <a:ext cx="25400" cy="223837"/>
            </a:xfrm>
            <a:custGeom>
              <a:avLst/>
              <a:gdLst>
                <a:gd name="T0" fmla="*/ 0 w 39"/>
                <a:gd name="T1" fmla="*/ 0 h 479"/>
                <a:gd name="T2" fmla="*/ 2147483647 w 39"/>
                <a:gd name="T3" fmla="*/ 2147483647 h 479"/>
                <a:gd name="T4" fmla="*/ 2147483647 w 39"/>
                <a:gd name="T5" fmla="*/ 2147483647 h 479"/>
                <a:gd name="T6" fmla="*/ 0 w 39"/>
                <a:gd name="T7" fmla="*/ 2147483647 h 479"/>
                <a:gd name="T8" fmla="*/ 0 w 39"/>
                <a:gd name="T9" fmla="*/ 0 h 479"/>
                <a:gd name="T10" fmla="*/ 0 60000 65536"/>
                <a:gd name="T11" fmla="*/ 0 60000 65536"/>
                <a:gd name="T12" fmla="*/ 0 60000 65536"/>
                <a:gd name="T13" fmla="*/ 0 60000 65536"/>
                <a:gd name="T14" fmla="*/ 0 60000 65536"/>
                <a:gd name="T15" fmla="*/ 0 w 39"/>
                <a:gd name="T16" fmla="*/ 0 h 479"/>
                <a:gd name="T17" fmla="*/ 39 w 39"/>
                <a:gd name="T18" fmla="*/ 479 h 479"/>
              </a:gdLst>
              <a:ahLst/>
              <a:cxnLst>
                <a:cxn ang="T10">
                  <a:pos x="T0" y="T1"/>
                </a:cxn>
                <a:cxn ang="T11">
                  <a:pos x="T2" y="T3"/>
                </a:cxn>
                <a:cxn ang="T12">
                  <a:pos x="T4" y="T5"/>
                </a:cxn>
                <a:cxn ang="T13">
                  <a:pos x="T6" y="T7"/>
                </a:cxn>
                <a:cxn ang="T14">
                  <a:pos x="T8" y="T9"/>
                </a:cxn>
              </a:cxnLst>
              <a:rect l="T15" t="T16" r="T17" b="T18"/>
              <a:pathLst>
                <a:path w="39" h="479">
                  <a:moveTo>
                    <a:pt x="0" y="0"/>
                  </a:moveTo>
                  <a:lnTo>
                    <a:pt x="39" y="14"/>
                  </a:lnTo>
                  <a:lnTo>
                    <a:pt x="39" y="464"/>
                  </a:lnTo>
                  <a:lnTo>
                    <a:pt x="0" y="479"/>
                  </a:lnTo>
                  <a:lnTo>
                    <a:pt x="0" y="0"/>
                  </a:lnTo>
                  <a:close/>
                </a:path>
              </a:pathLst>
            </a:custGeom>
            <a:solidFill>
              <a:srgbClr val="606060"/>
            </a:solidFill>
            <a:ln w="6350">
              <a:solidFill>
                <a:srgbClr val="000000"/>
              </a:solidFill>
              <a:prstDash val="solid"/>
              <a:round/>
              <a:headEnd/>
              <a:tailEnd/>
            </a:ln>
          </p:spPr>
          <p:txBody>
            <a:bodyPr/>
            <a:lstStyle/>
            <a:p>
              <a:endParaRPr lang="nl-BE"/>
            </a:p>
          </p:txBody>
        </p:sp>
        <p:sp>
          <p:nvSpPr>
            <p:cNvPr id="42633" name="Freeform 273"/>
            <p:cNvSpPr>
              <a:spLocks/>
            </p:cNvSpPr>
            <p:nvPr/>
          </p:nvSpPr>
          <p:spPr bwMode="auto">
            <a:xfrm rot="-155667">
              <a:off x="4981575" y="3600450"/>
              <a:ext cx="28575" cy="223838"/>
            </a:xfrm>
            <a:custGeom>
              <a:avLst/>
              <a:gdLst>
                <a:gd name="T0" fmla="*/ 2147483647 w 42"/>
                <a:gd name="T1" fmla="*/ 2147483647 h 480"/>
                <a:gd name="T2" fmla="*/ 2147483647 w 42"/>
                <a:gd name="T3" fmla="*/ 2147483647 h 480"/>
                <a:gd name="T4" fmla="*/ 0 w 42"/>
                <a:gd name="T5" fmla="*/ 2147483647 h 480"/>
                <a:gd name="T6" fmla="*/ 0 w 42"/>
                <a:gd name="T7" fmla="*/ 0 h 480"/>
                <a:gd name="T8" fmla="*/ 2147483647 w 42"/>
                <a:gd name="T9" fmla="*/ 2147483647 h 480"/>
                <a:gd name="T10" fmla="*/ 0 60000 65536"/>
                <a:gd name="T11" fmla="*/ 0 60000 65536"/>
                <a:gd name="T12" fmla="*/ 0 60000 65536"/>
                <a:gd name="T13" fmla="*/ 0 60000 65536"/>
                <a:gd name="T14" fmla="*/ 0 60000 65536"/>
                <a:gd name="T15" fmla="*/ 0 w 42"/>
                <a:gd name="T16" fmla="*/ 0 h 480"/>
                <a:gd name="T17" fmla="*/ 42 w 42"/>
                <a:gd name="T18" fmla="*/ 480 h 480"/>
              </a:gdLst>
              <a:ahLst/>
              <a:cxnLst>
                <a:cxn ang="T10">
                  <a:pos x="T0" y="T1"/>
                </a:cxn>
                <a:cxn ang="T11">
                  <a:pos x="T2" y="T3"/>
                </a:cxn>
                <a:cxn ang="T12">
                  <a:pos x="T4" y="T5"/>
                </a:cxn>
                <a:cxn ang="T13">
                  <a:pos x="T6" y="T7"/>
                </a:cxn>
                <a:cxn ang="T14">
                  <a:pos x="T8" y="T9"/>
                </a:cxn>
              </a:cxnLst>
              <a:rect l="T15" t="T16" r="T17" b="T18"/>
              <a:pathLst>
                <a:path w="42" h="480">
                  <a:moveTo>
                    <a:pt x="42" y="1"/>
                  </a:moveTo>
                  <a:lnTo>
                    <a:pt x="42" y="480"/>
                  </a:lnTo>
                  <a:lnTo>
                    <a:pt x="0" y="480"/>
                  </a:lnTo>
                  <a:lnTo>
                    <a:pt x="0" y="0"/>
                  </a:lnTo>
                  <a:lnTo>
                    <a:pt x="42" y="1"/>
                  </a:lnTo>
                  <a:close/>
                </a:path>
              </a:pathLst>
            </a:custGeom>
            <a:solidFill>
              <a:srgbClr val="202020"/>
            </a:solidFill>
            <a:ln w="6350">
              <a:solidFill>
                <a:srgbClr val="000000"/>
              </a:solidFill>
              <a:prstDash val="solid"/>
              <a:round/>
              <a:headEnd/>
              <a:tailEnd/>
            </a:ln>
          </p:spPr>
          <p:txBody>
            <a:bodyPr/>
            <a:lstStyle/>
            <a:p>
              <a:endParaRPr lang="nl-BE"/>
            </a:p>
          </p:txBody>
        </p:sp>
        <p:sp>
          <p:nvSpPr>
            <p:cNvPr id="42634" name="Freeform 274"/>
            <p:cNvSpPr>
              <a:spLocks/>
            </p:cNvSpPr>
            <p:nvPr/>
          </p:nvSpPr>
          <p:spPr bwMode="auto">
            <a:xfrm rot="-155667">
              <a:off x="2976563" y="4110038"/>
              <a:ext cx="188912" cy="390525"/>
            </a:xfrm>
            <a:custGeom>
              <a:avLst/>
              <a:gdLst>
                <a:gd name="T0" fmla="*/ 2147483647 w 281"/>
                <a:gd name="T1" fmla="*/ 0 h 834"/>
                <a:gd name="T2" fmla="*/ 2147483647 w 281"/>
                <a:gd name="T3" fmla="*/ 0 h 834"/>
                <a:gd name="T4" fmla="*/ 2147483647 w 281"/>
                <a:gd name="T5" fmla="*/ 2147483647 h 834"/>
                <a:gd name="T6" fmla="*/ 2147483647 w 281"/>
                <a:gd name="T7" fmla="*/ 2147483647 h 834"/>
                <a:gd name="T8" fmla="*/ 2147483647 w 281"/>
                <a:gd name="T9" fmla="*/ 2147483647 h 834"/>
                <a:gd name="T10" fmla="*/ 2147483647 w 281"/>
                <a:gd name="T11" fmla="*/ 2147483647 h 834"/>
                <a:gd name="T12" fmla="*/ 2147483647 w 281"/>
                <a:gd name="T13" fmla="*/ 2147483647 h 834"/>
                <a:gd name="T14" fmla="*/ 2147483647 w 281"/>
                <a:gd name="T15" fmla="*/ 2147483647 h 834"/>
                <a:gd name="T16" fmla="*/ 2147483647 w 281"/>
                <a:gd name="T17" fmla="*/ 2147483647 h 834"/>
                <a:gd name="T18" fmla="*/ 2147483647 w 281"/>
                <a:gd name="T19" fmla="*/ 2147483647 h 834"/>
                <a:gd name="T20" fmla="*/ 2147483647 w 281"/>
                <a:gd name="T21" fmla="*/ 2147483647 h 834"/>
                <a:gd name="T22" fmla="*/ 2147483647 w 281"/>
                <a:gd name="T23" fmla="*/ 2147483647 h 834"/>
                <a:gd name="T24" fmla="*/ 2147483647 w 281"/>
                <a:gd name="T25" fmla="*/ 2147483647 h 834"/>
                <a:gd name="T26" fmla="*/ 2147483647 w 281"/>
                <a:gd name="T27" fmla="*/ 2147483647 h 834"/>
                <a:gd name="T28" fmla="*/ 2147483647 w 281"/>
                <a:gd name="T29" fmla="*/ 2147483647 h 834"/>
                <a:gd name="T30" fmla="*/ 2147483647 w 281"/>
                <a:gd name="T31" fmla="*/ 2147483647 h 834"/>
                <a:gd name="T32" fmla="*/ 2147483647 w 281"/>
                <a:gd name="T33" fmla="*/ 2147483647 h 834"/>
                <a:gd name="T34" fmla="*/ 2147483647 w 281"/>
                <a:gd name="T35" fmla="*/ 2147483647 h 834"/>
                <a:gd name="T36" fmla="*/ 2147483647 w 281"/>
                <a:gd name="T37" fmla="*/ 2147483647 h 834"/>
                <a:gd name="T38" fmla="*/ 2147483647 w 281"/>
                <a:gd name="T39" fmla="*/ 2147483647 h 834"/>
                <a:gd name="T40" fmla="*/ 2147483647 w 281"/>
                <a:gd name="T41" fmla="*/ 2147483647 h 834"/>
                <a:gd name="T42" fmla="*/ 2147483647 w 281"/>
                <a:gd name="T43" fmla="*/ 2147483647 h 834"/>
                <a:gd name="T44" fmla="*/ 2147483647 w 281"/>
                <a:gd name="T45" fmla="*/ 2147483647 h 834"/>
                <a:gd name="T46" fmla="*/ 2147483647 w 281"/>
                <a:gd name="T47" fmla="*/ 2147483647 h 834"/>
                <a:gd name="T48" fmla="*/ 2147483647 w 281"/>
                <a:gd name="T49" fmla="*/ 2147483647 h 834"/>
                <a:gd name="T50" fmla="*/ 2147483647 w 281"/>
                <a:gd name="T51" fmla="*/ 2147483647 h 834"/>
                <a:gd name="T52" fmla="*/ 2147483647 w 281"/>
                <a:gd name="T53" fmla="*/ 2147483647 h 834"/>
                <a:gd name="T54" fmla="*/ 2147483647 w 281"/>
                <a:gd name="T55" fmla="*/ 2147483647 h 834"/>
                <a:gd name="T56" fmla="*/ 0 w 281"/>
                <a:gd name="T57" fmla="*/ 2147483647 h 834"/>
                <a:gd name="T58" fmla="*/ 0 w 281"/>
                <a:gd name="T59" fmla="*/ 2147483647 h 834"/>
                <a:gd name="T60" fmla="*/ 2147483647 w 281"/>
                <a:gd name="T61" fmla="*/ 2147483647 h 834"/>
                <a:gd name="T62" fmla="*/ 2147483647 w 281"/>
                <a:gd name="T63" fmla="*/ 2147483647 h 834"/>
                <a:gd name="T64" fmla="*/ 2147483647 w 281"/>
                <a:gd name="T65" fmla="*/ 2147483647 h 834"/>
                <a:gd name="T66" fmla="*/ 2147483647 w 281"/>
                <a:gd name="T67" fmla="*/ 2147483647 h 834"/>
                <a:gd name="T68" fmla="*/ 2147483647 w 281"/>
                <a:gd name="T69" fmla="*/ 2147483647 h 834"/>
                <a:gd name="T70" fmla="*/ 2147483647 w 281"/>
                <a:gd name="T71" fmla="*/ 2147483647 h 834"/>
                <a:gd name="T72" fmla="*/ 2147483647 w 281"/>
                <a:gd name="T73" fmla="*/ 2147483647 h 834"/>
                <a:gd name="T74" fmla="*/ 2147483647 w 281"/>
                <a:gd name="T75" fmla="*/ 2147483647 h 834"/>
                <a:gd name="T76" fmla="*/ 2147483647 w 281"/>
                <a:gd name="T77" fmla="*/ 2147483647 h 834"/>
                <a:gd name="T78" fmla="*/ 2147483647 w 281"/>
                <a:gd name="T79" fmla="*/ 2147483647 h 834"/>
                <a:gd name="T80" fmla="*/ 2147483647 w 281"/>
                <a:gd name="T81" fmla="*/ 2147483647 h 834"/>
                <a:gd name="T82" fmla="*/ 2147483647 w 281"/>
                <a:gd name="T83" fmla="*/ 2147483647 h 834"/>
                <a:gd name="T84" fmla="*/ 2147483647 w 281"/>
                <a:gd name="T85" fmla="*/ 2147483647 h 834"/>
                <a:gd name="T86" fmla="*/ 2147483647 w 281"/>
                <a:gd name="T87" fmla="*/ 2147483647 h 834"/>
                <a:gd name="T88" fmla="*/ 2147483647 w 281"/>
                <a:gd name="T89" fmla="*/ 2147483647 h 834"/>
                <a:gd name="T90" fmla="*/ 2147483647 w 281"/>
                <a:gd name="T91" fmla="*/ 2147483647 h 834"/>
                <a:gd name="T92" fmla="*/ 2147483647 w 281"/>
                <a:gd name="T93" fmla="*/ 2147483647 h 834"/>
                <a:gd name="T94" fmla="*/ 2147483647 w 281"/>
                <a:gd name="T95" fmla="*/ 2147483647 h 834"/>
                <a:gd name="T96" fmla="*/ 2147483647 w 281"/>
                <a:gd name="T97" fmla="*/ 2147483647 h 834"/>
                <a:gd name="T98" fmla="*/ 2147483647 w 281"/>
                <a:gd name="T99" fmla="*/ 2147483647 h 834"/>
                <a:gd name="T100" fmla="*/ 2147483647 w 281"/>
                <a:gd name="T101" fmla="*/ 2147483647 h 834"/>
                <a:gd name="T102" fmla="*/ 2147483647 w 281"/>
                <a:gd name="T103" fmla="*/ 2147483647 h 834"/>
                <a:gd name="T104" fmla="*/ 2147483647 w 281"/>
                <a:gd name="T105" fmla="*/ 2147483647 h 834"/>
                <a:gd name="T106" fmla="*/ 2147483647 w 281"/>
                <a:gd name="T107" fmla="*/ 0 h 834"/>
                <a:gd name="T108" fmla="*/ 2147483647 w 281"/>
                <a:gd name="T109" fmla="*/ 0 h 83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81"/>
                <a:gd name="T166" fmla="*/ 0 h 834"/>
                <a:gd name="T167" fmla="*/ 281 w 281"/>
                <a:gd name="T168" fmla="*/ 834 h 834"/>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81" h="834">
                  <a:moveTo>
                    <a:pt x="133" y="0"/>
                  </a:moveTo>
                  <a:lnTo>
                    <a:pt x="281" y="0"/>
                  </a:lnTo>
                  <a:lnTo>
                    <a:pt x="280" y="834"/>
                  </a:lnTo>
                  <a:lnTo>
                    <a:pt x="133" y="827"/>
                  </a:lnTo>
                  <a:lnTo>
                    <a:pt x="127" y="824"/>
                  </a:lnTo>
                  <a:lnTo>
                    <a:pt x="122" y="824"/>
                  </a:lnTo>
                  <a:lnTo>
                    <a:pt x="114" y="819"/>
                  </a:lnTo>
                  <a:lnTo>
                    <a:pt x="107" y="815"/>
                  </a:lnTo>
                  <a:lnTo>
                    <a:pt x="98" y="807"/>
                  </a:lnTo>
                  <a:lnTo>
                    <a:pt x="90" y="800"/>
                  </a:lnTo>
                  <a:lnTo>
                    <a:pt x="83" y="791"/>
                  </a:lnTo>
                  <a:lnTo>
                    <a:pt x="76" y="782"/>
                  </a:lnTo>
                  <a:lnTo>
                    <a:pt x="70" y="773"/>
                  </a:lnTo>
                  <a:lnTo>
                    <a:pt x="66" y="762"/>
                  </a:lnTo>
                  <a:lnTo>
                    <a:pt x="61" y="753"/>
                  </a:lnTo>
                  <a:lnTo>
                    <a:pt x="54" y="740"/>
                  </a:lnTo>
                  <a:lnTo>
                    <a:pt x="50" y="726"/>
                  </a:lnTo>
                  <a:lnTo>
                    <a:pt x="44" y="713"/>
                  </a:lnTo>
                  <a:lnTo>
                    <a:pt x="41" y="704"/>
                  </a:lnTo>
                  <a:lnTo>
                    <a:pt x="38" y="693"/>
                  </a:lnTo>
                  <a:lnTo>
                    <a:pt x="31" y="675"/>
                  </a:lnTo>
                  <a:lnTo>
                    <a:pt x="26" y="653"/>
                  </a:lnTo>
                  <a:lnTo>
                    <a:pt x="21" y="630"/>
                  </a:lnTo>
                  <a:lnTo>
                    <a:pt x="16" y="606"/>
                  </a:lnTo>
                  <a:lnTo>
                    <a:pt x="11" y="579"/>
                  </a:lnTo>
                  <a:lnTo>
                    <a:pt x="8" y="551"/>
                  </a:lnTo>
                  <a:lnTo>
                    <a:pt x="4" y="521"/>
                  </a:lnTo>
                  <a:lnTo>
                    <a:pt x="2" y="488"/>
                  </a:lnTo>
                  <a:lnTo>
                    <a:pt x="0" y="453"/>
                  </a:lnTo>
                  <a:lnTo>
                    <a:pt x="0" y="413"/>
                  </a:lnTo>
                  <a:lnTo>
                    <a:pt x="1" y="362"/>
                  </a:lnTo>
                  <a:lnTo>
                    <a:pt x="4" y="312"/>
                  </a:lnTo>
                  <a:lnTo>
                    <a:pt x="8" y="278"/>
                  </a:lnTo>
                  <a:lnTo>
                    <a:pt x="13" y="242"/>
                  </a:lnTo>
                  <a:lnTo>
                    <a:pt x="16" y="213"/>
                  </a:lnTo>
                  <a:lnTo>
                    <a:pt x="21" y="192"/>
                  </a:lnTo>
                  <a:lnTo>
                    <a:pt x="28" y="164"/>
                  </a:lnTo>
                  <a:lnTo>
                    <a:pt x="38" y="131"/>
                  </a:lnTo>
                  <a:lnTo>
                    <a:pt x="46" y="107"/>
                  </a:lnTo>
                  <a:lnTo>
                    <a:pt x="53" y="90"/>
                  </a:lnTo>
                  <a:lnTo>
                    <a:pt x="58" y="81"/>
                  </a:lnTo>
                  <a:lnTo>
                    <a:pt x="63" y="69"/>
                  </a:lnTo>
                  <a:lnTo>
                    <a:pt x="69" y="59"/>
                  </a:lnTo>
                  <a:lnTo>
                    <a:pt x="73" y="50"/>
                  </a:lnTo>
                  <a:lnTo>
                    <a:pt x="78" y="42"/>
                  </a:lnTo>
                  <a:lnTo>
                    <a:pt x="84" y="35"/>
                  </a:lnTo>
                  <a:lnTo>
                    <a:pt x="90" y="27"/>
                  </a:lnTo>
                  <a:lnTo>
                    <a:pt x="96" y="21"/>
                  </a:lnTo>
                  <a:lnTo>
                    <a:pt x="101" y="17"/>
                  </a:lnTo>
                  <a:lnTo>
                    <a:pt x="106" y="11"/>
                  </a:lnTo>
                  <a:lnTo>
                    <a:pt x="112" y="6"/>
                  </a:lnTo>
                  <a:lnTo>
                    <a:pt x="117" y="3"/>
                  </a:lnTo>
                  <a:lnTo>
                    <a:pt x="122" y="2"/>
                  </a:lnTo>
                  <a:lnTo>
                    <a:pt x="127" y="0"/>
                  </a:lnTo>
                  <a:lnTo>
                    <a:pt x="133" y="0"/>
                  </a:lnTo>
                  <a:close/>
                </a:path>
              </a:pathLst>
            </a:custGeom>
            <a:solidFill>
              <a:srgbClr val="202020"/>
            </a:solidFill>
            <a:ln w="9525">
              <a:noFill/>
              <a:round/>
              <a:headEnd/>
              <a:tailEnd/>
            </a:ln>
          </p:spPr>
          <p:txBody>
            <a:bodyPr/>
            <a:lstStyle/>
            <a:p>
              <a:endParaRPr lang="nl-BE"/>
            </a:p>
          </p:txBody>
        </p:sp>
        <p:sp>
          <p:nvSpPr>
            <p:cNvPr id="42635" name="Oval 275"/>
            <p:cNvSpPr>
              <a:spLocks noChangeArrowheads="1"/>
            </p:cNvSpPr>
            <p:nvPr/>
          </p:nvSpPr>
          <p:spPr bwMode="auto">
            <a:xfrm rot="-155667">
              <a:off x="3067050" y="4105275"/>
              <a:ext cx="192088" cy="392113"/>
            </a:xfrm>
            <a:prstGeom prst="ellipse">
              <a:avLst/>
            </a:prstGeom>
            <a:solidFill>
              <a:srgbClr val="404040"/>
            </a:solidFill>
            <a:ln w="9525">
              <a:noFill/>
              <a:round/>
              <a:headEnd/>
              <a:tailEnd/>
            </a:ln>
          </p:spPr>
          <p:txBody>
            <a:bodyPr/>
            <a:lstStyle/>
            <a:p>
              <a:pPr algn="ctr" eaLnBrk="0" hangingPunct="0"/>
              <a:endParaRPr lang="nl-BE"/>
            </a:p>
          </p:txBody>
        </p:sp>
        <p:sp>
          <p:nvSpPr>
            <p:cNvPr id="42636" name="Oval 276"/>
            <p:cNvSpPr>
              <a:spLocks noChangeArrowheads="1"/>
            </p:cNvSpPr>
            <p:nvPr/>
          </p:nvSpPr>
          <p:spPr bwMode="auto">
            <a:xfrm rot="-155667">
              <a:off x="3106738" y="4184650"/>
              <a:ext cx="111125" cy="233363"/>
            </a:xfrm>
            <a:prstGeom prst="ellipse">
              <a:avLst/>
            </a:prstGeom>
            <a:solidFill>
              <a:srgbClr val="A0A0A0"/>
            </a:solidFill>
            <a:ln w="9525">
              <a:noFill/>
              <a:round/>
              <a:headEnd/>
              <a:tailEnd/>
            </a:ln>
          </p:spPr>
          <p:txBody>
            <a:bodyPr/>
            <a:lstStyle/>
            <a:p>
              <a:pPr algn="ctr" eaLnBrk="0" hangingPunct="0"/>
              <a:endParaRPr lang="nl-BE"/>
            </a:p>
          </p:txBody>
        </p:sp>
        <p:sp>
          <p:nvSpPr>
            <p:cNvPr id="42637" name="Oval 277"/>
            <p:cNvSpPr>
              <a:spLocks noChangeArrowheads="1"/>
            </p:cNvSpPr>
            <p:nvPr/>
          </p:nvSpPr>
          <p:spPr bwMode="auto">
            <a:xfrm rot="-155667">
              <a:off x="3105150" y="4191000"/>
              <a:ext cx="103188" cy="219075"/>
            </a:xfrm>
            <a:prstGeom prst="ellipse">
              <a:avLst/>
            </a:prstGeom>
            <a:solidFill>
              <a:srgbClr val="808080"/>
            </a:solidFill>
            <a:ln w="9525">
              <a:noFill/>
              <a:round/>
              <a:headEnd/>
              <a:tailEnd/>
            </a:ln>
          </p:spPr>
          <p:txBody>
            <a:bodyPr/>
            <a:lstStyle/>
            <a:p>
              <a:pPr algn="ctr" eaLnBrk="0" hangingPunct="0"/>
              <a:endParaRPr lang="nl-BE"/>
            </a:p>
          </p:txBody>
        </p:sp>
        <p:sp>
          <p:nvSpPr>
            <p:cNvPr id="42638" name="Oval 278"/>
            <p:cNvSpPr>
              <a:spLocks noChangeArrowheads="1"/>
            </p:cNvSpPr>
            <p:nvPr/>
          </p:nvSpPr>
          <p:spPr bwMode="auto">
            <a:xfrm rot="-155667">
              <a:off x="3154363" y="4281488"/>
              <a:ext cx="15875" cy="39687"/>
            </a:xfrm>
            <a:prstGeom prst="ellipse">
              <a:avLst/>
            </a:prstGeom>
            <a:solidFill>
              <a:srgbClr val="404040"/>
            </a:solidFill>
            <a:ln w="9525">
              <a:noFill/>
              <a:round/>
              <a:headEnd/>
              <a:tailEnd/>
            </a:ln>
          </p:spPr>
          <p:txBody>
            <a:bodyPr/>
            <a:lstStyle/>
            <a:p>
              <a:pPr algn="ctr" eaLnBrk="0" hangingPunct="0"/>
              <a:endParaRPr lang="nl-BE"/>
            </a:p>
          </p:txBody>
        </p:sp>
        <p:sp>
          <p:nvSpPr>
            <p:cNvPr id="42639" name="Oval 279"/>
            <p:cNvSpPr>
              <a:spLocks noChangeArrowheads="1"/>
            </p:cNvSpPr>
            <p:nvPr/>
          </p:nvSpPr>
          <p:spPr bwMode="auto">
            <a:xfrm rot="-155667">
              <a:off x="3178175" y="4100513"/>
              <a:ext cx="192088" cy="401637"/>
            </a:xfrm>
            <a:prstGeom prst="ellipse">
              <a:avLst/>
            </a:prstGeom>
            <a:solidFill>
              <a:srgbClr val="202020"/>
            </a:solidFill>
            <a:ln w="9525">
              <a:noFill/>
              <a:round/>
              <a:headEnd/>
              <a:tailEnd/>
            </a:ln>
          </p:spPr>
          <p:txBody>
            <a:bodyPr/>
            <a:lstStyle/>
            <a:p>
              <a:pPr algn="ctr" eaLnBrk="0" hangingPunct="0"/>
              <a:endParaRPr lang="nl-BE"/>
            </a:p>
          </p:txBody>
        </p:sp>
        <p:sp>
          <p:nvSpPr>
            <p:cNvPr id="42640" name="Freeform 280"/>
            <p:cNvSpPr>
              <a:spLocks/>
            </p:cNvSpPr>
            <p:nvPr/>
          </p:nvSpPr>
          <p:spPr bwMode="auto">
            <a:xfrm rot="-155667">
              <a:off x="3087688" y="4103688"/>
              <a:ext cx="190500" cy="398462"/>
            </a:xfrm>
            <a:custGeom>
              <a:avLst/>
              <a:gdLst>
                <a:gd name="T0" fmla="*/ 2147483647 w 281"/>
                <a:gd name="T1" fmla="*/ 0 h 852"/>
                <a:gd name="T2" fmla="*/ 2147483647 w 281"/>
                <a:gd name="T3" fmla="*/ 0 h 852"/>
                <a:gd name="T4" fmla="*/ 2147483647 w 281"/>
                <a:gd name="T5" fmla="*/ 2147483647 h 852"/>
                <a:gd name="T6" fmla="*/ 2147483647 w 281"/>
                <a:gd name="T7" fmla="*/ 2147483647 h 852"/>
                <a:gd name="T8" fmla="*/ 2147483647 w 281"/>
                <a:gd name="T9" fmla="*/ 2147483647 h 852"/>
                <a:gd name="T10" fmla="*/ 2147483647 w 281"/>
                <a:gd name="T11" fmla="*/ 2147483647 h 852"/>
                <a:gd name="T12" fmla="*/ 2147483647 w 281"/>
                <a:gd name="T13" fmla="*/ 2147483647 h 852"/>
                <a:gd name="T14" fmla="*/ 2147483647 w 281"/>
                <a:gd name="T15" fmla="*/ 2147483647 h 852"/>
                <a:gd name="T16" fmla="*/ 2147483647 w 281"/>
                <a:gd name="T17" fmla="*/ 2147483647 h 852"/>
                <a:gd name="T18" fmla="*/ 2147483647 w 281"/>
                <a:gd name="T19" fmla="*/ 2147483647 h 852"/>
                <a:gd name="T20" fmla="*/ 2147483647 w 281"/>
                <a:gd name="T21" fmla="*/ 2147483647 h 852"/>
                <a:gd name="T22" fmla="*/ 2147483647 w 281"/>
                <a:gd name="T23" fmla="*/ 2147483647 h 852"/>
                <a:gd name="T24" fmla="*/ 2147483647 w 281"/>
                <a:gd name="T25" fmla="*/ 2147483647 h 852"/>
                <a:gd name="T26" fmla="*/ 2147483647 w 281"/>
                <a:gd name="T27" fmla="*/ 2147483647 h 852"/>
                <a:gd name="T28" fmla="*/ 2147483647 w 281"/>
                <a:gd name="T29" fmla="*/ 2147483647 h 852"/>
                <a:gd name="T30" fmla="*/ 2147483647 w 281"/>
                <a:gd name="T31" fmla="*/ 2147483647 h 852"/>
                <a:gd name="T32" fmla="*/ 2147483647 w 281"/>
                <a:gd name="T33" fmla="*/ 2147483647 h 852"/>
                <a:gd name="T34" fmla="*/ 2147483647 w 281"/>
                <a:gd name="T35" fmla="*/ 2147483647 h 852"/>
                <a:gd name="T36" fmla="*/ 2147483647 w 281"/>
                <a:gd name="T37" fmla="*/ 2147483647 h 852"/>
                <a:gd name="T38" fmla="*/ 2147483647 w 281"/>
                <a:gd name="T39" fmla="*/ 2147483647 h 852"/>
                <a:gd name="T40" fmla="*/ 2147483647 w 281"/>
                <a:gd name="T41" fmla="*/ 2147483647 h 852"/>
                <a:gd name="T42" fmla="*/ 2147483647 w 281"/>
                <a:gd name="T43" fmla="*/ 2147483647 h 852"/>
                <a:gd name="T44" fmla="*/ 2147483647 w 281"/>
                <a:gd name="T45" fmla="*/ 2147483647 h 852"/>
                <a:gd name="T46" fmla="*/ 2147483647 w 281"/>
                <a:gd name="T47" fmla="*/ 2147483647 h 852"/>
                <a:gd name="T48" fmla="*/ 2147483647 w 281"/>
                <a:gd name="T49" fmla="*/ 2147483647 h 852"/>
                <a:gd name="T50" fmla="*/ 2147483647 w 281"/>
                <a:gd name="T51" fmla="*/ 2147483647 h 852"/>
                <a:gd name="T52" fmla="*/ 2147483647 w 281"/>
                <a:gd name="T53" fmla="*/ 2147483647 h 852"/>
                <a:gd name="T54" fmla="*/ 2147483647 w 281"/>
                <a:gd name="T55" fmla="*/ 2147483647 h 852"/>
                <a:gd name="T56" fmla="*/ 0 w 281"/>
                <a:gd name="T57" fmla="*/ 2147483647 h 852"/>
                <a:gd name="T58" fmla="*/ 0 w 281"/>
                <a:gd name="T59" fmla="*/ 2147483647 h 852"/>
                <a:gd name="T60" fmla="*/ 2147483647 w 281"/>
                <a:gd name="T61" fmla="*/ 2147483647 h 852"/>
                <a:gd name="T62" fmla="*/ 2147483647 w 281"/>
                <a:gd name="T63" fmla="*/ 2147483647 h 852"/>
                <a:gd name="T64" fmla="*/ 2147483647 w 281"/>
                <a:gd name="T65" fmla="*/ 2147483647 h 852"/>
                <a:gd name="T66" fmla="*/ 2147483647 w 281"/>
                <a:gd name="T67" fmla="*/ 2147483647 h 852"/>
                <a:gd name="T68" fmla="*/ 2147483647 w 281"/>
                <a:gd name="T69" fmla="*/ 2147483647 h 852"/>
                <a:gd name="T70" fmla="*/ 2147483647 w 281"/>
                <a:gd name="T71" fmla="*/ 2147483647 h 852"/>
                <a:gd name="T72" fmla="*/ 2147483647 w 281"/>
                <a:gd name="T73" fmla="*/ 2147483647 h 852"/>
                <a:gd name="T74" fmla="*/ 2147483647 w 281"/>
                <a:gd name="T75" fmla="*/ 2147483647 h 852"/>
                <a:gd name="T76" fmla="*/ 2147483647 w 281"/>
                <a:gd name="T77" fmla="*/ 2147483647 h 852"/>
                <a:gd name="T78" fmla="*/ 2147483647 w 281"/>
                <a:gd name="T79" fmla="*/ 2147483647 h 852"/>
                <a:gd name="T80" fmla="*/ 2147483647 w 281"/>
                <a:gd name="T81" fmla="*/ 2147483647 h 852"/>
                <a:gd name="T82" fmla="*/ 2147483647 w 281"/>
                <a:gd name="T83" fmla="*/ 2147483647 h 852"/>
                <a:gd name="T84" fmla="*/ 2147483647 w 281"/>
                <a:gd name="T85" fmla="*/ 2147483647 h 852"/>
                <a:gd name="T86" fmla="*/ 2147483647 w 281"/>
                <a:gd name="T87" fmla="*/ 2147483647 h 852"/>
                <a:gd name="T88" fmla="*/ 2147483647 w 281"/>
                <a:gd name="T89" fmla="*/ 2147483647 h 852"/>
                <a:gd name="T90" fmla="*/ 2147483647 w 281"/>
                <a:gd name="T91" fmla="*/ 2147483647 h 852"/>
                <a:gd name="T92" fmla="*/ 2147483647 w 281"/>
                <a:gd name="T93" fmla="*/ 2147483647 h 852"/>
                <a:gd name="T94" fmla="*/ 2147483647 w 281"/>
                <a:gd name="T95" fmla="*/ 2147483647 h 852"/>
                <a:gd name="T96" fmla="*/ 2147483647 w 281"/>
                <a:gd name="T97" fmla="*/ 2147483647 h 852"/>
                <a:gd name="T98" fmla="*/ 2147483647 w 281"/>
                <a:gd name="T99" fmla="*/ 2147483647 h 852"/>
                <a:gd name="T100" fmla="*/ 2147483647 w 281"/>
                <a:gd name="T101" fmla="*/ 2147483647 h 852"/>
                <a:gd name="T102" fmla="*/ 2147483647 w 281"/>
                <a:gd name="T103" fmla="*/ 2147483647 h 852"/>
                <a:gd name="T104" fmla="*/ 2147483647 w 281"/>
                <a:gd name="T105" fmla="*/ 2147483647 h 852"/>
                <a:gd name="T106" fmla="*/ 2147483647 w 281"/>
                <a:gd name="T107" fmla="*/ 0 h 852"/>
                <a:gd name="T108" fmla="*/ 2147483647 w 281"/>
                <a:gd name="T109" fmla="*/ 0 h 8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81"/>
                <a:gd name="T166" fmla="*/ 0 h 852"/>
                <a:gd name="T167" fmla="*/ 281 w 281"/>
                <a:gd name="T168" fmla="*/ 852 h 852"/>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81" h="852">
                  <a:moveTo>
                    <a:pt x="132" y="0"/>
                  </a:moveTo>
                  <a:lnTo>
                    <a:pt x="281" y="0"/>
                  </a:lnTo>
                  <a:lnTo>
                    <a:pt x="279" y="852"/>
                  </a:lnTo>
                  <a:lnTo>
                    <a:pt x="132" y="845"/>
                  </a:lnTo>
                  <a:lnTo>
                    <a:pt x="127" y="843"/>
                  </a:lnTo>
                  <a:lnTo>
                    <a:pt x="122" y="842"/>
                  </a:lnTo>
                  <a:lnTo>
                    <a:pt x="114" y="839"/>
                  </a:lnTo>
                  <a:lnTo>
                    <a:pt x="106" y="834"/>
                  </a:lnTo>
                  <a:lnTo>
                    <a:pt x="98" y="827"/>
                  </a:lnTo>
                  <a:lnTo>
                    <a:pt x="90" y="818"/>
                  </a:lnTo>
                  <a:lnTo>
                    <a:pt x="83" y="809"/>
                  </a:lnTo>
                  <a:lnTo>
                    <a:pt x="76" y="800"/>
                  </a:lnTo>
                  <a:lnTo>
                    <a:pt x="70" y="791"/>
                  </a:lnTo>
                  <a:lnTo>
                    <a:pt x="65" y="779"/>
                  </a:lnTo>
                  <a:lnTo>
                    <a:pt x="61" y="771"/>
                  </a:lnTo>
                  <a:lnTo>
                    <a:pt x="54" y="758"/>
                  </a:lnTo>
                  <a:lnTo>
                    <a:pt x="49" y="743"/>
                  </a:lnTo>
                  <a:lnTo>
                    <a:pt x="44" y="729"/>
                  </a:lnTo>
                  <a:lnTo>
                    <a:pt x="40" y="720"/>
                  </a:lnTo>
                  <a:lnTo>
                    <a:pt x="37" y="710"/>
                  </a:lnTo>
                  <a:lnTo>
                    <a:pt x="31" y="689"/>
                  </a:lnTo>
                  <a:lnTo>
                    <a:pt x="25" y="668"/>
                  </a:lnTo>
                  <a:lnTo>
                    <a:pt x="20" y="645"/>
                  </a:lnTo>
                  <a:lnTo>
                    <a:pt x="15" y="620"/>
                  </a:lnTo>
                  <a:lnTo>
                    <a:pt x="11" y="591"/>
                  </a:lnTo>
                  <a:lnTo>
                    <a:pt x="8" y="563"/>
                  </a:lnTo>
                  <a:lnTo>
                    <a:pt x="4" y="533"/>
                  </a:lnTo>
                  <a:lnTo>
                    <a:pt x="1" y="498"/>
                  </a:lnTo>
                  <a:lnTo>
                    <a:pt x="0" y="462"/>
                  </a:lnTo>
                  <a:lnTo>
                    <a:pt x="0" y="423"/>
                  </a:lnTo>
                  <a:lnTo>
                    <a:pt x="1" y="369"/>
                  </a:lnTo>
                  <a:lnTo>
                    <a:pt x="4" y="320"/>
                  </a:lnTo>
                  <a:lnTo>
                    <a:pt x="8" y="284"/>
                  </a:lnTo>
                  <a:lnTo>
                    <a:pt x="12" y="248"/>
                  </a:lnTo>
                  <a:lnTo>
                    <a:pt x="16" y="219"/>
                  </a:lnTo>
                  <a:lnTo>
                    <a:pt x="20" y="197"/>
                  </a:lnTo>
                  <a:lnTo>
                    <a:pt x="28" y="167"/>
                  </a:lnTo>
                  <a:lnTo>
                    <a:pt x="38" y="134"/>
                  </a:lnTo>
                  <a:lnTo>
                    <a:pt x="46" y="110"/>
                  </a:lnTo>
                  <a:lnTo>
                    <a:pt x="53" y="92"/>
                  </a:lnTo>
                  <a:lnTo>
                    <a:pt x="57" y="83"/>
                  </a:lnTo>
                  <a:lnTo>
                    <a:pt x="63" y="71"/>
                  </a:lnTo>
                  <a:lnTo>
                    <a:pt x="68" y="60"/>
                  </a:lnTo>
                  <a:lnTo>
                    <a:pt x="73" y="51"/>
                  </a:lnTo>
                  <a:lnTo>
                    <a:pt x="78" y="44"/>
                  </a:lnTo>
                  <a:lnTo>
                    <a:pt x="83" y="35"/>
                  </a:lnTo>
                  <a:lnTo>
                    <a:pt x="90" y="29"/>
                  </a:lnTo>
                  <a:lnTo>
                    <a:pt x="95" y="21"/>
                  </a:lnTo>
                  <a:lnTo>
                    <a:pt x="100" y="17"/>
                  </a:lnTo>
                  <a:lnTo>
                    <a:pt x="106" y="11"/>
                  </a:lnTo>
                  <a:lnTo>
                    <a:pt x="112" y="8"/>
                  </a:lnTo>
                  <a:lnTo>
                    <a:pt x="117" y="5"/>
                  </a:lnTo>
                  <a:lnTo>
                    <a:pt x="122" y="2"/>
                  </a:lnTo>
                  <a:lnTo>
                    <a:pt x="126" y="0"/>
                  </a:lnTo>
                  <a:lnTo>
                    <a:pt x="132" y="0"/>
                  </a:lnTo>
                  <a:close/>
                </a:path>
              </a:pathLst>
            </a:custGeom>
            <a:solidFill>
              <a:srgbClr val="202020"/>
            </a:solidFill>
            <a:ln w="9525">
              <a:noFill/>
              <a:round/>
              <a:headEnd/>
              <a:tailEnd/>
            </a:ln>
          </p:spPr>
          <p:txBody>
            <a:bodyPr/>
            <a:lstStyle/>
            <a:p>
              <a:endParaRPr lang="nl-BE"/>
            </a:p>
          </p:txBody>
        </p:sp>
        <p:sp>
          <p:nvSpPr>
            <p:cNvPr id="42641" name="Oval 281"/>
            <p:cNvSpPr>
              <a:spLocks noChangeArrowheads="1"/>
            </p:cNvSpPr>
            <p:nvPr/>
          </p:nvSpPr>
          <p:spPr bwMode="auto">
            <a:xfrm rot="-155667">
              <a:off x="3217863" y="4183063"/>
              <a:ext cx="112712" cy="236537"/>
            </a:xfrm>
            <a:prstGeom prst="ellipse">
              <a:avLst/>
            </a:prstGeom>
            <a:solidFill>
              <a:srgbClr val="606060"/>
            </a:solidFill>
            <a:ln w="9525">
              <a:noFill/>
              <a:round/>
              <a:headEnd/>
              <a:tailEnd/>
            </a:ln>
          </p:spPr>
          <p:txBody>
            <a:bodyPr/>
            <a:lstStyle/>
            <a:p>
              <a:pPr algn="ctr" eaLnBrk="0" hangingPunct="0"/>
              <a:endParaRPr lang="nl-BE"/>
            </a:p>
          </p:txBody>
        </p:sp>
        <p:sp>
          <p:nvSpPr>
            <p:cNvPr id="42642" name="Oval 282"/>
            <p:cNvSpPr>
              <a:spLocks noChangeArrowheads="1"/>
            </p:cNvSpPr>
            <p:nvPr/>
          </p:nvSpPr>
          <p:spPr bwMode="auto">
            <a:xfrm rot="-155667">
              <a:off x="3216275" y="4189413"/>
              <a:ext cx="104775" cy="222250"/>
            </a:xfrm>
            <a:prstGeom prst="ellipse">
              <a:avLst/>
            </a:prstGeom>
            <a:solidFill>
              <a:srgbClr val="404040"/>
            </a:solidFill>
            <a:ln w="9525">
              <a:noFill/>
              <a:round/>
              <a:headEnd/>
              <a:tailEnd/>
            </a:ln>
          </p:spPr>
          <p:txBody>
            <a:bodyPr/>
            <a:lstStyle/>
            <a:p>
              <a:pPr algn="ctr" eaLnBrk="0" hangingPunct="0"/>
              <a:endParaRPr lang="nl-BE"/>
            </a:p>
          </p:txBody>
        </p:sp>
        <p:sp>
          <p:nvSpPr>
            <p:cNvPr id="42643" name="Oval 283"/>
            <p:cNvSpPr>
              <a:spLocks noChangeArrowheads="1"/>
            </p:cNvSpPr>
            <p:nvPr/>
          </p:nvSpPr>
          <p:spPr bwMode="auto">
            <a:xfrm rot="-155667">
              <a:off x="3265488" y="4281488"/>
              <a:ext cx="17462" cy="39687"/>
            </a:xfrm>
            <a:prstGeom prst="ellipse">
              <a:avLst/>
            </a:prstGeom>
            <a:solidFill>
              <a:srgbClr val="202020"/>
            </a:solidFill>
            <a:ln w="9525">
              <a:noFill/>
              <a:round/>
              <a:headEnd/>
              <a:tailEnd/>
            </a:ln>
          </p:spPr>
          <p:txBody>
            <a:bodyPr/>
            <a:lstStyle/>
            <a:p>
              <a:pPr algn="ctr" eaLnBrk="0" hangingPunct="0"/>
              <a:endParaRPr lang="nl-BE"/>
            </a:p>
          </p:txBody>
        </p:sp>
        <p:sp>
          <p:nvSpPr>
            <p:cNvPr id="42644" name="Oval 284"/>
            <p:cNvSpPr>
              <a:spLocks noChangeArrowheads="1"/>
            </p:cNvSpPr>
            <p:nvPr/>
          </p:nvSpPr>
          <p:spPr bwMode="auto">
            <a:xfrm rot="-155667">
              <a:off x="2990850" y="4122738"/>
              <a:ext cx="201613" cy="419100"/>
            </a:xfrm>
            <a:prstGeom prst="ellipse">
              <a:avLst/>
            </a:prstGeom>
            <a:solidFill>
              <a:srgbClr val="202020"/>
            </a:solidFill>
            <a:ln w="9525">
              <a:noFill/>
              <a:round/>
              <a:headEnd/>
              <a:tailEnd/>
            </a:ln>
          </p:spPr>
          <p:txBody>
            <a:bodyPr/>
            <a:lstStyle/>
            <a:p>
              <a:pPr algn="ctr" eaLnBrk="0" hangingPunct="0"/>
              <a:endParaRPr lang="nl-BE"/>
            </a:p>
          </p:txBody>
        </p:sp>
        <p:sp>
          <p:nvSpPr>
            <p:cNvPr id="42645" name="Freeform 285"/>
            <p:cNvSpPr>
              <a:spLocks/>
            </p:cNvSpPr>
            <p:nvPr/>
          </p:nvSpPr>
          <p:spPr bwMode="auto">
            <a:xfrm rot="-155667">
              <a:off x="2779713" y="4130675"/>
              <a:ext cx="196850" cy="409575"/>
            </a:xfrm>
            <a:custGeom>
              <a:avLst/>
              <a:gdLst>
                <a:gd name="T0" fmla="*/ 2147483647 w 293"/>
                <a:gd name="T1" fmla="*/ 0 h 873"/>
                <a:gd name="T2" fmla="*/ 2147483647 w 293"/>
                <a:gd name="T3" fmla="*/ 0 h 873"/>
                <a:gd name="T4" fmla="*/ 2147483647 w 293"/>
                <a:gd name="T5" fmla="*/ 2147483647 h 873"/>
                <a:gd name="T6" fmla="*/ 2147483647 w 293"/>
                <a:gd name="T7" fmla="*/ 2147483647 h 873"/>
                <a:gd name="T8" fmla="*/ 2147483647 w 293"/>
                <a:gd name="T9" fmla="*/ 2147483647 h 873"/>
                <a:gd name="T10" fmla="*/ 2147483647 w 293"/>
                <a:gd name="T11" fmla="*/ 2147483647 h 873"/>
                <a:gd name="T12" fmla="*/ 2147483647 w 293"/>
                <a:gd name="T13" fmla="*/ 2147483647 h 873"/>
                <a:gd name="T14" fmla="*/ 2147483647 w 293"/>
                <a:gd name="T15" fmla="*/ 2147483647 h 873"/>
                <a:gd name="T16" fmla="*/ 2147483647 w 293"/>
                <a:gd name="T17" fmla="*/ 2147483647 h 873"/>
                <a:gd name="T18" fmla="*/ 2147483647 w 293"/>
                <a:gd name="T19" fmla="*/ 2147483647 h 873"/>
                <a:gd name="T20" fmla="*/ 2147483647 w 293"/>
                <a:gd name="T21" fmla="*/ 2147483647 h 873"/>
                <a:gd name="T22" fmla="*/ 2147483647 w 293"/>
                <a:gd name="T23" fmla="*/ 2147483647 h 873"/>
                <a:gd name="T24" fmla="*/ 2147483647 w 293"/>
                <a:gd name="T25" fmla="*/ 2147483647 h 873"/>
                <a:gd name="T26" fmla="*/ 2147483647 w 293"/>
                <a:gd name="T27" fmla="*/ 2147483647 h 873"/>
                <a:gd name="T28" fmla="*/ 2147483647 w 293"/>
                <a:gd name="T29" fmla="*/ 2147483647 h 873"/>
                <a:gd name="T30" fmla="*/ 2147483647 w 293"/>
                <a:gd name="T31" fmla="*/ 2147483647 h 873"/>
                <a:gd name="T32" fmla="*/ 2147483647 w 293"/>
                <a:gd name="T33" fmla="*/ 2147483647 h 873"/>
                <a:gd name="T34" fmla="*/ 2147483647 w 293"/>
                <a:gd name="T35" fmla="*/ 2147483647 h 873"/>
                <a:gd name="T36" fmla="*/ 2147483647 w 293"/>
                <a:gd name="T37" fmla="*/ 2147483647 h 873"/>
                <a:gd name="T38" fmla="*/ 2147483647 w 293"/>
                <a:gd name="T39" fmla="*/ 2147483647 h 873"/>
                <a:gd name="T40" fmla="*/ 2147483647 w 293"/>
                <a:gd name="T41" fmla="*/ 2147483647 h 873"/>
                <a:gd name="T42" fmla="*/ 2147483647 w 293"/>
                <a:gd name="T43" fmla="*/ 2147483647 h 873"/>
                <a:gd name="T44" fmla="*/ 2147483647 w 293"/>
                <a:gd name="T45" fmla="*/ 2147483647 h 873"/>
                <a:gd name="T46" fmla="*/ 2147483647 w 293"/>
                <a:gd name="T47" fmla="*/ 2147483647 h 873"/>
                <a:gd name="T48" fmla="*/ 2147483647 w 293"/>
                <a:gd name="T49" fmla="*/ 2147483647 h 873"/>
                <a:gd name="T50" fmla="*/ 2147483647 w 293"/>
                <a:gd name="T51" fmla="*/ 2147483647 h 873"/>
                <a:gd name="T52" fmla="*/ 2147483647 w 293"/>
                <a:gd name="T53" fmla="*/ 2147483647 h 873"/>
                <a:gd name="T54" fmla="*/ 2147483647 w 293"/>
                <a:gd name="T55" fmla="*/ 2147483647 h 873"/>
                <a:gd name="T56" fmla="*/ 0 w 293"/>
                <a:gd name="T57" fmla="*/ 2147483647 h 873"/>
                <a:gd name="T58" fmla="*/ 0 w 293"/>
                <a:gd name="T59" fmla="*/ 2147483647 h 873"/>
                <a:gd name="T60" fmla="*/ 2147483647 w 293"/>
                <a:gd name="T61" fmla="*/ 2147483647 h 873"/>
                <a:gd name="T62" fmla="*/ 2147483647 w 293"/>
                <a:gd name="T63" fmla="*/ 2147483647 h 873"/>
                <a:gd name="T64" fmla="*/ 2147483647 w 293"/>
                <a:gd name="T65" fmla="*/ 2147483647 h 873"/>
                <a:gd name="T66" fmla="*/ 2147483647 w 293"/>
                <a:gd name="T67" fmla="*/ 2147483647 h 873"/>
                <a:gd name="T68" fmla="*/ 2147483647 w 293"/>
                <a:gd name="T69" fmla="*/ 2147483647 h 873"/>
                <a:gd name="T70" fmla="*/ 2147483647 w 293"/>
                <a:gd name="T71" fmla="*/ 2147483647 h 873"/>
                <a:gd name="T72" fmla="*/ 2147483647 w 293"/>
                <a:gd name="T73" fmla="*/ 2147483647 h 873"/>
                <a:gd name="T74" fmla="*/ 2147483647 w 293"/>
                <a:gd name="T75" fmla="*/ 2147483647 h 873"/>
                <a:gd name="T76" fmla="*/ 2147483647 w 293"/>
                <a:gd name="T77" fmla="*/ 2147483647 h 873"/>
                <a:gd name="T78" fmla="*/ 2147483647 w 293"/>
                <a:gd name="T79" fmla="*/ 2147483647 h 873"/>
                <a:gd name="T80" fmla="*/ 2147483647 w 293"/>
                <a:gd name="T81" fmla="*/ 2147483647 h 873"/>
                <a:gd name="T82" fmla="*/ 2147483647 w 293"/>
                <a:gd name="T83" fmla="*/ 2147483647 h 873"/>
                <a:gd name="T84" fmla="*/ 2147483647 w 293"/>
                <a:gd name="T85" fmla="*/ 2147483647 h 873"/>
                <a:gd name="T86" fmla="*/ 2147483647 w 293"/>
                <a:gd name="T87" fmla="*/ 2147483647 h 873"/>
                <a:gd name="T88" fmla="*/ 2147483647 w 293"/>
                <a:gd name="T89" fmla="*/ 2147483647 h 873"/>
                <a:gd name="T90" fmla="*/ 2147483647 w 293"/>
                <a:gd name="T91" fmla="*/ 2147483647 h 873"/>
                <a:gd name="T92" fmla="*/ 2147483647 w 293"/>
                <a:gd name="T93" fmla="*/ 2147483647 h 873"/>
                <a:gd name="T94" fmla="*/ 2147483647 w 293"/>
                <a:gd name="T95" fmla="*/ 2147483647 h 873"/>
                <a:gd name="T96" fmla="*/ 2147483647 w 293"/>
                <a:gd name="T97" fmla="*/ 2147483647 h 873"/>
                <a:gd name="T98" fmla="*/ 2147483647 w 293"/>
                <a:gd name="T99" fmla="*/ 2147483647 h 873"/>
                <a:gd name="T100" fmla="*/ 2147483647 w 293"/>
                <a:gd name="T101" fmla="*/ 2147483647 h 873"/>
                <a:gd name="T102" fmla="*/ 2147483647 w 293"/>
                <a:gd name="T103" fmla="*/ 2147483647 h 873"/>
                <a:gd name="T104" fmla="*/ 2147483647 w 293"/>
                <a:gd name="T105" fmla="*/ 2147483647 h 873"/>
                <a:gd name="T106" fmla="*/ 2147483647 w 293"/>
                <a:gd name="T107" fmla="*/ 2147483647 h 873"/>
                <a:gd name="T108" fmla="*/ 2147483647 w 293"/>
                <a:gd name="T109" fmla="*/ 0 h 873"/>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93"/>
                <a:gd name="T166" fmla="*/ 0 h 873"/>
                <a:gd name="T167" fmla="*/ 293 w 293"/>
                <a:gd name="T168" fmla="*/ 873 h 873"/>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93" h="873">
                  <a:moveTo>
                    <a:pt x="138" y="0"/>
                  </a:moveTo>
                  <a:lnTo>
                    <a:pt x="293" y="0"/>
                  </a:lnTo>
                  <a:lnTo>
                    <a:pt x="292" y="873"/>
                  </a:lnTo>
                  <a:lnTo>
                    <a:pt x="138" y="865"/>
                  </a:lnTo>
                  <a:lnTo>
                    <a:pt x="133" y="862"/>
                  </a:lnTo>
                  <a:lnTo>
                    <a:pt x="127" y="861"/>
                  </a:lnTo>
                  <a:lnTo>
                    <a:pt x="119" y="858"/>
                  </a:lnTo>
                  <a:lnTo>
                    <a:pt x="111" y="853"/>
                  </a:lnTo>
                  <a:lnTo>
                    <a:pt x="103" y="846"/>
                  </a:lnTo>
                  <a:lnTo>
                    <a:pt x="94" y="837"/>
                  </a:lnTo>
                  <a:lnTo>
                    <a:pt x="86" y="828"/>
                  </a:lnTo>
                  <a:lnTo>
                    <a:pt x="80" y="817"/>
                  </a:lnTo>
                  <a:lnTo>
                    <a:pt x="73" y="808"/>
                  </a:lnTo>
                  <a:lnTo>
                    <a:pt x="68" y="798"/>
                  </a:lnTo>
                  <a:lnTo>
                    <a:pt x="63" y="789"/>
                  </a:lnTo>
                  <a:lnTo>
                    <a:pt x="57" y="775"/>
                  </a:lnTo>
                  <a:lnTo>
                    <a:pt x="51" y="760"/>
                  </a:lnTo>
                  <a:lnTo>
                    <a:pt x="46" y="747"/>
                  </a:lnTo>
                  <a:lnTo>
                    <a:pt x="42" y="736"/>
                  </a:lnTo>
                  <a:lnTo>
                    <a:pt x="39" y="726"/>
                  </a:lnTo>
                  <a:lnTo>
                    <a:pt x="32" y="705"/>
                  </a:lnTo>
                  <a:lnTo>
                    <a:pt x="27" y="682"/>
                  </a:lnTo>
                  <a:lnTo>
                    <a:pt x="21" y="658"/>
                  </a:lnTo>
                  <a:lnTo>
                    <a:pt x="16" y="634"/>
                  </a:lnTo>
                  <a:lnTo>
                    <a:pt x="12" y="606"/>
                  </a:lnTo>
                  <a:lnTo>
                    <a:pt x="8" y="576"/>
                  </a:lnTo>
                  <a:lnTo>
                    <a:pt x="4" y="544"/>
                  </a:lnTo>
                  <a:lnTo>
                    <a:pt x="2" y="510"/>
                  </a:lnTo>
                  <a:lnTo>
                    <a:pt x="0" y="474"/>
                  </a:lnTo>
                  <a:lnTo>
                    <a:pt x="0" y="433"/>
                  </a:lnTo>
                  <a:lnTo>
                    <a:pt x="1" y="378"/>
                  </a:lnTo>
                  <a:lnTo>
                    <a:pt x="4" y="327"/>
                  </a:lnTo>
                  <a:lnTo>
                    <a:pt x="8" y="291"/>
                  </a:lnTo>
                  <a:lnTo>
                    <a:pt x="13" y="253"/>
                  </a:lnTo>
                  <a:lnTo>
                    <a:pt x="17" y="223"/>
                  </a:lnTo>
                  <a:lnTo>
                    <a:pt x="21" y="202"/>
                  </a:lnTo>
                  <a:lnTo>
                    <a:pt x="29" y="171"/>
                  </a:lnTo>
                  <a:lnTo>
                    <a:pt x="40" y="136"/>
                  </a:lnTo>
                  <a:lnTo>
                    <a:pt x="48" y="112"/>
                  </a:lnTo>
                  <a:lnTo>
                    <a:pt x="55" y="94"/>
                  </a:lnTo>
                  <a:lnTo>
                    <a:pt x="60" y="84"/>
                  </a:lnTo>
                  <a:lnTo>
                    <a:pt x="66" y="70"/>
                  </a:lnTo>
                  <a:lnTo>
                    <a:pt x="71" y="61"/>
                  </a:lnTo>
                  <a:lnTo>
                    <a:pt x="76" y="52"/>
                  </a:lnTo>
                  <a:lnTo>
                    <a:pt x="82" y="45"/>
                  </a:lnTo>
                  <a:lnTo>
                    <a:pt x="88" y="37"/>
                  </a:lnTo>
                  <a:lnTo>
                    <a:pt x="94" y="28"/>
                  </a:lnTo>
                  <a:lnTo>
                    <a:pt x="100" y="22"/>
                  </a:lnTo>
                  <a:lnTo>
                    <a:pt x="105" y="18"/>
                  </a:lnTo>
                  <a:lnTo>
                    <a:pt x="110" y="12"/>
                  </a:lnTo>
                  <a:lnTo>
                    <a:pt x="117" y="7"/>
                  </a:lnTo>
                  <a:lnTo>
                    <a:pt x="123" y="4"/>
                  </a:lnTo>
                  <a:lnTo>
                    <a:pt x="128" y="3"/>
                  </a:lnTo>
                  <a:lnTo>
                    <a:pt x="132" y="1"/>
                  </a:lnTo>
                  <a:lnTo>
                    <a:pt x="138" y="0"/>
                  </a:lnTo>
                  <a:close/>
                </a:path>
              </a:pathLst>
            </a:custGeom>
            <a:solidFill>
              <a:srgbClr val="202020"/>
            </a:solidFill>
            <a:ln w="9525">
              <a:noFill/>
              <a:round/>
              <a:headEnd/>
              <a:tailEnd/>
            </a:ln>
          </p:spPr>
          <p:txBody>
            <a:bodyPr/>
            <a:lstStyle/>
            <a:p>
              <a:endParaRPr lang="nl-BE"/>
            </a:p>
          </p:txBody>
        </p:sp>
        <p:sp>
          <p:nvSpPr>
            <p:cNvPr id="42646" name="Oval 286"/>
            <p:cNvSpPr>
              <a:spLocks noChangeArrowheads="1"/>
            </p:cNvSpPr>
            <p:nvPr/>
          </p:nvSpPr>
          <p:spPr bwMode="auto">
            <a:xfrm rot="-155667">
              <a:off x="2873375" y="4125913"/>
              <a:ext cx="200025" cy="411162"/>
            </a:xfrm>
            <a:prstGeom prst="ellipse">
              <a:avLst/>
            </a:prstGeom>
            <a:solidFill>
              <a:srgbClr val="404040"/>
            </a:solidFill>
            <a:ln w="9525">
              <a:noFill/>
              <a:round/>
              <a:headEnd/>
              <a:tailEnd/>
            </a:ln>
          </p:spPr>
          <p:txBody>
            <a:bodyPr/>
            <a:lstStyle/>
            <a:p>
              <a:pPr algn="ctr" eaLnBrk="0" hangingPunct="0"/>
              <a:endParaRPr lang="nl-BE"/>
            </a:p>
          </p:txBody>
        </p:sp>
        <p:sp>
          <p:nvSpPr>
            <p:cNvPr id="42647" name="Oval 287"/>
            <p:cNvSpPr>
              <a:spLocks noChangeArrowheads="1"/>
            </p:cNvSpPr>
            <p:nvPr/>
          </p:nvSpPr>
          <p:spPr bwMode="auto">
            <a:xfrm rot="-155667">
              <a:off x="2914650" y="4210050"/>
              <a:ext cx="117475" cy="241300"/>
            </a:xfrm>
            <a:prstGeom prst="ellipse">
              <a:avLst/>
            </a:prstGeom>
            <a:solidFill>
              <a:srgbClr val="A0A0A0"/>
            </a:solidFill>
            <a:ln w="9525">
              <a:noFill/>
              <a:round/>
              <a:headEnd/>
              <a:tailEnd/>
            </a:ln>
          </p:spPr>
          <p:txBody>
            <a:bodyPr/>
            <a:lstStyle/>
            <a:p>
              <a:pPr algn="ctr" eaLnBrk="0" hangingPunct="0"/>
              <a:endParaRPr lang="nl-BE"/>
            </a:p>
          </p:txBody>
        </p:sp>
        <p:sp>
          <p:nvSpPr>
            <p:cNvPr id="42648" name="Oval 288"/>
            <p:cNvSpPr>
              <a:spLocks noChangeArrowheads="1"/>
            </p:cNvSpPr>
            <p:nvPr/>
          </p:nvSpPr>
          <p:spPr bwMode="auto">
            <a:xfrm rot="-155667">
              <a:off x="2914650" y="4216400"/>
              <a:ext cx="109538" cy="227013"/>
            </a:xfrm>
            <a:prstGeom prst="ellipse">
              <a:avLst/>
            </a:prstGeom>
            <a:solidFill>
              <a:srgbClr val="808080"/>
            </a:solidFill>
            <a:ln w="9525">
              <a:noFill/>
              <a:round/>
              <a:headEnd/>
              <a:tailEnd/>
            </a:ln>
          </p:spPr>
          <p:txBody>
            <a:bodyPr/>
            <a:lstStyle/>
            <a:p>
              <a:pPr algn="ctr" eaLnBrk="0" hangingPunct="0"/>
              <a:endParaRPr lang="nl-BE"/>
            </a:p>
          </p:txBody>
        </p:sp>
        <p:sp>
          <p:nvSpPr>
            <p:cNvPr id="42649" name="Oval 289"/>
            <p:cNvSpPr>
              <a:spLocks noChangeArrowheads="1"/>
            </p:cNvSpPr>
            <p:nvPr/>
          </p:nvSpPr>
          <p:spPr bwMode="auto">
            <a:xfrm rot="-155667">
              <a:off x="2963863" y="4310063"/>
              <a:ext cx="19050" cy="41275"/>
            </a:xfrm>
            <a:prstGeom prst="ellipse">
              <a:avLst/>
            </a:prstGeom>
            <a:solidFill>
              <a:srgbClr val="404040"/>
            </a:solidFill>
            <a:ln w="9525">
              <a:noFill/>
              <a:round/>
              <a:headEnd/>
              <a:tailEnd/>
            </a:ln>
          </p:spPr>
          <p:txBody>
            <a:bodyPr/>
            <a:lstStyle/>
            <a:p>
              <a:pPr algn="ctr" eaLnBrk="0" hangingPunct="0"/>
              <a:endParaRPr lang="nl-BE"/>
            </a:p>
          </p:txBody>
        </p:sp>
        <p:sp>
          <p:nvSpPr>
            <p:cNvPr id="42650" name="Freeform 290"/>
            <p:cNvSpPr>
              <a:spLocks/>
            </p:cNvSpPr>
            <p:nvPr/>
          </p:nvSpPr>
          <p:spPr bwMode="auto">
            <a:xfrm rot="-155667">
              <a:off x="2898775" y="4124325"/>
              <a:ext cx="196850" cy="417513"/>
            </a:xfrm>
            <a:custGeom>
              <a:avLst/>
              <a:gdLst>
                <a:gd name="T0" fmla="*/ 2147483647 w 294"/>
                <a:gd name="T1" fmla="*/ 0 h 892"/>
                <a:gd name="T2" fmla="*/ 2147483647 w 294"/>
                <a:gd name="T3" fmla="*/ 0 h 892"/>
                <a:gd name="T4" fmla="*/ 2147483647 w 294"/>
                <a:gd name="T5" fmla="*/ 2147483647 h 892"/>
                <a:gd name="T6" fmla="*/ 2147483647 w 294"/>
                <a:gd name="T7" fmla="*/ 2147483647 h 892"/>
                <a:gd name="T8" fmla="*/ 2147483647 w 294"/>
                <a:gd name="T9" fmla="*/ 2147483647 h 892"/>
                <a:gd name="T10" fmla="*/ 2147483647 w 294"/>
                <a:gd name="T11" fmla="*/ 2147483647 h 892"/>
                <a:gd name="T12" fmla="*/ 2147483647 w 294"/>
                <a:gd name="T13" fmla="*/ 2147483647 h 892"/>
                <a:gd name="T14" fmla="*/ 2147483647 w 294"/>
                <a:gd name="T15" fmla="*/ 2147483647 h 892"/>
                <a:gd name="T16" fmla="*/ 2147483647 w 294"/>
                <a:gd name="T17" fmla="*/ 2147483647 h 892"/>
                <a:gd name="T18" fmla="*/ 2147483647 w 294"/>
                <a:gd name="T19" fmla="*/ 2147483647 h 892"/>
                <a:gd name="T20" fmla="*/ 2147483647 w 294"/>
                <a:gd name="T21" fmla="*/ 2147483647 h 892"/>
                <a:gd name="T22" fmla="*/ 2147483647 w 294"/>
                <a:gd name="T23" fmla="*/ 2147483647 h 892"/>
                <a:gd name="T24" fmla="*/ 2147483647 w 294"/>
                <a:gd name="T25" fmla="*/ 2147483647 h 892"/>
                <a:gd name="T26" fmla="*/ 2147483647 w 294"/>
                <a:gd name="T27" fmla="*/ 2147483647 h 892"/>
                <a:gd name="T28" fmla="*/ 2147483647 w 294"/>
                <a:gd name="T29" fmla="*/ 2147483647 h 892"/>
                <a:gd name="T30" fmla="*/ 2147483647 w 294"/>
                <a:gd name="T31" fmla="*/ 2147483647 h 892"/>
                <a:gd name="T32" fmla="*/ 2147483647 w 294"/>
                <a:gd name="T33" fmla="*/ 2147483647 h 892"/>
                <a:gd name="T34" fmla="*/ 2147483647 w 294"/>
                <a:gd name="T35" fmla="*/ 2147483647 h 892"/>
                <a:gd name="T36" fmla="*/ 2147483647 w 294"/>
                <a:gd name="T37" fmla="*/ 2147483647 h 892"/>
                <a:gd name="T38" fmla="*/ 2147483647 w 294"/>
                <a:gd name="T39" fmla="*/ 2147483647 h 892"/>
                <a:gd name="T40" fmla="*/ 2147483647 w 294"/>
                <a:gd name="T41" fmla="*/ 2147483647 h 892"/>
                <a:gd name="T42" fmla="*/ 2147483647 w 294"/>
                <a:gd name="T43" fmla="*/ 2147483647 h 892"/>
                <a:gd name="T44" fmla="*/ 2147483647 w 294"/>
                <a:gd name="T45" fmla="*/ 2147483647 h 892"/>
                <a:gd name="T46" fmla="*/ 2147483647 w 294"/>
                <a:gd name="T47" fmla="*/ 2147483647 h 892"/>
                <a:gd name="T48" fmla="*/ 2147483647 w 294"/>
                <a:gd name="T49" fmla="*/ 2147483647 h 892"/>
                <a:gd name="T50" fmla="*/ 2147483647 w 294"/>
                <a:gd name="T51" fmla="*/ 2147483647 h 892"/>
                <a:gd name="T52" fmla="*/ 2147483647 w 294"/>
                <a:gd name="T53" fmla="*/ 2147483647 h 892"/>
                <a:gd name="T54" fmla="*/ 2147483647 w 294"/>
                <a:gd name="T55" fmla="*/ 2147483647 h 892"/>
                <a:gd name="T56" fmla="*/ 0 w 294"/>
                <a:gd name="T57" fmla="*/ 2147483647 h 892"/>
                <a:gd name="T58" fmla="*/ 2147483647 w 294"/>
                <a:gd name="T59" fmla="*/ 2147483647 h 892"/>
                <a:gd name="T60" fmla="*/ 2147483647 w 294"/>
                <a:gd name="T61" fmla="*/ 2147483647 h 892"/>
                <a:gd name="T62" fmla="*/ 2147483647 w 294"/>
                <a:gd name="T63" fmla="*/ 2147483647 h 892"/>
                <a:gd name="T64" fmla="*/ 2147483647 w 294"/>
                <a:gd name="T65" fmla="*/ 2147483647 h 892"/>
                <a:gd name="T66" fmla="*/ 2147483647 w 294"/>
                <a:gd name="T67" fmla="*/ 2147483647 h 892"/>
                <a:gd name="T68" fmla="*/ 2147483647 w 294"/>
                <a:gd name="T69" fmla="*/ 2147483647 h 892"/>
                <a:gd name="T70" fmla="*/ 2147483647 w 294"/>
                <a:gd name="T71" fmla="*/ 2147483647 h 892"/>
                <a:gd name="T72" fmla="*/ 2147483647 w 294"/>
                <a:gd name="T73" fmla="*/ 2147483647 h 892"/>
                <a:gd name="T74" fmla="*/ 2147483647 w 294"/>
                <a:gd name="T75" fmla="*/ 2147483647 h 892"/>
                <a:gd name="T76" fmla="*/ 2147483647 w 294"/>
                <a:gd name="T77" fmla="*/ 2147483647 h 892"/>
                <a:gd name="T78" fmla="*/ 2147483647 w 294"/>
                <a:gd name="T79" fmla="*/ 2147483647 h 892"/>
                <a:gd name="T80" fmla="*/ 2147483647 w 294"/>
                <a:gd name="T81" fmla="*/ 2147483647 h 892"/>
                <a:gd name="T82" fmla="*/ 2147483647 w 294"/>
                <a:gd name="T83" fmla="*/ 2147483647 h 892"/>
                <a:gd name="T84" fmla="*/ 2147483647 w 294"/>
                <a:gd name="T85" fmla="*/ 2147483647 h 892"/>
                <a:gd name="T86" fmla="*/ 2147483647 w 294"/>
                <a:gd name="T87" fmla="*/ 2147483647 h 892"/>
                <a:gd name="T88" fmla="*/ 2147483647 w 294"/>
                <a:gd name="T89" fmla="*/ 2147483647 h 892"/>
                <a:gd name="T90" fmla="*/ 2147483647 w 294"/>
                <a:gd name="T91" fmla="*/ 2147483647 h 892"/>
                <a:gd name="T92" fmla="*/ 2147483647 w 294"/>
                <a:gd name="T93" fmla="*/ 2147483647 h 892"/>
                <a:gd name="T94" fmla="*/ 2147483647 w 294"/>
                <a:gd name="T95" fmla="*/ 2147483647 h 892"/>
                <a:gd name="T96" fmla="*/ 2147483647 w 294"/>
                <a:gd name="T97" fmla="*/ 2147483647 h 892"/>
                <a:gd name="T98" fmla="*/ 2147483647 w 294"/>
                <a:gd name="T99" fmla="*/ 2147483647 h 892"/>
                <a:gd name="T100" fmla="*/ 2147483647 w 294"/>
                <a:gd name="T101" fmla="*/ 2147483647 h 892"/>
                <a:gd name="T102" fmla="*/ 2147483647 w 294"/>
                <a:gd name="T103" fmla="*/ 2147483647 h 892"/>
                <a:gd name="T104" fmla="*/ 2147483647 w 294"/>
                <a:gd name="T105" fmla="*/ 2147483647 h 892"/>
                <a:gd name="T106" fmla="*/ 2147483647 w 294"/>
                <a:gd name="T107" fmla="*/ 2147483647 h 892"/>
                <a:gd name="T108" fmla="*/ 2147483647 w 294"/>
                <a:gd name="T109" fmla="*/ 0 h 89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94"/>
                <a:gd name="T166" fmla="*/ 0 h 892"/>
                <a:gd name="T167" fmla="*/ 294 w 294"/>
                <a:gd name="T168" fmla="*/ 892 h 892"/>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94" h="892">
                  <a:moveTo>
                    <a:pt x="138" y="0"/>
                  </a:moveTo>
                  <a:lnTo>
                    <a:pt x="294" y="0"/>
                  </a:lnTo>
                  <a:lnTo>
                    <a:pt x="292" y="892"/>
                  </a:lnTo>
                  <a:lnTo>
                    <a:pt x="138" y="885"/>
                  </a:lnTo>
                  <a:lnTo>
                    <a:pt x="132" y="882"/>
                  </a:lnTo>
                  <a:lnTo>
                    <a:pt x="127" y="882"/>
                  </a:lnTo>
                  <a:lnTo>
                    <a:pt x="119" y="877"/>
                  </a:lnTo>
                  <a:lnTo>
                    <a:pt x="111" y="873"/>
                  </a:lnTo>
                  <a:lnTo>
                    <a:pt x="102" y="865"/>
                  </a:lnTo>
                  <a:lnTo>
                    <a:pt x="93" y="856"/>
                  </a:lnTo>
                  <a:lnTo>
                    <a:pt x="86" y="846"/>
                  </a:lnTo>
                  <a:lnTo>
                    <a:pt x="79" y="837"/>
                  </a:lnTo>
                  <a:lnTo>
                    <a:pt x="73" y="826"/>
                  </a:lnTo>
                  <a:lnTo>
                    <a:pt x="68" y="816"/>
                  </a:lnTo>
                  <a:lnTo>
                    <a:pt x="63" y="807"/>
                  </a:lnTo>
                  <a:lnTo>
                    <a:pt x="56" y="792"/>
                  </a:lnTo>
                  <a:lnTo>
                    <a:pt x="51" y="778"/>
                  </a:lnTo>
                  <a:lnTo>
                    <a:pt x="46" y="763"/>
                  </a:lnTo>
                  <a:lnTo>
                    <a:pt x="41" y="753"/>
                  </a:lnTo>
                  <a:lnTo>
                    <a:pt x="38" y="742"/>
                  </a:lnTo>
                  <a:lnTo>
                    <a:pt x="32" y="721"/>
                  </a:lnTo>
                  <a:lnTo>
                    <a:pt x="26" y="699"/>
                  </a:lnTo>
                  <a:lnTo>
                    <a:pt x="22" y="673"/>
                  </a:lnTo>
                  <a:lnTo>
                    <a:pt x="16" y="649"/>
                  </a:lnTo>
                  <a:lnTo>
                    <a:pt x="12" y="619"/>
                  </a:lnTo>
                  <a:lnTo>
                    <a:pt x="9" y="589"/>
                  </a:lnTo>
                  <a:lnTo>
                    <a:pt x="5" y="556"/>
                  </a:lnTo>
                  <a:lnTo>
                    <a:pt x="2" y="520"/>
                  </a:lnTo>
                  <a:lnTo>
                    <a:pt x="0" y="484"/>
                  </a:lnTo>
                  <a:lnTo>
                    <a:pt x="1" y="442"/>
                  </a:lnTo>
                  <a:lnTo>
                    <a:pt x="1" y="387"/>
                  </a:lnTo>
                  <a:lnTo>
                    <a:pt x="5" y="334"/>
                  </a:lnTo>
                  <a:lnTo>
                    <a:pt x="9" y="297"/>
                  </a:lnTo>
                  <a:lnTo>
                    <a:pt x="13" y="259"/>
                  </a:lnTo>
                  <a:lnTo>
                    <a:pt x="18" y="229"/>
                  </a:lnTo>
                  <a:lnTo>
                    <a:pt x="22" y="207"/>
                  </a:lnTo>
                  <a:lnTo>
                    <a:pt x="28" y="175"/>
                  </a:lnTo>
                  <a:lnTo>
                    <a:pt x="39" y="141"/>
                  </a:lnTo>
                  <a:lnTo>
                    <a:pt x="48" y="115"/>
                  </a:lnTo>
                  <a:lnTo>
                    <a:pt x="55" y="97"/>
                  </a:lnTo>
                  <a:lnTo>
                    <a:pt x="60" y="85"/>
                  </a:lnTo>
                  <a:lnTo>
                    <a:pt x="65" y="73"/>
                  </a:lnTo>
                  <a:lnTo>
                    <a:pt x="71" y="63"/>
                  </a:lnTo>
                  <a:lnTo>
                    <a:pt x="76" y="54"/>
                  </a:lnTo>
                  <a:lnTo>
                    <a:pt x="81" y="46"/>
                  </a:lnTo>
                  <a:lnTo>
                    <a:pt x="87" y="37"/>
                  </a:lnTo>
                  <a:lnTo>
                    <a:pt x="94" y="30"/>
                  </a:lnTo>
                  <a:lnTo>
                    <a:pt x="99" y="24"/>
                  </a:lnTo>
                  <a:lnTo>
                    <a:pt x="105" y="18"/>
                  </a:lnTo>
                  <a:lnTo>
                    <a:pt x="110" y="13"/>
                  </a:lnTo>
                  <a:lnTo>
                    <a:pt x="117" y="9"/>
                  </a:lnTo>
                  <a:lnTo>
                    <a:pt x="122" y="4"/>
                  </a:lnTo>
                  <a:lnTo>
                    <a:pt x="128" y="3"/>
                  </a:lnTo>
                  <a:lnTo>
                    <a:pt x="132" y="1"/>
                  </a:lnTo>
                  <a:lnTo>
                    <a:pt x="138" y="0"/>
                  </a:lnTo>
                  <a:close/>
                </a:path>
              </a:pathLst>
            </a:custGeom>
            <a:solidFill>
              <a:srgbClr val="202020"/>
            </a:solidFill>
            <a:ln w="9525">
              <a:noFill/>
              <a:round/>
              <a:headEnd/>
              <a:tailEnd/>
            </a:ln>
          </p:spPr>
          <p:txBody>
            <a:bodyPr/>
            <a:lstStyle/>
            <a:p>
              <a:endParaRPr lang="nl-BE"/>
            </a:p>
          </p:txBody>
        </p:sp>
        <p:sp>
          <p:nvSpPr>
            <p:cNvPr id="42651" name="Oval 291"/>
            <p:cNvSpPr>
              <a:spLocks noChangeArrowheads="1"/>
            </p:cNvSpPr>
            <p:nvPr/>
          </p:nvSpPr>
          <p:spPr bwMode="auto">
            <a:xfrm rot="-155667">
              <a:off x="3030538" y="4206875"/>
              <a:ext cx="117475" cy="247650"/>
            </a:xfrm>
            <a:prstGeom prst="ellipse">
              <a:avLst/>
            </a:prstGeom>
            <a:solidFill>
              <a:srgbClr val="606060"/>
            </a:solidFill>
            <a:ln w="9525">
              <a:noFill/>
              <a:round/>
              <a:headEnd/>
              <a:tailEnd/>
            </a:ln>
          </p:spPr>
          <p:txBody>
            <a:bodyPr/>
            <a:lstStyle/>
            <a:p>
              <a:pPr algn="ctr" eaLnBrk="0" hangingPunct="0"/>
              <a:endParaRPr lang="nl-BE"/>
            </a:p>
          </p:txBody>
        </p:sp>
        <p:sp>
          <p:nvSpPr>
            <p:cNvPr id="42652" name="Oval 292"/>
            <p:cNvSpPr>
              <a:spLocks noChangeArrowheads="1"/>
            </p:cNvSpPr>
            <p:nvPr/>
          </p:nvSpPr>
          <p:spPr bwMode="auto">
            <a:xfrm rot="-155667">
              <a:off x="3028950" y="4213225"/>
              <a:ext cx="109538" cy="231775"/>
            </a:xfrm>
            <a:prstGeom prst="ellipse">
              <a:avLst/>
            </a:prstGeom>
            <a:solidFill>
              <a:srgbClr val="404040"/>
            </a:solidFill>
            <a:ln w="9525">
              <a:noFill/>
              <a:round/>
              <a:headEnd/>
              <a:tailEnd/>
            </a:ln>
          </p:spPr>
          <p:txBody>
            <a:bodyPr/>
            <a:lstStyle/>
            <a:p>
              <a:pPr algn="ctr" eaLnBrk="0" hangingPunct="0"/>
              <a:endParaRPr lang="nl-BE"/>
            </a:p>
          </p:txBody>
        </p:sp>
        <p:sp>
          <p:nvSpPr>
            <p:cNvPr id="42653" name="Oval 293"/>
            <p:cNvSpPr>
              <a:spLocks noChangeArrowheads="1"/>
            </p:cNvSpPr>
            <p:nvPr/>
          </p:nvSpPr>
          <p:spPr bwMode="auto">
            <a:xfrm rot="-155667">
              <a:off x="3079750" y="4310063"/>
              <a:ext cx="19050" cy="41275"/>
            </a:xfrm>
            <a:prstGeom prst="ellipse">
              <a:avLst/>
            </a:prstGeom>
            <a:solidFill>
              <a:srgbClr val="202020"/>
            </a:solidFill>
            <a:ln w="9525">
              <a:noFill/>
              <a:round/>
              <a:headEnd/>
              <a:tailEnd/>
            </a:ln>
          </p:spPr>
          <p:txBody>
            <a:bodyPr/>
            <a:lstStyle/>
            <a:p>
              <a:pPr algn="ctr" eaLnBrk="0" hangingPunct="0"/>
              <a:endParaRPr lang="nl-BE"/>
            </a:p>
          </p:txBody>
        </p:sp>
        <p:sp>
          <p:nvSpPr>
            <p:cNvPr id="42654" name="Freeform 294"/>
            <p:cNvSpPr>
              <a:spLocks/>
            </p:cNvSpPr>
            <p:nvPr/>
          </p:nvSpPr>
          <p:spPr bwMode="auto">
            <a:xfrm rot="-155667">
              <a:off x="3486150" y="4094163"/>
              <a:ext cx="212725" cy="363537"/>
            </a:xfrm>
            <a:custGeom>
              <a:avLst/>
              <a:gdLst>
                <a:gd name="T0" fmla="*/ 0 w 315"/>
                <a:gd name="T1" fmla="*/ 0 h 778"/>
                <a:gd name="T2" fmla="*/ 2147483647 w 315"/>
                <a:gd name="T3" fmla="*/ 2147483647 h 778"/>
                <a:gd name="T4" fmla="*/ 2147483647 w 315"/>
                <a:gd name="T5" fmla="*/ 2147483647 h 778"/>
                <a:gd name="T6" fmla="*/ 2147483647 w 315"/>
                <a:gd name="T7" fmla="*/ 2147483647 h 778"/>
                <a:gd name="T8" fmla="*/ 0 w 315"/>
                <a:gd name="T9" fmla="*/ 0 h 778"/>
                <a:gd name="T10" fmla="*/ 0 60000 65536"/>
                <a:gd name="T11" fmla="*/ 0 60000 65536"/>
                <a:gd name="T12" fmla="*/ 0 60000 65536"/>
                <a:gd name="T13" fmla="*/ 0 60000 65536"/>
                <a:gd name="T14" fmla="*/ 0 60000 65536"/>
                <a:gd name="T15" fmla="*/ 0 w 315"/>
                <a:gd name="T16" fmla="*/ 0 h 778"/>
                <a:gd name="T17" fmla="*/ 315 w 315"/>
                <a:gd name="T18" fmla="*/ 778 h 778"/>
              </a:gdLst>
              <a:ahLst/>
              <a:cxnLst>
                <a:cxn ang="T10">
                  <a:pos x="T0" y="T1"/>
                </a:cxn>
                <a:cxn ang="T11">
                  <a:pos x="T2" y="T3"/>
                </a:cxn>
                <a:cxn ang="T12">
                  <a:pos x="T4" y="T5"/>
                </a:cxn>
                <a:cxn ang="T13">
                  <a:pos x="T6" y="T7"/>
                </a:cxn>
                <a:cxn ang="T14">
                  <a:pos x="T8" y="T9"/>
                </a:cxn>
              </a:cxnLst>
              <a:rect l="T15" t="T16" r="T17" b="T18"/>
              <a:pathLst>
                <a:path w="315" h="778">
                  <a:moveTo>
                    <a:pt x="0" y="0"/>
                  </a:moveTo>
                  <a:lnTo>
                    <a:pt x="315" y="10"/>
                  </a:lnTo>
                  <a:lnTo>
                    <a:pt x="315" y="778"/>
                  </a:lnTo>
                  <a:lnTo>
                    <a:pt x="5" y="762"/>
                  </a:lnTo>
                  <a:lnTo>
                    <a:pt x="0" y="0"/>
                  </a:lnTo>
                  <a:close/>
                </a:path>
              </a:pathLst>
            </a:custGeom>
            <a:solidFill>
              <a:srgbClr val="606060"/>
            </a:solidFill>
            <a:ln w="9525">
              <a:noFill/>
              <a:round/>
              <a:headEnd/>
              <a:tailEnd/>
            </a:ln>
          </p:spPr>
          <p:txBody>
            <a:bodyPr/>
            <a:lstStyle/>
            <a:p>
              <a:endParaRPr lang="nl-BE"/>
            </a:p>
          </p:txBody>
        </p:sp>
        <p:sp>
          <p:nvSpPr>
            <p:cNvPr id="42655" name="Freeform 295"/>
            <p:cNvSpPr>
              <a:spLocks/>
            </p:cNvSpPr>
            <p:nvPr/>
          </p:nvSpPr>
          <p:spPr bwMode="auto">
            <a:xfrm rot="-155667">
              <a:off x="3482975" y="4094163"/>
              <a:ext cx="212725" cy="254000"/>
            </a:xfrm>
            <a:custGeom>
              <a:avLst/>
              <a:gdLst>
                <a:gd name="T0" fmla="*/ 0 w 315"/>
                <a:gd name="T1" fmla="*/ 0 h 544"/>
                <a:gd name="T2" fmla="*/ 2147483647 w 315"/>
                <a:gd name="T3" fmla="*/ 2147483647 h 544"/>
                <a:gd name="T4" fmla="*/ 2147483647 w 315"/>
                <a:gd name="T5" fmla="*/ 2147483647 h 544"/>
                <a:gd name="T6" fmla="*/ 2147483647 w 315"/>
                <a:gd name="T7" fmla="*/ 2147483647 h 544"/>
                <a:gd name="T8" fmla="*/ 0 w 315"/>
                <a:gd name="T9" fmla="*/ 0 h 544"/>
                <a:gd name="T10" fmla="*/ 0 60000 65536"/>
                <a:gd name="T11" fmla="*/ 0 60000 65536"/>
                <a:gd name="T12" fmla="*/ 0 60000 65536"/>
                <a:gd name="T13" fmla="*/ 0 60000 65536"/>
                <a:gd name="T14" fmla="*/ 0 60000 65536"/>
                <a:gd name="T15" fmla="*/ 0 w 315"/>
                <a:gd name="T16" fmla="*/ 0 h 544"/>
                <a:gd name="T17" fmla="*/ 315 w 315"/>
                <a:gd name="T18" fmla="*/ 544 h 544"/>
              </a:gdLst>
              <a:ahLst/>
              <a:cxnLst>
                <a:cxn ang="T10">
                  <a:pos x="T0" y="T1"/>
                </a:cxn>
                <a:cxn ang="T11">
                  <a:pos x="T2" y="T3"/>
                </a:cxn>
                <a:cxn ang="T12">
                  <a:pos x="T4" y="T5"/>
                </a:cxn>
                <a:cxn ang="T13">
                  <a:pos x="T6" y="T7"/>
                </a:cxn>
                <a:cxn ang="T14">
                  <a:pos x="T8" y="T9"/>
                </a:cxn>
              </a:cxnLst>
              <a:rect l="T15" t="T16" r="T17" b="T18"/>
              <a:pathLst>
                <a:path w="315" h="544">
                  <a:moveTo>
                    <a:pt x="0" y="0"/>
                  </a:moveTo>
                  <a:lnTo>
                    <a:pt x="315" y="10"/>
                  </a:lnTo>
                  <a:lnTo>
                    <a:pt x="315" y="544"/>
                  </a:lnTo>
                  <a:lnTo>
                    <a:pt x="2" y="514"/>
                  </a:lnTo>
                  <a:lnTo>
                    <a:pt x="0" y="0"/>
                  </a:lnTo>
                  <a:close/>
                </a:path>
              </a:pathLst>
            </a:custGeom>
            <a:solidFill>
              <a:srgbClr val="404040"/>
            </a:solidFill>
            <a:ln w="9525">
              <a:noFill/>
              <a:round/>
              <a:headEnd/>
              <a:tailEnd/>
            </a:ln>
          </p:spPr>
          <p:txBody>
            <a:bodyPr/>
            <a:lstStyle/>
            <a:p>
              <a:endParaRPr lang="nl-BE"/>
            </a:p>
          </p:txBody>
        </p:sp>
        <p:sp>
          <p:nvSpPr>
            <p:cNvPr id="42656" name="Freeform 296"/>
            <p:cNvSpPr>
              <a:spLocks/>
            </p:cNvSpPr>
            <p:nvPr/>
          </p:nvSpPr>
          <p:spPr bwMode="auto">
            <a:xfrm rot="-155667">
              <a:off x="2757488" y="4100513"/>
              <a:ext cx="204787" cy="328612"/>
            </a:xfrm>
            <a:custGeom>
              <a:avLst/>
              <a:gdLst>
                <a:gd name="T0" fmla="*/ 0 w 304"/>
                <a:gd name="T1" fmla="*/ 0 h 702"/>
                <a:gd name="T2" fmla="*/ 2147483647 w 304"/>
                <a:gd name="T3" fmla="*/ 2147483647 h 702"/>
                <a:gd name="T4" fmla="*/ 2147483647 w 304"/>
                <a:gd name="T5" fmla="*/ 2147483647 h 702"/>
                <a:gd name="T6" fmla="*/ 0 w 304"/>
                <a:gd name="T7" fmla="*/ 2147483647 h 702"/>
                <a:gd name="T8" fmla="*/ 0 w 304"/>
                <a:gd name="T9" fmla="*/ 0 h 702"/>
                <a:gd name="T10" fmla="*/ 0 60000 65536"/>
                <a:gd name="T11" fmla="*/ 0 60000 65536"/>
                <a:gd name="T12" fmla="*/ 0 60000 65536"/>
                <a:gd name="T13" fmla="*/ 0 60000 65536"/>
                <a:gd name="T14" fmla="*/ 0 60000 65536"/>
                <a:gd name="T15" fmla="*/ 0 w 304"/>
                <a:gd name="T16" fmla="*/ 0 h 702"/>
                <a:gd name="T17" fmla="*/ 304 w 304"/>
                <a:gd name="T18" fmla="*/ 702 h 702"/>
              </a:gdLst>
              <a:ahLst/>
              <a:cxnLst>
                <a:cxn ang="T10">
                  <a:pos x="T0" y="T1"/>
                </a:cxn>
                <a:cxn ang="T11">
                  <a:pos x="T2" y="T3"/>
                </a:cxn>
                <a:cxn ang="T12">
                  <a:pos x="T4" y="T5"/>
                </a:cxn>
                <a:cxn ang="T13">
                  <a:pos x="T6" y="T7"/>
                </a:cxn>
                <a:cxn ang="T14">
                  <a:pos x="T8" y="T9"/>
                </a:cxn>
              </a:cxnLst>
              <a:rect l="T15" t="T16" r="T17" b="T18"/>
              <a:pathLst>
                <a:path w="304" h="702">
                  <a:moveTo>
                    <a:pt x="0" y="0"/>
                  </a:moveTo>
                  <a:lnTo>
                    <a:pt x="304" y="4"/>
                  </a:lnTo>
                  <a:lnTo>
                    <a:pt x="304" y="702"/>
                  </a:lnTo>
                  <a:lnTo>
                    <a:pt x="0" y="687"/>
                  </a:lnTo>
                  <a:lnTo>
                    <a:pt x="0" y="0"/>
                  </a:lnTo>
                  <a:close/>
                </a:path>
              </a:pathLst>
            </a:custGeom>
            <a:solidFill>
              <a:srgbClr val="606060"/>
            </a:solidFill>
            <a:ln w="9525">
              <a:noFill/>
              <a:round/>
              <a:headEnd/>
              <a:tailEnd/>
            </a:ln>
          </p:spPr>
          <p:txBody>
            <a:bodyPr/>
            <a:lstStyle/>
            <a:p>
              <a:endParaRPr lang="nl-BE"/>
            </a:p>
          </p:txBody>
        </p:sp>
        <p:sp>
          <p:nvSpPr>
            <p:cNvPr id="42657" name="Freeform 297"/>
            <p:cNvSpPr>
              <a:spLocks/>
            </p:cNvSpPr>
            <p:nvPr/>
          </p:nvSpPr>
          <p:spPr bwMode="auto">
            <a:xfrm rot="-155667">
              <a:off x="2752725" y="4100513"/>
              <a:ext cx="204788" cy="176212"/>
            </a:xfrm>
            <a:custGeom>
              <a:avLst/>
              <a:gdLst>
                <a:gd name="T0" fmla="*/ 0 w 304"/>
                <a:gd name="T1" fmla="*/ 0 h 378"/>
                <a:gd name="T2" fmla="*/ 2147483647 w 304"/>
                <a:gd name="T3" fmla="*/ 2147483647 h 378"/>
                <a:gd name="T4" fmla="*/ 2147483647 w 304"/>
                <a:gd name="T5" fmla="*/ 2147483647 h 378"/>
                <a:gd name="T6" fmla="*/ 0 w 304"/>
                <a:gd name="T7" fmla="*/ 2147483647 h 378"/>
                <a:gd name="T8" fmla="*/ 0 w 304"/>
                <a:gd name="T9" fmla="*/ 0 h 378"/>
                <a:gd name="T10" fmla="*/ 0 60000 65536"/>
                <a:gd name="T11" fmla="*/ 0 60000 65536"/>
                <a:gd name="T12" fmla="*/ 0 60000 65536"/>
                <a:gd name="T13" fmla="*/ 0 60000 65536"/>
                <a:gd name="T14" fmla="*/ 0 60000 65536"/>
                <a:gd name="T15" fmla="*/ 0 w 304"/>
                <a:gd name="T16" fmla="*/ 0 h 378"/>
                <a:gd name="T17" fmla="*/ 304 w 304"/>
                <a:gd name="T18" fmla="*/ 378 h 378"/>
              </a:gdLst>
              <a:ahLst/>
              <a:cxnLst>
                <a:cxn ang="T10">
                  <a:pos x="T0" y="T1"/>
                </a:cxn>
                <a:cxn ang="T11">
                  <a:pos x="T2" y="T3"/>
                </a:cxn>
                <a:cxn ang="T12">
                  <a:pos x="T4" y="T5"/>
                </a:cxn>
                <a:cxn ang="T13">
                  <a:pos x="T6" y="T7"/>
                </a:cxn>
                <a:cxn ang="T14">
                  <a:pos x="T8" y="T9"/>
                </a:cxn>
              </a:cxnLst>
              <a:rect l="T15" t="T16" r="T17" b="T18"/>
              <a:pathLst>
                <a:path w="304" h="378">
                  <a:moveTo>
                    <a:pt x="0" y="0"/>
                  </a:moveTo>
                  <a:lnTo>
                    <a:pt x="304" y="4"/>
                  </a:lnTo>
                  <a:lnTo>
                    <a:pt x="304" y="378"/>
                  </a:lnTo>
                  <a:lnTo>
                    <a:pt x="0" y="333"/>
                  </a:lnTo>
                  <a:lnTo>
                    <a:pt x="0" y="0"/>
                  </a:lnTo>
                  <a:close/>
                </a:path>
              </a:pathLst>
            </a:custGeom>
            <a:solidFill>
              <a:srgbClr val="404040"/>
            </a:solidFill>
            <a:ln w="9525">
              <a:noFill/>
              <a:round/>
              <a:headEnd/>
              <a:tailEnd/>
            </a:ln>
          </p:spPr>
          <p:txBody>
            <a:bodyPr/>
            <a:lstStyle/>
            <a:p>
              <a:endParaRPr lang="nl-BE"/>
            </a:p>
          </p:txBody>
        </p:sp>
        <p:sp>
          <p:nvSpPr>
            <p:cNvPr id="42658" name="Freeform 298"/>
            <p:cNvSpPr>
              <a:spLocks/>
            </p:cNvSpPr>
            <p:nvPr/>
          </p:nvSpPr>
          <p:spPr bwMode="auto">
            <a:xfrm rot="-155667">
              <a:off x="2824163" y="4097338"/>
              <a:ext cx="695325" cy="192087"/>
            </a:xfrm>
            <a:custGeom>
              <a:avLst/>
              <a:gdLst>
                <a:gd name="T0" fmla="*/ 2147483647 w 1034"/>
                <a:gd name="T1" fmla="*/ 0 h 412"/>
                <a:gd name="T2" fmla="*/ 2147483647 w 1034"/>
                <a:gd name="T3" fmla="*/ 2147483647 h 412"/>
                <a:gd name="T4" fmla="*/ 2147483647 w 1034"/>
                <a:gd name="T5" fmla="*/ 2147483647 h 412"/>
                <a:gd name="T6" fmla="*/ 2147483647 w 1034"/>
                <a:gd name="T7" fmla="*/ 2147483647 h 412"/>
                <a:gd name="T8" fmla="*/ 2147483647 w 1034"/>
                <a:gd name="T9" fmla="*/ 2147483647 h 412"/>
                <a:gd name="T10" fmla="*/ 2147483647 w 1034"/>
                <a:gd name="T11" fmla="*/ 2147483647 h 412"/>
                <a:gd name="T12" fmla="*/ 2147483647 w 1034"/>
                <a:gd name="T13" fmla="*/ 2147483647 h 412"/>
                <a:gd name="T14" fmla="*/ 2147483647 w 1034"/>
                <a:gd name="T15" fmla="*/ 2147483647 h 412"/>
                <a:gd name="T16" fmla="*/ 2147483647 w 1034"/>
                <a:gd name="T17" fmla="*/ 2147483647 h 412"/>
                <a:gd name="T18" fmla="*/ 0 w 1034"/>
                <a:gd name="T19" fmla="*/ 2147483647 h 412"/>
                <a:gd name="T20" fmla="*/ 0 w 1034"/>
                <a:gd name="T21" fmla="*/ 2147483647 h 412"/>
                <a:gd name="T22" fmla="*/ 2147483647 w 1034"/>
                <a:gd name="T23" fmla="*/ 2147483647 h 412"/>
                <a:gd name="T24" fmla="*/ 2147483647 w 1034"/>
                <a:gd name="T25" fmla="*/ 0 h 41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34"/>
                <a:gd name="T40" fmla="*/ 0 h 412"/>
                <a:gd name="T41" fmla="*/ 1034 w 1034"/>
                <a:gd name="T42" fmla="*/ 412 h 41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34" h="412">
                  <a:moveTo>
                    <a:pt x="151" y="0"/>
                  </a:moveTo>
                  <a:lnTo>
                    <a:pt x="217" y="4"/>
                  </a:lnTo>
                  <a:lnTo>
                    <a:pt x="217" y="208"/>
                  </a:lnTo>
                  <a:lnTo>
                    <a:pt x="819" y="237"/>
                  </a:lnTo>
                  <a:lnTo>
                    <a:pt x="819" y="27"/>
                  </a:lnTo>
                  <a:lnTo>
                    <a:pt x="888" y="30"/>
                  </a:lnTo>
                  <a:lnTo>
                    <a:pt x="888" y="241"/>
                  </a:lnTo>
                  <a:lnTo>
                    <a:pt x="1034" y="247"/>
                  </a:lnTo>
                  <a:lnTo>
                    <a:pt x="1034" y="412"/>
                  </a:lnTo>
                  <a:lnTo>
                    <a:pt x="0" y="351"/>
                  </a:lnTo>
                  <a:lnTo>
                    <a:pt x="0" y="208"/>
                  </a:lnTo>
                  <a:lnTo>
                    <a:pt x="151" y="214"/>
                  </a:lnTo>
                  <a:lnTo>
                    <a:pt x="151" y="0"/>
                  </a:lnTo>
                  <a:close/>
                </a:path>
              </a:pathLst>
            </a:custGeom>
            <a:solidFill>
              <a:srgbClr val="A0A0A0"/>
            </a:solidFill>
            <a:ln w="6350">
              <a:solidFill>
                <a:srgbClr val="000000"/>
              </a:solidFill>
              <a:prstDash val="solid"/>
              <a:round/>
              <a:headEnd/>
              <a:tailEnd/>
            </a:ln>
          </p:spPr>
          <p:txBody>
            <a:bodyPr/>
            <a:lstStyle/>
            <a:p>
              <a:endParaRPr lang="nl-BE"/>
            </a:p>
          </p:txBody>
        </p:sp>
        <p:sp>
          <p:nvSpPr>
            <p:cNvPr id="42659" name="Freeform 299"/>
            <p:cNvSpPr>
              <a:spLocks/>
            </p:cNvSpPr>
            <p:nvPr/>
          </p:nvSpPr>
          <p:spPr bwMode="auto">
            <a:xfrm rot="-155667">
              <a:off x="2968625" y="4106863"/>
              <a:ext cx="20638" cy="95250"/>
            </a:xfrm>
            <a:custGeom>
              <a:avLst/>
              <a:gdLst>
                <a:gd name="T0" fmla="*/ 0 w 32"/>
                <a:gd name="T1" fmla="*/ 0 h 205"/>
                <a:gd name="T2" fmla="*/ 2147483647 w 32"/>
                <a:gd name="T3" fmla="*/ 2147483647 h 205"/>
                <a:gd name="T4" fmla="*/ 2147483647 w 32"/>
                <a:gd name="T5" fmla="*/ 2147483647 h 205"/>
                <a:gd name="T6" fmla="*/ 0 w 32"/>
                <a:gd name="T7" fmla="*/ 2147483647 h 205"/>
                <a:gd name="T8" fmla="*/ 0 w 32"/>
                <a:gd name="T9" fmla="*/ 0 h 205"/>
                <a:gd name="T10" fmla="*/ 0 60000 65536"/>
                <a:gd name="T11" fmla="*/ 0 60000 65536"/>
                <a:gd name="T12" fmla="*/ 0 60000 65536"/>
                <a:gd name="T13" fmla="*/ 0 60000 65536"/>
                <a:gd name="T14" fmla="*/ 0 60000 65536"/>
                <a:gd name="T15" fmla="*/ 0 w 32"/>
                <a:gd name="T16" fmla="*/ 0 h 205"/>
                <a:gd name="T17" fmla="*/ 32 w 32"/>
                <a:gd name="T18" fmla="*/ 205 h 205"/>
              </a:gdLst>
              <a:ahLst/>
              <a:cxnLst>
                <a:cxn ang="T10">
                  <a:pos x="T0" y="T1"/>
                </a:cxn>
                <a:cxn ang="T11">
                  <a:pos x="T2" y="T3"/>
                </a:cxn>
                <a:cxn ang="T12">
                  <a:pos x="T4" y="T5"/>
                </a:cxn>
                <a:cxn ang="T13">
                  <a:pos x="T6" y="T7"/>
                </a:cxn>
                <a:cxn ang="T14">
                  <a:pos x="T8" y="T9"/>
                </a:cxn>
              </a:cxnLst>
              <a:rect l="T15" t="T16" r="T17" b="T18"/>
              <a:pathLst>
                <a:path w="32" h="205">
                  <a:moveTo>
                    <a:pt x="0" y="0"/>
                  </a:moveTo>
                  <a:lnTo>
                    <a:pt x="32" y="4"/>
                  </a:lnTo>
                  <a:lnTo>
                    <a:pt x="32" y="178"/>
                  </a:lnTo>
                  <a:lnTo>
                    <a:pt x="0" y="205"/>
                  </a:lnTo>
                  <a:lnTo>
                    <a:pt x="0" y="0"/>
                  </a:lnTo>
                  <a:close/>
                </a:path>
              </a:pathLst>
            </a:custGeom>
            <a:solidFill>
              <a:srgbClr val="606060"/>
            </a:solidFill>
            <a:ln w="6350">
              <a:solidFill>
                <a:srgbClr val="000000"/>
              </a:solidFill>
              <a:prstDash val="solid"/>
              <a:round/>
              <a:headEnd/>
              <a:tailEnd/>
            </a:ln>
          </p:spPr>
          <p:txBody>
            <a:bodyPr/>
            <a:lstStyle/>
            <a:p>
              <a:endParaRPr lang="nl-BE"/>
            </a:p>
          </p:txBody>
        </p:sp>
        <p:sp>
          <p:nvSpPr>
            <p:cNvPr id="42660" name="Freeform 300"/>
            <p:cNvSpPr>
              <a:spLocks/>
            </p:cNvSpPr>
            <p:nvPr/>
          </p:nvSpPr>
          <p:spPr bwMode="auto">
            <a:xfrm rot="-155667">
              <a:off x="2825750" y="4192588"/>
              <a:ext cx="101600" cy="15875"/>
            </a:xfrm>
            <a:custGeom>
              <a:avLst/>
              <a:gdLst>
                <a:gd name="T0" fmla="*/ 0 w 150"/>
                <a:gd name="T1" fmla="*/ 2147483647 h 32"/>
                <a:gd name="T2" fmla="*/ 2147483647 w 150"/>
                <a:gd name="T3" fmla="*/ 2147483647 h 32"/>
                <a:gd name="T4" fmla="*/ 2147483647 w 150"/>
                <a:gd name="T5" fmla="*/ 2147483647 h 32"/>
                <a:gd name="T6" fmla="*/ 2147483647 w 150"/>
                <a:gd name="T7" fmla="*/ 0 h 32"/>
                <a:gd name="T8" fmla="*/ 0 w 150"/>
                <a:gd name="T9" fmla="*/ 2147483647 h 32"/>
                <a:gd name="T10" fmla="*/ 0 60000 65536"/>
                <a:gd name="T11" fmla="*/ 0 60000 65536"/>
                <a:gd name="T12" fmla="*/ 0 60000 65536"/>
                <a:gd name="T13" fmla="*/ 0 60000 65536"/>
                <a:gd name="T14" fmla="*/ 0 60000 65536"/>
                <a:gd name="T15" fmla="*/ 0 w 150"/>
                <a:gd name="T16" fmla="*/ 0 h 32"/>
                <a:gd name="T17" fmla="*/ 150 w 150"/>
                <a:gd name="T18" fmla="*/ 32 h 32"/>
              </a:gdLst>
              <a:ahLst/>
              <a:cxnLst>
                <a:cxn ang="T10">
                  <a:pos x="T0" y="T1"/>
                </a:cxn>
                <a:cxn ang="T11">
                  <a:pos x="T2" y="T3"/>
                </a:cxn>
                <a:cxn ang="T12">
                  <a:pos x="T4" y="T5"/>
                </a:cxn>
                <a:cxn ang="T13">
                  <a:pos x="T6" y="T7"/>
                </a:cxn>
                <a:cxn ang="T14">
                  <a:pos x="T8" y="T9"/>
                </a:cxn>
              </a:cxnLst>
              <a:rect l="T15" t="T16" r="T17" b="T18"/>
              <a:pathLst>
                <a:path w="150" h="32">
                  <a:moveTo>
                    <a:pt x="0" y="29"/>
                  </a:moveTo>
                  <a:lnTo>
                    <a:pt x="150" y="32"/>
                  </a:lnTo>
                  <a:lnTo>
                    <a:pt x="150" y="2"/>
                  </a:lnTo>
                  <a:lnTo>
                    <a:pt x="30" y="0"/>
                  </a:lnTo>
                  <a:lnTo>
                    <a:pt x="0" y="29"/>
                  </a:lnTo>
                  <a:close/>
                </a:path>
              </a:pathLst>
            </a:custGeom>
            <a:solidFill>
              <a:srgbClr val="808080"/>
            </a:solidFill>
            <a:ln w="6350">
              <a:solidFill>
                <a:srgbClr val="000000"/>
              </a:solidFill>
              <a:prstDash val="solid"/>
              <a:round/>
              <a:headEnd/>
              <a:tailEnd/>
            </a:ln>
          </p:spPr>
          <p:txBody>
            <a:bodyPr/>
            <a:lstStyle/>
            <a:p>
              <a:endParaRPr lang="nl-BE"/>
            </a:p>
          </p:txBody>
        </p:sp>
        <p:sp>
          <p:nvSpPr>
            <p:cNvPr id="42661" name="Freeform 301"/>
            <p:cNvSpPr>
              <a:spLocks/>
            </p:cNvSpPr>
            <p:nvPr/>
          </p:nvSpPr>
          <p:spPr bwMode="auto">
            <a:xfrm rot="-155667">
              <a:off x="2971800" y="4181475"/>
              <a:ext cx="403225" cy="25400"/>
            </a:xfrm>
            <a:custGeom>
              <a:avLst/>
              <a:gdLst>
                <a:gd name="T0" fmla="*/ 0 w 600"/>
                <a:gd name="T1" fmla="*/ 2147483647 h 54"/>
                <a:gd name="T2" fmla="*/ 2147483647 w 600"/>
                <a:gd name="T3" fmla="*/ 0 h 54"/>
                <a:gd name="T4" fmla="*/ 2147483647 w 600"/>
                <a:gd name="T5" fmla="*/ 2147483647 h 54"/>
                <a:gd name="T6" fmla="*/ 2147483647 w 600"/>
                <a:gd name="T7" fmla="*/ 2147483647 h 54"/>
                <a:gd name="T8" fmla="*/ 0 w 600"/>
                <a:gd name="T9" fmla="*/ 2147483647 h 54"/>
                <a:gd name="T10" fmla="*/ 0 60000 65536"/>
                <a:gd name="T11" fmla="*/ 0 60000 65536"/>
                <a:gd name="T12" fmla="*/ 0 60000 65536"/>
                <a:gd name="T13" fmla="*/ 0 60000 65536"/>
                <a:gd name="T14" fmla="*/ 0 60000 65536"/>
                <a:gd name="T15" fmla="*/ 0 w 600"/>
                <a:gd name="T16" fmla="*/ 0 h 54"/>
                <a:gd name="T17" fmla="*/ 600 w 600"/>
                <a:gd name="T18" fmla="*/ 54 h 54"/>
              </a:gdLst>
              <a:ahLst/>
              <a:cxnLst>
                <a:cxn ang="T10">
                  <a:pos x="T0" y="T1"/>
                </a:cxn>
                <a:cxn ang="T11">
                  <a:pos x="T2" y="T3"/>
                </a:cxn>
                <a:cxn ang="T12">
                  <a:pos x="T4" y="T5"/>
                </a:cxn>
                <a:cxn ang="T13">
                  <a:pos x="T6" y="T7"/>
                </a:cxn>
                <a:cxn ang="T14">
                  <a:pos x="T8" y="T9"/>
                </a:cxn>
              </a:cxnLst>
              <a:rect l="T15" t="T16" r="T17" b="T18"/>
              <a:pathLst>
                <a:path w="600" h="54">
                  <a:moveTo>
                    <a:pt x="0" y="28"/>
                  </a:moveTo>
                  <a:lnTo>
                    <a:pt x="32" y="0"/>
                  </a:lnTo>
                  <a:lnTo>
                    <a:pt x="600" y="22"/>
                  </a:lnTo>
                  <a:lnTo>
                    <a:pt x="600" y="54"/>
                  </a:lnTo>
                  <a:lnTo>
                    <a:pt x="0" y="28"/>
                  </a:lnTo>
                  <a:close/>
                </a:path>
              </a:pathLst>
            </a:custGeom>
            <a:solidFill>
              <a:srgbClr val="808080"/>
            </a:solidFill>
            <a:ln w="6350">
              <a:solidFill>
                <a:srgbClr val="000000"/>
              </a:solidFill>
              <a:prstDash val="solid"/>
              <a:round/>
              <a:headEnd/>
              <a:tailEnd/>
            </a:ln>
          </p:spPr>
          <p:txBody>
            <a:bodyPr/>
            <a:lstStyle/>
            <a:p>
              <a:endParaRPr lang="nl-BE"/>
            </a:p>
          </p:txBody>
        </p:sp>
        <p:sp>
          <p:nvSpPr>
            <p:cNvPr id="42662" name="Freeform 302"/>
            <p:cNvSpPr>
              <a:spLocks/>
            </p:cNvSpPr>
            <p:nvPr/>
          </p:nvSpPr>
          <p:spPr bwMode="auto">
            <a:xfrm rot="-155667">
              <a:off x="3419475" y="4095750"/>
              <a:ext cx="20638" cy="101600"/>
            </a:xfrm>
            <a:custGeom>
              <a:avLst/>
              <a:gdLst>
                <a:gd name="T0" fmla="*/ 0 w 32"/>
                <a:gd name="T1" fmla="*/ 2147483647 h 217"/>
                <a:gd name="T2" fmla="*/ 2147483647 w 32"/>
                <a:gd name="T3" fmla="*/ 0 h 217"/>
                <a:gd name="T4" fmla="*/ 2147483647 w 32"/>
                <a:gd name="T5" fmla="*/ 2147483647 h 217"/>
                <a:gd name="T6" fmla="*/ 0 w 32"/>
                <a:gd name="T7" fmla="*/ 2147483647 h 217"/>
                <a:gd name="T8" fmla="*/ 0 w 32"/>
                <a:gd name="T9" fmla="*/ 2147483647 h 217"/>
                <a:gd name="T10" fmla="*/ 0 60000 65536"/>
                <a:gd name="T11" fmla="*/ 0 60000 65536"/>
                <a:gd name="T12" fmla="*/ 0 60000 65536"/>
                <a:gd name="T13" fmla="*/ 0 60000 65536"/>
                <a:gd name="T14" fmla="*/ 0 60000 65536"/>
                <a:gd name="T15" fmla="*/ 0 w 32"/>
                <a:gd name="T16" fmla="*/ 0 h 217"/>
                <a:gd name="T17" fmla="*/ 32 w 32"/>
                <a:gd name="T18" fmla="*/ 217 h 217"/>
              </a:gdLst>
              <a:ahLst/>
              <a:cxnLst>
                <a:cxn ang="T10">
                  <a:pos x="T0" y="T1"/>
                </a:cxn>
                <a:cxn ang="T11">
                  <a:pos x="T2" y="T3"/>
                </a:cxn>
                <a:cxn ang="T12">
                  <a:pos x="T4" y="T5"/>
                </a:cxn>
                <a:cxn ang="T13">
                  <a:pos x="T6" y="T7"/>
                </a:cxn>
                <a:cxn ang="T14">
                  <a:pos x="T8" y="T9"/>
                </a:cxn>
              </a:cxnLst>
              <a:rect l="T15" t="T16" r="T17" b="T18"/>
              <a:pathLst>
                <a:path w="32" h="217">
                  <a:moveTo>
                    <a:pt x="0" y="1"/>
                  </a:moveTo>
                  <a:lnTo>
                    <a:pt x="32" y="0"/>
                  </a:lnTo>
                  <a:lnTo>
                    <a:pt x="32" y="187"/>
                  </a:lnTo>
                  <a:lnTo>
                    <a:pt x="0" y="217"/>
                  </a:lnTo>
                  <a:lnTo>
                    <a:pt x="0" y="1"/>
                  </a:lnTo>
                  <a:close/>
                </a:path>
              </a:pathLst>
            </a:custGeom>
            <a:solidFill>
              <a:srgbClr val="606060"/>
            </a:solidFill>
            <a:ln w="6350">
              <a:solidFill>
                <a:srgbClr val="000000"/>
              </a:solidFill>
              <a:prstDash val="solid"/>
              <a:round/>
              <a:headEnd/>
              <a:tailEnd/>
            </a:ln>
          </p:spPr>
          <p:txBody>
            <a:bodyPr/>
            <a:lstStyle/>
            <a:p>
              <a:endParaRPr lang="nl-BE"/>
            </a:p>
          </p:txBody>
        </p:sp>
        <p:sp>
          <p:nvSpPr>
            <p:cNvPr id="42663" name="Freeform 303"/>
            <p:cNvSpPr>
              <a:spLocks/>
            </p:cNvSpPr>
            <p:nvPr/>
          </p:nvSpPr>
          <p:spPr bwMode="auto">
            <a:xfrm rot="-155667">
              <a:off x="3422650" y="4181475"/>
              <a:ext cx="119063" cy="15875"/>
            </a:xfrm>
            <a:custGeom>
              <a:avLst/>
              <a:gdLst>
                <a:gd name="T0" fmla="*/ 0 w 176"/>
                <a:gd name="T1" fmla="*/ 2147483647 h 34"/>
                <a:gd name="T2" fmla="*/ 2147483647 w 176"/>
                <a:gd name="T3" fmla="*/ 0 h 34"/>
                <a:gd name="T4" fmla="*/ 2147483647 w 176"/>
                <a:gd name="T5" fmla="*/ 2147483647 h 34"/>
                <a:gd name="T6" fmla="*/ 2147483647 w 176"/>
                <a:gd name="T7" fmla="*/ 2147483647 h 34"/>
                <a:gd name="T8" fmla="*/ 0 w 176"/>
                <a:gd name="T9" fmla="*/ 2147483647 h 34"/>
                <a:gd name="T10" fmla="*/ 0 60000 65536"/>
                <a:gd name="T11" fmla="*/ 0 60000 65536"/>
                <a:gd name="T12" fmla="*/ 0 60000 65536"/>
                <a:gd name="T13" fmla="*/ 0 60000 65536"/>
                <a:gd name="T14" fmla="*/ 0 60000 65536"/>
                <a:gd name="T15" fmla="*/ 0 w 176"/>
                <a:gd name="T16" fmla="*/ 0 h 34"/>
                <a:gd name="T17" fmla="*/ 176 w 176"/>
                <a:gd name="T18" fmla="*/ 34 h 34"/>
              </a:gdLst>
              <a:ahLst/>
              <a:cxnLst>
                <a:cxn ang="T10">
                  <a:pos x="T0" y="T1"/>
                </a:cxn>
                <a:cxn ang="T11">
                  <a:pos x="T2" y="T3"/>
                </a:cxn>
                <a:cxn ang="T12">
                  <a:pos x="T4" y="T5"/>
                </a:cxn>
                <a:cxn ang="T13">
                  <a:pos x="T6" y="T7"/>
                </a:cxn>
                <a:cxn ang="T14">
                  <a:pos x="T8" y="T9"/>
                </a:cxn>
              </a:cxnLst>
              <a:rect l="T15" t="T16" r="T17" b="T18"/>
              <a:pathLst>
                <a:path w="176" h="34">
                  <a:moveTo>
                    <a:pt x="0" y="31"/>
                  </a:moveTo>
                  <a:lnTo>
                    <a:pt x="30" y="0"/>
                  </a:lnTo>
                  <a:lnTo>
                    <a:pt x="176" y="6"/>
                  </a:lnTo>
                  <a:lnTo>
                    <a:pt x="144" y="34"/>
                  </a:lnTo>
                  <a:lnTo>
                    <a:pt x="0" y="31"/>
                  </a:lnTo>
                  <a:close/>
                </a:path>
              </a:pathLst>
            </a:custGeom>
            <a:solidFill>
              <a:srgbClr val="808080"/>
            </a:solidFill>
            <a:ln w="6350">
              <a:solidFill>
                <a:srgbClr val="000000"/>
              </a:solidFill>
              <a:prstDash val="solid"/>
              <a:round/>
              <a:headEnd/>
              <a:tailEnd/>
            </a:ln>
          </p:spPr>
          <p:txBody>
            <a:bodyPr/>
            <a:lstStyle/>
            <a:p>
              <a:endParaRPr lang="nl-BE"/>
            </a:p>
          </p:txBody>
        </p:sp>
        <p:sp>
          <p:nvSpPr>
            <p:cNvPr id="42664" name="Freeform 304"/>
            <p:cNvSpPr>
              <a:spLocks/>
            </p:cNvSpPr>
            <p:nvPr/>
          </p:nvSpPr>
          <p:spPr bwMode="auto">
            <a:xfrm rot="-155667">
              <a:off x="3521075" y="4183063"/>
              <a:ext cx="22225" cy="88900"/>
            </a:xfrm>
            <a:custGeom>
              <a:avLst/>
              <a:gdLst>
                <a:gd name="T0" fmla="*/ 2147483647 w 33"/>
                <a:gd name="T1" fmla="*/ 0 h 192"/>
                <a:gd name="T2" fmla="*/ 0 w 33"/>
                <a:gd name="T3" fmla="*/ 2147483647 h 192"/>
                <a:gd name="T4" fmla="*/ 0 w 33"/>
                <a:gd name="T5" fmla="*/ 2147483647 h 192"/>
                <a:gd name="T6" fmla="*/ 2147483647 w 33"/>
                <a:gd name="T7" fmla="*/ 2147483647 h 192"/>
                <a:gd name="T8" fmla="*/ 2147483647 w 33"/>
                <a:gd name="T9" fmla="*/ 0 h 192"/>
                <a:gd name="T10" fmla="*/ 0 60000 65536"/>
                <a:gd name="T11" fmla="*/ 0 60000 65536"/>
                <a:gd name="T12" fmla="*/ 0 60000 65536"/>
                <a:gd name="T13" fmla="*/ 0 60000 65536"/>
                <a:gd name="T14" fmla="*/ 0 60000 65536"/>
                <a:gd name="T15" fmla="*/ 0 w 33"/>
                <a:gd name="T16" fmla="*/ 0 h 192"/>
                <a:gd name="T17" fmla="*/ 33 w 33"/>
                <a:gd name="T18" fmla="*/ 192 h 192"/>
              </a:gdLst>
              <a:ahLst/>
              <a:cxnLst>
                <a:cxn ang="T10">
                  <a:pos x="T0" y="T1"/>
                </a:cxn>
                <a:cxn ang="T11">
                  <a:pos x="T2" y="T3"/>
                </a:cxn>
                <a:cxn ang="T12">
                  <a:pos x="T4" y="T5"/>
                </a:cxn>
                <a:cxn ang="T13">
                  <a:pos x="T6" y="T7"/>
                </a:cxn>
                <a:cxn ang="T14">
                  <a:pos x="T8" y="T9"/>
                </a:cxn>
              </a:cxnLst>
              <a:rect l="T15" t="T16" r="T17" b="T18"/>
              <a:pathLst>
                <a:path w="33" h="192">
                  <a:moveTo>
                    <a:pt x="33" y="0"/>
                  </a:moveTo>
                  <a:lnTo>
                    <a:pt x="0" y="30"/>
                  </a:lnTo>
                  <a:lnTo>
                    <a:pt x="0" y="192"/>
                  </a:lnTo>
                  <a:lnTo>
                    <a:pt x="33" y="156"/>
                  </a:lnTo>
                  <a:lnTo>
                    <a:pt x="33" y="0"/>
                  </a:lnTo>
                  <a:close/>
                </a:path>
              </a:pathLst>
            </a:custGeom>
            <a:solidFill>
              <a:srgbClr val="606060"/>
            </a:solidFill>
            <a:ln w="6350">
              <a:solidFill>
                <a:srgbClr val="000000"/>
              </a:solidFill>
              <a:prstDash val="solid"/>
              <a:round/>
              <a:headEnd/>
              <a:tailEnd/>
            </a:ln>
          </p:spPr>
          <p:txBody>
            <a:bodyPr/>
            <a:lstStyle/>
            <a:p>
              <a:endParaRPr lang="nl-BE"/>
            </a:p>
          </p:txBody>
        </p:sp>
        <p:sp>
          <p:nvSpPr>
            <p:cNvPr id="42665" name="Freeform 305"/>
            <p:cNvSpPr>
              <a:spLocks/>
            </p:cNvSpPr>
            <p:nvPr/>
          </p:nvSpPr>
          <p:spPr bwMode="auto">
            <a:xfrm>
              <a:off x="1071563" y="4502150"/>
              <a:ext cx="2105025" cy="433388"/>
            </a:xfrm>
            <a:custGeom>
              <a:avLst/>
              <a:gdLst>
                <a:gd name="T0" fmla="*/ 2147483647 w 1326"/>
                <a:gd name="T1" fmla="*/ 0 h 273"/>
                <a:gd name="T2" fmla="*/ 0 w 1326"/>
                <a:gd name="T3" fmla="*/ 2147483647 h 273"/>
                <a:gd name="T4" fmla="*/ 0 60000 65536"/>
                <a:gd name="T5" fmla="*/ 0 60000 65536"/>
                <a:gd name="T6" fmla="*/ 0 w 1326"/>
                <a:gd name="T7" fmla="*/ 0 h 273"/>
                <a:gd name="T8" fmla="*/ 1326 w 1326"/>
                <a:gd name="T9" fmla="*/ 273 h 273"/>
              </a:gdLst>
              <a:ahLst/>
              <a:cxnLst>
                <a:cxn ang="T4">
                  <a:pos x="T0" y="T1"/>
                </a:cxn>
                <a:cxn ang="T5">
                  <a:pos x="T2" y="T3"/>
                </a:cxn>
              </a:cxnLst>
              <a:rect l="T6" t="T7" r="T8" b="T9"/>
              <a:pathLst>
                <a:path w="1326" h="273">
                  <a:moveTo>
                    <a:pt x="1326" y="0"/>
                  </a:moveTo>
                  <a:lnTo>
                    <a:pt x="0" y="273"/>
                  </a:lnTo>
                </a:path>
              </a:pathLst>
            </a:custGeom>
            <a:noFill/>
            <a:ln w="9525">
              <a:solidFill>
                <a:schemeClr val="tx1"/>
              </a:solidFill>
              <a:round/>
              <a:headEnd type="none" w="med" len="med"/>
              <a:tailEnd type="none" w="med" len="med"/>
            </a:ln>
          </p:spPr>
          <p:txBody>
            <a:bodyPr wrap="none" anchor="ctr"/>
            <a:lstStyle/>
            <a:p>
              <a:endParaRPr lang="nl-BE"/>
            </a:p>
          </p:txBody>
        </p:sp>
        <p:sp>
          <p:nvSpPr>
            <p:cNvPr id="42666" name="Line 306"/>
            <p:cNvSpPr>
              <a:spLocks noChangeShapeType="1"/>
            </p:cNvSpPr>
            <p:nvPr/>
          </p:nvSpPr>
          <p:spPr bwMode="auto">
            <a:xfrm flipH="1" flipV="1">
              <a:off x="1104900" y="2811463"/>
              <a:ext cx="1608138" cy="190500"/>
            </a:xfrm>
            <a:prstGeom prst="line">
              <a:avLst/>
            </a:prstGeom>
            <a:noFill/>
            <a:ln w="9525">
              <a:solidFill>
                <a:schemeClr val="tx1"/>
              </a:solidFill>
              <a:round/>
              <a:headEnd/>
              <a:tailEnd/>
            </a:ln>
          </p:spPr>
          <p:txBody>
            <a:bodyPr wrap="none" anchor="ctr"/>
            <a:lstStyle/>
            <a:p>
              <a:endParaRPr lang="nl-BE"/>
            </a:p>
          </p:txBody>
        </p:sp>
        <p:sp>
          <p:nvSpPr>
            <p:cNvPr id="42667" name="Freeform 307"/>
            <p:cNvSpPr>
              <a:spLocks/>
            </p:cNvSpPr>
            <p:nvPr/>
          </p:nvSpPr>
          <p:spPr bwMode="auto">
            <a:xfrm>
              <a:off x="904875" y="4506913"/>
              <a:ext cx="1909763" cy="304800"/>
            </a:xfrm>
            <a:custGeom>
              <a:avLst/>
              <a:gdLst>
                <a:gd name="T0" fmla="*/ 0 w 1203"/>
                <a:gd name="T1" fmla="*/ 2147483647 h 192"/>
                <a:gd name="T2" fmla="*/ 2147483647 w 1203"/>
                <a:gd name="T3" fmla="*/ 0 h 192"/>
                <a:gd name="T4" fmla="*/ 0 60000 65536"/>
                <a:gd name="T5" fmla="*/ 0 60000 65536"/>
                <a:gd name="T6" fmla="*/ 0 w 1203"/>
                <a:gd name="T7" fmla="*/ 0 h 192"/>
                <a:gd name="T8" fmla="*/ 1203 w 1203"/>
                <a:gd name="T9" fmla="*/ 192 h 192"/>
              </a:gdLst>
              <a:ahLst/>
              <a:cxnLst>
                <a:cxn ang="T4">
                  <a:pos x="T0" y="T1"/>
                </a:cxn>
                <a:cxn ang="T5">
                  <a:pos x="T2" y="T3"/>
                </a:cxn>
              </a:cxnLst>
              <a:rect l="T6" t="T7" r="T8" b="T9"/>
              <a:pathLst>
                <a:path w="1203" h="192">
                  <a:moveTo>
                    <a:pt x="0" y="192"/>
                  </a:moveTo>
                  <a:lnTo>
                    <a:pt x="1203" y="0"/>
                  </a:lnTo>
                </a:path>
              </a:pathLst>
            </a:custGeom>
            <a:noFill/>
            <a:ln w="9525">
              <a:solidFill>
                <a:schemeClr val="tx1"/>
              </a:solidFill>
              <a:round/>
              <a:headEnd type="none" w="med" len="med"/>
              <a:tailEnd type="none" w="med" len="med"/>
            </a:ln>
          </p:spPr>
          <p:txBody>
            <a:bodyPr wrap="none" anchor="ctr"/>
            <a:lstStyle/>
            <a:p>
              <a:endParaRPr lang="nl-BE"/>
            </a:p>
          </p:txBody>
        </p:sp>
        <p:sp>
          <p:nvSpPr>
            <p:cNvPr id="42668" name="Freeform 308"/>
            <p:cNvSpPr>
              <a:spLocks/>
            </p:cNvSpPr>
            <p:nvPr/>
          </p:nvSpPr>
          <p:spPr bwMode="auto">
            <a:xfrm>
              <a:off x="1200150" y="4556125"/>
              <a:ext cx="2493963" cy="603250"/>
            </a:xfrm>
            <a:custGeom>
              <a:avLst/>
              <a:gdLst>
                <a:gd name="T0" fmla="*/ 0 w 1571"/>
                <a:gd name="T1" fmla="*/ 2147483647 h 380"/>
                <a:gd name="T2" fmla="*/ 2147483647 w 1571"/>
                <a:gd name="T3" fmla="*/ 0 h 380"/>
                <a:gd name="T4" fmla="*/ 0 60000 65536"/>
                <a:gd name="T5" fmla="*/ 0 60000 65536"/>
                <a:gd name="T6" fmla="*/ 0 w 1571"/>
                <a:gd name="T7" fmla="*/ 0 h 380"/>
                <a:gd name="T8" fmla="*/ 1571 w 1571"/>
                <a:gd name="T9" fmla="*/ 380 h 380"/>
              </a:gdLst>
              <a:ahLst/>
              <a:cxnLst>
                <a:cxn ang="T4">
                  <a:pos x="T0" y="T1"/>
                </a:cxn>
                <a:cxn ang="T5">
                  <a:pos x="T2" y="T3"/>
                </a:cxn>
              </a:cxnLst>
              <a:rect l="T6" t="T7" r="T8" b="T9"/>
              <a:pathLst>
                <a:path w="1571" h="380">
                  <a:moveTo>
                    <a:pt x="0" y="380"/>
                  </a:moveTo>
                  <a:lnTo>
                    <a:pt x="1571" y="0"/>
                  </a:lnTo>
                </a:path>
              </a:pathLst>
            </a:custGeom>
            <a:noFill/>
            <a:ln w="9525">
              <a:solidFill>
                <a:schemeClr val="tx1"/>
              </a:solidFill>
              <a:round/>
              <a:headEnd type="none" w="med" len="med"/>
              <a:tailEnd type="none" w="med" len="med"/>
            </a:ln>
          </p:spPr>
          <p:txBody>
            <a:bodyPr wrap="none" anchor="ctr"/>
            <a:lstStyle/>
            <a:p>
              <a:endParaRPr lang="nl-BE"/>
            </a:p>
          </p:txBody>
        </p:sp>
        <p:sp>
          <p:nvSpPr>
            <p:cNvPr id="42669" name="Line 309"/>
            <p:cNvSpPr>
              <a:spLocks noChangeShapeType="1"/>
            </p:cNvSpPr>
            <p:nvPr/>
          </p:nvSpPr>
          <p:spPr bwMode="auto">
            <a:xfrm flipH="1">
              <a:off x="1504950" y="3411538"/>
              <a:ext cx="1017588" cy="0"/>
            </a:xfrm>
            <a:prstGeom prst="line">
              <a:avLst/>
            </a:prstGeom>
            <a:noFill/>
            <a:ln w="9525">
              <a:solidFill>
                <a:schemeClr val="tx1"/>
              </a:solidFill>
              <a:round/>
              <a:headEnd/>
              <a:tailEnd/>
            </a:ln>
          </p:spPr>
          <p:txBody>
            <a:bodyPr wrap="none" anchor="ctr"/>
            <a:lstStyle/>
            <a:p>
              <a:endParaRPr lang="nl-BE"/>
            </a:p>
          </p:txBody>
        </p:sp>
        <p:sp>
          <p:nvSpPr>
            <p:cNvPr id="42670" name="Line 310"/>
            <p:cNvSpPr>
              <a:spLocks noChangeShapeType="1"/>
            </p:cNvSpPr>
            <p:nvPr/>
          </p:nvSpPr>
          <p:spPr bwMode="auto">
            <a:xfrm flipH="1">
              <a:off x="1897063" y="3328988"/>
              <a:ext cx="1641475" cy="0"/>
            </a:xfrm>
            <a:prstGeom prst="line">
              <a:avLst/>
            </a:prstGeom>
            <a:noFill/>
            <a:ln w="9525">
              <a:solidFill>
                <a:schemeClr val="tx1"/>
              </a:solidFill>
              <a:round/>
              <a:headEnd/>
              <a:tailEnd/>
            </a:ln>
          </p:spPr>
          <p:txBody>
            <a:bodyPr wrap="none" anchor="ctr"/>
            <a:lstStyle/>
            <a:p>
              <a:endParaRPr lang="nl-BE"/>
            </a:p>
          </p:txBody>
        </p:sp>
        <p:sp>
          <p:nvSpPr>
            <p:cNvPr id="42671" name="Freeform 311"/>
            <p:cNvSpPr>
              <a:spLocks/>
            </p:cNvSpPr>
            <p:nvPr/>
          </p:nvSpPr>
          <p:spPr bwMode="auto">
            <a:xfrm>
              <a:off x="3024188" y="4097338"/>
              <a:ext cx="300037" cy="74612"/>
            </a:xfrm>
            <a:custGeom>
              <a:avLst/>
              <a:gdLst>
                <a:gd name="T0" fmla="*/ 0 w 189"/>
                <a:gd name="T1" fmla="*/ 2147483647 h 66"/>
                <a:gd name="T2" fmla="*/ 2147483647 w 189"/>
                <a:gd name="T3" fmla="*/ 2147483647 h 66"/>
                <a:gd name="T4" fmla="*/ 2147483647 w 189"/>
                <a:gd name="T5" fmla="*/ 2147483647 h 66"/>
                <a:gd name="T6" fmla="*/ 2147483647 w 189"/>
                <a:gd name="T7" fmla="*/ 0 h 66"/>
                <a:gd name="T8" fmla="*/ 0 w 189"/>
                <a:gd name="T9" fmla="*/ 2147483647 h 66"/>
                <a:gd name="T10" fmla="*/ 0 60000 65536"/>
                <a:gd name="T11" fmla="*/ 0 60000 65536"/>
                <a:gd name="T12" fmla="*/ 0 60000 65536"/>
                <a:gd name="T13" fmla="*/ 0 60000 65536"/>
                <a:gd name="T14" fmla="*/ 0 60000 65536"/>
                <a:gd name="T15" fmla="*/ 0 w 189"/>
                <a:gd name="T16" fmla="*/ 0 h 66"/>
                <a:gd name="T17" fmla="*/ 189 w 189"/>
                <a:gd name="T18" fmla="*/ 66 h 66"/>
              </a:gdLst>
              <a:ahLst/>
              <a:cxnLst>
                <a:cxn ang="T10">
                  <a:pos x="T0" y="T1"/>
                </a:cxn>
                <a:cxn ang="T11">
                  <a:pos x="T2" y="T3"/>
                </a:cxn>
                <a:cxn ang="T12">
                  <a:pos x="T4" y="T5"/>
                </a:cxn>
                <a:cxn ang="T13">
                  <a:pos x="T6" y="T7"/>
                </a:cxn>
                <a:cxn ang="T14">
                  <a:pos x="T8" y="T9"/>
                </a:cxn>
              </a:cxnLst>
              <a:rect l="T15" t="T16" r="T17" b="T18"/>
              <a:pathLst>
                <a:path w="189" h="66">
                  <a:moveTo>
                    <a:pt x="0" y="5"/>
                  </a:moveTo>
                  <a:lnTo>
                    <a:pt x="2" y="66"/>
                  </a:lnTo>
                  <a:lnTo>
                    <a:pt x="189" y="66"/>
                  </a:lnTo>
                  <a:lnTo>
                    <a:pt x="189" y="0"/>
                  </a:lnTo>
                  <a:lnTo>
                    <a:pt x="0" y="5"/>
                  </a:lnTo>
                  <a:close/>
                </a:path>
              </a:pathLst>
            </a:custGeom>
            <a:solidFill>
              <a:srgbClr val="FFCC00"/>
            </a:solidFill>
            <a:ln w="9525">
              <a:solidFill>
                <a:schemeClr val="tx1"/>
              </a:solidFill>
              <a:round/>
              <a:headEnd/>
              <a:tailEnd/>
            </a:ln>
          </p:spPr>
          <p:txBody>
            <a:bodyPr wrap="none" anchor="ctr"/>
            <a:lstStyle/>
            <a:p>
              <a:endParaRPr lang="nl-BE"/>
            </a:p>
          </p:txBody>
        </p:sp>
        <p:sp>
          <p:nvSpPr>
            <p:cNvPr id="42672" name="Text Box 312"/>
            <p:cNvSpPr txBox="1">
              <a:spLocks noChangeArrowheads="1"/>
            </p:cNvSpPr>
            <p:nvPr/>
          </p:nvSpPr>
          <p:spPr bwMode="auto">
            <a:xfrm>
              <a:off x="2971799" y="4064000"/>
              <a:ext cx="533399" cy="584247"/>
            </a:xfrm>
            <a:prstGeom prst="rect">
              <a:avLst/>
            </a:prstGeom>
            <a:noFill/>
            <a:ln w="9525">
              <a:noFill/>
              <a:miter lim="800000"/>
              <a:headEnd/>
              <a:tailEnd/>
            </a:ln>
          </p:spPr>
          <p:txBody>
            <a:bodyPr>
              <a:spAutoFit/>
            </a:bodyPr>
            <a:lstStyle/>
            <a:p>
              <a:pPr eaLnBrk="0" hangingPunct="0">
                <a:spcBef>
                  <a:spcPct val="50000"/>
                </a:spcBef>
              </a:pPr>
              <a:r>
                <a:rPr lang="en-GB" sz="300" b="1">
                  <a:solidFill>
                    <a:schemeClr val="bg2"/>
                  </a:solidFill>
                  <a:latin typeface="Garamond" pitchFamily="18" charset="0"/>
                </a:rPr>
                <a:t>TQM 2001 RD</a:t>
              </a:r>
              <a:endParaRPr lang="en-GB" sz="300" b="1">
                <a:solidFill>
                  <a:schemeClr val="bg2"/>
                </a:solidFill>
              </a:endParaRPr>
            </a:p>
          </p:txBody>
        </p:sp>
      </p:grpSp>
      <p:sp>
        <p:nvSpPr>
          <p:cNvPr id="41994" name="TextBox 942"/>
          <p:cNvSpPr txBox="1">
            <a:spLocks noChangeArrowheads="1"/>
          </p:cNvSpPr>
          <p:nvPr/>
        </p:nvSpPr>
        <p:spPr bwMode="auto">
          <a:xfrm>
            <a:off x="252413" y="3887788"/>
            <a:ext cx="3898900" cy="246062"/>
          </a:xfrm>
          <a:prstGeom prst="rect">
            <a:avLst/>
          </a:prstGeom>
          <a:noFill/>
          <a:ln w="9525">
            <a:noFill/>
            <a:miter lim="800000"/>
            <a:headEnd/>
            <a:tailEnd/>
          </a:ln>
        </p:spPr>
        <p:txBody>
          <a:bodyPr wrap="none" lIns="0" tIns="0" rIns="0" bIns="0">
            <a:spAutoFit/>
          </a:bodyPr>
          <a:lstStyle/>
          <a:p>
            <a:pPr eaLnBrk="0" hangingPunct="0"/>
            <a:r>
              <a:rPr lang="en-US" sz="1600"/>
              <a:t>Bad C</a:t>
            </a:r>
            <a:r>
              <a:rPr lang="en-US" sz="1600" baseline="-25000"/>
              <a:t>P</a:t>
            </a:r>
            <a:r>
              <a:rPr lang="en-US" sz="1600"/>
              <a:t> and bad C</a:t>
            </a:r>
            <a:r>
              <a:rPr lang="en-US" sz="1600" baseline="-25000"/>
              <a:t>PK</a:t>
            </a:r>
            <a:r>
              <a:rPr lang="en-US" sz="1600"/>
              <a:t> – Long term problems</a:t>
            </a:r>
          </a:p>
        </p:txBody>
      </p:sp>
      <p:sp>
        <p:nvSpPr>
          <p:cNvPr id="41995" name="TextBox 943"/>
          <p:cNvSpPr txBox="1">
            <a:spLocks noChangeArrowheads="1"/>
          </p:cNvSpPr>
          <p:nvPr/>
        </p:nvSpPr>
        <p:spPr bwMode="auto">
          <a:xfrm>
            <a:off x="252413" y="6323013"/>
            <a:ext cx="2222500" cy="246062"/>
          </a:xfrm>
          <a:prstGeom prst="rect">
            <a:avLst/>
          </a:prstGeom>
          <a:solidFill>
            <a:schemeClr val="bg1"/>
          </a:solidFill>
          <a:ln w="9525">
            <a:noFill/>
            <a:miter lim="800000"/>
            <a:headEnd/>
            <a:tailEnd/>
          </a:ln>
        </p:spPr>
        <p:txBody>
          <a:bodyPr wrap="none" lIns="0" tIns="0" rIns="0" bIns="0">
            <a:spAutoFit/>
          </a:bodyPr>
          <a:lstStyle/>
          <a:p>
            <a:pPr eaLnBrk="0" hangingPunct="0"/>
            <a:r>
              <a:rPr lang="en-US" sz="1600" b="1">
                <a:solidFill>
                  <a:schemeClr val="tx2"/>
                </a:solidFill>
              </a:rPr>
              <a:t>Stable but not Capable</a:t>
            </a:r>
          </a:p>
        </p:txBody>
      </p:sp>
      <p:grpSp>
        <p:nvGrpSpPr>
          <p:cNvPr id="6" name="Group 944"/>
          <p:cNvGrpSpPr>
            <a:grpSpLocks noChangeAspect="1"/>
          </p:cNvGrpSpPr>
          <p:nvPr/>
        </p:nvGrpSpPr>
        <p:grpSpPr bwMode="auto">
          <a:xfrm>
            <a:off x="4679950" y="4229100"/>
            <a:ext cx="3732213" cy="2339975"/>
            <a:chOff x="655638" y="1227138"/>
            <a:chExt cx="7832725" cy="4910137"/>
          </a:xfrm>
        </p:grpSpPr>
        <p:sp>
          <p:nvSpPr>
            <p:cNvPr id="42002" name="Freeform 2"/>
            <p:cNvSpPr>
              <a:spLocks/>
            </p:cNvSpPr>
            <p:nvPr/>
          </p:nvSpPr>
          <p:spPr bwMode="auto">
            <a:xfrm>
              <a:off x="655638" y="1227138"/>
              <a:ext cx="7832725" cy="3249612"/>
            </a:xfrm>
            <a:custGeom>
              <a:avLst/>
              <a:gdLst>
                <a:gd name="T0" fmla="*/ 2147483647 w 4934"/>
                <a:gd name="T1" fmla="*/ 2147483647 h 2047"/>
                <a:gd name="T2" fmla="*/ 2147483647 w 4934"/>
                <a:gd name="T3" fmla="*/ 2147483647 h 2047"/>
                <a:gd name="T4" fmla="*/ 2147483647 w 4934"/>
                <a:gd name="T5" fmla="*/ 2147483647 h 2047"/>
                <a:gd name="T6" fmla="*/ 2147483647 w 4934"/>
                <a:gd name="T7" fmla="*/ 2147483647 h 2047"/>
                <a:gd name="T8" fmla="*/ 2147483647 w 4934"/>
                <a:gd name="T9" fmla="*/ 2147483647 h 2047"/>
                <a:gd name="T10" fmla="*/ 2147483647 w 4934"/>
                <a:gd name="T11" fmla="*/ 2147483647 h 2047"/>
                <a:gd name="T12" fmla="*/ 2147483647 w 4934"/>
                <a:gd name="T13" fmla="*/ 2147483647 h 2047"/>
                <a:gd name="T14" fmla="*/ 2147483647 w 4934"/>
                <a:gd name="T15" fmla="*/ 2147483647 h 2047"/>
                <a:gd name="T16" fmla="*/ 2147483647 w 4934"/>
                <a:gd name="T17" fmla="*/ 2147483647 h 2047"/>
                <a:gd name="T18" fmla="*/ 2147483647 w 4934"/>
                <a:gd name="T19" fmla="*/ 2147483647 h 2047"/>
                <a:gd name="T20" fmla="*/ 2147483647 w 4934"/>
                <a:gd name="T21" fmla="*/ 2147483647 h 2047"/>
                <a:gd name="T22" fmla="*/ 2147483647 w 4934"/>
                <a:gd name="T23" fmla="*/ 2147483647 h 2047"/>
                <a:gd name="T24" fmla="*/ 2147483647 w 4934"/>
                <a:gd name="T25" fmla="*/ 2147483647 h 2047"/>
                <a:gd name="T26" fmla="*/ 2147483647 w 4934"/>
                <a:gd name="T27" fmla="*/ 2147483647 h 2047"/>
                <a:gd name="T28" fmla="*/ 2147483647 w 4934"/>
                <a:gd name="T29" fmla="*/ 2147483647 h 2047"/>
                <a:gd name="T30" fmla="*/ 2147483647 w 4934"/>
                <a:gd name="T31" fmla="*/ 2147483647 h 2047"/>
                <a:gd name="T32" fmla="*/ 2147483647 w 4934"/>
                <a:gd name="T33" fmla="*/ 2147483647 h 2047"/>
                <a:gd name="T34" fmla="*/ 2147483647 w 4934"/>
                <a:gd name="T35" fmla="*/ 2147483647 h 2047"/>
                <a:gd name="T36" fmla="*/ 2147483647 w 4934"/>
                <a:gd name="T37" fmla="*/ 0 h 2047"/>
                <a:gd name="T38" fmla="*/ 2147483647 w 4934"/>
                <a:gd name="T39" fmla="*/ 2147483647 h 2047"/>
                <a:gd name="T40" fmla="*/ 2147483647 w 4934"/>
                <a:gd name="T41" fmla="*/ 2147483647 h 2047"/>
                <a:gd name="T42" fmla="*/ 2147483647 w 4934"/>
                <a:gd name="T43" fmla="*/ 2147483647 h 2047"/>
                <a:gd name="T44" fmla="*/ 2147483647 w 4934"/>
                <a:gd name="T45" fmla="*/ 2147483647 h 2047"/>
                <a:gd name="T46" fmla="*/ 2147483647 w 4934"/>
                <a:gd name="T47" fmla="*/ 2147483647 h 2047"/>
                <a:gd name="T48" fmla="*/ 2147483647 w 4934"/>
                <a:gd name="T49" fmla="*/ 2147483647 h 2047"/>
                <a:gd name="T50" fmla="*/ 2147483647 w 4934"/>
                <a:gd name="T51" fmla="*/ 2147483647 h 2047"/>
                <a:gd name="T52" fmla="*/ 2147483647 w 4934"/>
                <a:gd name="T53" fmla="*/ 2147483647 h 2047"/>
                <a:gd name="T54" fmla="*/ 0 w 4934"/>
                <a:gd name="T55" fmla="*/ 2147483647 h 2047"/>
                <a:gd name="T56" fmla="*/ 2147483647 w 4934"/>
                <a:gd name="T57" fmla="*/ 2147483647 h 2047"/>
                <a:gd name="T58" fmla="*/ 2147483647 w 4934"/>
                <a:gd name="T59" fmla="*/ 2147483647 h 2047"/>
                <a:gd name="T60" fmla="*/ 2147483647 w 4934"/>
                <a:gd name="T61" fmla="*/ 2147483647 h 2047"/>
                <a:gd name="T62" fmla="*/ 2147483647 w 4934"/>
                <a:gd name="T63" fmla="*/ 2147483647 h 2047"/>
                <a:gd name="T64" fmla="*/ 2147483647 w 4934"/>
                <a:gd name="T65" fmla="*/ 2147483647 h 2047"/>
                <a:gd name="T66" fmla="*/ 2147483647 w 4934"/>
                <a:gd name="T67" fmla="*/ 2147483647 h 2047"/>
                <a:gd name="T68" fmla="*/ 2147483647 w 4934"/>
                <a:gd name="T69" fmla="*/ 2147483647 h 204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4934"/>
                <a:gd name="T106" fmla="*/ 0 h 2047"/>
                <a:gd name="T107" fmla="*/ 4934 w 4934"/>
                <a:gd name="T108" fmla="*/ 2047 h 204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4934" h="2047">
                  <a:moveTo>
                    <a:pt x="2942" y="1869"/>
                  </a:moveTo>
                  <a:lnTo>
                    <a:pt x="3271" y="1894"/>
                  </a:lnTo>
                  <a:lnTo>
                    <a:pt x="3506" y="1956"/>
                  </a:lnTo>
                  <a:lnTo>
                    <a:pt x="3657" y="1962"/>
                  </a:lnTo>
                  <a:lnTo>
                    <a:pt x="3843" y="1986"/>
                  </a:lnTo>
                  <a:lnTo>
                    <a:pt x="3975" y="1986"/>
                  </a:lnTo>
                  <a:lnTo>
                    <a:pt x="4107" y="1979"/>
                  </a:lnTo>
                  <a:lnTo>
                    <a:pt x="4219" y="1956"/>
                  </a:lnTo>
                  <a:lnTo>
                    <a:pt x="4323" y="1924"/>
                  </a:lnTo>
                  <a:lnTo>
                    <a:pt x="4473" y="1906"/>
                  </a:lnTo>
                  <a:lnTo>
                    <a:pt x="4577" y="1894"/>
                  </a:lnTo>
                  <a:lnTo>
                    <a:pt x="4624" y="1888"/>
                  </a:lnTo>
                  <a:lnTo>
                    <a:pt x="4783" y="1906"/>
                  </a:lnTo>
                  <a:lnTo>
                    <a:pt x="4934" y="1906"/>
                  </a:lnTo>
                  <a:lnTo>
                    <a:pt x="4934" y="735"/>
                  </a:lnTo>
                  <a:lnTo>
                    <a:pt x="4839" y="661"/>
                  </a:lnTo>
                  <a:lnTo>
                    <a:pt x="4727" y="564"/>
                  </a:lnTo>
                  <a:lnTo>
                    <a:pt x="4577" y="466"/>
                  </a:lnTo>
                  <a:lnTo>
                    <a:pt x="4369" y="374"/>
                  </a:lnTo>
                  <a:lnTo>
                    <a:pt x="4247" y="319"/>
                  </a:lnTo>
                  <a:lnTo>
                    <a:pt x="4173" y="288"/>
                  </a:lnTo>
                  <a:lnTo>
                    <a:pt x="4088" y="264"/>
                  </a:lnTo>
                  <a:lnTo>
                    <a:pt x="4013" y="245"/>
                  </a:lnTo>
                  <a:lnTo>
                    <a:pt x="3881" y="239"/>
                  </a:lnTo>
                  <a:lnTo>
                    <a:pt x="3787" y="239"/>
                  </a:lnTo>
                  <a:lnTo>
                    <a:pt x="3721" y="239"/>
                  </a:lnTo>
                  <a:lnTo>
                    <a:pt x="3534" y="233"/>
                  </a:lnTo>
                  <a:lnTo>
                    <a:pt x="3346" y="196"/>
                  </a:lnTo>
                  <a:lnTo>
                    <a:pt x="3224" y="165"/>
                  </a:lnTo>
                  <a:lnTo>
                    <a:pt x="3102" y="153"/>
                  </a:lnTo>
                  <a:lnTo>
                    <a:pt x="2895" y="147"/>
                  </a:lnTo>
                  <a:lnTo>
                    <a:pt x="2744" y="141"/>
                  </a:lnTo>
                  <a:lnTo>
                    <a:pt x="2622" y="110"/>
                  </a:lnTo>
                  <a:lnTo>
                    <a:pt x="2519" y="86"/>
                  </a:lnTo>
                  <a:lnTo>
                    <a:pt x="2428" y="73"/>
                  </a:lnTo>
                  <a:lnTo>
                    <a:pt x="2226" y="30"/>
                  </a:lnTo>
                  <a:lnTo>
                    <a:pt x="2142" y="12"/>
                  </a:lnTo>
                  <a:lnTo>
                    <a:pt x="2001" y="0"/>
                  </a:lnTo>
                  <a:lnTo>
                    <a:pt x="1851" y="18"/>
                  </a:lnTo>
                  <a:lnTo>
                    <a:pt x="1671" y="55"/>
                  </a:lnTo>
                  <a:lnTo>
                    <a:pt x="1512" y="91"/>
                  </a:lnTo>
                  <a:lnTo>
                    <a:pt x="1184" y="165"/>
                  </a:lnTo>
                  <a:lnTo>
                    <a:pt x="1024" y="190"/>
                  </a:lnTo>
                  <a:lnTo>
                    <a:pt x="817" y="239"/>
                  </a:lnTo>
                  <a:lnTo>
                    <a:pt x="695" y="270"/>
                  </a:lnTo>
                  <a:lnTo>
                    <a:pt x="544" y="313"/>
                  </a:lnTo>
                  <a:lnTo>
                    <a:pt x="460" y="350"/>
                  </a:lnTo>
                  <a:lnTo>
                    <a:pt x="356" y="417"/>
                  </a:lnTo>
                  <a:lnTo>
                    <a:pt x="290" y="478"/>
                  </a:lnTo>
                  <a:lnTo>
                    <a:pt x="210" y="508"/>
                  </a:lnTo>
                  <a:lnTo>
                    <a:pt x="140" y="551"/>
                  </a:lnTo>
                  <a:lnTo>
                    <a:pt x="93" y="600"/>
                  </a:lnTo>
                  <a:lnTo>
                    <a:pt x="52" y="639"/>
                  </a:lnTo>
                  <a:lnTo>
                    <a:pt x="9" y="698"/>
                  </a:lnTo>
                  <a:lnTo>
                    <a:pt x="0" y="741"/>
                  </a:lnTo>
                  <a:lnTo>
                    <a:pt x="0" y="1999"/>
                  </a:lnTo>
                  <a:lnTo>
                    <a:pt x="178" y="2035"/>
                  </a:lnTo>
                  <a:lnTo>
                    <a:pt x="328" y="2035"/>
                  </a:lnTo>
                  <a:lnTo>
                    <a:pt x="460" y="2042"/>
                  </a:lnTo>
                  <a:lnTo>
                    <a:pt x="554" y="2047"/>
                  </a:lnTo>
                  <a:lnTo>
                    <a:pt x="648" y="2042"/>
                  </a:lnTo>
                  <a:lnTo>
                    <a:pt x="760" y="2035"/>
                  </a:lnTo>
                  <a:lnTo>
                    <a:pt x="855" y="2016"/>
                  </a:lnTo>
                  <a:lnTo>
                    <a:pt x="996" y="1992"/>
                  </a:lnTo>
                  <a:lnTo>
                    <a:pt x="1099" y="1973"/>
                  </a:lnTo>
                  <a:lnTo>
                    <a:pt x="1193" y="1962"/>
                  </a:lnTo>
                  <a:lnTo>
                    <a:pt x="1305" y="1930"/>
                  </a:lnTo>
                  <a:lnTo>
                    <a:pt x="1446" y="1888"/>
                  </a:lnTo>
                  <a:lnTo>
                    <a:pt x="1587" y="1881"/>
                  </a:lnTo>
                  <a:lnTo>
                    <a:pt x="1756" y="1869"/>
                  </a:lnTo>
                  <a:lnTo>
                    <a:pt x="2942" y="1869"/>
                  </a:lnTo>
                  <a:close/>
                </a:path>
              </a:pathLst>
            </a:custGeom>
            <a:solidFill>
              <a:srgbClr val="A05000"/>
            </a:solidFill>
            <a:ln w="9525">
              <a:noFill/>
              <a:round/>
              <a:headEnd/>
              <a:tailEnd/>
            </a:ln>
          </p:spPr>
          <p:txBody>
            <a:bodyPr/>
            <a:lstStyle/>
            <a:p>
              <a:endParaRPr lang="nl-BE"/>
            </a:p>
          </p:txBody>
        </p:sp>
        <p:sp>
          <p:nvSpPr>
            <p:cNvPr id="42003" name="Freeform 3"/>
            <p:cNvSpPr>
              <a:spLocks/>
            </p:cNvSpPr>
            <p:nvPr/>
          </p:nvSpPr>
          <p:spPr bwMode="auto">
            <a:xfrm>
              <a:off x="7148513" y="1620838"/>
              <a:ext cx="1339850" cy="1311275"/>
            </a:xfrm>
            <a:custGeom>
              <a:avLst/>
              <a:gdLst>
                <a:gd name="T0" fmla="*/ 2147483647 w 844"/>
                <a:gd name="T1" fmla="*/ 2147483647 h 826"/>
                <a:gd name="T2" fmla="*/ 2147483647 w 844"/>
                <a:gd name="T3" fmla="*/ 2147483647 h 826"/>
                <a:gd name="T4" fmla="*/ 2147483647 w 844"/>
                <a:gd name="T5" fmla="*/ 2147483647 h 826"/>
                <a:gd name="T6" fmla="*/ 2147483647 w 844"/>
                <a:gd name="T7" fmla="*/ 2147483647 h 826"/>
                <a:gd name="T8" fmla="*/ 2147483647 w 844"/>
                <a:gd name="T9" fmla="*/ 2147483647 h 826"/>
                <a:gd name="T10" fmla="*/ 2147483647 w 844"/>
                <a:gd name="T11" fmla="*/ 2147483647 h 826"/>
                <a:gd name="T12" fmla="*/ 2147483647 w 844"/>
                <a:gd name="T13" fmla="*/ 2147483647 h 826"/>
                <a:gd name="T14" fmla="*/ 0 w 844"/>
                <a:gd name="T15" fmla="*/ 0 h 826"/>
                <a:gd name="T16" fmla="*/ 2147483647 w 844"/>
                <a:gd name="T17" fmla="*/ 2147483647 h 826"/>
                <a:gd name="T18" fmla="*/ 2147483647 w 844"/>
                <a:gd name="T19" fmla="*/ 2147483647 h 826"/>
                <a:gd name="T20" fmla="*/ 2147483647 w 844"/>
                <a:gd name="T21" fmla="*/ 2147483647 h 826"/>
                <a:gd name="T22" fmla="*/ 2147483647 w 844"/>
                <a:gd name="T23" fmla="*/ 2147483647 h 826"/>
                <a:gd name="T24" fmla="*/ 2147483647 w 844"/>
                <a:gd name="T25" fmla="*/ 2147483647 h 826"/>
                <a:gd name="T26" fmla="*/ 2147483647 w 844"/>
                <a:gd name="T27" fmla="*/ 2147483647 h 826"/>
                <a:gd name="T28" fmla="*/ 2147483647 w 844"/>
                <a:gd name="T29" fmla="*/ 2147483647 h 826"/>
                <a:gd name="T30" fmla="*/ 2147483647 w 844"/>
                <a:gd name="T31" fmla="*/ 2147483647 h 826"/>
                <a:gd name="T32" fmla="*/ 2147483647 w 844"/>
                <a:gd name="T33" fmla="*/ 2147483647 h 826"/>
                <a:gd name="T34" fmla="*/ 2147483647 w 844"/>
                <a:gd name="T35" fmla="*/ 2147483647 h 826"/>
                <a:gd name="T36" fmla="*/ 2147483647 w 844"/>
                <a:gd name="T37" fmla="*/ 2147483647 h 826"/>
                <a:gd name="T38" fmla="*/ 2147483647 w 844"/>
                <a:gd name="T39" fmla="*/ 2147483647 h 826"/>
                <a:gd name="T40" fmla="*/ 2147483647 w 844"/>
                <a:gd name="T41" fmla="*/ 2147483647 h 826"/>
                <a:gd name="T42" fmla="*/ 2147483647 w 844"/>
                <a:gd name="T43" fmla="*/ 2147483647 h 826"/>
                <a:gd name="T44" fmla="*/ 2147483647 w 844"/>
                <a:gd name="T45" fmla="*/ 2147483647 h 826"/>
                <a:gd name="T46" fmla="*/ 2147483647 w 844"/>
                <a:gd name="T47" fmla="*/ 2147483647 h 82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844"/>
                <a:gd name="T73" fmla="*/ 0 h 826"/>
                <a:gd name="T74" fmla="*/ 844 w 844"/>
                <a:gd name="T75" fmla="*/ 826 h 82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844" h="826">
                  <a:moveTo>
                    <a:pt x="844" y="471"/>
                  </a:moveTo>
                  <a:lnTo>
                    <a:pt x="749" y="397"/>
                  </a:lnTo>
                  <a:lnTo>
                    <a:pt x="637" y="300"/>
                  </a:lnTo>
                  <a:lnTo>
                    <a:pt x="488" y="202"/>
                  </a:lnTo>
                  <a:lnTo>
                    <a:pt x="280" y="110"/>
                  </a:lnTo>
                  <a:lnTo>
                    <a:pt x="159" y="55"/>
                  </a:lnTo>
                  <a:lnTo>
                    <a:pt x="85" y="24"/>
                  </a:lnTo>
                  <a:lnTo>
                    <a:pt x="0" y="0"/>
                  </a:lnTo>
                  <a:lnTo>
                    <a:pt x="99" y="93"/>
                  </a:lnTo>
                  <a:lnTo>
                    <a:pt x="181" y="107"/>
                  </a:lnTo>
                  <a:lnTo>
                    <a:pt x="241" y="201"/>
                  </a:lnTo>
                  <a:lnTo>
                    <a:pt x="423" y="274"/>
                  </a:lnTo>
                  <a:lnTo>
                    <a:pt x="356" y="274"/>
                  </a:lnTo>
                  <a:lnTo>
                    <a:pt x="471" y="369"/>
                  </a:lnTo>
                  <a:lnTo>
                    <a:pt x="410" y="436"/>
                  </a:lnTo>
                  <a:lnTo>
                    <a:pt x="532" y="429"/>
                  </a:lnTo>
                  <a:lnTo>
                    <a:pt x="572" y="504"/>
                  </a:lnTo>
                  <a:lnTo>
                    <a:pt x="599" y="557"/>
                  </a:lnTo>
                  <a:lnTo>
                    <a:pt x="653" y="571"/>
                  </a:lnTo>
                  <a:lnTo>
                    <a:pt x="707" y="551"/>
                  </a:lnTo>
                  <a:lnTo>
                    <a:pt x="747" y="591"/>
                  </a:lnTo>
                  <a:lnTo>
                    <a:pt x="761" y="678"/>
                  </a:lnTo>
                  <a:lnTo>
                    <a:pt x="842" y="826"/>
                  </a:lnTo>
                  <a:lnTo>
                    <a:pt x="844" y="471"/>
                  </a:lnTo>
                  <a:close/>
                </a:path>
              </a:pathLst>
            </a:custGeom>
            <a:solidFill>
              <a:srgbClr val="402000"/>
            </a:solidFill>
            <a:ln w="9525">
              <a:noFill/>
              <a:round/>
              <a:headEnd/>
              <a:tailEnd/>
            </a:ln>
          </p:spPr>
          <p:txBody>
            <a:bodyPr/>
            <a:lstStyle/>
            <a:p>
              <a:endParaRPr lang="nl-BE"/>
            </a:p>
          </p:txBody>
        </p:sp>
        <p:sp>
          <p:nvSpPr>
            <p:cNvPr id="42004" name="Freeform 4"/>
            <p:cNvSpPr>
              <a:spLocks/>
            </p:cNvSpPr>
            <p:nvPr/>
          </p:nvSpPr>
          <p:spPr bwMode="auto">
            <a:xfrm>
              <a:off x="5402263" y="1439863"/>
              <a:ext cx="852487" cy="595312"/>
            </a:xfrm>
            <a:custGeom>
              <a:avLst/>
              <a:gdLst>
                <a:gd name="T0" fmla="*/ 2147483647 w 537"/>
                <a:gd name="T1" fmla="*/ 2147483647 h 375"/>
                <a:gd name="T2" fmla="*/ 2147483647 w 537"/>
                <a:gd name="T3" fmla="*/ 2147483647 h 375"/>
                <a:gd name="T4" fmla="*/ 2147483647 w 537"/>
                <a:gd name="T5" fmla="*/ 2147483647 h 375"/>
                <a:gd name="T6" fmla="*/ 2147483647 w 537"/>
                <a:gd name="T7" fmla="*/ 2147483647 h 375"/>
                <a:gd name="T8" fmla="*/ 2147483647 w 537"/>
                <a:gd name="T9" fmla="*/ 2147483647 h 375"/>
                <a:gd name="T10" fmla="*/ 2147483647 w 537"/>
                <a:gd name="T11" fmla="*/ 2147483647 h 375"/>
                <a:gd name="T12" fmla="*/ 2147483647 w 537"/>
                <a:gd name="T13" fmla="*/ 2147483647 h 375"/>
                <a:gd name="T14" fmla="*/ 0 w 537"/>
                <a:gd name="T15" fmla="*/ 2147483647 h 375"/>
                <a:gd name="T16" fmla="*/ 2147483647 w 537"/>
                <a:gd name="T17" fmla="*/ 2147483647 h 375"/>
                <a:gd name="T18" fmla="*/ 2147483647 w 537"/>
                <a:gd name="T19" fmla="*/ 2147483647 h 375"/>
                <a:gd name="T20" fmla="*/ 2147483647 w 537"/>
                <a:gd name="T21" fmla="*/ 2147483647 h 375"/>
                <a:gd name="T22" fmla="*/ 2147483647 w 537"/>
                <a:gd name="T23" fmla="*/ 2147483647 h 375"/>
                <a:gd name="T24" fmla="*/ 2147483647 w 537"/>
                <a:gd name="T25" fmla="*/ 2147483647 h 375"/>
                <a:gd name="T26" fmla="*/ 2147483647 w 537"/>
                <a:gd name="T27" fmla="*/ 2147483647 h 375"/>
                <a:gd name="T28" fmla="*/ 2147483647 w 537"/>
                <a:gd name="T29" fmla="*/ 2147483647 h 375"/>
                <a:gd name="T30" fmla="*/ 0 w 537"/>
                <a:gd name="T31" fmla="*/ 2147483647 h 375"/>
                <a:gd name="T32" fmla="*/ 2147483647 w 537"/>
                <a:gd name="T33" fmla="*/ 0 h 375"/>
                <a:gd name="T34" fmla="*/ 2147483647 w 537"/>
                <a:gd name="T35" fmla="*/ 2147483647 h 375"/>
                <a:gd name="T36" fmla="*/ 2147483647 w 537"/>
                <a:gd name="T37" fmla="*/ 2147483647 h 37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537"/>
                <a:gd name="T58" fmla="*/ 0 h 375"/>
                <a:gd name="T59" fmla="*/ 537 w 537"/>
                <a:gd name="T60" fmla="*/ 375 h 37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537" h="375">
                  <a:moveTo>
                    <a:pt x="218" y="18"/>
                  </a:moveTo>
                  <a:lnTo>
                    <a:pt x="360" y="53"/>
                  </a:lnTo>
                  <a:lnTo>
                    <a:pt x="537" y="83"/>
                  </a:lnTo>
                  <a:lnTo>
                    <a:pt x="325" y="153"/>
                  </a:lnTo>
                  <a:lnTo>
                    <a:pt x="228" y="204"/>
                  </a:lnTo>
                  <a:lnTo>
                    <a:pt x="137" y="264"/>
                  </a:lnTo>
                  <a:lnTo>
                    <a:pt x="112" y="294"/>
                  </a:lnTo>
                  <a:lnTo>
                    <a:pt x="0" y="375"/>
                  </a:lnTo>
                  <a:lnTo>
                    <a:pt x="36" y="284"/>
                  </a:lnTo>
                  <a:lnTo>
                    <a:pt x="16" y="209"/>
                  </a:lnTo>
                  <a:lnTo>
                    <a:pt x="72" y="204"/>
                  </a:lnTo>
                  <a:lnTo>
                    <a:pt x="97" y="158"/>
                  </a:lnTo>
                  <a:lnTo>
                    <a:pt x="21" y="118"/>
                  </a:lnTo>
                  <a:lnTo>
                    <a:pt x="102" y="83"/>
                  </a:lnTo>
                  <a:lnTo>
                    <a:pt x="82" y="43"/>
                  </a:lnTo>
                  <a:lnTo>
                    <a:pt x="0" y="3"/>
                  </a:lnTo>
                  <a:lnTo>
                    <a:pt x="88" y="0"/>
                  </a:lnTo>
                  <a:lnTo>
                    <a:pt x="152" y="8"/>
                  </a:lnTo>
                  <a:lnTo>
                    <a:pt x="218" y="18"/>
                  </a:lnTo>
                  <a:close/>
                </a:path>
              </a:pathLst>
            </a:custGeom>
            <a:solidFill>
              <a:srgbClr val="603000"/>
            </a:solidFill>
            <a:ln w="9525">
              <a:noFill/>
              <a:round/>
              <a:headEnd/>
              <a:tailEnd/>
            </a:ln>
          </p:spPr>
          <p:txBody>
            <a:bodyPr/>
            <a:lstStyle/>
            <a:p>
              <a:endParaRPr lang="nl-BE"/>
            </a:p>
          </p:txBody>
        </p:sp>
        <p:sp>
          <p:nvSpPr>
            <p:cNvPr id="42005" name="Freeform 5"/>
            <p:cNvSpPr>
              <a:spLocks/>
            </p:cNvSpPr>
            <p:nvPr/>
          </p:nvSpPr>
          <p:spPr bwMode="auto">
            <a:xfrm>
              <a:off x="4305300" y="1331913"/>
              <a:ext cx="708025" cy="646112"/>
            </a:xfrm>
            <a:custGeom>
              <a:avLst/>
              <a:gdLst>
                <a:gd name="T0" fmla="*/ 2147483647 w 446"/>
                <a:gd name="T1" fmla="*/ 2147483647 h 407"/>
                <a:gd name="T2" fmla="*/ 2147483647 w 446"/>
                <a:gd name="T3" fmla="*/ 2147483647 h 407"/>
                <a:gd name="T4" fmla="*/ 2147483647 w 446"/>
                <a:gd name="T5" fmla="*/ 0 h 407"/>
                <a:gd name="T6" fmla="*/ 2147483647 w 446"/>
                <a:gd name="T7" fmla="*/ 0 h 407"/>
                <a:gd name="T8" fmla="*/ 2147483647 w 446"/>
                <a:gd name="T9" fmla="*/ 2147483647 h 407"/>
                <a:gd name="T10" fmla="*/ 2147483647 w 446"/>
                <a:gd name="T11" fmla="*/ 2147483647 h 407"/>
                <a:gd name="T12" fmla="*/ 2147483647 w 446"/>
                <a:gd name="T13" fmla="*/ 2147483647 h 407"/>
                <a:gd name="T14" fmla="*/ 2147483647 w 446"/>
                <a:gd name="T15" fmla="*/ 2147483647 h 407"/>
                <a:gd name="T16" fmla="*/ 2147483647 w 446"/>
                <a:gd name="T17" fmla="*/ 2147483647 h 407"/>
                <a:gd name="T18" fmla="*/ 2147483647 w 446"/>
                <a:gd name="T19" fmla="*/ 2147483647 h 407"/>
                <a:gd name="T20" fmla="*/ 2147483647 w 446"/>
                <a:gd name="T21" fmla="*/ 2147483647 h 407"/>
                <a:gd name="T22" fmla="*/ 2147483647 w 446"/>
                <a:gd name="T23" fmla="*/ 2147483647 h 407"/>
                <a:gd name="T24" fmla="*/ 2147483647 w 446"/>
                <a:gd name="T25" fmla="*/ 2147483647 h 407"/>
                <a:gd name="T26" fmla="*/ 2147483647 w 446"/>
                <a:gd name="T27" fmla="*/ 2147483647 h 407"/>
                <a:gd name="T28" fmla="*/ 0 w 446"/>
                <a:gd name="T29" fmla="*/ 2147483647 h 407"/>
                <a:gd name="T30" fmla="*/ 2147483647 w 446"/>
                <a:gd name="T31" fmla="*/ 2147483647 h 407"/>
                <a:gd name="T32" fmla="*/ 2147483647 w 446"/>
                <a:gd name="T33" fmla="*/ 2147483647 h 407"/>
                <a:gd name="T34" fmla="*/ 2147483647 w 446"/>
                <a:gd name="T35" fmla="*/ 2147483647 h 407"/>
                <a:gd name="T36" fmla="*/ 2147483647 w 446"/>
                <a:gd name="T37" fmla="*/ 2147483647 h 407"/>
                <a:gd name="T38" fmla="*/ 2147483647 w 446"/>
                <a:gd name="T39" fmla="*/ 2147483647 h 407"/>
                <a:gd name="T40" fmla="*/ 2147483647 w 446"/>
                <a:gd name="T41" fmla="*/ 2147483647 h 407"/>
                <a:gd name="T42" fmla="*/ 2147483647 w 446"/>
                <a:gd name="T43" fmla="*/ 2147483647 h 407"/>
                <a:gd name="T44" fmla="*/ 2147483647 w 446"/>
                <a:gd name="T45" fmla="*/ 2147483647 h 407"/>
                <a:gd name="T46" fmla="*/ 2147483647 w 446"/>
                <a:gd name="T47" fmla="*/ 2147483647 h 40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446"/>
                <a:gd name="T73" fmla="*/ 0 h 407"/>
                <a:gd name="T74" fmla="*/ 446 w 446"/>
                <a:gd name="T75" fmla="*/ 407 h 407"/>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446" h="407">
                  <a:moveTo>
                    <a:pt x="446" y="65"/>
                  </a:moveTo>
                  <a:lnTo>
                    <a:pt x="326" y="28"/>
                  </a:lnTo>
                  <a:lnTo>
                    <a:pt x="186" y="0"/>
                  </a:lnTo>
                  <a:lnTo>
                    <a:pt x="126" y="0"/>
                  </a:lnTo>
                  <a:lnTo>
                    <a:pt x="146" y="40"/>
                  </a:lnTo>
                  <a:lnTo>
                    <a:pt x="188" y="40"/>
                  </a:lnTo>
                  <a:lnTo>
                    <a:pt x="172" y="96"/>
                  </a:lnTo>
                  <a:lnTo>
                    <a:pt x="228" y="91"/>
                  </a:lnTo>
                  <a:lnTo>
                    <a:pt x="182" y="120"/>
                  </a:lnTo>
                  <a:lnTo>
                    <a:pt x="136" y="176"/>
                  </a:lnTo>
                  <a:lnTo>
                    <a:pt x="177" y="171"/>
                  </a:lnTo>
                  <a:lnTo>
                    <a:pt x="86" y="247"/>
                  </a:lnTo>
                  <a:lnTo>
                    <a:pt x="141" y="221"/>
                  </a:lnTo>
                  <a:lnTo>
                    <a:pt x="106" y="257"/>
                  </a:lnTo>
                  <a:lnTo>
                    <a:pt x="0" y="326"/>
                  </a:lnTo>
                  <a:lnTo>
                    <a:pt x="50" y="326"/>
                  </a:lnTo>
                  <a:lnTo>
                    <a:pt x="20" y="367"/>
                  </a:lnTo>
                  <a:lnTo>
                    <a:pt x="30" y="407"/>
                  </a:lnTo>
                  <a:lnTo>
                    <a:pt x="86" y="352"/>
                  </a:lnTo>
                  <a:lnTo>
                    <a:pt x="136" y="272"/>
                  </a:lnTo>
                  <a:lnTo>
                    <a:pt x="259" y="231"/>
                  </a:lnTo>
                  <a:lnTo>
                    <a:pt x="284" y="171"/>
                  </a:lnTo>
                  <a:lnTo>
                    <a:pt x="349" y="96"/>
                  </a:lnTo>
                  <a:lnTo>
                    <a:pt x="446" y="65"/>
                  </a:lnTo>
                  <a:close/>
                </a:path>
              </a:pathLst>
            </a:custGeom>
            <a:solidFill>
              <a:srgbClr val="603000"/>
            </a:solidFill>
            <a:ln w="9525">
              <a:noFill/>
              <a:round/>
              <a:headEnd/>
              <a:tailEnd/>
            </a:ln>
          </p:spPr>
          <p:txBody>
            <a:bodyPr/>
            <a:lstStyle/>
            <a:p>
              <a:endParaRPr lang="nl-BE"/>
            </a:p>
          </p:txBody>
        </p:sp>
        <p:sp>
          <p:nvSpPr>
            <p:cNvPr id="42006" name="Freeform 6"/>
            <p:cNvSpPr>
              <a:spLocks/>
            </p:cNvSpPr>
            <p:nvPr/>
          </p:nvSpPr>
          <p:spPr bwMode="auto">
            <a:xfrm>
              <a:off x="2271713" y="1465263"/>
              <a:ext cx="1116012" cy="787400"/>
            </a:xfrm>
            <a:custGeom>
              <a:avLst/>
              <a:gdLst>
                <a:gd name="T0" fmla="*/ 2147483647 w 703"/>
                <a:gd name="T1" fmla="*/ 0 h 496"/>
                <a:gd name="T2" fmla="*/ 2147483647 w 703"/>
                <a:gd name="T3" fmla="*/ 2147483647 h 496"/>
                <a:gd name="T4" fmla="*/ 2147483647 w 703"/>
                <a:gd name="T5" fmla="*/ 2147483647 h 496"/>
                <a:gd name="T6" fmla="*/ 2147483647 w 703"/>
                <a:gd name="T7" fmla="*/ 2147483647 h 496"/>
                <a:gd name="T8" fmla="*/ 2147483647 w 703"/>
                <a:gd name="T9" fmla="*/ 2147483647 h 496"/>
                <a:gd name="T10" fmla="*/ 2147483647 w 703"/>
                <a:gd name="T11" fmla="*/ 2147483647 h 496"/>
                <a:gd name="T12" fmla="*/ 2147483647 w 703"/>
                <a:gd name="T13" fmla="*/ 2147483647 h 496"/>
                <a:gd name="T14" fmla="*/ 2147483647 w 703"/>
                <a:gd name="T15" fmla="*/ 2147483647 h 496"/>
                <a:gd name="T16" fmla="*/ 2147483647 w 703"/>
                <a:gd name="T17" fmla="*/ 2147483647 h 496"/>
                <a:gd name="T18" fmla="*/ 2147483647 w 703"/>
                <a:gd name="T19" fmla="*/ 2147483647 h 496"/>
                <a:gd name="T20" fmla="*/ 2147483647 w 703"/>
                <a:gd name="T21" fmla="*/ 2147483647 h 496"/>
                <a:gd name="T22" fmla="*/ 2147483647 w 703"/>
                <a:gd name="T23" fmla="*/ 2147483647 h 496"/>
                <a:gd name="T24" fmla="*/ 2147483647 w 703"/>
                <a:gd name="T25" fmla="*/ 2147483647 h 496"/>
                <a:gd name="T26" fmla="*/ 2147483647 w 703"/>
                <a:gd name="T27" fmla="*/ 2147483647 h 496"/>
                <a:gd name="T28" fmla="*/ 2147483647 w 703"/>
                <a:gd name="T29" fmla="*/ 2147483647 h 496"/>
                <a:gd name="T30" fmla="*/ 2147483647 w 703"/>
                <a:gd name="T31" fmla="*/ 2147483647 h 496"/>
                <a:gd name="T32" fmla="*/ 2147483647 w 703"/>
                <a:gd name="T33" fmla="*/ 2147483647 h 496"/>
                <a:gd name="T34" fmla="*/ 2147483647 w 703"/>
                <a:gd name="T35" fmla="*/ 2147483647 h 496"/>
                <a:gd name="T36" fmla="*/ 0 w 703"/>
                <a:gd name="T37" fmla="*/ 2147483647 h 496"/>
                <a:gd name="T38" fmla="*/ 2147483647 w 703"/>
                <a:gd name="T39" fmla="*/ 2147483647 h 496"/>
                <a:gd name="T40" fmla="*/ 2147483647 w 703"/>
                <a:gd name="T41" fmla="*/ 0 h 49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03"/>
                <a:gd name="T64" fmla="*/ 0 h 496"/>
                <a:gd name="T65" fmla="*/ 703 w 703"/>
                <a:gd name="T66" fmla="*/ 496 h 49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03" h="496">
                  <a:moveTo>
                    <a:pt x="161" y="0"/>
                  </a:moveTo>
                  <a:lnTo>
                    <a:pt x="311" y="73"/>
                  </a:lnTo>
                  <a:lnTo>
                    <a:pt x="440" y="167"/>
                  </a:lnTo>
                  <a:lnTo>
                    <a:pt x="540" y="254"/>
                  </a:lnTo>
                  <a:lnTo>
                    <a:pt x="628" y="375"/>
                  </a:lnTo>
                  <a:lnTo>
                    <a:pt x="703" y="496"/>
                  </a:lnTo>
                  <a:lnTo>
                    <a:pt x="474" y="402"/>
                  </a:lnTo>
                  <a:lnTo>
                    <a:pt x="547" y="362"/>
                  </a:lnTo>
                  <a:lnTo>
                    <a:pt x="460" y="302"/>
                  </a:lnTo>
                  <a:lnTo>
                    <a:pt x="494" y="281"/>
                  </a:lnTo>
                  <a:lnTo>
                    <a:pt x="318" y="268"/>
                  </a:lnTo>
                  <a:lnTo>
                    <a:pt x="413" y="221"/>
                  </a:lnTo>
                  <a:lnTo>
                    <a:pt x="291" y="187"/>
                  </a:lnTo>
                  <a:lnTo>
                    <a:pt x="345" y="160"/>
                  </a:lnTo>
                  <a:lnTo>
                    <a:pt x="203" y="133"/>
                  </a:lnTo>
                  <a:lnTo>
                    <a:pt x="270" y="87"/>
                  </a:lnTo>
                  <a:lnTo>
                    <a:pt x="138" y="66"/>
                  </a:lnTo>
                  <a:lnTo>
                    <a:pt x="61" y="80"/>
                  </a:lnTo>
                  <a:lnTo>
                    <a:pt x="0" y="48"/>
                  </a:lnTo>
                  <a:lnTo>
                    <a:pt x="57" y="17"/>
                  </a:lnTo>
                  <a:lnTo>
                    <a:pt x="161" y="0"/>
                  </a:lnTo>
                  <a:close/>
                </a:path>
              </a:pathLst>
            </a:custGeom>
            <a:solidFill>
              <a:srgbClr val="603000"/>
            </a:solidFill>
            <a:ln w="9525">
              <a:noFill/>
              <a:round/>
              <a:headEnd/>
              <a:tailEnd/>
            </a:ln>
          </p:spPr>
          <p:txBody>
            <a:bodyPr/>
            <a:lstStyle/>
            <a:p>
              <a:endParaRPr lang="nl-BE"/>
            </a:p>
          </p:txBody>
        </p:sp>
        <p:sp>
          <p:nvSpPr>
            <p:cNvPr id="42007" name="Freeform 7"/>
            <p:cNvSpPr>
              <a:spLocks/>
            </p:cNvSpPr>
            <p:nvPr/>
          </p:nvSpPr>
          <p:spPr bwMode="auto">
            <a:xfrm>
              <a:off x="984250" y="1963738"/>
              <a:ext cx="1031875" cy="695325"/>
            </a:xfrm>
            <a:custGeom>
              <a:avLst/>
              <a:gdLst>
                <a:gd name="T0" fmla="*/ 0 w 650"/>
                <a:gd name="T1" fmla="*/ 2147483647 h 438"/>
                <a:gd name="T2" fmla="*/ 2147483647 w 650"/>
                <a:gd name="T3" fmla="*/ 2147483647 h 438"/>
                <a:gd name="T4" fmla="*/ 2147483647 w 650"/>
                <a:gd name="T5" fmla="*/ 0 h 438"/>
                <a:gd name="T6" fmla="*/ 2147483647 w 650"/>
                <a:gd name="T7" fmla="*/ 0 h 438"/>
                <a:gd name="T8" fmla="*/ 2147483647 w 650"/>
                <a:gd name="T9" fmla="*/ 2147483647 h 438"/>
                <a:gd name="T10" fmla="*/ 2147483647 w 650"/>
                <a:gd name="T11" fmla="*/ 2147483647 h 438"/>
                <a:gd name="T12" fmla="*/ 2147483647 w 650"/>
                <a:gd name="T13" fmla="*/ 2147483647 h 438"/>
                <a:gd name="T14" fmla="*/ 2147483647 w 650"/>
                <a:gd name="T15" fmla="*/ 2147483647 h 438"/>
                <a:gd name="T16" fmla="*/ 2147483647 w 650"/>
                <a:gd name="T17" fmla="*/ 2147483647 h 438"/>
                <a:gd name="T18" fmla="*/ 2147483647 w 650"/>
                <a:gd name="T19" fmla="*/ 2147483647 h 438"/>
                <a:gd name="T20" fmla="*/ 2147483647 w 650"/>
                <a:gd name="T21" fmla="*/ 2147483647 h 438"/>
                <a:gd name="T22" fmla="*/ 2147483647 w 650"/>
                <a:gd name="T23" fmla="*/ 2147483647 h 438"/>
                <a:gd name="T24" fmla="*/ 2147483647 w 650"/>
                <a:gd name="T25" fmla="*/ 2147483647 h 438"/>
                <a:gd name="T26" fmla="*/ 2147483647 w 650"/>
                <a:gd name="T27" fmla="*/ 2147483647 h 438"/>
                <a:gd name="T28" fmla="*/ 2147483647 w 650"/>
                <a:gd name="T29" fmla="*/ 2147483647 h 438"/>
                <a:gd name="T30" fmla="*/ 2147483647 w 650"/>
                <a:gd name="T31" fmla="*/ 2147483647 h 438"/>
                <a:gd name="T32" fmla="*/ 2147483647 w 650"/>
                <a:gd name="T33" fmla="*/ 2147483647 h 438"/>
                <a:gd name="T34" fmla="*/ 2147483647 w 650"/>
                <a:gd name="T35" fmla="*/ 2147483647 h 438"/>
                <a:gd name="T36" fmla="*/ 2147483647 w 650"/>
                <a:gd name="T37" fmla="*/ 2147483647 h 438"/>
                <a:gd name="T38" fmla="*/ 2147483647 w 650"/>
                <a:gd name="T39" fmla="*/ 2147483647 h 438"/>
                <a:gd name="T40" fmla="*/ 2147483647 w 650"/>
                <a:gd name="T41" fmla="*/ 2147483647 h 438"/>
                <a:gd name="T42" fmla="*/ 2147483647 w 650"/>
                <a:gd name="T43" fmla="*/ 2147483647 h 438"/>
                <a:gd name="T44" fmla="*/ 2147483647 w 650"/>
                <a:gd name="T45" fmla="*/ 2147483647 h 438"/>
                <a:gd name="T46" fmla="*/ 2147483647 w 650"/>
                <a:gd name="T47" fmla="*/ 2147483647 h 438"/>
                <a:gd name="T48" fmla="*/ 2147483647 w 650"/>
                <a:gd name="T49" fmla="*/ 2147483647 h 438"/>
                <a:gd name="T50" fmla="*/ 2147483647 w 650"/>
                <a:gd name="T51" fmla="*/ 2147483647 h 438"/>
                <a:gd name="T52" fmla="*/ 2147483647 w 650"/>
                <a:gd name="T53" fmla="*/ 2147483647 h 438"/>
                <a:gd name="T54" fmla="*/ 2147483647 w 650"/>
                <a:gd name="T55" fmla="*/ 2147483647 h 438"/>
                <a:gd name="T56" fmla="*/ 2147483647 w 650"/>
                <a:gd name="T57" fmla="*/ 2147483647 h 438"/>
                <a:gd name="T58" fmla="*/ 2147483647 w 650"/>
                <a:gd name="T59" fmla="*/ 2147483647 h 438"/>
                <a:gd name="T60" fmla="*/ 2147483647 w 650"/>
                <a:gd name="T61" fmla="*/ 2147483647 h 438"/>
                <a:gd name="T62" fmla="*/ 2147483647 w 650"/>
                <a:gd name="T63" fmla="*/ 2147483647 h 438"/>
                <a:gd name="T64" fmla="*/ 2147483647 w 650"/>
                <a:gd name="T65" fmla="*/ 2147483647 h 438"/>
                <a:gd name="T66" fmla="*/ 2147483647 w 650"/>
                <a:gd name="T67" fmla="*/ 2147483647 h 438"/>
                <a:gd name="T68" fmla="*/ 2147483647 w 650"/>
                <a:gd name="T69" fmla="*/ 2147483647 h 438"/>
                <a:gd name="T70" fmla="*/ 2147483647 w 650"/>
                <a:gd name="T71" fmla="*/ 2147483647 h 438"/>
                <a:gd name="T72" fmla="*/ 2147483647 w 650"/>
                <a:gd name="T73" fmla="*/ 2147483647 h 438"/>
                <a:gd name="T74" fmla="*/ 0 w 650"/>
                <a:gd name="T75" fmla="*/ 2147483647 h 43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650"/>
                <a:gd name="T115" fmla="*/ 0 h 438"/>
                <a:gd name="T116" fmla="*/ 650 w 650"/>
                <a:gd name="T117" fmla="*/ 438 h 438"/>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650" h="438">
                  <a:moveTo>
                    <a:pt x="0" y="31"/>
                  </a:moveTo>
                  <a:lnTo>
                    <a:pt x="35" y="16"/>
                  </a:lnTo>
                  <a:lnTo>
                    <a:pt x="78" y="0"/>
                  </a:lnTo>
                  <a:lnTo>
                    <a:pt x="114" y="0"/>
                  </a:lnTo>
                  <a:lnTo>
                    <a:pt x="152" y="10"/>
                  </a:lnTo>
                  <a:lnTo>
                    <a:pt x="207" y="33"/>
                  </a:lnTo>
                  <a:lnTo>
                    <a:pt x="268" y="86"/>
                  </a:lnTo>
                  <a:lnTo>
                    <a:pt x="344" y="128"/>
                  </a:lnTo>
                  <a:lnTo>
                    <a:pt x="420" y="171"/>
                  </a:lnTo>
                  <a:lnTo>
                    <a:pt x="466" y="217"/>
                  </a:lnTo>
                  <a:lnTo>
                    <a:pt x="498" y="260"/>
                  </a:lnTo>
                  <a:lnTo>
                    <a:pt x="567" y="332"/>
                  </a:lnTo>
                  <a:lnTo>
                    <a:pt x="617" y="390"/>
                  </a:lnTo>
                  <a:lnTo>
                    <a:pt x="650" y="438"/>
                  </a:lnTo>
                  <a:lnTo>
                    <a:pt x="610" y="436"/>
                  </a:lnTo>
                  <a:lnTo>
                    <a:pt x="567" y="403"/>
                  </a:lnTo>
                  <a:lnTo>
                    <a:pt x="584" y="383"/>
                  </a:lnTo>
                  <a:lnTo>
                    <a:pt x="526" y="362"/>
                  </a:lnTo>
                  <a:lnTo>
                    <a:pt x="536" y="350"/>
                  </a:lnTo>
                  <a:lnTo>
                    <a:pt x="490" y="335"/>
                  </a:lnTo>
                  <a:lnTo>
                    <a:pt x="500" y="303"/>
                  </a:lnTo>
                  <a:lnTo>
                    <a:pt x="446" y="288"/>
                  </a:lnTo>
                  <a:lnTo>
                    <a:pt x="446" y="255"/>
                  </a:lnTo>
                  <a:lnTo>
                    <a:pt x="369" y="242"/>
                  </a:lnTo>
                  <a:lnTo>
                    <a:pt x="420" y="219"/>
                  </a:lnTo>
                  <a:lnTo>
                    <a:pt x="357" y="202"/>
                  </a:lnTo>
                  <a:lnTo>
                    <a:pt x="349" y="164"/>
                  </a:lnTo>
                  <a:lnTo>
                    <a:pt x="250" y="161"/>
                  </a:lnTo>
                  <a:lnTo>
                    <a:pt x="291" y="126"/>
                  </a:lnTo>
                  <a:lnTo>
                    <a:pt x="207" y="123"/>
                  </a:lnTo>
                  <a:lnTo>
                    <a:pt x="222" y="99"/>
                  </a:lnTo>
                  <a:lnTo>
                    <a:pt x="119" y="86"/>
                  </a:lnTo>
                  <a:lnTo>
                    <a:pt x="162" y="56"/>
                  </a:lnTo>
                  <a:lnTo>
                    <a:pt x="91" y="33"/>
                  </a:lnTo>
                  <a:lnTo>
                    <a:pt x="99" y="16"/>
                  </a:lnTo>
                  <a:lnTo>
                    <a:pt x="33" y="48"/>
                  </a:lnTo>
                  <a:lnTo>
                    <a:pt x="38" y="31"/>
                  </a:lnTo>
                  <a:lnTo>
                    <a:pt x="0" y="31"/>
                  </a:lnTo>
                  <a:close/>
                </a:path>
              </a:pathLst>
            </a:custGeom>
            <a:solidFill>
              <a:srgbClr val="402000"/>
            </a:solidFill>
            <a:ln w="9525">
              <a:noFill/>
              <a:round/>
              <a:headEnd/>
              <a:tailEnd/>
            </a:ln>
          </p:spPr>
          <p:txBody>
            <a:bodyPr/>
            <a:lstStyle/>
            <a:p>
              <a:endParaRPr lang="nl-BE"/>
            </a:p>
          </p:txBody>
        </p:sp>
        <p:sp>
          <p:nvSpPr>
            <p:cNvPr id="42008" name="Freeform 8"/>
            <p:cNvSpPr>
              <a:spLocks/>
            </p:cNvSpPr>
            <p:nvPr/>
          </p:nvSpPr>
          <p:spPr bwMode="auto">
            <a:xfrm>
              <a:off x="655638" y="4165600"/>
              <a:ext cx="7832725" cy="1970088"/>
            </a:xfrm>
            <a:custGeom>
              <a:avLst/>
              <a:gdLst>
                <a:gd name="T0" fmla="*/ 0 w 4934"/>
                <a:gd name="T1" fmla="*/ 0 h 1241"/>
                <a:gd name="T2" fmla="*/ 2147483647 w 4934"/>
                <a:gd name="T3" fmla="*/ 0 h 1241"/>
                <a:gd name="T4" fmla="*/ 2147483647 w 4934"/>
                <a:gd name="T5" fmla="*/ 2147483647 h 1241"/>
                <a:gd name="T6" fmla="*/ 2147483647 w 4934"/>
                <a:gd name="T7" fmla="*/ 2147483647 h 1241"/>
                <a:gd name="T8" fmla="*/ 0 w 4934"/>
                <a:gd name="T9" fmla="*/ 0 h 1241"/>
                <a:gd name="T10" fmla="*/ 0 60000 65536"/>
                <a:gd name="T11" fmla="*/ 0 60000 65536"/>
                <a:gd name="T12" fmla="*/ 0 60000 65536"/>
                <a:gd name="T13" fmla="*/ 0 60000 65536"/>
                <a:gd name="T14" fmla="*/ 0 60000 65536"/>
                <a:gd name="T15" fmla="*/ 0 w 4934"/>
                <a:gd name="T16" fmla="*/ 0 h 1241"/>
                <a:gd name="T17" fmla="*/ 4934 w 4934"/>
                <a:gd name="T18" fmla="*/ 1241 h 1241"/>
              </a:gdLst>
              <a:ahLst/>
              <a:cxnLst>
                <a:cxn ang="T10">
                  <a:pos x="T0" y="T1"/>
                </a:cxn>
                <a:cxn ang="T11">
                  <a:pos x="T2" y="T3"/>
                </a:cxn>
                <a:cxn ang="T12">
                  <a:pos x="T4" y="T5"/>
                </a:cxn>
                <a:cxn ang="T13">
                  <a:pos x="T6" y="T7"/>
                </a:cxn>
                <a:cxn ang="T14">
                  <a:pos x="T8" y="T9"/>
                </a:cxn>
              </a:cxnLst>
              <a:rect l="T15" t="T16" r="T17" b="T18"/>
              <a:pathLst>
                <a:path w="4934" h="1241">
                  <a:moveTo>
                    <a:pt x="0" y="0"/>
                  </a:moveTo>
                  <a:lnTo>
                    <a:pt x="4934" y="0"/>
                  </a:lnTo>
                  <a:lnTo>
                    <a:pt x="4934" y="1241"/>
                  </a:lnTo>
                  <a:lnTo>
                    <a:pt x="2" y="1241"/>
                  </a:lnTo>
                  <a:lnTo>
                    <a:pt x="0" y="0"/>
                  </a:lnTo>
                  <a:close/>
                </a:path>
              </a:pathLst>
            </a:custGeom>
            <a:solidFill>
              <a:srgbClr val="008000"/>
            </a:solidFill>
            <a:ln w="9525">
              <a:noFill/>
              <a:round/>
              <a:headEnd/>
              <a:tailEnd/>
            </a:ln>
          </p:spPr>
          <p:txBody>
            <a:bodyPr/>
            <a:lstStyle/>
            <a:p>
              <a:endParaRPr lang="nl-BE"/>
            </a:p>
          </p:txBody>
        </p:sp>
        <p:sp>
          <p:nvSpPr>
            <p:cNvPr id="42009" name="Line 9"/>
            <p:cNvSpPr>
              <a:spLocks noChangeShapeType="1"/>
            </p:cNvSpPr>
            <p:nvPr/>
          </p:nvSpPr>
          <p:spPr bwMode="auto">
            <a:xfrm>
              <a:off x="2192338" y="6108700"/>
              <a:ext cx="1166812" cy="1588"/>
            </a:xfrm>
            <a:prstGeom prst="line">
              <a:avLst/>
            </a:prstGeom>
            <a:noFill/>
            <a:ln w="12700">
              <a:solidFill>
                <a:srgbClr val="000000"/>
              </a:solidFill>
              <a:round/>
              <a:headEnd/>
              <a:tailEnd/>
            </a:ln>
          </p:spPr>
          <p:txBody>
            <a:bodyPr/>
            <a:lstStyle/>
            <a:p>
              <a:endParaRPr lang="nl-BE"/>
            </a:p>
          </p:txBody>
        </p:sp>
        <p:sp>
          <p:nvSpPr>
            <p:cNvPr id="42010" name="Oval 10"/>
            <p:cNvSpPr>
              <a:spLocks noChangeArrowheads="1"/>
            </p:cNvSpPr>
            <p:nvPr/>
          </p:nvSpPr>
          <p:spPr bwMode="auto">
            <a:xfrm>
              <a:off x="2667000" y="4003675"/>
              <a:ext cx="239713" cy="258763"/>
            </a:xfrm>
            <a:prstGeom prst="ellipse">
              <a:avLst/>
            </a:prstGeom>
            <a:solidFill>
              <a:srgbClr val="006000"/>
            </a:solidFill>
            <a:ln w="9525">
              <a:noFill/>
              <a:round/>
              <a:headEnd/>
              <a:tailEnd/>
            </a:ln>
          </p:spPr>
          <p:txBody>
            <a:bodyPr/>
            <a:lstStyle/>
            <a:p>
              <a:pPr algn="ctr" eaLnBrk="0" hangingPunct="0"/>
              <a:endParaRPr lang="nl-BE"/>
            </a:p>
          </p:txBody>
        </p:sp>
        <p:sp>
          <p:nvSpPr>
            <p:cNvPr id="42011" name="Oval 11"/>
            <p:cNvSpPr>
              <a:spLocks noChangeArrowheads="1"/>
            </p:cNvSpPr>
            <p:nvPr/>
          </p:nvSpPr>
          <p:spPr bwMode="auto">
            <a:xfrm>
              <a:off x="2833688" y="3965575"/>
              <a:ext cx="200025" cy="258763"/>
            </a:xfrm>
            <a:prstGeom prst="ellipse">
              <a:avLst/>
            </a:prstGeom>
            <a:solidFill>
              <a:srgbClr val="006000"/>
            </a:solidFill>
            <a:ln w="9525">
              <a:noFill/>
              <a:round/>
              <a:headEnd/>
              <a:tailEnd/>
            </a:ln>
          </p:spPr>
          <p:txBody>
            <a:bodyPr/>
            <a:lstStyle/>
            <a:p>
              <a:pPr algn="ctr" eaLnBrk="0" hangingPunct="0"/>
              <a:endParaRPr lang="nl-BE"/>
            </a:p>
          </p:txBody>
        </p:sp>
        <p:sp>
          <p:nvSpPr>
            <p:cNvPr id="42012" name="Oval 12"/>
            <p:cNvSpPr>
              <a:spLocks noChangeArrowheads="1"/>
            </p:cNvSpPr>
            <p:nvPr/>
          </p:nvSpPr>
          <p:spPr bwMode="auto">
            <a:xfrm>
              <a:off x="2740025" y="4151313"/>
              <a:ext cx="125413" cy="104775"/>
            </a:xfrm>
            <a:prstGeom prst="ellipse">
              <a:avLst/>
            </a:prstGeom>
            <a:solidFill>
              <a:srgbClr val="004000"/>
            </a:solidFill>
            <a:ln w="9525">
              <a:noFill/>
              <a:round/>
              <a:headEnd/>
              <a:tailEnd/>
            </a:ln>
          </p:spPr>
          <p:txBody>
            <a:bodyPr/>
            <a:lstStyle/>
            <a:p>
              <a:pPr algn="ctr" eaLnBrk="0" hangingPunct="0"/>
              <a:endParaRPr lang="nl-BE"/>
            </a:p>
          </p:txBody>
        </p:sp>
        <p:sp>
          <p:nvSpPr>
            <p:cNvPr id="42013" name="Oval 13"/>
            <p:cNvSpPr>
              <a:spLocks noChangeArrowheads="1"/>
            </p:cNvSpPr>
            <p:nvPr/>
          </p:nvSpPr>
          <p:spPr bwMode="auto">
            <a:xfrm>
              <a:off x="2881313" y="4089400"/>
              <a:ext cx="131762" cy="134938"/>
            </a:xfrm>
            <a:prstGeom prst="ellipse">
              <a:avLst/>
            </a:prstGeom>
            <a:solidFill>
              <a:srgbClr val="004000"/>
            </a:solidFill>
            <a:ln w="9525">
              <a:noFill/>
              <a:round/>
              <a:headEnd/>
              <a:tailEnd/>
            </a:ln>
          </p:spPr>
          <p:txBody>
            <a:bodyPr/>
            <a:lstStyle/>
            <a:p>
              <a:pPr algn="ctr" eaLnBrk="0" hangingPunct="0"/>
              <a:endParaRPr lang="nl-BE"/>
            </a:p>
          </p:txBody>
        </p:sp>
        <p:sp>
          <p:nvSpPr>
            <p:cNvPr id="42014" name="Oval 14"/>
            <p:cNvSpPr>
              <a:spLocks noChangeArrowheads="1"/>
            </p:cNvSpPr>
            <p:nvPr/>
          </p:nvSpPr>
          <p:spPr bwMode="auto">
            <a:xfrm>
              <a:off x="2733675" y="3940175"/>
              <a:ext cx="204788" cy="203200"/>
            </a:xfrm>
            <a:prstGeom prst="ellipse">
              <a:avLst/>
            </a:prstGeom>
            <a:solidFill>
              <a:srgbClr val="008000"/>
            </a:solidFill>
            <a:ln w="9525">
              <a:noFill/>
              <a:round/>
              <a:headEnd/>
              <a:tailEnd/>
            </a:ln>
          </p:spPr>
          <p:txBody>
            <a:bodyPr/>
            <a:lstStyle/>
            <a:p>
              <a:pPr algn="ctr" eaLnBrk="0" hangingPunct="0"/>
              <a:endParaRPr lang="nl-BE"/>
            </a:p>
          </p:txBody>
        </p:sp>
        <p:sp>
          <p:nvSpPr>
            <p:cNvPr id="42015" name="Oval 15"/>
            <p:cNvSpPr>
              <a:spLocks noChangeArrowheads="1"/>
            </p:cNvSpPr>
            <p:nvPr/>
          </p:nvSpPr>
          <p:spPr bwMode="auto">
            <a:xfrm>
              <a:off x="2786063" y="4008438"/>
              <a:ext cx="147637" cy="122237"/>
            </a:xfrm>
            <a:prstGeom prst="ellipse">
              <a:avLst/>
            </a:prstGeom>
            <a:solidFill>
              <a:srgbClr val="006000"/>
            </a:solidFill>
            <a:ln w="9525">
              <a:noFill/>
              <a:round/>
              <a:headEnd/>
              <a:tailEnd/>
            </a:ln>
          </p:spPr>
          <p:txBody>
            <a:bodyPr/>
            <a:lstStyle/>
            <a:p>
              <a:pPr algn="ctr" eaLnBrk="0" hangingPunct="0"/>
              <a:endParaRPr lang="nl-BE"/>
            </a:p>
          </p:txBody>
        </p:sp>
        <p:sp>
          <p:nvSpPr>
            <p:cNvPr id="42016" name="Oval 16"/>
            <p:cNvSpPr>
              <a:spLocks noChangeArrowheads="1"/>
            </p:cNvSpPr>
            <p:nvPr/>
          </p:nvSpPr>
          <p:spPr bwMode="auto">
            <a:xfrm>
              <a:off x="2638425" y="3765550"/>
              <a:ext cx="239713" cy="258763"/>
            </a:xfrm>
            <a:prstGeom prst="ellipse">
              <a:avLst/>
            </a:prstGeom>
            <a:solidFill>
              <a:srgbClr val="006000"/>
            </a:solidFill>
            <a:ln w="9525">
              <a:noFill/>
              <a:round/>
              <a:headEnd/>
              <a:tailEnd/>
            </a:ln>
          </p:spPr>
          <p:txBody>
            <a:bodyPr/>
            <a:lstStyle/>
            <a:p>
              <a:pPr algn="ctr" eaLnBrk="0" hangingPunct="0"/>
              <a:endParaRPr lang="nl-BE"/>
            </a:p>
          </p:txBody>
        </p:sp>
        <p:sp>
          <p:nvSpPr>
            <p:cNvPr id="42017" name="Oval 17"/>
            <p:cNvSpPr>
              <a:spLocks noChangeArrowheads="1"/>
            </p:cNvSpPr>
            <p:nvPr/>
          </p:nvSpPr>
          <p:spPr bwMode="auto">
            <a:xfrm>
              <a:off x="2805113" y="3802063"/>
              <a:ext cx="198437" cy="260350"/>
            </a:xfrm>
            <a:prstGeom prst="ellipse">
              <a:avLst/>
            </a:prstGeom>
            <a:solidFill>
              <a:srgbClr val="006000"/>
            </a:solidFill>
            <a:ln w="9525">
              <a:noFill/>
              <a:round/>
              <a:headEnd/>
              <a:tailEnd/>
            </a:ln>
          </p:spPr>
          <p:txBody>
            <a:bodyPr/>
            <a:lstStyle/>
            <a:p>
              <a:pPr algn="ctr" eaLnBrk="0" hangingPunct="0"/>
              <a:endParaRPr lang="nl-BE"/>
            </a:p>
          </p:txBody>
        </p:sp>
        <p:sp>
          <p:nvSpPr>
            <p:cNvPr id="42018" name="Oval 18"/>
            <p:cNvSpPr>
              <a:spLocks noChangeArrowheads="1"/>
            </p:cNvSpPr>
            <p:nvPr/>
          </p:nvSpPr>
          <p:spPr bwMode="auto">
            <a:xfrm>
              <a:off x="2711450" y="3770313"/>
              <a:ext cx="125413" cy="104775"/>
            </a:xfrm>
            <a:prstGeom prst="ellipse">
              <a:avLst/>
            </a:prstGeom>
            <a:solidFill>
              <a:srgbClr val="004000"/>
            </a:solidFill>
            <a:ln w="9525">
              <a:noFill/>
              <a:round/>
              <a:headEnd/>
              <a:tailEnd/>
            </a:ln>
          </p:spPr>
          <p:txBody>
            <a:bodyPr/>
            <a:lstStyle/>
            <a:p>
              <a:pPr algn="ctr" eaLnBrk="0" hangingPunct="0"/>
              <a:endParaRPr lang="nl-BE"/>
            </a:p>
          </p:txBody>
        </p:sp>
        <p:sp>
          <p:nvSpPr>
            <p:cNvPr id="42019" name="Oval 19"/>
            <p:cNvSpPr>
              <a:spLocks noChangeArrowheads="1"/>
            </p:cNvSpPr>
            <p:nvPr/>
          </p:nvSpPr>
          <p:spPr bwMode="auto">
            <a:xfrm>
              <a:off x="2852738" y="3800475"/>
              <a:ext cx="131762" cy="136525"/>
            </a:xfrm>
            <a:prstGeom prst="ellipse">
              <a:avLst/>
            </a:prstGeom>
            <a:solidFill>
              <a:srgbClr val="004000"/>
            </a:solidFill>
            <a:ln w="9525">
              <a:noFill/>
              <a:round/>
              <a:headEnd/>
              <a:tailEnd/>
            </a:ln>
          </p:spPr>
          <p:txBody>
            <a:bodyPr/>
            <a:lstStyle/>
            <a:p>
              <a:pPr algn="ctr" eaLnBrk="0" hangingPunct="0"/>
              <a:endParaRPr lang="nl-BE"/>
            </a:p>
          </p:txBody>
        </p:sp>
        <p:sp>
          <p:nvSpPr>
            <p:cNvPr id="42020" name="Oval 20"/>
            <p:cNvSpPr>
              <a:spLocks noChangeArrowheads="1"/>
            </p:cNvSpPr>
            <p:nvPr/>
          </p:nvSpPr>
          <p:spPr bwMode="auto">
            <a:xfrm>
              <a:off x="2706688" y="3883025"/>
              <a:ext cx="203200" cy="203200"/>
            </a:xfrm>
            <a:prstGeom prst="ellipse">
              <a:avLst/>
            </a:prstGeom>
            <a:solidFill>
              <a:srgbClr val="008000"/>
            </a:solidFill>
            <a:ln w="9525">
              <a:noFill/>
              <a:round/>
              <a:headEnd/>
              <a:tailEnd/>
            </a:ln>
          </p:spPr>
          <p:txBody>
            <a:bodyPr/>
            <a:lstStyle/>
            <a:p>
              <a:pPr algn="ctr" eaLnBrk="0" hangingPunct="0"/>
              <a:endParaRPr lang="nl-BE"/>
            </a:p>
          </p:txBody>
        </p:sp>
        <p:sp>
          <p:nvSpPr>
            <p:cNvPr id="42021" name="Oval 21"/>
            <p:cNvSpPr>
              <a:spLocks noChangeArrowheads="1"/>
            </p:cNvSpPr>
            <p:nvPr/>
          </p:nvSpPr>
          <p:spPr bwMode="auto">
            <a:xfrm>
              <a:off x="2759075" y="3894138"/>
              <a:ext cx="144463" cy="123825"/>
            </a:xfrm>
            <a:prstGeom prst="ellipse">
              <a:avLst/>
            </a:prstGeom>
            <a:solidFill>
              <a:srgbClr val="006000"/>
            </a:solidFill>
            <a:ln w="9525">
              <a:noFill/>
              <a:round/>
              <a:headEnd/>
              <a:tailEnd/>
            </a:ln>
          </p:spPr>
          <p:txBody>
            <a:bodyPr/>
            <a:lstStyle/>
            <a:p>
              <a:pPr algn="ctr" eaLnBrk="0" hangingPunct="0"/>
              <a:endParaRPr lang="nl-BE"/>
            </a:p>
          </p:txBody>
        </p:sp>
        <p:sp>
          <p:nvSpPr>
            <p:cNvPr id="42022" name="Oval 22"/>
            <p:cNvSpPr>
              <a:spLocks noChangeArrowheads="1"/>
            </p:cNvSpPr>
            <p:nvPr/>
          </p:nvSpPr>
          <p:spPr bwMode="auto">
            <a:xfrm>
              <a:off x="2659063" y="3575050"/>
              <a:ext cx="239712" cy="258763"/>
            </a:xfrm>
            <a:prstGeom prst="ellipse">
              <a:avLst/>
            </a:prstGeom>
            <a:solidFill>
              <a:srgbClr val="006000"/>
            </a:solidFill>
            <a:ln w="9525">
              <a:noFill/>
              <a:round/>
              <a:headEnd/>
              <a:tailEnd/>
            </a:ln>
          </p:spPr>
          <p:txBody>
            <a:bodyPr/>
            <a:lstStyle/>
            <a:p>
              <a:pPr algn="ctr" eaLnBrk="0" hangingPunct="0"/>
              <a:endParaRPr lang="nl-BE"/>
            </a:p>
          </p:txBody>
        </p:sp>
        <p:sp>
          <p:nvSpPr>
            <p:cNvPr id="42023" name="Oval 23"/>
            <p:cNvSpPr>
              <a:spLocks noChangeArrowheads="1"/>
            </p:cNvSpPr>
            <p:nvPr/>
          </p:nvSpPr>
          <p:spPr bwMode="auto">
            <a:xfrm>
              <a:off x="2843213" y="3586163"/>
              <a:ext cx="198437" cy="260350"/>
            </a:xfrm>
            <a:prstGeom prst="ellipse">
              <a:avLst/>
            </a:prstGeom>
            <a:solidFill>
              <a:srgbClr val="006000"/>
            </a:solidFill>
            <a:ln w="9525">
              <a:noFill/>
              <a:round/>
              <a:headEnd/>
              <a:tailEnd/>
            </a:ln>
          </p:spPr>
          <p:txBody>
            <a:bodyPr/>
            <a:lstStyle/>
            <a:p>
              <a:pPr algn="ctr" eaLnBrk="0" hangingPunct="0"/>
              <a:endParaRPr lang="nl-BE"/>
            </a:p>
          </p:txBody>
        </p:sp>
        <p:sp>
          <p:nvSpPr>
            <p:cNvPr id="42024" name="Oval 24"/>
            <p:cNvSpPr>
              <a:spLocks noChangeArrowheads="1"/>
            </p:cNvSpPr>
            <p:nvPr/>
          </p:nvSpPr>
          <p:spPr bwMode="auto">
            <a:xfrm>
              <a:off x="2762250" y="3540125"/>
              <a:ext cx="206375" cy="204788"/>
            </a:xfrm>
            <a:prstGeom prst="ellipse">
              <a:avLst/>
            </a:prstGeom>
            <a:solidFill>
              <a:srgbClr val="008000"/>
            </a:solidFill>
            <a:ln w="9525">
              <a:noFill/>
              <a:round/>
              <a:headEnd/>
              <a:tailEnd/>
            </a:ln>
          </p:spPr>
          <p:txBody>
            <a:bodyPr/>
            <a:lstStyle/>
            <a:p>
              <a:pPr algn="ctr" eaLnBrk="0" hangingPunct="0"/>
              <a:endParaRPr lang="nl-BE"/>
            </a:p>
          </p:txBody>
        </p:sp>
        <p:sp>
          <p:nvSpPr>
            <p:cNvPr id="42025" name="Oval 25"/>
            <p:cNvSpPr>
              <a:spLocks noChangeArrowheads="1"/>
            </p:cNvSpPr>
            <p:nvPr/>
          </p:nvSpPr>
          <p:spPr bwMode="auto">
            <a:xfrm>
              <a:off x="2816225" y="3609975"/>
              <a:ext cx="144463" cy="122238"/>
            </a:xfrm>
            <a:prstGeom prst="ellipse">
              <a:avLst/>
            </a:prstGeom>
            <a:solidFill>
              <a:srgbClr val="006000"/>
            </a:solidFill>
            <a:ln w="9525">
              <a:noFill/>
              <a:round/>
              <a:headEnd/>
              <a:tailEnd/>
            </a:ln>
          </p:spPr>
          <p:txBody>
            <a:bodyPr/>
            <a:lstStyle/>
            <a:p>
              <a:pPr algn="ctr" eaLnBrk="0" hangingPunct="0"/>
              <a:endParaRPr lang="nl-BE"/>
            </a:p>
          </p:txBody>
        </p:sp>
        <p:sp>
          <p:nvSpPr>
            <p:cNvPr id="42026" name="Oval 26"/>
            <p:cNvSpPr>
              <a:spLocks noChangeArrowheads="1"/>
            </p:cNvSpPr>
            <p:nvPr/>
          </p:nvSpPr>
          <p:spPr bwMode="auto">
            <a:xfrm>
              <a:off x="2667000" y="3365500"/>
              <a:ext cx="239713" cy="258763"/>
            </a:xfrm>
            <a:prstGeom prst="ellipse">
              <a:avLst/>
            </a:prstGeom>
            <a:solidFill>
              <a:srgbClr val="006000"/>
            </a:solidFill>
            <a:ln w="9525">
              <a:noFill/>
              <a:round/>
              <a:headEnd/>
              <a:tailEnd/>
            </a:ln>
          </p:spPr>
          <p:txBody>
            <a:bodyPr/>
            <a:lstStyle/>
            <a:p>
              <a:pPr algn="ctr" eaLnBrk="0" hangingPunct="0"/>
              <a:endParaRPr lang="nl-BE"/>
            </a:p>
          </p:txBody>
        </p:sp>
        <p:sp>
          <p:nvSpPr>
            <p:cNvPr id="42027" name="Oval 27"/>
            <p:cNvSpPr>
              <a:spLocks noChangeArrowheads="1"/>
            </p:cNvSpPr>
            <p:nvPr/>
          </p:nvSpPr>
          <p:spPr bwMode="auto">
            <a:xfrm>
              <a:off x="2835275" y="3402013"/>
              <a:ext cx="198438" cy="260350"/>
            </a:xfrm>
            <a:prstGeom prst="ellipse">
              <a:avLst/>
            </a:prstGeom>
            <a:solidFill>
              <a:srgbClr val="006000"/>
            </a:solidFill>
            <a:ln w="9525">
              <a:noFill/>
              <a:round/>
              <a:headEnd/>
              <a:tailEnd/>
            </a:ln>
          </p:spPr>
          <p:txBody>
            <a:bodyPr/>
            <a:lstStyle/>
            <a:p>
              <a:pPr algn="ctr" eaLnBrk="0" hangingPunct="0"/>
              <a:endParaRPr lang="nl-BE"/>
            </a:p>
          </p:txBody>
        </p:sp>
        <p:sp>
          <p:nvSpPr>
            <p:cNvPr id="42028" name="Oval 28"/>
            <p:cNvSpPr>
              <a:spLocks noChangeArrowheads="1"/>
            </p:cNvSpPr>
            <p:nvPr/>
          </p:nvSpPr>
          <p:spPr bwMode="auto">
            <a:xfrm>
              <a:off x="2733675" y="3482975"/>
              <a:ext cx="206375" cy="204788"/>
            </a:xfrm>
            <a:prstGeom prst="ellipse">
              <a:avLst/>
            </a:prstGeom>
            <a:solidFill>
              <a:srgbClr val="008000"/>
            </a:solidFill>
            <a:ln w="9525">
              <a:noFill/>
              <a:round/>
              <a:headEnd/>
              <a:tailEnd/>
            </a:ln>
          </p:spPr>
          <p:txBody>
            <a:bodyPr/>
            <a:lstStyle/>
            <a:p>
              <a:pPr algn="ctr" eaLnBrk="0" hangingPunct="0"/>
              <a:endParaRPr lang="nl-BE"/>
            </a:p>
          </p:txBody>
        </p:sp>
        <p:sp>
          <p:nvSpPr>
            <p:cNvPr id="42029" name="Oval 29"/>
            <p:cNvSpPr>
              <a:spLocks noChangeArrowheads="1"/>
            </p:cNvSpPr>
            <p:nvPr/>
          </p:nvSpPr>
          <p:spPr bwMode="auto">
            <a:xfrm>
              <a:off x="2786063" y="3494088"/>
              <a:ext cx="147637" cy="123825"/>
            </a:xfrm>
            <a:prstGeom prst="ellipse">
              <a:avLst/>
            </a:prstGeom>
            <a:solidFill>
              <a:srgbClr val="006000"/>
            </a:solidFill>
            <a:ln w="9525">
              <a:noFill/>
              <a:round/>
              <a:headEnd/>
              <a:tailEnd/>
            </a:ln>
          </p:spPr>
          <p:txBody>
            <a:bodyPr/>
            <a:lstStyle/>
            <a:p>
              <a:pPr algn="ctr" eaLnBrk="0" hangingPunct="0"/>
              <a:endParaRPr lang="nl-BE"/>
            </a:p>
          </p:txBody>
        </p:sp>
        <p:sp>
          <p:nvSpPr>
            <p:cNvPr id="42030" name="Oval 30"/>
            <p:cNvSpPr>
              <a:spLocks noChangeArrowheads="1"/>
            </p:cNvSpPr>
            <p:nvPr/>
          </p:nvSpPr>
          <p:spPr bwMode="auto">
            <a:xfrm>
              <a:off x="2479675" y="4129088"/>
              <a:ext cx="260350" cy="238125"/>
            </a:xfrm>
            <a:prstGeom prst="ellipse">
              <a:avLst/>
            </a:prstGeom>
            <a:solidFill>
              <a:srgbClr val="006000"/>
            </a:solidFill>
            <a:ln w="9525">
              <a:noFill/>
              <a:round/>
              <a:headEnd/>
              <a:tailEnd/>
            </a:ln>
          </p:spPr>
          <p:txBody>
            <a:bodyPr/>
            <a:lstStyle/>
            <a:p>
              <a:pPr algn="ctr" eaLnBrk="0" hangingPunct="0"/>
              <a:endParaRPr lang="nl-BE"/>
            </a:p>
          </p:txBody>
        </p:sp>
        <p:sp>
          <p:nvSpPr>
            <p:cNvPr id="42031" name="Oval 31"/>
            <p:cNvSpPr>
              <a:spLocks noChangeArrowheads="1"/>
            </p:cNvSpPr>
            <p:nvPr/>
          </p:nvSpPr>
          <p:spPr bwMode="auto">
            <a:xfrm>
              <a:off x="2441575" y="4003675"/>
              <a:ext cx="260350" cy="196850"/>
            </a:xfrm>
            <a:prstGeom prst="ellipse">
              <a:avLst/>
            </a:prstGeom>
            <a:solidFill>
              <a:srgbClr val="006000"/>
            </a:solidFill>
            <a:ln w="9525">
              <a:noFill/>
              <a:round/>
              <a:headEnd/>
              <a:tailEnd/>
            </a:ln>
          </p:spPr>
          <p:txBody>
            <a:bodyPr/>
            <a:lstStyle/>
            <a:p>
              <a:pPr algn="ctr" eaLnBrk="0" hangingPunct="0"/>
              <a:endParaRPr lang="nl-BE"/>
            </a:p>
          </p:txBody>
        </p:sp>
        <p:sp>
          <p:nvSpPr>
            <p:cNvPr id="42032" name="Oval 32"/>
            <p:cNvSpPr>
              <a:spLocks noChangeArrowheads="1"/>
            </p:cNvSpPr>
            <p:nvPr/>
          </p:nvSpPr>
          <p:spPr bwMode="auto">
            <a:xfrm>
              <a:off x="2628900" y="4140200"/>
              <a:ext cx="166688" cy="114300"/>
            </a:xfrm>
            <a:prstGeom prst="ellipse">
              <a:avLst/>
            </a:prstGeom>
            <a:solidFill>
              <a:srgbClr val="004000"/>
            </a:solidFill>
            <a:ln w="9525">
              <a:noFill/>
              <a:round/>
              <a:headEnd/>
              <a:tailEnd/>
            </a:ln>
          </p:spPr>
          <p:txBody>
            <a:bodyPr/>
            <a:lstStyle/>
            <a:p>
              <a:pPr algn="ctr" eaLnBrk="0" hangingPunct="0"/>
              <a:endParaRPr lang="nl-BE"/>
            </a:p>
          </p:txBody>
        </p:sp>
        <p:sp>
          <p:nvSpPr>
            <p:cNvPr id="42033" name="Oval 33"/>
            <p:cNvSpPr>
              <a:spLocks noChangeArrowheads="1"/>
            </p:cNvSpPr>
            <p:nvPr/>
          </p:nvSpPr>
          <p:spPr bwMode="auto">
            <a:xfrm>
              <a:off x="2566988" y="4022725"/>
              <a:ext cx="134937" cy="131763"/>
            </a:xfrm>
            <a:prstGeom prst="ellipse">
              <a:avLst/>
            </a:prstGeom>
            <a:solidFill>
              <a:srgbClr val="004000"/>
            </a:solidFill>
            <a:ln w="9525">
              <a:noFill/>
              <a:round/>
              <a:headEnd/>
              <a:tailEnd/>
            </a:ln>
          </p:spPr>
          <p:txBody>
            <a:bodyPr/>
            <a:lstStyle/>
            <a:p>
              <a:pPr algn="ctr" eaLnBrk="0" hangingPunct="0"/>
              <a:endParaRPr lang="nl-BE"/>
            </a:p>
          </p:txBody>
        </p:sp>
        <p:sp>
          <p:nvSpPr>
            <p:cNvPr id="42034" name="Oval 34"/>
            <p:cNvSpPr>
              <a:spLocks noChangeArrowheads="1"/>
            </p:cNvSpPr>
            <p:nvPr/>
          </p:nvSpPr>
          <p:spPr bwMode="auto">
            <a:xfrm>
              <a:off x="2417763" y="4095750"/>
              <a:ext cx="203200" cy="204788"/>
            </a:xfrm>
            <a:prstGeom prst="ellipse">
              <a:avLst/>
            </a:prstGeom>
            <a:solidFill>
              <a:srgbClr val="008000"/>
            </a:solidFill>
            <a:ln w="9525">
              <a:noFill/>
              <a:round/>
              <a:headEnd/>
              <a:tailEnd/>
            </a:ln>
          </p:spPr>
          <p:txBody>
            <a:bodyPr/>
            <a:lstStyle/>
            <a:p>
              <a:pPr algn="ctr" eaLnBrk="0" hangingPunct="0"/>
              <a:endParaRPr lang="nl-BE"/>
            </a:p>
          </p:txBody>
        </p:sp>
        <p:sp>
          <p:nvSpPr>
            <p:cNvPr id="42035" name="Oval 35"/>
            <p:cNvSpPr>
              <a:spLocks noChangeArrowheads="1"/>
            </p:cNvSpPr>
            <p:nvPr/>
          </p:nvSpPr>
          <p:spPr bwMode="auto">
            <a:xfrm>
              <a:off x="2486025" y="4102100"/>
              <a:ext cx="123825" cy="146050"/>
            </a:xfrm>
            <a:prstGeom prst="ellipse">
              <a:avLst/>
            </a:prstGeom>
            <a:solidFill>
              <a:srgbClr val="006000"/>
            </a:solidFill>
            <a:ln w="9525">
              <a:noFill/>
              <a:round/>
              <a:headEnd/>
              <a:tailEnd/>
            </a:ln>
          </p:spPr>
          <p:txBody>
            <a:bodyPr/>
            <a:lstStyle/>
            <a:p>
              <a:pPr algn="ctr" eaLnBrk="0" hangingPunct="0"/>
              <a:endParaRPr lang="nl-BE"/>
            </a:p>
          </p:txBody>
        </p:sp>
        <p:sp>
          <p:nvSpPr>
            <p:cNvPr id="42036" name="Oval 36"/>
            <p:cNvSpPr>
              <a:spLocks noChangeArrowheads="1"/>
            </p:cNvSpPr>
            <p:nvPr/>
          </p:nvSpPr>
          <p:spPr bwMode="auto">
            <a:xfrm>
              <a:off x="2797175" y="3179763"/>
              <a:ext cx="174625" cy="161925"/>
            </a:xfrm>
            <a:prstGeom prst="ellipse">
              <a:avLst/>
            </a:prstGeom>
            <a:solidFill>
              <a:srgbClr val="006000"/>
            </a:solidFill>
            <a:ln w="9525">
              <a:noFill/>
              <a:round/>
              <a:headEnd/>
              <a:tailEnd/>
            </a:ln>
          </p:spPr>
          <p:txBody>
            <a:bodyPr/>
            <a:lstStyle/>
            <a:p>
              <a:pPr algn="ctr" eaLnBrk="0" hangingPunct="0"/>
              <a:endParaRPr lang="nl-BE"/>
            </a:p>
          </p:txBody>
        </p:sp>
        <p:sp>
          <p:nvSpPr>
            <p:cNvPr id="42037" name="Oval 37"/>
            <p:cNvSpPr>
              <a:spLocks noChangeArrowheads="1"/>
            </p:cNvSpPr>
            <p:nvPr/>
          </p:nvSpPr>
          <p:spPr bwMode="auto">
            <a:xfrm>
              <a:off x="2789238" y="3298825"/>
              <a:ext cx="214312" cy="142875"/>
            </a:xfrm>
            <a:prstGeom prst="ellipse">
              <a:avLst/>
            </a:prstGeom>
            <a:solidFill>
              <a:srgbClr val="006000"/>
            </a:solidFill>
            <a:ln w="9525">
              <a:noFill/>
              <a:round/>
              <a:headEnd/>
              <a:tailEnd/>
            </a:ln>
          </p:spPr>
          <p:txBody>
            <a:bodyPr/>
            <a:lstStyle/>
            <a:p>
              <a:pPr algn="ctr" eaLnBrk="0" hangingPunct="0"/>
              <a:endParaRPr lang="nl-BE"/>
            </a:p>
          </p:txBody>
        </p:sp>
        <p:sp>
          <p:nvSpPr>
            <p:cNvPr id="42038" name="Oval 38"/>
            <p:cNvSpPr>
              <a:spLocks noChangeArrowheads="1"/>
            </p:cNvSpPr>
            <p:nvPr/>
          </p:nvSpPr>
          <p:spPr bwMode="auto">
            <a:xfrm>
              <a:off x="2857500" y="3225800"/>
              <a:ext cx="166688" cy="147638"/>
            </a:xfrm>
            <a:prstGeom prst="ellipse">
              <a:avLst/>
            </a:prstGeom>
            <a:solidFill>
              <a:srgbClr val="008000"/>
            </a:solidFill>
            <a:ln w="9525">
              <a:noFill/>
              <a:round/>
              <a:headEnd/>
              <a:tailEnd/>
            </a:ln>
          </p:spPr>
          <p:txBody>
            <a:bodyPr/>
            <a:lstStyle/>
            <a:p>
              <a:pPr algn="ctr" eaLnBrk="0" hangingPunct="0"/>
              <a:endParaRPr lang="nl-BE"/>
            </a:p>
          </p:txBody>
        </p:sp>
        <p:sp>
          <p:nvSpPr>
            <p:cNvPr id="42039" name="Oval 39"/>
            <p:cNvSpPr>
              <a:spLocks noChangeArrowheads="1"/>
            </p:cNvSpPr>
            <p:nvPr/>
          </p:nvSpPr>
          <p:spPr bwMode="auto">
            <a:xfrm>
              <a:off x="2867025" y="3263900"/>
              <a:ext cx="101600" cy="104775"/>
            </a:xfrm>
            <a:prstGeom prst="ellipse">
              <a:avLst/>
            </a:prstGeom>
            <a:solidFill>
              <a:srgbClr val="006000"/>
            </a:solidFill>
            <a:ln w="9525">
              <a:noFill/>
              <a:round/>
              <a:headEnd/>
              <a:tailEnd/>
            </a:ln>
          </p:spPr>
          <p:txBody>
            <a:bodyPr/>
            <a:lstStyle/>
            <a:p>
              <a:pPr algn="ctr" eaLnBrk="0" hangingPunct="0"/>
              <a:endParaRPr lang="nl-BE"/>
            </a:p>
          </p:txBody>
        </p:sp>
        <p:sp>
          <p:nvSpPr>
            <p:cNvPr id="42040" name="Oval 40"/>
            <p:cNvSpPr>
              <a:spLocks noChangeArrowheads="1"/>
            </p:cNvSpPr>
            <p:nvPr/>
          </p:nvSpPr>
          <p:spPr bwMode="auto">
            <a:xfrm>
              <a:off x="2543175" y="3783013"/>
              <a:ext cx="136525" cy="157162"/>
            </a:xfrm>
            <a:prstGeom prst="ellipse">
              <a:avLst/>
            </a:prstGeom>
            <a:solidFill>
              <a:srgbClr val="006000"/>
            </a:solidFill>
            <a:ln w="9525">
              <a:noFill/>
              <a:round/>
              <a:headEnd/>
              <a:tailEnd/>
            </a:ln>
          </p:spPr>
          <p:txBody>
            <a:bodyPr/>
            <a:lstStyle/>
            <a:p>
              <a:pPr algn="ctr" eaLnBrk="0" hangingPunct="0"/>
              <a:endParaRPr lang="nl-BE"/>
            </a:p>
          </p:txBody>
        </p:sp>
        <p:sp>
          <p:nvSpPr>
            <p:cNvPr id="42041" name="Oval 41"/>
            <p:cNvSpPr>
              <a:spLocks noChangeArrowheads="1"/>
            </p:cNvSpPr>
            <p:nvPr/>
          </p:nvSpPr>
          <p:spPr bwMode="auto">
            <a:xfrm>
              <a:off x="2497138" y="3902075"/>
              <a:ext cx="214312" cy="142875"/>
            </a:xfrm>
            <a:prstGeom prst="ellipse">
              <a:avLst/>
            </a:prstGeom>
            <a:solidFill>
              <a:srgbClr val="006000"/>
            </a:solidFill>
            <a:ln w="9525">
              <a:noFill/>
              <a:round/>
              <a:headEnd/>
              <a:tailEnd/>
            </a:ln>
          </p:spPr>
          <p:txBody>
            <a:bodyPr/>
            <a:lstStyle/>
            <a:p>
              <a:pPr algn="ctr" eaLnBrk="0" hangingPunct="0"/>
              <a:endParaRPr lang="nl-BE"/>
            </a:p>
          </p:txBody>
        </p:sp>
        <p:sp>
          <p:nvSpPr>
            <p:cNvPr id="42042" name="Oval 42"/>
            <p:cNvSpPr>
              <a:spLocks noChangeArrowheads="1"/>
            </p:cNvSpPr>
            <p:nvPr/>
          </p:nvSpPr>
          <p:spPr bwMode="auto">
            <a:xfrm>
              <a:off x="2563813" y="3830638"/>
              <a:ext cx="168275" cy="146050"/>
            </a:xfrm>
            <a:prstGeom prst="ellipse">
              <a:avLst/>
            </a:prstGeom>
            <a:solidFill>
              <a:srgbClr val="008000"/>
            </a:solidFill>
            <a:ln w="9525">
              <a:noFill/>
              <a:round/>
              <a:headEnd/>
              <a:tailEnd/>
            </a:ln>
          </p:spPr>
          <p:txBody>
            <a:bodyPr/>
            <a:lstStyle/>
            <a:p>
              <a:pPr algn="ctr" eaLnBrk="0" hangingPunct="0"/>
              <a:endParaRPr lang="nl-BE"/>
            </a:p>
          </p:txBody>
        </p:sp>
        <p:sp>
          <p:nvSpPr>
            <p:cNvPr id="42043" name="Oval 43"/>
            <p:cNvSpPr>
              <a:spLocks noChangeArrowheads="1"/>
            </p:cNvSpPr>
            <p:nvPr/>
          </p:nvSpPr>
          <p:spPr bwMode="auto">
            <a:xfrm>
              <a:off x="2573338" y="3868738"/>
              <a:ext cx="101600" cy="104775"/>
            </a:xfrm>
            <a:prstGeom prst="ellipse">
              <a:avLst/>
            </a:prstGeom>
            <a:solidFill>
              <a:srgbClr val="006000"/>
            </a:solidFill>
            <a:ln w="9525">
              <a:noFill/>
              <a:round/>
              <a:headEnd/>
              <a:tailEnd/>
            </a:ln>
          </p:spPr>
          <p:txBody>
            <a:bodyPr/>
            <a:lstStyle/>
            <a:p>
              <a:pPr algn="ctr" eaLnBrk="0" hangingPunct="0"/>
              <a:endParaRPr lang="nl-BE"/>
            </a:p>
          </p:txBody>
        </p:sp>
        <p:sp>
          <p:nvSpPr>
            <p:cNvPr id="42044" name="Oval 44"/>
            <p:cNvSpPr>
              <a:spLocks noChangeArrowheads="1"/>
            </p:cNvSpPr>
            <p:nvPr/>
          </p:nvSpPr>
          <p:spPr bwMode="auto">
            <a:xfrm>
              <a:off x="2270125" y="4164013"/>
              <a:ext cx="215900" cy="169862"/>
            </a:xfrm>
            <a:prstGeom prst="ellipse">
              <a:avLst/>
            </a:prstGeom>
            <a:solidFill>
              <a:srgbClr val="006000"/>
            </a:solidFill>
            <a:ln w="9525">
              <a:noFill/>
              <a:round/>
              <a:headEnd/>
              <a:tailEnd/>
            </a:ln>
          </p:spPr>
          <p:txBody>
            <a:bodyPr/>
            <a:lstStyle/>
            <a:p>
              <a:pPr algn="ctr" eaLnBrk="0" hangingPunct="0"/>
              <a:endParaRPr lang="nl-BE"/>
            </a:p>
          </p:txBody>
        </p:sp>
        <p:sp>
          <p:nvSpPr>
            <p:cNvPr id="42045" name="Oval 45"/>
            <p:cNvSpPr>
              <a:spLocks noChangeArrowheads="1"/>
            </p:cNvSpPr>
            <p:nvPr/>
          </p:nvSpPr>
          <p:spPr bwMode="auto">
            <a:xfrm>
              <a:off x="2300288" y="4283075"/>
              <a:ext cx="214312" cy="141288"/>
            </a:xfrm>
            <a:prstGeom prst="ellipse">
              <a:avLst/>
            </a:prstGeom>
            <a:solidFill>
              <a:srgbClr val="006000"/>
            </a:solidFill>
            <a:ln w="9525">
              <a:noFill/>
              <a:round/>
              <a:headEnd/>
              <a:tailEnd/>
            </a:ln>
          </p:spPr>
          <p:txBody>
            <a:bodyPr/>
            <a:lstStyle/>
            <a:p>
              <a:pPr algn="ctr" eaLnBrk="0" hangingPunct="0"/>
              <a:endParaRPr lang="nl-BE"/>
            </a:p>
          </p:txBody>
        </p:sp>
        <p:sp>
          <p:nvSpPr>
            <p:cNvPr id="42046" name="Oval 46"/>
            <p:cNvSpPr>
              <a:spLocks noChangeArrowheads="1"/>
            </p:cNvSpPr>
            <p:nvPr/>
          </p:nvSpPr>
          <p:spPr bwMode="auto">
            <a:xfrm>
              <a:off x="2273300" y="4195763"/>
              <a:ext cx="161925" cy="109537"/>
            </a:xfrm>
            <a:prstGeom prst="ellipse">
              <a:avLst/>
            </a:prstGeom>
            <a:solidFill>
              <a:srgbClr val="004000"/>
            </a:solidFill>
            <a:ln w="9525">
              <a:noFill/>
              <a:round/>
              <a:headEnd/>
              <a:tailEnd/>
            </a:ln>
          </p:spPr>
          <p:txBody>
            <a:bodyPr/>
            <a:lstStyle/>
            <a:p>
              <a:pPr algn="ctr" eaLnBrk="0" hangingPunct="0"/>
              <a:endParaRPr lang="nl-BE"/>
            </a:p>
          </p:txBody>
        </p:sp>
        <p:sp>
          <p:nvSpPr>
            <p:cNvPr id="42047" name="Oval 47"/>
            <p:cNvSpPr>
              <a:spLocks noChangeArrowheads="1"/>
            </p:cNvSpPr>
            <p:nvPr/>
          </p:nvSpPr>
          <p:spPr bwMode="auto">
            <a:xfrm>
              <a:off x="2300288" y="4316413"/>
              <a:ext cx="112712" cy="95250"/>
            </a:xfrm>
            <a:prstGeom prst="ellipse">
              <a:avLst/>
            </a:prstGeom>
            <a:solidFill>
              <a:srgbClr val="004000"/>
            </a:solidFill>
            <a:ln w="9525">
              <a:noFill/>
              <a:round/>
              <a:headEnd/>
              <a:tailEnd/>
            </a:ln>
          </p:spPr>
          <p:txBody>
            <a:bodyPr/>
            <a:lstStyle/>
            <a:p>
              <a:pPr algn="ctr" eaLnBrk="0" hangingPunct="0"/>
              <a:endParaRPr lang="nl-BE"/>
            </a:p>
          </p:txBody>
        </p:sp>
        <p:sp>
          <p:nvSpPr>
            <p:cNvPr id="42048" name="Oval 48"/>
            <p:cNvSpPr>
              <a:spLocks noChangeArrowheads="1"/>
            </p:cNvSpPr>
            <p:nvPr/>
          </p:nvSpPr>
          <p:spPr bwMode="auto">
            <a:xfrm>
              <a:off x="2366963" y="4210050"/>
              <a:ext cx="169862" cy="147638"/>
            </a:xfrm>
            <a:prstGeom prst="ellipse">
              <a:avLst/>
            </a:prstGeom>
            <a:solidFill>
              <a:srgbClr val="008000"/>
            </a:solidFill>
            <a:ln w="9525">
              <a:noFill/>
              <a:round/>
              <a:headEnd/>
              <a:tailEnd/>
            </a:ln>
          </p:spPr>
          <p:txBody>
            <a:bodyPr/>
            <a:lstStyle/>
            <a:p>
              <a:pPr algn="ctr" eaLnBrk="0" hangingPunct="0"/>
              <a:endParaRPr lang="nl-BE"/>
            </a:p>
          </p:txBody>
        </p:sp>
        <p:sp>
          <p:nvSpPr>
            <p:cNvPr id="42049" name="Oval 49"/>
            <p:cNvSpPr>
              <a:spLocks noChangeArrowheads="1"/>
            </p:cNvSpPr>
            <p:nvPr/>
          </p:nvSpPr>
          <p:spPr bwMode="auto">
            <a:xfrm>
              <a:off x="2378075" y="4249738"/>
              <a:ext cx="101600" cy="101600"/>
            </a:xfrm>
            <a:prstGeom prst="ellipse">
              <a:avLst/>
            </a:prstGeom>
            <a:solidFill>
              <a:srgbClr val="006000"/>
            </a:solidFill>
            <a:ln w="9525">
              <a:noFill/>
              <a:round/>
              <a:headEnd/>
              <a:tailEnd/>
            </a:ln>
          </p:spPr>
          <p:txBody>
            <a:bodyPr/>
            <a:lstStyle/>
            <a:p>
              <a:pPr algn="ctr" eaLnBrk="0" hangingPunct="0"/>
              <a:endParaRPr lang="nl-BE"/>
            </a:p>
          </p:txBody>
        </p:sp>
        <p:sp>
          <p:nvSpPr>
            <p:cNvPr id="42050" name="Oval 50"/>
            <p:cNvSpPr>
              <a:spLocks noChangeArrowheads="1"/>
            </p:cNvSpPr>
            <p:nvPr/>
          </p:nvSpPr>
          <p:spPr bwMode="auto">
            <a:xfrm>
              <a:off x="6148388" y="3902075"/>
              <a:ext cx="239712" cy="258763"/>
            </a:xfrm>
            <a:prstGeom prst="ellipse">
              <a:avLst/>
            </a:prstGeom>
            <a:solidFill>
              <a:srgbClr val="006000"/>
            </a:solidFill>
            <a:ln w="9525">
              <a:noFill/>
              <a:round/>
              <a:headEnd/>
              <a:tailEnd/>
            </a:ln>
          </p:spPr>
          <p:txBody>
            <a:bodyPr/>
            <a:lstStyle/>
            <a:p>
              <a:pPr algn="ctr" eaLnBrk="0" hangingPunct="0"/>
              <a:endParaRPr lang="nl-BE"/>
            </a:p>
          </p:txBody>
        </p:sp>
        <p:sp>
          <p:nvSpPr>
            <p:cNvPr id="42051" name="Oval 51"/>
            <p:cNvSpPr>
              <a:spLocks noChangeArrowheads="1"/>
            </p:cNvSpPr>
            <p:nvPr/>
          </p:nvSpPr>
          <p:spPr bwMode="auto">
            <a:xfrm>
              <a:off x="6315075" y="3863975"/>
              <a:ext cx="200025" cy="258763"/>
            </a:xfrm>
            <a:prstGeom prst="ellipse">
              <a:avLst/>
            </a:prstGeom>
            <a:solidFill>
              <a:srgbClr val="006000"/>
            </a:solidFill>
            <a:ln w="9525">
              <a:noFill/>
              <a:round/>
              <a:headEnd/>
              <a:tailEnd/>
            </a:ln>
          </p:spPr>
          <p:txBody>
            <a:bodyPr/>
            <a:lstStyle/>
            <a:p>
              <a:pPr algn="ctr" eaLnBrk="0" hangingPunct="0"/>
              <a:endParaRPr lang="nl-BE"/>
            </a:p>
          </p:txBody>
        </p:sp>
        <p:sp>
          <p:nvSpPr>
            <p:cNvPr id="42052" name="Oval 52"/>
            <p:cNvSpPr>
              <a:spLocks noChangeArrowheads="1"/>
            </p:cNvSpPr>
            <p:nvPr/>
          </p:nvSpPr>
          <p:spPr bwMode="auto">
            <a:xfrm>
              <a:off x="6223000" y="4049713"/>
              <a:ext cx="123825" cy="104775"/>
            </a:xfrm>
            <a:prstGeom prst="ellipse">
              <a:avLst/>
            </a:prstGeom>
            <a:solidFill>
              <a:srgbClr val="004000"/>
            </a:solidFill>
            <a:ln w="9525">
              <a:noFill/>
              <a:round/>
              <a:headEnd/>
              <a:tailEnd/>
            </a:ln>
          </p:spPr>
          <p:txBody>
            <a:bodyPr/>
            <a:lstStyle/>
            <a:p>
              <a:pPr algn="ctr" eaLnBrk="0" hangingPunct="0"/>
              <a:endParaRPr lang="nl-BE"/>
            </a:p>
          </p:txBody>
        </p:sp>
        <p:sp>
          <p:nvSpPr>
            <p:cNvPr id="42053" name="Oval 53"/>
            <p:cNvSpPr>
              <a:spLocks noChangeArrowheads="1"/>
            </p:cNvSpPr>
            <p:nvPr/>
          </p:nvSpPr>
          <p:spPr bwMode="auto">
            <a:xfrm>
              <a:off x="6364288" y="3987800"/>
              <a:ext cx="130175" cy="134938"/>
            </a:xfrm>
            <a:prstGeom prst="ellipse">
              <a:avLst/>
            </a:prstGeom>
            <a:solidFill>
              <a:srgbClr val="004000"/>
            </a:solidFill>
            <a:ln w="9525">
              <a:noFill/>
              <a:round/>
              <a:headEnd/>
              <a:tailEnd/>
            </a:ln>
          </p:spPr>
          <p:txBody>
            <a:bodyPr/>
            <a:lstStyle/>
            <a:p>
              <a:pPr algn="ctr" eaLnBrk="0" hangingPunct="0"/>
              <a:endParaRPr lang="nl-BE"/>
            </a:p>
          </p:txBody>
        </p:sp>
        <p:sp>
          <p:nvSpPr>
            <p:cNvPr id="42054" name="Oval 54"/>
            <p:cNvSpPr>
              <a:spLocks noChangeArrowheads="1"/>
            </p:cNvSpPr>
            <p:nvPr/>
          </p:nvSpPr>
          <p:spPr bwMode="auto">
            <a:xfrm>
              <a:off x="6216650" y="3838575"/>
              <a:ext cx="204788" cy="203200"/>
            </a:xfrm>
            <a:prstGeom prst="ellipse">
              <a:avLst/>
            </a:prstGeom>
            <a:solidFill>
              <a:srgbClr val="008000"/>
            </a:solidFill>
            <a:ln w="9525">
              <a:noFill/>
              <a:round/>
              <a:headEnd/>
              <a:tailEnd/>
            </a:ln>
          </p:spPr>
          <p:txBody>
            <a:bodyPr/>
            <a:lstStyle/>
            <a:p>
              <a:pPr algn="ctr" eaLnBrk="0" hangingPunct="0"/>
              <a:endParaRPr lang="nl-BE"/>
            </a:p>
          </p:txBody>
        </p:sp>
        <p:sp>
          <p:nvSpPr>
            <p:cNvPr id="42055" name="Oval 55"/>
            <p:cNvSpPr>
              <a:spLocks noChangeArrowheads="1"/>
            </p:cNvSpPr>
            <p:nvPr/>
          </p:nvSpPr>
          <p:spPr bwMode="auto">
            <a:xfrm>
              <a:off x="6269038" y="3906838"/>
              <a:ext cx="146050" cy="122237"/>
            </a:xfrm>
            <a:prstGeom prst="ellipse">
              <a:avLst/>
            </a:prstGeom>
            <a:solidFill>
              <a:srgbClr val="006000"/>
            </a:solidFill>
            <a:ln w="9525">
              <a:noFill/>
              <a:round/>
              <a:headEnd/>
              <a:tailEnd/>
            </a:ln>
          </p:spPr>
          <p:txBody>
            <a:bodyPr/>
            <a:lstStyle/>
            <a:p>
              <a:pPr algn="ctr" eaLnBrk="0" hangingPunct="0"/>
              <a:endParaRPr lang="nl-BE"/>
            </a:p>
          </p:txBody>
        </p:sp>
        <p:sp>
          <p:nvSpPr>
            <p:cNvPr id="42056" name="Oval 56"/>
            <p:cNvSpPr>
              <a:spLocks noChangeArrowheads="1"/>
            </p:cNvSpPr>
            <p:nvPr/>
          </p:nvSpPr>
          <p:spPr bwMode="auto">
            <a:xfrm>
              <a:off x="6121400" y="3987800"/>
              <a:ext cx="277813" cy="222250"/>
            </a:xfrm>
            <a:prstGeom prst="ellipse">
              <a:avLst/>
            </a:prstGeom>
            <a:solidFill>
              <a:srgbClr val="006000"/>
            </a:solidFill>
            <a:ln w="9525">
              <a:noFill/>
              <a:round/>
              <a:headEnd/>
              <a:tailEnd/>
            </a:ln>
          </p:spPr>
          <p:txBody>
            <a:bodyPr/>
            <a:lstStyle/>
            <a:p>
              <a:pPr algn="ctr" eaLnBrk="0" hangingPunct="0"/>
              <a:endParaRPr lang="nl-BE"/>
            </a:p>
          </p:txBody>
        </p:sp>
        <p:sp>
          <p:nvSpPr>
            <p:cNvPr id="42057" name="Oval 57"/>
            <p:cNvSpPr>
              <a:spLocks noChangeArrowheads="1"/>
            </p:cNvSpPr>
            <p:nvPr/>
          </p:nvSpPr>
          <p:spPr bwMode="auto">
            <a:xfrm>
              <a:off x="6161088" y="4141788"/>
              <a:ext cx="279400" cy="184150"/>
            </a:xfrm>
            <a:prstGeom prst="ellipse">
              <a:avLst/>
            </a:prstGeom>
            <a:solidFill>
              <a:srgbClr val="006000"/>
            </a:solidFill>
            <a:ln w="9525">
              <a:noFill/>
              <a:round/>
              <a:headEnd/>
              <a:tailEnd/>
            </a:ln>
          </p:spPr>
          <p:txBody>
            <a:bodyPr/>
            <a:lstStyle/>
            <a:p>
              <a:pPr algn="ctr" eaLnBrk="0" hangingPunct="0"/>
              <a:endParaRPr lang="nl-BE"/>
            </a:p>
          </p:txBody>
        </p:sp>
        <p:sp>
          <p:nvSpPr>
            <p:cNvPr id="42058" name="Oval 58"/>
            <p:cNvSpPr>
              <a:spLocks noChangeArrowheads="1"/>
            </p:cNvSpPr>
            <p:nvPr/>
          </p:nvSpPr>
          <p:spPr bwMode="auto">
            <a:xfrm>
              <a:off x="6119813" y="4071938"/>
              <a:ext cx="223837" cy="111125"/>
            </a:xfrm>
            <a:prstGeom prst="ellipse">
              <a:avLst/>
            </a:prstGeom>
            <a:solidFill>
              <a:srgbClr val="004000"/>
            </a:solidFill>
            <a:ln w="9525">
              <a:noFill/>
              <a:round/>
              <a:headEnd/>
              <a:tailEnd/>
            </a:ln>
          </p:spPr>
          <p:txBody>
            <a:bodyPr/>
            <a:lstStyle/>
            <a:p>
              <a:pPr algn="ctr" eaLnBrk="0" hangingPunct="0"/>
              <a:endParaRPr lang="nl-BE"/>
            </a:p>
          </p:txBody>
        </p:sp>
        <p:sp>
          <p:nvSpPr>
            <p:cNvPr id="42059" name="Oval 59"/>
            <p:cNvSpPr>
              <a:spLocks noChangeArrowheads="1"/>
            </p:cNvSpPr>
            <p:nvPr/>
          </p:nvSpPr>
          <p:spPr bwMode="auto">
            <a:xfrm>
              <a:off x="6248400" y="4048125"/>
              <a:ext cx="219075" cy="192088"/>
            </a:xfrm>
            <a:prstGeom prst="ellipse">
              <a:avLst/>
            </a:prstGeom>
            <a:solidFill>
              <a:srgbClr val="008000"/>
            </a:solidFill>
            <a:ln w="9525">
              <a:noFill/>
              <a:round/>
              <a:headEnd/>
              <a:tailEnd/>
            </a:ln>
          </p:spPr>
          <p:txBody>
            <a:bodyPr/>
            <a:lstStyle/>
            <a:p>
              <a:pPr algn="ctr" eaLnBrk="0" hangingPunct="0"/>
              <a:endParaRPr lang="nl-BE"/>
            </a:p>
          </p:txBody>
        </p:sp>
        <p:sp>
          <p:nvSpPr>
            <p:cNvPr id="42060" name="Oval 60"/>
            <p:cNvSpPr>
              <a:spLocks noChangeArrowheads="1"/>
            </p:cNvSpPr>
            <p:nvPr/>
          </p:nvSpPr>
          <p:spPr bwMode="auto">
            <a:xfrm>
              <a:off x="6261100" y="4098925"/>
              <a:ext cx="131763" cy="134938"/>
            </a:xfrm>
            <a:prstGeom prst="ellipse">
              <a:avLst/>
            </a:prstGeom>
            <a:solidFill>
              <a:srgbClr val="006000"/>
            </a:solidFill>
            <a:ln w="9525">
              <a:noFill/>
              <a:round/>
              <a:headEnd/>
              <a:tailEnd/>
            </a:ln>
          </p:spPr>
          <p:txBody>
            <a:bodyPr/>
            <a:lstStyle/>
            <a:p>
              <a:pPr algn="ctr" eaLnBrk="0" hangingPunct="0"/>
              <a:endParaRPr lang="nl-BE"/>
            </a:p>
          </p:txBody>
        </p:sp>
        <p:sp>
          <p:nvSpPr>
            <p:cNvPr id="42061" name="Oval 61"/>
            <p:cNvSpPr>
              <a:spLocks noChangeArrowheads="1"/>
            </p:cNvSpPr>
            <p:nvPr/>
          </p:nvSpPr>
          <p:spPr bwMode="auto">
            <a:xfrm>
              <a:off x="5875338" y="4029075"/>
              <a:ext cx="238125" cy="258763"/>
            </a:xfrm>
            <a:prstGeom prst="ellipse">
              <a:avLst/>
            </a:prstGeom>
            <a:solidFill>
              <a:srgbClr val="006000"/>
            </a:solidFill>
            <a:ln w="9525">
              <a:noFill/>
              <a:round/>
              <a:headEnd/>
              <a:tailEnd/>
            </a:ln>
          </p:spPr>
          <p:txBody>
            <a:bodyPr/>
            <a:lstStyle/>
            <a:p>
              <a:pPr algn="ctr" eaLnBrk="0" hangingPunct="0"/>
              <a:endParaRPr lang="nl-BE"/>
            </a:p>
          </p:txBody>
        </p:sp>
        <p:sp>
          <p:nvSpPr>
            <p:cNvPr id="42062" name="Oval 62"/>
            <p:cNvSpPr>
              <a:spLocks noChangeArrowheads="1"/>
            </p:cNvSpPr>
            <p:nvPr/>
          </p:nvSpPr>
          <p:spPr bwMode="auto">
            <a:xfrm>
              <a:off x="6042025" y="3990975"/>
              <a:ext cx="200025" cy="258763"/>
            </a:xfrm>
            <a:prstGeom prst="ellipse">
              <a:avLst/>
            </a:prstGeom>
            <a:solidFill>
              <a:srgbClr val="006000"/>
            </a:solidFill>
            <a:ln w="9525">
              <a:noFill/>
              <a:round/>
              <a:headEnd/>
              <a:tailEnd/>
            </a:ln>
          </p:spPr>
          <p:txBody>
            <a:bodyPr/>
            <a:lstStyle/>
            <a:p>
              <a:pPr algn="ctr" eaLnBrk="0" hangingPunct="0"/>
              <a:endParaRPr lang="nl-BE"/>
            </a:p>
          </p:txBody>
        </p:sp>
        <p:sp>
          <p:nvSpPr>
            <p:cNvPr id="42063" name="Oval 63"/>
            <p:cNvSpPr>
              <a:spLocks noChangeArrowheads="1"/>
            </p:cNvSpPr>
            <p:nvPr/>
          </p:nvSpPr>
          <p:spPr bwMode="auto">
            <a:xfrm>
              <a:off x="5948363" y="4176713"/>
              <a:ext cx="125412" cy="104775"/>
            </a:xfrm>
            <a:prstGeom prst="ellipse">
              <a:avLst/>
            </a:prstGeom>
            <a:solidFill>
              <a:srgbClr val="004000"/>
            </a:solidFill>
            <a:ln w="9525">
              <a:noFill/>
              <a:round/>
              <a:headEnd/>
              <a:tailEnd/>
            </a:ln>
          </p:spPr>
          <p:txBody>
            <a:bodyPr/>
            <a:lstStyle/>
            <a:p>
              <a:pPr algn="ctr" eaLnBrk="0" hangingPunct="0"/>
              <a:endParaRPr lang="nl-BE"/>
            </a:p>
          </p:txBody>
        </p:sp>
        <p:sp>
          <p:nvSpPr>
            <p:cNvPr id="42064" name="Oval 64"/>
            <p:cNvSpPr>
              <a:spLocks noChangeArrowheads="1"/>
            </p:cNvSpPr>
            <p:nvPr/>
          </p:nvSpPr>
          <p:spPr bwMode="auto">
            <a:xfrm>
              <a:off x="6089650" y="4114800"/>
              <a:ext cx="130175" cy="134938"/>
            </a:xfrm>
            <a:prstGeom prst="ellipse">
              <a:avLst/>
            </a:prstGeom>
            <a:solidFill>
              <a:srgbClr val="004000"/>
            </a:solidFill>
            <a:ln w="9525">
              <a:noFill/>
              <a:round/>
              <a:headEnd/>
              <a:tailEnd/>
            </a:ln>
          </p:spPr>
          <p:txBody>
            <a:bodyPr/>
            <a:lstStyle/>
            <a:p>
              <a:pPr algn="ctr" eaLnBrk="0" hangingPunct="0"/>
              <a:endParaRPr lang="nl-BE"/>
            </a:p>
          </p:txBody>
        </p:sp>
        <p:sp>
          <p:nvSpPr>
            <p:cNvPr id="42065" name="Oval 65"/>
            <p:cNvSpPr>
              <a:spLocks noChangeArrowheads="1"/>
            </p:cNvSpPr>
            <p:nvPr/>
          </p:nvSpPr>
          <p:spPr bwMode="auto">
            <a:xfrm>
              <a:off x="5942013" y="3965575"/>
              <a:ext cx="204787" cy="203200"/>
            </a:xfrm>
            <a:prstGeom prst="ellipse">
              <a:avLst/>
            </a:prstGeom>
            <a:solidFill>
              <a:srgbClr val="008000"/>
            </a:solidFill>
            <a:ln w="9525">
              <a:noFill/>
              <a:round/>
              <a:headEnd/>
              <a:tailEnd/>
            </a:ln>
          </p:spPr>
          <p:txBody>
            <a:bodyPr/>
            <a:lstStyle/>
            <a:p>
              <a:pPr algn="ctr" eaLnBrk="0" hangingPunct="0"/>
              <a:endParaRPr lang="nl-BE"/>
            </a:p>
          </p:txBody>
        </p:sp>
        <p:sp>
          <p:nvSpPr>
            <p:cNvPr id="42066" name="Oval 66"/>
            <p:cNvSpPr>
              <a:spLocks noChangeArrowheads="1"/>
            </p:cNvSpPr>
            <p:nvPr/>
          </p:nvSpPr>
          <p:spPr bwMode="auto">
            <a:xfrm>
              <a:off x="5994400" y="4033838"/>
              <a:ext cx="146050" cy="122237"/>
            </a:xfrm>
            <a:prstGeom prst="ellipse">
              <a:avLst/>
            </a:prstGeom>
            <a:solidFill>
              <a:srgbClr val="006000"/>
            </a:solidFill>
            <a:ln w="9525">
              <a:noFill/>
              <a:round/>
              <a:headEnd/>
              <a:tailEnd/>
            </a:ln>
          </p:spPr>
          <p:txBody>
            <a:bodyPr/>
            <a:lstStyle/>
            <a:p>
              <a:pPr algn="ctr" eaLnBrk="0" hangingPunct="0"/>
              <a:endParaRPr lang="nl-BE"/>
            </a:p>
          </p:txBody>
        </p:sp>
        <p:sp>
          <p:nvSpPr>
            <p:cNvPr id="42067" name="Oval 67"/>
            <p:cNvSpPr>
              <a:spLocks noChangeArrowheads="1"/>
            </p:cNvSpPr>
            <p:nvPr/>
          </p:nvSpPr>
          <p:spPr bwMode="auto">
            <a:xfrm>
              <a:off x="5846763" y="4114800"/>
              <a:ext cx="279400" cy="222250"/>
            </a:xfrm>
            <a:prstGeom prst="ellipse">
              <a:avLst/>
            </a:prstGeom>
            <a:solidFill>
              <a:srgbClr val="006000"/>
            </a:solidFill>
            <a:ln w="9525">
              <a:noFill/>
              <a:round/>
              <a:headEnd/>
              <a:tailEnd/>
            </a:ln>
          </p:spPr>
          <p:txBody>
            <a:bodyPr/>
            <a:lstStyle/>
            <a:p>
              <a:pPr algn="ctr" eaLnBrk="0" hangingPunct="0"/>
              <a:endParaRPr lang="nl-BE"/>
            </a:p>
          </p:txBody>
        </p:sp>
        <p:sp>
          <p:nvSpPr>
            <p:cNvPr id="42068" name="Oval 68"/>
            <p:cNvSpPr>
              <a:spLocks noChangeArrowheads="1"/>
            </p:cNvSpPr>
            <p:nvPr/>
          </p:nvSpPr>
          <p:spPr bwMode="auto">
            <a:xfrm>
              <a:off x="5886450" y="4268788"/>
              <a:ext cx="279400" cy="184150"/>
            </a:xfrm>
            <a:prstGeom prst="ellipse">
              <a:avLst/>
            </a:prstGeom>
            <a:solidFill>
              <a:srgbClr val="006000"/>
            </a:solidFill>
            <a:ln w="9525">
              <a:noFill/>
              <a:round/>
              <a:headEnd/>
              <a:tailEnd/>
            </a:ln>
          </p:spPr>
          <p:txBody>
            <a:bodyPr/>
            <a:lstStyle/>
            <a:p>
              <a:pPr algn="ctr" eaLnBrk="0" hangingPunct="0"/>
              <a:endParaRPr lang="nl-BE"/>
            </a:p>
          </p:txBody>
        </p:sp>
        <p:sp>
          <p:nvSpPr>
            <p:cNvPr id="42069" name="Oval 69"/>
            <p:cNvSpPr>
              <a:spLocks noChangeArrowheads="1"/>
            </p:cNvSpPr>
            <p:nvPr/>
          </p:nvSpPr>
          <p:spPr bwMode="auto">
            <a:xfrm>
              <a:off x="5845175" y="4198938"/>
              <a:ext cx="223838" cy="111125"/>
            </a:xfrm>
            <a:prstGeom prst="ellipse">
              <a:avLst/>
            </a:prstGeom>
            <a:solidFill>
              <a:srgbClr val="004000"/>
            </a:solidFill>
            <a:ln w="9525">
              <a:noFill/>
              <a:round/>
              <a:headEnd/>
              <a:tailEnd/>
            </a:ln>
          </p:spPr>
          <p:txBody>
            <a:bodyPr/>
            <a:lstStyle/>
            <a:p>
              <a:pPr algn="ctr" eaLnBrk="0" hangingPunct="0"/>
              <a:endParaRPr lang="nl-BE"/>
            </a:p>
          </p:txBody>
        </p:sp>
        <p:sp>
          <p:nvSpPr>
            <p:cNvPr id="42070" name="Oval 70"/>
            <p:cNvSpPr>
              <a:spLocks noChangeArrowheads="1"/>
            </p:cNvSpPr>
            <p:nvPr/>
          </p:nvSpPr>
          <p:spPr bwMode="auto">
            <a:xfrm>
              <a:off x="5973763" y="4175125"/>
              <a:ext cx="219075" cy="192088"/>
            </a:xfrm>
            <a:prstGeom prst="ellipse">
              <a:avLst/>
            </a:prstGeom>
            <a:solidFill>
              <a:srgbClr val="008000"/>
            </a:solidFill>
            <a:ln w="9525">
              <a:noFill/>
              <a:round/>
              <a:headEnd/>
              <a:tailEnd/>
            </a:ln>
          </p:spPr>
          <p:txBody>
            <a:bodyPr/>
            <a:lstStyle/>
            <a:p>
              <a:pPr algn="ctr" eaLnBrk="0" hangingPunct="0"/>
              <a:endParaRPr lang="nl-BE"/>
            </a:p>
          </p:txBody>
        </p:sp>
        <p:sp>
          <p:nvSpPr>
            <p:cNvPr id="42071" name="Oval 71"/>
            <p:cNvSpPr>
              <a:spLocks noChangeArrowheads="1"/>
            </p:cNvSpPr>
            <p:nvPr/>
          </p:nvSpPr>
          <p:spPr bwMode="auto">
            <a:xfrm>
              <a:off x="5988050" y="4225925"/>
              <a:ext cx="131763" cy="134938"/>
            </a:xfrm>
            <a:prstGeom prst="ellipse">
              <a:avLst/>
            </a:prstGeom>
            <a:solidFill>
              <a:srgbClr val="006000"/>
            </a:solidFill>
            <a:ln w="9525">
              <a:noFill/>
              <a:round/>
              <a:headEnd/>
              <a:tailEnd/>
            </a:ln>
          </p:spPr>
          <p:txBody>
            <a:bodyPr/>
            <a:lstStyle/>
            <a:p>
              <a:pPr algn="ctr" eaLnBrk="0" hangingPunct="0"/>
              <a:endParaRPr lang="nl-BE"/>
            </a:p>
          </p:txBody>
        </p:sp>
        <p:sp>
          <p:nvSpPr>
            <p:cNvPr id="42072" name="Oval 72"/>
            <p:cNvSpPr>
              <a:spLocks noChangeArrowheads="1"/>
            </p:cNvSpPr>
            <p:nvPr/>
          </p:nvSpPr>
          <p:spPr bwMode="auto">
            <a:xfrm>
              <a:off x="1719263" y="4029075"/>
              <a:ext cx="239712" cy="258763"/>
            </a:xfrm>
            <a:prstGeom prst="ellipse">
              <a:avLst/>
            </a:prstGeom>
            <a:solidFill>
              <a:srgbClr val="006000"/>
            </a:solidFill>
            <a:ln w="9525">
              <a:noFill/>
              <a:round/>
              <a:headEnd/>
              <a:tailEnd/>
            </a:ln>
          </p:spPr>
          <p:txBody>
            <a:bodyPr/>
            <a:lstStyle/>
            <a:p>
              <a:pPr algn="ctr" eaLnBrk="0" hangingPunct="0"/>
              <a:endParaRPr lang="nl-BE"/>
            </a:p>
          </p:txBody>
        </p:sp>
        <p:sp>
          <p:nvSpPr>
            <p:cNvPr id="42073" name="Oval 73"/>
            <p:cNvSpPr>
              <a:spLocks noChangeArrowheads="1"/>
            </p:cNvSpPr>
            <p:nvPr/>
          </p:nvSpPr>
          <p:spPr bwMode="auto">
            <a:xfrm>
              <a:off x="1592263" y="3990975"/>
              <a:ext cx="200025" cy="258763"/>
            </a:xfrm>
            <a:prstGeom prst="ellipse">
              <a:avLst/>
            </a:prstGeom>
            <a:solidFill>
              <a:srgbClr val="006000"/>
            </a:solidFill>
            <a:ln w="9525">
              <a:noFill/>
              <a:round/>
              <a:headEnd/>
              <a:tailEnd/>
            </a:ln>
          </p:spPr>
          <p:txBody>
            <a:bodyPr/>
            <a:lstStyle/>
            <a:p>
              <a:pPr algn="ctr" eaLnBrk="0" hangingPunct="0"/>
              <a:endParaRPr lang="nl-BE"/>
            </a:p>
          </p:txBody>
        </p:sp>
        <p:sp>
          <p:nvSpPr>
            <p:cNvPr id="42074" name="Oval 74"/>
            <p:cNvSpPr>
              <a:spLocks noChangeArrowheads="1"/>
            </p:cNvSpPr>
            <p:nvPr/>
          </p:nvSpPr>
          <p:spPr bwMode="auto">
            <a:xfrm>
              <a:off x="1760538" y="4176713"/>
              <a:ext cx="123825" cy="104775"/>
            </a:xfrm>
            <a:prstGeom prst="ellipse">
              <a:avLst/>
            </a:prstGeom>
            <a:solidFill>
              <a:srgbClr val="004000"/>
            </a:solidFill>
            <a:ln w="9525">
              <a:noFill/>
              <a:round/>
              <a:headEnd/>
              <a:tailEnd/>
            </a:ln>
          </p:spPr>
          <p:txBody>
            <a:bodyPr/>
            <a:lstStyle/>
            <a:p>
              <a:pPr algn="ctr" eaLnBrk="0" hangingPunct="0"/>
              <a:endParaRPr lang="nl-BE"/>
            </a:p>
          </p:txBody>
        </p:sp>
        <p:sp>
          <p:nvSpPr>
            <p:cNvPr id="42075" name="Oval 75"/>
            <p:cNvSpPr>
              <a:spLocks noChangeArrowheads="1"/>
            </p:cNvSpPr>
            <p:nvPr/>
          </p:nvSpPr>
          <p:spPr bwMode="auto">
            <a:xfrm>
              <a:off x="1612900" y="4114800"/>
              <a:ext cx="130175" cy="134938"/>
            </a:xfrm>
            <a:prstGeom prst="ellipse">
              <a:avLst/>
            </a:prstGeom>
            <a:solidFill>
              <a:srgbClr val="004000"/>
            </a:solidFill>
            <a:ln w="9525">
              <a:noFill/>
              <a:round/>
              <a:headEnd/>
              <a:tailEnd/>
            </a:ln>
          </p:spPr>
          <p:txBody>
            <a:bodyPr/>
            <a:lstStyle/>
            <a:p>
              <a:pPr algn="ctr" eaLnBrk="0" hangingPunct="0"/>
              <a:endParaRPr lang="nl-BE"/>
            </a:p>
          </p:txBody>
        </p:sp>
        <p:sp>
          <p:nvSpPr>
            <p:cNvPr id="42076" name="Oval 76"/>
            <p:cNvSpPr>
              <a:spLocks noChangeArrowheads="1"/>
            </p:cNvSpPr>
            <p:nvPr/>
          </p:nvSpPr>
          <p:spPr bwMode="auto">
            <a:xfrm>
              <a:off x="1685925" y="3965575"/>
              <a:ext cx="204788" cy="203200"/>
            </a:xfrm>
            <a:prstGeom prst="ellipse">
              <a:avLst/>
            </a:prstGeom>
            <a:solidFill>
              <a:srgbClr val="008000"/>
            </a:solidFill>
            <a:ln w="9525">
              <a:noFill/>
              <a:round/>
              <a:headEnd/>
              <a:tailEnd/>
            </a:ln>
          </p:spPr>
          <p:txBody>
            <a:bodyPr/>
            <a:lstStyle/>
            <a:p>
              <a:pPr algn="ctr" eaLnBrk="0" hangingPunct="0"/>
              <a:endParaRPr lang="nl-BE"/>
            </a:p>
          </p:txBody>
        </p:sp>
        <p:sp>
          <p:nvSpPr>
            <p:cNvPr id="42077" name="Oval 77"/>
            <p:cNvSpPr>
              <a:spLocks noChangeArrowheads="1"/>
            </p:cNvSpPr>
            <p:nvPr/>
          </p:nvSpPr>
          <p:spPr bwMode="auto">
            <a:xfrm>
              <a:off x="1692275" y="4033838"/>
              <a:ext cx="146050" cy="122237"/>
            </a:xfrm>
            <a:prstGeom prst="ellipse">
              <a:avLst/>
            </a:prstGeom>
            <a:solidFill>
              <a:srgbClr val="006000"/>
            </a:solidFill>
            <a:ln w="9525">
              <a:noFill/>
              <a:round/>
              <a:headEnd/>
              <a:tailEnd/>
            </a:ln>
          </p:spPr>
          <p:txBody>
            <a:bodyPr/>
            <a:lstStyle/>
            <a:p>
              <a:pPr algn="ctr" eaLnBrk="0" hangingPunct="0"/>
              <a:endParaRPr lang="nl-BE"/>
            </a:p>
          </p:txBody>
        </p:sp>
        <p:sp>
          <p:nvSpPr>
            <p:cNvPr id="42078" name="Oval 78"/>
            <p:cNvSpPr>
              <a:spLocks noChangeArrowheads="1"/>
            </p:cNvSpPr>
            <p:nvPr/>
          </p:nvSpPr>
          <p:spPr bwMode="auto">
            <a:xfrm>
              <a:off x="1708150" y="4114800"/>
              <a:ext cx="279400" cy="222250"/>
            </a:xfrm>
            <a:prstGeom prst="ellipse">
              <a:avLst/>
            </a:prstGeom>
            <a:solidFill>
              <a:srgbClr val="006000"/>
            </a:solidFill>
            <a:ln w="9525">
              <a:noFill/>
              <a:round/>
              <a:headEnd/>
              <a:tailEnd/>
            </a:ln>
          </p:spPr>
          <p:txBody>
            <a:bodyPr/>
            <a:lstStyle/>
            <a:p>
              <a:pPr algn="ctr" eaLnBrk="0" hangingPunct="0"/>
              <a:endParaRPr lang="nl-BE"/>
            </a:p>
          </p:txBody>
        </p:sp>
        <p:sp>
          <p:nvSpPr>
            <p:cNvPr id="42079" name="Oval 79"/>
            <p:cNvSpPr>
              <a:spLocks noChangeArrowheads="1"/>
            </p:cNvSpPr>
            <p:nvPr/>
          </p:nvSpPr>
          <p:spPr bwMode="auto">
            <a:xfrm>
              <a:off x="1666875" y="4268788"/>
              <a:ext cx="279400" cy="184150"/>
            </a:xfrm>
            <a:prstGeom prst="ellipse">
              <a:avLst/>
            </a:prstGeom>
            <a:solidFill>
              <a:srgbClr val="006000"/>
            </a:solidFill>
            <a:ln w="9525">
              <a:noFill/>
              <a:round/>
              <a:headEnd/>
              <a:tailEnd/>
            </a:ln>
          </p:spPr>
          <p:txBody>
            <a:bodyPr/>
            <a:lstStyle/>
            <a:p>
              <a:pPr algn="ctr" eaLnBrk="0" hangingPunct="0"/>
              <a:endParaRPr lang="nl-BE"/>
            </a:p>
          </p:txBody>
        </p:sp>
        <p:sp>
          <p:nvSpPr>
            <p:cNvPr id="42080" name="Oval 80"/>
            <p:cNvSpPr>
              <a:spLocks noChangeArrowheads="1"/>
            </p:cNvSpPr>
            <p:nvPr/>
          </p:nvSpPr>
          <p:spPr bwMode="auto">
            <a:xfrm>
              <a:off x="1763713" y="4198938"/>
              <a:ext cx="223837" cy="111125"/>
            </a:xfrm>
            <a:prstGeom prst="ellipse">
              <a:avLst/>
            </a:prstGeom>
            <a:solidFill>
              <a:srgbClr val="004000"/>
            </a:solidFill>
            <a:ln w="9525">
              <a:noFill/>
              <a:round/>
              <a:headEnd/>
              <a:tailEnd/>
            </a:ln>
          </p:spPr>
          <p:txBody>
            <a:bodyPr/>
            <a:lstStyle/>
            <a:p>
              <a:pPr algn="ctr" eaLnBrk="0" hangingPunct="0"/>
              <a:endParaRPr lang="nl-BE"/>
            </a:p>
          </p:txBody>
        </p:sp>
        <p:sp>
          <p:nvSpPr>
            <p:cNvPr id="42081" name="Oval 81"/>
            <p:cNvSpPr>
              <a:spLocks noChangeArrowheads="1"/>
            </p:cNvSpPr>
            <p:nvPr/>
          </p:nvSpPr>
          <p:spPr bwMode="auto">
            <a:xfrm>
              <a:off x="1639888" y="4175125"/>
              <a:ext cx="219075" cy="192088"/>
            </a:xfrm>
            <a:prstGeom prst="ellipse">
              <a:avLst/>
            </a:prstGeom>
            <a:solidFill>
              <a:srgbClr val="008000"/>
            </a:solidFill>
            <a:ln w="9525">
              <a:noFill/>
              <a:round/>
              <a:headEnd/>
              <a:tailEnd/>
            </a:ln>
          </p:spPr>
          <p:txBody>
            <a:bodyPr/>
            <a:lstStyle/>
            <a:p>
              <a:pPr algn="ctr" eaLnBrk="0" hangingPunct="0"/>
              <a:endParaRPr lang="nl-BE"/>
            </a:p>
          </p:txBody>
        </p:sp>
        <p:sp>
          <p:nvSpPr>
            <p:cNvPr id="42082" name="Oval 82"/>
            <p:cNvSpPr>
              <a:spLocks noChangeArrowheads="1"/>
            </p:cNvSpPr>
            <p:nvPr/>
          </p:nvSpPr>
          <p:spPr bwMode="auto">
            <a:xfrm>
              <a:off x="1714500" y="4225925"/>
              <a:ext cx="131763" cy="134938"/>
            </a:xfrm>
            <a:prstGeom prst="ellipse">
              <a:avLst/>
            </a:prstGeom>
            <a:solidFill>
              <a:srgbClr val="006000"/>
            </a:solidFill>
            <a:ln w="9525">
              <a:noFill/>
              <a:round/>
              <a:headEnd/>
              <a:tailEnd/>
            </a:ln>
          </p:spPr>
          <p:txBody>
            <a:bodyPr/>
            <a:lstStyle/>
            <a:p>
              <a:pPr algn="ctr" eaLnBrk="0" hangingPunct="0"/>
              <a:endParaRPr lang="nl-BE"/>
            </a:p>
          </p:txBody>
        </p:sp>
        <p:sp>
          <p:nvSpPr>
            <p:cNvPr id="42083" name="Oval 83"/>
            <p:cNvSpPr>
              <a:spLocks noChangeArrowheads="1"/>
            </p:cNvSpPr>
            <p:nvPr/>
          </p:nvSpPr>
          <p:spPr bwMode="auto">
            <a:xfrm>
              <a:off x="2019300" y="4040188"/>
              <a:ext cx="423863" cy="252412"/>
            </a:xfrm>
            <a:prstGeom prst="ellipse">
              <a:avLst/>
            </a:prstGeom>
            <a:solidFill>
              <a:srgbClr val="006000"/>
            </a:solidFill>
            <a:ln w="9525">
              <a:noFill/>
              <a:round/>
              <a:headEnd/>
              <a:tailEnd/>
            </a:ln>
          </p:spPr>
          <p:txBody>
            <a:bodyPr/>
            <a:lstStyle/>
            <a:p>
              <a:pPr algn="ctr" eaLnBrk="0" hangingPunct="0"/>
              <a:endParaRPr lang="nl-BE"/>
            </a:p>
          </p:txBody>
        </p:sp>
        <p:sp>
          <p:nvSpPr>
            <p:cNvPr id="42084" name="Oval 84"/>
            <p:cNvSpPr>
              <a:spLocks noChangeArrowheads="1"/>
            </p:cNvSpPr>
            <p:nvPr/>
          </p:nvSpPr>
          <p:spPr bwMode="auto">
            <a:xfrm>
              <a:off x="1793875" y="4003675"/>
              <a:ext cx="354013" cy="254000"/>
            </a:xfrm>
            <a:prstGeom prst="ellipse">
              <a:avLst/>
            </a:prstGeom>
            <a:solidFill>
              <a:srgbClr val="006000"/>
            </a:solidFill>
            <a:ln w="9525">
              <a:noFill/>
              <a:round/>
              <a:headEnd/>
              <a:tailEnd/>
            </a:ln>
          </p:spPr>
          <p:txBody>
            <a:bodyPr/>
            <a:lstStyle/>
            <a:p>
              <a:pPr algn="ctr" eaLnBrk="0" hangingPunct="0"/>
              <a:endParaRPr lang="nl-BE"/>
            </a:p>
          </p:txBody>
        </p:sp>
        <p:sp>
          <p:nvSpPr>
            <p:cNvPr id="42085" name="Oval 85"/>
            <p:cNvSpPr>
              <a:spLocks noChangeArrowheads="1"/>
            </p:cNvSpPr>
            <p:nvPr/>
          </p:nvSpPr>
          <p:spPr bwMode="auto">
            <a:xfrm>
              <a:off x="2090738" y="4184650"/>
              <a:ext cx="220662" cy="101600"/>
            </a:xfrm>
            <a:prstGeom prst="ellipse">
              <a:avLst/>
            </a:prstGeom>
            <a:solidFill>
              <a:srgbClr val="004000"/>
            </a:solidFill>
            <a:ln w="9525">
              <a:noFill/>
              <a:round/>
              <a:headEnd/>
              <a:tailEnd/>
            </a:ln>
          </p:spPr>
          <p:txBody>
            <a:bodyPr/>
            <a:lstStyle/>
            <a:p>
              <a:pPr algn="ctr" eaLnBrk="0" hangingPunct="0"/>
              <a:endParaRPr lang="nl-BE"/>
            </a:p>
          </p:txBody>
        </p:sp>
        <p:sp>
          <p:nvSpPr>
            <p:cNvPr id="42086" name="Oval 86"/>
            <p:cNvSpPr>
              <a:spLocks noChangeArrowheads="1"/>
            </p:cNvSpPr>
            <p:nvPr/>
          </p:nvSpPr>
          <p:spPr bwMode="auto">
            <a:xfrm>
              <a:off x="1831975" y="4124325"/>
              <a:ext cx="230188" cy="133350"/>
            </a:xfrm>
            <a:prstGeom prst="ellipse">
              <a:avLst/>
            </a:prstGeom>
            <a:solidFill>
              <a:srgbClr val="004000"/>
            </a:solidFill>
            <a:ln w="9525">
              <a:noFill/>
              <a:round/>
              <a:headEnd/>
              <a:tailEnd/>
            </a:ln>
          </p:spPr>
          <p:txBody>
            <a:bodyPr/>
            <a:lstStyle/>
            <a:p>
              <a:pPr algn="ctr" eaLnBrk="0" hangingPunct="0"/>
              <a:endParaRPr lang="nl-BE"/>
            </a:p>
          </p:txBody>
        </p:sp>
        <p:sp>
          <p:nvSpPr>
            <p:cNvPr id="42087" name="Oval 87"/>
            <p:cNvSpPr>
              <a:spLocks noChangeArrowheads="1"/>
            </p:cNvSpPr>
            <p:nvPr/>
          </p:nvSpPr>
          <p:spPr bwMode="auto">
            <a:xfrm>
              <a:off x="1958975" y="3979863"/>
              <a:ext cx="365125" cy="196850"/>
            </a:xfrm>
            <a:prstGeom prst="ellipse">
              <a:avLst/>
            </a:prstGeom>
            <a:solidFill>
              <a:srgbClr val="008000"/>
            </a:solidFill>
            <a:ln w="9525">
              <a:noFill/>
              <a:round/>
              <a:headEnd/>
              <a:tailEnd/>
            </a:ln>
          </p:spPr>
          <p:txBody>
            <a:bodyPr/>
            <a:lstStyle/>
            <a:p>
              <a:pPr algn="ctr" eaLnBrk="0" hangingPunct="0"/>
              <a:endParaRPr lang="nl-BE"/>
            </a:p>
          </p:txBody>
        </p:sp>
        <p:sp>
          <p:nvSpPr>
            <p:cNvPr id="42088" name="Oval 88"/>
            <p:cNvSpPr>
              <a:spLocks noChangeArrowheads="1"/>
            </p:cNvSpPr>
            <p:nvPr/>
          </p:nvSpPr>
          <p:spPr bwMode="auto">
            <a:xfrm>
              <a:off x="1971675" y="4046538"/>
              <a:ext cx="260350" cy="119062"/>
            </a:xfrm>
            <a:prstGeom prst="ellipse">
              <a:avLst/>
            </a:prstGeom>
            <a:solidFill>
              <a:srgbClr val="006000"/>
            </a:solidFill>
            <a:ln w="9525">
              <a:noFill/>
              <a:round/>
              <a:headEnd/>
              <a:tailEnd/>
            </a:ln>
          </p:spPr>
          <p:txBody>
            <a:bodyPr/>
            <a:lstStyle/>
            <a:p>
              <a:pPr algn="ctr" eaLnBrk="0" hangingPunct="0"/>
              <a:endParaRPr lang="nl-BE"/>
            </a:p>
          </p:txBody>
        </p:sp>
        <p:sp>
          <p:nvSpPr>
            <p:cNvPr id="42089" name="Oval 89"/>
            <p:cNvSpPr>
              <a:spLocks noChangeArrowheads="1"/>
            </p:cNvSpPr>
            <p:nvPr/>
          </p:nvSpPr>
          <p:spPr bwMode="auto">
            <a:xfrm>
              <a:off x="1998663" y="4124325"/>
              <a:ext cx="495300" cy="217488"/>
            </a:xfrm>
            <a:prstGeom prst="ellipse">
              <a:avLst/>
            </a:prstGeom>
            <a:solidFill>
              <a:srgbClr val="006000"/>
            </a:solidFill>
            <a:ln w="9525">
              <a:noFill/>
              <a:round/>
              <a:headEnd/>
              <a:tailEnd/>
            </a:ln>
          </p:spPr>
          <p:txBody>
            <a:bodyPr/>
            <a:lstStyle/>
            <a:p>
              <a:pPr algn="ctr" eaLnBrk="0" hangingPunct="0"/>
              <a:endParaRPr lang="nl-BE"/>
            </a:p>
          </p:txBody>
        </p:sp>
        <p:sp>
          <p:nvSpPr>
            <p:cNvPr id="42090" name="Oval 90"/>
            <p:cNvSpPr>
              <a:spLocks noChangeArrowheads="1"/>
            </p:cNvSpPr>
            <p:nvPr/>
          </p:nvSpPr>
          <p:spPr bwMode="auto">
            <a:xfrm>
              <a:off x="1927225" y="4275138"/>
              <a:ext cx="495300" cy="177800"/>
            </a:xfrm>
            <a:prstGeom prst="ellipse">
              <a:avLst/>
            </a:prstGeom>
            <a:solidFill>
              <a:srgbClr val="006000"/>
            </a:solidFill>
            <a:ln w="9525">
              <a:noFill/>
              <a:round/>
              <a:headEnd/>
              <a:tailEnd/>
            </a:ln>
          </p:spPr>
          <p:txBody>
            <a:bodyPr/>
            <a:lstStyle/>
            <a:p>
              <a:pPr algn="ctr" eaLnBrk="0" hangingPunct="0"/>
              <a:endParaRPr lang="nl-BE"/>
            </a:p>
          </p:txBody>
        </p:sp>
        <p:sp>
          <p:nvSpPr>
            <p:cNvPr id="42091" name="Oval 91"/>
            <p:cNvSpPr>
              <a:spLocks noChangeArrowheads="1"/>
            </p:cNvSpPr>
            <p:nvPr/>
          </p:nvSpPr>
          <p:spPr bwMode="auto">
            <a:xfrm>
              <a:off x="2097088" y="4206875"/>
              <a:ext cx="398462" cy="107950"/>
            </a:xfrm>
            <a:prstGeom prst="ellipse">
              <a:avLst/>
            </a:prstGeom>
            <a:solidFill>
              <a:srgbClr val="004000"/>
            </a:solidFill>
            <a:ln w="9525">
              <a:noFill/>
              <a:round/>
              <a:headEnd/>
              <a:tailEnd/>
            </a:ln>
          </p:spPr>
          <p:txBody>
            <a:bodyPr/>
            <a:lstStyle/>
            <a:p>
              <a:pPr algn="ctr" eaLnBrk="0" hangingPunct="0"/>
              <a:endParaRPr lang="nl-BE"/>
            </a:p>
          </p:txBody>
        </p:sp>
        <p:sp>
          <p:nvSpPr>
            <p:cNvPr id="42092" name="Oval 92"/>
            <p:cNvSpPr>
              <a:spLocks noChangeArrowheads="1"/>
            </p:cNvSpPr>
            <p:nvPr/>
          </p:nvSpPr>
          <p:spPr bwMode="auto">
            <a:xfrm>
              <a:off x="1878013" y="4183063"/>
              <a:ext cx="390525" cy="185737"/>
            </a:xfrm>
            <a:prstGeom prst="ellipse">
              <a:avLst/>
            </a:prstGeom>
            <a:solidFill>
              <a:srgbClr val="008000"/>
            </a:solidFill>
            <a:ln w="9525">
              <a:noFill/>
              <a:round/>
              <a:headEnd/>
              <a:tailEnd/>
            </a:ln>
          </p:spPr>
          <p:txBody>
            <a:bodyPr/>
            <a:lstStyle/>
            <a:p>
              <a:pPr algn="ctr" eaLnBrk="0" hangingPunct="0"/>
              <a:endParaRPr lang="nl-BE"/>
            </a:p>
          </p:txBody>
        </p:sp>
        <p:sp>
          <p:nvSpPr>
            <p:cNvPr id="42093" name="Oval 93"/>
            <p:cNvSpPr>
              <a:spLocks noChangeArrowheads="1"/>
            </p:cNvSpPr>
            <p:nvPr/>
          </p:nvSpPr>
          <p:spPr bwMode="auto">
            <a:xfrm>
              <a:off x="2009775" y="4233863"/>
              <a:ext cx="233363" cy="130175"/>
            </a:xfrm>
            <a:prstGeom prst="ellipse">
              <a:avLst/>
            </a:prstGeom>
            <a:solidFill>
              <a:srgbClr val="006000"/>
            </a:solidFill>
            <a:ln w="9525">
              <a:noFill/>
              <a:round/>
              <a:headEnd/>
              <a:tailEnd/>
            </a:ln>
          </p:spPr>
          <p:txBody>
            <a:bodyPr/>
            <a:lstStyle/>
            <a:p>
              <a:pPr algn="ctr" eaLnBrk="0" hangingPunct="0"/>
              <a:endParaRPr lang="nl-BE"/>
            </a:p>
          </p:txBody>
        </p:sp>
        <p:sp>
          <p:nvSpPr>
            <p:cNvPr id="42094" name="Freeform 94"/>
            <p:cNvSpPr>
              <a:spLocks/>
            </p:cNvSpPr>
            <p:nvPr/>
          </p:nvSpPr>
          <p:spPr bwMode="auto">
            <a:xfrm>
              <a:off x="657225" y="4194175"/>
              <a:ext cx="5848350" cy="1943100"/>
            </a:xfrm>
            <a:custGeom>
              <a:avLst/>
              <a:gdLst>
                <a:gd name="T0" fmla="*/ 2147483647 w 3684"/>
                <a:gd name="T1" fmla="*/ 2147483647 h 1224"/>
                <a:gd name="T2" fmla="*/ 2147483647 w 3684"/>
                <a:gd name="T3" fmla="*/ 2147483647 h 1224"/>
                <a:gd name="T4" fmla="*/ 0 w 3684"/>
                <a:gd name="T5" fmla="*/ 2147483647 h 1224"/>
                <a:gd name="T6" fmla="*/ 0 w 3684"/>
                <a:gd name="T7" fmla="*/ 2147483647 h 1224"/>
                <a:gd name="T8" fmla="*/ 2147483647 w 3684"/>
                <a:gd name="T9" fmla="*/ 2147483647 h 1224"/>
                <a:gd name="T10" fmla="*/ 2147483647 w 3684"/>
                <a:gd name="T11" fmla="*/ 0 h 1224"/>
                <a:gd name="T12" fmla="*/ 2147483647 w 3684"/>
                <a:gd name="T13" fmla="*/ 2147483647 h 1224"/>
                <a:gd name="T14" fmla="*/ 0 60000 65536"/>
                <a:gd name="T15" fmla="*/ 0 60000 65536"/>
                <a:gd name="T16" fmla="*/ 0 60000 65536"/>
                <a:gd name="T17" fmla="*/ 0 60000 65536"/>
                <a:gd name="T18" fmla="*/ 0 60000 65536"/>
                <a:gd name="T19" fmla="*/ 0 60000 65536"/>
                <a:gd name="T20" fmla="*/ 0 60000 65536"/>
                <a:gd name="T21" fmla="*/ 0 w 3684"/>
                <a:gd name="T22" fmla="*/ 0 h 1224"/>
                <a:gd name="T23" fmla="*/ 3684 w 3684"/>
                <a:gd name="T24" fmla="*/ 1224 h 12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84" h="1224">
                  <a:moveTo>
                    <a:pt x="3684" y="6"/>
                  </a:moveTo>
                  <a:lnTo>
                    <a:pt x="12" y="1218"/>
                  </a:lnTo>
                  <a:lnTo>
                    <a:pt x="0" y="1224"/>
                  </a:lnTo>
                  <a:lnTo>
                    <a:pt x="0" y="606"/>
                  </a:lnTo>
                  <a:lnTo>
                    <a:pt x="3" y="213"/>
                  </a:lnTo>
                  <a:lnTo>
                    <a:pt x="2670" y="0"/>
                  </a:lnTo>
                  <a:lnTo>
                    <a:pt x="2955" y="6"/>
                  </a:lnTo>
                </a:path>
              </a:pathLst>
            </a:custGeom>
            <a:solidFill>
              <a:schemeClr val="bg2"/>
            </a:solidFill>
            <a:ln w="9525">
              <a:solidFill>
                <a:schemeClr val="tx1"/>
              </a:solidFill>
              <a:round/>
              <a:headEnd/>
              <a:tailEnd/>
            </a:ln>
          </p:spPr>
          <p:txBody>
            <a:bodyPr wrap="none" anchor="ctr"/>
            <a:lstStyle/>
            <a:p>
              <a:endParaRPr lang="nl-BE"/>
            </a:p>
          </p:txBody>
        </p:sp>
        <p:sp>
          <p:nvSpPr>
            <p:cNvPr id="42095" name="Freeform 95"/>
            <p:cNvSpPr>
              <a:spLocks/>
            </p:cNvSpPr>
            <p:nvPr/>
          </p:nvSpPr>
          <p:spPr bwMode="auto">
            <a:xfrm>
              <a:off x="3810000" y="2603500"/>
              <a:ext cx="3657600" cy="1604963"/>
            </a:xfrm>
            <a:custGeom>
              <a:avLst/>
              <a:gdLst>
                <a:gd name="T0" fmla="*/ 2147483647 w 1455"/>
                <a:gd name="T1" fmla="*/ 2147483647 h 924"/>
                <a:gd name="T2" fmla="*/ 2147483647 w 1455"/>
                <a:gd name="T3" fmla="*/ 0 h 924"/>
                <a:gd name="T4" fmla="*/ 2147483647 w 1455"/>
                <a:gd name="T5" fmla="*/ 2147483647 h 924"/>
                <a:gd name="T6" fmla="*/ 2147483647 w 1455"/>
                <a:gd name="T7" fmla="*/ 0 h 924"/>
                <a:gd name="T8" fmla="*/ 2147483647 w 1455"/>
                <a:gd name="T9" fmla="*/ 2147483647 h 924"/>
                <a:gd name="T10" fmla="*/ 2147483647 w 1455"/>
                <a:gd name="T11" fmla="*/ 2147483647 h 924"/>
                <a:gd name="T12" fmla="*/ 2147483647 w 1455"/>
                <a:gd name="T13" fmla="*/ 2147483647 h 924"/>
                <a:gd name="T14" fmla="*/ 2147483647 w 1455"/>
                <a:gd name="T15" fmla="*/ 2147483647 h 924"/>
                <a:gd name="T16" fmla="*/ 2147483647 w 1455"/>
                <a:gd name="T17" fmla="*/ 2147483647 h 924"/>
                <a:gd name="T18" fmla="*/ 2147483647 w 1455"/>
                <a:gd name="T19" fmla="*/ 2147483647 h 924"/>
                <a:gd name="T20" fmla="*/ 2147483647 w 1455"/>
                <a:gd name="T21" fmla="*/ 2147483647 h 924"/>
                <a:gd name="T22" fmla="*/ 2147483647 w 1455"/>
                <a:gd name="T23" fmla="*/ 2147483647 h 924"/>
                <a:gd name="T24" fmla="*/ 2147483647 w 1455"/>
                <a:gd name="T25" fmla="*/ 2147483647 h 924"/>
                <a:gd name="T26" fmla="*/ 2147483647 w 1455"/>
                <a:gd name="T27" fmla="*/ 2147483647 h 924"/>
                <a:gd name="T28" fmla="*/ 2147483647 w 1455"/>
                <a:gd name="T29" fmla="*/ 2147483647 h 924"/>
                <a:gd name="T30" fmla="*/ 2147483647 w 1455"/>
                <a:gd name="T31" fmla="*/ 2147483647 h 924"/>
                <a:gd name="T32" fmla="*/ 2147483647 w 1455"/>
                <a:gd name="T33" fmla="*/ 2147483647 h 924"/>
                <a:gd name="T34" fmla="*/ 2147483647 w 1455"/>
                <a:gd name="T35" fmla="*/ 2147483647 h 924"/>
                <a:gd name="T36" fmla="*/ 2147483647 w 1455"/>
                <a:gd name="T37" fmla="*/ 2147483647 h 924"/>
                <a:gd name="T38" fmla="*/ 2147483647 w 1455"/>
                <a:gd name="T39" fmla="*/ 2147483647 h 924"/>
                <a:gd name="T40" fmla="*/ 2147483647 w 1455"/>
                <a:gd name="T41" fmla="*/ 2147483647 h 924"/>
                <a:gd name="T42" fmla="*/ 2147483647 w 1455"/>
                <a:gd name="T43" fmla="*/ 2147483647 h 924"/>
                <a:gd name="T44" fmla="*/ 2147483647 w 1455"/>
                <a:gd name="T45" fmla="*/ 2147483647 h 924"/>
                <a:gd name="T46" fmla="*/ 2147483647 w 1455"/>
                <a:gd name="T47" fmla="*/ 2147483647 h 924"/>
                <a:gd name="T48" fmla="*/ 2147483647 w 1455"/>
                <a:gd name="T49" fmla="*/ 2147483647 h 924"/>
                <a:gd name="T50" fmla="*/ 2147483647 w 1455"/>
                <a:gd name="T51" fmla="*/ 2147483647 h 924"/>
                <a:gd name="T52" fmla="*/ 2147483647 w 1455"/>
                <a:gd name="T53" fmla="*/ 2147483647 h 924"/>
                <a:gd name="T54" fmla="*/ 2147483647 w 1455"/>
                <a:gd name="T55" fmla="*/ 2147483647 h 924"/>
                <a:gd name="T56" fmla="*/ 2147483647 w 1455"/>
                <a:gd name="T57" fmla="*/ 2147483647 h 924"/>
                <a:gd name="T58" fmla="*/ 2147483647 w 1455"/>
                <a:gd name="T59" fmla="*/ 2147483647 h 924"/>
                <a:gd name="T60" fmla="*/ 2147483647 w 1455"/>
                <a:gd name="T61" fmla="*/ 2147483647 h 924"/>
                <a:gd name="T62" fmla="*/ 2147483647 w 1455"/>
                <a:gd name="T63" fmla="*/ 2147483647 h 924"/>
                <a:gd name="T64" fmla="*/ 0 w 1455"/>
                <a:gd name="T65" fmla="*/ 2147483647 h 924"/>
                <a:gd name="T66" fmla="*/ 2147483647 w 1455"/>
                <a:gd name="T67" fmla="*/ 2147483647 h 924"/>
                <a:gd name="T68" fmla="*/ 2147483647 w 1455"/>
                <a:gd name="T69" fmla="*/ 2147483647 h 924"/>
                <a:gd name="T70" fmla="*/ 2147483647 w 1455"/>
                <a:gd name="T71" fmla="*/ 2147483647 h 924"/>
                <a:gd name="T72" fmla="*/ 2147483647 w 1455"/>
                <a:gd name="T73" fmla="*/ 2147483647 h 924"/>
                <a:gd name="T74" fmla="*/ 2147483647 w 1455"/>
                <a:gd name="T75" fmla="*/ 2147483647 h 924"/>
                <a:gd name="T76" fmla="*/ 2147483647 w 1455"/>
                <a:gd name="T77" fmla="*/ 2147483647 h 924"/>
                <a:gd name="T78" fmla="*/ 2147483647 w 1455"/>
                <a:gd name="T79" fmla="*/ 2147483647 h 924"/>
                <a:gd name="T80" fmla="*/ 2147483647 w 1455"/>
                <a:gd name="T81" fmla="*/ 2147483647 h 924"/>
                <a:gd name="T82" fmla="*/ 2147483647 w 1455"/>
                <a:gd name="T83" fmla="*/ 2147483647 h 924"/>
                <a:gd name="T84" fmla="*/ 2147483647 w 1455"/>
                <a:gd name="T85" fmla="*/ 2147483647 h 924"/>
                <a:gd name="T86" fmla="*/ 2147483647 w 1455"/>
                <a:gd name="T87" fmla="*/ 2147483647 h 924"/>
                <a:gd name="T88" fmla="*/ 2147483647 w 1455"/>
                <a:gd name="T89" fmla="*/ 2147483647 h 924"/>
                <a:gd name="T90" fmla="*/ 2147483647 w 1455"/>
                <a:gd name="T91" fmla="*/ 2147483647 h 924"/>
                <a:gd name="T92" fmla="*/ 2147483647 w 1455"/>
                <a:gd name="T93" fmla="*/ 2147483647 h 924"/>
                <a:gd name="T94" fmla="*/ 2147483647 w 1455"/>
                <a:gd name="T95" fmla="*/ 2147483647 h 924"/>
                <a:gd name="T96" fmla="*/ 2147483647 w 1455"/>
                <a:gd name="T97" fmla="*/ 2147483647 h 924"/>
                <a:gd name="T98" fmla="*/ 2147483647 w 1455"/>
                <a:gd name="T99" fmla="*/ 2147483647 h 924"/>
                <a:gd name="T100" fmla="*/ 2147483647 w 1455"/>
                <a:gd name="T101" fmla="*/ 2147483647 h 924"/>
                <a:gd name="T102" fmla="*/ 2147483647 w 1455"/>
                <a:gd name="T103" fmla="*/ 2147483647 h 924"/>
                <a:gd name="T104" fmla="*/ 2147483647 w 1455"/>
                <a:gd name="T105" fmla="*/ 2147483647 h 924"/>
                <a:gd name="T106" fmla="*/ 2147483647 w 1455"/>
                <a:gd name="T107" fmla="*/ 2147483647 h 924"/>
                <a:gd name="T108" fmla="*/ 2147483647 w 1455"/>
                <a:gd name="T109" fmla="*/ 2147483647 h 924"/>
                <a:gd name="T110" fmla="*/ 2147483647 w 1455"/>
                <a:gd name="T111" fmla="*/ 2147483647 h 924"/>
                <a:gd name="T112" fmla="*/ 2147483647 w 1455"/>
                <a:gd name="T113" fmla="*/ 2147483647 h 924"/>
                <a:gd name="T114" fmla="*/ 2147483647 w 1455"/>
                <a:gd name="T115" fmla="*/ 2147483647 h 924"/>
                <a:gd name="T116" fmla="*/ 2147483647 w 1455"/>
                <a:gd name="T117" fmla="*/ 2147483647 h 924"/>
                <a:gd name="T118" fmla="*/ 2147483647 w 1455"/>
                <a:gd name="T119" fmla="*/ 2147483647 h 924"/>
                <a:gd name="T120" fmla="*/ 2147483647 w 1455"/>
                <a:gd name="T121" fmla="*/ 2147483647 h 924"/>
                <a:gd name="T122" fmla="*/ 2147483647 w 1455"/>
                <a:gd name="T123" fmla="*/ 2147483647 h 924"/>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455"/>
                <a:gd name="T187" fmla="*/ 0 h 924"/>
                <a:gd name="T188" fmla="*/ 1455 w 1455"/>
                <a:gd name="T189" fmla="*/ 924 h 924"/>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455" h="924">
                  <a:moveTo>
                    <a:pt x="710" y="36"/>
                  </a:moveTo>
                  <a:lnTo>
                    <a:pt x="771" y="0"/>
                  </a:lnTo>
                  <a:lnTo>
                    <a:pt x="771" y="61"/>
                  </a:lnTo>
                  <a:lnTo>
                    <a:pt x="846" y="0"/>
                  </a:lnTo>
                  <a:lnTo>
                    <a:pt x="821" y="49"/>
                  </a:lnTo>
                  <a:lnTo>
                    <a:pt x="877" y="30"/>
                  </a:lnTo>
                  <a:lnTo>
                    <a:pt x="870" y="67"/>
                  </a:lnTo>
                  <a:lnTo>
                    <a:pt x="939" y="6"/>
                  </a:lnTo>
                  <a:lnTo>
                    <a:pt x="920" y="80"/>
                  </a:lnTo>
                  <a:lnTo>
                    <a:pt x="994" y="30"/>
                  </a:lnTo>
                  <a:lnTo>
                    <a:pt x="969" y="92"/>
                  </a:lnTo>
                  <a:lnTo>
                    <a:pt x="1080" y="80"/>
                  </a:lnTo>
                  <a:lnTo>
                    <a:pt x="1068" y="123"/>
                  </a:lnTo>
                  <a:lnTo>
                    <a:pt x="1147" y="116"/>
                  </a:lnTo>
                  <a:lnTo>
                    <a:pt x="1141" y="172"/>
                  </a:lnTo>
                  <a:lnTo>
                    <a:pt x="1203" y="178"/>
                  </a:lnTo>
                  <a:lnTo>
                    <a:pt x="1239" y="238"/>
                  </a:lnTo>
                  <a:lnTo>
                    <a:pt x="1265" y="312"/>
                  </a:lnTo>
                  <a:lnTo>
                    <a:pt x="1320" y="324"/>
                  </a:lnTo>
                  <a:lnTo>
                    <a:pt x="1338" y="373"/>
                  </a:lnTo>
                  <a:lnTo>
                    <a:pt x="1326" y="403"/>
                  </a:lnTo>
                  <a:lnTo>
                    <a:pt x="1363" y="453"/>
                  </a:lnTo>
                  <a:lnTo>
                    <a:pt x="1387" y="496"/>
                  </a:lnTo>
                  <a:lnTo>
                    <a:pt x="1387" y="588"/>
                  </a:lnTo>
                  <a:lnTo>
                    <a:pt x="1387" y="631"/>
                  </a:lnTo>
                  <a:lnTo>
                    <a:pt x="1430" y="722"/>
                  </a:lnTo>
                  <a:lnTo>
                    <a:pt x="1455" y="796"/>
                  </a:lnTo>
                  <a:lnTo>
                    <a:pt x="1455" y="906"/>
                  </a:lnTo>
                  <a:lnTo>
                    <a:pt x="1449" y="924"/>
                  </a:lnTo>
                  <a:lnTo>
                    <a:pt x="57" y="924"/>
                  </a:lnTo>
                  <a:lnTo>
                    <a:pt x="13" y="868"/>
                  </a:lnTo>
                  <a:lnTo>
                    <a:pt x="61" y="834"/>
                  </a:lnTo>
                  <a:lnTo>
                    <a:pt x="0" y="787"/>
                  </a:lnTo>
                  <a:lnTo>
                    <a:pt x="57" y="735"/>
                  </a:lnTo>
                  <a:lnTo>
                    <a:pt x="108" y="687"/>
                  </a:lnTo>
                  <a:lnTo>
                    <a:pt x="34" y="646"/>
                  </a:lnTo>
                  <a:lnTo>
                    <a:pt x="144" y="618"/>
                  </a:lnTo>
                  <a:lnTo>
                    <a:pt x="125" y="588"/>
                  </a:lnTo>
                  <a:lnTo>
                    <a:pt x="84" y="556"/>
                  </a:lnTo>
                  <a:lnTo>
                    <a:pt x="129" y="545"/>
                  </a:lnTo>
                  <a:lnTo>
                    <a:pt x="183" y="518"/>
                  </a:lnTo>
                  <a:lnTo>
                    <a:pt x="123" y="498"/>
                  </a:lnTo>
                  <a:lnTo>
                    <a:pt x="115" y="457"/>
                  </a:lnTo>
                  <a:lnTo>
                    <a:pt x="169" y="430"/>
                  </a:lnTo>
                  <a:lnTo>
                    <a:pt x="156" y="377"/>
                  </a:lnTo>
                  <a:lnTo>
                    <a:pt x="183" y="329"/>
                  </a:lnTo>
                  <a:lnTo>
                    <a:pt x="162" y="282"/>
                  </a:lnTo>
                  <a:lnTo>
                    <a:pt x="237" y="275"/>
                  </a:lnTo>
                  <a:lnTo>
                    <a:pt x="230" y="195"/>
                  </a:lnTo>
                  <a:lnTo>
                    <a:pt x="284" y="195"/>
                  </a:lnTo>
                  <a:lnTo>
                    <a:pt x="257" y="135"/>
                  </a:lnTo>
                  <a:lnTo>
                    <a:pt x="298" y="135"/>
                  </a:lnTo>
                  <a:lnTo>
                    <a:pt x="284" y="74"/>
                  </a:lnTo>
                  <a:lnTo>
                    <a:pt x="347" y="129"/>
                  </a:lnTo>
                  <a:lnTo>
                    <a:pt x="377" y="43"/>
                  </a:lnTo>
                  <a:lnTo>
                    <a:pt x="414" y="80"/>
                  </a:lnTo>
                  <a:lnTo>
                    <a:pt x="481" y="49"/>
                  </a:lnTo>
                  <a:lnTo>
                    <a:pt x="519" y="73"/>
                  </a:lnTo>
                  <a:lnTo>
                    <a:pt x="531" y="24"/>
                  </a:lnTo>
                  <a:lnTo>
                    <a:pt x="574" y="67"/>
                  </a:lnTo>
                  <a:lnTo>
                    <a:pt x="630" y="6"/>
                  </a:lnTo>
                  <a:lnTo>
                    <a:pt x="710" y="36"/>
                  </a:lnTo>
                  <a:close/>
                </a:path>
              </a:pathLst>
            </a:custGeom>
            <a:solidFill>
              <a:srgbClr val="004000"/>
            </a:solidFill>
            <a:ln w="9525">
              <a:noFill/>
              <a:round/>
              <a:headEnd/>
              <a:tailEnd/>
            </a:ln>
          </p:spPr>
          <p:txBody>
            <a:bodyPr/>
            <a:lstStyle/>
            <a:p>
              <a:endParaRPr lang="nl-BE"/>
            </a:p>
          </p:txBody>
        </p:sp>
        <p:sp>
          <p:nvSpPr>
            <p:cNvPr id="42096" name="Freeform 96"/>
            <p:cNvSpPr>
              <a:spLocks/>
            </p:cNvSpPr>
            <p:nvPr/>
          </p:nvSpPr>
          <p:spPr bwMode="auto">
            <a:xfrm>
              <a:off x="4832350" y="2974975"/>
              <a:ext cx="1949450" cy="1241425"/>
            </a:xfrm>
            <a:custGeom>
              <a:avLst/>
              <a:gdLst>
                <a:gd name="T0" fmla="*/ 2147483647 w 777"/>
                <a:gd name="T1" fmla="*/ 2147483647 h 782"/>
                <a:gd name="T2" fmla="*/ 2147483647 w 777"/>
                <a:gd name="T3" fmla="*/ 2147483647 h 782"/>
                <a:gd name="T4" fmla="*/ 2147483647 w 777"/>
                <a:gd name="T5" fmla="*/ 2147483647 h 782"/>
                <a:gd name="T6" fmla="*/ 2147483647 w 777"/>
                <a:gd name="T7" fmla="*/ 0 h 782"/>
                <a:gd name="T8" fmla="*/ 2147483647 w 777"/>
                <a:gd name="T9" fmla="*/ 0 h 782"/>
                <a:gd name="T10" fmla="*/ 0 w 777"/>
                <a:gd name="T11" fmla="*/ 2147483647 h 782"/>
                <a:gd name="T12" fmla="*/ 0 w 777"/>
                <a:gd name="T13" fmla="*/ 2147483647 h 782"/>
                <a:gd name="T14" fmla="*/ 2147483647 w 777"/>
                <a:gd name="T15" fmla="*/ 2147483647 h 782"/>
                <a:gd name="T16" fmla="*/ 2147483647 w 777"/>
                <a:gd name="T17" fmla="*/ 2147483647 h 78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77"/>
                <a:gd name="T28" fmla="*/ 0 h 782"/>
                <a:gd name="T29" fmla="*/ 777 w 777"/>
                <a:gd name="T30" fmla="*/ 782 h 78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77" h="782">
                  <a:moveTo>
                    <a:pt x="134" y="782"/>
                  </a:moveTo>
                  <a:lnTo>
                    <a:pt x="777" y="782"/>
                  </a:lnTo>
                  <a:lnTo>
                    <a:pt x="777" y="86"/>
                  </a:lnTo>
                  <a:lnTo>
                    <a:pt x="690" y="0"/>
                  </a:lnTo>
                  <a:lnTo>
                    <a:pt x="86" y="0"/>
                  </a:lnTo>
                  <a:lnTo>
                    <a:pt x="0" y="86"/>
                  </a:lnTo>
                  <a:lnTo>
                    <a:pt x="0" y="782"/>
                  </a:lnTo>
                  <a:lnTo>
                    <a:pt x="132" y="782"/>
                  </a:lnTo>
                  <a:lnTo>
                    <a:pt x="134" y="782"/>
                  </a:lnTo>
                  <a:close/>
                </a:path>
              </a:pathLst>
            </a:custGeom>
            <a:solidFill>
              <a:srgbClr val="606060"/>
            </a:solidFill>
            <a:ln w="12700">
              <a:solidFill>
                <a:srgbClr val="000000"/>
              </a:solidFill>
              <a:prstDash val="solid"/>
              <a:round/>
              <a:headEnd/>
              <a:tailEnd/>
            </a:ln>
          </p:spPr>
          <p:txBody>
            <a:bodyPr/>
            <a:lstStyle/>
            <a:p>
              <a:endParaRPr lang="nl-BE"/>
            </a:p>
          </p:txBody>
        </p:sp>
        <p:sp>
          <p:nvSpPr>
            <p:cNvPr id="42097" name="Freeform 97"/>
            <p:cNvSpPr>
              <a:spLocks/>
            </p:cNvSpPr>
            <p:nvPr/>
          </p:nvSpPr>
          <p:spPr bwMode="auto">
            <a:xfrm>
              <a:off x="6353175" y="3408363"/>
              <a:ext cx="179388" cy="79375"/>
            </a:xfrm>
            <a:custGeom>
              <a:avLst/>
              <a:gdLst>
                <a:gd name="T0" fmla="*/ 0 w 39"/>
                <a:gd name="T1" fmla="*/ 2147483647 h 50"/>
                <a:gd name="T2" fmla="*/ 0 w 39"/>
                <a:gd name="T3" fmla="*/ 2147483647 h 50"/>
                <a:gd name="T4" fmla="*/ 0 w 39"/>
                <a:gd name="T5" fmla="*/ 2147483647 h 50"/>
                <a:gd name="T6" fmla="*/ 0 w 39"/>
                <a:gd name="T7" fmla="*/ 2147483647 h 50"/>
                <a:gd name="T8" fmla="*/ 2147483647 w 39"/>
                <a:gd name="T9" fmla="*/ 2147483647 h 50"/>
                <a:gd name="T10" fmla="*/ 2147483647 w 39"/>
                <a:gd name="T11" fmla="*/ 2147483647 h 50"/>
                <a:gd name="T12" fmla="*/ 2147483647 w 39"/>
                <a:gd name="T13" fmla="*/ 2147483647 h 50"/>
                <a:gd name="T14" fmla="*/ 2147483647 w 39"/>
                <a:gd name="T15" fmla="*/ 2147483647 h 50"/>
                <a:gd name="T16" fmla="*/ 2147483647 w 39"/>
                <a:gd name="T17" fmla="*/ 2147483647 h 50"/>
                <a:gd name="T18" fmla="*/ 2147483647 w 39"/>
                <a:gd name="T19" fmla="*/ 2147483647 h 50"/>
                <a:gd name="T20" fmla="*/ 2147483647 w 39"/>
                <a:gd name="T21" fmla="*/ 2147483647 h 50"/>
                <a:gd name="T22" fmla="*/ 2147483647 w 39"/>
                <a:gd name="T23" fmla="*/ 2147483647 h 50"/>
                <a:gd name="T24" fmla="*/ 2147483647 w 39"/>
                <a:gd name="T25" fmla="*/ 2147483647 h 50"/>
                <a:gd name="T26" fmla="*/ 2147483647 w 39"/>
                <a:gd name="T27" fmla="*/ 2147483647 h 50"/>
                <a:gd name="T28" fmla="*/ 2147483647 w 39"/>
                <a:gd name="T29" fmla="*/ 2147483647 h 50"/>
                <a:gd name="T30" fmla="*/ 2147483647 w 39"/>
                <a:gd name="T31" fmla="*/ 2147483647 h 50"/>
                <a:gd name="T32" fmla="*/ 2147483647 w 39"/>
                <a:gd name="T33" fmla="*/ 2147483647 h 50"/>
                <a:gd name="T34" fmla="*/ 2147483647 w 39"/>
                <a:gd name="T35" fmla="*/ 2147483647 h 50"/>
                <a:gd name="T36" fmla="*/ 2147483647 w 39"/>
                <a:gd name="T37" fmla="*/ 2147483647 h 50"/>
                <a:gd name="T38" fmla="*/ 2147483647 w 39"/>
                <a:gd name="T39" fmla="*/ 2147483647 h 50"/>
                <a:gd name="T40" fmla="*/ 2147483647 w 39"/>
                <a:gd name="T41" fmla="*/ 0 h 50"/>
                <a:gd name="T42" fmla="*/ 2147483647 w 39"/>
                <a:gd name="T43" fmla="*/ 0 h 50"/>
                <a:gd name="T44" fmla="*/ 2147483647 w 39"/>
                <a:gd name="T45" fmla="*/ 0 h 50"/>
                <a:gd name="T46" fmla="*/ 2147483647 w 39"/>
                <a:gd name="T47" fmla="*/ 0 h 50"/>
                <a:gd name="T48" fmla="*/ 2147483647 w 39"/>
                <a:gd name="T49" fmla="*/ 0 h 50"/>
                <a:gd name="T50" fmla="*/ 2147483647 w 39"/>
                <a:gd name="T51" fmla="*/ 0 h 50"/>
                <a:gd name="T52" fmla="*/ 2147483647 w 39"/>
                <a:gd name="T53" fmla="*/ 0 h 50"/>
                <a:gd name="T54" fmla="*/ 2147483647 w 39"/>
                <a:gd name="T55" fmla="*/ 0 h 50"/>
                <a:gd name="T56" fmla="*/ 2147483647 w 39"/>
                <a:gd name="T57" fmla="*/ 0 h 50"/>
                <a:gd name="T58" fmla="*/ 2147483647 w 39"/>
                <a:gd name="T59" fmla="*/ 0 h 50"/>
                <a:gd name="T60" fmla="*/ 2147483647 w 39"/>
                <a:gd name="T61" fmla="*/ 0 h 50"/>
                <a:gd name="T62" fmla="*/ 2147483647 w 39"/>
                <a:gd name="T63" fmla="*/ 0 h 50"/>
                <a:gd name="T64" fmla="*/ 2147483647 w 39"/>
                <a:gd name="T65" fmla="*/ 0 h 50"/>
                <a:gd name="T66" fmla="*/ 2147483647 w 39"/>
                <a:gd name="T67" fmla="*/ 0 h 50"/>
                <a:gd name="T68" fmla="*/ 2147483647 w 39"/>
                <a:gd name="T69" fmla="*/ 2147483647 h 50"/>
                <a:gd name="T70" fmla="*/ 2147483647 w 39"/>
                <a:gd name="T71" fmla="*/ 2147483647 h 50"/>
                <a:gd name="T72" fmla="*/ 2147483647 w 39"/>
                <a:gd name="T73" fmla="*/ 2147483647 h 50"/>
                <a:gd name="T74" fmla="*/ 2147483647 w 39"/>
                <a:gd name="T75" fmla="*/ 2147483647 h 50"/>
                <a:gd name="T76" fmla="*/ 2147483647 w 39"/>
                <a:gd name="T77" fmla="*/ 2147483647 h 50"/>
                <a:gd name="T78" fmla="*/ 2147483647 w 39"/>
                <a:gd name="T79" fmla="*/ 2147483647 h 50"/>
                <a:gd name="T80" fmla="*/ 2147483647 w 39"/>
                <a:gd name="T81" fmla="*/ 2147483647 h 50"/>
                <a:gd name="T82" fmla="*/ 2147483647 w 39"/>
                <a:gd name="T83" fmla="*/ 2147483647 h 50"/>
                <a:gd name="T84" fmla="*/ 2147483647 w 39"/>
                <a:gd name="T85" fmla="*/ 2147483647 h 50"/>
                <a:gd name="T86" fmla="*/ 2147483647 w 39"/>
                <a:gd name="T87" fmla="*/ 2147483647 h 50"/>
                <a:gd name="T88" fmla="*/ 2147483647 w 39"/>
                <a:gd name="T89" fmla="*/ 2147483647 h 50"/>
                <a:gd name="T90" fmla="*/ 2147483647 w 39"/>
                <a:gd name="T91" fmla="*/ 2147483647 h 50"/>
                <a:gd name="T92" fmla="*/ 2147483647 w 39"/>
                <a:gd name="T93" fmla="*/ 2147483647 h 50"/>
                <a:gd name="T94" fmla="*/ 2147483647 w 39"/>
                <a:gd name="T95" fmla="*/ 2147483647 h 50"/>
                <a:gd name="T96" fmla="*/ 2147483647 w 39"/>
                <a:gd name="T97" fmla="*/ 2147483647 h 50"/>
                <a:gd name="T98" fmla="*/ 2147483647 w 39"/>
                <a:gd name="T99" fmla="*/ 2147483647 h 50"/>
                <a:gd name="T100" fmla="*/ 2147483647 w 39"/>
                <a:gd name="T101" fmla="*/ 2147483647 h 50"/>
                <a:gd name="T102" fmla="*/ 2147483647 w 39"/>
                <a:gd name="T103" fmla="*/ 2147483647 h 50"/>
                <a:gd name="T104" fmla="*/ 2147483647 w 39"/>
                <a:gd name="T105" fmla="*/ 2147483647 h 50"/>
                <a:gd name="T106" fmla="*/ 2147483647 w 39"/>
                <a:gd name="T107" fmla="*/ 2147483647 h 50"/>
                <a:gd name="T108" fmla="*/ 2147483647 w 39"/>
                <a:gd name="T109" fmla="*/ 2147483647 h 50"/>
                <a:gd name="T110" fmla="*/ 2147483647 w 39"/>
                <a:gd name="T111" fmla="*/ 2147483647 h 50"/>
                <a:gd name="T112" fmla="*/ 2147483647 w 39"/>
                <a:gd name="T113" fmla="*/ 2147483647 h 50"/>
                <a:gd name="T114" fmla="*/ 2147483647 w 39"/>
                <a:gd name="T115" fmla="*/ 2147483647 h 50"/>
                <a:gd name="T116" fmla="*/ 2147483647 w 39"/>
                <a:gd name="T117" fmla="*/ 2147483647 h 50"/>
                <a:gd name="T118" fmla="*/ 0 w 39"/>
                <a:gd name="T119" fmla="*/ 2147483647 h 50"/>
                <a:gd name="T120" fmla="*/ 0 w 39"/>
                <a:gd name="T121" fmla="*/ 2147483647 h 50"/>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39"/>
                <a:gd name="T184" fmla="*/ 0 h 50"/>
                <a:gd name="T185" fmla="*/ 39 w 39"/>
                <a:gd name="T186" fmla="*/ 50 h 50"/>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39" h="50">
                  <a:moveTo>
                    <a:pt x="0" y="18"/>
                  </a:moveTo>
                  <a:lnTo>
                    <a:pt x="0" y="17"/>
                  </a:lnTo>
                  <a:lnTo>
                    <a:pt x="0" y="16"/>
                  </a:lnTo>
                  <a:lnTo>
                    <a:pt x="0" y="15"/>
                  </a:lnTo>
                  <a:lnTo>
                    <a:pt x="1" y="15"/>
                  </a:lnTo>
                  <a:lnTo>
                    <a:pt x="1" y="13"/>
                  </a:lnTo>
                  <a:lnTo>
                    <a:pt x="2" y="13"/>
                  </a:lnTo>
                  <a:lnTo>
                    <a:pt x="2" y="12"/>
                  </a:lnTo>
                  <a:lnTo>
                    <a:pt x="2" y="11"/>
                  </a:lnTo>
                  <a:lnTo>
                    <a:pt x="3" y="10"/>
                  </a:lnTo>
                  <a:lnTo>
                    <a:pt x="3" y="9"/>
                  </a:lnTo>
                  <a:lnTo>
                    <a:pt x="4" y="8"/>
                  </a:lnTo>
                  <a:lnTo>
                    <a:pt x="5" y="6"/>
                  </a:lnTo>
                  <a:lnTo>
                    <a:pt x="6" y="5"/>
                  </a:lnTo>
                  <a:lnTo>
                    <a:pt x="7" y="4"/>
                  </a:lnTo>
                  <a:lnTo>
                    <a:pt x="8" y="4"/>
                  </a:lnTo>
                  <a:lnTo>
                    <a:pt x="9" y="3"/>
                  </a:lnTo>
                  <a:lnTo>
                    <a:pt x="10" y="2"/>
                  </a:lnTo>
                  <a:lnTo>
                    <a:pt x="11" y="2"/>
                  </a:lnTo>
                  <a:lnTo>
                    <a:pt x="11" y="1"/>
                  </a:lnTo>
                  <a:lnTo>
                    <a:pt x="12" y="0"/>
                  </a:lnTo>
                  <a:lnTo>
                    <a:pt x="13" y="0"/>
                  </a:lnTo>
                  <a:lnTo>
                    <a:pt x="14" y="0"/>
                  </a:lnTo>
                  <a:lnTo>
                    <a:pt x="15" y="0"/>
                  </a:lnTo>
                  <a:lnTo>
                    <a:pt x="16" y="0"/>
                  </a:lnTo>
                  <a:lnTo>
                    <a:pt x="17" y="0"/>
                  </a:lnTo>
                  <a:lnTo>
                    <a:pt x="18" y="0"/>
                  </a:lnTo>
                  <a:lnTo>
                    <a:pt x="19" y="0"/>
                  </a:lnTo>
                  <a:lnTo>
                    <a:pt x="20" y="0"/>
                  </a:lnTo>
                  <a:lnTo>
                    <a:pt x="22" y="0"/>
                  </a:lnTo>
                  <a:lnTo>
                    <a:pt x="23" y="0"/>
                  </a:lnTo>
                  <a:lnTo>
                    <a:pt x="24" y="0"/>
                  </a:lnTo>
                  <a:lnTo>
                    <a:pt x="25" y="0"/>
                  </a:lnTo>
                  <a:lnTo>
                    <a:pt x="27" y="0"/>
                  </a:lnTo>
                  <a:lnTo>
                    <a:pt x="27" y="1"/>
                  </a:lnTo>
                  <a:lnTo>
                    <a:pt x="28" y="2"/>
                  </a:lnTo>
                  <a:lnTo>
                    <a:pt x="29" y="2"/>
                  </a:lnTo>
                  <a:lnTo>
                    <a:pt x="30" y="3"/>
                  </a:lnTo>
                  <a:lnTo>
                    <a:pt x="31" y="3"/>
                  </a:lnTo>
                  <a:lnTo>
                    <a:pt x="31" y="4"/>
                  </a:lnTo>
                  <a:lnTo>
                    <a:pt x="32" y="4"/>
                  </a:lnTo>
                  <a:lnTo>
                    <a:pt x="33" y="4"/>
                  </a:lnTo>
                  <a:lnTo>
                    <a:pt x="33" y="5"/>
                  </a:lnTo>
                  <a:lnTo>
                    <a:pt x="33" y="6"/>
                  </a:lnTo>
                  <a:lnTo>
                    <a:pt x="34" y="6"/>
                  </a:lnTo>
                  <a:lnTo>
                    <a:pt x="34" y="7"/>
                  </a:lnTo>
                  <a:lnTo>
                    <a:pt x="35" y="7"/>
                  </a:lnTo>
                  <a:lnTo>
                    <a:pt x="36" y="8"/>
                  </a:lnTo>
                  <a:lnTo>
                    <a:pt x="36" y="9"/>
                  </a:lnTo>
                  <a:lnTo>
                    <a:pt x="36" y="10"/>
                  </a:lnTo>
                  <a:lnTo>
                    <a:pt x="37" y="10"/>
                  </a:lnTo>
                  <a:lnTo>
                    <a:pt x="37" y="11"/>
                  </a:lnTo>
                  <a:lnTo>
                    <a:pt x="38" y="11"/>
                  </a:lnTo>
                  <a:lnTo>
                    <a:pt x="38" y="12"/>
                  </a:lnTo>
                  <a:lnTo>
                    <a:pt x="38" y="13"/>
                  </a:lnTo>
                  <a:lnTo>
                    <a:pt x="38" y="15"/>
                  </a:lnTo>
                  <a:lnTo>
                    <a:pt x="38" y="16"/>
                  </a:lnTo>
                  <a:lnTo>
                    <a:pt x="39" y="18"/>
                  </a:lnTo>
                  <a:lnTo>
                    <a:pt x="39" y="50"/>
                  </a:lnTo>
                  <a:lnTo>
                    <a:pt x="0" y="50"/>
                  </a:lnTo>
                  <a:lnTo>
                    <a:pt x="0" y="18"/>
                  </a:lnTo>
                  <a:close/>
                </a:path>
              </a:pathLst>
            </a:custGeom>
            <a:solidFill>
              <a:srgbClr val="8080FF"/>
            </a:solidFill>
            <a:ln w="12700">
              <a:solidFill>
                <a:srgbClr val="000000"/>
              </a:solidFill>
              <a:prstDash val="solid"/>
              <a:round/>
              <a:headEnd/>
              <a:tailEnd/>
            </a:ln>
          </p:spPr>
          <p:txBody>
            <a:bodyPr/>
            <a:lstStyle/>
            <a:p>
              <a:endParaRPr lang="nl-BE"/>
            </a:p>
          </p:txBody>
        </p:sp>
        <p:sp>
          <p:nvSpPr>
            <p:cNvPr id="42098" name="Rectangle 98"/>
            <p:cNvSpPr>
              <a:spLocks noChangeArrowheads="1"/>
            </p:cNvSpPr>
            <p:nvPr/>
          </p:nvSpPr>
          <p:spPr bwMode="auto">
            <a:xfrm>
              <a:off x="6348413" y="3429000"/>
              <a:ext cx="174625" cy="55563"/>
            </a:xfrm>
            <a:prstGeom prst="rect">
              <a:avLst/>
            </a:prstGeom>
            <a:solidFill>
              <a:srgbClr val="004000"/>
            </a:solidFill>
            <a:ln w="9525">
              <a:noFill/>
              <a:miter lim="800000"/>
              <a:headEnd/>
              <a:tailEnd/>
            </a:ln>
          </p:spPr>
          <p:txBody>
            <a:bodyPr/>
            <a:lstStyle/>
            <a:p>
              <a:pPr algn="ctr" eaLnBrk="0" hangingPunct="0"/>
              <a:endParaRPr lang="nl-BE"/>
            </a:p>
          </p:txBody>
        </p:sp>
        <p:sp>
          <p:nvSpPr>
            <p:cNvPr id="42099" name="Freeform 99"/>
            <p:cNvSpPr>
              <a:spLocks/>
            </p:cNvSpPr>
            <p:nvPr/>
          </p:nvSpPr>
          <p:spPr bwMode="auto">
            <a:xfrm>
              <a:off x="6353175" y="3408363"/>
              <a:ext cx="179388" cy="79375"/>
            </a:xfrm>
            <a:custGeom>
              <a:avLst/>
              <a:gdLst>
                <a:gd name="T0" fmla="*/ 0 w 39"/>
                <a:gd name="T1" fmla="*/ 2147483647 h 50"/>
                <a:gd name="T2" fmla="*/ 0 w 39"/>
                <a:gd name="T3" fmla="*/ 2147483647 h 50"/>
                <a:gd name="T4" fmla="*/ 0 w 39"/>
                <a:gd name="T5" fmla="*/ 2147483647 h 50"/>
                <a:gd name="T6" fmla="*/ 0 w 39"/>
                <a:gd name="T7" fmla="*/ 2147483647 h 50"/>
                <a:gd name="T8" fmla="*/ 2147483647 w 39"/>
                <a:gd name="T9" fmla="*/ 2147483647 h 50"/>
                <a:gd name="T10" fmla="*/ 2147483647 w 39"/>
                <a:gd name="T11" fmla="*/ 2147483647 h 50"/>
                <a:gd name="T12" fmla="*/ 2147483647 w 39"/>
                <a:gd name="T13" fmla="*/ 2147483647 h 50"/>
                <a:gd name="T14" fmla="*/ 2147483647 w 39"/>
                <a:gd name="T15" fmla="*/ 2147483647 h 50"/>
                <a:gd name="T16" fmla="*/ 2147483647 w 39"/>
                <a:gd name="T17" fmla="*/ 2147483647 h 50"/>
                <a:gd name="T18" fmla="*/ 2147483647 w 39"/>
                <a:gd name="T19" fmla="*/ 2147483647 h 50"/>
                <a:gd name="T20" fmla="*/ 2147483647 w 39"/>
                <a:gd name="T21" fmla="*/ 2147483647 h 50"/>
                <a:gd name="T22" fmla="*/ 2147483647 w 39"/>
                <a:gd name="T23" fmla="*/ 2147483647 h 50"/>
                <a:gd name="T24" fmla="*/ 2147483647 w 39"/>
                <a:gd name="T25" fmla="*/ 2147483647 h 50"/>
                <a:gd name="T26" fmla="*/ 2147483647 w 39"/>
                <a:gd name="T27" fmla="*/ 2147483647 h 50"/>
                <a:gd name="T28" fmla="*/ 2147483647 w 39"/>
                <a:gd name="T29" fmla="*/ 2147483647 h 50"/>
                <a:gd name="T30" fmla="*/ 2147483647 w 39"/>
                <a:gd name="T31" fmla="*/ 2147483647 h 50"/>
                <a:gd name="T32" fmla="*/ 2147483647 w 39"/>
                <a:gd name="T33" fmla="*/ 2147483647 h 50"/>
                <a:gd name="T34" fmla="*/ 2147483647 w 39"/>
                <a:gd name="T35" fmla="*/ 2147483647 h 50"/>
                <a:gd name="T36" fmla="*/ 2147483647 w 39"/>
                <a:gd name="T37" fmla="*/ 2147483647 h 50"/>
                <a:gd name="T38" fmla="*/ 2147483647 w 39"/>
                <a:gd name="T39" fmla="*/ 2147483647 h 50"/>
                <a:gd name="T40" fmla="*/ 2147483647 w 39"/>
                <a:gd name="T41" fmla="*/ 0 h 50"/>
                <a:gd name="T42" fmla="*/ 2147483647 w 39"/>
                <a:gd name="T43" fmla="*/ 0 h 50"/>
                <a:gd name="T44" fmla="*/ 2147483647 w 39"/>
                <a:gd name="T45" fmla="*/ 0 h 50"/>
                <a:gd name="T46" fmla="*/ 2147483647 w 39"/>
                <a:gd name="T47" fmla="*/ 0 h 50"/>
                <a:gd name="T48" fmla="*/ 2147483647 w 39"/>
                <a:gd name="T49" fmla="*/ 0 h 50"/>
                <a:gd name="T50" fmla="*/ 2147483647 w 39"/>
                <a:gd name="T51" fmla="*/ 0 h 50"/>
                <a:gd name="T52" fmla="*/ 2147483647 w 39"/>
                <a:gd name="T53" fmla="*/ 0 h 50"/>
                <a:gd name="T54" fmla="*/ 2147483647 w 39"/>
                <a:gd name="T55" fmla="*/ 0 h 50"/>
                <a:gd name="T56" fmla="*/ 2147483647 w 39"/>
                <a:gd name="T57" fmla="*/ 0 h 50"/>
                <a:gd name="T58" fmla="*/ 2147483647 w 39"/>
                <a:gd name="T59" fmla="*/ 0 h 50"/>
                <a:gd name="T60" fmla="*/ 2147483647 w 39"/>
                <a:gd name="T61" fmla="*/ 0 h 50"/>
                <a:gd name="T62" fmla="*/ 2147483647 w 39"/>
                <a:gd name="T63" fmla="*/ 0 h 50"/>
                <a:gd name="T64" fmla="*/ 2147483647 w 39"/>
                <a:gd name="T65" fmla="*/ 0 h 50"/>
                <a:gd name="T66" fmla="*/ 2147483647 w 39"/>
                <a:gd name="T67" fmla="*/ 0 h 50"/>
                <a:gd name="T68" fmla="*/ 2147483647 w 39"/>
                <a:gd name="T69" fmla="*/ 2147483647 h 50"/>
                <a:gd name="T70" fmla="*/ 2147483647 w 39"/>
                <a:gd name="T71" fmla="*/ 2147483647 h 50"/>
                <a:gd name="T72" fmla="*/ 2147483647 w 39"/>
                <a:gd name="T73" fmla="*/ 2147483647 h 50"/>
                <a:gd name="T74" fmla="*/ 2147483647 w 39"/>
                <a:gd name="T75" fmla="*/ 2147483647 h 50"/>
                <a:gd name="T76" fmla="*/ 2147483647 w 39"/>
                <a:gd name="T77" fmla="*/ 2147483647 h 50"/>
                <a:gd name="T78" fmla="*/ 2147483647 w 39"/>
                <a:gd name="T79" fmla="*/ 2147483647 h 50"/>
                <a:gd name="T80" fmla="*/ 2147483647 w 39"/>
                <a:gd name="T81" fmla="*/ 2147483647 h 50"/>
                <a:gd name="T82" fmla="*/ 2147483647 w 39"/>
                <a:gd name="T83" fmla="*/ 2147483647 h 50"/>
                <a:gd name="T84" fmla="*/ 2147483647 w 39"/>
                <a:gd name="T85" fmla="*/ 2147483647 h 50"/>
                <a:gd name="T86" fmla="*/ 2147483647 w 39"/>
                <a:gd name="T87" fmla="*/ 2147483647 h 50"/>
                <a:gd name="T88" fmla="*/ 2147483647 w 39"/>
                <a:gd name="T89" fmla="*/ 2147483647 h 50"/>
                <a:gd name="T90" fmla="*/ 2147483647 w 39"/>
                <a:gd name="T91" fmla="*/ 2147483647 h 50"/>
                <a:gd name="T92" fmla="*/ 2147483647 w 39"/>
                <a:gd name="T93" fmla="*/ 2147483647 h 50"/>
                <a:gd name="T94" fmla="*/ 2147483647 w 39"/>
                <a:gd name="T95" fmla="*/ 2147483647 h 50"/>
                <a:gd name="T96" fmla="*/ 2147483647 w 39"/>
                <a:gd name="T97" fmla="*/ 2147483647 h 50"/>
                <a:gd name="T98" fmla="*/ 2147483647 w 39"/>
                <a:gd name="T99" fmla="*/ 2147483647 h 50"/>
                <a:gd name="T100" fmla="*/ 2147483647 w 39"/>
                <a:gd name="T101" fmla="*/ 2147483647 h 50"/>
                <a:gd name="T102" fmla="*/ 2147483647 w 39"/>
                <a:gd name="T103" fmla="*/ 2147483647 h 50"/>
                <a:gd name="T104" fmla="*/ 2147483647 w 39"/>
                <a:gd name="T105" fmla="*/ 2147483647 h 50"/>
                <a:gd name="T106" fmla="*/ 2147483647 w 39"/>
                <a:gd name="T107" fmla="*/ 2147483647 h 50"/>
                <a:gd name="T108" fmla="*/ 2147483647 w 39"/>
                <a:gd name="T109" fmla="*/ 2147483647 h 50"/>
                <a:gd name="T110" fmla="*/ 2147483647 w 39"/>
                <a:gd name="T111" fmla="*/ 2147483647 h 50"/>
                <a:gd name="T112" fmla="*/ 2147483647 w 39"/>
                <a:gd name="T113" fmla="*/ 2147483647 h 50"/>
                <a:gd name="T114" fmla="*/ 2147483647 w 39"/>
                <a:gd name="T115" fmla="*/ 2147483647 h 50"/>
                <a:gd name="T116" fmla="*/ 2147483647 w 39"/>
                <a:gd name="T117" fmla="*/ 2147483647 h 50"/>
                <a:gd name="T118" fmla="*/ 0 w 39"/>
                <a:gd name="T119" fmla="*/ 2147483647 h 50"/>
                <a:gd name="T120" fmla="*/ 0 w 39"/>
                <a:gd name="T121" fmla="*/ 2147483647 h 50"/>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39"/>
                <a:gd name="T184" fmla="*/ 0 h 50"/>
                <a:gd name="T185" fmla="*/ 39 w 39"/>
                <a:gd name="T186" fmla="*/ 50 h 50"/>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39" h="50">
                  <a:moveTo>
                    <a:pt x="0" y="18"/>
                  </a:moveTo>
                  <a:lnTo>
                    <a:pt x="0" y="17"/>
                  </a:lnTo>
                  <a:lnTo>
                    <a:pt x="0" y="16"/>
                  </a:lnTo>
                  <a:lnTo>
                    <a:pt x="0" y="15"/>
                  </a:lnTo>
                  <a:lnTo>
                    <a:pt x="1" y="15"/>
                  </a:lnTo>
                  <a:lnTo>
                    <a:pt x="1" y="13"/>
                  </a:lnTo>
                  <a:lnTo>
                    <a:pt x="2" y="13"/>
                  </a:lnTo>
                  <a:lnTo>
                    <a:pt x="2" y="12"/>
                  </a:lnTo>
                  <a:lnTo>
                    <a:pt x="2" y="11"/>
                  </a:lnTo>
                  <a:lnTo>
                    <a:pt x="3" y="10"/>
                  </a:lnTo>
                  <a:lnTo>
                    <a:pt x="3" y="9"/>
                  </a:lnTo>
                  <a:lnTo>
                    <a:pt x="4" y="8"/>
                  </a:lnTo>
                  <a:lnTo>
                    <a:pt x="5" y="6"/>
                  </a:lnTo>
                  <a:lnTo>
                    <a:pt x="6" y="5"/>
                  </a:lnTo>
                  <a:lnTo>
                    <a:pt x="7" y="4"/>
                  </a:lnTo>
                  <a:lnTo>
                    <a:pt x="8" y="4"/>
                  </a:lnTo>
                  <a:lnTo>
                    <a:pt x="9" y="3"/>
                  </a:lnTo>
                  <a:lnTo>
                    <a:pt x="10" y="2"/>
                  </a:lnTo>
                  <a:lnTo>
                    <a:pt x="11" y="2"/>
                  </a:lnTo>
                  <a:lnTo>
                    <a:pt x="11" y="1"/>
                  </a:lnTo>
                  <a:lnTo>
                    <a:pt x="12" y="0"/>
                  </a:lnTo>
                  <a:lnTo>
                    <a:pt x="13" y="0"/>
                  </a:lnTo>
                  <a:lnTo>
                    <a:pt x="14" y="0"/>
                  </a:lnTo>
                  <a:lnTo>
                    <a:pt x="15" y="0"/>
                  </a:lnTo>
                  <a:lnTo>
                    <a:pt x="16" y="0"/>
                  </a:lnTo>
                  <a:lnTo>
                    <a:pt x="17" y="0"/>
                  </a:lnTo>
                  <a:lnTo>
                    <a:pt x="18" y="0"/>
                  </a:lnTo>
                  <a:lnTo>
                    <a:pt x="19" y="0"/>
                  </a:lnTo>
                  <a:lnTo>
                    <a:pt x="20" y="0"/>
                  </a:lnTo>
                  <a:lnTo>
                    <a:pt x="22" y="0"/>
                  </a:lnTo>
                  <a:lnTo>
                    <a:pt x="23" y="0"/>
                  </a:lnTo>
                  <a:lnTo>
                    <a:pt x="24" y="0"/>
                  </a:lnTo>
                  <a:lnTo>
                    <a:pt x="25" y="0"/>
                  </a:lnTo>
                  <a:lnTo>
                    <a:pt x="27" y="0"/>
                  </a:lnTo>
                  <a:lnTo>
                    <a:pt x="27" y="1"/>
                  </a:lnTo>
                  <a:lnTo>
                    <a:pt x="28" y="2"/>
                  </a:lnTo>
                  <a:lnTo>
                    <a:pt x="29" y="2"/>
                  </a:lnTo>
                  <a:lnTo>
                    <a:pt x="30" y="3"/>
                  </a:lnTo>
                  <a:lnTo>
                    <a:pt x="31" y="3"/>
                  </a:lnTo>
                  <a:lnTo>
                    <a:pt x="31" y="4"/>
                  </a:lnTo>
                  <a:lnTo>
                    <a:pt x="32" y="4"/>
                  </a:lnTo>
                  <a:lnTo>
                    <a:pt x="33" y="4"/>
                  </a:lnTo>
                  <a:lnTo>
                    <a:pt x="33" y="5"/>
                  </a:lnTo>
                  <a:lnTo>
                    <a:pt x="33" y="6"/>
                  </a:lnTo>
                  <a:lnTo>
                    <a:pt x="34" y="6"/>
                  </a:lnTo>
                  <a:lnTo>
                    <a:pt x="34" y="7"/>
                  </a:lnTo>
                  <a:lnTo>
                    <a:pt x="35" y="7"/>
                  </a:lnTo>
                  <a:lnTo>
                    <a:pt x="36" y="8"/>
                  </a:lnTo>
                  <a:lnTo>
                    <a:pt x="36" y="9"/>
                  </a:lnTo>
                  <a:lnTo>
                    <a:pt x="36" y="10"/>
                  </a:lnTo>
                  <a:lnTo>
                    <a:pt x="37" y="10"/>
                  </a:lnTo>
                  <a:lnTo>
                    <a:pt x="37" y="11"/>
                  </a:lnTo>
                  <a:lnTo>
                    <a:pt x="38" y="11"/>
                  </a:lnTo>
                  <a:lnTo>
                    <a:pt x="38" y="12"/>
                  </a:lnTo>
                  <a:lnTo>
                    <a:pt x="38" y="13"/>
                  </a:lnTo>
                  <a:lnTo>
                    <a:pt x="38" y="15"/>
                  </a:lnTo>
                  <a:lnTo>
                    <a:pt x="38" y="16"/>
                  </a:lnTo>
                  <a:lnTo>
                    <a:pt x="39" y="18"/>
                  </a:lnTo>
                  <a:lnTo>
                    <a:pt x="39" y="50"/>
                  </a:lnTo>
                  <a:lnTo>
                    <a:pt x="0" y="50"/>
                  </a:lnTo>
                  <a:lnTo>
                    <a:pt x="0" y="18"/>
                  </a:lnTo>
                </a:path>
              </a:pathLst>
            </a:custGeom>
            <a:noFill/>
            <a:ln w="12700">
              <a:solidFill>
                <a:srgbClr val="000000"/>
              </a:solidFill>
              <a:prstDash val="solid"/>
              <a:round/>
              <a:headEnd/>
              <a:tailEnd/>
            </a:ln>
          </p:spPr>
          <p:txBody>
            <a:bodyPr/>
            <a:lstStyle/>
            <a:p>
              <a:endParaRPr lang="nl-BE"/>
            </a:p>
          </p:txBody>
        </p:sp>
        <p:sp>
          <p:nvSpPr>
            <p:cNvPr id="42100" name="Freeform 100"/>
            <p:cNvSpPr>
              <a:spLocks/>
            </p:cNvSpPr>
            <p:nvPr/>
          </p:nvSpPr>
          <p:spPr bwMode="auto">
            <a:xfrm>
              <a:off x="6353175" y="3408363"/>
              <a:ext cx="179388" cy="79375"/>
            </a:xfrm>
            <a:custGeom>
              <a:avLst/>
              <a:gdLst>
                <a:gd name="T0" fmla="*/ 0 w 39"/>
                <a:gd name="T1" fmla="*/ 2147483647 h 50"/>
                <a:gd name="T2" fmla="*/ 0 w 39"/>
                <a:gd name="T3" fmla="*/ 2147483647 h 50"/>
                <a:gd name="T4" fmla="*/ 0 w 39"/>
                <a:gd name="T5" fmla="*/ 2147483647 h 50"/>
                <a:gd name="T6" fmla="*/ 0 w 39"/>
                <a:gd name="T7" fmla="*/ 2147483647 h 50"/>
                <a:gd name="T8" fmla="*/ 2147483647 w 39"/>
                <a:gd name="T9" fmla="*/ 2147483647 h 50"/>
                <a:gd name="T10" fmla="*/ 2147483647 w 39"/>
                <a:gd name="T11" fmla="*/ 2147483647 h 50"/>
                <a:gd name="T12" fmla="*/ 2147483647 w 39"/>
                <a:gd name="T13" fmla="*/ 2147483647 h 50"/>
                <a:gd name="T14" fmla="*/ 2147483647 w 39"/>
                <a:gd name="T15" fmla="*/ 2147483647 h 50"/>
                <a:gd name="T16" fmla="*/ 2147483647 w 39"/>
                <a:gd name="T17" fmla="*/ 2147483647 h 50"/>
                <a:gd name="T18" fmla="*/ 2147483647 w 39"/>
                <a:gd name="T19" fmla="*/ 2147483647 h 50"/>
                <a:gd name="T20" fmla="*/ 2147483647 w 39"/>
                <a:gd name="T21" fmla="*/ 2147483647 h 50"/>
                <a:gd name="T22" fmla="*/ 2147483647 w 39"/>
                <a:gd name="T23" fmla="*/ 2147483647 h 50"/>
                <a:gd name="T24" fmla="*/ 2147483647 w 39"/>
                <a:gd name="T25" fmla="*/ 2147483647 h 50"/>
                <a:gd name="T26" fmla="*/ 2147483647 w 39"/>
                <a:gd name="T27" fmla="*/ 2147483647 h 50"/>
                <a:gd name="T28" fmla="*/ 2147483647 w 39"/>
                <a:gd name="T29" fmla="*/ 2147483647 h 50"/>
                <a:gd name="T30" fmla="*/ 2147483647 w 39"/>
                <a:gd name="T31" fmla="*/ 2147483647 h 50"/>
                <a:gd name="T32" fmla="*/ 2147483647 w 39"/>
                <a:gd name="T33" fmla="*/ 2147483647 h 50"/>
                <a:gd name="T34" fmla="*/ 2147483647 w 39"/>
                <a:gd name="T35" fmla="*/ 2147483647 h 50"/>
                <a:gd name="T36" fmla="*/ 2147483647 w 39"/>
                <a:gd name="T37" fmla="*/ 2147483647 h 50"/>
                <a:gd name="T38" fmla="*/ 2147483647 w 39"/>
                <a:gd name="T39" fmla="*/ 2147483647 h 50"/>
                <a:gd name="T40" fmla="*/ 2147483647 w 39"/>
                <a:gd name="T41" fmla="*/ 0 h 50"/>
                <a:gd name="T42" fmla="*/ 2147483647 w 39"/>
                <a:gd name="T43" fmla="*/ 0 h 50"/>
                <a:gd name="T44" fmla="*/ 2147483647 w 39"/>
                <a:gd name="T45" fmla="*/ 0 h 50"/>
                <a:gd name="T46" fmla="*/ 2147483647 w 39"/>
                <a:gd name="T47" fmla="*/ 0 h 50"/>
                <a:gd name="T48" fmla="*/ 2147483647 w 39"/>
                <a:gd name="T49" fmla="*/ 0 h 50"/>
                <a:gd name="T50" fmla="*/ 2147483647 w 39"/>
                <a:gd name="T51" fmla="*/ 0 h 50"/>
                <a:gd name="T52" fmla="*/ 2147483647 w 39"/>
                <a:gd name="T53" fmla="*/ 0 h 50"/>
                <a:gd name="T54" fmla="*/ 2147483647 w 39"/>
                <a:gd name="T55" fmla="*/ 0 h 50"/>
                <a:gd name="T56" fmla="*/ 2147483647 w 39"/>
                <a:gd name="T57" fmla="*/ 0 h 50"/>
                <a:gd name="T58" fmla="*/ 2147483647 w 39"/>
                <a:gd name="T59" fmla="*/ 0 h 50"/>
                <a:gd name="T60" fmla="*/ 2147483647 w 39"/>
                <a:gd name="T61" fmla="*/ 0 h 50"/>
                <a:gd name="T62" fmla="*/ 2147483647 w 39"/>
                <a:gd name="T63" fmla="*/ 0 h 50"/>
                <a:gd name="T64" fmla="*/ 2147483647 w 39"/>
                <a:gd name="T65" fmla="*/ 0 h 50"/>
                <a:gd name="T66" fmla="*/ 2147483647 w 39"/>
                <a:gd name="T67" fmla="*/ 0 h 50"/>
                <a:gd name="T68" fmla="*/ 2147483647 w 39"/>
                <a:gd name="T69" fmla="*/ 2147483647 h 50"/>
                <a:gd name="T70" fmla="*/ 2147483647 w 39"/>
                <a:gd name="T71" fmla="*/ 2147483647 h 50"/>
                <a:gd name="T72" fmla="*/ 2147483647 w 39"/>
                <a:gd name="T73" fmla="*/ 2147483647 h 50"/>
                <a:gd name="T74" fmla="*/ 2147483647 w 39"/>
                <a:gd name="T75" fmla="*/ 2147483647 h 50"/>
                <a:gd name="T76" fmla="*/ 2147483647 w 39"/>
                <a:gd name="T77" fmla="*/ 2147483647 h 50"/>
                <a:gd name="T78" fmla="*/ 2147483647 w 39"/>
                <a:gd name="T79" fmla="*/ 2147483647 h 50"/>
                <a:gd name="T80" fmla="*/ 2147483647 w 39"/>
                <a:gd name="T81" fmla="*/ 2147483647 h 50"/>
                <a:gd name="T82" fmla="*/ 2147483647 w 39"/>
                <a:gd name="T83" fmla="*/ 2147483647 h 50"/>
                <a:gd name="T84" fmla="*/ 2147483647 w 39"/>
                <a:gd name="T85" fmla="*/ 2147483647 h 50"/>
                <a:gd name="T86" fmla="*/ 2147483647 w 39"/>
                <a:gd name="T87" fmla="*/ 2147483647 h 50"/>
                <a:gd name="T88" fmla="*/ 2147483647 w 39"/>
                <a:gd name="T89" fmla="*/ 2147483647 h 50"/>
                <a:gd name="T90" fmla="*/ 2147483647 w 39"/>
                <a:gd name="T91" fmla="*/ 2147483647 h 50"/>
                <a:gd name="T92" fmla="*/ 2147483647 w 39"/>
                <a:gd name="T93" fmla="*/ 2147483647 h 50"/>
                <a:gd name="T94" fmla="*/ 2147483647 w 39"/>
                <a:gd name="T95" fmla="*/ 2147483647 h 50"/>
                <a:gd name="T96" fmla="*/ 2147483647 w 39"/>
                <a:gd name="T97" fmla="*/ 2147483647 h 50"/>
                <a:gd name="T98" fmla="*/ 2147483647 w 39"/>
                <a:gd name="T99" fmla="*/ 2147483647 h 50"/>
                <a:gd name="T100" fmla="*/ 2147483647 w 39"/>
                <a:gd name="T101" fmla="*/ 2147483647 h 50"/>
                <a:gd name="T102" fmla="*/ 2147483647 w 39"/>
                <a:gd name="T103" fmla="*/ 2147483647 h 50"/>
                <a:gd name="T104" fmla="*/ 2147483647 w 39"/>
                <a:gd name="T105" fmla="*/ 2147483647 h 50"/>
                <a:gd name="T106" fmla="*/ 2147483647 w 39"/>
                <a:gd name="T107" fmla="*/ 2147483647 h 50"/>
                <a:gd name="T108" fmla="*/ 2147483647 w 39"/>
                <a:gd name="T109" fmla="*/ 2147483647 h 50"/>
                <a:gd name="T110" fmla="*/ 2147483647 w 39"/>
                <a:gd name="T111" fmla="*/ 2147483647 h 50"/>
                <a:gd name="T112" fmla="*/ 2147483647 w 39"/>
                <a:gd name="T113" fmla="*/ 2147483647 h 50"/>
                <a:gd name="T114" fmla="*/ 2147483647 w 39"/>
                <a:gd name="T115" fmla="*/ 2147483647 h 50"/>
                <a:gd name="T116" fmla="*/ 2147483647 w 39"/>
                <a:gd name="T117" fmla="*/ 2147483647 h 50"/>
                <a:gd name="T118" fmla="*/ 0 w 39"/>
                <a:gd name="T119" fmla="*/ 2147483647 h 50"/>
                <a:gd name="T120" fmla="*/ 0 w 39"/>
                <a:gd name="T121" fmla="*/ 2147483647 h 50"/>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39"/>
                <a:gd name="T184" fmla="*/ 0 h 50"/>
                <a:gd name="T185" fmla="*/ 39 w 39"/>
                <a:gd name="T186" fmla="*/ 50 h 50"/>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39" h="50">
                  <a:moveTo>
                    <a:pt x="0" y="18"/>
                  </a:moveTo>
                  <a:lnTo>
                    <a:pt x="0" y="17"/>
                  </a:lnTo>
                  <a:lnTo>
                    <a:pt x="0" y="16"/>
                  </a:lnTo>
                  <a:lnTo>
                    <a:pt x="0" y="15"/>
                  </a:lnTo>
                  <a:lnTo>
                    <a:pt x="1" y="15"/>
                  </a:lnTo>
                  <a:lnTo>
                    <a:pt x="1" y="13"/>
                  </a:lnTo>
                  <a:lnTo>
                    <a:pt x="2" y="13"/>
                  </a:lnTo>
                  <a:lnTo>
                    <a:pt x="2" y="12"/>
                  </a:lnTo>
                  <a:lnTo>
                    <a:pt x="2" y="11"/>
                  </a:lnTo>
                  <a:lnTo>
                    <a:pt x="3" y="10"/>
                  </a:lnTo>
                  <a:lnTo>
                    <a:pt x="3" y="9"/>
                  </a:lnTo>
                  <a:lnTo>
                    <a:pt x="4" y="8"/>
                  </a:lnTo>
                  <a:lnTo>
                    <a:pt x="5" y="6"/>
                  </a:lnTo>
                  <a:lnTo>
                    <a:pt x="6" y="5"/>
                  </a:lnTo>
                  <a:lnTo>
                    <a:pt x="7" y="4"/>
                  </a:lnTo>
                  <a:lnTo>
                    <a:pt x="8" y="4"/>
                  </a:lnTo>
                  <a:lnTo>
                    <a:pt x="9" y="3"/>
                  </a:lnTo>
                  <a:lnTo>
                    <a:pt x="10" y="2"/>
                  </a:lnTo>
                  <a:lnTo>
                    <a:pt x="11" y="2"/>
                  </a:lnTo>
                  <a:lnTo>
                    <a:pt x="11" y="1"/>
                  </a:lnTo>
                  <a:lnTo>
                    <a:pt x="12" y="0"/>
                  </a:lnTo>
                  <a:lnTo>
                    <a:pt x="13" y="0"/>
                  </a:lnTo>
                  <a:lnTo>
                    <a:pt x="14" y="0"/>
                  </a:lnTo>
                  <a:lnTo>
                    <a:pt x="15" y="0"/>
                  </a:lnTo>
                  <a:lnTo>
                    <a:pt x="16" y="0"/>
                  </a:lnTo>
                  <a:lnTo>
                    <a:pt x="17" y="0"/>
                  </a:lnTo>
                  <a:lnTo>
                    <a:pt x="18" y="0"/>
                  </a:lnTo>
                  <a:lnTo>
                    <a:pt x="19" y="0"/>
                  </a:lnTo>
                  <a:lnTo>
                    <a:pt x="20" y="0"/>
                  </a:lnTo>
                  <a:lnTo>
                    <a:pt x="22" y="0"/>
                  </a:lnTo>
                  <a:lnTo>
                    <a:pt x="23" y="0"/>
                  </a:lnTo>
                  <a:lnTo>
                    <a:pt x="24" y="0"/>
                  </a:lnTo>
                  <a:lnTo>
                    <a:pt x="25" y="0"/>
                  </a:lnTo>
                  <a:lnTo>
                    <a:pt x="27" y="0"/>
                  </a:lnTo>
                  <a:lnTo>
                    <a:pt x="27" y="1"/>
                  </a:lnTo>
                  <a:lnTo>
                    <a:pt x="28" y="2"/>
                  </a:lnTo>
                  <a:lnTo>
                    <a:pt x="29" y="2"/>
                  </a:lnTo>
                  <a:lnTo>
                    <a:pt x="30" y="3"/>
                  </a:lnTo>
                  <a:lnTo>
                    <a:pt x="31" y="3"/>
                  </a:lnTo>
                  <a:lnTo>
                    <a:pt x="31" y="4"/>
                  </a:lnTo>
                  <a:lnTo>
                    <a:pt x="32" y="4"/>
                  </a:lnTo>
                  <a:lnTo>
                    <a:pt x="33" y="4"/>
                  </a:lnTo>
                  <a:lnTo>
                    <a:pt x="33" y="5"/>
                  </a:lnTo>
                  <a:lnTo>
                    <a:pt x="33" y="6"/>
                  </a:lnTo>
                  <a:lnTo>
                    <a:pt x="34" y="6"/>
                  </a:lnTo>
                  <a:lnTo>
                    <a:pt x="34" y="7"/>
                  </a:lnTo>
                  <a:lnTo>
                    <a:pt x="35" y="7"/>
                  </a:lnTo>
                  <a:lnTo>
                    <a:pt x="36" y="8"/>
                  </a:lnTo>
                  <a:lnTo>
                    <a:pt x="36" y="9"/>
                  </a:lnTo>
                  <a:lnTo>
                    <a:pt x="36" y="10"/>
                  </a:lnTo>
                  <a:lnTo>
                    <a:pt x="37" y="10"/>
                  </a:lnTo>
                  <a:lnTo>
                    <a:pt x="37" y="11"/>
                  </a:lnTo>
                  <a:lnTo>
                    <a:pt x="38" y="11"/>
                  </a:lnTo>
                  <a:lnTo>
                    <a:pt x="38" y="12"/>
                  </a:lnTo>
                  <a:lnTo>
                    <a:pt x="38" y="13"/>
                  </a:lnTo>
                  <a:lnTo>
                    <a:pt x="38" y="15"/>
                  </a:lnTo>
                  <a:lnTo>
                    <a:pt x="38" y="16"/>
                  </a:lnTo>
                  <a:lnTo>
                    <a:pt x="39" y="18"/>
                  </a:lnTo>
                  <a:lnTo>
                    <a:pt x="39" y="50"/>
                  </a:lnTo>
                  <a:lnTo>
                    <a:pt x="0" y="50"/>
                  </a:lnTo>
                  <a:lnTo>
                    <a:pt x="0" y="18"/>
                  </a:lnTo>
                </a:path>
              </a:pathLst>
            </a:custGeom>
            <a:noFill/>
            <a:ln w="12700">
              <a:solidFill>
                <a:srgbClr val="000000"/>
              </a:solidFill>
              <a:prstDash val="solid"/>
              <a:round/>
              <a:headEnd/>
              <a:tailEnd/>
            </a:ln>
          </p:spPr>
          <p:txBody>
            <a:bodyPr/>
            <a:lstStyle/>
            <a:p>
              <a:endParaRPr lang="nl-BE"/>
            </a:p>
          </p:txBody>
        </p:sp>
        <p:sp>
          <p:nvSpPr>
            <p:cNvPr id="42101" name="Freeform 101"/>
            <p:cNvSpPr>
              <a:spLocks/>
            </p:cNvSpPr>
            <p:nvPr/>
          </p:nvSpPr>
          <p:spPr bwMode="auto">
            <a:xfrm>
              <a:off x="4953000" y="3167063"/>
              <a:ext cx="2362200" cy="1049337"/>
            </a:xfrm>
            <a:custGeom>
              <a:avLst/>
              <a:gdLst>
                <a:gd name="T0" fmla="*/ 2147483647 w 516"/>
                <a:gd name="T1" fmla="*/ 2147483647 h 661"/>
                <a:gd name="T2" fmla="*/ 2147483647 w 516"/>
                <a:gd name="T3" fmla="*/ 2147483647 h 661"/>
                <a:gd name="T4" fmla="*/ 2147483647 w 516"/>
                <a:gd name="T5" fmla="*/ 2147483647 h 661"/>
                <a:gd name="T6" fmla="*/ 2147483647 w 516"/>
                <a:gd name="T7" fmla="*/ 2147483647 h 661"/>
                <a:gd name="T8" fmla="*/ 2147483647 w 516"/>
                <a:gd name="T9" fmla="*/ 2147483647 h 661"/>
                <a:gd name="T10" fmla="*/ 2147483647 w 516"/>
                <a:gd name="T11" fmla="*/ 2147483647 h 661"/>
                <a:gd name="T12" fmla="*/ 2147483647 w 516"/>
                <a:gd name="T13" fmla="*/ 2147483647 h 661"/>
                <a:gd name="T14" fmla="*/ 2147483647 w 516"/>
                <a:gd name="T15" fmla="*/ 2147483647 h 661"/>
                <a:gd name="T16" fmla="*/ 2147483647 w 516"/>
                <a:gd name="T17" fmla="*/ 2147483647 h 661"/>
                <a:gd name="T18" fmla="*/ 2147483647 w 516"/>
                <a:gd name="T19" fmla="*/ 2147483647 h 661"/>
                <a:gd name="T20" fmla="*/ 2147483647 w 516"/>
                <a:gd name="T21" fmla="*/ 2147483647 h 661"/>
                <a:gd name="T22" fmla="*/ 2147483647 w 516"/>
                <a:gd name="T23" fmla="*/ 2147483647 h 661"/>
                <a:gd name="T24" fmla="*/ 2147483647 w 516"/>
                <a:gd name="T25" fmla="*/ 2147483647 h 661"/>
                <a:gd name="T26" fmla="*/ 2147483647 w 516"/>
                <a:gd name="T27" fmla="*/ 2147483647 h 661"/>
                <a:gd name="T28" fmla="*/ 2147483647 w 516"/>
                <a:gd name="T29" fmla="*/ 2147483647 h 661"/>
                <a:gd name="T30" fmla="*/ 2147483647 w 516"/>
                <a:gd name="T31" fmla="*/ 2147483647 h 661"/>
                <a:gd name="T32" fmla="*/ 2147483647 w 516"/>
                <a:gd name="T33" fmla="*/ 2147483647 h 661"/>
                <a:gd name="T34" fmla="*/ 2147483647 w 516"/>
                <a:gd name="T35" fmla="*/ 2147483647 h 661"/>
                <a:gd name="T36" fmla="*/ 2147483647 w 516"/>
                <a:gd name="T37" fmla="*/ 2147483647 h 661"/>
                <a:gd name="T38" fmla="*/ 2147483647 w 516"/>
                <a:gd name="T39" fmla="*/ 2147483647 h 661"/>
                <a:gd name="T40" fmla="*/ 2147483647 w 516"/>
                <a:gd name="T41" fmla="*/ 0 h 661"/>
                <a:gd name="T42" fmla="*/ 2147483647 w 516"/>
                <a:gd name="T43" fmla="*/ 2147483647 h 661"/>
                <a:gd name="T44" fmla="*/ 2147483647 w 516"/>
                <a:gd name="T45" fmla="*/ 2147483647 h 661"/>
                <a:gd name="T46" fmla="*/ 2147483647 w 516"/>
                <a:gd name="T47" fmla="*/ 2147483647 h 661"/>
                <a:gd name="T48" fmla="*/ 2147483647 w 516"/>
                <a:gd name="T49" fmla="*/ 2147483647 h 661"/>
                <a:gd name="T50" fmla="*/ 2147483647 w 516"/>
                <a:gd name="T51" fmla="*/ 2147483647 h 661"/>
                <a:gd name="T52" fmla="*/ 2147483647 w 516"/>
                <a:gd name="T53" fmla="*/ 2147483647 h 661"/>
                <a:gd name="T54" fmla="*/ 2147483647 w 516"/>
                <a:gd name="T55" fmla="*/ 2147483647 h 661"/>
                <a:gd name="T56" fmla="*/ 2147483647 w 516"/>
                <a:gd name="T57" fmla="*/ 2147483647 h 661"/>
                <a:gd name="T58" fmla="*/ 2147483647 w 516"/>
                <a:gd name="T59" fmla="*/ 2147483647 h 661"/>
                <a:gd name="T60" fmla="*/ 2147483647 w 516"/>
                <a:gd name="T61" fmla="*/ 2147483647 h 661"/>
                <a:gd name="T62" fmla="*/ 2147483647 w 516"/>
                <a:gd name="T63" fmla="*/ 2147483647 h 661"/>
                <a:gd name="T64" fmla="*/ 2147483647 w 516"/>
                <a:gd name="T65" fmla="*/ 2147483647 h 661"/>
                <a:gd name="T66" fmla="*/ 2147483647 w 516"/>
                <a:gd name="T67" fmla="*/ 2147483647 h 661"/>
                <a:gd name="T68" fmla="*/ 2147483647 w 516"/>
                <a:gd name="T69" fmla="*/ 2147483647 h 661"/>
                <a:gd name="T70" fmla="*/ 2147483647 w 516"/>
                <a:gd name="T71" fmla="*/ 2147483647 h 661"/>
                <a:gd name="T72" fmla="*/ 2147483647 w 516"/>
                <a:gd name="T73" fmla="*/ 2147483647 h 661"/>
                <a:gd name="T74" fmla="*/ 2147483647 w 516"/>
                <a:gd name="T75" fmla="*/ 2147483647 h 661"/>
                <a:gd name="T76" fmla="*/ 2147483647 w 516"/>
                <a:gd name="T77" fmla="*/ 2147483647 h 661"/>
                <a:gd name="T78" fmla="*/ 2147483647 w 516"/>
                <a:gd name="T79" fmla="*/ 2147483647 h 661"/>
                <a:gd name="T80" fmla="*/ 2147483647 w 516"/>
                <a:gd name="T81" fmla="*/ 2147483647 h 661"/>
                <a:gd name="T82" fmla="*/ 2147483647 w 516"/>
                <a:gd name="T83" fmla="*/ 2147483647 h 661"/>
                <a:gd name="T84" fmla="*/ 2147483647 w 516"/>
                <a:gd name="T85" fmla="*/ 2147483647 h 661"/>
                <a:gd name="T86" fmla="*/ 2147483647 w 516"/>
                <a:gd name="T87" fmla="*/ 2147483647 h 661"/>
                <a:gd name="T88" fmla="*/ 2147483647 w 516"/>
                <a:gd name="T89" fmla="*/ 2147483647 h 661"/>
                <a:gd name="T90" fmla="*/ 0 w 516"/>
                <a:gd name="T91" fmla="*/ 2147483647 h 661"/>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516"/>
                <a:gd name="T139" fmla="*/ 0 h 661"/>
                <a:gd name="T140" fmla="*/ 516 w 516"/>
                <a:gd name="T141" fmla="*/ 661 h 661"/>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516" h="661">
                  <a:moveTo>
                    <a:pt x="0" y="242"/>
                  </a:moveTo>
                  <a:lnTo>
                    <a:pt x="2" y="232"/>
                  </a:lnTo>
                  <a:lnTo>
                    <a:pt x="2" y="222"/>
                  </a:lnTo>
                  <a:lnTo>
                    <a:pt x="3" y="213"/>
                  </a:lnTo>
                  <a:lnTo>
                    <a:pt x="6" y="202"/>
                  </a:lnTo>
                  <a:lnTo>
                    <a:pt x="7" y="194"/>
                  </a:lnTo>
                  <a:lnTo>
                    <a:pt x="10" y="185"/>
                  </a:lnTo>
                  <a:lnTo>
                    <a:pt x="13" y="178"/>
                  </a:lnTo>
                  <a:lnTo>
                    <a:pt x="14" y="170"/>
                  </a:lnTo>
                  <a:lnTo>
                    <a:pt x="18" y="163"/>
                  </a:lnTo>
                  <a:lnTo>
                    <a:pt x="20" y="158"/>
                  </a:lnTo>
                  <a:lnTo>
                    <a:pt x="25" y="145"/>
                  </a:lnTo>
                  <a:lnTo>
                    <a:pt x="32" y="134"/>
                  </a:lnTo>
                  <a:lnTo>
                    <a:pt x="36" y="125"/>
                  </a:lnTo>
                  <a:lnTo>
                    <a:pt x="43" y="115"/>
                  </a:lnTo>
                  <a:lnTo>
                    <a:pt x="48" y="108"/>
                  </a:lnTo>
                  <a:lnTo>
                    <a:pt x="56" y="96"/>
                  </a:lnTo>
                  <a:lnTo>
                    <a:pt x="66" y="84"/>
                  </a:lnTo>
                  <a:lnTo>
                    <a:pt x="74" y="77"/>
                  </a:lnTo>
                  <a:lnTo>
                    <a:pt x="81" y="70"/>
                  </a:lnTo>
                  <a:lnTo>
                    <a:pt x="90" y="62"/>
                  </a:lnTo>
                  <a:lnTo>
                    <a:pt x="98" y="55"/>
                  </a:lnTo>
                  <a:lnTo>
                    <a:pt x="109" y="47"/>
                  </a:lnTo>
                  <a:lnTo>
                    <a:pt x="118" y="40"/>
                  </a:lnTo>
                  <a:lnTo>
                    <a:pt x="127" y="35"/>
                  </a:lnTo>
                  <a:lnTo>
                    <a:pt x="134" y="31"/>
                  </a:lnTo>
                  <a:lnTo>
                    <a:pt x="139" y="29"/>
                  </a:lnTo>
                  <a:lnTo>
                    <a:pt x="145" y="25"/>
                  </a:lnTo>
                  <a:lnTo>
                    <a:pt x="151" y="22"/>
                  </a:lnTo>
                  <a:lnTo>
                    <a:pt x="159" y="19"/>
                  </a:lnTo>
                  <a:lnTo>
                    <a:pt x="165" y="17"/>
                  </a:lnTo>
                  <a:lnTo>
                    <a:pt x="173" y="14"/>
                  </a:lnTo>
                  <a:lnTo>
                    <a:pt x="181" y="12"/>
                  </a:lnTo>
                  <a:lnTo>
                    <a:pt x="190" y="8"/>
                  </a:lnTo>
                  <a:lnTo>
                    <a:pt x="196" y="7"/>
                  </a:lnTo>
                  <a:lnTo>
                    <a:pt x="206" y="5"/>
                  </a:lnTo>
                  <a:lnTo>
                    <a:pt x="212" y="3"/>
                  </a:lnTo>
                  <a:lnTo>
                    <a:pt x="223" y="2"/>
                  </a:lnTo>
                  <a:lnTo>
                    <a:pt x="229" y="2"/>
                  </a:lnTo>
                  <a:lnTo>
                    <a:pt x="238" y="1"/>
                  </a:lnTo>
                  <a:lnTo>
                    <a:pt x="245" y="0"/>
                  </a:lnTo>
                  <a:lnTo>
                    <a:pt x="256" y="0"/>
                  </a:lnTo>
                  <a:lnTo>
                    <a:pt x="267" y="0"/>
                  </a:lnTo>
                  <a:lnTo>
                    <a:pt x="278" y="1"/>
                  </a:lnTo>
                  <a:lnTo>
                    <a:pt x="289" y="2"/>
                  </a:lnTo>
                  <a:lnTo>
                    <a:pt x="294" y="2"/>
                  </a:lnTo>
                  <a:lnTo>
                    <a:pt x="304" y="3"/>
                  </a:lnTo>
                  <a:lnTo>
                    <a:pt x="310" y="5"/>
                  </a:lnTo>
                  <a:lnTo>
                    <a:pt x="318" y="8"/>
                  </a:lnTo>
                  <a:lnTo>
                    <a:pt x="326" y="10"/>
                  </a:lnTo>
                  <a:lnTo>
                    <a:pt x="333" y="12"/>
                  </a:lnTo>
                  <a:lnTo>
                    <a:pt x="343" y="15"/>
                  </a:lnTo>
                  <a:lnTo>
                    <a:pt x="350" y="17"/>
                  </a:lnTo>
                  <a:lnTo>
                    <a:pt x="359" y="21"/>
                  </a:lnTo>
                  <a:lnTo>
                    <a:pt x="366" y="24"/>
                  </a:lnTo>
                  <a:lnTo>
                    <a:pt x="372" y="28"/>
                  </a:lnTo>
                  <a:lnTo>
                    <a:pt x="381" y="31"/>
                  </a:lnTo>
                  <a:lnTo>
                    <a:pt x="388" y="35"/>
                  </a:lnTo>
                  <a:lnTo>
                    <a:pt x="395" y="39"/>
                  </a:lnTo>
                  <a:lnTo>
                    <a:pt x="403" y="45"/>
                  </a:lnTo>
                  <a:lnTo>
                    <a:pt x="409" y="49"/>
                  </a:lnTo>
                  <a:lnTo>
                    <a:pt x="415" y="54"/>
                  </a:lnTo>
                  <a:lnTo>
                    <a:pt x="421" y="58"/>
                  </a:lnTo>
                  <a:lnTo>
                    <a:pt x="427" y="63"/>
                  </a:lnTo>
                  <a:lnTo>
                    <a:pt x="431" y="67"/>
                  </a:lnTo>
                  <a:lnTo>
                    <a:pt x="437" y="72"/>
                  </a:lnTo>
                  <a:lnTo>
                    <a:pt x="442" y="78"/>
                  </a:lnTo>
                  <a:lnTo>
                    <a:pt x="447" y="82"/>
                  </a:lnTo>
                  <a:lnTo>
                    <a:pt x="450" y="86"/>
                  </a:lnTo>
                  <a:lnTo>
                    <a:pt x="456" y="92"/>
                  </a:lnTo>
                  <a:lnTo>
                    <a:pt x="459" y="96"/>
                  </a:lnTo>
                  <a:lnTo>
                    <a:pt x="463" y="101"/>
                  </a:lnTo>
                  <a:lnTo>
                    <a:pt x="465" y="105"/>
                  </a:lnTo>
                  <a:lnTo>
                    <a:pt x="470" y="111"/>
                  </a:lnTo>
                  <a:lnTo>
                    <a:pt x="476" y="119"/>
                  </a:lnTo>
                  <a:lnTo>
                    <a:pt x="479" y="126"/>
                  </a:lnTo>
                  <a:lnTo>
                    <a:pt x="483" y="132"/>
                  </a:lnTo>
                  <a:lnTo>
                    <a:pt x="486" y="139"/>
                  </a:lnTo>
                  <a:lnTo>
                    <a:pt x="489" y="146"/>
                  </a:lnTo>
                  <a:lnTo>
                    <a:pt x="493" y="152"/>
                  </a:lnTo>
                  <a:lnTo>
                    <a:pt x="496" y="159"/>
                  </a:lnTo>
                  <a:lnTo>
                    <a:pt x="499" y="167"/>
                  </a:lnTo>
                  <a:lnTo>
                    <a:pt x="502" y="174"/>
                  </a:lnTo>
                  <a:lnTo>
                    <a:pt x="505" y="183"/>
                  </a:lnTo>
                  <a:lnTo>
                    <a:pt x="508" y="195"/>
                  </a:lnTo>
                  <a:lnTo>
                    <a:pt x="510" y="204"/>
                  </a:lnTo>
                  <a:lnTo>
                    <a:pt x="511" y="213"/>
                  </a:lnTo>
                  <a:lnTo>
                    <a:pt x="513" y="226"/>
                  </a:lnTo>
                  <a:lnTo>
                    <a:pt x="516" y="242"/>
                  </a:lnTo>
                  <a:lnTo>
                    <a:pt x="516" y="661"/>
                  </a:lnTo>
                  <a:lnTo>
                    <a:pt x="0" y="661"/>
                  </a:lnTo>
                  <a:lnTo>
                    <a:pt x="0" y="242"/>
                  </a:lnTo>
                </a:path>
              </a:pathLst>
            </a:custGeom>
            <a:noFill/>
            <a:ln w="12700">
              <a:solidFill>
                <a:srgbClr val="000000"/>
              </a:solidFill>
              <a:prstDash val="solid"/>
              <a:round/>
              <a:headEnd/>
              <a:tailEnd/>
            </a:ln>
          </p:spPr>
          <p:txBody>
            <a:bodyPr/>
            <a:lstStyle/>
            <a:p>
              <a:endParaRPr lang="nl-BE"/>
            </a:p>
          </p:txBody>
        </p:sp>
        <p:sp>
          <p:nvSpPr>
            <p:cNvPr id="42102" name="Freeform 102"/>
            <p:cNvSpPr>
              <a:spLocks/>
            </p:cNvSpPr>
            <p:nvPr/>
          </p:nvSpPr>
          <p:spPr bwMode="auto">
            <a:xfrm>
              <a:off x="5224463" y="3216275"/>
              <a:ext cx="1968500" cy="873125"/>
            </a:xfrm>
            <a:custGeom>
              <a:avLst/>
              <a:gdLst>
                <a:gd name="T0" fmla="*/ 2147483647 w 430"/>
                <a:gd name="T1" fmla="*/ 2147483647 h 550"/>
                <a:gd name="T2" fmla="*/ 2147483647 w 430"/>
                <a:gd name="T3" fmla="*/ 2147483647 h 550"/>
                <a:gd name="T4" fmla="*/ 2147483647 w 430"/>
                <a:gd name="T5" fmla="*/ 2147483647 h 550"/>
                <a:gd name="T6" fmla="*/ 2147483647 w 430"/>
                <a:gd name="T7" fmla="*/ 2147483647 h 550"/>
                <a:gd name="T8" fmla="*/ 2147483647 w 430"/>
                <a:gd name="T9" fmla="*/ 2147483647 h 550"/>
                <a:gd name="T10" fmla="*/ 2147483647 w 430"/>
                <a:gd name="T11" fmla="*/ 2147483647 h 550"/>
                <a:gd name="T12" fmla="*/ 2147483647 w 430"/>
                <a:gd name="T13" fmla="*/ 2147483647 h 550"/>
                <a:gd name="T14" fmla="*/ 2147483647 w 430"/>
                <a:gd name="T15" fmla="*/ 2147483647 h 550"/>
                <a:gd name="T16" fmla="*/ 2147483647 w 430"/>
                <a:gd name="T17" fmla="*/ 2147483647 h 550"/>
                <a:gd name="T18" fmla="*/ 2147483647 w 430"/>
                <a:gd name="T19" fmla="*/ 2147483647 h 550"/>
                <a:gd name="T20" fmla="*/ 2147483647 w 430"/>
                <a:gd name="T21" fmla="*/ 2147483647 h 550"/>
                <a:gd name="T22" fmla="*/ 2147483647 w 430"/>
                <a:gd name="T23" fmla="*/ 2147483647 h 550"/>
                <a:gd name="T24" fmla="*/ 2147483647 w 430"/>
                <a:gd name="T25" fmla="*/ 2147483647 h 550"/>
                <a:gd name="T26" fmla="*/ 2147483647 w 430"/>
                <a:gd name="T27" fmla="*/ 2147483647 h 550"/>
                <a:gd name="T28" fmla="*/ 2147483647 w 430"/>
                <a:gd name="T29" fmla="*/ 2147483647 h 550"/>
                <a:gd name="T30" fmla="*/ 2147483647 w 430"/>
                <a:gd name="T31" fmla="*/ 2147483647 h 550"/>
                <a:gd name="T32" fmla="*/ 2147483647 w 430"/>
                <a:gd name="T33" fmla="*/ 2147483647 h 550"/>
                <a:gd name="T34" fmla="*/ 2147483647 w 430"/>
                <a:gd name="T35" fmla="*/ 2147483647 h 550"/>
                <a:gd name="T36" fmla="*/ 2147483647 w 430"/>
                <a:gd name="T37" fmla="*/ 2147483647 h 550"/>
                <a:gd name="T38" fmla="*/ 2147483647 w 430"/>
                <a:gd name="T39" fmla="*/ 0 h 550"/>
                <a:gd name="T40" fmla="*/ 2147483647 w 430"/>
                <a:gd name="T41" fmla="*/ 0 h 550"/>
                <a:gd name="T42" fmla="*/ 2147483647 w 430"/>
                <a:gd name="T43" fmla="*/ 0 h 550"/>
                <a:gd name="T44" fmla="*/ 2147483647 w 430"/>
                <a:gd name="T45" fmla="*/ 2147483647 h 550"/>
                <a:gd name="T46" fmla="*/ 2147483647 w 430"/>
                <a:gd name="T47" fmla="*/ 2147483647 h 550"/>
                <a:gd name="T48" fmla="*/ 2147483647 w 430"/>
                <a:gd name="T49" fmla="*/ 2147483647 h 550"/>
                <a:gd name="T50" fmla="*/ 2147483647 w 430"/>
                <a:gd name="T51" fmla="*/ 2147483647 h 550"/>
                <a:gd name="T52" fmla="*/ 2147483647 w 430"/>
                <a:gd name="T53" fmla="*/ 2147483647 h 550"/>
                <a:gd name="T54" fmla="*/ 2147483647 w 430"/>
                <a:gd name="T55" fmla="*/ 2147483647 h 550"/>
                <a:gd name="T56" fmla="*/ 2147483647 w 430"/>
                <a:gd name="T57" fmla="*/ 2147483647 h 550"/>
                <a:gd name="T58" fmla="*/ 2147483647 w 430"/>
                <a:gd name="T59" fmla="*/ 2147483647 h 550"/>
                <a:gd name="T60" fmla="*/ 2147483647 w 430"/>
                <a:gd name="T61" fmla="*/ 2147483647 h 550"/>
                <a:gd name="T62" fmla="*/ 2147483647 w 430"/>
                <a:gd name="T63" fmla="*/ 2147483647 h 550"/>
                <a:gd name="T64" fmla="*/ 2147483647 w 430"/>
                <a:gd name="T65" fmla="*/ 2147483647 h 550"/>
                <a:gd name="T66" fmla="*/ 2147483647 w 430"/>
                <a:gd name="T67" fmla="*/ 2147483647 h 550"/>
                <a:gd name="T68" fmla="*/ 2147483647 w 430"/>
                <a:gd name="T69" fmla="*/ 2147483647 h 550"/>
                <a:gd name="T70" fmla="*/ 2147483647 w 430"/>
                <a:gd name="T71" fmla="*/ 2147483647 h 550"/>
                <a:gd name="T72" fmla="*/ 2147483647 w 430"/>
                <a:gd name="T73" fmla="*/ 2147483647 h 550"/>
                <a:gd name="T74" fmla="*/ 2147483647 w 430"/>
                <a:gd name="T75" fmla="*/ 2147483647 h 550"/>
                <a:gd name="T76" fmla="*/ 2147483647 w 430"/>
                <a:gd name="T77" fmla="*/ 2147483647 h 550"/>
                <a:gd name="T78" fmla="*/ 2147483647 w 430"/>
                <a:gd name="T79" fmla="*/ 2147483647 h 550"/>
                <a:gd name="T80" fmla="*/ 2147483647 w 430"/>
                <a:gd name="T81" fmla="*/ 2147483647 h 550"/>
                <a:gd name="T82" fmla="*/ 2147483647 w 430"/>
                <a:gd name="T83" fmla="*/ 2147483647 h 550"/>
                <a:gd name="T84" fmla="*/ 2147483647 w 430"/>
                <a:gd name="T85" fmla="*/ 2147483647 h 550"/>
                <a:gd name="T86" fmla="*/ 2147483647 w 430"/>
                <a:gd name="T87" fmla="*/ 2147483647 h 550"/>
                <a:gd name="T88" fmla="*/ 2147483647 w 430"/>
                <a:gd name="T89" fmla="*/ 2147483647 h 550"/>
                <a:gd name="T90" fmla="*/ 0 w 430"/>
                <a:gd name="T91" fmla="*/ 2147483647 h 550"/>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430"/>
                <a:gd name="T139" fmla="*/ 0 h 550"/>
                <a:gd name="T140" fmla="*/ 430 w 430"/>
                <a:gd name="T141" fmla="*/ 550 h 550"/>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430" h="550">
                  <a:moveTo>
                    <a:pt x="0" y="202"/>
                  </a:moveTo>
                  <a:lnTo>
                    <a:pt x="2" y="193"/>
                  </a:lnTo>
                  <a:lnTo>
                    <a:pt x="3" y="186"/>
                  </a:lnTo>
                  <a:lnTo>
                    <a:pt x="4" y="177"/>
                  </a:lnTo>
                  <a:lnTo>
                    <a:pt x="5" y="169"/>
                  </a:lnTo>
                  <a:lnTo>
                    <a:pt x="7" y="161"/>
                  </a:lnTo>
                  <a:lnTo>
                    <a:pt x="9" y="154"/>
                  </a:lnTo>
                  <a:lnTo>
                    <a:pt x="11" y="148"/>
                  </a:lnTo>
                  <a:lnTo>
                    <a:pt x="13" y="142"/>
                  </a:lnTo>
                  <a:lnTo>
                    <a:pt x="15" y="136"/>
                  </a:lnTo>
                  <a:lnTo>
                    <a:pt x="18" y="131"/>
                  </a:lnTo>
                  <a:lnTo>
                    <a:pt x="21" y="121"/>
                  </a:lnTo>
                  <a:lnTo>
                    <a:pt x="27" y="111"/>
                  </a:lnTo>
                  <a:lnTo>
                    <a:pt x="31" y="104"/>
                  </a:lnTo>
                  <a:lnTo>
                    <a:pt x="36" y="96"/>
                  </a:lnTo>
                  <a:lnTo>
                    <a:pt x="40" y="89"/>
                  </a:lnTo>
                  <a:lnTo>
                    <a:pt x="48" y="79"/>
                  </a:lnTo>
                  <a:lnTo>
                    <a:pt x="55" y="70"/>
                  </a:lnTo>
                  <a:lnTo>
                    <a:pt x="62" y="63"/>
                  </a:lnTo>
                  <a:lnTo>
                    <a:pt x="68" y="57"/>
                  </a:lnTo>
                  <a:lnTo>
                    <a:pt x="75" y="52"/>
                  </a:lnTo>
                  <a:lnTo>
                    <a:pt x="82" y="46"/>
                  </a:lnTo>
                  <a:lnTo>
                    <a:pt x="91" y="39"/>
                  </a:lnTo>
                  <a:lnTo>
                    <a:pt x="98" y="34"/>
                  </a:lnTo>
                  <a:lnTo>
                    <a:pt x="106" y="29"/>
                  </a:lnTo>
                  <a:lnTo>
                    <a:pt x="111" y="25"/>
                  </a:lnTo>
                  <a:lnTo>
                    <a:pt x="116" y="24"/>
                  </a:lnTo>
                  <a:lnTo>
                    <a:pt x="120" y="20"/>
                  </a:lnTo>
                  <a:lnTo>
                    <a:pt x="127" y="18"/>
                  </a:lnTo>
                  <a:lnTo>
                    <a:pt x="132" y="16"/>
                  </a:lnTo>
                  <a:lnTo>
                    <a:pt x="138" y="14"/>
                  </a:lnTo>
                  <a:lnTo>
                    <a:pt x="145" y="11"/>
                  </a:lnTo>
                  <a:lnTo>
                    <a:pt x="151" y="9"/>
                  </a:lnTo>
                  <a:lnTo>
                    <a:pt x="158" y="8"/>
                  </a:lnTo>
                  <a:lnTo>
                    <a:pt x="164" y="6"/>
                  </a:lnTo>
                  <a:lnTo>
                    <a:pt x="172" y="4"/>
                  </a:lnTo>
                  <a:lnTo>
                    <a:pt x="177" y="3"/>
                  </a:lnTo>
                  <a:lnTo>
                    <a:pt x="186" y="2"/>
                  </a:lnTo>
                  <a:lnTo>
                    <a:pt x="191" y="1"/>
                  </a:lnTo>
                  <a:lnTo>
                    <a:pt x="197" y="0"/>
                  </a:lnTo>
                  <a:lnTo>
                    <a:pt x="205" y="0"/>
                  </a:lnTo>
                  <a:lnTo>
                    <a:pt x="213" y="0"/>
                  </a:lnTo>
                  <a:lnTo>
                    <a:pt x="223" y="0"/>
                  </a:lnTo>
                  <a:lnTo>
                    <a:pt x="232" y="0"/>
                  </a:lnTo>
                  <a:lnTo>
                    <a:pt x="241" y="2"/>
                  </a:lnTo>
                  <a:lnTo>
                    <a:pt x="246" y="2"/>
                  </a:lnTo>
                  <a:lnTo>
                    <a:pt x="253" y="3"/>
                  </a:lnTo>
                  <a:lnTo>
                    <a:pt x="258" y="4"/>
                  </a:lnTo>
                  <a:lnTo>
                    <a:pt x="265" y="6"/>
                  </a:lnTo>
                  <a:lnTo>
                    <a:pt x="272" y="8"/>
                  </a:lnTo>
                  <a:lnTo>
                    <a:pt x="278" y="9"/>
                  </a:lnTo>
                  <a:lnTo>
                    <a:pt x="286" y="12"/>
                  </a:lnTo>
                  <a:lnTo>
                    <a:pt x="291" y="14"/>
                  </a:lnTo>
                  <a:lnTo>
                    <a:pt x="299" y="18"/>
                  </a:lnTo>
                  <a:lnTo>
                    <a:pt x="304" y="20"/>
                  </a:lnTo>
                  <a:lnTo>
                    <a:pt x="311" y="23"/>
                  </a:lnTo>
                  <a:lnTo>
                    <a:pt x="318" y="25"/>
                  </a:lnTo>
                  <a:lnTo>
                    <a:pt x="324" y="29"/>
                  </a:lnTo>
                  <a:lnTo>
                    <a:pt x="329" y="32"/>
                  </a:lnTo>
                  <a:lnTo>
                    <a:pt x="336" y="37"/>
                  </a:lnTo>
                  <a:lnTo>
                    <a:pt x="341" y="41"/>
                  </a:lnTo>
                  <a:lnTo>
                    <a:pt x="347" y="45"/>
                  </a:lnTo>
                  <a:lnTo>
                    <a:pt x="351" y="48"/>
                  </a:lnTo>
                  <a:lnTo>
                    <a:pt x="356" y="52"/>
                  </a:lnTo>
                  <a:lnTo>
                    <a:pt x="359" y="56"/>
                  </a:lnTo>
                  <a:lnTo>
                    <a:pt x="364" y="60"/>
                  </a:lnTo>
                  <a:lnTo>
                    <a:pt x="369" y="65"/>
                  </a:lnTo>
                  <a:lnTo>
                    <a:pt x="372" y="68"/>
                  </a:lnTo>
                  <a:lnTo>
                    <a:pt x="375" y="72"/>
                  </a:lnTo>
                  <a:lnTo>
                    <a:pt x="380" y="77"/>
                  </a:lnTo>
                  <a:lnTo>
                    <a:pt x="383" y="80"/>
                  </a:lnTo>
                  <a:lnTo>
                    <a:pt x="386" y="84"/>
                  </a:lnTo>
                  <a:lnTo>
                    <a:pt x="388" y="88"/>
                  </a:lnTo>
                  <a:lnTo>
                    <a:pt x="392" y="93"/>
                  </a:lnTo>
                  <a:lnTo>
                    <a:pt x="397" y="99"/>
                  </a:lnTo>
                  <a:lnTo>
                    <a:pt x="400" y="104"/>
                  </a:lnTo>
                  <a:lnTo>
                    <a:pt x="402" y="111"/>
                  </a:lnTo>
                  <a:lnTo>
                    <a:pt x="406" y="115"/>
                  </a:lnTo>
                  <a:lnTo>
                    <a:pt x="408" y="121"/>
                  </a:lnTo>
                  <a:lnTo>
                    <a:pt x="411" y="127"/>
                  </a:lnTo>
                  <a:lnTo>
                    <a:pt x="413" y="132"/>
                  </a:lnTo>
                  <a:lnTo>
                    <a:pt x="416" y="138"/>
                  </a:lnTo>
                  <a:lnTo>
                    <a:pt x="419" y="145"/>
                  </a:lnTo>
                  <a:lnTo>
                    <a:pt x="420" y="152"/>
                  </a:lnTo>
                  <a:lnTo>
                    <a:pt x="424" y="163"/>
                  </a:lnTo>
                  <a:lnTo>
                    <a:pt x="425" y="170"/>
                  </a:lnTo>
                  <a:lnTo>
                    <a:pt x="426" y="177"/>
                  </a:lnTo>
                  <a:lnTo>
                    <a:pt x="428" y="187"/>
                  </a:lnTo>
                  <a:lnTo>
                    <a:pt x="430" y="202"/>
                  </a:lnTo>
                  <a:lnTo>
                    <a:pt x="430" y="550"/>
                  </a:lnTo>
                  <a:lnTo>
                    <a:pt x="0" y="550"/>
                  </a:lnTo>
                  <a:lnTo>
                    <a:pt x="0" y="202"/>
                  </a:lnTo>
                  <a:close/>
                </a:path>
              </a:pathLst>
            </a:custGeom>
            <a:solidFill>
              <a:srgbClr val="404040"/>
            </a:solidFill>
            <a:ln w="12700">
              <a:solidFill>
                <a:srgbClr val="000000"/>
              </a:solidFill>
              <a:prstDash val="solid"/>
              <a:round/>
              <a:headEnd/>
              <a:tailEnd/>
            </a:ln>
          </p:spPr>
          <p:txBody>
            <a:bodyPr/>
            <a:lstStyle/>
            <a:p>
              <a:endParaRPr lang="nl-BE"/>
            </a:p>
          </p:txBody>
        </p:sp>
        <p:sp>
          <p:nvSpPr>
            <p:cNvPr id="42103" name="Freeform 103"/>
            <p:cNvSpPr>
              <a:spLocks/>
            </p:cNvSpPr>
            <p:nvPr/>
          </p:nvSpPr>
          <p:spPr bwMode="auto">
            <a:xfrm>
              <a:off x="5540375" y="3273425"/>
              <a:ext cx="1474788" cy="654050"/>
            </a:xfrm>
            <a:custGeom>
              <a:avLst/>
              <a:gdLst>
                <a:gd name="T0" fmla="*/ 2147483647 w 322"/>
                <a:gd name="T1" fmla="*/ 2147483647 h 412"/>
                <a:gd name="T2" fmla="*/ 2147483647 w 322"/>
                <a:gd name="T3" fmla="*/ 2147483647 h 412"/>
                <a:gd name="T4" fmla="*/ 2147483647 w 322"/>
                <a:gd name="T5" fmla="*/ 2147483647 h 412"/>
                <a:gd name="T6" fmla="*/ 2147483647 w 322"/>
                <a:gd name="T7" fmla="*/ 2147483647 h 412"/>
                <a:gd name="T8" fmla="*/ 2147483647 w 322"/>
                <a:gd name="T9" fmla="*/ 2147483647 h 412"/>
                <a:gd name="T10" fmla="*/ 2147483647 w 322"/>
                <a:gd name="T11" fmla="*/ 2147483647 h 412"/>
                <a:gd name="T12" fmla="*/ 2147483647 w 322"/>
                <a:gd name="T13" fmla="*/ 2147483647 h 412"/>
                <a:gd name="T14" fmla="*/ 2147483647 w 322"/>
                <a:gd name="T15" fmla="*/ 2147483647 h 412"/>
                <a:gd name="T16" fmla="*/ 2147483647 w 322"/>
                <a:gd name="T17" fmla="*/ 2147483647 h 412"/>
                <a:gd name="T18" fmla="*/ 2147483647 w 322"/>
                <a:gd name="T19" fmla="*/ 2147483647 h 412"/>
                <a:gd name="T20" fmla="*/ 2147483647 w 322"/>
                <a:gd name="T21" fmla="*/ 2147483647 h 412"/>
                <a:gd name="T22" fmla="*/ 2147483647 w 322"/>
                <a:gd name="T23" fmla="*/ 2147483647 h 412"/>
                <a:gd name="T24" fmla="*/ 2147483647 w 322"/>
                <a:gd name="T25" fmla="*/ 2147483647 h 412"/>
                <a:gd name="T26" fmla="*/ 2147483647 w 322"/>
                <a:gd name="T27" fmla="*/ 2147483647 h 412"/>
                <a:gd name="T28" fmla="*/ 2147483647 w 322"/>
                <a:gd name="T29" fmla="*/ 2147483647 h 412"/>
                <a:gd name="T30" fmla="*/ 2147483647 w 322"/>
                <a:gd name="T31" fmla="*/ 2147483647 h 412"/>
                <a:gd name="T32" fmla="*/ 2147483647 w 322"/>
                <a:gd name="T33" fmla="*/ 2147483647 h 412"/>
                <a:gd name="T34" fmla="*/ 2147483647 w 322"/>
                <a:gd name="T35" fmla="*/ 2147483647 h 412"/>
                <a:gd name="T36" fmla="*/ 2147483647 w 322"/>
                <a:gd name="T37" fmla="*/ 2147483647 h 412"/>
                <a:gd name="T38" fmla="*/ 2147483647 w 322"/>
                <a:gd name="T39" fmla="*/ 0 h 412"/>
                <a:gd name="T40" fmla="*/ 2147483647 w 322"/>
                <a:gd name="T41" fmla="*/ 0 h 412"/>
                <a:gd name="T42" fmla="*/ 2147483647 w 322"/>
                <a:gd name="T43" fmla="*/ 0 h 412"/>
                <a:gd name="T44" fmla="*/ 2147483647 w 322"/>
                <a:gd name="T45" fmla="*/ 2147483647 h 412"/>
                <a:gd name="T46" fmla="*/ 2147483647 w 322"/>
                <a:gd name="T47" fmla="*/ 2147483647 h 412"/>
                <a:gd name="T48" fmla="*/ 2147483647 w 322"/>
                <a:gd name="T49" fmla="*/ 2147483647 h 412"/>
                <a:gd name="T50" fmla="*/ 2147483647 w 322"/>
                <a:gd name="T51" fmla="*/ 2147483647 h 412"/>
                <a:gd name="T52" fmla="*/ 2147483647 w 322"/>
                <a:gd name="T53" fmla="*/ 2147483647 h 412"/>
                <a:gd name="T54" fmla="*/ 2147483647 w 322"/>
                <a:gd name="T55" fmla="*/ 2147483647 h 412"/>
                <a:gd name="T56" fmla="*/ 2147483647 w 322"/>
                <a:gd name="T57" fmla="*/ 2147483647 h 412"/>
                <a:gd name="T58" fmla="*/ 2147483647 w 322"/>
                <a:gd name="T59" fmla="*/ 2147483647 h 412"/>
                <a:gd name="T60" fmla="*/ 2147483647 w 322"/>
                <a:gd name="T61" fmla="*/ 2147483647 h 412"/>
                <a:gd name="T62" fmla="*/ 2147483647 w 322"/>
                <a:gd name="T63" fmla="*/ 2147483647 h 412"/>
                <a:gd name="T64" fmla="*/ 2147483647 w 322"/>
                <a:gd name="T65" fmla="*/ 2147483647 h 412"/>
                <a:gd name="T66" fmla="*/ 2147483647 w 322"/>
                <a:gd name="T67" fmla="*/ 2147483647 h 412"/>
                <a:gd name="T68" fmla="*/ 2147483647 w 322"/>
                <a:gd name="T69" fmla="*/ 2147483647 h 412"/>
                <a:gd name="T70" fmla="*/ 2147483647 w 322"/>
                <a:gd name="T71" fmla="*/ 2147483647 h 412"/>
                <a:gd name="T72" fmla="*/ 2147483647 w 322"/>
                <a:gd name="T73" fmla="*/ 2147483647 h 412"/>
                <a:gd name="T74" fmla="*/ 2147483647 w 322"/>
                <a:gd name="T75" fmla="*/ 2147483647 h 412"/>
                <a:gd name="T76" fmla="*/ 2147483647 w 322"/>
                <a:gd name="T77" fmla="*/ 2147483647 h 412"/>
                <a:gd name="T78" fmla="*/ 2147483647 w 322"/>
                <a:gd name="T79" fmla="*/ 2147483647 h 412"/>
                <a:gd name="T80" fmla="*/ 2147483647 w 322"/>
                <a:gd name="T81" fmla="*/ 2147483647 h 412"/>
                <a:gd name="T82" fmla="*/ 2147483647 w 322"/>
                <a:gd name="T83" fmla="*/ 2147483647 h 412"/>
                <a:gd name="T84" fmla="*/ 2147483647 w 322"/>
                <a:gd name="T85" fmla="*/ 2147483647 h 412"/>
                <a:gd name="T86" fmla="*/ 2147483647 w 322"/>
                <a:gd name="T87" fmla="*/ 2147483647 h 412"/>
                <a:gd name="T88" fmla="*/ 2147483647 w 322"/>
                <a:gd name="T89" fmla="*/ 2147483647 h 412"/>
                <a:gd name="T90" fmla="*/ 0 w 322"/>
                <a:gd name="T91" fmla="*/ 2147483647 h 412"/>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322"/>
                <a:gd name="T139" fmla="*/ 0 h 412"/>
                <a:gd name="T140" fmla="*/ 322 w 322"/>
                <a:gd name="T141" fmla="*/ 412 h 412"/>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322" h="412">
                  <a:moveTo>
                    <a:pt x="0" y="151"/>
                  </a:moveTo>
                  <a:lnTo>
                    <a:pt x="1" y="144"/>
                  </a:lnTo>
                  <a:lnTo>
                    <a:pt x="1" y="139"/>
                  </a:lnTo>
                  <a:lnTo>
                    <a:pt x="1" y="134"/>
                  </a:lnTo>
                  <a:lnTo>
                    <a:pt x="3" y="127"/>
                  </a:lnTo>
                  <a:lnTo>
                    <a:pt x="4" y="121"/>
                  </a:lnTo>
                  <a:lnTo>
                    <a:pt x="6" y="115"/>
                  </a:lnTo>
                  <a:lnTo>
                    <a:pt x="6" y="111"/>
                  </a:lnTo>
                  <a:lnTo>
                    <a:pt x="8" y="107"/>
                  </a:lnTo>
                  <a:lnTo>
                    <a:pt x="10" y="102"/>
                  </a:lnTo>
                  <a:lnTo>
                    <a:pt x="12" y="98"/>
                  </a:lnTo>
                  <a:lnTo>
                    <a:pt x="15" y="91"/>
                  </a:lnTo>
                  <a:lnTo>
                    <a:pt x="19" y="84"/>
                  </a:lnTo>
                  <a:lnTo>
                    <a:pt x="23" y="77"/>
                  </a:lnTo>
                  <a:lnTo>
                    <a:pt x="26" y="72"/>
                  </a:lnTo>
                  <a:lnTo>
                    <a:pt x="29" y="67"/>
                  </a:lnTo>
                  <a:lnTo>
                    <a:pt x="34" y="60"/>
                  </a:lnTo>
                  <a:lnTo>
                    <a:pt x="40" y="53"/>
                  </a:lnTo>
                  <a:lnTo>
                    <a:pt x="45" y="48"/>
                  </a:lnTo>
                  <a:lnTo>
                    <a:pt x="50" y="44"/>
                  </a:lnTo>
                  <a:lnTo>
                    <a:pt x="55" y="39"/>
                  </a:lnTo>
                  <a:lnTo>
                    <a:pt x="61" y="34"/>
                  </a:lnTo>
                  <a:lnTo>
                    <a:pt x="67" y="29"/>
                  </a:lnTo>
                  <a:lnTo>
                    <a:pt x="73" y="26"/>
                  </a:lnTo>
                  <a:lnTo>
                    <a:pt x="79" y="21"/>
                  </a:lnTo>
                  <a:lnTo>
                    <a:pt x="83" y="20"/>
                  </a:lnTo>
                  <a:lnTo>
                    <a:pt x="86" y="18"/>
                  </a:lnTo>
                  <a:lnTo>
                    <a:pt x="89" y="16"/>
                  </a:lnTo>
                  <a:lnTo>
                    <a:pt x="94" y="14"/>
                  </a:lnTo>
                  <a:lnTo>
                    <a:pt x="98" y="12"/>
                  </a:lnTo>
                  <a:lnTo>
                    <a:pt x="102" y="10"/>
                  </a:lnTo>
                  <a:lnTo>
                    <a:pt x="107" y="9"/>
                  </a:lnTo>
                  <a:lnTo>
                    <a:pt x="112" y="7"/>
                  </a:lnTo>
                  <a:lnTo>
                    <a:pt x="117" y="5"/>
                  </a:lnTo>
                  <a:lnTo>
                    <a:pt x="122" y="5"/>
                  </a:lnTo>
                  <a:lnTo>
                    <a:pt x="128" y="3"/>
                  </a:lnTo>
                  <a:lnTo>
                    <a:pt x="132" y="2"/>
                  </a:lnTo>
                  <a:lnTo>
                    <a:pt x="139" y="1"/>
                  </a:lnTo>
                  <a:lnTo>
                    <a:pt x="142" y="0"/>
                  </a:lnTo>
                  <a:lnTo>
                    <a:pt x="148" y="0"/>
                  </a:lnTo>
                  <a:lnTo>
                    <a:pt x="153" y="0"/>
                  </a:lnTo>
                  <a:lnTo>
                    <a:pt x="159" y="0"/>
                  </a:lnTo>
                  <a:lnTo>
                    <a:pt x="166" y="0"/>
                  </a:lnTo>
                  <a:lnTo>
                    <a:pt x="173" y="0"/>
                  </a:lnTo>
                  <a:lnTo>
                    <a:pt x="179" y="1"/>
                  </a:lnTo>
                  <a:lnTo>
                    <a:pt x="183" y="1"/>
                  </a:lnTo>
                  <a:lnTo>
                    <a:pt x="189" y="2"/>
                  </a:lnTo>
                  <a:lnTo>
                    <a:pt x="193" y="4"/>
                  </a:lnTo>
                  <a:lnTo>
                    <a:pt x="198" y="5"/>
                  </a:lnTo>
                  <a:lnTo>
                    <a:pt x="203" y="6"/>
                  </a:lnTo>
                  <a:lnTo>
                    <a:pt x="207" y="8"/>
                  </a:lnTo>
                  <a:lnTo>
                    <a:pt x="213" y="9"/>
                  </a:lnTo>
                  <a:lnTo>
                    <a:pt x="218" y="10"/>
                  </a:lnTo>
                  <a:lnTo>
                    <a:pt x="223" y="13"/>
                  </a:lnTo>
                  <a:lnTo>
                    <a:pt x="227" y="15"/>
                  </a:lnTo>
                  <a:lnTo>
                    <a:pt x="232" y="17"/>
                  </a:lnTo>
                  <a:lnTo>
                    <a:pt x="237" y="19"/>
                  </a:lnTo>
                  <a:lnTo>
                    <a:pt x="241" y="21"/>
                  </a:lnTo>
                  <a:lnTo>
                    <a:pt x="245" y="25"/>
                  </a:lnTo>
                  <a:lnTo>
                    <a:pt x="251" y="28"/>
                  </a:lnTo>
                  <a:lnTo>
                    <a:pt x="255" y="31"/>
                  </a:lnTo>
                  <a:lnTo>
                    <a:pt x="259" y="33"/>
                  </a:lnTo>
                  <a:lnTo>
                    <a:pt x="262" y="36"/>
                  </a:lnTo>
                  <a:lnTo>
                    <a:pt x="267" y="39"/>
                  </a:lnTo>
                  <a:lnTo>
                    <a:pt x="269" y="43"/>
                  </a:lnTo>
                  <a:lnTo>
                    <a:pt x="272" y="45"/>
                  </a:lnTo>
                  <a:lnTo>
                    <a:pt x="276" y="48"/>
                  </a:lnTo>
                  <a:lnTo>
                    <a:pt x="278" y="52"/>
                  </a:lnTo>
                  <a:lnTo>
                    <a:pt x="281" y="53"/>
                  </a:lnTo>
                  <a:lnTo>
                    <a:pt x="284" y="58"/>
                  </a:lnTo>
                  <a:lnTo>
                    <a:pt x="286" y="60"/>
                  </a:lnTo>
                  <a:lnTo>
                    <a:pt x="289" y="63"/>
                  </a:lnTo>
                  <a:lnTo>
                    <a:pt x="290" y="66"/>
                  </a:lnTo>
                  <a:lnTo>
                    <a:pt x="294" y="69"/>
                  </a:lnTo>
                  <a:lnTo>
                    <a:pt x="297" y="75"/>
                  </a:lnTo>
                  <a:lnTo>
                    <a:pt x="299" y="78"/>
                  </a:lnTo>
                  <a:lnTo>
                    <a:pt x="301" y="82"/>
                  </a:lnTo>
                  <a:lnTo>
                    <a:pt x="303" y="86"/>
                  </a:lnTo>
                  <a:lnTo>
                    <a:pt x="305" y="91"/>
                  </a:lnTo>
                  <a:lnTo>
                    <a:pt x="307" y="95"/>
                  </a:lnTo>
                  <a:lnTo>
                    <a:pt x="310" y="100"/>
                  </a:lnTo>
                  <a:lnTo>
                    <a:pt x="311" y="104"/>
                  </a:lnTo>
                  <a:lnTo>
                    <a:pt x="313" y="109"/>
                  </a:lnTo>
                  <a:lnTo>
                    <a:pt x="315" y="114"/>
                  </a:lnTo>
                  <a:lnTo>
                    <a:pt x="317" y="123"/>
                  </a:lnTo>
                  <a:lnTo>
                    <a:pt x="317" y="127"/>
                  </a:lnTo>
                  <a:lnTo>
                    <a:pt x="319" y="133"/>
                  </a:lnTo>
                  <a:lnTo>
                    <a:pt x="320" y="140"/>
                  </a:lnTo>
                  <a:lnTo>
                    <a:pt x="322" y="151"/>
                  </a:lnTo>
                  <a:lnTo>
                    <a:pt x="322" y="412"/>
                  </a:lnTo>
                  <a:lnTo>
                    <a:pt x="0" y="412"/>
                  </a:lnTo>
                  <a:lnTo>
                    <a:pt x="0" y="151"/>
                  </a:lnTo>
                </a:path>
              </a:pathLst>
            </a:custGeom>
            <a:noFill/>
            <a:ln w="12700">
              <a:solidFill>
                <a:srgbClr val="000000"/>
              </a:solidFill>
              <a:prstDash val="solid"/>
              <a:round/>
              <a:headEnd/>
              <a:tailEnd/>
            </a:ln>
          </p:spPr>
          <p:txBody>
            <a:bodyPr/>
            <a:lstStyle/>
            <a:p>
              <a:endParaRPr lang="nl-BE"/>
            </a:p>
          </p:txBody>
        </p:sp>
        <p:sp>
          <p:nvSpPr>
            <p:cNvPr id="42104" name="Freeform 104"/>
            <p:cNvSpPr>
              <a:spLocks/>
            </p:cNvSpPr>
            <p:nvPr/>
          </p:nvSpPr>
          <p:spPr bwMode="auto">
            <a:xfrm>
              <a:off x="5746750" y="3306763"/>
              <a:ext cx="1130300" cy="503237"/>
            </a:xfrm>
            <a:custGeom>
              <a:avLst/>
              <a:gdLst>
                <a:gd name="T0" fmla="*/ 0 w 247"/>
                <a:gd name="T1" fmla="*/ 2147483647 h 317"/>
                <a:gd name="T2" fmla="*/ 2147483647 w 247"/>
                <a:gd name="T3" fmla="*/ 2147483647 h 317"/>
                <a:gd name="T4" fmla="*/ 2147483647 w 247"/>
                <a:gd name="T5" fmla="*/ 2147483647 h 317"/>
                <a:gd name="T6" fmla="*/ 2147483647 w 247"/>
                <a:gd name="T7" fmla="*/ 2147483647 h 317"/>
                <a:gd name="T8" fmla="*/ 2147483647 w 247"/>
                <a:gd name="T9" fmla="*/ 2147483647 h 317"/>
                <a:gd name="T10" fmla="*/ 2147483647 w 247"/>
                <a:gd name="T11" fmla="*/ 2147483647 h 317"/>
                <a:gd name="T12" fmla="*/ 2147483647 w 247"/>
                <a:gd name="T13" fmla="*/ 2147483647 h 317"/>
                <a:gd name="T14" fmla="*/ 2147483647 w 247"/>
                <a:gd name="T15" fmla="*/ 2147483647 h 317"/>
                <a:gd name="T16" fmla="*/ 2147483647 w 247"/>
                <a:gd name="T17" fmla="*/ 2147483647 h 317"/>
                <a:gd name="T18" fmla="*/ 2147483647 w 247"/>
                <a:gd name="T19" fmla="*/ 2147483647 h 317"/>
                <a:gd name="T20" fmla="*/ 2147483647 w 247"/>
                <a:gd name="T21" fmla="*/ 2147483647 h 317"/>
                <a:gd name="T22" fmla="*/ 2147483647 w 247"/>
                <a:gd name="T23" fmla="*/ 2147483647 h 317"/>
                <a:gd name="T24" fmla="*/ 2147483647 w 247"/>
                <a:gd name="T25" fmla="*/ 2147483647 h 317"/>
                <a:gd name="T26" fmla="*/ 2147483647 w 247"/>
                <a:gd name="T27" fmla="*/ 2147483647 h 317"/>
                <a:gd name="T28" fmla="*/ 2147483647 w 247"/>
                <a:gd name="T29" fmla="*/ 2147483647 h 317"/>
                <a:gd name="T30" fmla="*/ 2147483647 w 247"/>
                <a:gd name="T31" fmla="*/ 2147483647 h 317"/>
                <a:gd name="T32" fmla="*/ 2147483647 w 247"/>
                <a:gd name="T33" fmla="*/ 2147483647 h 317"/>
                <a:gd name="T34" fmla="*/ 2147483647 w 247"/>
                <a:gd name="T35" fmla="*/ 2147483647 h 317"/>
                <a:gd name="T36" fmla="*/ 2147483647 w 247"/>
                <a:gd name="T37" fmla="*/ 0 h 317"/>
                <a:gd name="T38" fmla="*/ 2147483647 w 247"/>
                <a:gd name="T39" fmla="*/ 0 h 317"/>
                <a:gd name="T40" fmla="*/ 2147483647 w 247"/>
                <a:gd name="T41" fmla="*/ 0 h 317"/>
                <a:gd name="T42" fmla="*/ 2147483647 w 247"/>
                <a:gd name="T43" fmla="*/ 0 h 317"/>
                <a:gd name="T44" fmla="*/ 2147483647 w 247"/>
                <a:gd name="T45" fmla="*/ 0 h 317"/>
                <a:gd name="T46" fmla="*/ 2147483647 w 247"/>
                <a:gd name="T47" fmla="*/ 2147483647 h 317"/>
                <a:gd name="T48" fmla="*/ 2147483647 w 247"/>
                <a:gd name="T49" fmla="*/ 2147483647 h 317"/>
                <a:gd name="T50" fmla="*/ 2147483647 w 247"/>
                <a:gd name="T51" fmla="*/ 2147483647 h 317"/>
                <a:gd name="T52" fmla="*/ 2147483647 w 247"/>
                <a:gd name="T53" fmla="*/ 2147483647 h 317"/>
                <a:gd name="T54" fmla="*/ 2147483647 w 247"/>
                <a:gd name="T55" fmla="*/ 2147483647 h 317"/>
                <a:gd name="T56" fmla="*/ 2147483647 w 247"/>
                <a:gd name="T57" fmla="*/ 2147483647 h 317"/>
                <a:gd name="T58" fmla="*/ 2147483647 w 247"/>
                <a:gd name="T59" fmla="*/ 2147483647 h 317"/>
                <a:gd name="T60" fmla="*/ 2147483647 w 247"/>
                <a:gd name="T61" fmla="*/ 2147483647 h 317"/>
                <a:gd name="T62" fmla="*/ 2147483647 w 247"/>
                <a:gd name="T63" fmla="*/ 2147483647 h 317"/>
                <a:gd name="T64" fmla="*/ 2147483647 w 247"/>
                <a:gd name="T65" fmla="*/ 2147483647 h 317"/>
                <a:gd name="T66" fmla="*/ 2147483647 w 247"/>
                <a:gd name="T67" fmla="*/ 2147483647 h 317"/>
                <a:gd name="T68" fmla="*/ 2147483647 w 247"/>
                <a:gd name="T69" fmla="*/ 2147483647 h 317"/>
                <a:gd name="T70" fmla="*/ 2147483647 w 247"/>
                <a:gd name="T71" fmla="*/ 2147483647 h 317"/>
                <a:gd name="T72" fmla="*/ 2147483647 w 247"/>
                <a:gd name="T73" fmla="*/ 2147483647 h 317"/>
                <a:gd name="T74" fmla="*/ 2147483647 w 247"/>
                <a:gd name="T75" fmla="*/ 2147483647 h 317"/>
                <a:gd name="T76" fmla="*/ 2147483647 w 247"/>
                <a:gd name="T77" fmla="*/ 2147483647 h 317"/>
                <a:gd name="T78" fmla="*/ 2147483647 w 247"/>
                <a:gd name="T79" fmla="*/ 2147483647 h 317"/>
                <a:gd name="T80" fmla="*/ 2147483647 w 247"/>
                <a:gd name="T81" fmla="*/ 2147483647 h 317"/>
                <a:gd name="T82" fmla="*/ 2147483647 w 247"/>
                <a:gd name="T83" fmla="*/ 2147483647 h 317"/>
                <a:gd name="T84" fmla="*/ 2147483647 w 247"/>
                <a:gd name="T85" fmla="*/ 2147483647 h 317"/>
                <a:gd name="T86" fmla="*/ 2147483647 w 247"/>
                <a:gd name="T87" fmla="*/ 2147483647 h 317"/>
                <a:gd name="T88" fmla="*/ 2147483647 w 247"/>
                <a:gd name="T89" fmla="*/ 2147483647 h 317"/>
                <a:gd name="T90" fmla="*/ 0 w 247"/>
                <a:gd name="T91" fmla="*/ 2147483647 h 31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247"/>
                <a:gd name="T139" fmla="*/ 0 h 317"/>
                <a:gd name="T140" fmla="*/ 247 w 247"/>
                <a:gd name="T141" fmla="*/ 317 h 317"/>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247" h="317">
                  <a:moveTo>
                    <a:pt x="0" y="116"/>
                  </a:moveTo>
                  <a:lnTo>
                    <a:pt x="0" y="111"/>
                  </a:lnTo>
                  <a:lnTo>
                    <a:pt x="0" y="107"/>
                  </a:lnTo>
                  <a:lnTo>
                    <a:pt x="1" y="102"/>
                  </a:lnTo>
                  <a:lnTo>
                    <a:pt x="2" y="97"/>
                  </a:lnTo>
                  <a:lnTo>
                    <a:pt x="3" y="92"/>
                  </a:lnTo>
                  <a:lnTo>
                    <a:pt x="5" y="88"/>
                  </a:lnTo>
                  <a:lnTo>
                    <a:pt x="6" y="85"/>
                  </a:lnTo>
                  <a:lnTo>
                    <a:pt x="6" y="81"/>
                  </a:lnTo>
                  <a:lnTo>
                    <a:pt x="8" y="78"/>
                  </a:lnTo>
                  <a:lnTo>
                    <a:pt x="10" y="75"/>
                  </a:lnTo>
                  <a:lnTo>
                    <a:pt x="11" y="70"/>
                  </a:lnTo>
                  <a:lnTo>
                    <a:pt x="15" y="64"/>
                  </a:lnTo>
                  <a:lnTo>
                    <a:pt x="17" y="59"/>
                  </a:lnTo>
                  <a:lnTo>
                    <a:pt x="20" y="54"/>
                  </a:lnTo>
                  <a:lnTo>
                    <a:pt x="22" y="51"/>
                  </a:lnTo>
                  <a:lnTo>
                    <a:pt x="27" y="45"/>
                  </a:lnTo>
                  <a:lnTo>
                    <a:pt x="31" y="40"/>
                  </a:lnTo>
                  <a:lnTo>
                    <a:pt x="35" y="36"/>
                  </a:lnTo>
                  <a:lnTo>
                    <a:pt x="39" y="32"/>
                  </a:lnTo>
                  <a:lnTo>
                    <a:pt x="42" y="29"/>
                  </a:lnTo>
                  <a:lnTo>
                    <a:pt x="47" y="26"/>
                  </a:lnTo>
                  <a:lnTo>
                    <a:pt x="51" y="22"/>
                  </a:lnTo>
                  <a:lnTo>
                    <a:pt x="56" y="19"/>
                  </a:lnTo>
                  <a:lnTo>
                    <a:pt x="61" y="16"/>
                  </a:lnTo>
                  <a:lnTo>
                    <a:pt x="63" y="15"/>
                  </a:lnTo>
                  <a:lnTo>
                    <a:pt x="66" y="13"/>
                  </a:lnTo>
                  <a:lnTo>
                    <a:pt x="69" y="11"/>
                  </a:lnTo>
                  <a:lnTo>
                    <a:pt x="72" y="10"/>
                  </a:lnTo>
                  <a:lnTo>
                    <a:pt x="76" y="9"/>
                  </a:lnTo>
                  <a:lnTo>
                    <a:pt x="79" y="7"/>
                  </a:lnTo>
                  <a:lnTo>
                    <a:pt x="83" y="6"/>
                  </a:lnTo>
                  <a:lnTo>
                    <a:pt x="87" y="5"/>
                  </a:lnTo>
                  <a:lnTo>
                    <a:pt x="90" y="4"/>
                  </a:lnTo>
                  <a:lnTo>
                    <a:pt x="94" y="3"/>
                  </a:lnTo>
                  <a:lnTo>
                    <a:pt x="98" y="2"/>
                  </a:lnTo>
                  <a:lnTo>
                    <a:pt x="101" y="1"/>
                  </a:lnTo>
                  <a:lnTo>
                    <a:pt x="106" y="0"/>
                  </a:lnTo>
                  <a:lnTo>
                    <a:pt x="110" y="0"/>
                  </a:lnTo>
                  <a:lnTo>
                    <a:pt x="113" y="0"/>
                  </a:lnTo>
                  <a:lnTo>
                    <a:pt x="117" y="0"/>
                  </a:lnTo>
                  <a:lnTo>
                    <a:pt x="122" y="0"/>
                  </a:lnTo>
                  <a:lnTo>
                    <a:pt x="127" y="0"/>
                  </a:lnTo>
                  <a:lnTo>
                    <a:pt x="133" y="0"/>
                  </a:lnTo>
                  <a:lnTo>
                    <a:pt x="138" y="0"/>
                  </a:lnTo>
                  <a:lnTo>
                    <a:pt x="141" y="0"/>
                  </a:lnTo>
                  <a:lnTo>
                    <a:pt x="145" y="1"/>
                  </a:lnTo>
                  <a:lnTo>
                    <a:pt x="148" y="2"/>
                  </a:lnTo>
                  <a:lnTo>
                    <a:pt x="153" y="3"/>
                  </a:lnTo>
                  <a:lnTo>
                    <a:pt x="156" y="4"/>
                  </a:lnTo>
                  <a:lnTo>
                    <a:pt x="160" y="5"/>
                  </a:lnTo>
                  <a:lnTo>
                    <a:pt x="164" y="6"/>
                  </a:lnTo>
                  <a:lnTo>
                    <a:pt x="167" y="8"/>
                  </a:lnTo>
                  <a:lnTo>
                    <a:pt x="172" y="10"/>
                  </a:lnTo>
                  <a:lnTo>
                    <a:pt x="175" y="11"/>
                  </a:lnTo>
                  <a:lnTo>
                    <a:pt x="178" y="13"/>
                  </a:lnTo>
                  <a:lnTo>
                    <a:pt x="182" y="14"/>
                  </a:lnTo>
                  <a:lnTo>
                    <a:pt x="185" y="16"/>
                  </a:lnTo>
                  <a:lnTo>
                    <a:pt x="188" y="18"/>
                  </a:lnTo>
                  <a:lnTo>
                    <a:pt x="193" y="22"/>
                  </a:lnTo>
                  <a:lnTo>
                    <a:pt x="195" y="23"/>
                  </a:lnTo>
                  <a:lnTo>
                    <a:pt x="198" y="25"/>
                  </a:lnTo>
                  <a:lnTo>
                    <a:pt x="202" y="27"/>
                  </a:lnTo>
                  <a:lnTo>
                    <a:pt x="205" y="29"/>
                  </a:lnTo>
                  <a:lnTo>
                    <a:pt x="207" y="32"/>
                  </a:lnTo>
                  <a:lnTo>
                    <a:pt x="210" y="34"/>
                  </a:lnTo>
                  <a:lnTo>
                    <a:pt x="212" y="38"/>
                  </a:lnTo>
                  <a:lnTo>
                    <a:pt x="215" y="39"/>
                  </a:lnTo>
                  <a:lnTo>
                    <a:pt x="216" y="41"/>
                  </a:lnTo>
                  <a:lnTo>
                    <a:pt x="218" y="43"/>
                  </a:lnTo>
                  <a:lnTo>
                    <a:pt x="220" y="46"/>
                  </a:lnTo>
                  <a:lnTo>
                    <a:pt x="222" y="48"/>
                  </a:lnTo>
                  <a:lnTo>
                    <a:pt x="223" y="50"/>
                  </a:lnTo>
                  <a:lnTo>
                    <a:pt x="226" y="54"/>
                  </a:lnTo>
                  <a:lnTo>
                    <a:pt x="228" y="56"/>
                  </a:lnTo>
                  <a:lnTo>
                    <a:pt x="230" y="59"/>
                  </a:lnTo>
                  <a:lnTo>
                    <a:pt x="233" y="63"/>
                  </a:lnTo>
                  <a:lnTo>
                    <a:pt x="233" y="66"/>
                  </a:lnTo>
                  <a:lnTo>
                    <a:pt x="235" y="70"/>
                  </a:lnTo>
                  <a:lnTo>
                    <a:pt x="237" y="72"/>
                  </a:lnTo>
                  <a:lnTo>
                    <a:pt x="238" y="76"/>
                  </a:lnTo>
                  <a:lnTo>
                    <a:pt x="239" y="80"/>
                  </a:lnTo>
                  <a:lnTo>
                    <a:pt x="240" y="84"/>
                  </a:lnTo>
                  <a:lnTo>
                    <a:pt x="242" y="88"/>
                  </a:lnTo>
                  <a:lnTo>
                    <a:pt x="244" y="93"/>
                  </a:lnTo>
                  <a:lnTo>
                    <a:pt x="244" y="97"/>
                  </a:lnTo>
                  <a:lnTo>
                    <a:pt x="245" y="102"/>
                  </a:lnTo>
                  <a:lnTo>
                    <a:pt x="246" y="107"/>
                  </a:lnTo>
                  <a:lnTo>
                    <a:pt x="247" y="116"/>
                  </a:lnTo>
                  <a:lnTo>
                    <a:pt x="247" y="317"/>
                  </a:lnTo>
                  <a:lnTo>
                    <a:pt x="0" y="317"/>
                  </a:lnTo>
                  <a:lnTo>
                    <a:pt x="0" y="116"/>
                  </a:lnTo>
                </a:path>
              </a:pathLst>
            </a:custGeom>
            <a:noFill/>
            <a:ln w="12700">
              <a:solidFill>
                <a:srgbClr val="000000"/>
              </a:solidFill>
              <a:prstDash val="solid"/>
              <a:round/>
              <a:headEnd/>
              <a:tailEnd/>
            </a:ln>
          </p:spPr>
          <p:txBody>
            <a:bodyPr/>
            <a:lstStyle/>
            <a:p>
              <a:endParaRPr lang="nl-BE"/>
            </a:p>
          </p:txBody>
        </p:sp>
        <p:sp>
          <p:nvSpPr>
            <p:cNvPr id="42105" name="Freeform 105"/>
            <p:cNvSpPr>
              <a:spLocks/>
            </p:cNvSpPr>
            <p:nvPr/>
          </p:nvSpPr>
          <p:spPr bwMode="auto">
            <a:xfrm>
              <a:off x="5924550" y="3332163"/>
              <a:ext cx="865188" cy="387350"/>
            </a:xfrm>
            <a:custGeom>
              <a:avLst/>
              <a:gdLst>
                <a:gd name="T0" fmla="*/ 0 w 189"/>
                <a:gd name="T1" fmla="*/ 2147483647 h 244"/>
                <a:gd name="T2" fmla="*/ 2147483647 w 189"/>
                <a:gd name="T3" fmla="*/ 2147483647 h 244"/>
                <a:gd name="T4" fmla="*/ 2147483647 w 189"/>
                <a:gd name="T5" fmla="*/ 2147483647 h 244"/>
                <a:gd name="T6" fmla="*/ 2147483647 w 189"/>
                <a:gd name="T7" fmla="*/ 2147483647 h 244"/>
                <a:gd name="T8" fmla="*/ 2147483647 w 189"/>
                <a:gd name="T9" fmla="*/ 2147483647 h 244"/>
                <a:gd name="T10" fmla="*/ 2147483647 w 189"/>
                <a:gd name="T11" fmla="*/ 2147483647 h 244"/>
                <a:gd name="T12" fmla="*/ 2147483647 w 189"/>
                <a:gd name="T13" fmla="*/ 2147483647 h 244"/>
                <a:gd name="T14" fmla="*/ 2147483647 w 189"/>
                <a:gd name="T15" fmla="*/ 2147483647 h 244"/>
                <a:gd name="T16" fmla="*/ 2147483647 w 189"/>
                <a:gd name="T17" fmla="*/ 2147483647 h 244"/>
                <a:gd name="T18" fmla="*/ 2147483647 w 189"/>
                <a:gd name="T19" fmla="*/ 2147483647 h 244"/>
                <a:gd name="T20" fmla="*/ 2147483647 w 189"/>
                <a:gd name="T21" fmla="*/ 2147483647 h 244"/>
                <a:gd name="T22" fmla="*/ 2147483647 w 189"/>
                <a:gd name="T23" fmla="*/ 2147483647 h 244"/>
                <a:gd name="T24" fmla="*/ 2147483647 w 189"/>
                <a:gd name="T25" fmla="*/ 2147483647 h 244"/>
                <a:gd name="T26" fmla="*/ 2147483647 w 189"/>
                <a:gd name="T27" fmla="*/ 2147483647 h 244"/>
                <a:gd name="T28" fmla="*/ 2147483647 w 189"/>
                <a:gd name="T29" fmla="*/ 2147483647 h 244"/>
                <a:gd name="T30" fmla="*/ 2147483647 w 189"/>
                <a:gd name="T31" fmla="*/ 2147483647 h 244"/>
                <a:gd name="T32" fmla="*/ 2147483647 w 189"/>
                <a:gd name="T33" fmla="*/ 2147483647 h 244"/>
                <a:gd name="T34" fmla="*/ 2147483647 w 189"/>
                <a:gd name="T35" fmla="*/ 2147483647 h 244"/>
                <a:gd name="T36" fmla="*/ 2147483647 w 189"/>
                <a:gd name="T37" fmla="*/ 0 h 244"/>
                <a:gd name="T38" fmla="*/ 2147483647 w 189"/>
                <a:gd name="T39" fmla="*/ 0 h 244"/>
                <a:gd name="T40" fmla="*/ 2147483647 w 189"/>
                <a:gd name="T41" fmla="*/ 0 h 244"/>
                <a:gd name="T42" fmla="*/ 2147483647 w 189"/>
                <a:gd name="T43" fmla="*/ 0 h 244"/>
                <a:gd name="T44" fmla="*/ 2147483647 w 189"/>
                <a:gd name="T45" fmla="*/ 0 h 244"/>
                <a:gd name="T46" fmla="*/ 2147483647 w 189"/>
                <a:gd name="T47" fmla="*/ 2147483647 h 244"/>
                <a:gd name="T48" fmla="*/ 2147483647 w 189"/>
                <a:gd name="T49" fmla="*/ 2147483647 h 244"/>
                <a:gd name="T50" fmla="*/ 2147483647 w 189"/>
                <a:gd name="T51" fmla="*/ 2147483647 h 244"/>
                <a:gd name="T52" fmla="*/ 2147483647 w 189"/>
                <a:gd name="T53" fmla="*/ 2147483647 h 244"/>
                <a:gd name="T54" fmla="*/ 2147483647 w 189"/>
                <a:gd name="T55" fmla="*/ 2147483647 h 244"/>
                <a:gd name="T56" fmla="*/ 2147483647 w 189"/>
                <a:gd name="T57" fmla="*/ 2147483647 h 244"/>
                <a:gd name="T58" fmla="*/ 2147483647 w 189"/>
                <a:gd name="T59" fmla="*/ 2147483647 h 244"/>
                <a:gd name="T60" fmla="*/ 2147483647 w 189"/>
                <a:gd name="T61" fmla="*/ 2147483647 h 244"/>
                <a:gd name="T62" fmla="*/ 2147483647 w 189"/>
                <a:gd name="T63" fmla="*/ 2147483647 h 244"/>
                <a:gd name="T64" fmla="*/ 2147483647 w 189"/>
                <a:gd name="T65" fmla="*/ 2147483647 h 244"/>
                <a:gd name="T66" fmla="*/ 2147483647 w 189"/>
                <a:gd name="T67" fmla="*/ 2147483647 h 244"/>
                <a:gd name="T68" fmla="*/ 2147483647 w 189"/>
                <a:gd name="T69" fmla="*/ 2147483647 h 244"/>
                <a:gd name="T70" fmla="*/ 2147483647 w 189"/>
                <a:gd name="T71" fmla="*/ 2147483647 h 244"/>
                <a:gd name="T72" fmla="*/ 2147483647 w 189"/>
                <a:gd name="T73" fmla="*/ 2147483647 h 244"/>
                <a:gd name="T74" fmla="*/ 2147483647 w 189"/>
                <a:gd name="T75" fmla="*/ 2147483647 h 244"/>
                <a:gd name="T76" fmla="*/ 2147483647 w 189"/>
                <a:gd name="T77" fmla="*/ 2147483647 h 244"/>
                <a:gd name="T78" fmla="*/ 2147483647 w 189"/>
                <a:gd name="T79" fmla="*/ 2147483647 h 244"/>
                <a:gd name="T80" fmla="*/ 2147483647 w 189"/>
                <a:gd name="T81" fmla="*/ 2147483647 h 244"/>
                <a:gd name="T82" fmla="*/ 2147483647 w 189"/>
                <a:gd name="T83" fmla="*/ 2147483647 h 244"/>
                <a:gd name="T84" fmla="*/ 2147483647 w 189"/>
                <a:gd name="T85" fmla="*/ 2147483647 h 244"/>
                <a:gd name="T86" fmla="*/ 2147483647 w 189"/>
                <a:gd name="T87" fmla="*/ 2147483647 h 244"/>
                <a:gd name="T88" fmla="*/ 2147483647 w 189"/>
                <a:gd name="T89" fmla="*/ 2147483647 h 244"/>
                <a:gd name="T90" fmla="*/ 0 w 189"/>
                <a:gd name="T91" fmla="*/ 2147483647 h 244"/>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89"/>
                <a:gd name="T139" fmla="*/ 0 h 244"/>
                <a:gd name="T140" fmla="*/ 189 w 189"/>
                <a:gd name="T141" fmla="*/ 244 h 244"/>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89" h="244">
                  <a:moveTo>
                    <a:pt x="0" y="90"/>
                  </a:moveTo>
                  <a:lnTo>
                    <a:pt x="0" y="86"/>
                  </a:lnTo>
                  <a:lnTo>
                    <a:pt x="0" y="82"/>
                  </a:lnTo>
                  <a:lnTo>
                    <a:pt x="1" y="79"/>
                  </a:lnTo>
                  <a:lnTo>
                    <a:pt x="1" y="75"/>
                  </a:lnTo>
                  <a:lnTo>
                    <a:pt x="2" y="71"/>
                  </a:lnTo>
                  <a:lnTo>
                    <a:pt x="3" y="68"/>
                  </a:lnTo>
                  <a:lnTo>
                    <a:pt x="5" y="65"/>
                  </a:lnTo>
                  <a:lnTo>
                    <a:pt x="5" y="63"/>
                  </a:lnTo>
                  <a:lnTo>
                    <a:pt x="6" y="60"/>
                  </a:lnTo>
                  <a:lnTo>
                    <a:pt x="8" y="58"/>
                  </a:lnTo>
                  <a:lnTo>
                    <a:pt x="10" y="54"/>
                  </a:lnTo>
                  <a:lnTo>
                    <a:pt x="11" y="49"/>
                  </a:lnTo>
                  <a:lnTo>
                    <a:pt x="13" y="45"/>
                  </a:lnTo>
                  <a:lnTo>
                    <a:pt x="16" y="42"/>
                  </a:lnTo>
                  <a:lnTo>
                    <a:pt x="17" y="39"/>
                  </a:lnTo>
                  <a:lnTo>
                    <a:pt x="21" y="35"/>
                  </a:lnTo>
                  <a:lnTo>
                    <a:pt x="24" y="31"/>
                  </a:lnTo>
                  <a:lnTo>
                    <a:pt x="27" y="27"/>
                  </a:lnTo>
                  <a:lnTo>
                    <a:pt x="29" y="26"/>
                  </a:lnTo>
                  <a:lnTo>
                    <a:pt x="33" y="23"/>
                  </a:lnTo>
                  <a:lnTo>
                    <a:pt x="36" y="20"/>
                  </a:lnTo>
                  <a:lnTo>
                    <a:pt x="40" y="16"/>
                  </a:lnTo>
                  <a:lnTo>
                    <a:pt x="43" y="15"/>
                  </a:lnTo>
                  <a:lnTo>
                    <a:pt x="46" y="13"/>
                  </a:lnTo>
                  <a:lnTo>
                    <a:pt x="49" y="11"/>
                  </a:lnTo>
                  <a:lnTo>
                    <a:pt x="51" y="10"/>
                  </a:lnTo>
                  <a:lnTo>
                    <a:pt x="53" y="9"/>
                  </a:lnTo>
                  <a:lnTo>
                    <a:pt x="55" y="8"/>
                  </a:lnTo>
                  <a:lnTo>
                    <a:pt x="58" y="7"/>
                  </a:lnTo>
                  <a:lnTo>
                    <a:pt x="60" y="6"/>
                  </a:lnTo>
                  <a:lnTo>
                    <a:pt x="63" y="6"/>
                  </a:lnTo>
                  <a:lnTo>
                    <a:pt x="66" y="4"/>
                  </a:lnTo>
                  <a:lnTo>
                    <a:pt x="69" y="3"/>
                  </a:lnTo>
                  <a:lnTo>
                    <a:pt x="71" y="2"/>
                  </a:lnTo>
                  <a:lnTo>
                    <a:pt x="75" y="2"/>
                  </a:lnTo>
                  <a:lnTo>
                    <a:pt x="77" y="1"/>
                  </a:lnTo>
                  <a:lnTo>
                    <a:pt x="82" y="0"/>
                  </a:lnTo>
                  <a:lnTo>
                    <a:pt x="84" y="0"/>
                  </a:lnTo>
                  <a:lnTo>
                    <a:pt x="87" y="0"/>
                  </a:lnTo>
                  <a:lnTo>
                    <a:pt x="90" y="0"/>
                  </a:lnTo>
                  <a:lnTo>
                    <a:pt x="93" y="0"/>
                  </a:lnTo>
                  <a:lnTo>
                    <a:pt x="98" y="0"/>
                  </a:lnTo>
                  <a:lnTo>
                    <a:pt x="102" y="0"/>
                  </a:lnTo>
                  <a:lnTo>
                    <a:pt x="105" y="0"/>
                  </a:lnTo>
                  <a:lnTo>
                    <a:pt x="107" y="0"/>
                  </a:lnTo>
                  <a:lnTo>
                    <a:pt x="110" y="1"/>
                  </a:lnTo>
                  <a:lnTo>
                    <a:pt x="114" y="2"/>
                  </a:lnTo>
                  <a:lnTo>
                    <a:pt x="117" y="2"/>
                  </a:lnTo>
                  <a:lnTo>
                    <a:pt x="119" y="4"/>
                  </a:lnTo>
                  <a:lnTo>
                    <a:pt x="122" y="4"/>
                  </a:lnTo>
                  <a:lnTo>
                    <a:pt x="126" y="6"/>
                  </a:lnTo>
                  <a:lnTo>
                    <a:pt x="128" y="6"/>
                  </a:lnTo>
                  <a:lnTo>
                    <a:pt x="132" y="7"/>
                  </a:lnTo>
                  <a:lnTo>
                    <a:pt x="134" y="8"/>
                  </a:lnTo>
                  <a:lnTo>
                    <a:pt x="137" y="10"/>
                  </a:lnTo>
                  <a:lnTo>
                    <a:pt x="139" y="11"/>
                  </a:lnTo>
                  <a:lnTo>
                    <a:pt x="141" y="13"/>
                  </a:lnTo>
                  <a:lnTo>
                    <a:pt x="144" y="14"/>
                  </a:lnTo>
                  <a:lnTo>
                    <a:pt x="148" y="16"/>
                  </a:lnTo>
                  <a:lnTo>
                    <a:pt x="149" y="18"/>
                  </a:lnTo>
                  <a:lnTo>
                    <a:pt x="151" y="20"/>
                  </a:lnTo>
                  <a:lnTo>
                    <a:pt x="154" y="22"/>
                  </a:lnTo>
                  <a:lnTo>
                    <a:pt x="155" y="23"/>
                  </a:lnTo>
                  <a:lnTo>
                    <a:pt x="157" y="24"/>
                  </a:lnTo>
                  <a:lnTo>
                    <a:pt x="160" y="26"/>
                  </a:lnTo>
                  <a:lnTo>
                    <a:pt x="163" y="29"/>
                  </a:lnTo>
                  <a:lnTo>
                    <a:pt x="165" y="30"/>
                  </a:lnTo>
                  <a:lnTo>
                    <a:pt x="166" y="32"/>
                  </a:lnTo>
                  <a:lnTo>
                    <a:pt x="167" y="34"/>
                  </a:lnTo>
                  <a:lnTo>
                    <a:pt x="169" y="36"/>
                  </a:lnTo>
                  <a:lnTo>
                    <a:pt x="170" y="38"/>
                  </a:lnTo>
                  <a:lnTo>
                    <a:pt x="171" y="38"/>
                  </a:lnTo>
                  <a:lnTo>
                    <a:pt x="172" y="40"/>
                  </a:lnTo>
                  <a:lnTo>
                    <a:pt x="175" y="43"/>
                  </a:lnTo>
                  <a:lnTo>
                    <a:pt x="176" y="46"/>
                  </a:lnTo>
                  <a:lnTo>
                    <a:pt x="177" y="48"/>
                  </a:lnTo>
                  <a:lnTo>
                    <a:pt x="179" y="51"/>
                  </a:lnTo>
                  <a:lnTo>
                    <a:pt x="180" y="54"/>
                  </a:lnTo>
                  <a:lnTo>
                    <a:pt x="181" y="56"/>
                  </a:lnTo>
                  <a:lnTo>
                    <a:pt x="183" y="59"/>
                  </a:lnTo>
                  <a:lnTo>
                    <a:pt x="183" y="61"/>
                  </a:lnTo>
                  <a:lnTo>
                    <a:pt x="184" y="64"/>
                  </a:lnTo>
                  <a:lnTo>
                    <a:pt x="185" y="68"/>
                  </a:lnTo>
                  <a:lnTo>
                    <a:pt x="187" y="72"/>
                  </a:lnTo>
                  <a:lnTo>
                    <a:pt x="187" y="75"/>
                  </a:lnTo>
                  <a:lnTo>
                    <a:pt x="188" y="79"/>
                  </a:lnTo>
                  <a:lnTo>
                    <a:pt x="188" y="83"/>
                  </a:lnTo>
                  <a:lnTo>
                    <a:pt x="189" y="90"/>
                  </a:lnTo>
                  <a:lnTo>
                    <a:pt x="189" y="244"/>
                  </a:lnTo>
                  <a:lnTo>
                    <a:pt x="0" y="244"/>
                  </a:lnTo>
                  <a:lnTo>
                    <a:pt x="0" y="90"/>
                  </a:lnTo>
                </a:path>
              </a:pathLst>
            </a:custGeom>
            <a:noFill/>
            <a:ln w="12700">
              <a:solidFill>
                <a:srgbClr val="000000"/>
              </a:solidFill>
              <a:prstDash val="solid"/>
              <a:round/>
              <a:headEnd/>
              <a:tailEnd/>
            </a:ln>
          </p:spPr>
          <p:txBody>
            <a:bodyPr/>
            <a:lstStyle/>
            <a:p>
              <a:endParaRPr lang="nl-BE"/>
            </a:p>
          </p:txBody>
        </p:sp>
        <p:sp>
          <p:nvSpPr>
            <p:cNvPr id="42106" name="Freeform 106"/>
            <p:cNvSpPr>
              <a:spLocks/>
            </p:cNvSpPr>
            <p:nvPr/>
          </p:nvSpPr>
          <p:spPr bwMode="auto">
            <a:xfrm>
              <a:off x="6089650" y="3363913"/>
              <a:ext cx="600075" cy="268287"/>
            </a:xfrm>
            <a:custGeom>
              <a:avLst/>
              <a:gdLst>
                <a:gd name="T0" fmla="*/ 0 w 131"/>
                <a:gd name="T1" fmla="*/ 2147483647 h 169"/>
                <a:gd name="T2" fmla="*/ 2147483647 w 131"/>
                <a:gd name="T3" fmla="*/ 2147483647 h 169"/>
                <a:gd name="T4" fmla="*/ 2147483647 w 131"/>
                <a:gd name="T5" fmla="*/ 2147483647 h 169"/>
                <a:gd name="T6" fmla="*/ 2147483647 w 131"/>
                <a:gd name="T7" fmla="*/ 2147483647 h 169"/>
                <a:gd name="T8" fmla="*/ 2147483647 w 131"/>
                <a:gd name="T9" fmla="*/ 2147483647 h 169"/>
                <a:gd name="T10" fmla="*/ 2147483647 w 131"/>
                <a:gd name="T11" fmla="*/ 2147483647 h 169"/>
                <a:gd name="T12" fmla="*/ 2147483647 w 131"/>
                <a:gd name="T13" fmla="*/ 2147483647 h 169"/>
                <a:gd name="T14" fmla="*/ 2147483647 w 131"/>
                <a:gd name="T15" fmla="*/ 2147483647 h 169"/>
                <a:gd name="T16" fmla="*/ 2147483647 w 131"/>
                <a:gd name="T17" fmla="*/ 2147483647 h 169"/>
                <a:gd name="T18" fmla="*/ 2147483647 w 131"/>
                <a:gd name="T19" fmla="*/ 2147483647 h 169"/>
                <a:gd name="T20" fmla="*/ 2147483647 w 131"/>
                <a:gd name="T21" fmla="*/ 2147483647 h 169"/>
                <a:gd name="T22" fmla="*/ 2147483647 w 131"/>
                <a:gd name="T23" fmla="*/ 2147483647 h 169"/>
                <a:gd name="T24" fmla="*/ 2147483647 w 131"/>
                <a:gd name="T25" fmla="*/ 2147483647 h 169"/>
                <a:gd name="T26" fmla="*/ 2147483647 w 131"/>
                <a:gd name="T27" fmla="*/ 2147483647 h 169"/>
                <a:gd name="T28" fmla="*/ 2147483647 w 131"/>
                <a:gd name="T29" fmla="*/ 2147483647 h 169"/>
                <a:gd name="T30" fmla="*/ 2147483647 w 131"/>
                <a:gd name="T31" fmla="*/ 2147483647 h 169"/>
                <a:gd name="T32" fmla="*/ 2147483647 w 131"/>
                <a:gd name="T33" fmla="*/ 2147483647 h 169"/>
                <a:gd name="T34" fmla="*/ 2147483647 w 131"/>
                <a:gd name="T35" fmla="*/ 2147483647 h 169"/>
                <a:gd name="T36" fmla="*/ 2147483647 w 131"/>
                <a:gd name="T37" fmla="*/ 0 h 169"/>
                <a:gd name="T38" fmla="*/ 2147483647 w 131"/>
                <a:gd name="T39" fmla="*/ 0 h 169"/>
                <a:gd name="T40" fmla="*/ 2147483647 w 131"/>
                <a:gd name="T41" fmla="*/ 0 h 169"/>
                <a:gd name="T42" fmla="*/ 2147483647 w 131"/>
                <a:gd name="T43" fmla="*/ 0 h 169"/>
                <a:gd name="T44" fmla="*/ 2147483647 w 131"/>
                <a:gd name="T45" fmla="*/ 0 h 169"/>
                <a:gd name="T46" fmla="*/ 2147483647 w 131"/>
                <a:gd name="T47" fmla="*/ 2147483647 h 169"/>
                <a:gd name="T48" fmla="*/ 2147483647 w 131"/>
                <a:gd name="T49" fmla="*/ 2147483647 h 169"/>
                <a:gd name="T50" fmla="*/ 2147483647 w 131"/>
                <a:gd name="T51" fmla="*/ 2147483647 h 169"/>
                <a:gd name="T52" fmla="*/ 2147483647 w 131"/>
                <a:gd name="T53" fmla="*/ 2147483647 h 169"/>
                <a:gd name="T54" fmla="*/ 2147483647 w 131"/>
                <a:gd name="T55" fmla="*/ 2147483647 h 169"/>
                <a:gd name="T56" fmla="*/ 2147483647 w 131"/>
                <a:gd name="T57" fmla="*/ 2147483647 h 169"/>
                <a:gd name="T58" fmla="*/ 2147483647 w 131"/>
                <a:gd name="T59" fmla="*/ 2147483647 h 169"/>
                <a:gd name="T60" fmla="*/ 2147483647 w 131"/>
                <a:gd name="T61" fmla="*/ 2147483647 h 169"/>
                <a:gd name="T62" fmla="*/ 2147483647 w 131"/>
                <a:gd name="T63" fmla="*/ 2147483647 h 169"/>
                <a:gd name="T64" fmla="*/ 2147483647 w 131"/>
                <a:gd name="T65" fmla="*/ 2147483647 h 169"/>
                <a:gd name="T66" fmla="*/ 2147483647 w 131"/>
                <a:gd name="T67" fmla="*/ 2147483647 h 169"/>
                <a:gd name="T68" fmla="*/ 2147483647 w 131"/>
                <a:gd name="T69" fmla="*/ 2147483647 h 169"/>
                <a:gd name="T70" fmla="*/ 2147483647 w 131"/>
                <a:gd name="T71" fmla="*/ 2147483647 h 169"/>
                <a:gd name="T72" fmla="*/ 2147483647 w 131"/>
                <a:gd name="T73" fmla="*/ 2147483647 h 169"/>
                <a:gd name="T74" fmla="*/ 2147483647 w 131"/>
                <a:gd name="T75" fmla="*/ 2147483647 h 169"/>
                <a:gd name="T76" fmla="*/ 2147483647 w 131"/>
                <a:gd name="T77" fmla="*/ 2147483647 h 169"/>
                <a:gd name="T78" fmla="*/ 2147483647 w 131"/>
                <a:gd name="T79" fmla="*/ 2147483647 h 169"/>
                <a:gd name="T80" fmla="*/ 2147483647 w 131"/>
                <a:gd name="T81" fmla="*/ 2147483647 h 169"/>
                <a:gd name="T82" fmla="*/ 2147483647 w 131"/>
                <a:gd name="T83" fmla="*/ 2147483647 h 169"/>
                <a:gd name="T84" fmla="*/ 2147483647 w 131"/>
                <a:gd name="T85" fmla="*/ 2147483647 h 169"/>
                <a:gd name="T86" fmla="*/ 2147483647 w 131"/>
                <a:gd name="T87" fmla="*/ 2147483647 h 169"/>
                <a:gd name="T88" fmla="*/ 0 w 131"/>
                <a:gd name="T89" fmla="*/ 2147483647 h 169"/>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31"/>
                <a:gd name="T136" fmla="*/ 0 h 169"/>
                <a:gd name="T137" fmla="*/ 131 w 131"/>
                <a:gd name="T138" fmla="*/ 169 h 169"/>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31" h="169">
                  <a:moveTo>
                    <a:pt x="0" y="62"/>
                  </a:moveTo>
                  <a:lnTo>
                    <a:pt x="0" y="59"/>
                  </a:lnTo>
                  <a:lnTo>
                    <a:pt x="0" y="56"/>
                  </a:lnTo>
                  <a:lnTo>
                    <a:pt x="1" y="54"/>
                  </a:lnTo>
                  <a:lnTo>
                    <a:pt x="1" y="51"/>
                  </a:lnTo>
                  <a:lnTo>
                    <a:pt x="1" y="49"/>
                  </a:lnTo>
                  <a:lnTo>
                    <a:pt x="2" y="46"/>
                  </a:lnTo>
                  <a:lnTo>
                    <a:pt x="2" y="44"/>
                  </a:lnTo>
                  <a:lnTo>
                    <a:pt x="3" y="43"/>
                  </a:lnTo>
                  <a:lnTo>
                    <a:pt x="4" y="41"/>
                  </a:lnTo>
                  <a:lnTo>
                    <a:pt x="5" y="39"/>
                  </a:lnTo>
                  <a:lnTo>
                    <a:pt x="6" y="36"/>
                  </a:lnTo>
                  <a:lnTo>
                    <a:pt x="8" y="34"/>
                  </a:lnTo>
                  <a:lnTo>
                    <a:pt x="8" y="31"/>
                  </a:lnTo>
                  <a:lnTo>
                    <a:pt x="10" y="28"/>
                  </a:lnTo>
                  <a:lnTo>
                    <a:pt x="12" y="27"/>
                  </a:lnTo>
                  <a:lnTo>
                    <a:pt x="13" y="24"/>
                  </a:lnTo>
                  <a:lnTo>
                    <a:pt x="17" y="21"/>
                  </a:lnTo>
                  <a:lnTo>
                    <a:pt x="19" y="18"/>
                  </a:lnTo>
                  <a:lnTo>
                    <a:pt x="20" y="18"/>
                  </a:lnTo>
                  <a:lnTo>
                    <a:pt x="22" y="16"/>
                  </a:lnTo>
                  <a:lnTo>
                    <a:pt x="24" y="14"/>
                  </a:lnTo>
                  <a:lnTo>
                    <a:pt x="27" y="11"/>
                  </a:lnTo>
                  <a:lnTo>
                    <a:pt x="30" y="10"/>
                  </a:lnTo>
                  <a:lnTo>
                    <a:pt x="32" y="8"/>
                  </a:lnTo>
                  <a:lnTo>
                    <a:pt x="33" y="7"/>
                  </a:lnTo>
                  <a:lnTo>
                    <a:pt x="35" y="7"/>
                  </a:lnTo>
                  <a:lnTo>
                    <a:pt x="36" y="6"/>
                  </a:lnTo>
                  <a:lnTo>
                    <a:pt x="38" y="5"/>
                  </a:lnTo>
                  <a:lnTo>
                    <a:pt x="40" y="4"/>
                  </a:lnTo>
                  <a:lnTo>
                    <a:pt x="41" y="3"/>
                  </a:lnTo>
                  <a:lnTo>
                    <a:pt x="43" y="3"/>
                  </a:lnTo>
                  <a:lnTo>
                    <a:pt x="46" y="3"/>
                  </a:lnTo>
                  <a:lnTo>
                    <a:pt x="47" y="2"/>
                  </a:lnTo>
                  <a:lnTo>
                    <a:pt x="49" y="2"/>
                  </a:lnTo>
                  <a:lnTo>
                    <a:pt x="52" y="1"/>
                  </a:lnTo>
                  <a:lnTo>
                    <a:pt x="53" y="0"/>
                  </a:lnTo>
                  <a:lnTo>
                    <a:pt x="56" y="0"/>
                  </a:lnTo>
                  <a:lnTo>
                    <a:pt x="57" y="0"/>
                  </a:lnTo>
                  <a:lnTo>
                    <a:pt x="60" y="0"/>
                  </a:lnTo>
                  <a:lnTo>
                    <a:pt x="62" y="0"/>
                  </a:lnTo>
                  <a:lnTo>
                    <a:pt x="65" y="0"/>
                  </a:lnTo>
                  <a:lnTo>
                    <a:pt x="67" y="0"/>
                  </a:lnTo>
                  <a:lnTo>
                    <a:pt x="70" y="0"/>
                  </a:lnTo>
                  <a:lnTo>
                    <a:pt x="73" y="0"/>
                  </a:lnTo>
                  <a:lnTo>
                    <a:pt x="74" y="0"/>
                  </a:lnTo>
                  <a:lnTo>
                    <a:pt x="76" y="0"/>
                  </a:lnTo>
                  <a:lnTo>
                    <a:pt x="78" y="1"/>
                  </a:lnTo>
                  <a:lnTo>
                    <a:pt x="81" y="2"/>
                  </a:lnTo>
                  <a:lnTo>
                    <a:pt x="83" y="2"/>
                  </a:lnTo>
                  <a:lnTo>
                    <a:pt x="85" y="3"/>
                  </a:lnTo>
                  <a:lnTo>
                    <a:pt x="87" y="3"/>
                  </a:lnTo>
                  <a:lnTo>
                    <a:pt x="89" y="3"/>
                  </a:lnTo>
                  <a:lnTo>
                    <a:pt x="91" y="5"/>
                  </a:lnTo>
                  <a:lnTo>
                    <a:pt x="92" y="6"/>
                  </a:lnTo>
                  <a:lnTo>
                    <a:pt x="95" y="7"/>
                  </a:lnTo>
                  <a:lnTo>
                    <a:pt x="96" y="7"/>
                  </a:lnTo>
                  <a:lnTo>
                    <a:pt x="98" y="8"/>
                  </a:lnTo>
                  <a:lnTo>
                    <a:pt x="100" y="9"/>
                  </a:lnTo>
                  <a:lnTo>
                    <a:pt x="102" y="11"/>
                  </a:lnTo>
                  <a:lnTo>
                    <a:pt x="103" y="12"/>
                  </a:lnTo>
                  <a:lnTo>
                    <a:pt x="105" y="13"/>
                  </a:lnTo>
                  <a:lnTo>
                    <a:pt x="107" y="14"/>
                  </a:lnTo>
                  <a:lnTo>
                    <a:pt x="108" y="16"/>
                  </a:lnTo>
                  <a:lnTo>
                    <a:pt x="108" y="17"/>
                  </a:lnTo>
                  <a:lnTo>
                    <a:pt x="110" y="18"/>
                  </a:lnTo>
                  <a:lnTo>
                    <a:pt x="112" y="19"/>
                  </a:lnTo>
                  <a:lnTo>
                    <a:pt x="113" y="20"/>
                  </a:lnTo>
                  <a:lnTo>
                    <a:pt x="113" y="22"/>
                  </a:lnTo>
                  <a:lnTo>
                    <a:pt x="115" y="23"/>
                  </a:lnTo>
                  <a:lnTo>
                    <a:pt x="116" y="24"/>
                  </a:lnTo>
                  <a:lnTo>
                    <a:pt x="117" y="25"/>
                  </a:lnTo>
                  <a:lnTo>
                    <a:pt x="118" y="27"/>
                  </a:lnTo>
                  <a:lnTo>
                    <a:pt x="119" y="28"/>
                  </a:lnTo>
                  <a:lnTo>
                    <a:pt x="120" y="30"/>
                  </a:lnTo>
                  <a:lnTo>
                    <a:pt x="121" y="32"/>
                  </a:lnTo>
                  <a:lnTo>
                    <a:pt x="123" y="34"/>
                  </a:lnTo>
                  <a:lnTo>
                    <a:pt x="124" y="36"/>
                  </a:lnTo>
                  <a:lnTo>
                    <a:pt x="124" y="38"/>
                  </a:lnTo>
                  <a:lnTo>
                    <a:pt x="127" y="40"/>
                  </a:lnTo>
                  <a:lnTo>
                    <a:pt x="127" y="42"/>
                  </a:lnTo>
                  <a:lnTo>
                    <a:pt x="128" y="44"/>
                  </a:lnTo>
                  <a:lnTo>
                    <a:pt x="129" y="46"/>
                  </a:lnTo>
                  <a:lnTo>
                    <a:pt x="130" y="50"/>
                  </a:lnTo>
                  <a:lnTo>
                    <a:pt x="130" y="52"/>
                  </a:lnTo>
                  <a:lnTo>
                    <a:pt x="130" y="54"/>
                  </a:lnTo>
                  <a:lnTo>
                    <a:pt x="130" y="57"/>
                  </a:lnTo>
                  <a:lnTo>
                    <a:pt x="131" y="62"/>
                  </a:lnTo>
                  <a:lnTo>
                    <a:pt x="131" y="169"/>
                  </a:lnTo>
                  <a:lnTo>
                    <a:pt x="0" y="169"/>
                  </a:lnTo>
                  <a:lnTo>
                    <a:pt x="0" y="62"/>
                  </a:lnTo>
                </a:path>
              </a:pathLst>
            </a:custGeom>
            <a:noFill/>
            <a:ln w="12700">
              <a:solidFill>
                <a:srgbClr val="000000"/>
              </a:solidFill>
              <a:prstDash val="solid"/>
              <a:round/>
              <a:headEnd/>
              <a:tailEnd/>
            </a:ln>
          </p:spPr>
          <p:txBody>
            <a:bodyPr/>
            <a:lstStyle/>
            <a:p>
              <a:endParaRPr lang="nl-BE"/>
            </a:p>
          </p:txBody>
        </p:sp>
        <p:sp>
          <p:nvSpPr>
            <p:cNvPr id="42107" name="Freeform 107"/>
            <p:cNvSpPr>
              <a:spLocks/>
            </p:cNvSpPr>
            <p:nvPr/>
          </p:nvSpPr>
          <p:spPr bwMode="auto">
            <a:xfrm>
              <a:off x="6196013" y="3376613"/>
              <a:ext cx="433387" cy="196850"/>
            </a:xfrm>
            <a:custGeom>
              <a:avLst/>
              <a:gdLst>
                <a:gd name="T0" fmla="*/ 0 w 95"/>
                <a:gd name="T1" fmla="*/ 2147483647 h 124"/>
                <a:gd name="T2" fmla="*/ 0 w 95"/>
                <a:gd name="T3" fmla="*/ 2147483647 h 124"/>
                <a:gd name="T4" fmla="*/ 2147483647 w 95"/>
                <a:gd name="T5" fmla="*/ 2147483647 h 124"/>
                <a:gd name="T6" fmla="*/ 2147483647 w 95"/>
                <a:gd name="T7" fmla="*/ 2147483647 h 124"/>
                <a:gd name="T8" fmla="*/ 2147483647 w 95"/>
                <a:gd name="T9" fmla="*/ 2147483647 h 124"/>
                <a:gd name="T10" fmla="*/ 2147483647 w 95"/>
                <a:gd name="T11" fmla="*/ 2147483647 h 124"/>
                <a:gd name="T12" fmla="*/ 2147483647 w 95"/>
                <a:gd name="T13" fmla="*/ 2147483647 h 124"/>
                <a:gd name="T14" fmla="*/ 2147483647 w 95"/>
                <a:gd name="T15" fmla="*/ 2147483647 h 124"/>
                <a:gd name="T16" fmla="*/ 2147483647 w 95"/>
                <a:gd name="T17" fmla="*/ 2147483647 h 124"/>
                <a:gd name="T18" fmla="*/ 2147483647 w 95"/>
                <a:gd name="T19" fmla="*/ 2147483647 h 124"/>
                <a:gd name="T20" fmla="*/ 2147483647 w 95"/>
                <a:gd name="T21" fmla="*/ 2147483647 h 124"/>
                <a:gd name="T22" fmla="*/ 2147483647 w 95"/>
                <a:gd name="T23" fmla="*/ 2147483647 h 124"/>
                <a:gd name="T24" fmla="*/ 2147483647 w 95"/>
                <a:gd name="T25" fmla="*/ 2147483647 h 124"/>
                <a:gd name="T26" fmla="*/ 2147483647 w 95"/>
                <a:gd name="T27" fmla="*/ 2147483647 h 124"/>
                <a:gd name="T28" fmla="*/ 2147483647 w 95"/>
                <a:gd name="T29" fmla="*/ 2147483647 h 124"/>
                <a:gd name="T30" fmla="*/ 2147483647 w 95"/>
                <a:gd name="T31" fmla="*/ 2147483647 h 124"/>
                <a:gd name="T32" fmla="*/ 2147483647 w 95"/>
                <a:gd name="T33" fmla="*/ 2147483647 h 124"/>
                <a:gd name="T34" fmla="*/ 2147483647 w 95"/>
                <a:gd name="T35" fmla="*/ 0 h 124"/>
                <a:gd name="T36" fmla="*/ 2147483647 w 95"/>
                <a:gd name="T37" fmla="*/ 0 h 124"/>
                <a:gd name="T38" fmla="*/ 2147483647 w 95"/>
                <a:gd name="T39" fmla="*/ 0 h 124"/>
                <a:gd name="T40" fmla="*/ 2147483647 w 95"/>
                <a:gd name="T41" fmla="*/ 0 h 124"/>
                <a:gd name="T42" fmla="*/ 2147483647 w 95"/>
                <a:gd name="T43" fmla="*/ 0 h 124"/>
                <a:gd name="T44" fmla="*/ 2147483647 w 95"/>
                <a:gd name="T45" fmla="*/ 0 h 124"/>
                <a:gd name="T46" fmla="*/ 2147483647 w 95"/>
                <a:gd name="T47" fmla="*/ 2147483647 h 124"/>
                <a:gd name="T48" fmla="*/ 2147483647 w 95"/>
                <a:gd name="T49" fmla="*/ 2147483647 h 124"/>
                <a:gd name="T50" fmla="*/ 2147483647 w 95"/>
                <a:gd name="T51" fmla="*/ 2147483647 h 124"/>
                <a:gd name="T52" fmla="*/ 2147483647 w 95"/>
                <a:gd name="T53" fmla="*/ 2147483647 h 124"/>
                <a:gd name="T54" fmla="*/ 2147483647 w 95"/>
                <a:gd name="T55" fmla="*/ 2147483647 h 124"/>
                <a:gd name="T56" fmla="*/ 2147483647 w 95"/>
                <a:gd name="T57" fmla="*/ 2147483647 h 124"/>
                <a:gd name="T58" fmla="*/ 2147483647 w 95"/>
                <a:gd name="T59" fmla="*/ 2147483647 h 124"/>
                <a:gd name="T60" fmla="*/ 2147483647 w 95"/>
                <a:gd name="T61" fmla="*/ 2147483647 h 124"/>
                <a:gd name="T62" fmla="*/ 2147483647 w 95"/>
                <a:gd name="T63" fmla="*/ 2147483647 h 124"/>
                <a:gd name="T64" fmla="*/ 2147483647 w 95"/>
                <a:gd name="T65" fmla="*/ 2147483647 h 124"/>
                <a:gd name="T66" fmla="*/ 2147483647 w 95"/>
                <a:gd name="T67" fmla="*/ 2147483647 h 124"/>
                <a:gd name="T68" fmla="*/ 2147483647 w 95"/>
                <a:gd name="T69" fmla="*/ 2147483647 h 124"/>
                <a:gd name="T70" fmla="*/ 2147483647 w 95"/>
                <a:gd name="T71" fmla="*/ 2147483647 h 124"/>
                <a:gd name="T72" fmla="*/ 2147483647 w 95"/>
                <a:gd name="T73" fmla="*/ 2147483647 h 124"/>
                <a:gd name="T74" fmla="*/ 2147483647 w 95"/>
                <a:gd name="T75" fmla="*/ 2147483647 h 124"/>
                <a:gd name="T76" fmla="*/ 2147483647 w 95"/>
                <a:gd name="T77" fmla="*/ 2147483647 h 124"/>
                <a:gd name="T78" fmla="*/ 2147483647 w 95"/>
                <a:gd name="T79" fmla="*/ 2147483647 h 124"/>
                <a:gd name="T80" fmla="*/ 2147483647 w 95"/>
                <a:gd name="T81" fmla="*/ 2147483647 h 124"/>
                <a:gd name="T82" fmla="*/ 2147483647 w 95"/>
                <a:gd name="T83" fmla="*/ 2147483647 h 124"/>
                <a:gd name="T84" fmla="*/ 2147483647 w 95"/>
                <a:gd name="T85" fmla="*/ 2147483647 h 124"/>
                <a:gd name="T86" fmla="*/ 2147483647 w 95"/>
                <a:gd name="T87" fmla="*/ 2147483647 h 124"/>
                <a:gd name="T88" fmla="*/ 0 w 95"/>
                <a:gd name="T89" fmla="*/ 2147483647 h 12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95"/>
                <a:gd name="T136" fmla="*/ 0 h 124"/>
                <a:gd name="T137" fmla="*/ 95 w 95"/>
                <a:gd name="T138" fmla="*/ 124 h 124"/>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95" h="124">
                  <a:moveTo>
                    <a:pt x="0" y="46"/>
                  </a:moveTo>
                  <a:lnTo>
                    <a:pt x="0" y="44"/>
                  </a:lnTo>
                  <a:lnTo>
                    <a:pt x="0" y="42"/>
                  </a:lnTo>
                  <a:lnTo>
                    <a:pt x="0" y="40"/>
                  </a:lnTo>
                  <a:lnTo>
                    <a:pt x="0" y="38"/>
                  </a:lnTo>
                  <a:lnTo>
                    <a:pt x="1" y="36"/>
                  </a:lnTo>
                  <a:lnTo>
                    <a:pt x="1" y="35"/>
                  </a:lnTo>
                  <a:lnTo>
                    <a:pt x="1" y="33"/>
                  </a:lnTo>
                  <a:lnTo>
                    <a:pt x="2" y="31"/>
                  </a:lnTo>
                  <a:lnTo>
                    <a:pt x="3" y="30"/>
                  </a:lnTo>
                  <a:lnTo>
                    <a:pt x="4" y="27"/>
                  </a:lnTo>
                  <a:lnTo>
                    <a:pt x="5" y="26"/>
                  </a:lnTo>
                  <a:lnTo>
                    <a:pt x="7" y="23"/>
                  </a:lnTo>
                  <a:lnTo>
                    <a:pt x="7" y="21"/>
                  </a:lnTo>
                  <a:lnTo>
                    <a:pt x="8" y="20"/>
                  </a:lnTo>
                  <a:lnTo>
                    <a:pt x="10" y="18"/>
                  </a:lnTo>
                  <a:lnTo>
                    <a:pt x="12" y="15"/>
                  </a:lnTo>
                  <a:lnTo>
                    <a:pt x="13" y="14"/>
                  </a:lnTo>
                  <a:lnTo>
                    <a:pt x="15" y="13"/>
                  </a:lnTo>
                  <a:lnTo>
                    <a:pt x="16" y="11"/>
                  </a:lnTo>
                  <a:lnTo>
                    <a:pt x="18" y="10"/>
                  </a:lnTo>
                  <a:lnTo>
                    <a:pt x="19" y="9"/>
                  </a:lnTo>
                  <a:lnTo>
                    <a:pt x="21" y="8"/>
                  </a:lnTo>
                  <a:lnTo>
                    <a:pt x="23" y="6"/>
                  </a:lnTo>
                  <a:lnTo>
                    <a:pt x="24" y="6"/>
                  </a:lnTo>
                  <a:lnTo>
                    <a:pt x="25" y="5"/>
                  </a:lnTo>
                  <a:lnTo>
                    <a:pt x="26" y="4"/>
                  </a:lnTo>
                  <a:lnTo>
                    <a:pt x="28" y="4"/>
                  </a:lnTo>
                  <a:lnTo>
                    <a:pt x="29" y="4"/>
                  </a:lnTo>
                  <a:lnTo>
                    <a:pt x="30" y="3"/>
                  </a:lnTo>
                  <a:lnTo>
                    <a:pt x="31" y="3"/>
                  </a:lnTo>
                  <a:lnTo>
                    <a:pt x="33" y="2"/>
                  </a:lnTo>
                  <a:lnTo>
                    <a:pt x="34" y="1"/>
                  </a:lnTo>
                  <a:lnTo>
                    <a:pt x="35" y="1"/>
                  </a:lnTo>
                  <a:lnTo>
                    <a:pt x="37" y="1"/>
                  </a:lnTo>
                  <a:lnTo>
                    <a:pt x="39" y="0"/>
                  </a:lnTo>
                  <a:lnTo>
                    <a:pt x="40" y="0"/>
                  </a:lnTo>
                  <a:lnTo>
                    <a:pt x="42" y="0"/>
                  </a:lnTo>
                  <a:lnTo>
                    <a:pt x="44" y="0"/>
                  </a:lnTo>
                  <a:lnTo>
                    <a:pt x="46" y="0"/>
                  </a:lnTo>
                  <a:lnTo>
                    <a:pt x="47" y="0"/>
                  </a:lnTo>
                  <a:lnTo>
                    <a:pt x="49" y="0"/>
                  </a:lnTo>
                  <a:lnTo>
                    <a:pt x="51" y="0"/>
                  </a:lnTo>
                  <a:lnTo>
                    <a:pt x="53" y="0"/>
                  </a:lnTo>
                  <a:lnTo>
                    <a:pt x="54" y="0"/>
                  </a:lnTo>
                  <a:lnTo>
                    <a:pt x="56" y="0"/>
                  </a:lnTo>
                  <a:lnTo>
                    <a:pt x="57" y="1"/>
                  </a:lnTo>
                  <a:lnTo>
                    <a:pt x="58" y="1"/>
                  </a:lnTo>
                  <a:lnTo>
                    <a:pt x="60" y="2"/>
                  </a:lnTo>
                  <a:lnTo>
                    <a:pt x="62" y="2"/>
                  </a:lnTo>
                  <a:lnTo>
                    <a:pt x="62" y="3"/>
                  </a:lnTo>
                  <a:lnTo>
                    <a:pt x="64" y="3"/>
                  </a:lnTo>
                  <a:lnTo>
                    <a:pt x="66" y="4"/>
                  </a:lnTo>
                  <a:lnTo>
                    <a:pt x="68" y="4"/>
                  </a:lnTo>
                  <a:lnTo>
                    <a:pt x="68" y="5"/>
                  </a:lnTo>
                  <a:lnTo>
                    <a:pt x="70" y="6"/>
                  </a:lnTo>
                  <a:lnTo>
                    <a:pt x="71" y="6"/>
                  </a:lnTo>
                  <a:lnTo>
                    <a:pt x="73" y="7"/>
                  </a:lnTo>
                  <a:lnTo>
                    <a:pt x="74" y="8"/>
                  </a:lnTo>
                  <a:lnTo>
                    <a:pt x="75" y="10"/>
                  </a:lnTo>
                  <a:lnTo>
                    <a:pt x="76" y="10"/>
                  </a:lnTo>
                  <a:lnTo>
                    <a:pt x="78" y="10"/>
                  </a:lnTo>
                  <a:lnTo>
                    <a:pt x="79" y="11"/>
                  </a:lnTo>
                  <a:lnTo>
                    <a:pt x="79" y="12"/>
                  </a:lnTo>
                  <a:lnTo>
                    <a:pt x="80" y="13"/>
                  </a:lnTo>
                  <a:lnTo>
                    <a:pt x="81" y="15"/>
                  </a:lnTo>
                  <a:lnTo>
                    <a:pt x="82" y="15"/>
                  </a:lnTo>
                  <a:lnTo>
                    <a:pt x="83" y="16"/>
                  </a:lnTo>
                  <a:lnTo>
                    <a:pt x="84" y="17"/>
                  </a:lnTo>
                  <a:lnTo>
                    <a:pt x="84" y="18"/>
                  </a:lnTo>
                  <a:lnTo>
                    <a:pt x="85" y="19"/>
                  </a:lnTo>
                  <a:lnTo>
                    <a:pt x="85" y="20"/>
                  </a:lnTo>
                  <a:lnTo>
                    <a:pt x="86" y="20"/>
                  </a:lnTo>
                  <a:lnTo>
                    <a:pt x="87" y="22"/>
                  </a:lnTo>
                  <a:lnTo>
                    <a:pt x="89" y="24"/>
                  </a:lnTo>
                  <a:lnTo>
                    <a:pt x="89" y="25"/>
                  </a:lnTo>
                  <a:lnTo>
                    <a:pt x="90" y="26"/>
                  </a:lnTo>
                  <a:lnTo>
                    <a:pt x="90" y="27"/>
                  </a:lnTo>
                  <a:lnTo>
                    <a:pt x="90" y="28"/>
                  </a:lnTo>
                  <a:lnTo>
                    <a:pt x="91" y="30"/>
                  </a:lnTo>
                  <a:lnTo>
                    <a:pt x="92" y="31"/>
                  </a:lnTo>
                  <a:lnTo>
                    <a:pt x="92" y="33"/>
                  </a:lnTo>
                  <a:lnTo>
                    <a:pt x="93" y="35"/>
                  </a:lnTo>
                  <a:lnTo>
                    <a:pt x="94" y="36"/>
                  </a:lnTo>
                  <a:lnTo>
                    <a:pt x="94" y="38"/>
                  </a:lnTo>
                  <a:lnTo>
                    <a:pt x="94" y="40"/>
                  </a:lnTo>
                  <a:lnTo>
                    <a:pt x="95" y="42"/>
                  </a:lnTo>
                  <a:lnTo>
                    <a:pt x="95" y="46"/>
                  </a:lnTo>
                  <a:lnTo>
                    <a:pt x="95" y="124"/>
                  </a:lnTo>
                  <a:lnTo>
                    <a:pt x="0" y="124"/>
                  </a:lnTo>
                  <a:lnTo>
                    <a:pt x="0" y="46"/>
                  </a:lnTo>
                </a:path>
              </a:pathLst>
            </a:custGeom>
            <a:noFill/>
            <a:ln w="12700">
              <a:solidFill>
                <a:srgbClr val="000000"/>
              </a:solidFill>
              <a:prstDash val="solid"/>
              <a:round/>
              <a:headEnd/>
              <a:tailEnd/>
            </a:ln>
          </p:spPr>
          <p:txBody>
            <a:bodyPr/>
            <a:lstStyle/>
            <a:p>
              <a:endParaRPr lang="nl-BE"/>
            </a:p>
          </p:txBody>
        </p:sp>
        <p:sp>
          <p:nvSpPr>
            <p:cNvPr id="42108" name="Freeform 108"/>
            <p:cNvSpPr>
              <a:spLocks/>
            </p:cNvSpPr>
            <p:nvPr/>
          </p:nvSpPr>
          <p:spPr bwMode="auto">
            <a:xfrm>
              <a:off x="6300788" y="3392488"/>
              <a:ext cx="269875" cy="120650"/>
            </a:xfrm>
            <a:custGeom>
              <a:avLst/>
              <a:gdLst>
                <a:gd name="T0" fmla="*/ 0 w 59"/>
                <a:gd name="T1" fmla="*/ 2147483647 h 76"/>
                <a:gd name="T2" fmla="*/ 0 w 59"/>
                <a:gd name="T3" fmla="*/ 2147483647 h 76"/>
                <a:gd name="T4" fmla="*/ 2147483647 w 59"/>
                <a:gd name="T5" fmla="*/ 2147483647 h 76"/>
                <a:gd name="T6" fmla="*/ 2147483647 w 59"/>
                <a:gd name="T7" fmla="*/ 2147483647 h 76"/>
                <a:gd name="T8" fmla="*/ 2147483647 w 59"/>
                <a:gd name="T9" fmla="*/ 2147483647 h 76"/>
                <a:gd name="T10" fmla="*/ 2147483647 w 59"/>
                <a:gd name="T11" fmla="*/ 2147483647 h 76"/>
                <a:gd name="T12" fmla="*/ 2147483647 w 59"/>
                <a:gd name="T13" fmla="*/ 2147483647 h 76"/>
                <a:gd name="T14" fmla="*/ 2147483647 w 59"/>
                <a:gd name="T15" fmla="*/ 2147483647 h 76"/>
                <a:gd name="T16" fmla="*/ 2147483647 w 59"/>
                <a:gd name="T17" fmla="*/ 2147483647 h 76"/>
                <a:gd name="T18" fmla="*/ 2147483647 w 59"/>
                <a:gd name="T19" fmla="*/ 2147483647 h 76"/>
                <a:gd name="T20" fmla="*/ 2147483647 w 59"/>
                <a:gd name="T21" fmla="*/ 2147483647 h 76"/>
                <a:gd name="T22" fmla="*/ 2147483647 w 59"/>
                <a:gd name="T23" fmla="*/ 2147483647 h 76"/>
                <a:gd name="T24" fmla="*/ 2147483647 w 59"/>
                <a:gd name="T25" fmla="*/ 2147483647 h 76"/>
                <a:gd name="T26" fmla="*/ 2147483647 w 59"/>
                <a:gd name="T27" fmla="*/ 2147483647 h 76"/>
                <a:gd name="T28" fmla="*/ 2147483647 w 59"/>
                <a:gd name="T29" fmla="*/ 0 h 76"/>
                <a:gd name="T30" fmla="*/ 2147483647 w 59"/>
                <a:gd name="T31" fmla="*/ 0 h 76"/>
                <a:gd name="T32" fmla="*/ 2147483647 w 59"/>
                <a:gd name="T33" fmla="*/ 0 h 76"/>
                <a:gd name="T34" fmla="*/ 2147483647 w 59"/>
                <a:gd name="T35" fmla="*/ 0 h 76"/>
                <a:gd name="T36" fmla="*/ 2147483647 w 59"/>
                <a:gd name="T37" fmla="*/ 0 h 76"/>
                <a:gd name="T38" fmla="*/ 2147483647 w 59"/>
                <a:gd name="T39" fmla="*/ 0 h 76"/>
                <a:gd name="T40" fmla="*/ 2147483647 w 59"/>
                <a:gd name="T41" fmla="*/ 0 h 76"/>
                <a:gd name="T42" fmla="*/ 2147483647 w 59"/>
                <a:gd name="T43" fmla="*/ 0 h 76"/>
                <a:gd name="T44" fmla="*/ 2147483647 w 59"/>
                <a:gd name="T45" fmla="*/ 2147483647 h 76"/>
                <a:gd name="T46" fmla="*/ 2147483647 w 59"/>
                <a:gd name="T47" fmla="*/ 2147483647 h 76"/>
                <a:gd name="T48" fmla="*/ 2147483647 w 59"/>
                <a:gd name="T49" fmla="*/ 2147483647 h 76"/>
                <a:gd name="T50" fmla="*/ 2147483647 w 59"/>
                <a:gd name="T51" fmla="*/ 2147483647 h 76"/>
                <a:gd name="T52" fmla="*/ 2147483647 w 59"/>
                <a:gd name="T53" fmla="*/ 2147483647 h 76"/>
                <a:gd name="T54" fmla="*/ 2147483647 w 59"/>
                <a:gd name="T55" fmla="*/ 2147483647 h 76"/>
                <a:gd name="T56" fmla="*/ 2147483647 w 59"/>
                <a:gd name="T57" fmla="*/ 2147483647 h 76"/>
                <a:gd name="T58" fmla="*/ 2147483647 w 59"/>
                <a:gd name="T59" fmla="*/ 2147483647 h 76"/>
                <a:gd name="T60" fmla="*/ 2147483647 w 59"/>
                <a:gd name="T61" fmla="*/ 2147483647 h 76"/>
                <a:gd name="T62" fmla="*/ 2147483647 w 59"/>
                <a:gd name="T63" fmla="*/ 2147483647 h 76"/>
                <a:gd name="T64" fmla="*/ 2147483647 w 59"/>
                <a:gd name="T65" fmla="*/ 2147483647 h 76"/>
                <a:gd name="T66" fmla="*/ 2147483647 w 59"/>
                <a:gd name="T67" fmla="*/ 2147483647 h 76"/>
                <a:gd name="T68" fmla="*/ 2147483647 w 59"/>
                <a:gd name="T69" fmla="*/ 2147483647 h 76"/>
                <a:gd name="T70" fmla="*/ 2147483647 w 59"/>
                <a:gd name="T71" fmla="*/ 2147483647 h 76"/>
                <a:gd name="T72" fmla="*/ 2147483647 w 59"/>
                <a:gd name="T73" fmla="*/ 2147483647 h 76"/>
                <a:gd name="T74" fmla="*/ 2147483647 w 59"/>
                <a:gd name="T75" fmla="*/ 2147483647 h 76"/>
                <a:gd name="T76" fmla="*/ 0 w 59"/>
                <a:gd name="T77" fmla="*/ 2147483647 h 7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59"/>
                <a:gd name="T118" fmla="*/ 0 h 76"/>
                <a:gd name="T119" fmla="*/ 59 w 59"/>
                <a:gd name="T120" fmla="*/ 76 h 7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59" h="76">
                  <a:moveTo>
                    <a:pt x="0" y="27"/>
                  </a:moveTo>
                  <a:lnTo>
                    <a:pt x="0" y="26"/>
                  </a:lnTo>
                  <a:lnTo>
                    <a:pt x="0" y="25"/>
                  </a:lnTo>
                  <a:lnTo>
                    <a:pt x="0" y="24"/>
                  </a:lnTo>
                  <a:lnTo>
                    <a:pt x="1" y="23"/>
                  </a:lnTo>
                  <a:lnTo>
                    <a:pt x="1" y="21"/>
                  </a:lnTo>
                  <a:lnTo>
                    <a:pt x="1" y="20"/>
                  </a:lnTo>
                  <a:lnTo>
                    <a:pt x="2" y="19"/>
                  </a:lnTo>
                  <a:lnTo>
                    <a:pt x="2" y="18"/>
                  </a:lnTo>
                  <a:lnTo>
                    <a:pt x="3" y="17"/>
                  </a:lnTo>
                  <a:lnTo>
                    <a:pt x="3" y="16"/>
                  </a:lnTo>
                  <a:lnTo>
                    <a:pt x="4" y="15"/>
                  </a:lnTo>
                  <a:lnTo>
                    <a:pt x="5" y="14"/>
                  </a:lnTo>
                  <a:lnTo>
                    <a:pt x="5" y="12"/>
                  </a:lnTo>
                  <a:lnTo>
                    <a:pt x="6" y="12"/>
                  </a:lnTo>
                  <a:lnTo>
                    <a:pt x="6" y="10"/>
                  </a:lnTo>
                  <a:lnTo>
                    <a:pt x="8" y="9"/>
                  </a:lnTo>
                  <a:lnTo>
                    <a:pt x="9" y="8"/>
                  </a:lnTo>
                  <a:lnTo>
                    <a:pt x="9" y="7"/>
                  </a:lnTo>
                  <a:lnTo>
                    <a:pt x="11" y="6"/>
                  </a:lnTo>
                  <a:lnTo>
                    <a:pt x="11" y="5"/>
                  </a:lnTo>
                  <a:lnTo>
                    <a:pt x="12" y="5"/>
                  </a:lnTo>
                  <a:lnTo>
                    <a:pt x="14" y="4"/>
                  </a:lnTo>
                  <a:lnTo>
                    <a:pt x="15" y="3"/>
                  </a:lnTo>
                  <a:lnTo>
                    <a:pt x="16" y="2"/>
                  </a:lnTo>
                  <a:lnTo>
                    <a:pt x="17" y="2"/>
                  </a:lnTo>
                  <a:lnTo>
                    <a:pt x="17" y="1"/>
                  </a:lnTo>
                  <a:lnTo>
                    <a:pt x="18" y="1"/>
                  </a:lnTo>
                  <a:lnTo>
                    <a:pt x="19" y="0"/>
                  </a:lnTo>
                  <a:lnTo>
                    <a:pt x="20" y="0"/>
                  </a:lnTo>
                  <a:lnTo>
                    <a:pt x="21" y="0"/>
                  </a:lnTo>
                  <a:lnTo>
                    <a:pt x="22" y="0"/>
                  </a:lnTo>
                  <a:lnTo>
                    <a:pt x="23" y="0"/>
                  </a:lnTo>
                  <a:lnTo>
                    <a:pt x="24" y="0"/>
                  </a:lnTo>
                  <a:lnTo>
                    <a:pt x="25" y="0"/>
                  </a:lnTo>
                  <a:lnTo>
                    <a:pt x="27" y="0"/>
                  </a:lnTo>
                  <a:lnTo>
                    <a:pt x="28" y="0"/>
                  </a:lnTo>
                  <a:lnTo>
                    <a:pt x="29" y="0"/>
                  </a:lnTo>
                  <a:lnTo>
                    <a:pt x="30" y="0"/>
                  </a:lnTo>
                  <a:lnTo>
                    <a:pt x="32" y="0"/>
                  </a:lnTo>
                  <a:lnTo>
                    <a:pt x="34" y="0"/>
                  </a:lnTo>
                  <a:lnTo>
                    <a:pt x="35" y="0"/>
                  </a:lnTo>
                  <a:lnTo>
                    <a:pt x="37" y="0"/>
                  </a:lnTo>
                  <a:lnTo>
                    <a:pt x="39" y="0"/>
                  </a:lnTo>
                  <a:lnTo>
                    <a:pt x="41" y="1"/>
                  </a:lnTo>
                  <a:lnTo>
                    <a:pt x="41" y="2"/>
                  </a:lnTo>
                  <a:lnTo>
                    <a:pt x="43" y="2"/>
                  </a:lnTo>
                  <a:lnTo>
                    <a:pt x="45" y="3"/>
                  </a:lnTo>
                  <a:lnTo>
                    <a:pt x="45" y="4"/>
                  </a:lnTo>
                  <a:lnTo>
                    <a:pt x="46" y="4"/>
                  </a:lnTo>
                  <a:lnTo>
                    <a:pt x="46" y="5"/>
                  </a:lnTo>
                  <a:lnTo>
                    <a:pt x="47" y="5"/>
                  </a:lnTo>
                  <a:lnTo>
                    <a:pt x="48" y="5"/>
                  </a:lnTo>
                  <a:lnTo>
                    <a:pt x="49" y="6"/>
                  </a:lnTo>
                  <a:lnTo>
                    <a:pt x="49" y="7"/>
                  </a:lnTo>
                  <a:lnTo>
                    <a:pt x="50" y="7"/>
                  </a:lnTo>
                  <a:lnTo>
                    <a:pt x="50" y="8"/>
                  </a:lnTo>
                  <a:lnTo>
                    <a:pt x="51" y="9"/>
                  </a:lnTo>
                  <a:lnTo>
                    <a:pt x="51" y="10"/>
                  </a:lnTo>
                  <a:lnTo>
                    <a:pt x="52" y="10"/>
                  </a:lnTo>
                  <a:lnTo>
                    <a:pt x="53" y="10"/>
                  </a:lnTo>
                  <a:lnTo>
                    <a:pt x="53" y="11"/>
                  </a:lnTo>
                  <a:lnTo>
                    <a:pt x="53" y="12"/>
                  </a:lnTo>
                  <a:lnTo>
                    <a:pt x="54" y="13"/>
                  </a:lnTo>
                  <a:lnTo>
                    <a:pt x="55" y="14"/>
                  </a:lnTo>
                  <a:lnTo>
                    <a:pt x="55" y="15"/>
                  </a:lnTo>
                  <a:lnTo>
                    <a:pt x="56" y="16"/>
                  </a:lnTo>
                  <a:lnTo>
                    <a:pt x="56" y="17"/>
                  </a:lnTo>
                  <a:lnTo>
                    <a:pt x="56" y="18"/>
                  </a:lnTo>
                  <a:lnTo>
                    <a:pt x="57" y="20"/>
                  </a:lnTo>
                  <a:lnTo>
                    <a:pt x="57" y="21"/>
                  </a:lnTo>
                  <a:lnTo>
                    <a:pt x="58" y="23"/>
                  </a:lnTo>
                  <a:lnTo>
                    <a:pt x="58" y="24"/>
                  </a:lnTo>
                  <a:lnTo>
                    <a:pt x="58" y="25"/>
                  </a:lnTo>
                  <a:lnTo>
                    <a:pt x="59" y="27"/>
                  </a:lnTo>
                  <a:lnTo>
                    <a:pt x="59" y="76"/>
                  </a:lnTo>
                  <a:lnTo>
                    <a:pt x="0" y="76"/>
                  </a:lnTo>
                  <a:lnTo>
                    <a:pt x="0" y="27"/>
                  </a:lnTo>
                </a:path>
              </a:pathLst>
            </a:custGeom>
            <a:noFill/>
            <a:ln w="12700">
              <a:solidFill>
                <a:srgbClr val="000000"/>
              </a:solidFill>
              <a:prstDash val="solid"/>
              <a:round/>
              <a:headEnd/>
              <a:tailEnd/>
            </a:ln>
          </p:spPr>
          <p:txBody>
            <a:bodyPr/>
            <a:lstStyle/>
            <a:p>
              <a:endParaRPr lang="nl-BE"/>
            </a:p>
          </p:txBody>
        </p:sp>
        <p:sp>
          <p:nvSpPr>
            <p:cNvPr id="42109" name="Freeform 109"/>
            <p:cNvSpPr>
              <a:spLocks/>
            </p:cNvSpPr>
            <p:nvPr/>
          </p:nvSpPr>
          <p:spPr bwMode="auto">
            <a:xfrm>
              <a:off x="6283325" y="3389313"/>
              <a:ext cx="292100" cy="134937"/>
            </a:xfrm>
            <a:custGeom>
              <a:avLst/>
              <a:gdLst>
                <a:gd name="T0" fmla="*/ 0 w 64"/>
                <a:gd name="T1" fmla="*/ 2147483647 h 85"/>
                <a:gd name="T2" fmla="*/ 0 w 64"/>
                <a:gd name="T3" fmla="*/ 2147483647 h 85"/>
                <a:gd name="T4" fmla="*/ 0 w 64"/>
                <a:gd name="T5" fmla="*/ 2147483647 h 85"/>
                <a:gd name="T6" fmla="*/ 2147483647 w 64"/>
                <a:gd name="T7" fmla="*/ 2147483647 h 85"/>
                <a:gd name="T8" fmla="*/ 2147483647 w 64"/>
                <a:gd name="T9" fmla="*/ 2147483647 h 85"/>
                <a:gd name="T10" fmla="*/ 2147483647 w 64"/>
                <a:gd name="T11" fmla="*/ 2147483647 h 85"/>
                <a:gd name="T12" fmla="*/ 2147483647 w 64"/>
                <a:gd name="T13" fmla="*/ 2147483647 h 85"/>
                <a:gd name="T14" fmla="*/ 2147483647 w 64"/>
                <a:gd name="T15" fmla="*/ 2147483647 h 85"/>
                <a:gd name="T16" fmla="*/ 2147483647 w 64"/>
                <a:gd name="T17" fmla="*/ 2147483647 h 85"/>
                <a:gd name="T18" fmla="*/ 2147483647 w 64"/>
                <a:gd name="T19" fmla="*/ 2147483647 h 85"/>
                <a:gd name="T20" fmla="*/ 2147483647 w 64"/>
                <a:gd name="T21" fmla="*/ 2147483647 h 85"/>
                <a:gd name="T22" fmla="*/ 2147483647 w 64"/>
                <a:gd name="T23" fmla="*/ 2147483647 h 85"/>
                <a:gd name="T24" fmla="*/ 2147483647 w 64"/>
                <a:gd name="T25" fmla="*/ 2147483647 h 85"/>
                <a:gd name="T26" fmla="*/ 2147483647 w 64"/>
                <a:gd name="T27" fmla="*/ 2147483647 h 85"/>
                <a:gd name="T28" fmla="*/ 2147483647 w 64"/>
                <a:gd name="T29" fmla="*/ 2147483647 h 85"/>
                <a:gd name="T30" fmla="*/ 2147483647 w 64"/>
                <a:gd name="T31" fmla="*/ 0 h 85"/>
                <a:gd name="T32" fmla="*/ 2147483647 w 64"/>
                <a:gd name="T33" fmla="*/ 0 h 85"/>
                <a:gd name="T34" fmla="*/ 2147483647 w 64"/>
                <a:gd name="T35" fmla="*/ 0 h 85"/>
                <a:gd name="T36" fmla="*/ 2147483647 w 64"/>
                <a:gd name="T37" fmla="*/ 0 h 85"/>
                <a:gd name="T38" fmla="*/ 2147483647 w 64"/>
                <a:gd name="T39" fmla="*/ 0 h 85"/>
                <a:gd name="T40" fmla="*/ 2147483647 w 64"/>
                <a:gd name="T41" fmla="*/ 2147483647 h 85"/>
                <a:gd name="T42" fmla="*/ 2147483647 w 64"/>
                <a:gd name="T43" fmla="*/ 2147483647 h 85"/>
                <a:gd name="T44" fmla="*/ 2147483647 w 64"/>
                <a:gd name="T45" fmla="*/ 2147483647 h 85"/>
                <a:gd name="T46" fmla="*/ 2147483647 w 64"/>
                <a:gd name="T47" fmla="*/ 2147483647 h 85"/>
                <a:gd name="T48" fmla="*/ 2147483647 w 64"/>
                <a:gd name="T49" fmla="*/ 2147483647 h 85"/>
                <a:gd name="T50" fmla="*/ 2147483647 w 64"/>
                <a:gd name="T51" fmla="*/ 2147483647 h 85"/>
                <a:gd name="T52" fmla="*/ 2147483647 w 64"/>
                <a:gd name="T53" fmla="*/ 2147483647 h 85"/>
                <a:gd name="T54" fmla="*/ 2147483647 w 64"/>
                <a:gd name="T55" fmla="*/ 2147483647 h 85"/>
                <a:gd name="T56" fmla="*/ 2147483647 w 64"/>
                <a:gd name="T57" fmla="*/ 2147483647 h 85"/>
                <a:gd name="T58" fmla="*/ 2147483647 w 64"/>
                <a:gd name="T59" fmla="*/ 2147483647 h 85"/>
                <a:gd name="T60" fmla="*/ 2147483647 w 64"/>
                <a:gd name="T61" fmla="*/ 2147483647 h 85"/>
                <a:gd name="T62" fmla="*/ 2147483647 w 64"/>
                <a:gd name="T63" fmla="*/ 2147483647 h 85"/>
                <a:gd name="T64" fmla="*/ 2147483647 w 64"/>
                <a:gd name="T65" fmla="*/ 2147483647 h 85"/>
                <a:gd name="T66" fmla="*/ 2147483647 w 64"/>
                <a:gd name="T67" fmla="*/ 2147483647 h 85"/>
                <a:gd name="T68" fmla="*/ 2147483647 w 64"/>
                <a:gd name="T69" fmla="*/ 2147483647 h 85"/>
                <a:gd name="T70" fmla="*/ 2147483647 w 64"/>
                <a:gd name="T71" fmla="*/ 2147483647 h 85"/>
                <a:gd name="T72" fmla="*/ 2147483647 w 64"/>
                <a:gd name="T73" fmla="*/ 2147483647 h 85"/>
                <a:gd name="T74" fmla="*/ 2147483647 w 64"/>
                <a:gd name="T75" fmla="*/ 2147483647 h 85"/>
                <a:gd name="T76" fmla="*/ 2147483647 w 64"/>
                <a:gd name="T77" fmla="*/ 2147483647 h 85"/>
                <a:gd name="T78" fmla="*/ 0 w 64"/>
                <a:gd name="T79" fmla="*/ 2147483647 h 8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64"/>
                <a:gd name="T121" fmla="*/ 0 h 85"/>
                <a:gd name="T122" fmla="*/ 64 w 64"/>
                <a:gd name="T123" fmla="*/ 85 h 85"/>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64" h="85">
                  <a:moveTo>
                    <a:pt x="0" y="31"/>
                  </a:moveTo>
                  <a:lnTo>
                    <a:pt x="0" y="30"/>
                  </a:lnTo>
                  <a:lnTo>
                    <a:pt x="0" y="28"/>
                  </a:lnTo>
                  <a:lnTo>
                    <a:pt x="0" y="27"/>
                  </a:lnTo>
                  <a:lnTo>
                    <a:pt x="0" y="25"/>
                  </a:lnTo>
                  <a:lnTo>
                    <a:pt x="0" y="23"/>
                  </a:lnTo>
                  <a:lnTo>
                    <a:pt x="1" y="22"/>
                  </a:lnTo>
                  <a:lnTo>
                    <a:pt x="1" y="21"/>
                  </a:lnTo>
                  <a:lnTo>
                    <a:pt x="2" y="20"/>
                  </a:lnTo>
                  <a:lnTo>
                    <a:pt x="2" y="18"/>
                  </a:lnTo>
                  <a:lnTo>
                    <a:pt x="4" y="18"/>
                  </a:lnTo>
                  <a:lnTo>
                    <a:pt x="4" y="16"/>
                  </a:lnTo>
                  <a:lnTo>
                    <a:pt x="4" y="14"/>
                  </a:lnTo>
                  <a:lnTo>
                    <a:pt x="5" y="14"/>
                  </a:lnTo>
                  <a:lnTo>
                    <a:pt x="6" y="12"/>
                  </a:lnTo>
                  <a:lnTo>
                    <a:pt x="8" y="11"/>
                  </a:lnTo>
                  <a:lnTo>
                    <a:pt x="9" y="9"/>
                  </a:lnTo>
                  <a:lnTo>
                    <a:pt x="10" y="8"/>
                  </a:lnTo>
                  <a:lnTo>
                    <a:pt x="10" y="7"/>
                  </a:lnTo>
                  <a:lnTo>
                    <a:pt x="12" y="7"/>
                  </a:lnTo>
                  <a:lnTo>
                    <a:pt x="13" y="6"/>
                  </a:lnTo>
                  <a:lnTo>
                    <a:pt x="14" y="5"/>
                  </a:lnTo>
                  <a:lnTo>
                    <a:pt x="15" y="4"/>
                  </a:lnTo>
                  <a:lnTo>
                    <a:pt x="16" y="3"/>
                  </a:lnTo>
                  <a:lnTo>
                    <a:pt x="17" y="3"/>
                  </a:lnTo>
                  <a:lnTo>
                    <a:pt x="18" y="2"/>
                  </a:lnTo>
                  <a:lnTo>
                    <a:pt x="20" y="2"/>
                  </a:lnTo>
                  <a:lnTo>
                    <a:pt x="21" y="2"/>
                  </a:lnTo>
                  <a:lnTo>
                    <a:pt x="23" y="1"/>
                  </a:lnTo>
                  <a:lnTo>
                    <a:pt x="24" y="1"/>
                  </a:lnTo>
                  <a:lnTo>
                    <a:pt x="25" y="1"/>
                  </a:lnTo>
                  <a:lnTo>
                    <a:pt x="27" y="0"/>
                  </a:lnTo>
                  <a:lnTo>
                    <a:pt x="28" y="0"/>
                  </a:lnTo>
                  <a:lnTo>
                    <a:pt x="29" y="0"/>
                  </a:lnTo>
                  <a:lnTo>
                    <a:pt x="31" y="0"/>
                  </a:lnTo>
                  <a:lnTo>
                    <a:pt x="32" y="0"/>
                  </a:lnTo>
                  <a:lnTo>
                    <a:pt x="34" y="0"/>
                  </a:lnTo>
                  <a:lnTo>
                    <a:pt x="36" y="0"/>
                  </a:lnTo>
                  <a:lnTo>
                    <a:pt x="37" y="0"/>
                  </a:lnTo>
                  <a:lnTo>
                    <a:pt x="38" y="0"/>
                  </a:lnTo>
                  <a:lnTo>
                    <a:pt x="38" y="1"/>
                  </a:lnTo>
                  <a:lnTo>
                    <a:pt x="39" y="1"/>
                  </a:lnTo>
                  <a:lnTo>
                    <a:pt x="41" y="2"/>
                  </a:lnTo>
                  <a:lnTo>
                    <a:pt x="42" y="2"/>
                  </a:lnTo>
                  <a:lnTo>
                    <a:pt x="43" y="2"/>
                  </a:lnTo>
                  <a:lnTo>
                    <a:pt x="44" y="2"/>
                  </a:lnTo>
                  <a:lnTo>
                    <a:pt x="45" y="2"/>
                  </a:lnTo>
                  <a:lnTo>
                    <a:pt x="46" y="3"/>
                  </a:lnTo>
                  <a:lnTo>
                    <a:pt x="47" y="3"/>
                  </a:lnTo>
                  <a:lnTo>
                    <a:pt x="49" y="4"/>
                  </a:lnTo>
                  <a:lnTo>
                    <a:pt x="50" y="5"/>
                  </a:lnTo>
                  <a:lnTo>
                    <a:pt x="51" y="6"/>
                  </a:lnTo>
                  <a:lnTo>
                    <a:pt x="52" y="7"/>
                  </a:lnTo>
                  <a:lnTo>
                    <a:pt x="53" y="7"/>
                  </a:lnTo>
                  <a:lnTo>
                    <a:pt x="54" y="8"/>
                  </a:lnTo>
                  <a:lnTo>
                    <a:pt x="54" y="9"/>
                  </a:lnTo>
                  <a:lnTo>
                    <a:pt x="55" y="10"/>
                  </a:lnTo>
                  <a:lnTo>
                    <a:pt x="56" y="11"/>
                  </a:lnTo>
                  <a:lnTo>
                    <a:pt x="57" y="12"/>
                  </a:lnTo>
                  <a:lnTo>
                    <a:pt x="58" y="12"/>
                  </a:lnTo>
                  <a:lnTo>
                    <a:pt x="58" y="13"/>
                  </a:lnTo>
                  <a:lnTo>
                    <a:pt x="59" y="14"/>
                  </a:lnTo>
                  <a:lnTo>
                    <a:pt x="60" y="15"/>
                  </a:lnTo>
                  <a:lnTo>
                    <a:pt x="60" y="16"/>
                  </a:lnTo>
                  <a:lnTo>
                    <a:pt x="60" y="17"/>
                  </a:lnTo>
                  <a:lnTo>
                    <a:pt x="60" y="18"/>
                  </a:lnTo>
                  <a:lnTo>
                    <a:pt x="61" y="18"/>
                  </a:lnTo>
                  <a:lnTo>
                    <a:pt x="61" y="19"/>
                  </a:lnTo>
                  <a:lnTo>
                    <a:pt x="61" y="20"/>
                  </a:lnTo>
                  <a:lnTo>
                    <a:pt x="62" y="21"/>
                  </a:lnTo>
                  <a:lnTo>
                    <a:pt x="63" y="22"/>
                  </a:lnTo>
                  <a:lnTo>
                    <a:pt x="63" y="23"/>
                  </a:lnTo>
                  <a:lnTo>
                    <a:pt x="63" y="25"/>
                  </a:lnTo>
                  <a:lnTo>
                    <a:pt x="63" y="26"/>
                  </a:lnTo>
                  <a:lnTo>
                    <a:pt x="63" y="27"/>
                  </a:lnTo>
                  <a:lnTo>
                    <a:pt x="64" y="28"/>
                  </a:lnTo>
                  <a:lnTo>
                    <a:pt x="64" y="31"/>
                  </a:lnTo>
                  <a:lnTo>
                    <a:pt x="64" y="85"/>
                  </a:lnTo>
                  <a:lnTo>
                    <a:pt x="0" y="85"/>
                  </a:lnTo>
                  <a:lnTo>
                    <a:pt x="0" y="31"/>
                  </a:lnTo>
                </a:path>
              </a:pathLst>
            </a:custGeom>
            <a:noFill/>
            <a:ln w="12700">
              <a:solidFill>
                <a:srgbClr val="000000"/>
              </a:solidFill>
              <a:prstDash val="solid"/>
              <a:round/>
              <a:headEnd/>
              <a:tailEnd/>
            </a:ln>
          </p:spPr>
          <p:txBody>
            <a:bodyPr/>
            <a:lstStyle/>
            <a:p>
              <a:endParaRPr lang="nl-BE"/>
            </a:p>
          </p:txBody>
        </p:sp>
        <p:sp>
          <p:nvSpPr>
            <p:cNvPr id="42110" name="Freeform 110"/>
            <p:cNvSpPr>
              <a:spLocks/>
            </p:cNvSpPr>
            <p:nvPr/>
          </p:nvSpPr>
          <p:spPr bwMode="auto">
            <a:xfrm>
              <a:off x="6259513" y="3386138"/>
              <a:ext cx="333375" cy="155575"/>
            </a:xfrm>
            <a:custGeom>
              <a:avLst/>
              <a:gdLst>
                <a:gd name="T0" fmla="*/ 0 w 73"/>
                <a:gd name="T1" fmla="*/ 2147483647 h 98"/>
                <a:gd name="T2" fmla="*/ 0 w 73"/>
                <a:gd name="T3" fmla="*/ 2147483647 h 98"/>
                <a:gd name="T4" fmla="*/ 2147483647 w 73"/>
                <a:gd name="T5" fmla="*/ 2147483647 h 98"/>
                <a:gd name="T6" fmla="*/ 2147483647 w 73"/>
                <a:gd name="T7" fmla="*/ 2147483647 h 98"/>
                <a:gd name="T8" fmla="*/ 2147483647 w 73"/>
                <a:gd name="T9" fmla="*/ 2147483647 h 98"/>
                <a:gd name="T10" fmla="*/ 2147483647 w 73"/>
                <a:gd name="T11" fmla="*/ 2147483647 h 98"/>
                <a:gd name="T12" fmla="*/ 2147483647 w 73"/>
                <a:gd name="T13" fmla="*/ 2147483647 h 98"/>
                <a:gd name="T14" fmla="*/ 2147483647 w 73"/>
                <a:gd name="T15" fmla="*/ 2147483647 h 98"/>
                <a:gd name="T16" fmla="*/ 2147483647 w 73"/>
                <a:gd name="T17" fmla="*/ 2147483647 h 98"/>
                <a:gd name="T18" fmla="*/ 2147483647 w 73"/>
                <a:gd name="T19" fmla="*/ 2147483647 h 98"/>
                <a:gd name="T20" fmla="*/ 2147483647 w 73"/>
                <a:gd name="T21" fmla="*/ 2147483647 h 98"/>
                <a:gd name="T22" fmla="*/ 2147483647 w 73"/>
                <a:gd name="T23" fmla="*/ 2147483647 h 98"/>
                <a:gd name="T24" fmla="*/ 2147483647 w 73"/>
                <a:gd name="T25" fmla="*/ 2147483647 h 98"/>
                <a:gd name="T26" fmla="*/ 2147483647 w 73"/>
                <a:gd name="T27" fmla="*/ 2147483647 h 98"/>
                <a:gd name="T28" fmla="*/ 2147483647 w 73"/>
                <a:gd name="T29" fmla="*/ 2147483647 h 98"/>
                <a:gd name="T30" fmla="*/ 2147483647 w 73"/>
                <a:gd name="T31" fmla="*/ 2147483647 h 98"/>
                <a:gd name="T32" fmla="*/ 2147483647 w 73"/>
                <a:gd name="T33" fmla="*/ 2147483647 h 98"/>
                <a:gd name="T34" fmla="*/ 2147483647 w 73"/>
                <a:gd name="T35" fmla="*/ 0 h 98"/>
                <a:gd name="T36" fmla="*/ 2147483647 w 73"/>
                <a:gd name="T37" fmla="*/ 0 h 98"/>
                <a:gd name="T38" fmla="*/ 2147483647 w 73"/>
                <a:gd name="T39" fmla="*/ 0 h 98"/>
                <a:gd name="T40" fmla="*/ 2147483647 w 73"/>
                <a:gd name="T41" fmla="*/ 0 h 98"/>
                <a:gd name="T42" fmla="*/ 2147483647 w 73"/>
                <a:gd name="T43" fmla="*/ 2147483647 h 98"/>
                <a:gd name="T44" fmla="*/ 2147483647 w 73"/>
                <a:gd name="T45" fmla="*/ 2147483647 h 98"/>
                <a:gd name="T46" fmla="*/ 2147483647 w 73"/>
                <a:gd name="T47" fmla="*/ 2147483647 h 98"/>
                <a:gd name="T48" fmla="*/ 2147483647 w 73"/>
                <a:gd name="T49" fmla="*/ 2147483647 h 98"/>
                <a:gd name="T50" fmla="*/ 2147483647 w 73"/>
                <a:gd name="T51" fmla="*/ 2147483647 h 98"/>
                <a:gd name="T52" fmla="*/ 2147483647 w 73"/>
                <a:gd name="T53" fmla="*/ 2147483647 h 98"/>
                <a:gd name="T54" fmla="*/ 2147483647 w 73"/>
                <a:gd name="T55" fmla="*/ 2147483647 h 98"/>
                <a:gd name="T56" fmla="*/ 2147483647 w 73"/>
                <a:gd name="T57" fmla="*/ 2147483647 h 98"/>
                <a:gd name="T58" fmla="*/ 2147483647 w 73"/>
                <a:gd name="T59" fmla="*/ 2147483647 h 98"/>
                <a:gd name="T60" fmla="*/ 2147483647 w 73"/>
                <a:gd name="T61" fmla="*/ 2147483647 h 98"/>
                <a:gd name="T62" fmla="*/ 2147483647 w 73"/>
                <a:gd name="T63" fmla="*/ 2147483647 h 98"/>
                <a:gd name="T64" fmla="*/ 2147483647 w 73"/>
                <a:gd name="T65" fmla="*/ 2147483647 h 98"/>
                <a:gd name="T66" fmla="*/ 2147483647 w 73"/>
                <a:gd name="T67" fmla="*/ 2147483647 h 98"/>
                <a:gd name="T68" fmla="*/ 2147483647 w 73"/>
                <a:gd name="T69" fmla="*/ 2147483647 h 98"/>
                <a:gd name="T70" fmla="*/ 2147483647 w 73"/>
                <a:gd name="T71" fmla="*/ 2147483647 h 98"/>
                <a:gd name="T72" fmla="*/ 2147483647 w 73"/>
                <a:gd name="T73" fmla="*/ 2147483647 h 98"/>
                <a:gd name="T74" fmla="*/ 2147483647 w 73"/>
                <a:gd name="T75" fmla="*/ 2147483647 h 98"/>
                <a:gd name="T76" fmla="*/ 2147483647 w 73"/>
                <a:gd name="T77" fmla="*/ 2147483647 h 98"/>
                <a:gd name="T78" fmla="*/ 2147483647 w 73"/>
                <a:gd name="T79" fmla="*/ 2147483647 h 98"/>
                <a:gd name="T80" fmla="*/ 0 w 73"/>
                <a:gd name="T81" fmla="*/ 2147483647 h 9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73"/>
                <a:gd name="T124" fmla="*/ 0 h 98"/>
                <a:gd name="T125" fmla="*/ 73 w 73"/>
                <a:gd name="T126" fmla="*/ 98 h 9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73" h="98">
                  <a:moveTo>
                    <a:pt x="0" y="36"/>
                  </a:moveTo>
                  <a:lnTo>
                    <a:pt x="0" y="34"/>
                  </a:lnTo>
                  <a:lnTo>
                    <a:pt x="0" y="33"/>
                  </a:lnTo>
                  <a:lnTo>
                    <a:pt x="0" y="31"/>
                  </a:lnTo>
                  <a:lnTo>
                    <a:pt x="1" y="30"/>
                  </a:lnTo>
                  <a:lnTo>
                    <a:pt x="1" y="29"/>
                  </a:lnTo>
                  <a:lnTo>
                    <a:pt x="1" y="27"/>
                  </a:lnTo>
                  <a:lnTo>
                    <a:pt x="1" y="26"/>
                  </a:lnTo>
                  <a:lnTo>
                    <a:pt x="2" y="25"/>
                  </a:lnTo>
                  <a:lnTo>
                    <a:pt x="2" y="24"/>
                  </a:lnTo>
                  <a:lnTo>
                    <a:pt x="3" y="23"/>
                  </a:lnTo>
                  <a:lnTo>
                    <a:pt x="3" y="21"/>
                  </a:lnTo>
                  <a:lnTo>
                    <a:pt x="4" y="20"/>
                  </a:lnTo>
                  <a:lnTo>
                    <a:pt x="4" y="18"/>
                  </a:lnTo>
                  <a:lnTo>
                    <a:pt x="5" y="17"/>
                  </a:lnTo>
                  <a:lnTo>
                    <a:pt x="6" y="16"/>
                  </a:lnTo>
                  <a:lnTo>
                    <a:pt x="8" y="14"/>
                  </a:lnTo>
                  <a:lnTo>
                    <a:pt x="9" y="13"/>
                  </a:lnTo>
                  <a:lnTo>
                    <a:pt x="10" y="11"/>
                  </a:lnTo>
                  <a:lnTo>
                    <a:pt x="11" y="10"/>
                  </a:lnTo>
                  <a:lnTo>
                    <a:pt x="13" y="9"/>
                  </a:lnTo>
                  <a:lnTo>
                    <a:pt x="14" y="8"/>
                  </a:lnTo>
                  <a:lnTo>
                    <a:pt x="15" y="6"/>
                  </a:lnTo>
                  <a:lnTo>
                    <a:pt x="16" y="6"/>
                  </a:lnTo>
                  <a:lnTo>
                    <a:pt x="18" y="4"/>
                  </a:lnTo>
                  <a:lnTo>
                    <a:pt x="19" y="4"/>
                  </a:lnTo>
                  <a:lnTo>
                    <a:pt x="20" y="4"/>
                  </a:lnTo>
                  <a:lnTo>
                    <a:pt x="21" y="4"/>
                  </a:lnTo>
                  <a:lnTo>
                    <a:pt x="23" y="3"/>
                  </a:lnTo>
                  <a:lnTo>
                    <a:pt x="25" y="2"/>
                  </a:lnTo>
                  <a:lnTo>
                    <a:pt x="26" y="2"/>
                  </a:lnTo>
                  <a:lnTo>
                    <a:pt x="26" y="1"/>
                  </a:lnTo>
                  <a:lnTo>
                    <a:pt x="28" y="1"/>
                  </a:lnTo>
                  <a:lnTo>
                    <a:pt x="29" y="1"/>
                  </a:lnTo>
                  <a:lnTo>
                    <a:pt x="30" y="0"/>
                  </a:lnTo>
                  <a:lnTo>
                    <a:pt x="32" y="0"/>
                  </a:lnTo>
                  <a:lnTo>
                    <a:pt x="33" y="0"/>
                  </a:lnTo>
                  <a:lnTo>
                    <a:pt x="35" y="0"/>
                  </a:lnTo>
                  <a:lnTo>
                    <a:pt x="37" y="0"/>
                  </a:lnTo>
                  <a:lnTo>
                    <a:pt x="40" y="0"/>
                  </a:lnTo>
                  <a:lnTo>
                    <a:pt x="41" y="0"/>
                  </a:lnTo>
                  <a:lnTo>
                    <a:pt x="43" y="0"/>
                  </a:lnTo>
                  <a:lnTo>
                    <a:pt x="44" y="1"/>
                  </a:lnTo>
                  <a:lnTo>
                    <a:pt x="46" y="1"/>
                  </a:lnTo>
                  <a:lnTo>
                    <a:pt x="47" y="2"/>
                  </a:lnTo>
                  <a:lnTo>
                    <a:pt x="48" y="2"/>
                  </a:lnTo>
                  <a:lnTo>
                    <a:pt x="50" y="3"/>
                  </a:lnTo>
                  <a:lnTo>
                    <a:pt x="51" y="4"/>
                  </a:lnTo>
                  <a:lnTo>
                    <a:pt x="52" y="4"/>
                  </a:lnTo>
                  <a:lnTo>
                    <a:pt x="54" y="4"/>
                  </a:lnTo>
                  <a:lnTo>
                    <a:pt x="55" y="4"/>
                  </a:lnTo>
                  <a:lnTo>
                    <a:pt x="57" y="5"/>
                  </a:lnTo>
                  <a:lnTo>
                    <a:pt x="58" y="6"/>
                  </a:lnTo>
                  <a:lnTo>
                    <a:pt x="59" y="7"/>
                  </a:lnTo>
                  <a:lnTo>
                    <a:pt x="59" y="8"/>
                  </a:lnTo>
                  <a:lnTo>
                    <a:pt x="60" y="9"/>
                  </a:lnTo>
                  <a:lnTo>
                    <a:pt x="61" y="9"/>
                  </a:lnTo>
                  <a:lnTo>
                    <a:pt x="62" y="9"/>
                  </a:lnTo>
                  <a:lnTo>
                    <a:pt x="63" y="10"/>
                  </a:lnTo>
                  <a:lnTo>
                    <a:pt x="64" y="11"/>
                  </a:lnTo>
                  <a:lnTo>
                    <a:pt x="64" y="12"/>
                  </a:lnTo>
                  <a:lnTo>
                    <a:pt x="65" y="13"/>
                  </a:lnTo>
                  <a:lnTo>
                    <a:pt x="65" y="14"/>
                  </a:lnTo>
                  <a:lnTo>
                    <a:pt x="66" y="14"/>
                  </a:lnTo>
                  <a:lnTo>
                    <a:pt x="66" y="16"/>
                  </a:lnTo>
                  <a:lnTo>
                    <a:pt x="67" y="16"/>
                  </a:lnTo>
                  <a:lnTo>
                    <a:pt x="68" y="17"/>
                  </a:lnTo>
                  <a:lnTo>
                    <a:pt x="69" y="18"/>
                  </a:lnTo>
                  <a:lnTo>
                    <a:pt x="70" y="20"/>
                  </a:lnTo>
                  <a:lnTo>
                    <a:pt x="70" y="21"/>
                  </a:lnTo>
                  <a:lnTo>
                    <a:pt x="70" y="22"/>
                  </a:lnTo>
                  <a:lnTo>
                    <a:pt x="71" y="24"/>
                  </a:lnTo>
                  <a:lnTo>
                    <a:pt x="71" y="25"/>
                  </a:lnTo>
                  <a:lnTo>
                    <a:pt x="72" y="27"/>
                  </a:lnTo>
                  <a:lnTo>
                    <a:pt x="73" y="29"/>
                  </a:lnTo>
                  <a:lnTo>
                    <a:pt x="73" y="30"/>
                  </a:lnTo>
                  <a:lnTo>
                    <a:pt x="73" y="31"/>
                  </a:lnTo>
                  <a:lnTo>
                    <a:pt x="73" y="34"/>
                  </a:lnTo>
                  <a:lnTo>
                    <a:pt x="73" y="36"/>
                  </a:lnTo>
                  <a:lnTo>
                    <a:pt x="73" y="98"/>
                  </a:lnTo>
                  <a:lnTo>
                    <a:pt x="0" y="98"/>
                  </a:lnTo>
                  <a:lnTo>
                    <a:pt x="0" y="36"/>
                  </a:lnTo>
                </a:path>
              </a:pathLst>
            </a:custGeom>
            <a:noFill/>
            <a:ln w="12700">
              <a:solidFill>
                <a:srgbClr val="000000"/>
              </a:solidFill>
              <a:prstDash val="solid"/>
              <a:round/>
              <a:headEnd/>
              <a:tailEnd/>
            </a:ln>
          </p:spPr>
          <p:txBody>
            <a:bodyPr/>
            <a:lstStyle/>
            <a:p>
              <a:endParaRPr lang="nl-BE"/>
            </a:p>
          </p:txBody>
        </p:sp>
        <p:sp>
          <p:nvSpPr>
            <p:cNvPr id="42111" name="Freeform 111"/>
            <p:cNvSpPr>
              <a:spLocks/>
            </p:cNvSpPr>
            <p:nvPr/>
          </p:nvSpPr>
          <p:spPr bwMode="auto">
            <a:xfrm>
              <a:off x="6346825" y="3403600"/>
              <a:ext cx="196850" cy="92075"/>
            </a:xfrm>
            <a:custGeom>
              <a:avLst/>
              <a:gdLst>
                <a:gd name="T0" fmla="*/ 0 w 43"/>
                <a:gd name="T1" fmla="*/ 2147483647 h 58"/>
                <a:gd name="T2" fmla="*/ 0 w 43"/>
                <a:gd name="T3" fmla="*/ 2147483647 h 58"/>
                <a:gd name="T4" fmla="*/ 2147483647 w 43"/>
                <a:gd name="T5" fmla="*/ 2147483647 h 58"/>
                <a:gd name="T6" fmla="*/ 2147483647 w 43"/>
                <a:gd name="T7" fmla="*/ 2147483647 h 58"/>
                <a:gd name="T8" fmla="*/ 2147483647 w 43"/>
                <a:gd name="T9" fmla="*/ 2147483647 h 58"/>
                <a:gd name="T10" fmla="*/ 2147483647 w 43"/>
                <a:gd name="T11" fmla="*/ 2147483647 h 58"/>
                <a:gd name="T12" fmla="*/ 2147483647 w 43"/>
                <a:gd name="T13" fmla="*/ 2147483647 h 58"/>
                <a:gd name="T14" fmla="*/ 2147483647 w 43"/>
                <a:gd name="T15" fmla="*/ 2147483647 h 58"/>
                <a:gd name="T16" fmla="*/ 2147483647 w 43"/>
                <a:gd name="T17" fmla="*/ 2147483647 h 58"/>
                <a:gd name="T18" fmla="*/ 2147483647 w 43"/>
                <a:gd name="T19" fmla="*/ 2147483647 h 58"/>
                <a:gd name="T20" fmla="*/ 2147483647 w 43"/>
                <a:gd name="T21" fmla="*/ 2147483647 h 58"/>
                <a:gd name="T22" fmla="*/ 2147483647 w 43"/>
                <a:gd name="T23" fmla="*/ 2147483647 h 58"/>
                <a:gd name="T24" fmla="*/ 2147483647 w 43"/>
                <a:gd name="T25" fmla="*/ 2147483647 h 58"/>
                <a:gd name="T26" fmla="*/ 2147483647 w 43"/>
                <a:gd name="T27" fmla="*/ 0 h 58"/>
                <a:gd name="T28" fmla="*/ 2147483647 w 43"/>
                <a:gd name="T29" fmla="*/ 0 h 58"/>
                <a:gd name="T30" fmla="*/ 2147483647 w 43"/>
                <a:gd name="T31" fmla="*/ 0 h 58"/>
                <a:gd name="T32" fmla="*/ 2147483647 w 43"/>
                <a:gd name="T33" fmla="*/ 2147483647 h 58"/>
                <a:gd name="T34" fmla="*/ 2147483647 w 43"/>
                <a:gd name="T35" fmla="*/ 2147483647 h 58"/>
                <a:gd name="T36" fmla="*/ 2147483647 w 43"/>
                <a:gd name="T37" fmla="*/ 2147483647 h 58"/>
                <a:gd name="T38" fmla="*/ 2147483647 w 43"/>
                <a:gd name="T39" fmla="*/ 2147483647 h 58"/>
                <a:gd name="T40" fmla="*/ 2147483647 w 43"/>
                <a:gd name="T41" fmla="*/ 2147483647 h 58"/>
                <a:gd name="T42" fmla="*/ 2147483647 w 43"/>
                <a:gd name="T43" fmla="*/ 2147483647 h 58"/>
                <a:gd name="T44" fmla="*/ 2147483647 w 43"/>
                <a:gd name="T45" fmla="*/ 2147483647 h 58"/>
                <a:gd name="T46" fmla="*/ 2147483647 w 43"/>
                <a:gd name="T47" fmla="*/ 2147483647 h 58"/>
                <a:gd name="T48" fmla="*/ 2147483647 w 43"/>
                <a:gd name="T49" fmla="*/ 2147483647 h 58"/>
                <a:gd name="T50" fmla="*/ 2147483647 w 43"/>
                <a:gd name="T51" fmla="*/ 2147483647 h 58"/>
                <a:gd name="T52" fmla="*/ 2147483647 w 43"/>
                <a:gd name="T53" fmla="*/ 2147483647 h 58"/>
                <a:gd name="T54" fmla="*/ 2147483647 w 43"/>
                <a:gd name="T55" fmla="*/ 2147483647 h 58"/>
                <a:gd name="T56" fmla="*/ 2147483647 w 43"/>
                <a:gd name="T57" fmla="*/ 2147483647 h 58"/>
                <a:gd name="T58" fmla="*/ 2147483647 w 43"/>
                <a:gd name="T59" fmla="*/ 2147483647 h 58"/>
                <a:gd name="T60" fmla="*/ 2147483647 w 43"/>
                <a:gd name="T61" fmla="*/ 2147483647 h 58"/>
                <a:gd name="T62" fmla="*/ 2147483647 w 43"/>
                <a:gd name="T63" fmla="*/ 2147483647 h 58"/>
                <a:gd name="T64" fmla="*/ 0 w 43"/>
                <a:gd name="T65" fmla="*/ 2147483647 h 5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43"/>
                <a:gd name="T100" fmla="*/ 0 h 58"/>
                <a:gd name="T101" fmla="*/ 43 w 43"/>
                <a:gd name="T102" fmla="*/ 58 h 5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43" h="58">
                  <a:moveTo>
                    <a:pt x="0" y="21"/>
                  </a:moveTo>
                  <a:lnTo>
                    <a:pt x="0" y="20"/>
                  </a:lnTo>
                  <a:lnTo>
                    <a:pt x="0" y="19"/>
                  </a:lnTo>
                  <a:lnTo>
                    <a:pt x="0" y="18"/>
                  </a:lnTo>
                  <a:lnTo>
                    <a:pt x="1" y="17"/>
                  </a:lnTo>
                  <a:lnTo>
                    <a:pt x="1" y="16"/>
                  </a:lnTo>
                  <a:lnTo>
                    <a:pt x="1" y="15"/>
                  </a:lnTo>
                  <a:lnTo>
                    <a:pt x="1" y="14"/>
                  </a:lnTo>
                  <a:lnTo>
                    <a:pt x="1" y="13"/>
                  </a:lnTo>
                  <a:lnTo>
                    <a:pt x="2" y="12"/>
                  </a:lnTo>
                  <a:lnTo>
                    <a:pt x="2" y="11"/>
                  </a:lnTo>
                  <a:lnTo>
                    <a:pt x="3" y="10"/>
                  </a:lnTo>
                  <a:lnTo>
                    <a:pt x="3" y="9"/>
                  </a:lnTo>
                  <a:lnTo>
                    <a:pt x="4" y="9"/>
                  </a:lnTo>
                  <a:lnTo>
                    <a:pt x="5" y="8"/>
                  </a:lnTo>
                  <a:lnTo>
                    <a:pt x="6" y="7"/>
                  </a:lnTo>
                  <a:lnTo>
                    <a:pt x="7" y="6"/>
                  </a:lnTo>
                  <a:lnTo>
                    <a:pt x="7" y="5"/>
                  </a:lnTo>
                  <a:lnTo>
                    <a:pt x="9" y="4"/>
                  </a:lnTo>
                  <a:lnTo>
                    <a:pt x="10" y="3"/>
                  </a:lnTo>
                  <a:lnTo>
                    <a:pt x="11" y="3"/>
                  </a:lnTo>
                  <a:lnTo>
                    <a:pt x="12" y="3"/>
                  </a:lnTo>
                  <a:lnTo>
                    <a:pt x="13" y="2"/>
                  </a:lnTo>
                  <a:lnTo>
                    <a:pt x="14" y="2"/>
                  </a:lnTo>
                  <a:lnTo>
                    <a:pt x="15" y="1"/>
                  </a:lnTo>
                  <a:lnTo>
                    <a:pt x="16" y="1"/>
                  </a:lnTo>
                  <a:lnTo>
                    <a:pt x="17" y="0"/>
                  </a:lnTo>
                  <a:lnTo>
                    <a:pt x="18" y="0"/>
                  </a:lnTo>
                  <a:lnTo>
                    <a:pt x="20" y="0"/>
                  </a:lnTo>
                  <a:lnTo>
                    <a:pt x="22" y="0"/>
                  </a:lnTo>
                  <a:lnTo>
                    <a:pt x="24" y="0"/>
                  </a:lnTo>
                  <a:lnTo>
                    <a:pt x="25" y="0"/>
                  </a:lnTo>
                  <a:lnTo>
                    <a:pt x="26" y="0"/>
                  </a:lnTo>
                  <a:lnTo>
                    <a:pt x="27" y="1"/>
                  </a:lnTo>
                  <a:lnTo>
                    <a:pt x="29" y="1"/>
                  </a:lnTo>
                  <a:lnTo>
                    <a:pt x="29" y="2"/>
                  </a:lnTo>
                  <a:lnTo>
                    <a:pt x="30" y="2"/>
                  </a:lnTo>
                  <a:lnTo>
                    <a:pt x="30" y="3"/>
                  </a:lnTo>
                  <a:lnTo>
                    <a:pt x="31" y="3"/>
                  </a:lnTo>
                  <a:lnTo>
                    <a:pt x="32" y="3"/>
                  </a:lnTo>
                  <a:lnTo>
                    <a:pt x="33" y="3"/>
                  </a:lnTo>
                  <a:lnTo>
                    <a:pt x="34" y="3"/>
                  </a:lnTo>
                  <a:lnTo>
                    <a:pt x="35" y="4"/>
                  </a:lnTo>
                  <a:lnTo>
                    <a:pt x="35" y="5"/>
                  </a:lnTo>
                  <a:lnTo>
                    <a:pt x="36" y="5"/>
                  </a:lnTo>
                  <a:lnTo>
                    <a:pt x="36" y="6"/>
                  </a:lnTo>
                  <a:lnTo>
                    <a:pt x="36" y="7"/>
                  </a:lnTo>
                  <a:lnTo>
                    <a:pt x="37" y="7"/>
                  </a:lnTo>
                  <a:lnTo>
                    <a:pt x="38" y="7"/>
                  </a:lnTo>
                  <a:lnTo>
                    <a:pt x="38" y="8"/>
                  </a:lnTo>
                  <a:lnTo>
                    <a:pt x="38" y="9"/>
                  </a:lnTo>
                  <a:lnTo>
                    <a:pt x="39" y="9"/>
                  </a:lnTo>
                  <a:lnTo>
                    <a:pt x="40" y="9"/>
                  </a:lnTo>
                  <a:lnTo>
                    <a:pt x="40" y="10"/>
                  </a:lnTo>
                  <a:lnTo>
                    <a:pt x="40" y="11"/>
                  </a:lnTo>
                  <a:lnTo>
                    <a:pt x="41" y="13"/>
                  </a:lnTo>
                  <a:lnTo>
                    <a:pt x="42" y="14"/>
                  </a:lnTo>
                  <a:lnTo>
                    <a:pt x="42" y="15"/>
                  </a:lnTo>
                  <a:lnTo>
                    <a:pt x="42" y="16"/>
                  </a:lnTo>
                  <a:lnTo>
                    <a:pt x="43" y="17"/>
                  </a:lnTo>
                  <a:lnTo>
                    <a:pt x="43" y="18"/>
                  </a:lnTo>
                  <a:lnTo>
                    <a:pt x="43" y="19"/>
                  </a:lnTo>
                  <a:lnTo>
                    <a:pt x="43" y="20"/>
                  </a:lnTo>
                  <a:lnTo>
                    <a:pt x="43" y="21"/>
                  </a:lnTo>
                  <a:lnTo>
                    <a:pt x="43" y="58"/>
                  </a:lnTo>
                  <a:lnTo>
                    <a:pt x="0" y="58"/>
                  </a:lnTo>
                  <a:lnTo>
                    <a:pt x="0" y="21"/>
                  </a:lnTo>
                </a:path>
              </a:pathLst>
            </a:custGeom>
            <a:noFill/>
            <a:ln w="12700">
              <a:solidFill>
                <a:srgbClr val="000000"/>
              </a:solidFill>
              <a:prstDash val="solid"/>
              <a:round/>
              <a:headEnd/>
              <a:tailEnd/>
            </a:ln>
          </p:spPr>
          <p:txBody>
            <a:bodyPr/>
            <a:lstStyle/>
            <a:p>
              <a:endParaRPr lang="nl-BE"/>
            </a:p>
          </p:txBody>
        </p:sp>
        <p:sp>
          <p:nvSpPr>
            <p:cNvPr id="42112" name="Freeform 112"/>
            <p:cNvSpPr>
              <a:spLocks/>
            </p:cNvSpPr>
            <p:nvPr/>
          </p:nvSpPr>
          <p:spPr bwMode="auto">
            <a:xfrm>
              <a:off x="6327775" y="3397250"/>
              <a:ext cx="228600" cy="106363"/>
            </a:xfrm>
            <a:custGeom>
              <a:avLst/>
              <a:gdLst>
                <a:gd name="T0" fmla="*/ 0 w 50"/>
                <a:gd name="T1" fmla="*/ 2147483647 h 67"/>
                <a:gd name="T2" fmla="*/ 0 w 50"/>
                <a:gd name="T3" fmla="*/ 2147483647 h 67"/>
                <a:gd name="T4" fmla="*/ 2147483647 w 50"/>
                <a:gd name="T5" fmla="*/ 2147483647 h 67"/>
                <a:gd name="T6" fmla="*/ 2147483647 w 50"/>
                <a:gd name="T7" fmla="*/ 2147483647 h 67"/>
                <a:gd name="T8" fmla="*/ 2147483647 w 50"/>
                <a:gd name="T9" fmla="*/ 2147483647 h 67"/>
                <a:gd name="T10" fmla="*/ 2147483647 w 50"/>
                <a:gd name="T11" fmla="*/ 2147483647 h 67"/>
                <a:gd name="T12" fmla="*/ 2147483647 w 50"/>
                <a:gd name="T13" fmla="*/ 2147483647 h 67"/>
                <a:gd name="T14" fmla="*/ 2147483647 w 50"/>
                <a:gd name="T15" fmla="*/ 2147483647 h 67"/>
                <a:gd name="T16" fmla="*/ 2147483647 w 50"/>
                <a:gd name="T17" fmla="*/ 2147483647 h 67"/>
                <a:gd name="T18" fmla="*/ 2147483647 w 50"/>
                <a:gd name="T19" fmla="*/ 2147483647 h 67"/>
                <a:gd name="T20" fmla="*/ 2147483647 w 50"/>
                <a:gd name="T21" fmla="*/ 2147483647 h 67"/>
                <a:gd name="T22" fmla="*/ 2147483647 w 50"/>
                <a:gd name="T23" fmla="*/ 2147483647 h 67"/>
                <a:gd name="T24" fmla="*/ 2147483647 w 50"/>
                <a:gd name="T25" fmla="*/ 2147483647 h 67"/>
                <a:gd name="T26" fmla="*/ 2147483647 w 50"/>
                <a:gd name="T27" fmla="*/ 2147483647 h 67"/>
                <a:gd name="T28" fmla="*/ 2147483647 w 50"/>
                <a:gd name="T29" fmla="*/ 0 h 67"/>
                <a:gd name="T30" fmla="*/ 2147483647 w 50"/>
                <a:gd name="T31" fmla="*/ 0 h 67"/>
                <a:gd name="T32" fmla="*/ 2147483647 w 50"/>
                <a:gd name="T33" fmla="*/ 0 h 67"/>
                <a:gd name="T34" fmla="*/ 2147483647 w 50"/>
                <a:gd name="T35" fmla="*/ 2147483647 h 67"/>
                <a:gd name="T36" fmla="*/ 2147483647 w 50"/>
                <a:gd name="T37" fmla="*/ 2147483647 h 67"/>
                <a:gd name="T38" fmla="*/ 2147483647 w 50"/>
                <a:gd name="T39" fmla="*/ 2147483647 h 67"/>
                <a:gd name="T40" fmla="*/ 2147483647 w 50"/>
                <a:gd name="T41" fmla="*/ 2147483647 h 67"/>
                <a:gd name="T42" fmla="*/ 2147483647 w 50"/>
                <a:gd name="T43" fmla="*/ 2147483647 h 67"/>
                <a:gd name="T44" fmla="*/ 2147483647 w 50"/>
                <a:gd name="T45" fmla="*/ 2147483647 h 67"/>
                <a:gd name="T46" fmla="*/ 2147483647 w 50"/>
                <a:gd name="T47" fmla="*/ 2147483647 h 67"/>
                <a:gd name="T48" fmla="*/ 2147483647 w 50"/>
                <a:gd name="T49" fmla="*/ 2147483647 h 67"/>
                <a:gd name="T50" fmla="*/ 2147483647 w 50"/>
                <a:gd name="T51" fmla="*/ 2147483647 h 67"/>
                <a:gd name="T52" fmla="*/ 2147483647 w 50"/>
                <a:gd name="T53" fmla="*/ 2147483647 h 67"/>
                <a:gd name="T54" fmla="*/ 2147483647 w 50"/>
                <a:gd name="T55" fmla="*/ 2147483647 h 67"/>
                <a:gd name="T56" fmla="*/ 2147483647 w 50"/>
                <a:gd name="T57" fmla="*/ 2147483647 h 67"/>
                <a:gd name="T58" fmla="*/ 2147483647 w 50"/>
                <a:gd name="T59" fmla="*/ 2147483647 h 67"/>
                <a:gd name="T60" fmla="*/ 2147483647 w 50"/>
                <a:gd name="T61" fmla="*/ 2147483647 h 67"/>
                <a:gd name="T62" fmla="*/ 2147483647 w 50"/>
                <a:gd name="T63" fmla="*/ 2147483647 h 67"/>
                <a:gd name="T64" fmla="*/ 0 w 50"/>
                <a:gd name="T65" fmla="*/ 2147483647 h 6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50"/>
                <a:gd name="T100" fmla="*/ 0 h 67"/>
                <a:gd name="T101" fmla="*/ 50 w 50"/>
                <a:gd name="T102" fmla="*/ 67 h 6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50" h="67">
                  <a:moveTo>
                    <a:pt x="0" y="24"/>
                  </a:moveTo>
                  <a:lnTo>
                    <a:pt x="0" y="23"/>
                  </a:lnTo>
                  <a:lnTo>
                    <a:pt x="0" y="22"/>
                  </a:lnTo>
                  <a:lnTo>
                    <a:pt x="0" y="20"/>
                  </a:lnTo>
                  <a:lnTo>
                    <a:pt x="0" y="18"/>
                  </a:lnTo>
                  <a:lnTo>
                    <a:pt x="1" y="17"/>
                  </a:lnTo>
                  <a:lnTo>
                    <a:pt x="1" y="16"/>
                  </a:lnTo>
                  <a:lnTo>
                    <a:pt x="2" y="14"/>
                  </a:lnTo>
                  <a:lnTo>
                    <a:pt x="3" y="13"/>
                  </a:lnTo>
                  <a:lnTo>
                    <a:pt x="3" y="12"/>
                  </a:lnTo>
                  <a:lnTo>
                    <a:pt x="4" y="11"/>
                  </a:lnTo>
                  <a:lnTo>
                    <a:pt x="5" y="9"/>
                  </a:lnTo>
                  <a:lnTo>
                    <a:pt x="5" y="8"/>
                  </a:lnTo>
                  <a:lnTo>
                    <a:pt x="6" y="7"/>
                  </a:lnTo>
                  <a:lnTo>
                    <a:pt x="7" y="7"/>
                  </a:lnTo>
                  <a:lnTo>
                    <a:pt x="8" y="6"/>
                  </a:lnTo>
                  <a:lnTo>
                    <a:pt x="9" y="6"/>
                  </a:lnTo>
                  <a:lnTo>
                    <a:pt x="10" y="5"/>
                  </a:lnTo>
                  <a:lnTo>
                    <a:pt x="11" y="4"/>
                  </a:lnTo>
                  <a:lnTo>
                    <a:pt x="11" y="3"/>
                  </a:lnTo>
                  <a:lnTo>
                    <a:pt x="12" y="3"/>
                  </a:lnTo>
                  <a:lnTo>
                    <a:pt x="13" y="2"/>
                  </a:lnTo>
                  <a:lnTo>
                    <a:pt x="14" y="2"/>
                  </a:lnTo>
                  <a:lnTo>
                    <a:pt x="15" y="2"/>
                  </a:lnTo>
                  <a:lnTo>
                    <a:pt x="17" y="1"/>
                  </a:lnTo>
                  <a:lnTo>
                    <a:pt x="18" y="1"/>
                  </a:lnTo>
                  <a:lnTo>
                    <a:pt x="19" y="1"/>
                  </a:lnTo>
                  <a:lnTo>
                    <a:pt x="20" y="1"/>
                  </a:lnTo>
                  <a:lnTo>
                    <a:pt x="21" y="0"/>
                  </a:lnTo>
                  <a:lnTo>
                    <a:pt x="22" y="0"/>
                  </a:lnTo>
                  <a:lnTo>
                    <a:pt x="23" y="0"/>
                  </a:lnTo>
                  <a:lnTo>
                    <a:pt x="24" y="0"/>
                  </a:lnTo>
                  <a:lnTo>
                    <a:pt x="26" y="0"/>
                  </a:lnTo>
                  <a:lnTo>
                    <a:pt x="28" y="0"/>
                  </a:lnTo>
                  <a:lnTo>
                    <a:pt x="29" y="1"/>
                  </a:lnTo>
                  <a:lnTo>
                    <a:pt x="31" y="1"/>
                  </a:lnTo>
                  <a:lnTo>
                    <a:pt x="33" y="1"/>
                  </a:lnTo>
                  <a:lnTo>
                    <a:pt x="33" y="2"/>
                  </a:lnTo>
                  <a:lnTo>
                    <a:pt x="34" y="2"/>
                  </a:lnTo>
                  <a:lnTo>
                    <a:pt x="35" y="2"/>
                  </a:lnTo>
                  <a:lnTo>
                    <a:pt x="37" y="3"/>
                  </a:lnTo>
                  <a:lnTo>
                    <a:pt x="38" y="3"/>
                  </a:lnTo>
                  <a:lnTo>
                    <a:pt x="39" y="4"/>
                  </a:lnTo>
                  <a:lnTo>
                    <a:pt x="39" y="5"/>
                  </a:lnTo>
                  <a:lnTo>
                    <a:pt x="40" y="6"/>
                  </a:lnTo>
                  <a:lnTo>
                    <a:pt x="41" y="6"/>
                  </a:lnTo>
                  <a:lnTo>
                    <a:pt x="42" y="7"/>
                  </a:lnTo>
                  <a:lnTo>
                    <a:pt x="43" y="8"/>
                  </a:lnTo>
                  <a:lnTo>
                    <a:pt x="44" y="8"/>
                  </a:lnTo>
                  <a:lnTo>
                    <a:pt x="44" y="9"/>
                  </a:lnTo>
                  <a:lnTo>
                    <a:pt x="44" y="10"/>
                  </a:lnTo>
                  <a:lnTo>
                    <a:pt x="44" y="11"/>
                  </a:lnTo>
                  <a:lnTo>
                    <a:pt x="45" y="11"/>
                  </a:lnTo>
                  <a:lnTo>
                    <a:pt x="46" y="13"/>
                  </a:lnTo>
                  <a:lnTo>
                    <a:pt x="47" y="13"/>
                  </a:lnTo>
                  <a:lnTo>
                    <a:pt x="47" y="14"/>
                  </a:lnTo>
                  <a:lnTo>
                    <a:pt x="47" y="15"/>
                  </a:lnTo>
                  <a:lnTo>
                    <a:pt x="48" y="16"/>
                  </a:lnTo>
                  <a:lnTo>
                    <a:pt x="49" y="17"/>
                  </a:lnTo>
                  <a:lnTo>
                    <a:pt x="49" y="18"/>
                  </a:lnTo>
                  <a:lnTo>
                    <a:pt x="49" y="20"/>
                  </a:lnTo>
                  <a:lnTo>
                    <a:pt x="50" y="22"/>
                  </a:lnTo>
                  <a:lnTo>
                    <a:pt x="50" y="23"/>
                  </a:lnTo>
                  <a:lnTo>
                    <a:pt x="50" y="24"/>
                  </a:lnTo>
                  <a:lnTo>
                    <a:pt x="50" y="67"/>
                  </a:lnTo>
                  <a:lnTo>
                    <a:pt x="0" y="67"/>
                  </a:lnTo>
                  <a:lnTo>
                    <a:pt x="0" y="24"/>
                  </a:lnTo>
                </a:path>
              </a:pathLst>
            </a:custGeom>
            <a:noFill/>
            <a:ln w="12700">
              <a:solidFill>
                <a:srgbClr val="000000"/>
              </a:solidFill>
              <a:prstDash val="solid"/>
              <a:round/>
              <a:headEnd/>
              <a:tailEnd/>
            </a:ln>
          </p:spPr>
          <p:txBody>
            <a:bodyPr/>
            <a:lstStyle/>
            <a:p>
              <a:endParaRPr lang="nl-BE"/>
            </a:p>
          </p:txBody>
        </p:sp>
        <p:sp>
          <p:nvSpPr>
            <p:cNvPr id="42113" name="Freeform 113"/>
            <p:cNvSpPr>
              <a:spLocks/>
            </p:cNvSpPr>
            <p:nvPr/>
          </p:nvSpPr>
          <p:spPr bwMode="auto">
            <a:xfrm>
              <a:off x="6227763" y="3381375"/>
              <a:ext cx="384175" cy="174625"/>
            </a:xfrm>
            <a:custGeom>
              <a:avLst/>
              <a:gdLst>
                <a:gd name="T0" fmla="*/ 0 w 84"/>
                <a:gd name="T1" fmla="*/ 2147483647 h 110"/>
                <a:gd name="T2" fmla="*/ 0 w 84"/>
                <a:gd name="T3" fmla="*/ 2147483647 h 110"/>
                <a:gd name="T4" fmla="*/ 2147483647 w 84"/>
                <a:gd name="T5" fmla="*/ 2147483647 h 110"/>
                <a:gd name="T6" fmla="*/ 2147483647 w 84"/>
                <a:gd name="T7" fmla="*/ 2147483647 h 110"/>
                <a:gd name="T8" fmla="*/ 2147483647 w 84"/>
                <a:gd name="T9" fmla="*/ 2147483647 h 110"/>
                <a:gd name="T10" fmla="*/ 2147483647 w 84"/>
                <a:gd name="T11" fmla="*/ 2147483647 h 110"/>
                <a:gd name="T12" fmla="*/ 2147483647 w 84"/>
                <a:gd name="T13" fmla="*/ 2147483647 h 110"/>
                <a:gd name="T14" fmla="*/ 2147483647 w 84"/>
                <a:gd name="T15" fmla="*/ 2147483647 h 110"/>
                <a:gd name="T16" fmla="*/ 2147483647 w 84"/>
                <a:gd name="T17" fmla="*/ 2147483647 h 110"/>
                <a:gd name="T18" fmla="*/ 2147483647 w 84"/>
                <a:gd name="T19" fmla="*/ 2147483647 h 110"/>
                <a:gd name="T20" fmla="*/ 2147483647 w 84"/>
                <a:gd name="T21" fmla="*/ 2147483647 h 110"/>
                <a:gd name="T22" fmla="*/ 2147483647 w 84"/>
                <a:gd name="T23" fmla="*/ 2147483647 h 110"/>
                <a:gd name="T24" fmla="*/ 2147483647 w 84"/>
                <a:gd name="T25" fmla="*/ 2147483647 h 110"/>
                <a:gd name="T26" fmla="*/ 2147483647 w 84"/>
                <a:gd name="T27" fmla="*/ 2147483647 h 110"/>
                <a:gd name="T28" fmla="*/ 2147483647 w 84"/>
                <a:gd name="T29" fmla="*/ 2147483647 h 110"/>
                <a:gd name="T30" fmla="*/ 2147483647 w 84"/>
                <a:gd name="T31" fmla="*/ 2147483647 h 110"/>
                <a:gd name="T32" fmla="*/ 2147483647 w 84"/>
                <a:gd name="T33" fmla="*/ 2147483647 h 110"/>
                <a:gd name="T34" fmla="*/ 2147483647 w 84"/>
                <a:gd name="T35" fmla="*/ 2147483647 h 110"/>
                <a:gd name="T36" fmla="*/ 2147483647 w 84"/>
                <a:gd name="T37" fmla="*/ 0 h 110"/>
                <a:gd name="T38" fmla="*/ 2147483647 w 84"/>
                <a:gd name="T39" fmla="*/ 0 h 110"/>
                <a:gd name="T40" fmla="*/ 2147483647 w 84"/>
                <a:gd name="T41" fmla="*/ 0 h 110"/>
                <a:gd name="T42" fmla="*/ 2147483647 w 84"/>
                <a:gd name="T43" fmla="*/ 0 h 110"/>
                <a:gd name="T44" fmla="*/ 2147483647 w 84"/>
                <a:gd name="T45" fmla="*/ 0 h 110"/>
                <a:gd name="T46" fmla="*/ 2147483647 w 84"/>
                <a:gd name="T47" fmla="*/ 2147483647 h 110"/>
                <a:gd name="T48" fmla="*/ 2147483647 w 84"/>
                <a:gd name="T49" fmla="*/ 2147483647 h 110"/>
                <a:gd name="T50" fmla="*/ 2147483647 w 84"/>
                <a:gd name="T51" fmla="*/ 2147483647 h 110"/>
                <a:gd name="T52" fmla="*/ 2147483647 w 84"/>
                <a:gd name="T53" fmla="*/ 2147483647 h 110"/>
                <a:gd name="T54" fmla="*/ 2147483647 w 84"/>
                <a:gd name="T55" fmla="*/ 2147483647 h 110"/>
                <a:gd name="T56" fmla="*/ 2147483647 w 84"/>
                <a:gd name="T57" fmla="*/ 2147483647 h 110"/>
                <a:gd name="T58" fmla="*/ 2147483647 w 84"/>
                <a:gd name="T59" fmla="*/ 2147483647 h 110"/>
                <a:gd name="T60" fmla="*/ 2147483647 w 84"/>
                <a:gd name="T61" fmla="*/ 2147483647 h 110"/>
                <a:gd name="T62" fmla="*/ 2147483647 w 84"/>
                <a:gd name="T63" fmla="*/ 2147483647 h 110"/>
                <a:gd name="T64" fmla="*/ 2147483647 w 84"/>
                <a:gd name="T65" fmla="*/ 2147483647 h 110"/>
                <a:gd name="T66" fmla="*/ 2147483647 w 84"/>
                <a:gd name="T67" fmla="*/ 2147483647 h 110"/>
                <a:gd name="T68" fmla="*/ 2147483647 w 84"/>
                <a:gd name="T69" fmla="*/ 2147483647 h 110"/>
                <a:gd name="T70" fmla="*/ 2147483647 w 84"/>
                <a:gd name="T71" fmla="*/ 2147483647 h 110"/>
                <a:gd name="T72" fmla="*/ 2147483647 w 84"/>
                <a:gd name="T73" fmla="*/ 2147483647 h 110"/>
                <a:gd name="T74" fmla="*/ 2147483647 w 84"/>
                <a:gd name="T75" fmla="*/ 2147483647 h 110"/>
                <a:gd name="T76" fmla="*/ 2147483647 w 84"/>
                <a:gd name="T77" fmla="*/ 2147483647 h 110"/>
                <a:gd name="T78" fmla="*/ 2147483647 w 84"/>
                <a:gd name="T79" fmla="*/ 2147483647 h 110"/>
                <a:gd name="T80" fmla="*/ 2147483647 w 84"/>
                <a:gd name="T81" fmla="*/ 2147483647 h 110"/>
                <a:gd name="T82" fmla="*/ 0 w 84"/>
                <a:gd name="T83" fmla="*/ 2147483647 h 110"/>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84"/>
                <a:gd name="T127" fmla="*/ 0 h 110"/>
                <a:gd name="T128" fmla="*/ 84 w 84"/>
                <a:gd name="T129" fmla="*/ 110 h 110"/>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84" h="110">
                  <a:moveTo>
                    <a:pt x="0" y="40"/>
                  </a:moveTo>
                  <a:lnTo>
                    <a:pt x="0" y="39"/>
                  </a:lnTo>
                  <a:lnTo>
                    <a:pt x="0" y="37"/>
                  </a:lnTo>
                  <a:lnTo>
                    <a:pt x="0" y="35"/>
                  </a:lnTo>
                  <a:lnTo>
                    <a:pt x="0" y="33"/>
                  </a:lnTo>
                  <a:lnTo>
                    <a:pt x="1" y="32"/>
                  </a:lnTo>
                  <a:lnTo>
                    <a:pt x="1" y="30"/>
                  </a:lnTo>
                  <a:lnTo>
                    <a:pt x="1" y="29"/>
                  </a:lnTo>
                  <a:lnTo>
                    <a:pt x="1" y="28"/>
                  </a:lnTo>
                  <a:lnTo>
                    <a:pt x="1" y="27"/>
                  </a:lnTo>
                  <a:lnTo>
                    <a:pt x="3" y="25"/>
                  </a:lnTo>
                  <a:lnTo>
                    <a:pt x="3" y="23"/>
                  </a:lnTo>
                  <a:lnTo>
                    <a:pt x="5" y="22"/>
                  </a:lnTo>
                  <a:lnTo>
                    <a:pt x="5" y="20"/>
                  </a:lnTo>
                  <a:lnTo>
                    <a:pt x="6" y="19"/>
                  </a:lnTo>
                  <a:lnTo>
                    <a:pt x="7" y="17"/>
                  </a:lnTo>
                  <a:lnTo>
                    <a:pt x="9" y="15"/>
                  </a:lnTo>
                  <a:lnTo>
                    <a:pt x="11" y="13"/>
                  </a:lnTo>
                  <a:lnTo>
                    <a:pt x="11" y="12"/>
                  </a:lnTo>
                  <a:lnTo>
                    <a:pt x="12" y="11"/>
                  </a:lnTo>
                  <a:lnTo>
                    <a:pt x="14" y="9"/>
                  </a:lnTo>
                  <a:lnTo>
                    <a:pt x="16" y="9"/>
                  </a:lnTo>
                  <a:lnTo>
                    <a:pt x="17" y="7"/>
                  </a:lnTo>
                  <a:lnTo>
                    <a:pt x="19" y="7"/>
                  </a:lnTo>
                  <a:lnTo>
                    <a:pt x="21" y="5"/>
                  </a:lnTo>
                  <a:lnTo>
                    <a:pt x="22" y="5"/>
                  </a:lnTo>
                  <a:lnTo>
                    <a:pt x="22" y="4"/>
                  </a:lnTo>
                  <a:lnTo>
                    <a:pt x="23" y="3"/>
                  </a:lnTo>
                  <a:lnTo>
                    <a:pt x="24" y="3"/>
                  </a:lnTo>
                  <a:lnTo>
                    <a:pt x="26" y="3"/>
                  </a:lnTo>
                  <a:lnTo>
                    <a:pt x="27" y="2"/>
                  </a:lnTo>
                  <a:lnTo>
                    <a:pt x="27" y="1"/>
                  </a:lnTo>
                  <a:lnTo>
                    <a:pt x="29" y="1"/>
                  </a:lnTo>
                  <a:lnTo>
                    <a:pt x="30" y="1"/>
                  </a:lnTo>
                  <a:lnTo>
                    <a:pt x="32" y="1"/>
                  </a:lnTo>
                  <a:lnTo>
                    <a:pt x="33" y="1"/>
                  </a:lnTo>
                  <a:lnTo>
                    <a:pt x="35" y="0"/>
                  </a:lnTo>
                  <a:lnTo>
                    <a:pt x="37" y="0"/>
                  </a:lnTo>
                  <a:lnTo>
                    <a:pt x="39" y="0"/>
                  </a:lnTo>
                  <a:lnTo>
                    <a:pt x="40" y="0"/>
                  </a:lnTo>
                  <a:lnTo>
                    <a:pt x="41" y="0"/>
                  </a:lnTo>
                  <a:lnTo>
                    <a:pt x="44" y="0"/>
                  </a:lnTo>
                  <a:lnTo>
                    <a:pt x="45" y="0"/>
                  </a:lnTo>
                  <a:lnTo>
                    <a:pt x="47" y="0"/>
                  </a:lnTo>
                  <a:lnTo>
                    <a:pt x="48" y="0"/>
                  </a:lnTo>
                  <a:lnTo>
                    <a:pt x="50" y="0"/>
                  </a:lnTo>
                  <a:lnTo>
                    <a:pt x="51" y="1"/>
                  </a:lnTo>
                  <a:lnTo>
                    <a:pt x="52" y="1"/>
                  </a:lnTo>
                  <a:lnTo>
                    <a:pt x="54" y="1"/>
                  </a:lnTo>
                  <a:lnTo>
                    <a:pt x="55" y="1"/>
                  </a:lnTo>
                  <a:lnTo>
                    <a:pt x="57" y="2"/>
                  </a:lnTo>
                  <a:lnTo>
                    <a:pt x="59" y="3"/>
                  </a:lnTo>
                  <a:lnTo>
                    <a:pt x="61" y="3"/>
                  </a:lnTo>
                  <a:lnTo>
                    <a:pt x="61" y="4"/>
                  </a:lnTo>
                  <a:lnTo>
                    <a:pt x="62" y="5"/>
                  </a:lnTo>
                  <a:lnTo>
                    <a:pt x="64" y="5"/>
                  </a:lnTo>
                  <a:lnTo>
                    <a:pt x="65" y="6"/>
                  </a:lnTo>
                  <a:lnTo>
                    <a:pt x="66" y="7"/>
                  </a:lnTo>
                  <a:lnTo>
                    <a:pt x="67" y="7"/>
                  </a:lnTo>
                  <a:lnTo>
                    <a:pt x="68" y="8"/>
                  </a:lnTo>
                  <a:lnTo>
                    <a:pt x="69" y="9"/>
                  </a:lnTo>
                  <a:lnTo>
                    <a:pt x="70" y="9"/>
                  </a:lnTo>
                  <a:lnTo>
                    <a:pt x="71" y="11"/>
                  </a:lnTo>
                  <a:lnTo>
                    <a:pt x="72" y="12"/>
                  </a:lnTo>
                  <a:lnTo>
                    <a:pt x="73" y="12"/>
                  </a:lnTo>
                  <a:lnTo>
                    <a:pt x="73" y="13"/>
                  </a:lnTo>
                  <a:lnTo>
                    <a:pt x="75" y="15"/>
                  </a:lnTo>
                  <a:lnTo>
                    <a:pt x="77" y="17"/>
                  </a:lnTo>
                  <a:lnTo>
                    <a:pt x="78" y="19"/>
                  </a:lnTo>
                  <a:lnTo>
                    <a:pt x="78" y="20"/>
                  </a:lnTo>
                  <a:lnTo>
                    <a:pt x="79" y="21"/>
                  </a:lnTo>
                  <a:lnTo>
                    <a:pt x="80" y="23"/>
                  </a:lnTo>
                  <a:lnTo>
                    <a:pt x="81" y="25"/>
                  </a:lnTo>
                  <a:lnTo>
                    <a:pt x="82" y="26"/>
                  </a:lnTo>
                  <a:lnTo>
                    <a:pt x="82" y="27"/>
                  </a:lnTo>
                  <a:lnTo>
                    <a:pt x="83" y="28"/>
                  </a:lnTo>
                  <a:lnTo>
                    <a:pt x="83" y="30"/>
                  </a:lnTo>
                  <a:lnTo>
                    <a:pt x="83" y="32"/>
                  </a:lnTo>
                  <a:lnTo>
                    <a:pt x="83" y="33"/>
                  </a:lnTo>
                  <a:lnTo>
                    <a:pt x="83" y="35"/>
                  </a:lnTo>
                  <a:lnTo>
                    <a:pt x="84" y="37"/>
                  </a:lnTo>
                  <a:lnTo>
                    <a:pt x="84" y="40"/>
                  </a:lnTo>
                  <a:lnTo>
                    <a:pt x="84" y="110"/>
                  </a:lnTo>
                  <a:lnTo>
                    <a:pt x="0" y="110"/>
                  </a:lnTo>
                  <a:lnTo>
                    <a:pt x="0" y="40"/>
                  </a:lnTo>
                </a:path>
              </a:pathLst>
            </a:custGeom>
            <a:noFill/>
            <a:ln w="12700">
              <a:solidFill>
                <a:srgbClr val="000000"/>
              </a:solidFill>
              <a:prstDash val="solid"/>
              <a:round/>
              <a:headEnd/>
              <a:tailEnd/>
            </a:ln>
          </p:spPr>
          <p:txBody>
            <a:bodyPr/>
            <a:lstStyle/>
            <a:p>
              <a:endParaRPr lang="nl-BE"/>
            </a:p>
          </p:txBody>
        </p:sp>
        <p:sp>
          <p:nvSpPr>
            <p:cNvPr id="42114" name="Freeform 114"/>
            <p:cNvSpPr>
              <a:spLocks/>
            </p:cNvSpPr>
            <p:nvPr/>
          </p:nvSpPr>
          <p:spPr bwMode="auto">
            <a:xfrm>
              <a:off x="6149975" y="3370263"/>
              <a:ext cx="493713" cy="225425"/>
            </a:xfrm>
            <a:custGeom>
              <a:avLst/>
              <a:gdLst>
                <a:gd name="T0" fmla="*/ 0 w 108"/>
                <a:gd name="T1" fmla="*/ 2147483647 h 142"/>
                <a:gd name="T2" fmla="*/ 0 w 108"/>
                <a:gd name="T3" fmla="*/ 2147483647 h 142"/>
                <a:gd name="T4" fmla="*/ 0 w 108"/>
                <a:gd name="T5" fmla="*/ 2147483647 h 142"/>
                <a:gd name="T6" fmla="*/ 2147483647 w 108"/>
                <a:gd name="T7" fmla="*/ 2147483647 h 142"/>
                <a:gd name="T8" fmla="*/ 2147483647 w 108"/>
                <a:gd name="T9" fmla="*/ 2147483647 h 142"/>
                <a:gd name="T10" fmla="*/ 2147483647 w 108"/>
                <a:gd name="T11" fmla="*/ 2147483647 h 142"/>
                <a:gd name="T12" fmla="*/ 2147483647 w 108"/>
                <a:gd name="T13" fmla="*/ 2147483647 h 142"/>
                <a:gd name="T14" fmla="*/ 2147483647 w 108"/>
                <a:gd name="T15" fmla="*/ 2147483647 h 142"/>
                <a:gd name="T16" fmla="*/ 2147483647 w 108"/>
                <a:gd name="T17" fmla="*/ 2147483647 h 142"/>
                <a:gd name="T18" fmla="*/ 2147483647 w 108"/>
                <a:gd name="T19" fmla="*/ 2147483647 h 142"/>
                <a:gd name="T20" fmla="*/ 2147483647 w 108"/>
                <a:gd name="T21" fmla="*/ 2147483647 h 142"/>
                <a:gd name="T22" fmla="*/ 2147483647 w 108"/>
                <a:gd name="T23" fmla="*/ 2147483647 h 142"/>
                <a:gd name="T24" fmla="*/ 2147483647 w 108"/>
                <a:gd name="T25" fmla="*/ 2147483647 h 142"/>
                <a:gd name="T26" fmla="*/ 2147483647 w 108"/>
                <a:gd name="T27" fmla="*/ 2147483647 h 142"/>
                <a:gd name="T28" fmla="*/ 2147483647 w 108"/>
                <a:gd name="T29" fmla="*/ 2147483647 h 142"/>
                <a:gd name="T30" fmla="*/ 2147483647 w 108"/>
                <a:gd name="T31" fmla="*/ 2147483647 h 142"/>
                <a:gd name="T32" fmla="*/ 2147483647 w 108"/>
                <a:gd name="T33" fmla="*/ 2147483647 h 142"/>
                <a:gd name="T34" fmla="*/ 2147483647 w 108"/>
                <a:gd name="T35" fmla="*/ 0 h 142"/>
                <a:gd name="T36" fmla="*/ 2147483647 w 108"/>
                <a:gd name="T37" fmla="*/ 0 h 142"/>
                <a:gd name="T38" fmla="*/ 2147483647 w 108"/>
                <a:gd name="T39" fmla="*/ 0 h 142"/>
                <a:gd name="T40" fmla="*/ 2147483647 w 108"/>
                <a:gd name="T41" fmla="*/ 0 h 142"/>
                <a:gd name="T42" fmla="*/ 2147483647 w 108"/>
                <a:gd name="T43" fmla="*/ 0 h 142"/>
                <a:gd name="T44" fmla="*/ 2147483647 w 108"/>
                <a:gd name="T45" fmla="*/ 0 h 142"/>
                <a:gd name="T46" fmla="*/ 2147483647 w 108"/>
                <a:gd name="T47" fmla="*/ 2147483647 h 142"/>
                <a:gd name="T48" fmla="*/ 2147483647 w 108"/>
                <a:gd name="T49" fmla="*/ 2147483647 h 142"/>
                <a:gd name="T50" fmla="*/ 2147483647 w 108"/>
                <a:gd name="T51" fmla="*/ 2147483647 h 142"/>
                <a:gd name="T52" fmla="*/ 2147483647 w 108"/>
                <a:gd name="T53" fmla="*/ 2147483647 h 142"/>
                <a:gd name="T54" fmla="*/ 2147483647 w 108"/>
                <a:gd name="T55" fmla="*/ 2147483647 h 142"/>
                <a:gd name="T56" fmla="*/ 2147483647 w 108"/>
                <a:gd name="T57" fmla="*/ 2147483647 h 142"/>
                <a:gd name="T58" fmla="*/ 2147483647 w 108"/>
                <a:gd name="T59" fmla="*/ 2147483647 h 142"/>
                <a:gd name="T60" fmla="*/ 2147483647 w 108"/>
                <a:gd name="T61" fmla="*/ 2147483647 h 142"/>
                <a:gd name="T62" fmla="*/ 2147483647 w 108"/>
                <a:gd name="T63" fmla="*/ 2147483647 h 142"/>
                <a:gd name="T64" fmla="*/ 2147483647 w 108"/>
                <a:gd name="T65" fmla="*/ 2147483647 h 142"/>
                <a:gd name="T66" fmla="*/ 2147483647 w 108"/>
                <a:gd name="T67" fmla="*/ 2147483647 h 142"/>
                <a:gd name="T68" fmla="*/ 2147483647 w 108"/>
                <a:gd name="T69" fmla="*/ 2147483647 h 142"/>
                <a:gd name="T70" fmla="*/ 2147483647 w 108"/>
                <a:gd name="T71" fmla="*/ 2147483647 h 142"/>
                <a:gd name="T72" fmla="*/ 2147483647 w 108"/>
                <a:gd name="T73" fmla="*/ 2147483647 h 142"/>
                <a:gd name="T74" fmla="*/ 2147483647 w 108"/>
                <a:gd name="T75" fmla="*/ 2147483647 h 142"/>
                <a:gd name="T76" fmla="*/ 2147483647 w 108"/>
                <a:gd name="T77" fmla="*/ 2147483647 h 142"/>
                <a:gd name="T78" fmla="*/ 2147483647 w 108"/>
                <a:gd name="T79" fmla="*/ 2147483647 h 142"/>
                <a:gd name="T80" fmla="*/ 2147483647 w 108"/>
                <a:gd name="T81" fmla="*/ 2147483647 h 142"/>
                <a:gd name="T82" fmla="*/ 2147483647 w 108"/>
                <a:gd name="T83" fmla="*/ 2147483647 h 142"/>
                <a:gd name="T84" fmla="*/ 2147483647 w 108"/>
                <a:gd name="T85" fmla="*/ 2147483647 h 142"/>
                <a:gd name="T86" fmla="*/ 2147483647 w 108"/>
                <a:gd name="T87" fmla="*/ 2147483647 h 142"/>
                <a:gd name="T88" fmla="*/ 0 w 108"/>
                <a:gd name="T89" fmla="*/ 2147483647 h 142"/>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08"/>
                <a:gd name="T136" fmla="*/ 0 h 142"/>
                <a:gd name="T137" fmla="*/ 108 w 108"/>
                <a:gd name="T138" fmla="*/ 142 h 142"/>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08" h="142">
                  <a:moveTo>
                    <a:pt x="0" y="51"/>
                  </a:moveTo>
                  <a:lnTo>
                    <a:pt x="0" y="49"/>
                  </a:lnTo>
                  <a:lnTo>
                    <a:pt x="0" y="47"/>
                  </a:lnTo>
                  <a:lnTo>
                    <a:pt x="0" y="46"/>
                  </a:lnTo>
                  <a:lnTo>
                    <a:pt x="0" y="43"/>
                  </a:lnTo>
                  <a:lnTo>
                    <a:pt x="0" y="40"/>
                  </a:lnTo>
                  <a:lnTo>
                    <a:pt x="1" y="39"/>
                  </a:lnTo>
                  <a:lnTo>
                    <a:pt x="2" y="37"/>
                  </a:lnTo>
                  <a:lnTo>
                    <a:pt x="2" y="35"/>
                  </a:lnTo>
                  <a:lnTo>
                    <a:pt x="4" y="33"/>
                  </a:lnTo>
                  <a:lnTo>
                    <a:pt x="5" y="30"/>
                  </a:lnTo>
                  <a:lnTo>
                    <a:pt x="6" y="28"/>
                  </a:lnTo>
                  <a:lnTo>
                    <a:pt x="7" y="26"/>
                  </a:lnTo>
                  <a:lnTo>
                    <a:pt x="9" y="24"/>
                  </a:lnTo>
                  <a:lnTo>
                    <a:pt x="9" y="23"/>
                  </a:lnTo>
                  <a:lnTo>
                    <a:pt x="11" y="19"/>
                  </a:lnTo>
                  <a:lnTo>
                    <a:pt x="13" y="18"/>
                  </a:lnTo>
                  <a:lnTo>
                    <a:pt x="15" y="16"/>
                  </a:lnTo>
                  <a:lnTo>
                    <a:pt x="17" y="14"/>
                  </a:lnTo>
                  <a:lnTo>
                    <a:pt x="18" y="13"/>
                  </a:lnTo>
                  <a:lnTo>
                    <a:pt x="20" y="11"/>
                  </a:lnTo>
                  <a:lnTo>
                    <a:pt x="22" y="9"/>
                  </a:lnTo>
                  <a:lnTo>
                    <a:pt x="24" y="8"/>
                  </a:lnTo>
                  <a:lnTo>
                    <a:pt x="26" y="7"/>
                  </a:lnTo>
                  <a:lnTo>
                    <a:pt x="28" y="6"/>
                  </a:lnTo>
                  <a:lnTo>
                    <a:pt x="29" y="5"/>
                  </a:lnTo>
                  <a:lnTo>
                    <a:pt x="30" y="5"/>
                  </a:lnTo>
                  <a:lnTo>
                    <a:pt x="31" y="3"/>
                  </a:lnTo>
                  <a:lnTo>
                    <a:pt x="33" y="3"/>
                  </a:lnTo>
                  <a:lnTo>
                    <a:pt x="34" y="3"/>
                  </a:lnTo>
                  <a:lnTo>
                    <a:pt x="36" y="3"/>
                  </a:lnTo>
                  <a:lnTo>
                    <a:pt x="38" y="2"/>
                  </a:lnTo>
                  <a:lnTo>
                    <a:pt x="39" y="1"/>
                  </a:lnTo>
                  <a:lnTo>
                    <a:pt x="41" y="1"/>
                  </a:lnTo>
                  <a:lnTo>
                    <a:pt x="43" y="0"/>
                  </a:lnTo>
                  <a:lnTo>
                    <a:pt x="44" y="0"/>
                  </a:lnTo>
                  <a:lnTo>
                    <a:pt x="47" y="0"/>
                  </a:lnTo>
                  <a:lnTo>
                    <a:pt x="48" y="0"/>
                  </a:lnTo>
                  <a:lnTo>
                    <a:pt x="50" y="0"/>
                  </a:lnTo>
                  <a:lnTo>
                    <a:pt x="51" y="0"/>
                  </a:lnTo>
                  <a:lnTo>
                    <a:pt x="54" y="0"/>
                  </a:lnTo>
                  <a:lnTo>
                    <a:pt x="56" y="0"/>
                  </a:lnTo>
                  <a:lnTo>
                    <a:pt x="58" y="0"/>
                  </a:lnTo>
                  <a:lnTo>
                    <a:pt x="61" y="0"/>
                  </a:lnTo>
                  <a:lnTo>
                    <a:pt x="63" y="0"/>
                  </a:lnTo>
                  <a:lnTo>
                    <a:pt x="65" y="0"/>
                  </a:lnTo>
                  <a:lnTo>
                    <a:pt x="67" y="1"/>
                  </a:lnTo>
                  <a:lnTo>
                    <a:pt x="68" y="2"/>
                  </a:lnTo>
                  <a:lnTo>
                    <a:pt x="71" y="2"/>
                  </a:lnTo>
                  <a:lnTo>
                    <a:pt x="72" y="3"/>
                  </a:lnTo>
                  <a:lnTo>
                    <a:pt x="73" y="3"/>
                  </a:lnTo>
                  <a:lnTo>
                    <a:pt x="76" y="3"/>
                  </a:lnTo>
                  <a:lnTo>
                    <a:pt x="77" y="4"/>
                  </a:lnTo>
                  <a:lnTo>
                    <a:pt x="78" y="5"/>
                  </a:lnTo>
                  <a:lnTo>
                    <a:pt x="80" y="6"/>
                  </a:lnTo>
                  <a:lnTo>
                    <a:pt x="82" y="7"/>
                  </a:lnTo>
                  <a:lnTo>
                    <a:pt x="83" y="8"/>
                  </a:lnTo>
                  <a:lnTo>
                    <a:pt x="85" y="8"/>
                  </a:lnTo>
                  <a:lnTo>
                    <a:pt x="86" y="10"/>
                  </a:lnTo>
                  <a:lnTo>
                    <a:pt x="88" y="11"/>
                  </a:lnTo>
                  <a:lnTo>
                    <a:pt x="89" y="12"/>
                  </a:lnTo>
                  <a:lnTo>
                    <a:pt x="89" y="13"/>
                  </a:lnTo>
                  <a:lnTo>
                    <a:pt x="90" y="14"/>
                  </a:lnTo>
                  <a:lnTo>
                    <a:pt x="92" y="14"/>
                  </a:lnTo>
                  <a:lnTo>
                    <a:pt x="93" y="16"/>
                  </a:lnTo>
                  <a:lnTo>
                    <a:pt x="94" y="17"/>
                  </a:lnTo>
                  <a:lnTo>
                    <a:pt x="95" y="18"/>
                  </a:lnTo>
                  <a:lnTo>
                    <a:pt x="95" y="19"/>
                  </a:lnTo>
                  <a:lnTo>
                    <a:pt x="97" y="19"/>
                  </a:lnTo>
                  <a:lnTo>
                    <a:pt x="97" y="21"/>
                  </a:lnTo>
                  <a:lnTo>
                    <a:pt x="98" y="22"/>
                  </a:lnTo>
                  <a:lnTo>
                    <a:pt x="99" y="24"/>
                  </a:lnTo>
                  <a:lnTo>
                    <a:pt x="100" y="24"/>
                  </a:lnTo>
                  <a:lnTo>
                    <a:pt x="101" y="26"/>
                  </a:lnTo>
                  <a:lnTo>
                    <a:pt x="102" y="28"/>
                  </a:lnTo>
                  <a:lnTo>
                    <a:pt x="102" y="30"/>
                  </a:lnTo>
                  <a:lnTo>
                    <a:pt x="103" y="30"/>
                  </a:lnTo>
                  <a:lnTo>
                    <a:pt x="104" y="32"/>
                  </a:lnTo>
                  <a:lnTo>
                    <a:pt x="105" y="34"/>
                  </a:lnTo>
                  <a:lnTo>
                    <a:pt x="105" y="35"/>
                  </a:lnTo>
                  <a:lnTo>
                    <a:pt x="105" y="37"/>
                  </a:lnTo>
                  <a:lnTo>
                    <a:pt x="106" y="39"/>
                  </a:lnTo>
                  <a:lnTo>
                    <a:pt x="106" y="41"/>
                  </a:lnTo>
                  <a:lnTo>
                    <a:pt x="107" y="43"/>
                  </a:lnTo>
                  <a:lnTo>
                    <a:pt x="108" y="46"/>
                  </a:lnTo>
                  <a:lnTo>
                    <a:pt x="108" y="47"/>
                  </a:lnTo>
                  <a:lnTo>
                    <a:pt x="108" y="51"/>
                  </a:lnTo>
                  <a:lnTo>
                    <a:pt x="108" y="142"/>
                  </a:lnTo>
                  <a:lnTo>
                    <a:pt x="0" y="142"/>
                  </a:lnTo>
                  <a:lnTo>
                    <a:pt x="0" y="51"/>
                  </a:lnTo>
                </a:path>
              </a:pathLst>
            </a:custGeom>
            <a:noFill/>
            <a:ln w="12700">
              <a:solidFill>
                <a:srgbClr val="000000"/>
              </a:solidFill>
              <a:prstDash val="solid"/>
              <a:round/>
              <a:headEnd/>
              <a:tailEnd/>
            </a:ln>
          </p:spPr>
          <p:txBody>
            <a:bodyPr/>
            <a:lstStyle/>
            <a:p>
              <a:endParaRPr lang="nl-BE"/>
            </a:p>
          </p:txBody>
        </p:sp>
        <p:sp>
          <p:nvSpPr>
            <p:cNvPr id="42115" name="Oval 115"/>
            <p:cNvSpPr>
              <a:spLocks noChangeArrowheads="1"/>
            </p:cNvSpPr>
            <p:nvPr/>
          </p:nvSpPr>
          <p:spPr bwMode="auto">
            <a:xfrm>
              <a:off x="6965950" y="3862388"/>
              <a:ext cx="238125" cy="258762"/>
            </a:xfrm>
            <a:prstGeom prst="ellipse">
              <a:avLst/>
            </a:prstGeom>
            <a:solidFill>
              <a:srgbClr val="006000"/>
            </a:solidFill>
            <a:ln w="9525">
              <a:noFill/>
              <a:round/>
              <a:headEnd/>
              <a:tailEnd/>
            </a:ln>
          </p:spPr>
          <p:txBody>
            <a:bodyPr/>
            <a:lstStyle/>
            <a:p>
              <a:pPr algn="ctr" eaLnBrk="0" hangingPunct="0"/>
              <a:endParaRPr lang="nl-BE"/>
            </a:p>
          </p:txBody>
        </p:sp>
        <p:sp>
          <p:nvSpPr>
            <p:cNvPr id="42116" name="Oval 116"/>
            <p:cNvSpPr>
              <a:spLocks noChangeArrowheads="1"/>
            </p:cNvSpPr>
            <p:nvPr/>
          </p:nvSpPr>
          <p:spPr bwMode="auto">
            <a:xfrm>
              <a:off x="7132638" y="3825875"/>
              <a:ext cx="198437" cy="258763"/>
            </a:xfrm>
            <a:prstGeom prst="ellipse">
              <a:avLst/>
            </a:prstGeom>
            <a:solidFill>
              <a:srgbClr val="006000"/>
            </a:solidFill>
            <a:ln w="9525">
              <a:noFill/>
              <a:round/>
              <a:headEnd/>
              <a:tailEnd/>
            </a:ln>
          </p:spPr>
          <p:txBody>
            <a:bodyPr/>
            <a:lstStyle/>
            <a:p>
              <a:pPr algn="ctr" eaLnBrk="0" hangingPunct="0"/>
              <a:endParaRPr lang="nl-BE"/>
            </a:p>
          </p:txBody>
        </p:sp>
        <p:sp>
          <p:nvSpPr>
            <p:cNvPr id="42117" name="Oval 117"/>
            <p:cNvSpPr>
              <a:spLocks noChangeArrowheads="1"/>
            </p:cNvSpPr>
            <p:nvPr/>
          </p:nvSpPr>
          <p:spPr bwMode="auto">
            <a:xfrm>
              <a:off x="7038975" y="4011613"/>
              <a:ext cx="125413" cy="103187"/>
            </a:xfrm>
            <a:prstGeom prst="ellipse">
              <a:avLst/>
            </a:prstGeom>
            <a:solidFill>
              <a:srgbClr val="004000"/>
            </a:solidFill>
            <a:ln w="9525">
              <a:noFill/>
              <a:round/>
              <a:headEnd/>
              <a:tailEnd/>
            </a:ln>
          </p:spPr>
          <p:txBody>
            <a:bodyPr/>
            <a:lstStyle/>
            <a:p>
              <a:pPr algn="ctr" eaLnBrk="0" hangingPunct="0"/>
              <a:endParaRPr lang="nl-BE"/>
            </a:p>
          </p:txBody>
        </p:sp>
        <p:sp>
          <p:nvSpPr>
            <p:cNvPr id="42118" name="Oval 118"/>
            <p:cNvSpPr>
              <a:spLocks noChangeArrowheads="1"/>
            </p:cNvSpPr>
            <p:nvPr/>
          </p:nvSpPr>
          <p:spPr bwMode="auto">
            <a:xfrm>
              <a:off x="7180263" y="3949700"/>
              <a:ext cx="131762" cy="136525"/>
            </a:xfrm>
            <a:prstGeom prst="ellipse">
              <a:avLst/>
            </a:prstGeom>
            <a:solidFill>
              <a:srgbClr val="004000"/>
            </a:solidFill>
            <a:ln w="9525">
              <a:noFill/>
              <a:round/>
              <a:headEnd/>
              <a:tailEnd/>
            </a:ln>
          </p:spPr>
          <p:txBody>
            <a:bodyPr/>
            <a:lstStyle/>
            <a:p>
              <a:pPr algn="ctr" eaLnBrk="0" hangingPunct="0"/>
              <a:endParaRPr lang="nl-BE"/>
            </a:p>
          </p:txBody>
        </p:sp>
        <p:sp>
          <p:nvSpPr>
            <p:cNvPr id="42119" name="Oval 119"/>
            <p:cNvSpPr>
              <a:spLocks noChangeArrowheads="1"/>
            </p:cNvSpPr>
            <p:nvPr/>
          </p:nvSpPr>
          <p:spPr bwMode="auto">
            <a:xfrm>
              <a:off x="7032625" y="3800475"/>
              <a:ext cx="204788" cy="203200"/>
            </a:xfrm>
            <a:prstGeom prst="ellipse">
              <a:avLst/>
            </a:prstGeom>
            <a:solidFill>
              <a:srgbClr val="008000"/>
            </a:solidFill>
            <a:ln w="9525">
              <a:noFill/>
              <a:round/>
              <a:headEnd/>
              <a:tailEnd/>
            </a:ln>
          </p:spPr>
          <p:txBody>
            <a:bodyPr/>
            <a:lstStyle/>
            <a:p>
              <a:pPr algn="ctr" eaLnBrk="0" hangingPunct="0"/>
              <a:endParaRPr lang="nl-BE"/>
            </a:p>
          </p:txBody>
        </p:sp>
        <p:sp>
          <p:nvSpPr>
            <p:cNvPr id="42120" name="Oval 120"/>
            <p:cNvSpPr>
              <a:spLocks noChangeArrowheads="1"/>
            </p:cNvSpPr>
            <p:nvPr/>
          </p:nvSpPr>
          <p:spPr bwMode="auto">
            <a:xfrm>
              <a:off x="7086600" y="3868738"/>
              <a:ext cx="144463" cy="122237"/>
            </a:xfrm>
            <a:prstGeom prst="ellipse">
              <a:avLst/>
            </a:prstGeom>
            <a:solidFill>
              <a:srgbClr val="006000"/>
            </a:solidFill>
            <a:ln w="9525">
              <a:noFill/>
              <a:round/>
              <a:headEnd/>
              <a:tailEnd/>
            </a:ln>
          </p:spPr>
          <p:txBody>
            <a:bodyPr/>
            <a:lstStyle/>
            <a:p>
              <a:pPr algn="ctr" eaLnBrk="0" hangingPunct="0"/>
              <a:endParaRPr lang="nl-BE"/>
            </a:p>
          </p:txBody>
        </p:sp>
        <p:sp>
          <p:nvSpPr>
            <p:cNvPr id="42121" name="Oval 121"/>
            <p:cNvSpPr>
              <a:spLocks noChangeArrowheads="1"/>
            </p:cNvSpPr>
            <p:nvPr/>
          </p:nvSpPr>
          <p:spPr bwMode="auto">
            <a:xfrm>
              <a:off x="6938963" y="3948113"/>
              <a:ext cx="277812" cy="222250"/>
            </a:xfrm>
            <a:prstGeom prst="ellipse">
              <a:avLst/>
            </a:prstGeom>
            <a:solidFill>
              <a:srgbClr val="006000"/>
            </a:solidFill>
            <a:ln w="9525">
              <a:noFill/>
              <a:round/>
              <a:headEnd/>
              <a:tailEnd/>
            </a:ln>
          </p:spPr>
          <p:txBody>
            <a:bodyPr/>
            <a:lstStyle/>
            <a:p>
              <a:pPr algn="ctr" eaLnBrk="0" hangingPunct="0"/>
              <a:endParaRPr lang="nl-BE"/>
            </a:p>
          </p:txBody>
        </p:sp>
        <p:sp>
          <p:nvSpPr>
            <p:cNvPr id="42122" name="Oval 122"/>
            <p:cNvSpPr>
              <a:spLocks noChangeArrowheads="1"/>
            </p:cNvSpPr>
            <p:nvPr/>
          </p:nvSpPr>
          <p:spPr bwMode="auto">
            <a:xfrm>
              <a:off x="6977063" y="4105275"/>
              <a:ext cx="279400" cy="184150"/>
            </a:xfrm>
            <a:prstGeom prst="ellipse">
              <a:avLst/>
            </a:prstGeom>
            <a:solidFill>
              <a:srgbClr val="006000"/>
            </a:solidFill>
            <a:ln w="9525">
              <a:noFill/>
              <a:round/>
              <a:headEnd/>
              <a:tailEnd/>
            </a:ln>
          </p:spPr>
          <p:txBody>
            <a:bodyPr/>
            <a:lstStyle/>
            <a:p>
              <a:pPr algn="ctr" eaLnBrk="0" hangingPunct="0"/>
              <a:endParaRPr lang="nl-BE"/>
            </a:p>
          </p:txBody>
        </p:sp>
        <p:sp>
          <p:nvSpPr>
            <p:cNvPr id="42123" name="Oval 123"/>
            <p:cNvSpPr>
              <a:spLocks noChangeArrowheads="1"/>
            </p:cNvSpPr>
            <p:nvPr/>
          </p:nvSpPr>
          <p:spPr bwMode="auto">
            <a:xfrm>
              <a:off x="6943725" y="4016375"/>
              <a:ext cx="112713" cy="117475"/>
            </a:xfrm>
            <a:prstGeom prst="ellipse">
              <a:avLst/>
            </a:prstGeom>
            <a:solidFill>
              <a:srgbClr val="004000"/>
            </a:solidFill>
            <a:ln w="9525">
              <a:noFill/>
              <a:round/>
              <a:headEnd/>
              <a:tailEnd/>
            </a:ln>
          </p:spPr>
          <p:txBody>
            <a:bodyPr/>
            <a:lstStyle/>
            <a:p>
              <a:pPr algn="ctr" eaLnBrk="0" hangingPunct="0"/>
              <a:endParaRPr lang="nl-BE"/>
            </a:p>
          </p:txBody>
        </p:sp>
        <p:sp>
          <p:nvSpPr>
            <p:cNvPr id="42124" name="Oval 124"/>
            <p:cNvSpPr>
              <a:spLocks noChangeArrowheads="1"/>
            </p:cNvSpPr>
            <p:nvPr/>
          </p:nvSpPr>
          <p:spPr bwMode="auto">
            <a:xfrm>
              <a:off x="6956425" y="4137025"/>
              <a:ext cx="284163" cy="127000"/>
            </a:xfrm>
            <a:prstGeom prst="ellipse">
              <a:avLst/>
            </a:prstGeom>
            <a:solidFill>
              <a:srgbClr val="004000"/>
            </a:solidFill>
            <a:ln w="9525">
              <a:noFill/>
              <a:round/>
              <a:headEnd/>
              <a:tailEnd/>
            </a:ln>
          </p:spPr>
          <p:txBody>
            <a:bodyPr/>
            <a:lstStyle/>
            <a:p>
              <a:pPr algn="ctr" eaLnBrk="0" hangingPunct="0"/>
              <a:endParaRPr lang="nl-BE"/>
            </a:p>
          </p:txBody>
        </p:sp>
        <p:sp>
          <p:nvSpPr>
            <p:cNvPr id="42125" name="Oval 125"/>
            <p:cNvSpPr>
              <a:spLocks noChangeArrowheads="1"/>
            </p:cNvSpPr>
            <p:nvPr/>
          </p:nvSpPr>
          <p:spPr bwMode="auto">
            <a:xfrm>
              <a:off x="7064375" y="4011613"/>
              <a:ext cx="219075" cy="190500"/>
            </a:xfrm>
            <a:prstGeom prst="ellipse">
              <a:avLst/>
            </a:prstGeom>
            <a:solidFill>
              <a:srgbClr val="008000"/>
            </a:solidFill>
            <a:ln w="9525">
              <a:noFill/>
              <a:round/>
              <a:headEnd/>
              <a:tailEnd/>
            </a:ln>
          </p:spPr>
          <p:txBody>
            <a:bodyPr/>
            <a:lstStyle/>
            <a:p>
              <a:pPr algn="ctr" eaLnBrk="0" hangingPunct="0"/>
              <a:endParaRPr lang="nl-BE"/>
            </a:p>
          </p:txBody>
        </p:sp>
        <p:sp>
          <p:nvSpPr>
            <p:cNvPr id="42126" name="Oval 126"/>
            <p:cNvSpPr>
              <a:spLocks noChangeArrowheads="1"/>
            </p:cNvSpPr>
            <p:nvPr/>
          </p:nvSpPr>
          <p:spPr bwMode="auto">
            <a:xfrm>
              <a:off x="7078663" y="4060825"/>
              <a:ext cx="130175" cy="134938"/>
            </a:xfrm>
            <a:prstGeom prst="ellipse">
              <a:avLst/>
            </a:prstGeom>
            <a:solidFill>
              <a:srgbClr val="006000"/>
            </a:solidFill>
            <a:ln w="9525">
              <a:noFill/>
              <a:round/>
              <a:headEnd/>
              <a:tailEnd/>
            </a:ln>
          </p:spPr>
          <p:txBody>
            <a:bodyPr/>
            <a:lstStyle/>
            <a:p>
              <a:pPr algn="ctr" eaLnBrk="0" hangingPunct="0"/>
              <a:endParaRPr lang="nl-BE"/>
            </a:p>
          </p:txBody>
        </p:sp>
        <p:sp>
          <p:nvSpPr>
            <p:cNvPr id="42127" name="Oval 127"/>
            <p:cNvSpPr>
              <a:spLocks noChangeArrowheads="1"/>
            </p:cNvSpPr>
            <p:nvPr/>
          </p:nvSpPr>
          <p:spPr bwMode="auto">
            <a:xfrm>
              <a:off x="6994525" y="3462338"/>
              <a:ext cx="239713" cy="260350"/>
            </a:xfrm>
            <a:prstGeom prst="ellipse">
              <a:avLst/>
            </a:prstGeom>
            <a:solidFill>
              <a:srgbClr val="006000"/>
            </a:solidFill>
            <a:ln w="9525">
              <a:noFill/>
              <a:round/>
              <a:headEnd/>
              <a:tailEnd/>
            </a:ln>
          </p:spPr>
          <p:txBody>
            <a:bodyPr/>
            <a:lstStyle/>
            <a:p>
              <a:pPr algn="ctr" eaLnBrk="0" hangingPunct="0"/>
              <a:endParaRPr lang="nl-BE"/>
            </a:p>
          </p:txBody>
        </p:sp>
        <p:sp>
          <p:nvSpPr>
            <p:cNvPr id="42128" name="Oval 128"/>
            <p:cNvSpPr>
              <a:spLocks noChangeArrowheads="1"/>
            </p:cNvSpPr>
            <p:nvPr/>
          </p:nvSpPr>
          <p:spPr bwMode="auto">
            <a:xfrm>
              <a:off x="7162800" y="3425825"/>
              <a:ext cx="196850" cy="258763"/>
            </a:xfrm>
            <a:prstGeom prst="ellipse">
              <a:avLst/>
            </a:prstGeom>
            <a:solidFill>
              <a:srgbClr val="006000"/>
            </a:solidFill>
            <a:ln w="9525">
              <a:noFill/>
              <a:round/>
              <a:headEnd/>
              <a:tailEnd/>
            </a:ln>
          </p:spPr>
          <p:txBody>
            <a:bodyPr/>
            <a:lstStyle/>
            <a:p>
              <a:pPr algn="ctr" eaLnBrk="0" hangingPunct="0"/>
              <a:endParaRPr lang="nl-BE"/>
            </a:p>
          </p:txBody>
        </p:sp>
        <p:sp>
          <p:nvSpPr>
            <p:cNvPr id="42129" name="Oval 129"/>
            <p:cNvSpPr>
              <a:spLocks noChangeArrowheads="1"/>
            </p:cNvSpPr>
            <p:nvPr/>
          </p:nvSpPr>
          <p:spPr bwMode="auto">
            <a:xfrm>
              <a:off x="7069138" y="3613150"/>
              <a:ext cx="125412" cy="101600"/>
            </a:xfrm>
            <a:prstGeom prst="ellipse">
              <a:avLst/>
            </a:prstGeom>
            <a:solidFill>
              <a:srgbClr val="004000"/>
            </a:solidFill>
            <a:ln w="9525">
              <a:noFill/>
              <a:round/>
              <a:headEnd/>
              <a:tailEnd/>
            </a:ln>
          </p:spPr>
          <p:txBody>
            <a:bodyPr/>
            <a:lstStyle/>
            <a:p>
              <a:pPr algn="ctr" eaLnBrk="0" hangingPunct="0"/>
              <a:endParaRPr lang="nl-BE"/>
            </a:p>
          </p:txBody>
        </p:sp>
        <p:sp>
          <p:nvSpPr>
            <p:cNvPr id="42130" name="Oval 130"/>
            <p:cNvSpPr>
              <a:spLocks noChangeArrowheads="1"/>
            </p:cNvSpPr>
            <p:nvPr/>
          </p:nvSpPr>
          <p:spPr bwMode="auto">
            <a:xfrm>
              <a:off x="7208838" y="3549650"/>
              <a:ext cx="160337" cy="168275"/>
            </a:xfrm>
            <a:prstGeom prst="ellipse">
              <a:avLst/>
            </a:prstGeom>
            <a:solidFill>
              <a:srgbClr val="004000"/>
            </a:solidFill>
            <a:ln w="9525">
              <a:noFill/>
              <a:round/>
              <a:headEnd/>
              <a:tailEnd/>
            </a:ln>
          </p:spPr>
          <p:txBody>
            <a:bodyPr/>
            <a:lstStyle/>
            <a:p>
              <a:pPr algn="ctr" eaLnBrk="0" hangingPunct="0"/>
              <a:endParaRPr lang="nl-BE"/>
            </a:p>
          </p:txBody>
        </p:sp>
        <p:sp>
          <p:nvSpPr>
            <p:cNvPr id="42131" name="Oval 131"/>
            <p:cNvSpPr>
              <a:spLocks noChangeArrowheads="1"/>
            </p:cNvSpPr>
            <p:nvPr/>
          </p:nvSpPr>
          <p:spPr bwMode="auto">
            <a:xfrm>
              <a:off x="7061200" y="3400425"/>
              <a:ext cx="206375" cy="203200"/>
            </a:xfrm>
            <a:prstGeom prst="ellipse">
              <a:avLst/>
            </a:prstGeom>
            <a:solidFill>
              <a:srgbClr val="008000"/>
            </a:solidFill>
            <a:ln w="9525">
              <a:noFill/>
              <a:round/>
              <a:headEnd/>
              <a:tailEnd/>
            </a:ln>
          </p:spPr>
          <p:txBody>
            <a:bodyPr/>
            <a:lstStyle/>
            <a:p>
              <a:pPr algn="ctr" eaLnBrk="0" hangingPunct="0"/>
              <a:endParaRPr lang="nl-BE"/>
            </a:p>
          </p:txBody>
        </p:sp>
        <p:sp>
          <p:nvSpPr>
            <p:cNvPr id="42132" name="Oval 132"/>
            <p:cNvSpPr>
              <a:spLocks noChangeArrowheads="1"/>
            </p:cNvSpPr>
            <p:nvPr/>
          </p:nvSpPr>
          <p:spPr bwMode="auto">
            <a:xfrm>
              <a:off x="7113588" y="3468688"/>
              <a:ext cx="147637" cy="123825"/>
            </a:xfrm>
            <a:prstGeom prst="ellipse">
              <a:avLst/>
            </a:prstGeom>
            <a:solidFill>
              <a:srgbClr val="006000"/>
            </a:solidFill>
            <a:ln w="9525">
              <a:noFill/>
              <a:round/>
              <a:headEnd/>
              <a:tailEnd/>
            </a:ln>
          </p:spPr>
          <p:txBody>
            <a:bodyPr/>
            <a:lstStyle/>
            <a:p>
              <a:pPr algn="ctr" eaLnBrk="0" hangingPunct="0"/>
              <a:endParaRPr lang="nl-BE"/>
            </a:p>
          </p:txBody>
        </p:sp>
        <p:sp>
          <p:nvSpPr>
            <p:cNvPr id="42133" name="Oval 133"/>
            <p:cNvSpPr>
              <a:spLocks noChangeArrowheads="1"/>
            </p:cNvSpPr>
            <p:nvPr/>
          </p:nvSpPr>
          <p:spPr bwMode="auto">
            <a:xfrm>
              <a:off x="6965950" y="3556000"/>
              <a:ext cx="279400" cy="222250"/>
            </a:xfrm>
            <a:prstGeom prst="ellipse">
              <a:avLst/>
            </a:prstGeom>
            <a:solidFill>
              <a:srgbClr val="006000"/>
            </a:solidFill>
            <a:ln w="9525">
              <a:noFill/>
              <a:round/>
              <a:headEnd/>
              <a:tailEnd/>
            </a:ln>
          </p:spPr>
          <p:txBody>
            <a:bodyPr/>
            <a:lstStyle/>
            <a:p>
              <a:pPr algn="ctr" eaLnBrk="0" hangingPunct="0"/>
              <a:endParaRPr lang="nl-BE"/>
            </a:p>
          </p:txBody>
        </p:sp>
        <p:sp>
          <p:nvSpPr>
            <p:cNvPr id="42134" name="Oval 134"/>
            <p:cNvSpPr>
              <a:spLocks noChangeArrowheads="1"/>
            </p:cNvSpPr>
            <p:nvPr/>
          </p:nvSpPr>
          <p:spPr bwMode="auto">
            <a:xfrm>
              <a:off x="7007225" y="3703638"/>
              <a:ext cx="279400" cy="185737"/>
            </a:xfrm>
            <a:prstGeom prst="ellipse">
              <a:avLst/>
            </a:prstGeom>
            <a:solidFill>
              <a:srgbClr val="006000"/>
            </a:solidFill>
            <a:ln w="9525">
              <a:noFill/>
              <a:round/>
              <a:headEnd/>
              <a:tailEnd/>
            </a:ln>
          </p:spPr>
          <p:txBody>
            <a:bodyPr/>
            <a:lstStyle/>
            <a:p>
              <a:pPr algn="ctr" eaLnBrk="0" hangingPunct="0"/>
              <a:endParaRPr lang="nl-BE"/>
            </a:p>
          </p:txBody>
        </p:sp>
        <p:sp>
          <p:nvSpPr>
            <p:cNvPr id="42135" name="Oval 135"/>
            <p:cNvSpPr>
              <a:spLocks noChangeArrowheads="1"/>
            </p:cNvSpPr>
            <p:nvPr/>
          </p:nvSpPr>
          <p:spPr bwMode="auto">
            <a:xfrm>
              <a:off x="6973888" y="3617913"/>
              <a:ext cx="217487" cy="115887"/>
            </a:xfrm>
            <a:prstGeom prst="ellipse">
              <a:avLst/>
            </a:prstGeom>
            <a:solidFill>
              <a:srgbClr val="004000"/>
            </a:solidFill>
            <a:ln w="9525">
              <a:noFill/>
              <a:round/>
              <a:headEnd/>
              <a:tailEnd/>
            </a:ln>
          </p:spPr>
          <p:txBody>
            <a:bodyPr/>
            <a:lstStyle/>
            <a:p>
              <a:pPr algn="ctr" eaLnBrk="0" hangingPunct="0"/>
              <a:endParaRPr lang="nl-BE"/>
            </a:p>
          </p:txBody>
        </p:sp>
        <p:sp>
          <p:nvSpPr>
            <p:cNvPr id="42136" name="Oval 136"/>
            <p:cNvSpPr>
              <a:spLocks noChangeArrowheads="1"/>
            </p:cNvSpPr>
            <p:nvPr/>
          </p:nvSpPr>
          <p:spPr bwMode="auto">
            <a:xfrm>
              <a:off x="7007225" y="3706813"/>
              <a:ext cx="146050" cy="161925"/>
            </a:xfrm>
            <a:prstGeom prst="ellipse">
              <a:avLst/>
            </a:prstGeom>
            <a:solidFill>
              <a:srgbClr val="004000"/>
            </a:solidFill>
            <a:ln w="9525">
              <a:noFill/>
              <a:round/>
              <a:headEnd/>
              <a:tailEnd/>
            </a:ln>
          </p:spPr>
          <p:txBody>
            <a:bodyPr/>
            <a:lstStyle/>
            <a:p>
              <a:pPr algn="ctr" eaLnBrk="0" hangingPunct="0"/>
              <a:endParaRPr lang="nl-BE"/>
            </a:p>
          </p:txBody>
        </p:sp>
        <p:sp>
          <p:nvSpPr>
            <p:cNvPr id="42137" name="Oval 137"/>
            <p:cNvSpPr>
              <a:spLocks noChangeArrowheads="1"/>
            </p:cNvSpPr>
            <p:nvPr/>
          </p:nvSpPr>
          <p:spPr bwMode="auto">
            <a:xfrm>
              <a:off x="7094538" y="3611563"/>
              <a:ext cx="219075" cy="190500"/>
            </a:xfrm>
            <a:prstGeom prst="ellipse">
              <a:avLst/>
            </a:prstGeom>
            <a:solidFill>
              <a:srgbClr val="008000"/>
            </a:solidFill>
            <a:ln w="9525">
              <a:noFill/>
              <a:round/>
              <a:headEnd/>
              <a:tailEnd/>
            </a:ln>
          </p:spPr>
          <p:txBody>
            <a:bodyPr/>
            <a:lstStyle/>
            <a:p>
              <a:pPr algn="ctr" eaLnBrk="0" hangingPunct="0"/>
              <a:endParaRPr lang="nl-BE"/>
            </a:p>
          </p:txBody>
        </p:sp>
        <p:sp>
          <p:nvSpPr>
            <p:cNvPr id="42138" name="Oval 138"/>
            <p:cNvSpPr>
              <a:spLocks noChangeArrowheads="1"/>
            </p:cNvSpPr>
            <p:nvPr/>
          </p:nvSpPr>
          <p:spPr bwMode="auto">
            <a:xfrm>
              <a:off x="7105650" y="3660775"/>
              <a:ext cx="134938" cy="134938"/>
            </a:xfrm>
            <a:prstGeom prst="ellipse">
              <a:avLst/>
            </a:prstGeom>
            <a:solidFill>
              <a:srgbClr val="006000"/>
            </a:solidFill>
            <a:ln w="9525">
              <a:noFill/>
              <a:round/>
              <a:headEnd/>
              <a:tailEnd/>
            </a:ln>
          </p:spPr>
          <p:txBody>
            <a:bodyPr/>
            <a:lstStyle/>
            <a:p>
              <a:pPr algn="ctr" eaLnBrk="0" hangingPunct="0"/>
              <a:endParaRPr lang="nl-BE"/>
            </a:p>
          </p:txBody>
        </p:sp>
        <p:sp>
          <p:nvSpPr>
            <p:cNvPr id="42139" name="Oval 139"/>
            <p:cNvSpPr>
              <a:spLocks noChangeArrowheads="1"/>
            </p:cNvSpPr>
            <p:nvPr/>
          </p:nvSpPr>
          <p:spPr bwMode="auto">
            <a:xfrm>
              <a:off x="7218363" y="4040188"/>
              <a:ext cx="238125" cy="260350"/>
            </a:xfrm>
            <a:prstGeom prst="ellipse">
              <a:avLst/>
            </a:prstGeom>
            <a:solidFill>
              <a:srgbClr val="006000"/>
            </a:solidFill>
            <a:ln w="9525">
              <a:noFill/>
              <a:round/>
              <a:headEnd/>
              <a:tailEnd/>
            </a:ln>
          </p:spPr>
          <p:txBody>
            <a:bodyPr/>
            <a:lstStyle/>
            <a:p>
              <a:pPr algn="ctr" eaLnBrk="0" hangingPunct="0"/>
              <a:endParaRPr lang="nl-BE"/>
            </a:p>
          </p:txBody>
        </p:sp>
        <p:sp>
          <p:nvSpPr>
            <p:cNvPr id="42140" name="Oval 140"/>
            <p:cNvSpPr>
              <a:spLocks noChangeArrowheads="1"/>
            </p:cNvSpPr>
            <p:nvPr/>
          </p:nvSpPr>
          <p:spPr bwMode="auto">
            <a:xfrm>
              <a:off x="7385050" y="4003675"/>
              <a:ext cx="198438" cy="260350"/>
            </a:xfrm>
            <a:prstGeom prst="ellipse">
              <a:avLst/>
            </a:prstGeom>
            <a:solidFill>
              <a:srgbClr val="006000"/>
            </a:solidFill>
            <a:ln w="9525">
              <a:noFill/>
              <a:round/>
              <a:headEnd/>
              <a:tailEnd/>
            </a:ln>
          </p:spPr>
          <p:txBody>
            <a:bodyPr/>
            <a:lstStyle/>
            <a:p>
              <a:pPr algn="ctr" eaLnBrk="0" hangingPunct="0"/>
              <a:endParaRPr lang="nl-BE"/>
            </a:p>
          </p:txBody>
        </p:sp>
        <p:sp>
          <p:nvSpPr>
            <p:cNvPr id="42141" name="Oval 141"/>
            <p:cNvSpPr>
              <a:spLocks noChangeArrowheads="1"/>
            </p:cNvSpPr>
            <p:nvPr/>
          </p:nvSpPr>
          <p:spPr bwMode="auto">
            <a:xfrm>
              <a:off x="7175500" y="4164013"/>
              <a:ext cx="225425" cy="123825"/>
            </a:xfrm>
            <a:prstGeom prst="ellipse">
              <a:avLst/>
            </a:prstGeom>
            <a:solidFill>
              <a:srgbClr val="004000"/>
            </a:solidFill>
            <a:ln w="9525">
              <a:noFill/>
              <a:round/>
              <a:headEnd/>
              <a:tailEnd/>
            </a:ln>
          </p:spPr>
          <p:txBody>
            <a:bodyPr/>
            <a:lstStyle/>
            <a:p>
              <a:pPr algn="ctr" eaLnBrk="0" hangingPunct="0"/>
              <a:endParaRPr lang="nl-BE"/>
            </a:p>
          </p:txBody>
        </p:sp>
        <p:sp>
          <p:nvSpPr>
            <p:cNvPr id="42142" name="Oval 142"/>
            <p:cNvSpPr>
              <a:spLocks noChangeArrowheads="1"/>
            </p:cNvSpPr>
            <p:nvPr/>
          </p:nvSpPr>
          <p:spPr bwMode="auto">
            <a:xfrm>
              <a:off x="7431088" y="4127500"/>
              <a:ext cx="133350" cy="136525"/>
            </a:xfrm>
            <a:prstGeom prst="ellipse">
              <a:avLst/>
            </a:prstGeom>
            <a:solidFill>
              <a:srgbClr val="004000"/>
            </a:solidFill>
            <a:ln w="9525">
              <a:noFill/>
              <a:round/>
              <a:headEnd/>
              <a:tailEnd/>
            </a:ln>
          </p:spPr>
          <p:txBody>
            <a:bodyPr/>
            <a:lstStyle/>
            <a:p>
              <a:pPr algn="ctr" eaLnBrk="0" hangingPunct="0"/>
              <a:endParaRPr lang="nl-BE"/>
            </a:p>
          </p:txBody>
        </p:sp>
        <p:sp>
          <p:nvSpPr>
            <p:cNvPr id="42143" name="Oval 143"/>
            <p:cNvSpPr>
              <a:spLocks noChangeArrowheads="1"/>
            </p:cNvSpPr>
            <p:nvPr/>
          </p:nvSpPr>
          <p:spPr bwMode="auto">
            <a:xfrm>
              <a:off x="7285038" y="3978275"/>
              <a:ext cx="204787" cy="203200"/>
            </a:xfrm>
            <a:prstGeom prst="ellipse">
              <a:avLst/>
            </a:prstGeom>
            <a:solidFill>
              <a:srgbClr val="008000"/>
            </a:solidFill>
            <a:ln w="9525">
              <a:noFill/>
              <a:round/>
              <a:headEnd/>
              <a:tailEnd/>
            </a:ln>
          </p:spPr>
          <p:txBody>
            <a:bodyPr/>
            <a:lstStyle/>
            <a:p>
              <a:pPr algn="ctr" eaLnBrk="0" hangingPunct="0"/>
              <a:endParaRPr lang="nl-BE"/>
            </a:p>
          </p:txBody>
        </p:sp>
        <p:sp>
          <p:nvSpPr>
            <p:cNvPr id="42144" name="Oval 144"/>
            <p:cNvSpPr>
              <a:spLocks noChangeArrowheads="1"/>
            </p:cNvSpPr>
            <p:nvPr/>
          </p:nvSpPr>
          <p:spPr bwMode="auto">
            <a:xfrm>
              <a:off x="7337425" y="4046538"/>
              <a:ext cx="144463" cy="123825"/>
            </a:xfrm>
            <a:prstGeom prst="ellipse">
              <a:avLst/>
            </a:prstGeom>
            <a:solidFill>
              <a:srgbClr val="006000"/>
            </a:solidFill>
            <a:ln w="9525">
              <a:noFill/>
              <a:round/>
              <a:headEnd/>
              <a:tailEnd/>
            </a:ln>
          </p:spPr>
          <p:txBody>
            <a:bodyPr/>
            <a:lstStyle/>
            <a:p>
              <a:pPr algn="ctr" eaLnBrk="0" hangingPunct="0"/>
              <a:endParaRPr lang="nl-BE"/>
            </a:p>
          </p:txBody>
        </p:sp>
        <p:sp>
          <p:nvSpPr>
            <p:cNvPr id="42145" name="Oval 145"/>
            <p:cNvSpPr>
              <a:spLocks noChangeArrowheads="1"/>
            </p:cNvSpPr>
            <p:nvPr/>
          </p:nvSpPr>
          <p:spPr bwMode="auto">
            <a:xfrm>
              <a:off x="7189788" y="3803650"/>
              <a:ext cx="238125" cy="258763"/>
            </a:xfrm>
            <a:prstGeom prst="ellipse">
              <a:avLst/>
            </a:prstGeom>
            <a:solidFill>
              <a:srgbClr val="006000"/>
            </a:solidFill>
            <a:ln w="9525">
              <a:noFill/>
              <a:round/>
              <a:headEnd/>
              <a:tailEnd/>
            </a:ln>
          </p:spPr>
          <p:txBody>
            <a:bodyPr/>
            <a:lstStyle/>
            <a:p>
              <a:pPr algn="ctr" eaLnBrk="0" hangingPunct="0"/>
              <a:endParaRPr lang="nl-BE"/>
            </a:p>
          </p:txBody>
        </p:sp>
        <p:sp>
          <p:nvSpPr>
            <p:cNvPr id="42146" name="Oval 146"/>
            <p:cNvSpPr>
              <a:spLocks noChangeArrowheads="1"/>
            </p:cNvSpPr>
            <p:nvPr/>
          </p:nvSpPr>
          <p:spPr bwMode="auto">
            <a:xfrm>
              <a:off x="7356475" y="3841750"/>
              <a:ext cx="196850" cy="258763"/>
            </a:xfrm>
            <a:prstGeom prst="ellipse">
              <a:avLst/>
            </a:prstGeom>
            <a:solidFill>
              <a:srgbClr val="006000"/>
            </a:solidFill>
            <a:ln w="9525">
              <a:noFill/>
              <a:round/>
              <a:headEnd/>
              <a:tailEnd/>
            </a:ln>
          </p:spPr>
          <p:txBody>
            <a:bodyPr/>
            <a:lstStyle/>
            <a:p>
              <a:pPr algn="ctr" eaLnBrk="0" hangingPunct="0"/>
              <a:endParaRPr lang="nl-BE"/>
            </a:p>
          </p:txBody>
        </p:sp>
        <p:sp>
          <p:nvSpPr>
            <p:cNvPr id="42147" name="Oval 147"/>
            <p:cNvSpPr>
              <a:spLocks noChangeArrowheads="1"/>
            </p:cNvSpPr>
            <p:nvPr/>
          </p:nvSpPr>
          <p:spPr bwMode="auto">
            <a:xfrm>
              <a:off x="7402513" y="3840163"/>
              <a:ext cx="131762" cy="136525"/>
            </a:xfrm>
            <a:prstGeom prst="ellipse">
              <a:avLst/>
            </a:prstGeom>
            <a:solidFill>
              <a:srgbClr val="004000"/>
            </a:solidFill>
            <a:ln w="9525">
              <a:noFill/>
              <a:round/>
              <a:headEnd/>
              <a:tailEnd/>
            </a:ln>
          </p:spPr>
          <p:txBody>
            <a:bodyPr/>
            <a:lstStyle/>
            <a:p>
              <a:pPr algn="ctr" eaLnBrk="0" hangingPunct="0"/>
              <a:endParaRPr lang="nl-BE"/>
            </a:p>
          </p:txBody>
        </p:sp>
        <p:sp>
          <p:nvSpPr>
            <p:cNvPr id="42148" name="Oval 148"/>
            <p:cNvSpPr>
              <a:spLocks noChangeArrowheads="1"/>
            </p:cNvSpPr>
            <p:nvPr/>
          </p:nvSpPr>
          <p:spPr bwMode="auto">
            <a:xfrm>
              <a:off x="7254875" y="3921125"/>
              <a:ext cx="206375" cy="203200"/>
            </a:xfrm>
            <a:prstGeom prst="ellipse">
              <a:avLst/>
            </a:prstGeom>
            <a:solidFill>
              <a:srgbClr val="008000"/>
            </a:solidFill>
            <a:ln w="9525">
              <a:noFill/>
              <a:round/>
              <a:headEnd/>
              <a:tailEnd/>
            </a:ln>
          </p:spPr>
          <p:txBody>
            <a:bodyPr/>
            <a:lstStyle/>
            <a:p>
              <a:pPr algn="ctr" eaLnBrk="0" hangingPunct="0"/>
              <a:endParaRPr lang="nl-BE"/>
            </a:p>
          </p:txBody>
        </p:sp>
        <p:sp>
          <p:nvSpPr>
            <p:cNvPr id="42149" name="Oval 149"/>
            <p:cNvSpPr>
              <a:spLocks noChangeArrowheads="1"/>
            </p:cNvSpPr>
            <p:nvPr/>
          </p:nvSpPr>
          <p:spPr bwMode="auto">
            <a:xfrm>
              <a:off x="7308850" y="3933825"/>
              <a:ext cx="144463" cy="123825"/>
            </a:xfrm>
            <a:prstGeom prst="ellipse">
              <a:avLst/>
            </a:prstGeom>
            <a:solidFill>
              <a:srgbClr val="006000"/>
            </a:solidFill>
            <a:ln w="9525">
              <a:noFill/>
              <a:round/>
              <a:headEnd/>
              <a:tailEnd/>
            </a:ln>
          </p:spPr>
          <p:txBody>
            <a:bodyPr/>
            <a:lstStyle/>
            <a:p>
              <a:pPr algn="ctr" eaLnBrk="0" hangingPunct="0"/>
              <a:endParaRPr lang="nl-BE"/>
            </a:p>
          </p:txBody>
        </p:sp>
        <p:sp>
          <p:nvSpPr>
            <p:cNvPr id="42150" name="Oval 150"/>
            <p:cNvSpPr>
              <a:spLocks noChangeArrowheads="1"/>
            </p:cNvSpPr>
            <p:nvPr/>
          </p:nvSpPr>
          <p:spPr bwMode="auto">
            <a:xfrm>
              <a:off x="7586663" y="4197350"/>
              <a:ext cx="261937" cy="238125"/>
            </a:xfrm>
            <a:prstGeom prst="ellipse">
              <a:avLst/>
            </a:prstGeom>
            <a:solidFill>
              <a:srgbClr val="006000"/>
            </a:solidFill>
            <a:ln w="9525">
              <a:noFill/>
              <a:round/>
              <a:headEnd/>
              <a:tailEnd/>
            </a:ln>
          </p:spPr>
          <p:txBody>
            <a:bodyPr/>
            <a:lstStyle/>
            <a:p>
              <a:pPr algn="ctr" eaLnBrk="0" hangingPunct="0"/>
              <a:endParaRPr lang="nl-BE"/>
            </a:p>
          </p:txBody>
        </p:sp>
        <p:sp>
          <p:nvSpPr>
            <p:cNvPr id="42151" name="Oval 151"/>
            <p:cNvSpPr>
              <a:spLocks noChangeArrowheads="1"/>
            </p:cNvSpPr>
            <p:nvPr/>
          </p:nvSpPr>
          <p:spPr bwMode="auto">
            <a:xfrm>
              <a:off x="7550150" y="4071938"/>
              <a:ext cx="260350" cy="195262"/>
            </a:xfrm>
            <a:prstGeom prst="ellipse">
              <a:avLst/>
            </a:prstGeom>
            <a:solidFill>
              <a:srgbClr val="006000"/>
            </a:solidFill>
            <a:ln w="9525">
              <a:noFill/>
              <a:round/>
              <a:headEnd/>
              <a:tailEnd/>
            </a:ln>
          </p:spPr>
          <p:txBody>
            <a:bodyPr/>
            <a:lstStyle/>
            <a:p>
              <a:pPr algn="ctr" eaLnBrk="0" hangingPunct="0"/>
              <a:endParaRPr lang="nl-BE"/>
            </a:p>
          </p:txBody>
        </p:sp>
        <p:sp>
          <p:nvSpPr>
            <p:cNvPr id="42152" name="Oval 152"/>
            <p:cNvSpPr>
              <a:spLocks noChangeArrowheads="1"/>
            </p:cNvSpPr>
            <p:nvPr/>
          </p:nvSpPr>
          <p:spPr bwMode="auto">
            <a:xfrm>
              <a:off x="7673975" y="4090988"/>
              <a:ext cx="138113" cy="131762"/>
            </a:xfrm>
            <a:prstGeom prst="ellipse">
              <a:avLst/>
            </a:prstGeom>
            <a:solidFill>
              <a:srgbClr val="004000"/>
            </a:solidFill>
            <a:ln w="9525">
              <a:noFill/>
              <a:round/>
              <a:headEnd/>
              <a:tailEnd/>
            </a:ln>
          </p:spPr>
          <p:txBody>
            <a:bodyPr/>
            <a:lstStyle/>
            <a:p>
              <a:pPr algn="ctr" eaLnBrk="0" hangingPunct="0"/>
              <a:endParaRPr lang="nl-BE"/>
            </a:p>
          </p:txBody>
        </p:sp>
        <p:sp>
          <p:nvSpPr>
            <p:cNvPr id="42153" name="Oval 153"/>
            <p:cNvSpPr>
              <a:spLocks noChangeArrowheads="1"/>
            </p:cNvSpPr>
            <p:nvPr/>
          </p:nvSpPr>
          <p:spPr bwMode="auto">
            <a:xfrm>
              <a:off x="7524750" y="4164013"/>
              <a:ext cx="204788" cy="204787"/>
            </a:xfrm>
            <a:prstGeom prst="ellipse">
              <a:avLst/>
            </a:prstGeom>
            <a:solidFill>
              <a:srgbClr val="008000"/>
            </a:solidFill>
            <a:ln w="9525">
              <a:noFill/>
              <a:round/>
              <a:headEnd/>
              <a:tailEnd/>
            </a:ln>
          </p:spPr>
          <p:txBody>
            <a:bodyPr/>
            <a:lstStyle/>
            <a:p>
              <a:pPr algn="ctr" eaLnBrk="0" hangingPunct="0"/>
              <a:endParaRPr lang="nl-BE"/>
            </a:p>
          </p:txBody>
        </p:sp>
        <p:sp>
          <p:nvSpPr>
            <p:cNvPr id="42154" name="Oval 154"/>
            <p:cNvSpPr>
              <a:spLocks noChangeArrowheads="1"/>
            </p:cNvSpPr>
            <p:nvPr/>
          </p:nvSpPr>
          <p:spPr bwMode="auto">
            <a:xfrm>
              <a:off x="7594600" y="4170363"/>
              <a:ext cx="122238" cy="146050"/>
            </a:xfrm>
            <a:prstGeom prst="ellipse">
              <a:avLst/>
            </a:prstGeom>
            <a:solidFill>
              <a:srgbClr val="006000"/>
            </a:solidFill>
            <a:ln w="9525">
              <a:noFill/>
              <a:round/>
              <a:headEnd/>
              <a:tailEnd/>
            </a:ln>
          </p:spPr>
          <p:txBody>
            <a:bodyPr/>
            <a:lstStyle/>
            <a:p>
              <a:pPr algn="ctr" eaLnBrk="0" hangingPunct="0"/>
              <a:endParaRPr lang="nl-BE"/>
            </a:p>
          </p:txBody>
        </p:sp>
        <p:sp>
          <p:nvSpPr>
            <p:cNvPr id="42155" name="Oval 155"/>
            <p:cNvSpPr>
              <a:spLocks noChangeArrowheads="1"/>
            </p:cNvSpPr>
            <p:nvPr/>
          </p:nvSpPr>
          <p:spPr bwMode="auto">
            <a:xfrm>
              <a:off x="6977063" y="3217863"/>
              <a:ext cx="214312" cy="171450"/>
            </a:xfrm>
            <a:prstGeom prst="ellipse">
              <a:avLst/>
            </a:prstGeom>
            <a:solidFill>
              <a:srgbClr val="006000"/>
            </a:solidFill>
            <a:ln w="9525">
              <a:noFill/>
              <a:round/>
              <a:headEnd/>
              <a:tailEnd/>
            </a:ln>
          </p:spPr>
          <p:txBody>
            <a:bodyPr/>
            <a:lstStyle/>
            <a:p>
              <a:pPr algn="ctr" eaLnBrk="0" hangingPunct="0"/>
              <a:endParaRPr lang="nl-BE"/>
            </a:p>
          </p:txBody>
        </p:sp>
        <p:sp>
          <p:nvSpPr>
            <p:cNvPr id="42156" name="Oval 156"/>
            <p:cNvSpPr>
              <a:spLocks noChangeArrowheads="1"/>
            </p:cNvSpPr>
            <p:nvPr/>
          </p:nvSpPr>
          <p:spPr bwMode="auto">
            <a:xfrm>
              <a:off x="7008813" y="3336925"/>
              <a:ext cx="212725" cy="141288"/>
            </a:xfrm>
            <a:prstGeom prst="ellipse">
              <a:avLst/>
            </a:prstGeom>
            <a:solidFill>
              <a:srgbClr val="006000"/>
            </a:solidFill>
            <a:ln w="9525">
              <a:noFill/>
              <a:round/>
              <a:headEnd/>
              <a:tailEnd/>
            </a:ln>
          </p:spPr>
          <p:txBody>
            <a:bodyPr/>
            <a:lstStyle/>
            <a:p>
              <a:pPr algn="ctr" eaLnBrk="0" hangingPunct="0"/>
              <a:endParaRPr lang="nl-BE"/>
            </a:p>
          </p:txBody>
        </p:sp>
        <p:sp>
          <p:nvSpPr>
            <p:cNvPr id="42157" name="Oval 157"/>
            <p:cNvSpPr>
              <a:spLocks noChangeArrowheads="1"/>
            </p:cNvSpPr>
            <p:nvPr/>
          </p:nvSpPr>
          <p:spPr bwMode="auto">
            <a:xfrm>
              <a:off x="7008813" y="3370263"/>
              <a:ext cx="111125" cy="96837"/>
            </a:xfrm>
            <a:prstGeom prst="ellipse">
              <a:avLst/>
            </a:prstGeom>
            <a:solidFill>
              <a:srgbClr val="004000"/>
            </a:solidFill>
            <a:ln w="9525">
              <a:noFill/>
              <a:round/>
              <a:headEnd/>
              <a:tailEnd/>
            </a:ln>
          </p:spPr>
          <p:txBody>
            <a:bodyPr/>
            <a:lstStyle/>
            <a:p>
              <a:pPr algn="ctr" eaLnBrk="0" hangingPunct="0"/>
              <a:endParaRPr lang="nl-BE"/>
            </a:p>
          </p:txBody>
        </p:sp>
        <p:sp>
          <p:nvSpPr>
            <p:cNvPr id="42158" name="Oval 158"/>
            <p:cNvSpPr>
              <a:spLocks noChangeArrowheads="1"/>
            </p:cNvSpPr>
            <p:nvPr/>
          </p:nvSpPr>
          <p:spPr bwMode="auto">
            <a:xfrm>
              <a:off x="7075488" y="3265488"/>
              <a:ext cx="168275" cy="147637"/>
            </a:xfrm>
            <a:prstGeom prst="ellipse">
              <a:avLst/>
            </a:prstGeom>
            <a:solidFill>
              <a:srgbClr val="008000"/>
            </a:solidFill>
            <a:ln w="9525">
              <a:noFill/>
              <a:round/>
              <a:headEnd/>
              <a:tailEnd/>
            </a:ln>
          </p:spPr>
          <p:txBody>
            <a:bodyPr/>
            <a:lstStyle/>
            <a:p>
              <a:pPr algn="ctr" eaLnBrk="0" hangingPunct="0"/>
              <a:endParaRPr lang="nl-BE"/>
            </a:p>
          </p:txBody>
        </p:sp>
        <p:sp>
          <p:nvSpPr>
            <p:cNvPr id="42159" name="Oval 159"/>
            <p:cNvSpPr>
              <a:spLocks noChangeArrowheads="1"/>
            </p:cNvSpPr>
            <p:nvPr/>
          </p:nvSpPr>
          <p:spPr bwMode="auto">
            <a:xfrm>
              <a:off x="7086600" y="3303588"/>
              <a:ext cx="100013" cy="103187"/>
            </a:xfrm>
            <a:prstGeom prst="ellipse">
              <a:avLst/>
            </a:prstGeom>
            <a:solidFill>
              <a:srgbClr val="006000"/>
            </a:solidFill>
            <a:ln w="9525">
              <a:noFill/>
              <a:round/>
              <a:headEnd/>
              <a:tailEnd/>
            </a:ln>
          </p:spPr>
          <p:txBody>
            <a:bodyPr/>
            <a:lstStyle/>
            <a:p>
              <a:pPr algn="ctr" eaLnBrk="0" hangingPunct="0"/>
              <a:endParaRPr lang="nl-BE"/>
            </a:p>
          </p:txBody>
        </p:sp>
        <p:sp>
          <p:nvSpPr>
            <p:cNvPr id="42160" name="Oval 160"/>
            <p:cNvSpPr>
              <a:spLocks noChangeArrowheads="1"/>
            </p:cNvSpPr>
            <p:nvPr/>
          </p:nvSpPr>
          <p:spPr bwMode="auto">
            <a:xfrm>
              <a:off x="7062788" y="3902075"/>
              <a:ext cx="239712" cy="258763"/>
            </a:xfrm>
            <a:prstGeom prst="ellipse">
              <a:avLst/>
            </a:prstGeom>
            <a:solidFill>
              <a:srgbClr val="006000"/>
            </a:solidFill>
            <a:ln w="9525">
              <a:noFill/>
              <a:round/>
              <a:headEnd/>
              <a:tailEnd/>
            </a:ln>
          </p:spPr>
          <p:txBody>
            <a:bodyPr/>
            <a:lstStyle/>
            <a:p>
              <a:pPr algn="ctr" eaLnBrk="0" hangingPunct="0"/>
              <a:endParaRPr lang="nl-BE"/>
            </a:p>
          </p:txBody>
        </p:sp>
        <p:sp>
          <p:nvSpPr>
            <p:cNvPr id="42161" name="Oval 161"/>
            <p:cNvSpPr>
              <a:spLocks noChangeArrowheads="1"/>
            </p:cNvSpPr>
            <p:nvPr/>
          </p:nvSpPr>
          <p:spPr bwMode="auto">
            <a:xfrm>
              <a:off x="7229475" y="3863975"/>
              <a:ext cx="200025" cy="258763"/>
            </a:xfrm>
            <a:prstGeom prst="ellipse">
              <a:avLst/>
            </a:prstGeom>
            <a:solidFill>
              <a:srgbClr val="006000"/>
            </a:solidFill>
            <a:ln w="9525">
              <a:noFill/>
              <a:round/>
              <a:headEnd/>
              <a:tailEnd/>
            </a:ln>
          </p:spPr>
          <p:txBody>
            <a:bodyPr/>
            <a:lstStyle/>
            <a:p>
              <a:pPr algn="ctr" eaLnBrk="0" hangingPunct="0"/>
              <a:endParaRPr lang="nl-BE"/>
            </a:p>
          </p:txBody>
        </p:sp>
        <p:sp>
          <p:nvSpPr>
            <p:cNvPr id="42162" name="Oval 162"/>
            <p:cNvSpPr>
              <a:spLocks noChangeArrowheads="1"/>
            </p:cNvSpPr>
            <p:nvPr/>
          </p:nvSpPr>
          <p:spPr bwMode="auto">
            <a:xfrm>
              <a:off x="7137400" y="4049713"/>
              <a:ext cx="123825" cy="104775"/>
            </a:xfrm>
            <a:prstGeom prst="ellipse">
              <a:avLst/>
            </a:prstGeom>
            <a:solidFill>
              <a:srgbClr val="004000"/>
            </a:solidFill>
            <a:ln w="9525">
              <a:noFill/>
              <a:round/>
              <a:headEnd/>
              <a:tailEnd/>
            </a:ln>
          </p:spPr>
          <p:txBody>
            <a:bodyPr/>
            <a:lstStyle/>
            <a:p>
              <a:pPr algn="ctr" eaLnBrk="0" hangingPunct="0"/>
              <a:endParaRPr lang="nl-BE"/>
            </a:p>
          </p:txBody>
        </p:sp>
        <p:sp>
          <p:nvSpPr>
            <p:cNvPr id="42163" name="Oval 163"/>
            <p:cNvSpPr>
              <a:spLocks noChangeArrowheads="1"/>
            </p:cNvSpPr>
            <p:nvPr/>
          </p:nvSpPr>
          <p:spPr bwMode="auto">
            <a:xfrm>
              <a:off x="7278688" y="3987800"/>
              <a:ext cx="130175" cy="134938"/>
            </a:xfrm>
            <a:prstGeom prst="ellipse">
              <a:avLst/>
            </a:prstGeom>
            <a:solidFill>
              <a:srgbClr val="004000"/>
            </a:solidFill>
            <a:ln w="9525">
              <a:noFill/>
              <a:round/>
              <a:headEnd/>
              <a:tailEnd/>
            </a:ln>
          </p:spPr>
          <p:txBody>
            <a:bodyPr/>
            <a:lstStyle/>
            <a:p>
              <a:pPr algn="ctr" eaLnBrk="0" hangingPunct="0"/>
              <a:endParaRPr lang="nl-BE"/>
            </a:p>
          </p:txBody>
        </p:sp>
        <p:sp>
          <p:nvSpPr>
            <p:cNvPr id="42164" name="Oval 164"/>
            <p:cNvSpPr>
              <a:spLocks noChangeArrowheads="1"/>
            </p:cNvSpPr>
            <p:nvPr/>
          </p:nvSpPr>
          <p:spPr bwMode="auto">
            <a:xfrm>
              <a:off x="7131050" y="3838575"/>
              <a:ext cx="204788" cy="203200"/>
            </a:xfrm>
            <a:prstGeom prst="ellipse">
              <a:avLst/>
            </a:prstGeom>
            <a:solidFill>
              <a:srgbClr val="008000"/>
            </a:solidFill>
            <a:ln w="9525">
              <a:noFill/>
              <a:round/>
              <a:headEnd/>
              <a:tailEnd/>
            </a:ln>
          </p:spPr>
          <p:txBody>
            <a:bodyPr/>
            <a:lstStyle/>
            <a:p>
              <a:pPr algn="ctr" eaLnBrk="0" hangingPunct="0"/>
              <a:endParaRPr lang="nl-BE"/>
            </a:p>
          </p:txBody>
        </p:sp>
        <p:sp>
          <p:nvSpPr>
            <p:cNvPr id="42165" name="Oval 165"/>
            <p:cNvSpPr>
              <a:spLocks noChangeArrowheads="1"/>
            </p:cNvSpPr>
            <p:nvPr/>
          </p:nvSpPr>
          <p:spPr bwMode="auto">
            <a:xfrm>
              <a:off x="7183438" y="3906838"/>
              <a:ext cx="146050" cy="122237"/>
            </a:xfrm>
            <a:prstGeom prst="ellipse">
              <a:avLst/>
            </a:prstGeom>
            <a:solidFill>
              <a:srgbClr val="006000"/>
            </a:solidFill>
            <a:ln w="9525">
              <a:noFill/>
              <a:round/>
              <a:headEnd/>
              <a:tailEnd/>
            </a:ln>
          </p:spPr>
          <p:txBody>
            <a:bodyPr/>
            <a:lstStyle/>
            <a:p>
              <a:pPr algn="ctr" eaLnBrk="0" hangingPunct="0"/>
              <a:endParaRPr lang="nl-BE"/>
            </a:p>
          </p:txBody>
        </p:sp>
        <p:sp>
          <p:nvSpPr>
            <p:cNvPr id="42166" name="Oval 166"/>
            <p:cNvSpPr>
              <a:spLocks noChangeArrowheads="1"/>
            </p:cNvSpPr>
            <p:nvPr/>
          </p:nvSpPr>
          <p:spPr bwMode="auto">
            <a:xfrm>
              <a:off x="7035800" y="3987800"/>
              <a:ext cx="277813" cy="222250"/>
            </a:xfrm>
            <a:prstGeom prst="ellipse">
              <a:avLst/>
            </a:prstGeom>
            <a:solidFill>
              <a:srgbClr val="006000"/>
            </a:solidFill>
            <a:ln w="9525">
              <a:noFill/>
              <a:round/>
              <a:headEnd/>
              <a:tailEnd/>
            </a:ln>
          </p:spPr>
          <p:txBody>
            <a:bodyPr/>
            <a:lstStyle/>
            <a:p>
              <a:pPr algn="ctr" eaLnBrk="0" hangingPunct="0"/>
              <a:endParaRPr lang="nl-BE"/>
            </a:p>
          </p:txBody>
        </p:sp>
        <p:sp>
          <p:nvSpPr>
            <p:cNvPr id="42167" name="Oval 167"/>
            <p:cNvSpPr>
              <a:spLocks noChangeArrowheads="1"/>
            </p:cNvSpPr>
            <p:nvPr/>
          </p:nvSpPr>
          <p:spPr bwMode="auto">
            <a:xfrm>
              <a:off x="7075488" y="4141788"/>
              <a:ext cx="279400" cy="184150"/>
            </a:xfrm>
            <a:prstGeom prst="ellipse">
              <a:avLst/>
            </a:prstGeom>
            <a:solidFill>
              <a:srgbClr val="006000"/>
            </a:solidFill>
            <a:ln w="9525">
              <a:noFill/>
              <a:round/>
              <a:headEnd/>
              <a:tailEnd/>
            </a:ln>
          </p:spPr>
          <p:txBody>
            <a:bodyPr/>
            <a:lstStyle/>
            <a:p>
              <a:pPr algn="ctr" eaLnBrk="0" hangingPunct="0"/>
              <a:endParaRPr lang="nl-BE"/>
            </a:p>
          </p:txBody>
        </p:sp>
        <p:sp>
          <p:nvSpPr>
            <p:cNvPr id="42168" name="Oval 168"/>
            <p:cNvSpPr>
              <a:spLocks noChangeArrowheads="1"/>
            </p:cNvSpPr>
            <p:nvPr/>
          </p:nvSpPr>
          <p:spPr bwMode="auto">
            <a:xfrm>
              <a:off x="7034213" y="4071938"/>
              <a:ext cx="223837" cy="111125"/>
            </a:xfrm>
            <a:prstGeom prst="ellipse">
              <a:avLst/>
            </a:prstGeom>
            <a:solidFill>
              <a:srgbClr val="004000"/>
            </a:solidFill>
            <a:ln w="9525">
              <a:noFill/>
              <a:round/>
              <a:headEnd/>
              <a:tailEnd/>
            </a:ln>
          </p:spPr>
          <p:txBody>
            <a:bodyPr/>
            <a:lstStyle/>
            <a:p>
              <a:pPr algn="ctr" eaLnBrk="0" hangingPunct="0"/>
              <a:endParaRPr lang="nl-BE"/>
            </a:p>
          </p:txBody>
        </p:sp>
        <p:sp>
          <p:nvSpPr>
            <p:cNvPr id="42169" name="Oval 169"/>
            <p:cNvSpPr>
              <a:spLocks noChangeArrowheads="1"/>
            </p:cNvSpPr>
            <p:nvPr/>
          </p:nvSpPr>
          <p:spPr bwMode="auto">
            <a:xfrm>
              <a:off x="7162800" y="4048125"/>
              <a:ext cx="219075" cy="192088"/>
            </a:xfrm>
            <a:prstGeom prst="ellipse">
              <a:avLst/>
            </a:prstGeom>
            <a:solidFill>
              <a:srgbClr val="008000"/>
            </a:solidFill>
            <a:ln w="9525">
              <a:noFill/>
              <a:round/>
              <a:headEnd/>
              <a:tailEnd/>
            </a:ln>
          </p:spPr>
          <p:txBody>
            <a:bodyPr/>
            <a:lstStyle/>
            <a:p>
              <a:pPr algn="ctr" eaLnBrk="0" hangingPunct="0"/>
              <a:endParaRPr lang="nl-BE"/>
            </a:p>
          </p:txBody>
        </p:sp>
        <p:sp>
          <p:nvSpPr>
            <p:cNvPr id="42170" name="Oval 170"/>
            <p:cNvSpPr>
              <a:spLocks noChangeArrowheads="1"/>
            </p:cNvSpPr>
            <p:nvPr/>
          </p:nvSpPr>
          <p:spPr bwMode="auto">
            <a:xfrm>
              <a:off x="7175500" y="4098925"/>
              <a:ext cx="131763" cy="134938"/>
            </a:xfrm>
            <a:prstGeom prst="ellipse">
              <a:avLst/>
            </a:prstGeom>
            <a:solidFill>
              <a:srgbClr val="006000"/>
            </a:solidFill>
            <a:ln w="9525">
              <a:noFill/>
              <a:round/>
              <a:headEnd/>
              <a:tailEnd/>
            </a:ln>
          </p:spPr>
          <p:txBody>
            <a:bodyPr/>
            <a:lstStyle/>
            <a:p>
              <a:pPr algn="ctr" eaLnBrk="0" hangingPunct="0"/>
              <a:endParaRPr lang="nl-BE"/>
            </a:p>
          </p:txBody>
        </p:sp>
        <p:sp>
          <p:nvSpPr>
            <p:cNvPr id="42171" name="Oval 171"/>
            <p:cNvSpPr>
              <a:spLocks noChangeArrowheads="1"/>
            </p:cNvSpPr>
            <p:nvPr/>
          </p:nvSpPr>
          <p:spPr bwMode="auto">
            <a:xfrm>
              <a:off x="6789738" y="4029075"/>
              <a:ext cx="238125" cy="258763"/>
            </a:xfrm>
            <a:prstGeom prst="ellipse">
              <a:avLst/>
            </a:prstGeom>
            <a:solidFill>
              <a:srgbClr val="006000"/>
            </a:solidFill>
            <a:ln w="9525">
              <a:noFill/>
              <a:round/>
              <a:headEnd/>
              <a:tailEnd/>
            </a:ln>
          </p:spPr>
          <p:txBody>
            <a:bodyPr/>
            <a:lstStyle/>
            <a:p>
              <a:pPr algn="ctr" eaLnBrk="0" hangingPunct="0"/>
              <a:endParaRPr lang="nl-BE"/>
            </a:p>
          </p:txBody>
        </p:sp>
        <p:sp>
          <p:nvSpPr>
            <p:cNvPr id="42172" name="Oval 172"/>
            <p:cNvSpPr>
              <a:spLocks noChangeArrowheads="1"/>
            </p:cNvSpPr>
            <p:nvPr/>
          </p:nvSpPr>
          <p:spPr bwMode="auto">
            <a:xfrm>
              <a:off x="6956425" y="3990975"/>
              <a:ext cx="200025" cy="258763"/>
            </a:xfrm>
            <a:prstGeom prst="ellipse">
              <a:avLst/>
            </a:prstGeom>
            <a:solidFill>
              <a:srgbClr val="006000"/>
            </a:solidFill>
            <a:ln w="9525">
              <a:noFill/>
              <a:round/>
              <a:headEnd/>
              <a:tailEnd/>
            </a:ln>
          </p:spPr>
          <p:txBody>
            <a:bodyPr/>
            <a:lstStyle/>
            <a:p>
              <a:pPr algn="ctr" eaLnBrk="0" hangingPunct="0"/>
              <a:endParaRPr lang="nl-BE"/>
            </a:p>
          </p:txBody>
        </p:sp>
        <p:sp>
          <p:nvSpPr>
            <p:cNvPr id="42173" name="Oval 173"/>
            <p:cNvSpPr>
              <a:spLocks noChangeArrowheads="1"/>
            </p:cNvSpPr>
            <p:nvPr/>
          </p:nvSpPr>
          <p:spPr bwMode="auto">
            <a:xfrm>
              <a:off x="6862763" y="4176713"/>
              <a:ext cx="125412" cy="104775"/>
            </a:xfrm>
            <a:prstGeom prst="ellipse">
              <a:avLst/>
            </a:prstGeom>
            <a:solidFill>
              <a:srgbClr val="004000"/>
            </a:solidFill>
            <a:ln w="9525">
              <a:noFill/>
              <a:round/>
              <a:headEnd/>
              <a:tailEnd/>
            </a:ln>
          </p:spPr>
          <p:txBody>
            <a:bodyPr/>
            <a:lstStyle/>
            <a:p>
              <a:pPr algn="ctr" eaLnBrk="0" hangingPunct="0"/>
              <a:endParaRPr lang="nl-BE"/>
            </a:p>
          </p:txBody>
        </p:sp>
        <p:sp>
          <p:nvSpPr>
            <p:cNvPr id="42174" name="Oval 174"/>
            <p:cNvSpPr>
              <a:spLocks noChangeArrowheads="1"/>
            </p:cNvSpPr>
            <p:nvPr/>
          </p:nvSpPr>
          <p:spPr bwMode="auto">
            <a:xfrm>
              <a:off x="7004050" y="4114800"/>
              <a:ext cx="130175" cy="134938"/>
            </a:xfrm>
            <a:prstGeom prst="ellipse">
              <a:avLst/>
            </a:prstGeom>
            <a:solidFill>
              <a:srgbClr val="004000"/>
            </a:solidFill>
            <a:ln w="9525">
              <a:noFill/>
              <a:round/>
              <a:headEnd/>
              <a:tailEnd/>
            </a:ln>
          </p:spPr>
          <p:txBody>
            <a:bodyPr/>
            <a:lstStyle/>
            <a:p>
              <a:pPr algn="ctr" eaLnBrk="0" hangingPunct="0"/>
              <a:endParaRPr lang="nl-BE"/>
            </a:p>
          </p:txBody>
        </p:sp>
        <p:sp>
          <p:nvSpPr>
            <p:cNvPr id="42175" name="Oval 175"/>
            <p:cNvSpPr>
              <a:spLocks noChangeArrowheads="1"/>
            </p:cNvSpPr>
            <p:nvPr/>
          </p:nvSpPr>
          <p:spPr bwMode="auto">
            <a:xfrm>
              <a:off x="6856413" y="3965575"/>
              <a:ext cx="204787" cy="203200"/>
            </a:xfrm>
            <a:prstGeom prst="ellipse">
              <a:avLst/>
            </a:prstGeom>
            <a:solidFill>
              <a:srgbClr val="008000"/>
            </a:solidFill>
            <a:ln w="9525">
              <a:noFill/>
              <a:round/>
              <a:headEnd/>
              <a:tailEnd/>
            </a:ln>
          </p:spPr>
          <p:txBody>
            <a:bodyPr/>
            <a:lstStyle/>
            <a:p>
              <a:pPr algn="ctr" eaLnBrk="0" hangingPunct="0"/>
              <a:endParaRPr lang="nl-BE"/>
            </a:p>
          </p:txBody>
        </p:sp>
        <p:sp>
          <p:nvSpPr>
            <p:cNvPr id="42176" name="Oval 176"/>
            <p:cNvSpPr>
              <a:spLocks noChangeArrowheads="1"/>
            </p:cNvSpPr>
            <p:nvPr/>
          </p:nvSpPr>
          <p:spPr bwMode="auto">
            <a:xfrm>
              <a:off x="6908800" y="4033838"/>
              <a:ext cx="146050" cy="122237"/>
            </a:xfrm>
            <a:prstGeom prst="ellipse">
              <a:avLst/>
            </a:prstGeom>
            <a:solidFill>
              <a:srgbClr val="006000"/>
            </a:solidFill>
            <a:ln w="9525">
              <a:noFill/>
              <a:round/>
              <a:headEnd/>
              <a:tailEnd/>
            </a:ln>
          </p:spPr>
          <p:txBody>
            <a:bodyPr/>
            <a:lstStyle/>
            <a:p>
              <a:pPr algn="ctr" eaLnBrk="0" hangingPunct="0"/>
              <a:endParaRPr lang="nl-BE"/>
            </a:p>
          </p:txBody>
        </p:sp>
        <p:sp>
          <p:nvSpPr>
            <p:cNvPr id="42177" name="Oval 177"/>
            <p:cNvSpPr>
              <a:spLocks noChangeArrowheads="1"/>
            </p:cNvSpPr>
            <p:nvPr/>
          </p:nvSpPr>
          <p:spPr bwMode="auto">
            <a:xfrm>
              <a:off x="6761163" y="4114800"/>
              <a:ext cx="279400" cy="222250"/>
            </a:xfrm>
            <a:prstGeom prst="ellipse">
              <a:avLst/>
            </a:prstGeom>
            <a:solidFill>
              <a:srgbClr val="006000"/>
            </a:solidFill>
            <a:ln w="9525">
              <a:noFill/>
              <a:round/>
              <a:headEnd/>
              <a:tailEnd/>
            </a:ln>
          </p:spPr>
          <p:txBody>
            <a:bodyPr/>
            <a:lstStyle/>
            <a:p>
              <a:pPr algn="ctr" eaLnBrk="0" hangingPunct="0"/>
              <a:endParaRPr lang="nl-BE"/>
            </a:p>
          </p:txBody>
        </p:sp>
        <p:sp>
          <p:nvSpPr>
            <p:cNvPr id="42178" name="Oval 178"/>
            <p:cNvSpPr>
              <a:spLocks noChangeArrowheads="1"/>
            </p:cNvSpPr>
            <p:nvPr/>
          </p:nvSpPr>
          <p:spPr bwMode="auto">
            <a:xfrm>
              <a:off x="6800850" y="4268788"/>
              <a:ext cx="279400" cy="184150"/>
            </a:xfrm>
            <a:prstGeom prst="ellipse">
              <a:avLst/>
            </a:prstGeom>
            <a:solidFill>
              <a:srgbClr val="006000"/>
            </a:solidFill>
            <a:ln w="9525">
              <a:noFill/>
              <a:round/>
              <a:headEnd/>
              <a:tailEnd/>
            </a:ln>
          </p:spPr>
          <p:txBody>
            <a:bodyPr/>
            <a:lstStyle/>
            <a:p>
              <a:pPr algn="ctr" eaLnBrk="0" hangingPunct="0"/>
              <a:endParaRPr lang="nl-BE"/>
            </a:p>
          </p:txBody>
        </p:sp>
        <p:sp>
          <p:nvSpPr>
            <p:cNvPr id="42179" name="Oval 179"/>
            <p:cNvSpPr>
              <a:spLocks noChangeArrowheads="1"/>
            </p:cNvSpPr>
            <p:nvPr/>
          </p:nvSpPr>
          <p:spPr bwMode="auto">
            <a:xfrm>
              <a:off x="6759575" y="4198938"/>
              <a:ext cx="223838" cy="111125"/>
            </a:xfrm>
            <a:prstGeom prst="ellipse">
              <a:avLst/>
            </a:prstGeom>
            <a:solidFill>
              <a:srgbClr val="004000"/>
            </a:solidFill>
            <a:ln w="9525">
              <a:noFill/>
              <a:round/>
              <a:headEnd/>
              <a:tailEnd/>
            </a:ln>
          </p:spPr>
          <p:txBody>
            <a:bodyPr/>
            <a:lstStyle/>
            <a:p>
              <a:pPr algn="ctr" eaLnBrk="0" hangingPunct="0"/>
              <a:endParaRPr lang="nl-BE"/>
            </a:p>
          </p:txBody>
        </p:sp>
        <p:sp>
          <p:nvSpPr>
            <p:cNvPr id="42180" name="Oval 180"/>
            <p:cNvSpPr>
              <a:spLocks noChangeArrowheads="1"/>
            </p:cNvSpPr>
            <p:nvPr/>
          </p:nvSpPr>
          <p:spPr bwMode="auto">
            <a:xfrm>
              <a:off x="6888163" y="4175125"/>
              <a:ext cx="219075" cy="192088"/>
            </a:xfrm>
            <a:prstGeom prst="ellipse">
              <a:avLst/>
            </a:prstGeom>
            <a:solidFill>
              <a:srgbClr val="008000"/>
            </a:solidFill>
            <a:ln w="9525">
              <a:noFill/>
              <a:round/>
              <a:headEnd/>
              <a:tailEnd/>
            </a:ln>
          </p:spPr>
          <p:txBody>
            <a:bodyPr/>
            <a:lstStyle/>
            <a:p>
              <a:pPr algn="ctr" eaLnBrk="0" hangingPunct="0"/>
              <a:endParaRPr lang="nl-BE"/>
            </a:p>
          </p:txBody>
        </p:sp>
        <p:sp>
          <p:nvSpPr>
            <p:cNvPr id="42181" name="Oval 181"/>
            <p:cNvSpPr>
              <a:spLocks noChangeArrowheads="1"/>
            </p:cNvSpPr>
            <p:nvPr/>
          </p:nvSpPr>
          <p:spPr bwMode="auto">
            <a:xfrm>
              <a:off x="6902450" y="4225925"/>
              <a:ext cx="131763" cy="134938"/>
            </a:xfrm>
            <a:prstGeom prst="ellipse">
              <a:avLst/>
            </a:prstGeom>
            <a:solidFill>
              <a:srgbClr val="006000"/>
            </a:solidFill>
            <a:ln w="9525">
              <a:noFill/>
              <a:round/>
              <a:headEnd/>
              <a:tailEnd/>
            </a:ln>
          </p:spPr>
          <p:txBody>
            <a:bodyPr/>
            <a:lstStyle/>
            <a:p>
              <a:pPr algn="ctr" eaLnBrk="0" hangingPunct="0"/>
              <a:endParaRPr lang="nl-BE"/>
            </a:p>
          </p:txBody>
        </p:sp>
        <p:sp>
          <p:nvSpPr>
            <p:cNvPr id="42182" name="Freeform 182"/>
            <p:cNvSpPr>
              <a:spLocks/>
            </p:cNvSpPr>
            <p:nvPr/>
          </p:nvSpPr>
          <p:spPr bwMode="auto">
            <a:xfrm>
              <a:off x="4419600" y="2974975"/>
              <a:ext cx="2514600" cy="1238250"/>
            </a:xfrm>
            <a:custGeom>
              <a:avLst/>
              <a:gdLst>
                <a:gd name="T0" fmla="*/ 2147483647 w 775"/>
                <a:gd name="T1" fmla="*/ 2147483647 h 780"/>
                <a:gd name="T2" fmla="*/ 2147483647 w 775"/>
                <a:gd name="T3" fmla="*/ 2147483647 h 780"/>
                <a:gd name="T4" fmla="*/ 2147483647 w 775"/>
                <a:gd name="T5" fmla="*/ 2147483647 h 780"/>
                <a:gd name="T6" fmla="*/ 2147483647 w 775"/>
                <a:gd name="T7" fmla="*/ 2147483647 h 780"/>
                <a:gd name="T8" fmla="*/ 2147483647 w 775"/>
                <a:gd name="T9" fmla="*/ 2147483647 h 780"/>
                <a:gd name="T10" fmla="*/ 2147483647 w 775"/>
                <a:gd name="T11" fmla="*/ 2147483647 h 780"/>
                <a:gd name="T12" fmla="*/ 2147483647 w 775"/>
                <a:gd name="T13" fmla="*/ 2147483647 h 780"/>
                <a:gd name="T14" fmla="*/ 2147483647 w 775"/>
                <a:gd name="T15" fmla="*/ 2147483647 h 780"/>
                <a:gd name="T16" fmla="*/ 2147483647 w 775"/>
                <a:gd name="T17" fmla="*/ 2147483647 h 780"/>
                <a:gd name="T18" fmla="*/ 2147483647 w 775"/>
                <a:gd name="T19" fmla="*/ 2147483647 h 780"/>
                <a:gd name="T20" fmla="*/ 2147483647 w 775"/>
                <a:gd name="T21" fmla="*/ 2147483647 h 780"/>
                <a:gd name="T22" fmla="*/ 2147483647 w 775"/>
                <a:gd name="T23" fmla="*/ 2147483647 h 780"/>
                <a:gd name="T24" fmla="*/ 2147483647 w 775"/>
                <a:gd name="T25" fmla="*/ 2147483647 h 780"/>
                <a:gd name="T26" fmla="*/ 2147483647 w 775"/>
                <a:gd name="T27" fmla="*/ 2147483647 h 780"/>
                <a:gd name="T28" fmla="*/ 2147483647 w 775"/>
                <a:gd name="T29" fmla="*/ 2147483647 h 780"/>
                <a:gd name="T30" fmla="*/ 2147483647 w 775"/>
                <a:gd name="T31" fmla="*/ 2147483647 h 780"/>
                <a:gd name="T32" fmla="*/ 2147483647 w 775"/>
                <a:gd name="T33" fmla="*/ 2147483647 h 780"/>
                <a:gd name="T34" fmla="*/ 2147483647 w 775"/>
                <a:gd name="T35" fmla="*/ 2147483647 h 780"/>
                <a:gd name="T36" fmla="*/ 2147483647 w 775"/>
                <a:gd name="T37" fmla="*/ 2147483647 h 780"/>
                <a:gd name="T38" fmla="*/ 2147483647 w 775"/>
                <a:gd name="T39" fmla="*/ 2147483647 h 780"/>
                <a:gd name="T40" fmla="*/ 2147483647 w 775"/>
                <a:gd name="T41" fmla="*/ 2147483647 h 780"/>
                <a:gd name="T42" fmla="*/ 2147483647 w 775"/>
                <a:gd name="T43" fmla="*/ 2147483647 h 780"/>
                <a:gd name="T44" fmla="*/ 2147483647 w 775"/>
                <a:gd name="T45" fmla="*/ 2147483647 h 780"/>
                <a:gd name="T46" fmla="*/ 2147483647 w 775"/>
                <a:gd name="T47" fmla="*/ 2147483647 h 780"/>
                <a:gd name="T48" fmla="*/ 2147483647 w 775"/>
                <a:gd name="T49" fmla="*/ 2147483647 h 780"/>
                <a:gd name="T50" fmla="*/ 2147483647 w 775"/>
                <a:gd name="T51" fmla="*/ 2147483647 h 780"/>
                <a:gd name="T52" fmla="*/ 2147483647 w 775"/>
                <a:gd name="T53" fmla="*/ 2147483647 h 780"/>
                <a:gd name="T54" fmla="*/ 2147483647 w 775"/>
                <a:gd name="T55" fmla="*/ 2147483647 h 780"/>
                <a:gd name="T56" fmla="*/ 2147483647 w 775"/>
                <a:gd name="T57" fmla="*/ 2147483647 h 780"/>
                <a:gd name="T58" fmla="*/ 2147483647 w 775"/>
                <a:gd name="T59" fmla="*/ 2147483647 h 780"/>
                <a:gd name="T60" fmla="*/ 2147483647 w 775"/>
                <a:gd name="T61" fmla="*/ 2147483647 h 780"/>
                <a:gd name="T62" fmla="*/ 2147483647 w 775"/>
                <a:gd name="T63" fmla="*/ 2147483647 h 780"/>
                <a:gd name="T64" fmla="*/ 2147483647 w 775"/>
                <a:gd name="T65" fmla="*/ 2147483647 h 780"/>
                <a:gd name="T66" fmla="*/ 2147483647 w 775"/>
                <a:gd name="T67" fmla="*/ 2147483647 h 780"/>
                <a:gd name="T68" fmla="*/ 2147483647 w 775"/>
                <a:gd name="T69" fmla="*/ 2147483647 h 780"/>
                <a:gd name="T70" fmla="*/ 2147483647 w 775"/>
                <a:gd name="T71" fmla="*/ 2147483647 h 780"/>
                <a:gd name="T72" fmla="*/ 2147483647 w 775"/>
                <a:gd name="T73" fmla="*/ 2147483647 h 780"/>
                <a:gd name="T74" fmla="*/ 2147483647 w 775"/>
                <a:gd name="T75" fmla="*/ 2147483647 h 780"/>
                <a:gd name="T76" fmla="*/ 2147483647 w 775"/>
                <a:gd name="T77" fmla="*/ 2147483647 h 780"/>
                <a:gd name="T78" fmla="*/ 2147483647 w 775"/>
                <a:gd name="T79" fmla="*/ 2147483647 h 780"/>
                <a:gd name="T80" fmla="*/ 2147483647 w 775"/>
                <a:gd name="T81" fmla="*/ 2147483647 h 780"/>
                <a:gd name="T82" fmla="*/ 2147483647 w 775"/>
                <a:gd name="T83" fmla="*/ 2147483647 h 780"/>
                <a:gd name="T84" fmla="*/ 2147483647 w 775"/>
                <a:gd name="T85" fmla="*/ 2147483647 h 780"/>
                <a:gd name="T86" fmla="*/ 2147483647 w 775"/>
                <a:gd name="T87" fmla="*/ 2147483647 h 780"/>
                <a:gd name="T88" fmla="*/ 2147483647 w 775"/>
                <a:gd name="T89" fmla="*/ 2147483647 h 780"/>
                <a:gd name="T90" fmla="*/ 2147483647 w 775"/>
                <a:gd name="T91" fmla="*/ 2147483647 h 780"/>
                <a:gd name="T92" fmla="*/ 2147483647 w 775"/>
                <a:gd name="T93" fmla="*/ 0 h 780"/>
                <a:gd name="T94" fmla="*/ 0 w 775"/>
                <a:gd name="T95" fmla="*/ 2147483647 h 780"/>
                <a:gd name="T96" fmla="*/ 2147483647 w 775"/>
                <a:gd name="T97" fmla="*/ 2147483647 h 780"/>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775"/>
                <a:gd name="T148" fmla="*/ 0 h 780"/>
                <a:gd name="T149" fmla="*/ 775 w 775"/>
                <a:gd name="T150" fmla="*/ 780 h 780"/>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775" h="780">
                  <a:moveTo>
                    <a:pt x="134" y="363"/>
                  </a:moveTo>
                  <a:lnTo>
                    <a:pt x="136" y="353"/>
                  </a:lnTo>
                  <a:lnTo>
                    <a:pt x="136" y="344"/>
                  </a:lnTo>
                  <a:lnTo>
                    <a:pt x="137" y="335"/>
                  </a:lnTo>
                  <a:lnTo>
                    <a:pt x="140" y="324"/>
                  </a:lnTo>
                  <a:lnTo>
                    <a:pt x="141" y="315"/>
                  </a:lnTo>
                  <a:lnTo>
                    <a:pt x="144" y="306"/>
                  </a:lnTo>
                  <a:lnTo>
                    <a:pt x="147" y="299"/>
                  </a:lnTo>
                  <a:lnTo>
                    <a:pt x="148" y="292"/>
                  </a:lnTo>
                  <a:lnTo>
                    <a:pt x="152" y="285"/>
                  </a:lnTo>
                  <a:lnTo>
                    <a:pt x="154" y="278"/>
                  </a:lnTo>
                  <a:lnTo>
                    <a:pt x="159" y="267"/>
                  </a:lnTo>
                  <a:lnTo>
                    <a:pt x="166" y="256"/>
                  </a:lnTo>
                  <a:lnTo>
                    <a:pt x="170" y="247"/>
                  </a:lnTo>
                  <a:lnTo>
                    <a:pt x="177" y="237"/>
                  </a:lnTo>
                  <a:lnTo>
                    <a:pt x="182" y="230"/>
                  </a:lnTo>
                  <a:lnTo>
                    <a:pt x="190" y="218"/>
                  </a:lnTo>
                  <a:lnTo>
                    <a:pt x="199" y="207"/>
                  </a:lnTo>
                  <a:lnTo>
                    <a:pt x="207" y="199"/>
                  </a:lnTo>
                  <a:lnTo>
                    <a:pt x="214" y="193"/>
                  </a:lnTo>
                  <a:lnTo>
                    <a:pt x="223" y="185"/>
                  </a:lnTo>
                  <a:lnTo>
                    <a:pt x="231" y="178"/>
                  </a:lnTo>
                  <a:lnTo>
                    <a:pt x="242" y="171"/>
                  </a:lnTo>
                  <a:lnTo>
                    <a:pt x="251" y="165"/>
                  </a:lnTo>
                  <a:lnTo>
                    <a:pt x="260" y="158"/>
                  </a:lnTo>
                  <a:lnTo>
                    <a:pt x="267" y="155"/>
                  </a:lnTo>
                  <a:lnTo>
                    <a:pt x="272" y="152"/>
                  </a:lnTo>
                  <a:lnTo>
                    <a:pt x="278" y="149"/>
                  </a:lnTo>
                  <a:lnTo>
                    <a:pt x="284" y="145"/>
                  </a:lnTo>
                  <a:lnTo>
                    <a:pt x="292" y="143"/>
                  </a:lnTo>
                  <a:lnTo>
                    <a:pt x="298" y="140"/>
                  </a:lnTo>
                  <a:lnTo>
                    <a:pt x="306" y="138"/>
                  </a:lnTo>
                  <a:lnTo>
                    <a:pt x="314" y="135"/>
                  </a:lnTo>
                  <a:lnTo>
                    <a:pt x="323" y="133"/>
                  </a:lnTo>
                  <a:lnTo>
                    <a:pt x="329" y="130"/>
                  </a:lnTo>
                  <a:lnTo>
                    <a:pt x="339" y="128"/>
                  </a:lnTo>
                  <a:lnTo>
                    <a:pt x="345" y="128"/>
                  </a:lnTo>
                  <a:lnTo>
                    <a:pt x="356" y="126"/>
                  </a:lnTo>
                  <a:lnTo>
                    <a:pt x="362" y="125"/>
                  </a:lnTo>
                  <a:lnTo>
                    <a:pt x="371" y="124"/>
                  </a:lnTo>
                  <a:lnTo>
                    <a:pt x="378" y="123"/>
                  </a:lnTo>
                  <a:lnTo>
                    <a:pt x="389" y="123"/>
                  </a:lnTo>
                  <a:lnTo>
                    <a:pt x="400" y="123"/>
                  </a:lnTo>
                  <a:lnTo>
                    <a:pt x="411" y="124"/>
                  </a:lnTo>
                  <a:lnTo>
                    <a:pt x="422" y="125"/>
                  </a:lnTo>
                  <a:lnTo>
                    <a:pt x="427" y="126"/>
                  </a:lnTo>
                  <a:lnTo>
                    <a:pt x="437" y="128"/>
                  </a:lnTo>
                  <a:lnTo>
                    <a:pt x="443" y="129"/>
                  </a:lnTo>
                  <a:lnTo>
                    <a:pt x="451" y="131"/>
                  </a:lnTo>
                  <a:lnTo>
                    <a:pt x="459" y="133"/>
                  </a:lnTo>
                  <a:lnTo>
                    <a:pt x="466" y="135"/>
                  </a:lnTo>
                  <a:lnTo>
                    <a:pt x="476" y="138"/>
                  </a:lnTo>
                  <a:lnTo>
                    <a:pt x="483" y="140"/>
                  </a:lnTo>
                  <a:lnTo>
                    <a:pt x="492" y="144"/>
                  </a:lnTo>
                  <a:lnTo>
                    <a:pt x="499" y="147"/>
                  </a:lnTo>
                  <a:lnTo>
                    <a:pt x="505" y="150"/>
                  </a:lnTo>
                  <a:lnTo>
                    <a:pt x="514" y="154"/>
                  </a:lnTo>
                  <a:lnTo>
                    <a:pt x="521" y="158"/>
                  </a:lnTo>
                  <a:lnTo>
                    <a:pt x="528" y="162"/>
                  </a:lnTo>
                  <a:lnTo>
                    <a:pt x="536" y="168"/>
                  </a:lnTo>
                  <a:lnTo>
                    <a:pt x="542" y="172"/>
                  </a:lnTo>
                  <a:lnTo>
                    <a:pt x="548" y="177"/>
                  </a:lnTo>
                  <a:lnTo>
                    <a:pt x="554" y="182"/>
                  </a:lnTo>
                  <a:lnTo>
                    <a:pt x="560" y="186"/>
                  </a:lnTo>
                  <a:lnTo>
                    <a:pt x="564" y="190"/>
                  </a:lnTo>
                  <a:lnTo>
                    <a:pt x="570" y="195"/>
                  </a:lnTo>
                  <a:lnTo>
                    <a:pt x="575" y="200"/>
                  </a:lnTo>
                  <a:lnTo>
                    <a:pt x="580" y="204"/>
                  </a:lnTo>
                  <a:lnTo>
                    <a:pt x="582" y="208"/>
                  </a:lnTo>
                  <a:lnTo>
                    <a:pt x="588" y="214"/>
                  </a:lnTo>
                  <a:lnTo>
                    <a:pt x="591" y="218"/>
                  </a:lnTo>
                  <a:lnTo>
                    <a:pt x="595" y="223"/>
                  </a:lnTo>
                  <a:lnTo>
                    <a:pt x="597" y="227"/>
                  </a:lnTo>
                  <a:lnTo>
                    <a:pt x="602" y="234"/>
                  </a:lnTo>
                  <a:lnTo>
                    <a:pt x="608" y="241"/>
                  </a:lnTo>
                  <a:lnTo>
                    <a:pt x="611" y="247"/>
                  </a:lnTo>
                  <a:lnTo>
                    <a:pt x="615" y="255"/>
                  </a:lnTo>
                  <a:lnTo>
                    <a:pt x="618" y="261"/>
                  </a:lnTo>
                  <a:lnTo>
                    <a:pt x="621" y="267"/>
                  </a:lnTo>
                  <a:lnTo>
                    <a:pt x="625" y="273"/>
                  </a:lnTo>
                  <a:lnTo>
                    <a:pt x="628" y="282"/>
                  </a:lnTo>
                  <a:lnTo>
                    <a:pt x="631" y="288"/>
                  </a:lnTo>
                  <a:lnTo>
                    <a:pt x="634" y="296"/>
                  </a:lnTo>
                  <a:lnTo>
                    <a:pt x="637" y="305"/>
                  </a:lnTo>
                  <a:lnTo>
                    <a:pt x="640" y="317"/>
                  </a:lnTo>
                  <a:lnTo>
                    <a:pt x="642" y="326"/>
                  </a:lnTo>
                  <a:lnTo>
                    <a:pt x="643" y="335"/>
                  </a:lnTo>
                  <a:lnTo>
                    <a:pt x="645" y="347"/>
                  </a:lnTo>
                  <a:lnTo>
                    <a:pt x="648" y="363"/>
                  </a:lnTo>
                  <a:lnTo>
                    <a:pt x="648" y="780"/>
                  </a:lnTo>
                  <a:lnTo>
                    <a:pt x="134" y="780"/>
                  </a:lnTo>
                  <a:lnTo>
                    <a:pt x="775" y="780"/>
                  </a:lnTo>
                  <a:lnTo>
                    <a:pt x="775" y="86"/>
                  </a:lnTo>
                  <a:lnTo>
                    <a:pt x="688" y="0"/>
                  </a:lnTo>
                  <a:lnTo>
                    <a:pt x="86" y="0"/>
                  </a:lnTo>
                  <a:lnTo>
                    <a:pt x="0" y="86"/>
                  </a:lnTo>
                  <a:lnTo>
                    <a:pt x="0" y="780"/>
                  </a:lnTo>
                  <a:lnTo>
                    <a:pt x="133" y="780"/>
                  </a:lnTo>
                  <a:lnTo>
                    <a:pt x="134" y="363"/>
                  </a:lnTo>
                  <a:close/>
                </a:path>
              </a:pathLst>
            </a:custGeom>
            <a:solidFill>
              <a:srgbClr val="C0C0C0"/>
            </a:solidFill>
            <a:ln w="9525">
              <a:noFill/>
              <a:round/>
              <a:headEnd/>
              <a:tailEnd/>
            </a:ln>
          </p:spPr>
          <p:txBody>
            <a:bodyPr/>
            <a:lstStyle/>
            <a:p>
              <a:endParaRPr lang="nl-BE"/>
            </a:p>
          </p:txBody>
        </p:sp>
        <p:sp>
          <p:nvSpPr>
            <p:cNvPr id="42183" name="Oval 183"/>
            <p:cNvSpPr>
              <a:spLocks noChangeArrowheads="1"/>
            </p:cNvSpPr>
            <p:nvPr/>
          </p:nvSpPr>
          <p:spPr bwMode="auto">
            <a:xfrm>
              <a:off x="3968750" y="3783013"/>
              <a:ext cx="239713" cy="258762"/>
            </a:xfrm>
            <a:prstGeom prst="ellipse">
              <a:avLst/>
            </a:prstGeom>
            <a:solidFill>
              <a:srgbClr val="006000"/>
            </a:solidFill>
            <a:ln w="9525">
              <a:noFill/>
              <a:round/>
              <a:headEnd/>
              <a:tailEnd/>
            </a:ln>
          </p:spPr>
          <p:txBody>
            <a:bodyPr/>
            <a:lstStyle/>
            <a:p>
              <a:pPr algn="ctr" eaLnBrk="0" hangingPunct="0"/>
              <a:endParaRPr lang="nl-BE"/>
            </a:p>
          </p:txBody>
        </p:sp>
        <p:sp>
          <p:nvSpPr>
            <p:cNvPr id="42184" name="Oval 184"/>
            <p:cNvSpPr>
              <a:spLocks noChangeArrowheads="1"/>
            </p:cNvSpPr>
            <p:nvPr/>
          </p:nvSpPr>
          <p:spPr bwMode="auto">
            <a:xfrm>
              <a:off x="4135438" y="3744913"/>
              <a:ext cx="200025" cy="258762"/>
            </a:xfrm>
            <a:prstGeom prst="ellipse">
              <a:avLst/>
            </a:prstGeom>
            <a:solidFill>
              <a:srgbClr val="006000"/>
            </a:solidFill>
            <a:ln w="9525">
              <a:noFill/>
              <a:round/>
              <a:headEnd/>
              <a:tailEnd/>
            </a:ln>
          </p:spPr>
          <p:txBody>
            <a:bodyPr/>
            <a:lstStyle/>
            <a:p>
              <a:pPr algn="ctr" eaLnBrk="0" hangingPunct="0"/>
              <a:endParaRPr lang="nl-BE"/>
            </a:p>
          </p:txBody>
        </p:sp>
        <p:sp>
          <p:nvSpPr>
            <p:cNvPr id="42185" name="Oval 185"/>
            <p:cNvSpPr>
              <a:spLocks noChangeArrowheads="1"/>
            </p:cNvSpPr>
            <p:nvPr/>
          </p:nvSpPr>
          <p:spPr bwMode="auto">
            <a:xfrm>
              <a:off x="4041775" y="3930650"/>
              <a:ext cx="125413" cy="104775"/>
            </a:xfrm>
            <a:prstGeom prst="ellipse">
              <a:avLst/>
            </a:prstGeom>
            <a:solidFill>
              <a:srgbClr val="004000"/>
            </a:solidFill>
            <a:ln w="9525">
              <a:noFill/>
              <a:round/>
              <a:headEnd/>
              <a:tailEnd/>
            </a:ln>
          </p:spPr>
          <p:txBody>
            <a:bodyPr/>
            <a:lstStyle/>
            <a:p>
              <a:pPr algn="ctr" eaLnBrk="0" hangingPunct="0"/>
              <a:endParaRPr lang="nl-BE"/>
            </a:p>
          </p:txBody>
        </p:sp>
        <p:sp>
          <p:nvSpPr>
            <p:cNvPr id="42186" name="Oval 186"/>
            <p:cNvSpPr>
              <a:spLocks noChangeArrowheads="1"/>
            </p:cNvSpPr>
            <p:nvPr/>
          </p:nvSpPr>
          <p:spPr bwMode="auto">
            <a:xfrm>
              <a:off x="4183063" y="3868738"/>
              <a:ext cx="131762" cy="134937"/>
            </a:xfrm>
            <a:prstGeom prst="ellipse">
              <a:avLst/>
            </a:prstGeom>
            <a:solidFill>
              <a:srgbClr val="004000"/>
            </a:solidFill>
            <a:ln w="9525">
              <a:noFill/>
              <a:round/>
              <a:headEnd/>
              <a:tailEnd/>
            </a:ln>
          </p:spPr>
          <p:txBody>
            <a:bodyPr/>
            <a:lstStyle/>
            <a:p>
              <a:pPr algn="ctr" eaLnBrk="0" hangingPunct="0"/>
              <a:endParaRPr lang="nl-BE"/>
            </a:p>
          </p:txBody>
        </p:sp>
        <p:sp>
          <p:nvSpPr>
            <p:cNvPr id="42187" name="Oval 187"/>
            <p:cNvSpPr>
              <a:spLocks noChangeArrowheads="1"/>
            </p:cNvSpPr>
            <p:nvPr/>
          </p:nvSpPr>
          <p:spPr bwMode="auto">
            <a:xfrm>
              <a:off x="4035425" y="3719513"/>
              <a:ext cx="204788" cy="203200"/>
            </a:xfrm>
            <a:prstGeom prst="ellipse">
              <a:avLst/>
            </a:prstGeom>
            <a:solidFill>
              <a:srgbClr val="008000"/>
            </a:solidFill>
            <a:ln w="9525">
              <a:noFill/>
              <a:round/>
              <a:headEnd/>
              <a:tailEnd/>
            </a:ln>
          </p:spPr>
          <p:txBody>
            <a:bodyPr/>
            <a:lstStyle/>
            <a:p>
              <a:pPr algn="ctr" eaLnBrk="0" hangingPunct="0"/>
              <a:endParaRPr lang="nl-BE"/>
            </a:p>
          </p:txBody>
        </p:sp>
        <p:sp>
          <p:nvSpPr>
            <p:cNvPr id="42188" name="Oval 188"/>
            <p:cNvSpPr>
              <a:spLocks noChangeArrowheads="1"/>
            </p:cNvSpPr>
            <p:nvPr/>
          </p:nvSpPr>
          <p:spPr bwMode="auto">
            <a:xfrm>
              <a:off x="4087813" y="3787775"/>
              <a:ext cx="147637" cy="122238"/>
            </a:xfrm>
            <a:prstGeom prst="ellipse">
              <a:avLst/>
            </a:prstGeom>
            <a:solidFill>
              <a:srgbClr val="006000"/>
            </a:solidFill>
            <a:ln w="9525">
              <a:noFill/>
              <a:round/>
              <a:headEnd/>
              <a:tailEnd/>
            </a:ln>
          </p:spPr>
          <p:txBody>
            <a:bodyPr/>
            <a:lstStyle/>
            <a:p>
              <a:pPr algn="ctr" eaLnBrk="0" hangingPunct="0"/>
              <a:endParaRPr lang="nl-BE"/>
            </a:p>
          </p:txBody>
        </p:sp>
        <p:sp>
          <p:nvSpPr>
            <p:cNvPr id="42189" name="Oval 189"/>
            <p:cNvSpPr>
              <a:spLocks noChangeArrowheads="1"/>
            </p:cNvSpPr>
            <p:nvPr/>
          </p:nvSpPr>
          <p:spPr bwMode="auto">
            <a:xfrm>
              <a:off x="3940175" y="3544888"/>
              <a:ext cx="239713" cy="258762"/>
            </a:xfrm>
            <a:prstGeom prst="ellipse">
              <a:avLst/>
            </a:prstGeom>
            <a:solidFill>
              <a:srgbClr val="006000"/>
            </a:solidFill>
            <a:ln w="9525">
              <a:noFill/>
              <a:round/>
              <a:headEnd/>
              <a:tailEnd/>
            </a:ln>
          </p:spPr>
          <p:txBody>
            <a:bodyPr/>
            <a:lstStyle/>
            <a:p>
              <a:pPr algn="ctr" eaLnBrk="0" hangingPunct="0"/>
              <a:endParaRPr lang="nl-BE"/>
            </a:p>
          </p:txBody>
        </p:sp>
        <p:sp>
          <p:nvSpPr>
            <p:cNvPr id="42190" name="Oval 190"/>
            <p:cNvSpPr>
              <a:spLocks noChangeArrowheads="1"/>
            </p:cNvSpPr>
            <p:nvPr/>
          </p:nvSpPr>
          <p:spPr bwMode="auto">
            <a:xfrm>
              <a:off x="4106863" y="3581400"/>
              <a:ext cx="198437" cy="260350"/>
            </a:xfrm>
            <a:prstGeom prst="ellipse">
              <a:avLst/>
            </a:prstGeom>
            <a:solidFill>
              <a:srgbClr val="006000"/>
            </a:solidFill>
            <a:ln w="9525">
              <a:noFill/>
              <a:round/>
              <a:headEnd/>
              <a:tailEnd/>
            </a:ln>
          </p:spPr>
          <p:txBody>
            <a:bodyPr/>
            <a:lstStyle/>
            <a:p>
              <a:pPr algn="ctr" eaLnBrk="0" hangingPunct="0"/>
              <a:endParaRPr lang="nl-BE"/>
            </a:p>
          </p:txBody>
        </p:sp>
        <p:sp>
          <p:nvSpPr>
            <p:cNvPr id="42191" name="Oval 191"/>
            <p:cNvSpPr>
              <a:spLocks noChangeArrowheads="1"/>
            </p:cNvSpPr>
            <p:nvPr/>
          </p:nvSpPr>
          <p:spPr bwMode="auto">
            <a:xfrm>
              <a:off x="4013200" y="3549650"/>
              <a:ext cx="125413" cy="104775"/>
            </a:xfrm>
            <a:prstGeom prst="ellipse">
              <a:avLst/>
            </a:prstGeom>
            <a:solidFill>
              <a:srgbClr val="004000"/>
            </a:solidFill>
            <a:ln w="9525">
              <a:noFill/>
              <a:round/>
              <a:headEnd/>
              <a:tailEnd/>
            </a:ln>
          </p:spPr>
          <p:txBody>
            <a:bodyPr/>
            <a:lstStyle/>
            <a:p>
              <a:pPr algn="ctr" eaLnBrk="0" hangingPunct="0"/>
              <a:endParaRPr lang="nl-BE"/>
            </a:p>
          </p:txBody>
        </p:sp>
        <p:sp>
          <p:nvSpPr>
            <p:cNvPr id="42192" name="Oval 192"/>
            <p:cNvSpPr>
              <a:spLocks noChangeArrowheads="1"/>
            </p:cNvSpPr>
            <p:nvPr/>
          </p:nvSpPr>
          <p:spPr bwMode="auto">
            <a:xfrm>
              <a:off x="4154488" y="3579813"/>
              <a:ext cx="131762" cy="136525"/>
            </a:xfrm>
            <a:prstGeom prst="ellipse">
              <a:avLst/>
            </a:prstGeom>
            <a:solidFill>
              <a:srgbClr val="004000"/>
            </a:solidFill>
            <a:ln w="9525">
              <a:noFill/>
              <a:round/>
              <a:headEnd/>
              <a:tailEnd/>
            </a:ln>
          </p:spPr>
          <p:txBody>
            <a:bodyPr/>
            <a:lstStyle/>
            <a:p>
              <a:pPr algn="ctr" eaLnBrk="0" hangingPunct="0"/>
              <a:endParaRPr lang="nl-BE"/>
            </a:p>
          </p:txBody>
        </p:sp>
        <p:sp>
          <p:nvSpPr>
            <p:cNvPr id="42193" name="Oval 193"/>
            <p:cNvSpPr>
              <a:spLocks noChangeArrowheads="1"/>
            </p:cNvSpPr>
            <p:nvPr/>
          </p:nvSpPr>
          <p:spPr bwMode="auto">
            <a:xfrm>
              <a:off x="4008438" y="3662363"/>
              <a:ext cx="203200" cy="203200"/>
            </a:xfrm>
            <a:prstGeom prst="ellipse">
              <a:avLst/>
            </a:prstGeom>
            <a:solidFill>
              <a:srgbClr val="008000"/>
            </a:solidFill>
            <a:ln w="9525">
              <a:noFill/>
              <a:round/>
              <a:headEnd/>
              <a:tailEnd/>
            </a:ln>
          </p:spPr>
          <p:txBody>
            <a:bodyPr/>
            <a:lstStyle/>
            <a:p>
              <a:pPr algn="ctr" eaLnBrk="0" hangingPunct="0"/>
              <a:endParaRPr lang="nl-BE"/>
            </a:p>
          </p:txBody>
        </p:sp>
        <p:sp>
          <p:nvSpPr>
            <p:cNvPr id="42194" name="Oval 194"/>
            <p:cNvSpPr>
              <a:spLocks noChangeArrowheads="1"/>
            </p:cNvSpPr>
            <p:nvPr/>
          </p:nvSpPr>
          <p:spPr bwMode="auto">
            <a:xfrm>
              <a:off x="4060825" y="3673475"/>
              <a:ext cx="144463" cy="123825"/>
            </a:xfrm>
            <a:prstGeom prst="ellipse">
              <a:avLst/>
            </a:prstGeom>
            <a:solidFill>
              <a:srgbClr val="006000"/>
            </a:solidFill>
            <a:ln w="9525">
              <a:noFill/>
              <a:round/>
              <a:headEnd/>
              <a:tailEnd/>
            </a:ln>
          </p:spPr>
          <p:txBody>
            <a:bodyPr/>
            <a:lstStyle/>
            <a:p>
              <a:pPr algn="ctr" eaLnBrk="0" hangingPunct="0"/>
              <a:endParaRPr lang="nl-BE"/>
            </a:p>
          </p:txBody>
        </p:sp>
        <p:sp>
          <p:nvSpPr>
            <p:cNvPr id="42195" name="Oval 195"/>
            <p:cNvSpPr>
              <a:spLocks noChangeArrowheads="1"/>
            </p:cNvSpPr>
            <p:nvPr/>
          </p:nvSpPr>
          <p:spPr bwMode="auto">
            <a:xfrm>
              <a:off x="3960813" y="3354388"/>
              <a:ext cx="239712" cy="258762"/>
            </a:xfrm>
            <a:prstGeom prst="ellipse">
              <a:avLst/>
            </a:prstGeom>
            <a:solidFill>
              <a:srgbClr val="006000"/>
            </a:solidFill>
            <a:ln w="9525">
              <a:noFill/>
              <a:round/>
              <a:headEnd/>
              <a:tailEnd/>
            </a:ln>
          </p:spPr>
          <p:txBody>
            <a:bodyPr/>
            <a:lstStyle/>
            <a:p>
              <a:pPr algn="ctr" eaLnBrk="0" hangingPunct="0"/>
              <a:endParaRPr lang="nl-BE"/>
            </a:p>
          </p:txBody>
        </p:sp>
        <p:sp>
          <p:nvSpPr>
            <p:cNvPr id="42196" name="Oval 196"/>
            <p:cNvSpPr>
              <a:spLocks noChangeArrowheads="1"/>
            </p:cNvSpPr>
            <p:nvPr/>
          </p:nvSpPr>
          <p:spPr bwMode="auto">
            <a:xfrm>
              <a:off x="4144963" y="3365500"/>
              <a:ext cx="198437" cy="260350"/>
            </a:xfrm>
            <a:prstGeom prst="ellipse">
              <a:avLst/>
            </a:prstGeom>
            <a:solidFill>
              <a:srgbClr val="006000"/>
            </a:solidFill>
            <a:ln w="9525">
              <a:noFill/>
              <a:round/>
              <a:headEnd/>
              <a:tailEnd/>
            </a:ln>
          </p:spPr>
          <p:txBody>
            <a:bodyPr/>
            <a:lstStyle/>
            <a:p>
              <a:pPr algn="ctr" eaLnBrk="0" hangingPunct="0"/>
              <a:endParaRPr lang="nl-BE"/>
            </a:p>
          </p:txBody>
        </p:sp>
        <p:sp>
          <p:nvSpPr>
            <p:cNvPr id="42197" name="Oval 197"/>
            <p:cNvSpPr>
              <a:spLocks noChangeArrowheads="1"/>
            </p:cNvSpPr>
            <p:nvPr/>
          </p:nvSpPr>
          <p:spPr bwMode="auto">
            <a:xfrm>
              <a:off x="4064000" y="3319463"/>
              <a:ext cx="206375" cy="204787"/>
            </a:xfrm>
            <a:prstGeom prst="ellipse">
              <a:avLst/>
            </a:prstGeom>
            <a:solidFill>
              <a:srgbClr val="008000"/>
            </a:solidFill>
            <a:ln w="9525">
              <a:noFill/>
              <a:round/>
              <a:headEnd/>
              <a:tailEnd/>
            </a:ln>
          </p:spPr>
          <p:txBody>
            <a:bodyPr/>
            <a:lstStyle/>
            <a:p>
              <a:pPr algn="ctr" eaLnBrk="0" hangingPunct="0"/>
              <a:endParaRPr lang="nl-BE"/>
            </a:p>
          </p:txBody>
        </p:sp>
        <p:sp>
          <p:nvSpPr>
            <p:cNvPr id="42198" name="Oval 198"/>
            <p:cNvSpPr>
              <a:spLocks noChangeArrowheads="1"/>
            </p:cNvSpPr>
            <p:nvPr/>
          </p:nvSpPr>
          <p:spPr bwMode="auto">
            <a:xfrm>
              <a:off x="4117975" y="3389313"/>
              <a:ext cx="144463" cy="122237"/>
            </a:xfrm>
            <a:prstGeom prst="ellipse">
              <a:avLst/>
            </a:prstGeom>
            <a:solidFill>
              <a:srgbClr val="006000"/>
            </a:solidFill>
            <a:ln w="9525">
              <a:noFill/>
              <a:round/>
              <a:headEnd/>
              <a:tailEnd/>
            </a:ln>
          </p:spPr>
          <p:txBody>
            <a:bodyPr/>
            <a:lstStyle/>
            <a:p>
              <a:pPr algn="ctr" eaLnBrk="0" hangingPunct="0"/>
              <a:endParaRPr lang="nl-BE"/>
            </a:p>
          </p:txBody>
        </p:sp>
        <p:sp>
          <p:nvSpPr>
            <p:cNvPr id="42199" name="Oval 199"/>
            <p:cNvSpPr>
              <a:spLocks noChangeArrowheads="1"/>
            </p:cNvSpPr>
            <p:nvPr/>
          </p:nvSpPr>
          <p:spPr bwMode="auto">
            <a:xfrm>
              <a:off x="3968750" y="3144838"/>
              <a:ext cx="239713" cy="258762"/>
            </a:xfrm>
            <a:prstGeom prst="ellipse">
              <a:avLst/>
            </a:prstGeom>
            <a:solidFill>
              <a:srgbClr val="006000"/>
            </a:solidFill>
            <a:ln w="9525">
              <a:noFill/>
              <a:round/>
              <a:headEnd/>
              <a:tailEnd/>
            </a:ln>
          </p:spPr>
          <p:txBody>
            <a:bodyPr/>
            <a:lstStyle/>
            <a:p>
              <a:pPr algn="ctr" eaLnBrk="0" hangingPunct="0"/>
              <a:endParaRPr lang="nl-BE"/>
            </a:p>
          </p:txBody>
        </p:sp>
        <p:sp>
          <p:nvSpPr>
            <p:cNvPr id="42200" name="Oval 200"/>
            <p:cNvSpPr>
              <a:spLocks noChangeArrowheads="1"/>
            </p:cNvSpPr>
            <p:nvPr/>
          </p:nvSpPr>
          <p:spPr bwMode="auto">
            <a:xfrm>
              <a:off x="4137025" y="3181350"/>
              <a:ext cx="198438" cy="260350"/>
            </a:xfrm>
            <a:prstGeom prst="ellipse">
              <a:avLst/>
            </a:prstGeom>
            <a:solidFill>
              <a:srgbClr val="006000"/>
            </a:solidFill>
            <a:ln w="9525">
              <a:noFill/>
              <a:round/>
              <a:headEnd/>
              <a:tailEnd/>
            </a:ln>
          </p:spPr>
          <p:txBody>
            <a:bodyPr/>
            <a:lstStyle/>
            <a:p>
              <a:pPr algn="ctr" eaLnBrk="0" hangingPunct="0"/>
              <a:endParaRPr lang="nl-BE"/>
            </a:p>
          </p:txBody>
        </p:sp>
        <p:sp>
          <p:nvSpPr>
            <p:cNvPr id="42201" name="Oval 201"/>
            <p:cNvSpPr>
              <a:spLocks noChangeArrowheads="1"/>
            </p:cNvSpPr>
            <p:nvPr/>
          </p:nvSpPr>
          <p:spPr bwMode="auto">
            <a:xfrm>
              <a:off x="4035425" y="3262313"/>
              <a:ext cx="206375" cy="204787"/>
            </a:xfrm>
            <a:prstGeom prst="ellipse">
              <a:avLst/>
            </a:prstGeom>
            <a:solidFill>
              <a:srgbClr val="008000"/>
            </a:solidFill>
            <a:ln w="9525">
              <a:noFill/>
              <a:round/>
              <a:headEnd/>
              <a:tailEnd/>
            </a:ln>
          </p:spPr>
          <p:txBody>
            <a:bodyPr/>
            <a:lstStyle/>
            <a:p>
              <a:pPr algn="ctr" eaLnBrk="0" hangingPunct="0"/>
              <a:endParaRPr lang="nl-BE"/>
            </a:p>
          </p:txBody>
        </p:sp>
        <p:sp>
          <p:nvSpPr>
            <p:cNvPr id="42202" name="Oval 202"/>
            <p:cNvSpPr>
              <a:spLocks noChangeArrowheads="1"/>
            </p:cNvSpPr>
            <p:nvPr/>
          </p:nvSpPr>
          <p:spPr bwMode="auto">
            <a:xfrm>
              <a:off x="4087813" y="3273425"/>
              <a:ext cx="147637" cy="123825"/>
            </a:xfrm>
            <a:prstGeom prst="ellipse">
              <a:avLst/>
            </a:prstGeom>
            <a:solidFill>
              <a:srgbClr val="006000"/>
            </a:solidFill>
            <a:ln w="9525">
              <a:noFill/>
              <a:round/>
              <a:headEnd/>
              <a:tailEnd/>
            </a:ln>
          </p:spPr>
          <p:txBody>
            <a:bodyPr/>
            <a:lstStyle/>
            <a:p>
              <a:pPr algn="ctr" eaLnBrk="0" hangingPunct="0"/>
              <a:endParaRPr lang="nl-BE"/>
            </a:p>
          </p:txBody>
        </p:sp>
        <p:sp>
          <p:nvSpPr>
            <p:cNvPr id="42203" name="Oval 203"/>
            <p:cNvSpPr>
              <a:spLocks noChangeArrowheads="1"/>
            </p:cNvSpPr>
            <p:nvPr/>
          </p:nvSpPr>
          <p:spPr bwMode="auto">
            <a:xfrm>
              <a:off x="3781425" y="3908425"/>
              <a:ext cx="260350" cy="238125"/>
            </a:xfrm>
            <a:prstGeom prst="ellipse">
              <a:avLst/>
            </a:prstGeom>
            <a:solidFill>
              <a:srgbClr val="006000"/>
            </a:solidFill>
            <a:ln w="9525">
              <a:noFill/>
              <a:round/>
              <a:headEnd/>
              <a:tailEnd/>
            </a:ln>
          </p:spPr>
          <p:txBody>
            <a:bodyPr/>
            <a:lstStyle/>
            <a:p>
              <a:pPr algn="ctr" eaLnBrk="0" hangingPunct="0"/>
              <a:endParaRPr lang="nl-BE"/>
            </a:p>
          </p:txBody>
        </p:sp>
        <p:sp>
          <p:nvSpPr>
            <p:cNvPr id="42204" name="Oval 204"/>
            <p:cNvSpPr>
              <a:spLocks noChangeArrowheads="1"/>
            </p:cNvSpPr>
            <p:nvPr/>
          </p:nvSpPr>
          <p:spPr bwMode="auto">
            <a:xfrm>
              <a:off x="3743325" y="3783013"/>
              <a:ext cx="260350" cy="196850"/>
            </a:xfrm>
            <a:prstGeom prst="ellipse">
              <a:avLst/>
            </a:prstGeom>
            <a:solidFill>
              <a:srgbClr val="006000"/>
            </a:solidFill>
            <a:ln w="9525">
              <a:noFill/>
              <a:round/>
              <a:headEnd/>
              <a:tailEnd/>
            </a:ln>
          </p:spPr>
          <p:txBody>
            <a:bodyPr/>
            <a:lstStyle/>
            <a:p>
              <a:pPr algn="ctr" eaLnBrk="0" hangingPunct="0"/>
              <a:endParaRPr lang="nl-BE"/>
            </a:p>
          </p:txBody>
        </p:sp>
        <p:sp>
          <p:nvSpPr>
            <p:cNvPr id="42205" name="Oval 205"/>
            <p:cNvSpPr>
              <a:spLocks noChangeArrowheads="1"/>
            </p:cNvSpPr>
            <p:nvPr/>
          </p:nvSpPr>
          <p:spPr bwMode="auto">
            <a:xfrm>
              <a:off x="3930650" y="3919538"/>
              <a:ext cx="166688" cy="114300"/>
            </a:xfrm>
            <a:prstGeom prst="ellipse">
              <a:avLst/>
            </a:prstGeom>
            <a:solidFill>
              <a:srgbClr val="004000"/>
            </a:solidFill>
            <a:ln w="9525">
              <a:noFill/>
              <a:round/>
              <a:headEnd/>
              <a:tailEnd/>
            </a:ln>
          </p:spPr>
          <p:txBody>
            <a:bodyPr/>
            <a:lstStyle/>
            <a:p>
              <a:pPr algn="ctr" eaLnBrk="0" hangingPunct="0"/>
              <a:endParaRPr lang="nl-BE"/>
            </a:p>
          </p:txBody>
        </p:sp>
        <p:sp>
          <p:nvSpPr>
            <p:cNvPr id="42206" name="Oval 206"/>
            <p:cNvSpPr>
              <a:spLocks noChangeArrowheads="1"/>
            </p:cNvSpPr>
            <p:nvPr/>
          </p:nvSpPr>
          <p:spPr bwMode="auto">
            <a:xfrm>
              <a:off x="3868738" y="3802063"/>
              <a:ext cx="134937" cy="131762"/>
            </a:xfrm>
            <a:prstGeom prst="ellipse">
              <a:avLst/>
            </a:prstGeom>
            <a:solidFill>
              <a:srgbClr val="004000"/>
            </a:solidFill>
            <a:ln w="9525">
              <a:noFill/>
              <a:round/>
              <a:headEnd/>
              <a:tailEnd/>
            </a:ln>
          </p:spPr>
          <p:txBody>
            <a:bodyPr/>
            <a:lstStyle/>
            <a:p>
              <a:pPr algn="ctr" eaLnBrk="0" hangingPunct="0"/>
              <a:endParaRPr lang="nl-BE"/>
            </a:p>
          </p:txBody>
        </p:sp>
        <p:sp>
          <p:nvSpPr>
            <p:cNvPr id="42207" name="Oval 207"/>
            <p:cNvSpPr>
              <a:spLocks noChangeArrowheads="1"/>
            </p:cNvSpPr>
            <p:nvPr/>
          </p:nvSpPr>
          <p:spPr bwMode="auto">
            <a:xfrm>
              <a:off x="3719513" y="3875088"/>
              <a:ext cx="203200" cy="204787"/>
            </a:xfrm>
            <a:prstGeom prst="ellipse">
              <a:avLst/>
            </a:prstGeom>
            <a:solidFill>
              <a:srgbClr val="008000"/>
            </a:solidFill>
            <a:ln w="9525">
              <a:noFill/>
              <a:round/>
              <a:headEnd/>
              <a:tailEnd/>
            </a:ln>
          </p:spPr>
          <p:txBody>
            <a:bodyPr/>
            <a:lstStyle/>
            <a:p>
              <a:pPr algn="ctr" eaLnBrk="0" hangingPunct="0"/>
              <a:endParaRPr lang="nl-BE"/>
            </a:p>
          </p:txBody>
        </p:sp>
        <p:sp>
          <p:nvSpPr>
            <p:cNvPr id="42208" name="Oval 208"/>
            <p:cNvSpPr>
              <a:spLocks noChangeArrowheads="1"/>
            </p:cNvSpPr>
            <p:nvPr/>
          </p:nvSpPr>
          <p:spPr bwMode="auto">
            <a:xfrm>
              <a:off x="3787775" y="3881438"/>
              <a:ext cx="123825" cy="146050"/>
            </a:xfrm>
            <a:prstGeom prst="ellipse">
              <a:avLst/>
            </a:prstGeom>
            <a:solidFill>
              <a:srgbClr val="006000"/>
            </a:solidFill>
            <a:ln w="9525">
              <a:noFill/>
              <a:round/>
              <a:headEnd/>
              <a:tailEnd/>
            </a:ln>
          </p:spPr>
          <p:txBody>
            <a:bodyPr/>
            <a:lstStyle/>
            <a:p>
              <a:pPr algn="ctr" eaLnBrk="0" hangingPunct="0"/>
              <a:endParaRPr lang="nl-BE"/>
            </a:p>
          </p:txBody>
        </p:sp>
        <p:sp>
          <p:nvSpPr>
            <p:cNvPr id="42209" name="Oval 209"/>
            <p:cNvSpPr>
              <a:spLocks noChangeArrowheads="1"/>
            </p:cNvSpPr>
            <p:nvPr/>
          </p:nvSpPr>
          <p:spPr bwMode="auto">
            <a:xfrm>
              <a:off x="4098925" y="2959100"/>
              <a:ext cx="174625" cy="161925"/>
            </a:xfrm>
            <a:prstGeom prst="ellipse">
              <a:avLst/>
            </a:prstGeom>
            <a:solidFill>
              <a:srgbClr val="006000"/>
            </a:solidFill>
            <a:ln w="9525">
              <a:noFill/>
              <a:round/>
              <a:headEnd/>
              <a:tailEnd/>
            </a:ln>
          </p:spPr>
          <p:txBody>
            <a:bodyPr/>
            <a:lstStyle/>
            <a:p>
              <a:pPr algn="ctr" eaLnBrk="0" hangingPunct="0"/>
              <a:endParaRPr lang="nl-BE"/>
            </a:p>
          </p:txBody>
        </p:sp>
        <p:sp>
          <p:nvSpPr>
            <p:cNvPr id="42210" name="Oval 210"/>
            <p:cNvSpPr>
              <a:spLocks noChangeArrowheads="1"/>
            </p:cNvSpPr>
            <p:nvPr/>
          </p:nvSpPr>
          <p:spPr bwMode="auto">
            <a:xfrm>
              <a:off x="4090988" y="3078163"/>
              <a:ext cx="214312" cy="142875"/>
            </a:xfrm>
            <a:prstGeom prst="ellipse">
              <a:avLst/>
            </a:prstGeom>
            <a:solidFill>
              <a:srgbClr val="006000"/>
            </a:solidFill>
            <a:ln w="9525">
              <a:noFill/>
              <a:round/>
              <a:headEnd/>
              <a:tailEnd/>
            </a:ln>
          </p:spPr>
          <p:txBody>
            <a:bodyPr/>
            <a:lstStyle/>
            <a:p>
              <a:pPr algn="ctr" eaLnBrk="0" hangingPunct="0"/>
              <a:endParaRPr lang="nl-BE"/>
            </a:p>
          </p:txBody>
        </p:sp>
        <p:sp>
          <p:nvSpPr>
            <p:cNvPr id="42211" name="Oval 211"/>
            <p:cNvSpPr>
              <a:spLocks noChangeArrowheads="1"/>
            </p:cNvSpPr>
            <p:nvPr/>
          </p:nvSpPr>
          <p:spPr bwMode="auto">
            <a:xfrm>
              <a:off x="4159250" y="3005138"/>
              <a:ext cx="166688" cy="147637"/>
            </a:xfrm>
            <a:prstGeom prst="ellipse">
              <a:avLst/>
            </a:prstGeom>
            <a:solidFill>
              <a:srgbClr val="008000"/>
            </a:solidFill>
            <a:ln w="9525">
              <a:noFill/>
              <a:round/>
              <a:headEnd/>
              <a:tailEnd/>
            </a:ln>
          </p:spPr>
          <p:txBody>
            <a:bodyPr/>
            <a:lstStyle/>
            <a:p>
              <a:pPr algn="ctr" eaLnBrk="0" hangingPunct="0"/>
              <a:endParaRPr lang="nl-BE"/>
            </a:p>
          </p:txBody>
        </p:sp>
        <p:sp>
          <p:nvSpPr>
            <p:cNvPr id="42212" name="Oval 212"/>
            <p:cNvSpPr>
              <a:spLocks noChangeArrowheads="1"/>
            </p:cNvSpPr>
            <p:nvPr/>
          </p:nvSpPr>
          <p:spPr bwMode="auto">
            <a:xfrm>
              <a:off x="4168775" y="3043238"/>
              <a:ext cx="101600" cy="104775"/>
            </a:xfrm>
            <a:prstGeom prst="ellipse">
              <a:avLst/>
            </a:prstGeom>
            <a:solidFill>
              <a:srgbClr val="006000"/>
            </a:solidFill>
            <a:ln w="9525">
              <a:noFill/>
              <a:round/>
              <a:headEnd/>
              <a:tailEnd/>
            </a:ln>
          </p:spPr>
          <p:txBody>
            <a:bodyPr/>
            <a:lstStyle/>
            <a:p>
              <a:pPr algn="ctr" eaLnBrk="0" hangingPunct="0"/>
              <a:endParaRPr lang="nl-BE"/>
            </a:p>
          </p:txBody>
        </p:sp>
        <p:sp>
          <p:nvSpPr>
            <p:cNvPr id="42213" name="Oval 213"/>
            <p:cNvSpPr>
              <a:spLocks noChangeArrowheads="1"/>
            </p:cNvSpPr>
            <p:nvPr/>
          </p:nvSpPr>
          <p:spPr bwMode="auto">
            <a:xfrm>
              <a:off x="3844925" y="3562350"/>
              <a:ext cx="136525" cy="157163"/>
            </a:xfrm>
            <a:prstGeom prst="ellipse">
              <a:avLst/>
            </a:prstGeom>
            <a:solidFill>
              <a:srgbClr val="006000"/>
            </a:solidFill>
            <a:ln w="9525">
              <a:noFill/>
              <a:round/>
              <a:headEnd/>
              <a:tailEnd/>
            </a:ln>
          </p:spPr>
          <p:txBody>
            <a:bodyPr/>
            <a:lstStyle/>
            <a:p>
              <a:pPr algn="ctr" eaLnBrk="0" hangingPunct="0"/>
              <a:endParaRPr lang="nl-BE"/>
            </a:p>
          </p:txBody>
        </p:sp>
        <p:sp>
          <p:nvSpPr>
            <p:cNvPr id="42214" name="Oval 214"/>
            <p:cNvSpPr>
              <a:spLocks noChangeArrowheads="1"/>
            </p:cNvSpPr>
            <p:nvPr/>
          </p:nvSpPr>
          <p:spPr bwMode="auto">
            <a:xfrm>
              <a:off x="3798888" y="3681413"/>
              <a:ext cx="214312" cy="142875"/>
            </a:xfrm>
            <a:prstGeom prst="ellipse">
              <a:avLst/>
            </a:prstGeom>
            <a:solidFill>
              <a:srgbClr val="006000"/>
            </a:solidFill>
            <a:ln w="9525">
              <a:noFill/>
              <a:round/>
              <a:headEnd/>
              <a:tailEnd/>
            </a:ln>
          </p:spPr>
          <p:txBody>
            <a:bodyPr/>
            <a:lstStyle/>
            <a:p>
              <a:pPr algn="ctr" eaLnBrk="0" hangingPunct="0"/>
              <a:endParaRPr lang="nl-BE"/>
            </a:p>
          </p:txBody>
        </p:sp>
        <p:sp>
          <p:nvSpPr>
            <p:cNvPr id="42215" name="Oval 215"/>
            <p:cNvSpPr>
              <a:spLocks noChangeArrowheads="1"/>
            </p:cNvSpPr>
            <p:nvPr/>
          </p:nvSpPr>
          <p:spPr bwMode="auto">
            <a:xfrm>
              <a:off x="3865563" y="3609975"/>
              <a:ext cx="168275" cy="146050"/>
            </a:xfrm>
            <a:prstGeom prst="ellipse">
              <a:avLst/>
            </a:prstGeom>
            <a:solidFill>
              <a:srgbClr val="008000"/>
            </a:solidFill>
            <a:ln w="9525">
              <a:noFill/>
              <a:round/>
              <a:headEnd/>
              <a:tailEnd/>
            </a:ln>
          </p:spPr>
          <p:txBody>
            <a:bodyPr/>
            <a:lstStyle/>
            <a:p>
              <a:pPr algn="ctr" eaLnBrk="0" hangingPunct="0"/>
              <a:endParaRPr lang="nl-BE"/>
            </a:p>
          </p:txBody>
        </p:sp>
        <p:sp>
          <p:nvSpPr>
            <p:cNvPr id="42216" name="Oval 216"/>
            <p:cNvSpPr>
              <a:spLocks noChangeArrowheads="1"/>
            </p:cNvSpPr>
            <p:nvPr/>
          </p:nvSpPr>
          <p:spPr bwMode="auto">
            <a:xfrm>
              <a:off x="3875088" y="3648075"/>
              <a:ext cx="101600" cy="104775"/>
            </a:xfrm>
            <a:prstGeom prst="ellipse">
              <a:avLst/>
            </a:prstGeom>
            <a:solidFill>
              <a:srgbClr val="006000"/>
            </a:solidFill>
            <a:ln w="9525">
              <a:noFill/>
              <a:round/>
              <a:headEnd/>
              <a:tailEnd/>
            </a:ln>
          </p:spPr>
          <p:txBody>
            <a:bodyPr/>
            <a:lstStyle/>
            <a:p>
              <a:pPr algn="ctr" eaLnBrk="0" hangingPunct="0"/>
              <a:endParaRPr lang="nl-BE"/>
            </a:p>
          </p:txBody>
        </p:sp>
        <p:sp>
          <p:nvSpPr>
            <p:cNvPr id="42217" name="Oval 217"/>
            <p:cNvSpPr>
              <a:spLocks noChangeArrowheads="1"/>
            </p:cNvSpPr>
            <p:nvPr/>
          </p:nvSpPr>
          <p:spPr bwMode="auto">
            <a:xfrm>
              <a:off x="3571875" y="3943350"/>
              <a:ext cx="215900" cy="169863"/>
            </a:xfrm>
            <a:prstGeom prst="ellipse">
              <a:avLst/>
            </a:prstGeom>
            <a:solidFill>
              <a:srgbClr val="006000"/>
            </a:solidFill>
            <a:ln w="9525">
              <a:noFill/>
              <a:round/>
              <a:headEnd/>
              <a:tailEnd/>
            </a:ln>
          </p:spPr>
          <p:txBody>
            <a:bodyPr/>
            <a:lstStyle/>
            <a:p>
              <a:pPr algn="ctr" eaLnBrk="0" hangingPunct="0"/>
              <a:endParaRPr lang="nl-BE"/>
            </a:p>
          </p:txBody>
        </p:sp>
        <p:sp>
          <p:nvSpPr>
            <p:cNvPr id="42218" name="Oval 218"/>
            <p:cNvSpPr>
              <a:spLocks noChangeArrowheads="1"/>
            </p:cNvSpPr>
            <p:nvPr/>
          </p:nvSpPr>
          <p:spPr bwMode="auto">
            <a:xfrm>
              <a:off x="3602038" y="4062413"/>
              <a:ext cx="214312" cy="141287"/>
            </a:xfrm>
            <a:prstGeom prst="ellipse">
              <a:avLst/>
            </a:prstGeom>
            <a:solidFill>
              <a:srgbClr val="006000"/>
            </a:solidFill>
            <a:ln w="9525">
              <a:noFill/>
              <a:round/>
              <a:headEnd/>
              <a:tailEnd/>
            </a:ln>
          </p:spPr>
          <p:txBody>
            <a:bodyPr/>
            <a:lstStyle/>
            <a:p>
              <a:pPr algn="ctr" eaLnBrk="0" hangingPunct="0"/>
              <a:endParaRPr lang="nl-BE"/>
            </a:p>
          </p:txBody>
        </p:sp>
        <p:sp>
          <p:nvSpPr>
            <p:cNvPr id="42219" name="Oval 219"/>
            <p:cNvSpPr>
              <a:spLocks noChangeArrowheads="1"/>
            </p:cNvSpPr>
            <p:nvPr/>
          </p:nvSpPr>
          <p:spPr bwMode="auto">
            <a:xfrm>
              <a:off x="3575050" y="3975100"/>
              <a:ext cx="161925" cy="109538"/>
            </a:xfrm>
            <a:prstGeom prst="ellipse">
              <a:avLst/>
            </a:prstGeom>
            <a:solidFill>
              <a:srgbClr val="004000"/>
            </a:solidFill>
            <a:ln w="9525">
              <a:noFill/>
              <a:round/>
              <a:headEnd/>
              <a:tailEnd/>
            </a:ln>
          </p:spPr>
          <p:txBody>
            <a:bodyPr/>
            <a:lstStyle/>
            <a:p>
              <a:pPr algn="ctr" eaLnBrk="0" hangingPunct="0"/>
              <a:endParaRPr lang="nl-BE"/>
            </a:p>
          </p:txBody>
        </p:sp>
        <p:sp>
          <p:nvSpPr>
            <p:cNvPr id="42220" name="Oval 220"/>
            <p:cNvSpPr>
              <a:spLocks noChangeArrowheads="1"/>
            </p:cNvSpPr>
            <p:nvPr/>
          </p:nvSpPr>
          <p:spPr bwMode="auto">
            <a:xfrm>
              <a:off x="3602038" y="4095750"/>
              <a:ext cx="112712" cy="95250"/>
            </a:xfrm>
            <a:prstGeom prst="ellipse">
              <a:avLst/>
            </a:prstGeom>
            <a:solidFill>
              <a:srgbClr val="004000"/>
            </a:solidFill>
            <a:ln w="9525">
              <a:noFill/>
              <a:round/>
              <a:headEnd/>
              <a:tailEnd/>
            </a:ln>
          </p:spPr>
          <p:txBody>
            <a:bodyPr/>
            <a:lstStyle/>
            <a:p>
              <a:pPr algn="ctr" eaLnBrk="0" hangingPunct="0"/>
              <a:endParaRPr lang="nl-BE"/>
            </a:p>
          </p:txBody>
        </p:sp>
        <p:sp>
          <p:nvSpPr>
            <p:cNvPr id="42221" name="Oval 221"/>
            <p:cNvSpPr>
              <a:spLocks noChangeArrowheads="1"/>
            </p:cNvSpPr>
            <p:nvPr/>
          </p:nvSpPr>
          <p:spPr bwMode="auto">
            <a:xfrm>
              <a:off x="3668713" y="3989388"/>
              <a:ext cx="169862" cy="147637"/>
            </a:xfrm>
            <a:prstGeom prst="ellipse">
              <a:avLst/>
            </a:prstGeom>
            <a:solidFill>
              <a:srgbClr val="008000"/>
            </a:solidFill>
            <a:ln w="9525">
              <a:noFill/>
              <a:round/>
              <a:headEnd/>
              <a:tailEnd/>
            </a:ln>
          </p:spPr>
          <p:txBody>
            <a:bodyPr/>
            <a:lstStyle/>
            <a:p>
              <a:pPr algn="ctr" eaLnBrk="0" hangingPunct="0"/>
              <a:endParaRPr lang="nl-BE"/>
            </a:p>
          </p:txBody>
        </p:sp>
        <p:sp>
          <p:nvSpPr>
            <p:cNvPr id="42222" name="Oval 222"/>
            <p:cNvSpPr>
              <a:spLocks noChangeArrowheads="1"/>
            </p:cNvSpPr>
            <p:nvPr/>
          </p:nvSpPr>
          <p:spPr bwMode="auto">
            <a:xfrm>
              <a:off x="3679825" y="4029075"/>
              <a:ext cx="101600" cy="101600"/>
            </a:xfrm>
            <a:prstGeom prst="ellipse">
              <a:avLst/>
            </a:prstGeom>
            <a:solidFill>
              <a:srgbClr val="006000"/>
            </a:solidFill>
            <a:ln w="9525">
              <a:noFill/>
              <a:round/>
              <a:headEnd/>
              <a:tailEnd/>
            </a:ln>
          </p:spPr>
          <p:txBody>
            <a:bodyPr/>
            <a:lstStyle/>
            <a:p>
              <a:pPr algn="ctr" eaLnBrk="0" hangingPunct="0"/>
              <a:endParaRPr lang="nl-BE"/>
            </a:p>
          </p:txBody>
        </p:sp>
        <p:sp>
          <p:nvSpPr>
            <p:cNvPr id="42223" name="Freeform 223"/>
            <p:cNvSpPr>
              <a:spLocks/>
            </p:cNvSpPr>
            <p:nvPr/>
          </p:nvSpPr>
          <p:spPr bwMode="auto">
            <a:xfrm>
              <a:off x="2297113" y="4432300"/>
              <a:ext cx="2274887" cy="1447800"/>
            </a:xfrm>
            <a:custGeom>
              <a:avLst/>
              <a:gdLst>
                <a:gd name="T0" fmla="*/ 2147483647 w 720"/>
                <a:gd name="T1" fmla="*/ 0 h 672"/>
                <a:gd name="T2" fmla="*/ 2147483647 w 720"/>
                <a:gd name="T3" fmla="*/ 2147483647 h 672"/>
                <a:gd name="T4" fmla="*/ 2147483647 w 720"/>
                <a:gd name="T5" fmla="*/ 2147483647 h 672"/>
                <a:gd name="T6" fmla="*/ 0 w 720"/>
                <a:gd name="T7" fmla="*/ 2147483647 h 672"/>
                <a:gd name="T8" fmla="*/ 0 60000 65536"/>
                <a:gd name="T9" fmla="*/ 0 60000 65536"/>
                <a:gd name="T10" fmla="*/ 0 60000 65536"/>
                <a:gd name="T11" fmla="*/ 0 60000 65536"/>
                <a:gd name="T12" fmla="*/ 0 w 720"/>
                <a:gd name="T13" fmla="*/ 0 h 672"/>
                <a:gd name="T14" fmla="*/ 720 w 720"/>
                <a:gd name="T15" fmla="*/ 672 h 672"/>
              </a:gdLst>
              <a:ahLst/>
              <a:cxnLst>
                <a:cxn ang="T8">
                  <a:pos x="T0" y="T1"/>
                </a:cxn>
                <a:cxn ang="T9">
                  <a:pos x="T2" y="T3"/>
                </a:cxn>
                <a:cxn ang="T10">
                  <a:pos x="T4" y="T5"/>
                </a:cxn>
                <a:cxn ang="T11">
                  <a:pos x="T6" y="T7"/>
                </a:cxn>
              </a:cxnLst>
              <a:rect l="T12" t="T13" r="T14" b="T15"/>
              <a:pathLst>
                <a:path w="720" h="672">
                  <a:moveTo>
                    <a:pt x="720" y="0"/>
                  </a:moveTo>
                  <a:cubicBezTo>
                    <a:pt x="600" y="80"/>
                    <a:pt x="480" y="160"/>
                    <a:pt x="432" y="240"/>
                  </a:cubicBezTo>
                  <a:cubicBezTo>
                    <a:pt x="384" y="320"/>
                    <a:pt x="504" y="408"/>
                    <a:pt x="432" y="480"/>
                  </a:cubicBezTo>
                  <a:cubicBezTo>
                    <a:pt x="360" y="552"/>
                    <a:pt x="72" y="640"/>
                    <a:pt x="0" y="672"/>
                  </a:cubicBezTo>
                </a:path>
              </a:pathLst>
            </a:custGeom>
            <a:noFill/>
            <a:ln w="9525">
              <a:solidFill>
                <a:schemeClr val="tx1"/>
              </a:solidFill>
              <a:round/>
              <a:headEnd/>
              <a:tailEnd/>
            </a:ln>
          </p:spPr>
          <p:txBody>
            <a:bodyPr wrap="none" anchor="ctr"/>
            <a:lstStyle/>
            <a:p>
              <a:endParaRPr lang="nl-BE"/>
            </a:p>
          </p:txBody>
        </p:sp>
        <p:sp>
          <p:nvSpPr>
            <p:cNvPr id="42224" name="Freeform 224"/>
            <p:cNvSpPr>
              <a:spLocks/>
            </p:cNvSpPr>
            <p:nvPr/>
          </p:nvSpPr>
          <p:spPr bwMode="auto">
            <a:xfrm>
              <a:off x="2144713" y="4432300"/>
              <a:ext cx="2427287" cy="1676400"/>
            </a:xfrm>
            <a:custGeom>
              <a:avLst/>
              <a:gdLst>
                <a:gd name="T0" fmla="*/ 2147483647 w 720"/>
                <a:gd name="T1" fmla="*/ 0 h 672"/>
                <a:gd name="T2" fmla="*/ 2147483647 w 720"/>
                <a:gd name="T3" fmla="*/ 2147483647 h 672"/>
                <a:gd name="T4" fmla="*/ 2147483647 w 720"/>
                <a:gd name="T5" fmla="*/ 2147483647 h 672"/>
                <a:gd name="T6" fmla="*/ 0 w 720"/>
                <a:gd name="T7" fmla="*/ 2147483647 h 672"/>
                <a:gd name="T8" fmla="*/ 0 60000 65536"/>
                <a:gd name="T9" fmla="*/ 0 60000 65536"/>
                <a:gd name="T10" fmla="*/ 0 60000 65536"/>
                <a:gd name="T11" fmla="*/ 0 60000 65536"/>
                <a:gd name="T12" fmla="*/ 0 w 720"/>
                <a:gd name="T13" fmla="*/ 0 h 672"/>
                <a:gd name="T14" fmla="*/ 720 w 720"/>
                <a:gd name="T15" fmla="*/ 672 h 672"/>
              </a:gdLst>
              <a:ahLst/>
              <a:cxnLst>
                <a:cxn ang="T8">
                  <a:pos x="T0" y="T1"/>
                </a:cxn>
                <a:cxn ang="T9">
                  <a:pos x="T2" y="T3"/>
                </a:cxn>
                <a:cxn ang="T10">
                  <a:pos x="T4" y="T5"/>
                </a:cxn>
                <a:cxn ang="T11">
                  <a:pos x="T6" y="T7"/>
                </a:cxn>
              </a:cxnLst>
              <a:rect l="T12" t="T13" r="T14" b="T15"/>
              <a:pathLst>
                <a:path w="720" h="672">
                  <a:moveTo>
                    <a:pt x="720" y="0"/>
                  </a:moveTo>
                  <a:cubicBezTo>
                    <a:pt x="600" y="80"/>
                    <a:pt x="480" y="160"/>
                    <a:pt x="432" y="240"/>
                  </a:cubicBezTo>
                  <a:cubicBezTo>
                    <a:pt x="384" y="320"/>
                    <a:pt x="504" y="408"/>
                    <a:pt x="432" y="480"/>
                  </a:cubicBezTo>
                  <a:cubicBezTo>
                    <a:pt x="360" y="552"/>
                    <a:pt x="72" y="640"/>
                    <a:pt x="0" y="672"/>
                  </a:cubicBezTo>
                </a:path>
              </a:pathLst>
            </a:custGeom>
            <a:noFill/>
            <a:ln w="9525">
              <a:solidFill>
                <a:schemeClr val="tx1"/>
              </a:solidFill>
              <a:round/>
              <a:headEnd/>
              <a:tailEnd/>
            </a:ln>
          </p:spPr>
          <p:txBody>
            <a:bodyPr wrap="none" anchor="ctr"/>
            <a:lstStyle/>
            <a:p>
              <a:endParaRPr lang="nl-BE"/>
            </a:p>
          </p:txBody>
        </p:sp>
        <p:sp>
          <p:nvSpPr>
            <p:cNvPr id="42225" name="Freeform 225"/>
            <p:cNvSpPr>
              <a:spLocks/>
            </p:cNvSpPr>
            <p:nvPr/>
          </p:nvSpPr>
          <p:spPr bwMode="auto">
            <a:xfrm>
              <a:off x="657225" y="3984625"/>
              <a:ext cx="5857875" cy="1195388"/>
            </a:xfrm>
            <a:custGeom>
              <a:avLst/>
              <a:gdLst>
                <a:gd name="T0" fmla="*/ 0 w 3690"/>
                <a:gd name="T1" fmla="*/ 2147483647 h 753"/>
                <a:gd name="T2" fmla="*/ 2147483647 w 3690"/>
                <a:gd name="T3" fmla="*/ 0 h 753"/>
                <a:gd name="T4" fmla="*/ 0 w 3690"/>
                <a:gd name="T5" fmla="*/ 2147483647 h 753"/>
                <a:gd name="T6" fmla="*/ 0 w 3690"/>
                <a:gd name="T7" fmla="*/ 2147483647 h 753"/>
                <a:gd name="T8" fmla="*/ 0 w 3690"/>
                <a:gd name="T9" fmla="*/ 2147483647 h 753"/>
                <a:gd name="T10" fmla="*/ 0 60000 65536"/>
                <a:gd name="T11" fmla="*/ 0 60000 65536"/>
                <a:gd name="T12" fmla="*/ 0 60000 65536"/>
                <a:gd name="T13" fmla="*/ 0 60000 65536"/>
                <a:gd name="T14" fmla="*/ 0 60000 65536"/>
                <a:gd name="T15" fmla="*/ 0 w 3690"/>
                <a:gd name="T16" fmla="*/ 0 h 753"/>
                <a:gd name="T17" fmla="*/ 3690 w 3690"/>
                <a:gd name="T18" fmla="*/ 753 h 753"/>
              </a:gdLst>
              <a:ahLst/>
              <a:cxnLst>
                <a:cxn ang="T10">
                  <a:pos x="T0" y="T1"/>
                </a:cxn>
                <a:cxn ang="T11">
                  <a:pos x="T2" y="T3"/>
                </a:cxn>
                <a:cxn ang="T12">
                  <a:pos x="T4" y="T5"/>
                </a:cxn>
                <a:cxn ang="T13">
                  <a:pos x="T6" y="T7"/>
                </a:cxn>
                <a:cxn ang="T14">
                  <a:pos x="T8" y="T9"/>
                </a:cxn>
              </a:cxnLst>
              <a:rect l="T15" t="T16" r="T17" b="T18"/>
              <a:pathLst>
                <a:path w="3690" h="753">
                  <a:moveTo>
                    <a:pt x="0" y="699"/>
                  </a:moveTo>
                  <a:lnTo>
                    <a:pt x="3690" y="0"/>
                  </a:lnTo>
                  <a:lnTo>
                    <a:pt x="0" y="753"/>
                  </a:lnTo>
                  <a:lnTo>
                    <a:pt x="0" y="699"/>
                  </a:lnTo>
                  <a:close/>
                </a:path>
              </a:pathLst>
            </a:custGeom>
            <a:solidFill>
              <a:srgbClr val="FFFF00"/>
            </a:solidFill>
            <a:ln w="9525">
              <a:solidFill>
                <a:schemeClr val="tx1"/>
              </a:solidFill>
              <a:round/>
              <a:headEnd/>
              <a:tailEnd/>
            </a:ln>
          </p:spPr>
          <p:txBody>
            <a:bodyPr wrap="none" anchor="ctr"/>
            <a:lstStyle/>
            <a:p>
              <a:endParaRPr lang="nl-BE"/>
            </a:p>
          </p:txBody>
        </p:sp>
        <p:sp>
          <p:nvSpPr>
            <p:cNvPr id="42226" name="Freeform 226"/>
            <p:cNvSpPr>
              <a:spLocks/>
            </p:cNvSpPr>
            <p:nvPr/>
          </p:nvSpPr>
          <p:spPr bwMode="auto">
            <a:xfrm rot="-155667">
              <a:off x="3844925" y="4011613"/>
              <a:ext cx="2230438" cy="266700"/>
            </a:xfrm>
            <a:custGeom>
              <a:avLst/>
              <a:gdLst>
                <a:gd name="T0" fmla="*/ 2147483647 w 3610"/>
                <a:gd name="T1" fmla="*/ 0 h 746"/>
                <a:gd name="T2" fmla="*/ 2147483647 w 3610"/>
                <a:gd name="T3" fmla="*/ 2147483647 h 746"/>
                <a:gd name="T4" fmla="*/ 2147483647 w 3610"/>
                <a:gd name="T5" fmla="*/ 2147483647 h 746"/>
                <a:gd name="T6" fmla="*/ 2147483647 w 3610"/>
                <a:gd name="T7" fmla="*/ 2147483647 h 746"/>
                <a:gd name="T8" fmla="*/ 2147483647 w 3610"/>
                <a:gd name="T9" fmla="*/ 2147483647 h 746"/>
                <a:gd name="T10" fmla="*/ 2147483647 w 3610"/>
                <a:gd name="T11" fmla="*/ 2147483647 h 746"/>
                <a:gd name="T12" fmla="*/ 2147483647 w 3610"/>
                <a:gd name="T13" fmla="*/ 2147483647 h 746"/>
                <a:gd name="T14" fmla="*/ 2147483647 w 3610"/>
                <a:gd name="T15" fmla="*/ 2147483647 h 746"/>
                <a:gd name="T16" fmla="*/ 2147483647 w 3610"/>
                <a:gd name="T17" fmla="*/ 2147483647 h 746"/>
                <a:gd name="T18" fmla="*/ 2147483647 w 3610"/>
                <a:gd name="T19" fmla="*/ 2147483647 h 746"/>
                <a:gd name="T20" fmla="*/ 2147483647 w 3610"/>
                <a:gd name="T21" fmla="*/ 2147483647 h 746"/>
                <a:gd name="T22" fmla="*/ 2147483647 w 3610"/>
                <a:gd name="T23" fmla="*/ 2147483647 h 746"/>
                <a:gd name="T24" fmla="*/ 2147483647 w 3610"/>
                <a:gd name="T25" fmla="*/ 2147483647 h 746"/>
                <a:gd name="T26" fmla="*/ 2147483647 w 3610"/>
                <a:gd name="T27" fmla="*/ 2147483647 h 746"/>
                <a:gd name="T28" fmla="*/ 2147483647 w 3610"/>
                <a:gd name="T29" fmla="*/ 2147483647 h 746"/>
                <a:gd name="T30" fmla="*/ 2147483647 w 3610"/>
                <a:gd name="T31" fmla="*/ 2147483647 h 746"/>
                <a:gd name="T32" fmla="*/ 2147483647 w 3610"/>
                <a:gd name="T33" fmla="*/ 2147483647 h 746"/>
                <a:gd name="T34" fmla="*/ 2147483647 w 3610"/>
                <a:gd name="T35" fmla="*/ 2147483647 h 746"/>
                <a:gd name="T36" fmla="*/ 2147483647 w 3610"/>
                <a:gd name="T37" fmla="*/ 2147483647 h 746"/>
                <a:gd name="T38" fmla="*/ 2147483647 w 3610"/>
                <a:gd name="T39" fmla="*/ 2147483647 h 746"/>
                <a:gd name="T40" fmla="*/ 2147483647 w 3610"/>
                <a:gd name="T41" fmla="*/ 2147483647 h 746"/>
                <a:gd name="T42" fmla="*/ 2147483647 w 3610"/>
                <a:gd name="T43" fmla="*/ 2147483647 h 746"/>
                <a:gd name="T44" fmla="*/ 2147483647 w 3610"/>
                <a:gd name="T45" fmla="*/ 2147483647 h 746"/>
                <a:gd name="T46" fmla="*/ 2147483647 w 3610"/>
                <a:gd name="T47" fmla="*/ 2147483647 h 746"/>
                <a:gd name="T48" fmla="*/ 2147483647 w 3610"/>
                <a:gd name="T49" fmla="*/ 2147483647 h 746"/>
                <a:gd name="T50" fmla="*/ 2147483647 w 3610"/>
                <a:gd name="T51" fmla="*/ 2147483647 h 746"/>
                <a:gd name="T52" fmla="*/ 2147483647 w 3610"/>
                <a:gd name="T53" fmla="*/ 2147483647 h 746"/>
                <a:gd name="T54" fmla="*/ 2147483647 w 3610"/>
                <a:gd name="T55" fmla="*/ 2147483647 h 746"/>
                <a:gd name="T56" fmla="*/ 2147483647 w 3610"/>
                <a:gd name="T57" fmla="*/ 2147483647 h 746"/>
                <a:gd name="T58" fmla="*/ 2147483647 w 3610"/>
                <a:gd name="T59" fmla="*/ 2147483647 h 746"/>
                <a:gd name="T60" fmla="*/ 2147483647 w 3610"/>
                <a:gd name="T61" fmla="*/ 2147483647 h 746"/>
                <a:gd name="T62" fmla="*/ 2147483647 w 3610"/>
                <a:gd name="T63" fmla="*/ 2147483647 h 746"/>
                <a:gd name="T64" fmla="*/ 2147483647 w 3610"/>
                <a:gd name="T65" fmla="*/ 2147483647 h 746"/>
                <a:gd name="T66" fmla="*/ 2147483647 w 3610"/>
                <a:gd name="T67" fmla="*/ 2147483647 h 746"/>
                <a:gd name="T68" fmla="*/ 2147483647 w 3610"/>
                <a:gd name="T69" fmla="*/ 2147483647 h 746"/>
                <a:gd name="T70" fmla="*/ 2147483647 w 3610"/>
                <a:gd name="T71" fmla="*/ 2147483647 h 746"/>
                <a:gd name="T72" fmla="*/ 2147483647 w 3610"/>
                <a:gd name="T73" fmla="*/ 2147483647 h 746"/>
                <a:gd name="T74" fmla="*/ 2147483647 w 3610"/>
                <a:gd name="T75" fmla="*/ 2147483647 h 746"/>
                <a:gd name="T76" fmla="*/ 0 w 3610"/>
                <a:gd name="T77" fmla="*/ 2147483647 h 746"/>
                <a:gd name="T78" fmla="*/ 0 w 3610"/>
                <a:gd name="T79" fmla="*/ 2147483647 h 746"/>
                <a:gd name="T80" fmla="*/ 2147483647 w 3610"/>
                <a:gd name="T81" fmla="*/ 0 h 74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610"/>
                <a:gd name="T124" fmla="*/ 0 h 746"/>
                <a:gd name="T125" fmla="*/ 3610 w 3610"/>
                <a:gd name="T126" fmla="*/ 746 h 74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610" h="746">
                  <a:moveTo>
                    <a:pt x="3610" y="0"/>
                  </a:moveTo>
                  <a:lnTo>
                    <a:pt x="3610" y="282"/>
                  </a:lnTo>
                  <a:lnTo>
                    <a:pt x="3554" y="240"/>
                  </a:lnTo>
                  <a:lnTo>
                    <a:pt x="3179" y="249"/>
                  </a:lnTo>
                  <a:lnTo>
                    <a:pt x="3147" y="297"/>
                  </a:lnTo>
                  <a:lnTo>
                    <a:pt x="3110" y="344"/>
                  </a:lnTo>
                  <a:lnTo>
                    <a:pt x="3110" y="311"/>
                  </a:lnTo>
                  <a:lnTo>
                    <a:pt x="3138" y="282"/>
                  </a:lnTo>
                  <a:lnTo>
                    <a:pt x="3154" y="246"/>
                  </a:lnTo>
                  <a:lnTo>
                    <a:pt x="3043" y="260"/>
                  </a:lnTo>
                  <a:lnTo>
                    <a:pt x="2773" y="389"/>
                  </a:lnTo>
                  <a:lnTo>
                    <a:pt x="2638" y="564"/>
                  </a:lnTo>
                  <a:lnTo>
                    <a:pt x="2491" y="585"/>
                  </a:lnTo>
                  <a:lnTo>
                    <a:pt x="2387" y="578"/>
                  </a:lnTo>
                  <a:lnTo>
                    <a:pt x="2363" y="516"/>
                  </a:lnTo>
                  <a:lnTo>
                    <a:pt x="2330" y="438"/>
                  </a:lnTo>
                  <a:lnTo>
                    <a:pt x="2330" y="353"/>
                  </a:lnTo>
                  <a:lnTo>
                    <a:pt x="2245" y="381"/>
                  </a:lnTo>
                  <a:lnTo>
                    <a:pt x="2250" y="423"/>
                  </a:lnTo>
                  <a:lnTo>
                    <a:pt x="2198" y="417"/>
                  </a:lnTo>
                  <a:lnTo>
                    <a:pt x="2188" y="501"/>
                  </a:lnTo>
                  <a:lnTo>
                    <a:pt x="2141" y="572"/>
                  </a:lnTo>
                  <a:lnTo>
                    <a:pt x="2084" y="621"/>
                  </a:lnTo>
                  <a:lnTo>
                    <a:pt x="2019" y="650"/>
                  </a:lnTo>
                  <a:lnTo>
                    <a:pt x="1891" y="663"/>
                  </a:lnTo>
                  <a:lnTo>
                    <a:pt x="1763" y="635"/>
                  </a:lnTo>
                  <a:lnTo>
                    <a:pt x="1705" y="614"/>
                  </a:lnTo>
                  <a:lnTo>
                    <a:pt x="1648" y="516"/>
                  </a:lnTo>
                  <a:lnTo>
                    <a:pt x="1403" y="540"/>
                  </a:lnTo>
                  <a:lnTo>
                    <a:pt x="1337" y="687"/>
                  </a:lnTo>
                  <a:lnTo>
                    <a:pt x="1247" y="737"/>
                  </a:lnTo>
                  <a:lnTo>
                    <a:pt x="1128" y="737"/>
                  </a:lnTo>
                  <a:lnTo>
                    <a:pt x="1020" y="744"/>
                  </a:lnTo>
                  <a:lnTo>
                    <a:pt x="982" y="746"/>
                  </a:lnTo>
                  <a:lnTo>
                    <a:pt x="949" y="723"/>
                  </a:lnTo>
                  <a:lnTo>
                    <a:pt x="928" y="689"/>
                  </a:lnTo>
                  <a:lnTo>
                    <a:pt x="925" y="623"/>
                  </a:lnTo>
                  <a:lnTo>
                    <a:pt x="785" y="674"/>
                  </a:lnTo>
                  <a:lnTo>
                    <a:pt x="0" y="666"/>
                  </a:lnTo>
                  <a:lnTo>
                    <a:pt x="0" y="89"/>
                  </a:lnTo>
                  <a:lnTo>
                    <a:pt x="3610" y="0"/>
                  </a:lnTo>
                  <a:close/>
                </a:path>
              </a:pathLst>
            </a:custGeom>
            <a:solidFill>
              <a:srgbClr val="202020"/>
            </a:solidFill>
            <a:ln w="9525">
              <a:noFill/>
              <a:round/>
              <a:headEnd/>
              <a:tailEnd/>
            </a:ln>
          </p:spPr>
          <p:txBody>
            <a:bodyPr/>
            <a:lstStyle/>
            <a:p>
              <a:endParaRPr lang="nl-BE"/>
            </a:p>
          </p:txBody>
        </p:sp>
        <p:sp>
          <p:nvSpPr>
            <p:cNvPr id="42227" name="Freeform 227"/>
            <p:cNvSpPr>
              <a:spLocks/>
            </p:cNvSpPr>
            <p:nvPr/>
          </p:nvSpPr>
          <p:spPr bwMode="auto">
            <a:xfrm rot="-155667">
              <a:off x="4767263" y="4070350"/>
              <a:ext cx="188912" cy="322263"/>
            </a:xfrm>
            <a:custGeom>
              <a:avLst/>
              <a:gdLst>
                <a:gd name="T0" fmla="*/ 2147483647 w 307"/>
                <a:gd name="T1" fmla="*/ 0 h 904"/>
                <a:gd name="T2" fmla="*/ 2147483647 w 307"/>
                <a:gd name="T3" fmla="*/ 0 h 904"/>
                <a:gd name="T4" fmla="*/ 2147483647 w 307"/>
                <a:gd name="T5" fmla="*/ 2147483647 h 904"/>
                <a:gd name="T6" fmla="*/ 2147483647 w 307"/>
                <a:gd name="T7" fmla="*/ 2147483647 h 904"/>
                <a:gd name="T8" fmla="*/ 2147483647 w 307"/>
                <a:gd name="T9" fmla="*/ 2147483647 h 904"/>
                <a:gd name="T10" fmla="*/ 2147483647 w 307"/>
                <a:gd name="T11" fmla="*/ 2147483647 h 904"/>
                <a:gd name="T12" fmla="*/ 2147483647 w 307"/>
                <a:gd name="T13" fmla="*/ 2147483647 h 904"/>
                <a:gd name="T14" fmla="*/ 2147483647 w 307"/>
                <a:gd name="T15" fmla="*/ 2147483647 h 904"/>
                <a:gd name="T16" fmla="*/ 2147483647 w 307"/>
                <a:gd name="T17" fmla="*/ 2147483647 h 904"/>
                <a:gd name="T18" fmla="*/ 2147483647 w 307"/>
                <a:gd name="T19" fmla="*/ 2147483647 h 904"/>
                <a:gd name="T20" fmla="*/ 2147483647 w 307"/>
                <a:gd name="T21" fmla="*/ 2147483647 h 904"/>
                <a:gd name="T22" fmla="*/ 2147483647 w 307"/>
                <a:gd name="T23" fmla="*/ 2147483647 h 904"/>
                <a:gd name="T24" fmla="*/ 2147483647 w 307"/>
                <a:gd name="T25" fmla="*/ 2147483647 h 904"/>
                <a:gd name="T26" fmla="*/ 2147483647 w 307"/>
                <a:gd name="T27" fmla="*/ 2147483647 h 904"/>
                <a:gd name="T28" fmla="*/ 2147483647 w 307"/>
                <a:gd name="T29" fmla="*/ 2147483647 h 904"/>
                <a:gd name="T30" fmla="*/ 2147483647 w 307"/>
                <a:gd name="T31" fmla="*/ 2147483647 h 904"/>
                <a:gd name="T32" fmla="*/ 2147483647 w 307"/>
                <a:gd name="T33" fmla="*/ 2147483647 h 904"/>
                <a:gd name="T34" fmla="*/ 2147483647 w 307"/>
                <a:gd name="T35" fmla="*/ 2147483647 h 904"/>
                <a:gd name="T36" fmla="*/ 2147483647 w 307"/>
                <a:gd name="T37" fmla="*/ 2147483647 h 904"/>
                <a:gd name="T38" fmla="*/ 2147483647 w 307"/>
                <a:gd name="T39" fmla="*/ 2147483647 h 904"/>
                <a:gd name="T40" fmla="*/ 2147483647 w 307"/>
                <a:gd name="T41" fmla="*/ 2147483647 h 904"/>
                <a:gd name="T42" fmla="*/ 2147483647 w 307"/>
                <a:gd name="T43" fmla="*/ 2147483647 h 904"/>
                <a:gd name="T44" fmla="*/ 2147483647 w 307"/>
                <a:gd name="T45" fmla="*/ 2147483647 h 904"/>
                <a:gd name="T46" fmla="*/ 2147483647 w 307"/>
                <a:gd name="T47" fmla="*/ 2147483647 h 904"/>
                <a:gd name="T48" fmla="*/ 2147483647 w 307"/>
                <a:gd name="T49" fmla="*/ 2147483647 h 904"/>
                <a:gd name="T50" fmla="*/ 2147483647 w 307"/>
                <a:gd name="T51" fmla="*/ 2147483647 h 904"/>
                <a:gd name="T52" fmla="*/ 2147483647 w 307"/>
                <a:gd name="T53" fmla="*/ 2147483647 h 904"/>
                <a:gd name="T54" fmla="*/ 2147483647 w 307"/>
                <a:gd name="T55" fmla="*/ 2147483647 h 904"/>
                <a:gd name="T56" fmla="*/ 0 w 307"/>
                <a:gd name="T57" fmla="*/ 2147483647 h 904"/>
                <a:gd name="T58" fmla="*/ 0 w 307"/>
                <a:gd name="T59" fmla="*/ 2147483647 h 904"/>
                <a:gd name="T60" fmla="*/ 2147483647 w 307"/>
                <a:gd name="T61" fmla="*/ 2147483647 h 904"/>
                <a:gd name="T62" fmla="*/ 2147483647 w 307"/>
                <a:gd name="T63" fmla="*/ 2147483647 h 904"/>
                <a:gd name="T64" fmla="*/ 2147483647 w 307"/>
                <a:gd name="T65" fmla="*/ 2147483647 h 904"/>
                <a:gd name="T66" fmla="*/ 2147483647 w 307"/>
                <a:gd name="T67" fmla="*/ 2147483647 h 904"/>
                <a:gd name="T68" fmla="*/ 2147483647 w 307"/>
                <a:gd name="T69" fmla="*/ 2147483647 h 904"/>
                <a:gd name="T70" fmla="*/ 2147483647 w 307"/>
                <a:gd name="T71" fmla="*/ 2147483647 h 904"/>
                <a:gd name="T72" fmla="*/ 2147483647 w 307"/>
                <a:gd name="T73" fmla="*/ 2147483647 h 904"/>
                <a:gd name="T74" fmla="*/ 2147483647 w 307"/>
                <a:gd name="T75" fmla="*/ 2147483647 h 904"/>
                <a:gd name="T76" fmla="*/ 2147483647 w 307"/>
                <a:gd name="T77" fmla="*/ 2147483647 h 904"/>
                <a:gd name="T78" fmla="*/ 2147483647 w 307"/>
                <a:gd name="T79" fmla="*/ 2147483647 h 904"/>
                <a:gd name="T80" fmla="*/ 2147483647 w 307"/>
                <a:gd name="T81" fmla="*/ 2147483647 h 904"/>
                <a:gd name="T82" fmla="*/ 2147483647 w 307"/>
                <a:gd name="T83" fmla="*/ 2147483647 h 904"/>
                <a:gd name="T84" fmla="*/ 2147483647 w 307"/>
                <a:gd name="T85" fmla="*/ 2147483647 h 904"/>
                <a:gd name="T86" fmla="*/ 2147483647 w 307"/>
                <a:gd name="T87" fmla="*/ 2147483647 h 904"/>
                <a:gd name="T88" fmla="*/ 2147483647 w 307"/>
                <a:gd name="T89" fmla="*/ 2147483647 h 904"/>
                <a:gd name="T90" fmla="*/ 2147483647 w 307"/>
                <a:gd name="T91" fmla="*/ 2147483647 h 904"/>
                <a:gd name="T92" fmla="*/ 2147483647 w 307"/>
                <a:gd name="T93" fmla="*/ 2147483647 h 904"/>
                <a:gd name="T94" fmla="*/ 2147483647 w 307"/>
                <a:gd name="T95" fmla="*/ 2147483647 h 904"/>
                <a:gd name="T96" fmla="*/ 2147483647 w 307"/>
                <a:gd name="T97" fmla="*/ 2147483647 h 904"/>
                <a:gd name="T98" fmla="*/ 2147483647 w 307"/>
                <a:gd name="T99" fmla="*/ 2147483647 h 904"/>
                <a:gd name="T100" fmla="*/ 2147483647 w 307"/>
                <a:gd name="T101" fmla="*/ 2147483647 h 904"/>
                <a:gd name="T102" fmla="*/ 2147483647 w 307"/>
                <a:gd name="T103" fmla="*/ 2147483647 h 904"/>
                <a:gd name="T104" fmla="*/ 2147483647 w 307"/>
                <a:gd name="T105" fmla="*/ 2147483647 h 904"/>
                <a:gd name="T106" fmla="*/ 2147483647 w 307"/>
                <a:gd name="T107" fmla="*/ 0 h 904"/>
                <a:gd name="T108" fmla="*/ 2147483647 w 307"/>
                <a:gd name="T109" fmla="*/ 0 h 90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307"/>
                <a:gd name="T166" fmla="*/ 0 h 904"/>
                <a:gd name="T167" fmla="*/ 307 w 307"/>
                <a:gd name="T168" fmla="*/ 904 h 904"/>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307" h="904">
                  <a:moveTo>
                    <a:pt x="144" y="0"/>
                  </a:moveTo>
                  <a:lnTo>
                    <a:pt x="307" y="0"/>
                  </a:lnTo>
                  <a:lnTo>
                    <a:pt x="305" y="904"/>
                  </a:lnTo>
                  <a:lnTo>
                    <a:pt x="144" y="897"/>
                  </a:lnTo>
                  <a:lnTo>
                    <a:pt x="138" y="894"/>
                  </a:lnTo>
                  <a:lnTo>
                    <a:pt x="133" y="892"/>
                  </a:lnTo>
                  <a:lnTo>
                    <a:pt x="124" y="889"/>
                  </a:lnTo>
                  <a:lnTo>
                    <a:pt x="116" y="885"/>
                  </a:lnTo>
                  <a:lnTo>
                    <a:pt x="107" y="876"/>
                  </a:lnTo>
                  <a:lnTo>
                    <a:pt x="98" y="867"/>
                  </a:lnTo>
                  <a:lnTo>
                    <a:pt x="90" y="858"/>
                  </a:lnTo>
                  <a:lnTo>
                    <a:pt x="83" y="847"/>
                  </a:lnTo>
                  <a:lnTo>
                    <a:pt x="77" y="837"/>
                  </a:lnTo>
                  <a:lnTo>
                    <a:pt x="71" y="826"/>
                  </a:lnTo>
                  <a:lnTo>
                    <a:pt x="66" y="817"/>
                  </a:lnTo>
                  <a:lnTo>
                    <a:pt x="59" y="802"/>
                  </a:lnTo>
                  <a:lnTo>
                    <a:pt x="54" y="787"/>
                  </a:lnTo>
                  <a:lnTo>
                    <a:pt x="48" y="774"/>
                  </a:lnTo>
                  <a:lnTo>
                    <a:pt x="44" y="763"/>
                  </a:lnTo>
                  <a:lnTo>
                    <a:pt x="41" y="753"/>
                  </a:lnTo>
                  <a:lnTo>
                    <a:pt x="34" y="730"/>
                  </a:lnTo>
                  <a:lnTo>
                    <a:pt x="28" y="706"/>
                  </a:lnTo>
                  <a:lnTo>
                    <a:pt x="23" y="684"/>
                  </a:lnTo>
                  <a:lnTo>
                    <a:pt x="17" y="657"/>
                  </a:lnTo>
                  <a:lnTo>
                    <a:pt x="12" y="627"/>
                  </a:lnTo>
                  <a:lnTo>
                    <a:pt x="9" y="597"/>
                  </a:lnTo>
                  <a:lnTo>
                    <a:pt x="4" y="564"/>
                  </a:lnTo>
                  <a:lnTo>
                    <a:pt x="2" y="528"/>
                  </a:lnTo>
                  <a:lnTo>
                    <a:pt x="0" y="490"/>
                  </a:lnTo>
                  <a:lnTo>
                    <a:pt x="0" y="448"/>
                  </a:lnTo>
                  <a:lnTo>
                    <a:pt x="1" y="391"/>
                  </a:lnTo>
                  <a:lnTo>
                    <a:pt x="4" y="337"/>
                  </a:lnTo>
                  <a:lnTo>
                    <a:pt x="9" y="300"/>
                  </a:lnTo>
                  <a:lnTo>
                    <a:pt x="14" y="262"/>
                  </a:lnTo>
                  <a:lnTo>
                    <a:pt x="18" y="231"/>
                  </a:lnTo>
                  <a:lnTo>
                    <a:pt x="23" y="208"/>
                  </a:lnTo>
                  <a:lnTo>
                    <a:pt x="31" y="177"/>
                  </a:lnTo>
                  <a:lnTo>
                    <a:pt x="41" y="141"/>
                  </a:lnTo>
                  <a:lnTo>
                    <a:pt x="50" y="115"/>
                  </a:lnTo>
                  <a:lnTo>
                    <a:pt x="58" y="97"/>
                  </a:lnTo>
                  <a:lnTo>
                    <a:pt x="63" y="87"/>
                  </a:lnTo>
                  <a:lnTo>
                    <a:pt x="69" y="75"/>
                  </a:lnTo>
                  <a:lnTo>
                    <a:pt x="74" y="64"/>
                  </a:lnTo>
                  <a:lnTo>
                    <a:pt x="79" y="54"/>
                  </a:lnTo>
                  <a:lnTo>
                    <a:pt x="85" y="46"/>
                  </a:lnTo>
                  <a:lnTo>
                    <a:pt x="91" y="37"/>
                  </a:lnTo>
                  <a:lnTo>
                    <a:pt x="98" y="28"/>
                  </a:lnTo>
                  <a:lnTo>
                    <a:pt x="104" y="22"/>
                  </a:lnTo>
                  <a:lnTo>
                    <a:pt x="109" y="18"/>
                  </a:lnTo>
                  <a:lnTo>
                    <a:pt x="115" y="12"/>
                  </a:lnTo>
                  <a:lnTo>
                    <a:pt x="122" y="7"/>
                  </a:lnTo>
                  <a:lnTo>
                    <a:pt x="127" y="4"/>
                  </a:lnTo>
                  <a:lnTo>
                    <a:pt x="133" y="1"/>
                  </a:lnTo>
                  <a:lnTo>
                    <a:pt x="138" y="0"/>
                  </a:lnTo>
                  <a:lnTo>
                    <a:pt x="144" y="0"/>
                  </a:lnTo>
                  <a:close/>
                </a:path>
              </a:pathLst>
            </a:custGeom>
            <a:solidFill>
              <a:srgbClr val="202020"/>
            </a:solidFill>
            <a:ln w="9525">
              <a:noFill/>
              <a:round/>
              <a:headEnd/>
              <a:tailEnd/>
            </a:ln>
          </p:spPr>
          <p:txBody>
            <a:bodyPr/>
            <a:lstStyle/>
            <a:p>
              <a:endParaRPr lang="nl-BE"/>
            </a:p>
          </p:txBody>
        </p:sp>
        <p:sp>
          <p:nvSpPr>
            <p:cNvPr id="42228" name="Oval 228"/>
            <p:cNvSpPr>
              <a:spLocks noChangeArrowheads="1"/>
            </p:cNvSpPr>
            <p:nvPr/>
          </p:nvSpPr>
          <p:spPr bwMode="auto">
            <a:xfrm rot="-155667">
              <a:off x="4854575" y="4065588"/>
              <a:ext cx="192088" cy="323850"/>
            </a:xfrm>
            <a:prstGeom prst="ellipse">
              <a:avLst/>
            </a:prstGeom>
            <a:solidFill>
              <a:srgbClr val="404040"/>
            </a:solidFill>
            <a:ln w="9525">
              <a:noFill/>
              <a:round/>
              <a:headEnd/>
              <a:tailEnd/>
            </a:ln>
          </p:spPr>
          <p:txBody>
            <a:bodyPr/>
            <a:lstStyle/>
            <a:p>
              <a:pPr algn="ctr" eaLnBrk="0" hangingPunct="0"/>
              <a:endParaRPr lang="nl-BE"/>
            </a:p>
          </p:txBody>
        </p:sp>
        <p:sp>
          <p:nvSpPr>
            <p:cNvPr id="42229" name="Oval 229"/>
            <p:cNvSpPr>
              <a:spLocks noChangeArrowheads="1"/>
            </p:cNvSpPr>
            <p:nvPr/>
          </p:nvSpPr>
          <p:spPr bwMode="auto">
            <a:xfrm rot="-155667">
              <a:off x="4894263" y="4132263"/>
              <a:ext cx="112712" cy="190500"/>
            </a:xfrm>
            <a:prstGeom prst="ellipse">
              <a:avLst/>
            </a:prstGeom>
            <a:solidFill>
              <a:srgbClr val="A0A0A0"/>
            </a:solidFill>
            <a:ln w="9525">
              <a:noFill/>
              <a:round/>
              <a:headEnd/>
              <a:tailEnd/>
            </a:ln>
          </p:spPr>
          <p:txBody>
            <a:bodyPr/>
            <a:lstStyle/>
            <a:p>
              <a:pPr algn="ctr" eaLnBrk="0" hangingPunct="0"/>
              <a:endParaRPr lang="nl-BE"/>
            </a:p>
          </p:txBody>
        </p:sp>
        <p:sp>
          <p:nvSpPr>
            <p:cNvPr id="42230" name="Oval 230"/>
            <p:cNvSpPr>
              <a:spLocks noChangeArrowheads="1"/>
            </p:cNvSpPr>
            <p:nvPr/>
          </p:nvSpPr>
          <p:spPr bwMode="auto">
            <a:xfrm rot="-155667">
              <a:off x="4892675" y="4137025"/>
              <a:ext cx="104775" cy="177800"/>
            </a:xfrm>
            <a:prstGeom prst="ellipse">
              <a:avLst/>
            </a:prstGeom>
            <a:solidFill>
              <a:srgbClr val="808080"/>
            </a:solidFill>
            <a:ln w="9525">
              <a:noFill/>
              <a:round/>
              <a:headEnd/>
              <a:tailEnd/>
            </a:ln>
          </p:spPr>
          <p:txBody>
            <a:bodyPr/>
            <a:lstStyle/>
            <a:p>
              <a:pPr algn="ctr" eaLnBrk="0" hangingPunct="0"/>
              <a:endParaRPr lang="nl-BE"/>
            </a:p>
          </p:txBody>
        </p:sp>
        <p:sp>
          <p:nvSpPr>
            <p:cNvPr id="42231" name="Oval 231"/>
            <p:cNvSpPr>
              <a:spLocks noChangeArrowheads="1"/>
            </p:cNvSpPr>
            <p:nvPr/>
          </p:nvSpPr>
          <p:spPr bwMode="auto">
            <a:xfrm rot="-155667">
              <a:off x="4941888" y="4211638"/>
              <a:ext cx="17462" cy="31750"/>
            </a:xfrm>
            <a:prstGeom prst="ellipse">
              <a:avLst/>
            </a:prstGeom>
            <a:solidFill>
              <a:srgbClr val="404040"/>
            </a:solidFill>
            <a:ln w="9525">
              <a:noFill/>
              <a:round/>
              <a:headEnd/>
              <a:tailEnd/>
            </a:ln>
          </p:spPr>
          <p:txBody>
            <a:bodyPr/>
            <a:lstStyle/>
            <a:p>
              <a:pPr algn="ctr" eaLnBrk="0" hangingPunct="0"/>
              <a:endParaRPr lang="nl-BE"/>
            </a:p>
          </p:txBody>
        </p:sp>
        <p:sp>
          <p:nvSpPr>
            <p:cNvPr id="42232" name="Freeform 232"/>
            <p:cNvSpPr>
              <a:spLocks/>
            </p:cNvSpPr>
            <p:nvPr/>
          </p:nvSpPr>
          <p:spPr bwMode="auto">
            <a:xfrm rot="-155667">
              <a:off x="4876800" y="4065588"/>
              <a:ext cx="188913" cy="330200"/>
            </a:xfrm>
            <a:custGeom>
              <a:avLst/>
              <a:gdLst>
                <a:gd name="T0" fmla="*/ 2147483647 w 306"/>
                <a:gd name="T1" fmla="*/ 0 h 925"/>
                <a:gd name="T2" fmla="*/ 2147483647 w 306"/>
                <a:gd name="T3" fmla="*/ 0 h 925"/>
                <a:gd name="T4" fmla="*/ 2147483647 w 306"/>
                <a:gd name="T5" fmla="*/ 2147483647 h 925"/>
                <a:gd name="T6" fmla="*/ 2147483647 w 306"/>
                <a:gd name="T7" fmla="*/ 2147483647 h 925"/>
                <a:gd name="T8" fmla="*/ 2147483647 w 306"/>
                <a:gd name="T9" fmla="*/ 2147483647 h 925"/>
                <a:gd name="T10" fmla="*/ 2147483647 w 306"/>
                <a:gd name="T11" fmla="*/ 2147483647 h 925"/>
                <a:gd name="T12" fmla="*/ 2147483647 w 306"/>
                <a:gd name="T13" fmla="*/ 2147483647 h 925"/>
                <a:gd name="T14" fmla="*/ 2147483647 w 306"/>
                <a:gd name="T15" fmla="*/ 2147483647 h 925"/>
                <a:gd name="T16" fmla="*/ 2147483647 w 306"/>
                <a:gd name="T17" fmla="*/ 2147483647 h 925"/>
                <a:gd name="T18" fmla="*/ 2147483647 w 306"/>
                <a:gd name="T19" fmla="*/ 2147483647 h 925"/>
                <a:gd name="T20" fmla="*/ 2147483647 w 306"/>
                <a:gd name="T21" fmla="*/ 2147483647 h 925"/>
                <a:gd name="T22" fmla="*/ 2147483647 w 306"/>
                <a:gd name="T23" fmla="*/ 2147483647 h 925"/>
                <a:gd name="T24" fmla="*/ 2147483647 w 306"/>
                <a:gd name="T25" fmla="*/ 2147483647 h 925"/>
                <a:gd name="T26" fmla="*/ 2147483647 w 306"/>
                <a:gd name="T27" fmla="*/ 2147483647 h 925"/>
                <a:gd name="T28" fmla="*/ 2147483647 w 306"/>
                <a:gd name="T29" fmla="*/ 2147483647 h 925"/>
                <a:gd name="T30" fmla="*/ 2147483647 w 306"/>
                <a:gd name="T31" fmla="*/ 2147483647 h 925"/>
                <a:gd name="T32" fmla="*/ 2147483647 w 306"/>
                <a:gd name="T33" fmla="*/ 2147483647 h 925"/>
                <a:gd name="T34" fmla="*/ 2147483647 w 306"/>
                <a:gd name="T35" fmla="*/ 2147483647 h 925"/>
                <a:gd name="T36" fmla="*/ 2147483647 w 306"/>
                <a:gd name="T37" fmla="*/ 2147483647 h 925"/>
                <a:gd name="T38" fmla="*/ 2147483647 w 306"/>
                <a:gd name="T39" fmla="*/ 2147483647 h 925"/>
                <a:gd name="T40" fmla="*/ 2147483647 w 306"/>
                <a:gd name="T41" fmla="*/ 2147483647 h 925"/>
                <a:gd name="T42" fmla="*/ 2147483647 w 306"/>
                <a:gd name="T43" fmla="*/ 2147483647 h 925"/>
                <a:gd name="T44" fmla="*/ 2147483647 w 306"/>
                <a:gd name="T45" fmla="*/ 2147483647 h 925"/>
                <a:gd name="T46" fmla="*/ 2147483647 w 306"/>
                <a:gd name="T47" fmla="*/ 2147483647 h 925"/>
                <a:gd name="T48" fmla="*/ 2147483647 w 306"/>
                <a:gd name="T49" fmla="*/ 2147483647 h 925"/>
                <a:gd name="T50" fmla="*/ 2147483647 w 306"/>
                <a:gd name="T51" fmla="*/ 2147483647 h 925"/>
                <a:gd name="T52" fmla="*/ 2147483647 w 306"/>
                <a:gd name="T53" fmla="*/ 2147483647 h 925"/>
                <a:gd name="T54" fmla="*/ 2147483647 w 306"/>
                <a:gd name="T55" fmla="*/ 2147483647 h 925"/>
                <a:gd name="T56" fmla="*/ 0 w 306"/>
                <a:gd name="T57" fmla="*/ 2147483647 h 925"/>
                <a:gd name="T58" fmla="*/ 0 w 306"/>
                <a:gd name="T59" fmla="*/ 2147483647 h 925"/>
                <a:gd name="T60" fmla="*/ 2147483647 w 306"/>
                <a:gd name="T61" fmla="*/ 2147483647 h 925"/>
                <a:gd name="T62" fmla="*/ 2147483647 w 306"/>
                <a:gd name="T63" fmla="*/ 2147483647 h 925"/>
                <a:gd name="T64" fmla="*/ 2147483647 w 306"/>
                <a:gd name="T65" fmla="*/ 2147483647 h 925"/>
                <a:gd name="T66" fmla="*/ 2147483647 w 306"/>
                <a:gd name="T67" fmla="*/ 2147483647 h 925"/>
                <a:gd name="T68" fmla="*/ 2147483647 w 306"/>
                <a:gd name="T69" fmla="*/ 2147483647 h 925"/>
                <a:gd name="T70" fmla="*/ 2147483647 w 306"/>
                <a:gd name="T71" fmla="*/ 2147483647 h 925"/>
                <a:gd name="T72" fmla="*/ 2147483647 w 306"/>
                <a:gd name="T73" fmla="*/ 2147483647 h 925"/>
                <a:gd name="T74" fmla="*/ 2147483647 w 306"/>
                <a:gd name="T75" fmla="*/ 2147483647 h 925"/>
                <a:gd name="T76" fmla="*/ 2147483647 w 306"/>
                <a:gd name="T77" fmla="*/ 2147483647 h 925"/>
                <a:gd name="T78" fmla="*/ 2147483647 w 306"/>
                <a:gd name="T79" fmla="*/ 2147483647 h 925"/>
                <a:gd name="T80" fmla="*/ 2147483647 w 306"/>
                <a:gd name="T81" fmla="*/ 2147483647 h 925"/>
                <a:gd name="T82" fmla="*/ 2147483647 w 306"/>
                <a:gd name="T83" fmla="*/ 2147483647 h 925"/>
                <a:gd name="T84" fmla="*/ 2147483647 w 306"/>
                <a:gd name="T85" fmla="*/ 2147483647 h 925"/>
                <a:gd name="T86" fmla="*/ 2147483647 w 306"/>
                <a:gd name="T87" fmla="*/ 2147483647 h 925"/>
                <a:gd name="T88" fmla="*/ 2147483647 w 306"/>
                <a:gd name="T89" fmla="*/ 2147483647 h 925"/>
                <a:gd name="T90" fmla="*/ 2147483647 w 306"/>
                <a:gd name="T91" fmla="*/ 2147483647 h 925"/>
                <a:gd name="T92" fmla="*/ 2147483647 w 306"/>
                <a:gd name="T93" fmla="*/ 2147483647 h 925"/>
                <a:gd name="T94" fmla="*/ 2147483647 w 306"/>
                <a:gd name="T95" fmla="*/ 2147483647 h 925"/>
                <a:gd name="T96" fmla="*/ 2147483647 w 306"/>
                <a:gd name="T97" fmla="*/ 2147483647 h 925"/>
                <a:gd name="T98" fmla="*/ 2147483647 w 306"/>
                <a:gd name="T99" fmla="*/ 2147483647 h 925"/>
                <a:gd name="T100" fmla="*/ 2147483647 w 306"/>
                <a:gd name="T101" fmla="*/ 2147483647 h 925"/>
                <a:gd name="T102" fmla="*/ 2147483647 w 306"/>
                <a:gd name="T103" fmla="*/ 2147483647 h 925"/>
                <a:gd name="T104" fmla="*/ 2147483647 w 306"/>
                <a:gd name="T105" fmla="*/ 2147483647 h 925"/>
                <a:gd name="T106" fmla="*/ 2147483647 w 306"/>
                <a:gd name="T107" fmla="*/ 0 h 925"/>
                <a:gd name="T108" fmla="*/ 2147483647 w 306"/>
                <a:gd name="T109" fmla="*/ 0 h 925"/>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306"/>
                <a:gd name="T166" fmla="*/ 0 h 925"/>
                <a:gd name="T167" fmla="*/ 306 w 306"/>
                <a:gd name="T168" fmla="*/ 925 h 925"/>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306" h="925">
                  <a:moveTo>
                    <a:pt x="145" y="0"/>
                  </a:moveTo>
                  <a:lnTo>
                    <a:pt x="306" y="0"/>
                  </a:lnTo>
                  <a:lnTo>
                    <a:pt x="304" y="925"/>
                  </a:lnTo>
                  <a:lnTo>
                    <a:pt x="145" y="916"/>
                  </a:lnTo>
                  <a:lnTo>
                    <a:pt x="139" y="915"/>
                  </a:lnTo>
                  <a:lnTo>
                    <a:pt x="133" y="913"/>
                  </a:lnTo>
                  <a:lnTo>
                    <a:pt x="125" y="909"/>
                  </a:lnTo>
                  <a:lnTo>
                    <a:pt x="117" y="904"/>
                  </a:lnTo>
                  <a:lnTo>
                    <a:pt x="108" y="895"/>
                  </a:lnTo>
                  <a:lnTo>
                    <a:pt x="99" y="888"/>
                  </a:lnTo>
                  <a:lnTo>
                    <a:pt x="90" y="877"/>
                  </a:lnTo>
                  <a:lnTo>
                    <a:pt x="83" y="867"/>
                  </a:lnTo>
                  <a:lnTo>
                    <a:pt x="76" y="856"/>
                  </a:lnTo>
                  <a:lnTo>
                    <a:pt x="71" y="844"/>
                  </a:lnTo>
                  <a:lnTo>
                    <a:pt x="66" y="837"/>
                  </a:lnTo>
                  <a:lnTo>
                    <a:pt x="59" y="822"/>
                  </a:lnTo>
                  <a:lnTo>
                    <a:pt x="54" y="805"/>
                  </a:lnTo>
                  <a:lnTo>
                    <a:pt x="48" y="792"/>
                  </a:lnTo>
                  <a:lnTo>
                    <a:pt x="44" y="780"/>
                  </a:lnTo>
                  <a:lnTo>
                    <a:pt x="41" y="769"/>
                  </a:lnTo>
                  <a:lnTo>
                    <a:pt x="34" y="747"/>
                  </a:lnTo>
                  <a:lnTo>
                    <a:pt x="28" y="723"/>
                  </a:lnTo>
                  <a:lnTo>
                    <a:pt x="22" y="697"/>
                  </a:lnTo>
                  <a:lnTo>
                    <a:pt x="17" y="672"/>
                  </a:lnTo>
                  <a:lnTo>
                    <a:pt x="12" y="642"/>
                  </a:lnTo>
                  <a:lnTo>
                    <a:pt x="9" y="610"/>
                  </a:lnTo>
                  <a:lnTo>
                    <a:pt x="4" y="577"/>
                  </a:lnTo>
                  <a:lnTo>
                    <a:pt x="2" y="540"/>
                  </a:lnTo>
                  <a:lnTo>
                    <a:pt x="0" y="502"/>
                  </a:lnTo>
                  <a:lnTo>
                    <a:pt x="0" y="459"/>
                  </a:lnTo>
                  <a:lnTo>
                    <a:pt x="1" y="400"/>
                  </a:lnTo>
                  <a:lnTo>
                    <a:pt x="4" y="346"/>
                  </a:lnTo>
                  <a:lnTo>
                    <a:pt x="9" y="307"/>
                  </a:lnTo>
                  <a:lnTo>
                    <a:pt x="13" y="268"/>
                  </a:lnTo>
                  <a:lnTo>
                    <a:pt x="18" y="237"/>
                  </a:lnTo>
                  <a:lnTo>
                    <a:pt x="22" y="213"/>
                  </a:lnTo>
                  <a:lnTo>
                    <a:pt x="30" y="181"/>
                  </a:lnTo>
                  <a:lnTo>
                    <a:pt x="41" y="144"/>
                  </a:lnTo>
                  <a:lnTo>
                    <a:pt x="50" y="118"/>
                  </a:lnTo>
                  <a:lnTo>
                    <a:pt x="57" y="100"/>
                  </a:lnTo>
                  <a:lnTo>
                    <a:pt x="63" y="90"/>
                  </a:lnTo>
                  <a:lnTo>
                    <a:pt x="69" y="76"/>
                  </a:lnTo>
                  <a:lnTo>
                    <a:pt x="74" y="66"/>
                  </a:lnTo>
                  <a:lnTo>
                    <a:pt x="79" y="55"/>
                  </a:lnTo>
                  <a:lnTo>
                    <a:pt x="84" y="46"/>
                  </a:lnTo>
                  <a:lnTo>
                    <a:pt x="91" y="39"/>
                  </a:lnTo>
                  <a:lnTo>
                    <a:pt x="99" y="30"/>
                  </a:lnTo>
                  <a:lnTo>
                    <a:pt x="104" y="24"/>
                  </a:lnTo>
                  <a:lnTo>
                    <a:pt x="110" y="18"/>
                  </a:lnTo>
                  <a:lnTo>
                    <a:pt x="116" y="12"/>
                  </a:lnTo>
                  <a:lnTo>
                    <a:pt x="123" y="7"/>
                  </a:lnTo>
                  <a:lnTo>
                    <a:pt x="128" y="4"/>
                  </a:lnTo>
                  <a:lnTo>
                    <a:pt x="134" y="1"/>
                  </a:lnTo>
                  <a:lnTo>
                    <a:pt x="138" y="0"/>
                  </a:lnTo>
                  <a:lnTo>
                    <a:pt x="145" y="0"/>
                  </a:lnTo>
                  <a:close/>
                </a:path>
              </a:pathLst>
            </a:custGeom>
            <a:solidFill>
              <a:srgbClr val="202020"/>
            </a:solidFill>
            <a:ln w="9525">
              <a:noFill/>
              <a:round/>
              <a:headEnd/>
              <a:tailEnd/>
            </a:ln>
          </p:spPr>
          <p:txBody>
            <a:bodyPr/>
            <a:lstStyle/>
            <a:p>
              <a:endParaRPr lang="nl-BE"/>
            </a:p>
          </p:txBody>
        </p:sp>
        <p:sp>
          <p:nvSpPr>
            <p:cNvPr id="42233" name="Oval 233"/>
            <p:cNvSpPr>
              <a:spLocks noChangeArrowheads="1"/>
            </p:cNvSpPr>
            <p:nvPr/>
          </p:nvSpPr>
          <p:spPr bwMode="auto">
            <a:xfrm rot="-155667">
              <a:off x="4967288" y="4060825"/>
              <a:ext cx="190500" cy="331788"/>
            </a:xfrm>
            <a:prstGeom prst="ellipse">
              <a:avLst/>
            </a:prstGeom>
            <a:solidFill>
              <a:srgbClr val="404040"/>
            </a:solidFill>
            <a:ln w="9525">
              <a:noFill/>
              <a:round/>
              <a:headEnd/>
              <a:tailEnd/>
            </a:ln>
          </p:spPr>
          <p:txBody>
            <a:bodyPr/>
            <a:lstStyle/>
            <a:p>
              <a:pPr algn="ctr" eaLnBrk="0" hangingPunct="0"/>
              <a:endParaRPr lang="nl-BE"/>
            </a:p>
          </p:txBody>
        </p:sp>
        <p:sp>
          <p:nvSpPr>
            <p:cNvPr id="42234" name="Oval 234"/>
            <p:cNvSpPr>
              <a:spLocks noChangeArrowheads="1"/>
            </p:cNvSpPr>
            <p:nvPr/>
          </p:nvSpPr>
          <p:spPr bwMode="auto">
            <a:xfrm rot="-155667">
              <a:off x="5006975" y="4129088"/>
              <a:ext cx="111125" cy="195262"/>
            </a:xfrm>
            <a:prstGeom prst="ellipse">
              <a:avLst/>
            </a:prstGeom>
            <a:solidFill>
              <a:srgbClr val="A0A0A0"/>
            </a:solidFill>
            <a:ln w="9525">
              <a:noFill/>
              <a:round/>
              <a:headEnd/>
              <a:tailEnd/>
            </a:ln>
          </p:spPr>
          <p:txBody>
            <a:bodyPr/>
            <a:lstStyle/>
            <a:p>
              <a:pPr algn="ctr" eaLnBrk="0" hangingPunct="0"/>
              <a:endParaRPr lang="nl-BE"/>
            </a:p>
          </p:txBody>
        </p:sp>
        <p:sp>
          <p:nvSpPr>
            <p:cNvPr id="42235" name="Oval 235"/>
            <p:cNvSpPr>
              <a:spLocks noChangeArrowheads="1"/>
            </p:cNvSpPr>
            <p:nvPr/>
          </p:nvSpPr>
          <p:spPr bwMode="auto">
            <a:xfrm rot="-155667">
              <a:off x="5005388" y="4133850"/>
              <a:ext cx="103187" cy="182563"/>
            </a:xfrm>
            <a:prstGeom prst="ellipse">
              <a:avLst/>
            </a:prstGeom>
            <a:solidFill>
              <a:srgbClr val="808080"/>
            </a:solidFill>
            <a:ln w="9525">
              <a:noFill/>
              <a:round/>
              <a:headEnd/>
              <a:tailEnd/>
            </a:ln>
          </p:spPr>
          <p:txBody>
            <a:bodyPr/>
            <a:lstStyle/>
            <a:p>
              <a:pPr algn="ctr" eaLnBrk="0" hangingPunct="0"/>
              <a:endParaRPr lang="nl-BE"/>
            </a:p>
          </p:txBody>
        </p:sp>
        <p:sp>
          <p:nvSpPr>
            <p:cNvPr id="42236" name="Oval 236"/>
            <p:cNvSpPr>
              <a:spLocks noChangeArrowheads="1"/>
            </p:cNvSpPr>
            <p:nvPr/>
          </p:nvSpPr>
          <p:spPr bwMode="auto">
            <a:xfrm rot="-155667">
              <a:off x="5053013" y="4210050"/>
              <a:ext cx="17462" cy="33338"/>
            </a:xfrm>
            <a:prstGeom prst="ellipse">
              <a:avLst/>
            </a:prstGeom>
            <a:solidFill>
              <a:srgbClr val="404040"/>
            </a:solidFill>
            <a:ln w="9525">
              <a:noFill/>
              <a:round/>
              <a:headEnd/>
              <a:tailEnd/>
            </a:ln>
          </p:spPr>
          <p:txBody>
            <a:bodyPr/>
            <a:lstStyle/>
            <a:p>
              <a:pPr algn="ctr" eaLnBrk="0" hangingPunct="0"/>
              <a:endParaRPr lang="nl-BE"/>
            </a:p>
          </p:txBody>
        </p:sp>
        <p:sp>
          <p:nvSpPr>
            <p:cNvPr id="42237" name="Freeform 237"/>
            <p:cNvSpPr>
              <a:spLocks/>
            </p:cNvSpPr>
            <p:nvPr/>
          </p:nvSpPr>
          <p:spPr bwMode="auto">
            <a:xfrm rot="-155667">
              <a:off x="4570413" y="4087813"/>
              <a:ext cx="195262" cy="338137"/>
            </a:xfrm>
            <a:custGeom>
              <a:avLst/>
              <a:gdLst>
                <a:gd name="T0" fmla="*/ 2147483647 w 319"/>
                <a:gd name="T1" fmla="*/ 0 h 947"/>
                <a:gd name="T2" fmla="*/ 2147483647 w 319"/>
                <a:gd name="T3" fmla="*/ 0 h 947"/>
                <a:gd name="T4" fmla="*/ 2147483647 w 319"/>
                <a:gd name="T5" fmla="*/ 2147483647 h 947"/>
                <a:gd name="T6" fmla="*/ 2147483647 w 319"/>
                <a:gd name="T7" fmla="*/ 2147483647 h 947"/>
                <a:gd name="T8" fmla="*/ 2147483647 w 319"/>
                <a:gd name="T9" fmla="*/ 2147483647 h 947"/>
                <a:gd name="T10" fmla="*/ 2147483647 w 319"/>
                <a:gd name="T11" fmla="*/ 2147483647 h 947"/>
                <a:gd name="T12" fmla="*/ 2147483647 w 319"/>
                <a:gd name="T13" fmla="*/ 2147483647 h 947"/>
                <a:gd name="T14" fmla="*/ 2147483647 w 319"/>
                <a:gd name="T15" fmla="*/ 2147483647 h 947"/>
                <a:gd name="T16" fmla="*/ 2147483647 w 319"/>
                <a:gd name="T17" fmla="*/ 2147483647 h 947"/>
                <a:gd name="T18" fmla="*/ 2147483647 w 319"/>
                <a:gd name="T19" fmla="*/ 2147483647 h 947"/>
                <a:gd name="T20" fmla="*/ 2147483647 w 319"/>
                <a:gd name="T21" fmla="*/ 2147483647 h 947"/>
                <a:gd name="T22" fmla="*/ 2147483647 w 319"/>
                <a:gd name="T23" fmla="*/ 2147483647 h 947"/>
                <a:gd name="T24" fmla="*/ 2147483647 w 319"/>
                <a:gd name="T25" fmla="*/ 2147483647 h 947"/>
                <a:gd name="T26" fmla="*/ 2147483647 w 319"/>
                <a:gd name="T27" fmla="*/ 2147483647 h 947"/>
                <a:gd name="T28" fmla="*/ 2147483647 w 319"/>
                <a:gd name="T29" fmla="*/ 2147483647 h 947"/>
                <a:gd name="T30" fmla="*/ 2147483647 w 319"/>
                <a:gd name="T31" fmla="*/ 2147483647 h 947"/>
                <a:gd name="T32" fmla="*/ 2147483647 w 319"/>
                <a:gd name="T33" fmla="*/ 2147483647 h 947"/>
                <a:gd name="T34" fmla="*/ 2147483647 w 319"/>
                <a:gd name="T35" fmla="*/ 2147483647 h 947"/>
                <a:gd name="T36" fmla="*/ 2147483647 w 319"/>
                <a:gd name="T37" fmla="*/ 2147483647 h 947"/>
                <a:gd name="T38" fmla="*/ 2147483647 w 319"/>
                <a:gd name="T39" fmla="*/ 2147483647 h 947"/>
                <a:gd name="T40" fmla="*/ 2147483647 w 319"/>
                <a:gd name="T41" fmla="*/ 2147483647 h 947"/>
                <a:gd name="T42" fmla="*/ 2147483647 w 319"/>
                <a:gd name="T43" fmla="*/ 2147483647 h 947"/>
                <a:gd name="T44" fmla="*/ 2147483647 w 319"/>
                <a:gd name="T45" fmla="*/ 2147483647 h 947"/>
                <a:gd name="T46" fmla="*/ 2147483647 w 319"/>
                <a:gd name="T47" fmla="*/ 2147483647 h 947"/>
                <a:gd name="T48" fmla="*/ 2147483647 w 319"/>
                <a:gd name="T49" fmla="*/ 2147483647 h 947"/>
                <a:gd name="T50" fmla="*/ 2147483647 w 319"/>
                <a:gd name="T51" fmla="*/ 2147483647 h 947"/>
                <a:gd name="T52" fmla="*/ 2147483647 w 319"/>
                <a:gd name="T53" fmla="*/ 2147483647 h 947"/>
                <a:gd name="T54" fmla="*/ 2147483647 w 319"/>
                <a:gd name="T55" fmla="*/ 2147483647 h 947"/>
                <a:gd name="T56" fmla="*/ 0 w 319"/>
                <a:gd name="T57" fmla="*/ 2147483647 h 947"/>
                <a:gd name="T58" fmla="*/ 0 w 319"/>
                <a:gd name="T59" fmla="*/ 2147483647 h 947"/>
                <a:gd name="T60" fmla="*/ 2147483647 w 319"/>
                <a:gd name="T61" fmla="*/ 2147483647 h 947"/>
                <a:gd name="T62" fmla="*/ 2147483647 w 319"/>
                <a:gd name="T63" fmla="*/ 2147483647 h 947"/>
                <a:gd name="T64" fmla="*/ 2147483647 w 319"/>
                <a:gd name="T65" fmla="*/ 2147483647 h 947"/>
                <a:gd name="T66" fmla="*/ 2147483647 w 319"/>
                <a:gd name="T67" fmla="*/ 2147483647 h 947"/>
                <a:gd name="T68" fmla="*/ 2147483647 w 319"/>
                <a:gd name="T69" fmla="*/ 2147483647 h 947"/>
                <a:gd name="T70" fmla="*/ 2147483647 w 319"/>
                <a:gd name="T71" fmla="*/ 2147483647 h 947"/>
                <a:gd name="T72" fmla="*/ 2147483647 w 319"/>
                <a:gd name="T73" fmla="*/ 2147483647 h 947"/>
                <a:gd name="T74" fmla="*/ 2147483647 w 319"/>
                <a:gd name="T75" fmla="*/ 2147483647 h 947"/>
                <a:gd name="T76" fmla="*/ 2147483647 w 319"/>
                <a:gd name="T77" fmla="*/ 2147483647 h 947"/>
                <a:gd name="T78" fmla="*/ 2147483647 w 319"/>
                <a:gd name="T79" fmla="*/ 2147483647 h 947"/>
                <a:gd name="T80" fmla="*/ 2147483647 w 319"/>
                <a:gd name="T81" fmla="*/ 2147483647 h 947"/>
                <a:gd name="T82" fmla="*/ 2147483647 w 319"/>
                <a:gd name="T83" fmla="*/ 2147483647 h 947"/>
                <a:gd name="T84" fmla="*/ 2147483647 w 319"/>
                <a:gd name="T85" fmla="*/ 2147483647 h 947"/>
                <a:gd name="T86" fmla="*/ 2147483647 w 319"/>
                <a:gd name="T87" fmla="*/ 2147483647 h 947"/>
                <a:gd name="T88" fmla="*/ 2147483647 w 319"/>
                <a:gd name="T89" fmla="*/ 2147483647 h 947"/>
                <a:gd name="T90" fmla="*/ 2147483647 w 319"/>
                <a:gd name="T91" fmla="*/ 2147483647 h 947"/>
                <a:gd name="T92" fmla="*/ 2147483647 w 319"/>
                <a:gd name="T93" fmla="*/ 2147483647 h 947"/>
                <a:gd name="T94" fmla="*/ 2147483647 w 319"/>
                <a:gd name="T95" fmla="*/ 2147483647 h 947"/>
                <a:gd name="T96" fmla="*/ 2147483647 w 319"/>
                <a:gd name="T97" fmla="*/ 2147483647 h 947"/>
                <a:gd name="T98" fmla="*/ 2147483647 w 319"/>
                <a:gd name="T99" fmla="*/ 2147483647 h 947"/>
                <a:gd name="T100" fmla="*/ 2147483647 w 319"/>
                <a:gd name="T101" fmla="*/ 2147483647 h 947"/>
                <a:gd name="T102" fmla="*/ 2147483647 w 319"/>
                <a:gd name="T103" fmla="*/ 2147483647 h 947"/>
                <a:gd name="T104" fmla="*/ 2147483647 w 319"/>
                <a:gd name="T105" fmla="*/ 2147483647 h 947"/>
                <a:gd name="T106" fmla="*/ 2147483647 w 319"/>
                <a:gd name="T107" fmla="*/ 0 h 947"/>
                <a:gd name="T108" fmla="*/ 2147483647 w 319"/>
                <a:gd name="T109" fmla="*/ 0 h 947"/>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319"/>
                <a:gd name="T166" fmla="*/ 0 h 947"/>
                <a:gd name="T167" fmla="*/ 319 w 319"/>
                <a:gd name="T168" fmla="*/ 947 h 947"/>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319" h="947">
                  <a:moveTo>
                    <a:pt x="151" y="0"/>
                  </a:moveTo>
                  <a:lnTo>
                    <a:pt x="319" y="0"/>
                  </a:lnTo>
                  <a:lnTo>
                    <a:pt x="317" y="947"/>
                  </a:lnTo>
                  <a:lnTo>
                    <a:pt x="151" y="938"/>
                  </a:lnTo>
                  <a:lnTo>
                    <a:pt x="145" y="936"/>
                  </a:lnTo>
                  <a:lnTo>
                    <a:pt x="139" y="935"/>
                  </a:lnTo>
                  <a:lnTo>
                    <a:pt x="130" y="930"/>
                  </a:lnTo>
                  <a:lnTo>
                    <a:pt x="121" y="926"/>
                  </a:lnTo>
                  <a:lnTo>
                    <a:pt x="112" y="917"/>
                  </a:lnTo>
                  <a:lnTo>
                    <a:pt x="102" y="908"/>
                  </a:lnTo>
                  <a:lnTo>
                    <a:pt x="94" y="897"/>
                  </a:lnTo>
                  <a:lnTo>
                    <a:pt x="87" y="887"/>
                  </a:lnTo>
                  <a:lnTo>
                    <a:pt x="80" y="876"/>
                  </a:lnTo>
                  <a:lnTo>
                    <a:pt x="75" y="864"/>
                  </a:lnTo>
                  <a:lnTo>
                    <a:pt x="69" y="857"/>
                  </a:lnTo>
                  <a:lnTo>
                    <a:pt x="62" y="840"/>
                  </a:lnTo>
                  <a:lnTo>
                    <a:pt x="56" y="825"/>
                  </a:lnTo>
                  <a:lnTo>
                    <a:pt x="50" y="810"/>
                  </a:lnTo>
                  <a:lnTo>
                    <a:pt x="46" y="798"/>
                  </a:lnTo>
                  <a:lnTo>
                    <a:pt x="43" y="788"/>
                  </a:lnTo>
                  <a:lnTo>
                    <a:pt x="35" y="764"/>
                  </a:lnTo>
                  <a:lnTo>
                    <a:pt x="30" y="740"/>
                  </a:lnTo>
                  <a:lnTo>
                    <a:pt x="24" y="714"/>
                  </a:lnTo>
                  <a:lnTo>
                    <a:pt x="18" y="686"/>
                  </a:lnTo>
                  <a:lnTo>
                    <a:pt x="13" y="657"/>
                  </a:lnTo>
                  <a:lnTo>
                    <a:pt x="9" y="626"/>
                  </a:lnTo>
                  <a:lnTo>
                    <a:pt x="5" y="590"/>
                  </a:lnTo>
                  <a:lnTo>
                    <a:pt x="2" y="552"/>
                  </a:lnTo>
                  <a:lnTo>
                    <a:pt x="0" y="515"/>
                  </a:lnTo>
                  <a:lnTo>
                    <a:pt x="0" y="470"/>
                  </a:lnTo>
                  <a:lnTo>
                    <a:pt x="1" y="410"/>
                  </a:lnTo>
                  <a:lnTo>
                    <a:pt x="5" y="354"/>
                  </a:lnTo>
                  <a:lnTo>
                    <a:pt x="9" y="315"/>
                  </a:lnTo>
                  <a:lnTo>
                    <a:pt x="14" y="275"/>
                  </a:lnTo>
                  <a:lnTo>
                    <a:pt x="19" y="243"/>
                  </a:lnTo>
                  <a:lnTo>
                    <a:pt x="24" y="219"/>
                  </a:lnTo>
                  <a:lnTo>
                    <a:pt x="32" y="185"/>
                  </a:lnTo>
                  <a:lnTo>
                    <a:pt x="43" y="149"/>
                  </a:lnTo>
                  <a:lnTo>
                    <a:pt x="53" y="122"/>
                  </a:lnTo>
                  <a:lnTo>
                    <a:pt x="60" y="102"/>
                  </a:lnTo>
                  <a:lnTo>
                    <a:pt x="66" y="90"/>
                  </a:lnTo>
                  <a:lnTo>
                    <a:pt x="72" y="77"/>
                  </a:lnTo>
                  <a:lnTo>
                    <a:pt x="78" y="66"/>
                  </a:lnTo>
                  <a:lnTo>
                    <a:pt x="83" y="57"/>
                  </a:lnTo>
                  <a:lnTo>
                    <a:pt x="89" y="48"/>
                  </a:lnTo>
                  <a:lnTo>
                    <a:pt x="96" y="39"/>
                  </a:lnTo>
                  <a:lnTo>
                    <a:pt x="103" y="30"/>
                  </a:lnTo>
                  <a:lnTo>
                    <a:pt x="109" y="24"/>
                  </a:lnTo>
                  <a:lnTo>
                    <a:pt x="115" y="18"/>
                  </a:lnTo>
                  <a:lnTo>
                    <a:pt x="120" y="12"/>
                  </a:lnTo>
                  <a:lnTo>
                    <a:pt x="128" y="8"/>
                  </a:lnTo>
                  <a:lnTo>
                    <a:pt x="134" y="5"/>
                  </a:lnTo>
                  <a:lnTo>
                    <a:pt x="139" y="2"/>
                  </a:lnTo>
                  <a:lnTo>
                    <a:pt x="144" y="0"/>
                  </a:lnTo>
                  <a:lnTo>
                    <a:pt x="151" y="0"/>
                  </a:lnTo>
                  <a:close/>
                </a:path>
              </a:pathLst>
            </a:custGeom>
            <a:solidFill>
              <a:srgbClr val="202020"/>
            </a:solidFill>
            <a:ln w="9525">
              <a:noFill/>
              <a:round/>
              <a:headEnd/>
              <a:tailEnd/>
            </a:ln>
          </p:spPr>
          <p:txBody>
            <a:bodyPr/>
            <a:lstStyle/>
            <a:p>
              <a:endParaRPr lang="nl-BE"/>
            </a:p>
          </p:txBody>
        </p:sp>
        <p:sp>
          <p:nvSpPr>
            <p:cNvPr id="42238" name="Oval 238"/>
            <p:cNvSpPr>
              <a:spLocks noChangeArrowheads="1"/>
            </p:cNvSpPr>
            <p:nvPr/>
          </p:nvSpPr>
          <p:spPr bwMode="auto">
            <a:xfrm rot="-155667">
              <a:off x="4662488" y="4083050"/>
              <a:ext cx="198437" cy="339725"/>
            </a:xfrm>
            <a:prstGeom prst="ellipse">
              <a:avLst/>
            </a:prstGeom>
            <a:solidFill>
              <a:srgbClr val="404040"/>
            </a:solidFill>
            <a:ln w="9525">
              <a:noFill/>
              <a:round/>
              <a:headEnd/>
              <a:tailEnd/>
            </a:ln>
          </p:spPr>
          <p:txBody>
            <a:bodyPr/>
            <a:lstStyle/>
            <a:p>
              <a:pPr algn="ctr" eaLnBrk="0" hangingPunct="0"/>
              <a:endParaRPr lang="nl-BE"/>
            </a:p>
          </p:txBody>
        </p:sp>
        <p:sp>
          <p:nvSpPr>
            <p:cNvPr id="42239" name="Oval 239"/>
            <p:cNvSpPr>
              <a:spLocks noChangeArrowheads="1"/>
            </p:cNvSpPr>
            <p:nvPr/>
          </p:nvSpPr>
          <p:spPr bwMode="auto">
            <a:xfrm rot="-155667">
              <a:off x="4703763" y="4152900"/>
              <a:ext cx="115887" cy="198438"/>
            </a:xfrm>
            <a:prstGeom prst="ellipse">
              <a:avLst/>
            </a:prstGeom>
            <a:solidFill>
              <a:srgbClr val="A0A0A0"/>
            </a:solidFill>
            <a:ln w="9525">
              <a:noFill/>
              <a:round/>
              <a:headEnd/>
              <a:tailEnd/>
            </a:ln>
          </p:spPr>
          <p:txBody>
            <a:bodyPr/>
            <a:lstStyle/>
            <a:p>
              <a:pPr algn="ctr" eaLnBrk="0" hangingPunct="0"/>
              <a:endParaRPr lang="nl-BE"/>
            </a:p>
          </p:txBody>
        </p:sp>
        <p:sp>
          <p:nvSpPr>
            <p:cNvPr id="42240" name="Oval 240"/>
            <p:cNvSpPr>
              <a:spLocks noChangeArrowheads="1"/>
            </p:cNvSpPr>
            <p:nvPr/>
          </p:nvSpPr>
          <p:spPr bwMode="auto">
            <a:xfrm rot="-155667">
              <a:off x="4702175" y="4157663"/>
              <a:ext cx="107950" cy="185737"/>
            </a:xfrm>
            <a:prstGeom prst="ellipse">
              <a:avLst/>
            </a:prstGeom>
            <a:solidFill>
              <a:srgbClr val="808080"/>
            </a:solidFill>
            <a:ln w="9525">
              <a:noFill/>
              <a:round/>
              <a:headEnd/>
              <a:tailEnd/>
            </a:ln>
          </p:spPr>
          <p:txBody>
            <a:bodyPr/>
            <a:lstStyle/>
            <a:p>
              <a:pPr algn="ctr" eaLnBrk="0" hangingPunct="0"/>
              <a:endParaRPr lang="nl-BE"/>
            </a:p>
          </p:txBody>
        </p:sp>
        <p:sp>
          <p:nvSpPr>
            <p:cNvPr id="42241" name="Oval 241"/>
            <p:cNvSpPr>
              <a:spLocks noChangeArrowheads="1"/>
            </p:cNvSpPr>
            <p:nvPr/>
          </p:nvSpPr>
          <p:spPr bwMode="auto">
            <a:xfrm rot="-155667">
              <a:off x="4751388" y="4235450"/>
              <a:ext cx="19050" cy="33338"/>
            </a:xfrm>
            <a:prstGeom prst="ellipse">
              <a:avLst/>
            </a:prstGeom>
            <a:solidFill>
              <a:srgbClr val="404040"/>
            </a:solidFill>
            <a:ln w="9525">
              <a:noFill/>
              <a:round/>
              <a:headEnd/>
              <a:tailEnd/>
            </a:ln>
          </p:spPr>
          <p:txBody>
            <a:bodyPr/>
            <a:lstStyle/>
            <a:p>
              <a:pPr algn="ctr" eaLnBrk="0" hangingPunct="0"/>
              <a:endParaRPr lang="nl-BE"/>
            </a:p>
          </p:txBody>
        </p:sp>
        <p:sp>
          <p:nvSpPr>
            <p:cNvPr id="42242" name="Freeform 242"/>
            <p:cNvSpPr>
              <a:spLocks/>
            </p:cNvSpPr>
            <p:nvPr/>
          </p:nvSpPr>
          <p:spPr bwMode="auto">
            <a:xfrm rot="-155667">
              <a:off x="4684713" y="4083050"/>
              <a:ext cx="196850" cy="346075"/>
            </a:xfrm>
            <a:custGeom>
              <a:avLst/>
              <a:gdLst>
                <a:gd name="T0" fmla="*/ 2147483647 w 320"/>
                <a:gd name="T1" fmla="*/ 0 h 968"/>
                <a:gd name="T2" fmla="*/ 2147483647 w 320"/>
                <a:gd name="T3" fmla="*/ 0 h 968"/>
                <a:gd name="T4" fmla="*/ 2147483647 w 320"/>
                <a:gd name="T5" fmla="*/ 2147483647 h 968"/>
                <a:gd name="T6" fmla="*/ 2147483647 w 320"/>
                <a:gd name="T7" fmla="*/ 2147483647 h 968"/>
                <a:gd name="T8" fmla="*/ 2147483647 w 320"/>
                <a:gd name="T9" fmla="*/ 2147483647 h 968"/>
                <a:gd name="T10" fmla="*/ 2147483647 w 320"/>
                <a:gd name="T11" fmla="*/ 2147483647 h 968"/>
                <a:gd name="T12" fmla="*/ 2147483647 w 320"/>
                <a:gd name="T13" fmla="*/ 2147483647 h 968"/>
                <a:gd name="T14" fmla="*/ 2147483647 w 320"/>
                <a:gd name="T15" fmla="*/ 2147483647 h 968"/>
                <a:gd name="T16" fmla="*/ 2147483647 w 320"/>
                <a:gd name="T17" fmla="*/ 2147483647 h 968"/>
                <a:gd name="T18" fmla="*/ 2147483647 w 320"/>
                <a:gd name="T19" fmla="*/ 2147483647 h 968"/>
                <a:gd name="T20" fmla="*/ 2147483647 w 320"/>
                <a:gd name="T21" fmla="*/ 2147483647 h 968"/>
                <a:gd name="T22" fmla="*/ 2147483647 w 320"/>
                <a:gd name="T23" fmla="*/ 2147483647 h 968"/>
                <a:gd name="T24" fmla="*/ 2147483647 w 320"/>
                <a:gd name="T25" fmla="*/ 2147483647 h 968"/>
                <a:gd name="T26" fmla="*/ 2147483647 w 320"/>
                <a:gd name="T27" fmla="*/ 2147483647 h 968"/>
                <a:gd name="T28" fmla="*/ 2147483647 w 320"/>
                <a:gd name="T29" fmla="*/ 2147483647 h 968"/>
                <a:gd name="T30" fmla="*/ 2147483647 w 320"/>
                <a:gd name="T31" fmla="*/ 2147483647 h 968"/>
                <a:gd name="T32" fmla="*/ 2147483647 w 320"/>
                <a:gd name="T33" fmla="*/ 2147483647 h 968"/>
                <a:gd name="T34" fmla="*/ 2147483647 w 320"/>
                <a:gd name="T35" fmla="*/ 2147483647 h 968"/>
                <a:gd name="T36" fmla="*/ 2147483647 w 320"/>
                <a:gd name="T37" fmla="*/ 2147483647 h 968"/>
                <a:gd name="T38" fmla="*/ 2147483647 w 320"/>
                <a:gd name="T39" fmla="*/ 2147483647 h 968"/>
                <a:gd name="T40" fmla="*/ 2147483647 w 320"/>
                <a:gd name="T41" fmla="*/ 2147483647 h 968"/>
                <a:gd name="T42" fmla="*/ 2147483647 w 320"/>
                <a:gd name="T43" fmla="*/ 2147483647 h 968"/>
                <a:gd name="T44" fmla="*/ 2147483647 w 320"/>
                <a:gd name="T45" fmla="*/ 2147483647 h 968"/>
                <a:gd name="T46" fmla="*/ 2147483647 w 320"/>
                <a:gd name="T47" fmla="*/ 2147483647 h 968"/>
                <a:gd name="T48" fmla="*/ 2147483647 w 320"/>
                <a:gd name="T49" fmla="*/ 2147483647 h 968"/>
                <a:gd name="T50" fmla="*/ 2147483647 w 320"/>
                <a:gd name="T51" fmla="*/ 2147483647 h 968"/>
                <a:gd name="T52" fmla="*/ 2147483647 w 320"/>
                <a:gd name="T53" fmla="*/ 2147483647 h 968"/>
                <a:gd name="T54" fmla="*/ 2147483647 w 320"/>
                <a:gd name="T55" fmla="*/ 2147483647 h 968"/>
                <a:gd name="T56" fmla="*/ 0 w 320"/>
                <a:gd name="T57" fmla="*/ 2147483647 h 968"/>
                <a:gd name="T58" fmla="*/ 2147483647 w 320"/>
                <a:gd name="T59" fmla="*/ 2147483647 h 968"/>
                <a:gd name="T60" fmla="*/ 2147483647 w 320"/>
                <a:gd name="T61" fmla="*/ 2147483647 h 968"/>
                <a:gd name="T62" fmla="*/ 2147483647 w 320"/>
                <a:gd name="T63" fmla="*/ 2147483647 h 968"/>
                <a:gd name="T64" fmla="*/ 2147483647 w 320"/>
                <a:gd name="T65" fmla="*/ 2147483647 h 968"/>
                <a:gd name="T66" fmla="*/ 2147483647 w 320"/>
                <a:gd name="T67" fmla="*/ 2147483647 h 968"/>
                <a:gd name="T68" fmla="*/ 2147483647 w 320"/>
                <a:gd name="T69" fmla="*/ 2147483647 h 968"/>
                <a:gd name="T70" fmla="*/ 2147483647 w 320"/>
                <a:gd name="T71" fmla="*/ 2147483647 h 968"/>
                <a:gd name="T72" fmla="*/ 2147483647 w 320"/>
                <a:gd name="T73" fmla="*/ 2147483647 h 968"/>
                <a:gd name="T74" fmla="*/ 2147483647 w 320"/>
                <a:gd name="T75" fmla="*/ 2147483647 h 968"/>
                <a:gd name="T76" fmla="*/ 2147483647 w 320"/>
                <a:gd name="T77" fmla="*/ 2147483647 h 968"/>
                <a:gd name="T78" fmla="*/ 2147483647 w 320"/>
                <a:gd name="T79" fmla="*/ 2147483647 h 968"/>
                <a:gd name="T80" fmla="*/ 2147483647 w 320"/>
                <a:gd name="T81" fmla="*/ 2147483647 h 968"/>
                <a:gd name="T82" fmla="*/ 2147483647 w 320"/>
                <a:gd name="T83" fmla="*/ 2147483647 h 968"/>
                <a:gd name="T84" fmla="*/ 2147483647 w 320"/>
                <a:gd name="T85" fmla="*/ 2147483647 h 968"/>
                <a:gd name="T86" fmla="*/ 2147483647 w 320"/>
                <a:gd name="T87" fmla="*/ 2147483647 h 968"/>
                <a:gd name="T88" fmla="*/ 2147483647 w 320"/>
                <a:gd name="T89" fmla="*/ 2147483647 h 968"/>
                <a:gd name="T90" fmla="*/ 2147483647 w 320"/>
                <a:gd name="T91" fmla="*/ 2147483647 h 968"/>
                <a:gd name="T92" fmla="*/ 2147483647 w 320"/>
                <a:gd name="T93" fmla="*/ 2147483647 h 968"/>
                <a:gd name="T94" fmla="*/ 2147483647 w 320"/>
                <a:gd name="T95" fmla="*/ 2147483647 h 968"/>
                <a:gd name="T96" fmla="*/ 2147483647 w 320"/>
                <a:gd name="T97" fmla="*/ 2147483647 h 968"/>
                <a:gd name="T98" fmla="*/ 2147483647 w 320"/>
                <a:gd name="T99" fmla="*/ 2147483647 h 968"/>
                <a:gd name="T100" fmla="*/ 2147483647 w 320"/>
                <a:gd name="T101" fmla="*/ 2147483647 h 968"/>
                <a:gd name="T102" fmla="*/ 2147483647 w 320"/>
                <a:gd name="T103" fmla="*/ 2147483647 h 968"/>
                <a:gd name="T104" fmla="*/ 2147483647 w 320"/>
                <a:gd name="T105" fmla="*/ 2147483647 h 968"/>
                <a:gd name="T106" fmla="*/ 2147483647 w 320"/>
                <a:gd name="T107" fmla="*/ 2147483647 h 968"/>
                <a:gd name="T108" fmla="*/ 2147483647 w 320"/>
                <a:gd name="T109" fmla="*/ 0 h 96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320"/>
                <a:gd name="T166" fmla="*/ 0 h 968"/>
                <a:gd name="T167" fmla="*/ 320 w 320"/>
                <a:gd name="T168" fmla="*/ 968 h 96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320" h="968">
                  <a:moveTo>
                    <a:pt x="150" y="0"/>
                  </a:moveTo>
                  <a:lnTo>
                    <a:pt x="320" y="0"/>
                  </a:lnTo>
                  <a:lnTo>
                    <a:pt x="317" y="968"/>
                  </a:lnTo>
                  <a:lnTo>
                    <a:pt x="150" y="960"/>
                  </a:lnTo>
                  <a:lnTo>
                    <a:pt x="144" y="957"/>
                  </a:lnTo>
                  <a:lnTo>
                    <a:pt x="138" y="956"/>
                  </a:lnTo>
                  <a:lnTo>
                    <a:pt x="130" y="951"/>
                  </a:lnTo>
                  <a:lnTo>
                    <a:pt x="121" y="947"/>
                  </a:lnTo>
                  <a:lnTo>
                    <a:pt x="112" y="938"/>
                  </a:lnTo>
                  <a:lnTo>
                    <a:pt x="102" y="929"/>
                  </a:lnTo>
                  <a:lnTo>
                    <a:pt x="94" y="918"/>
                  </a:lnTo>
                  <a:lnTo>
                    <a:pt x="86" y="908"/>
                  </a:lnTo>
                  <a:lnTo>
                    <a:pt x="80" y="897"/>
                  </a:lnTo>
                  <a:lnTo>
                    <a:pt x="75" y="884"/>
                  </a:lnTo>
                  <a:lnTo>
                    <a:pt x="69" y="876"/>
                  </a:lnTo>
                  <a:lnTo>
                    <a:pt x="62" y="860"/>
                  </a:lnTo>
                  <a:lnTo>
                    <a:pt x="57" y="843"/>
                  </a:lnTo>
                  <a:lnTo>
                    <a:pt x="51" y="828"/>
                  </a:lnTo>
                  <a:lnTo>
                    <a:pt x="47" y="816"/>
                  </a:lnTo>
                  <a:lnTo>
                    <a:pt x="43" y="806"/>
                  </a:lnTo>
                  <a:lnTo>
                    <a:pt x="36" y="782"/>
                  </a:lnTo>
                  <a:lnTo>
                    <a:pt x="30" y="758"/>
                  </a:lnTo>
                  <a:lnTo>
                    <a:pt x="24" y="731"/>
                  </a:lnTo>
                  <a:lnTo>
                    <a:pt x="18" y="702"/>
                  </a:lnTo>
                  <a:lnTo>
                    <a:pt x="13" y="669"/>
                  </a:lnTo>
                  <a:lnTo>
                    <a:pt x="10" y="639"/>
                  </a:lnTo>
                  <a:lnTo>
                    <a:pt x="5" y="605"/>
                  </a:lnTo>
                  <a:lnTo>
                    <a:pt x="3" y="564"/>
                  </a:lnTo>
                  <a:lnTo>
                    <a:pt x="0" y="525"/>
                  </a:lnTo>
                  <a:lnTo>
                    <a:pt x="1" y="480"/>
                  </a:lnTo>
                  <a:lnTo>
                    <a:pt x="2" y="419"/>
                  </a:lnTo>
                  <a:lnTo>
                    <a:pt x="5" y="363"/>
                  </a:lnTo>
                  <a:lnTo>
                    <a:pt x="10" y="321"/>
                  </a:lnTo>
                  <a:lnTo>
                    <a:pt x="15" y="281"/>
                  </a:lnTo>
                  <a:lnTo>
                    <a:pt x="19" y="249"/>
                  </a:lnTo>
                  <a:lnTo>
                    <a:pt x="24" y="224"/>
                  </a:lnTo>
                  <a:lnTo>
                    <a:pt x="32" y="191"/>
                  </a:lnTo>
                  <a:lnTo>
                    <a:pt x="44" y="152"/>
                  </a:lnTo>
                  <a:lnTo>
                    <a:pt x="53" y="125"/>
                  </a:lnTo>
                  <a:lnTo>
                    <a:pt x="61" y="105"/>
                  </a:lnTo>
                  <a:lnTo>
                    <a:pt x="66" y="93"/>
                  </a:lnTo>
                  <a:lnTo>
                    <a:pt x="73" y="78"/>
                  </a:lnTo>
                  <a:lnTo>
                    <a:pt x="78" y="68"/>
                  </a:lnTo>
                  <a:lnTo>
                    <a:pt x="82" y="59"/>
                  </a:lnTo>
                  <a:lnTo>
                    <a:pt x="88" y="50"/>
                  </a:lnTo>
                  <a:lnTo>
                    <a:pt x="95" y="41"/>
                  </a:lnTo>
                  <a:lnTo>
                    <a:pt x="102" y="32"/>
                  </a:lnTo>
                  <a:lnTo>
                    <a:pt x="108" y="24"/>
                  </a:lnTo>
                  <a:lnTo>
                    <a:pt x="114" y="20"/>
                  </a:lnTo>
                  <a:lnTo>
                    <a:pt x="120" y="14"/>
                  </a:lnTo>
                  <a:lnTo>
                    <a:pt x="127" y="9"/>
                  </a:lnTo>
                  <a:lnTo>
                    <a:pt x="133" y="5"/>
                  </a:lnTo>
                  <a:lnTo>
                    <a:pt x="139" y="3"/>
                  </a:lnTo>
                  <a:lnTo>
                    <a:pt x="144" y="2"/>
                  </a:lnTo>
                  <a:lnTo>
                    <a:pt x="150" y="0"/>
                  </a:lnTo>
                  <a:close/>
                </a:path>
              </a:pathLst>
            </a:custGeom>
            <a:solidFill>
              <a:srgbClr val="202020"/>
            </a:solidFill>
            <a:ln w="9525">
              <a:noFill/>
              <a:round/>
              <a:headEnd/>
              <a:tailEnd/>
            </a:ln>
          </p:spPr>
          <p:txBody>
            <a:bodyPr/>
            <a:lstStyle/>
            <a:p>
              <a:endParaRPr lang="nl-BE"/>
            </a:p>
          </p:txBody>
        </p:sp>
        <p:sp>
          <p:nvSpPr>
            <p:cNvPr id="42243" name="Oval 243"/>
            <p:cNvSpPr>
              <a:spLocks noChangeArrowheads="1"/>
            </p:cNvSpPr>
            <p:nvPr/>
          </p:nvSpPr>
          <p:spPr bwMode="auto">
            <a:xfrm rot="-155667">
              <a:off x="4778375" y="4078288"/>
              <a:ext cx="200025" cy="347662"/>
            </a:xfrm>
            <a:prstGeom prst="ellipse">
              <a:avLst/>
            </a:prstGeom>
            <a:solidFill>
              <a:srgbClr val="404040"/>
            </a:solidFill>
            <a:ln w="9525">
              <a:noFill/>
              <a:round/>
              <a:headEnd/>
              <a:tailEnd/>
            </a:ln>
          </p:spPr>
          <p:txBody>
            <a:bodyPr/>
            <a:lstStyle/>
            <a:p>
              <a:pPr algn="ctr" eaLnBrk="0" hangingPunct="0"/>
              <a:endParaRPr lang="nl-BE"/>
            </a:p>
          </p:txBody>
        </p:sp>
        <p:sp>
          <p:nvSpPr>
            <p:cNvPr id="42244" name="Oval 244"/>
            <p:cNvSpPr>
              <a:spLocks noChangeArrowheads="1"/>
            </p:cNvSpPr>
            <p:nvPr/>
          </p:nvSpPr>
          <p:spPr bwMode="auto">
            <a:xfrm rot="-155667">
              <a:off x="4819650" y="4149725"/>
              <a:ext cx="117475" cy="204788"/>
            </a:xfrm>
            <a:prstGeom prst="ellipse">
              <a:avLst/>
            </a:prstGeom>
            <a:solidFill>
              <a:srgbClr val="A0A0A0"/>
            </a:solidFill>
            <a:ln w="9525">
              <a:noFill/>
              <a:round/>
              <a:headEnd/>
              <a:tailEnd/>
            </a:ln>
          </p:spPr>
          <p:txBody>
            <a:bodyPr/>
            <a:lstStyle/>
            <a:p>
              <a:pPr algn="ctr" eaLnBrk="0" hangingPunct="0"/>
              <a:endParaRPr lang="nl-BE"/>
            </a:p>
          </p:txBody>
        </p:sp>
        <p:sp>
          <p:nvSpPr>
            <p:cNvPr id="42245" name="Oval 245"/>
            <p:cNvSpPr>
              <a:spLocks noChangeArrowheads="1"/>
            </p:cNvSpPr>
            <p:nvPr/>
          </p:nvSpPr>
          <p:spPr bwMode="auto">
            <a:xfrm rot="-155667">
              <a:off x="4819650" y="4154488"/>
              <a:ext cx="107950" cy="192087"/>
            </a:xfrm>
            <a:prstGeom prst="ellipse">
              <a:avLst/>
            </a:prstGeom>
            <a:solidFill>
              <a:srgbClr val="808080"/>
            </a:solidFill>
            <a:ln w="9525">
              <a:noFill/>
              <a:round/>
              <a:headEnd/>
              <a:tailEnd/>
            </a:ln>
          </p:spPr>
          <p:txBody>
            <a:bodyPr/>
            <a:lstStyle/>
            <a:p>
              <a:pPr algn="ctr" eaLnBrk="0" hangingPunct="0"/>
              <a:endParaRPr lang="nl-BE"/>
            </a:p>
          </p:txBody>
        </p:sp>
        <p:sp>
          <p:nvSpPr>
            <p:cNvPr id="42246" name="Oval 246"/>
            <p:cNvSpPr>
              <a:spLocks noChangeArrowheads="1"/>
            </p:cNvSpPr>
            <p:nvPr/>
          </p:nvSpPr>
          <p:spPr bwMode="auto">
            <a:xfrm rot="-155667">
              <a:off x="4867275" y="4233863"/>
              <a:ext cx="20638" cy="33337"/>
            </a:xfrm>
            <a:prstGeom prst="ellipse">
              <a:avLst/>
            </a:prstGeom>
            <a:solidFill>
              <a:srgbClr val="404040"/>
            </a:solidFill>
            <a:ln w="9525">
              <a:noFill/>
              <a:round/>
              <a:headEnd/>
              <a:tailEnd/>
            </a:ln>
          </p:spPr>
          <p:txBody>
            <a:bodyPr/>
            <a:lstStyle/>
            <a:p>
              <a:pPr algn="ctr" eaLnBrk="0" hangingPunct="0"/>
              <a:endParaRPr lang="nl-BE"/>
            </a:p>
          </p:txBody>
        </p:sp>
        <p:sp>
          <p:nvSpPr>
            <p:cNvPr id="42247" name="Freeform 247"/>
            <p:cNvSpPr>
              <a:spLocks/>
            </p:cNvSpPr>
            <p:nvPr/>
          </p:nvSpPr>
          <p:spPr bwMode="auto">
            <a:xfrm rot="-155667">
              <a:off x="5646738" y="3551238"/>
              <a:ext cx="327025" cy="122237"/>
            </a:xfrm>
            <a:custGeom>
              <a:avLst/>
              <a:gdLst>
                <a:gd name="T0" fmla="*/ 2147483647 w 531"/>
                <a:gd name="T1" fmla="*/ 0 h 342"/>
                <a:gd name="T2" fmla="*/ 2147483647 w 531"/>
                <a:gd name="T3" fmla="*/ 2147483647 h 342"/>
                <a:gd name="T4" fmla="*/ 2147483647 w 531"/>
                <a:gd name="T5" fmla="*/ 2147483647 h 342"/>
                <a:gd name="T6" fmla="*/ 2147483647 w 531"/>
                <a:gd name="T7" fmla="*/ 2147483647 h 342"/>
                <a:gd name="T8" fmla="*/ 2147483647 w 531"/>
                <a:gd name="T9" fmla="*/ 2147483647 h 342"/>
                <a:gd name="T10" fmla="*/ 2147483647 w 531"/>
                <a:gd name="T11" fmla="*/ 2147483647 h 342"/>
                <a:gd name="T12" fmla="*/ 2147483647 w 531"/>
                <a:gd name="T13" fmla="*/ 2147483647 h 342"/>
                <a:gd name="T14" fmla="*/ 2147483647 w 531"/>
                <a:gd name="T15" fmla="*/ 2147483647 h 342"/>
                <a:gd name="T16" fmla="*/ 2147483647 w 531"/>
                <a:gd name="T17" fmla="*/ 2147483647 h 342"/>
                <a:gd name="T18" fmla="*/ 0 w 531"/>
                <a:gd name="T19" fmla="*/ 2147483647 h 342"/>
                <a:gd name="T20" fmla="*/ 0 w 531"/>
                <a:gd name="T21" fmla="*/ 0 h 342"/>
                <a:gd name="T22" fmla="*/ 2147483647 w 531"/>
                <a:gd name="T23" fmla="*/ 0 h 34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31"/>
                <a:gd name="T37" fmla="*/ 0 h 342"/>
                <a:gd name="T38" fmla="*/ 531 w 531"/>
                <a:gd name="T39" fmla="*/ 342 h 34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31" h="342">
                  <a:moveTo>
                    <a:pt x="397" y="0"/>
                  </a:moveTo>
                  <a:lnTo>
                    <a:pt x="412" y="3"/>
                  </a:lnTo>
                  <a:lnTo>
                    <a:pt x="424" y="9"/>
                  </a:lnTo>
                  <a:lnTo>
                    <a:pt x="434" y="15"/>
                  </a:lnTo>
                  <a:lnTo>
                    <a:pt x="442" y="27"/>
                  </a:lnTo>
                  <a:lnTo>
                    <a:pt x="448" y="39"/>
                  </a:lnTo>
                  <a:lnTo>
                    <a:pt x="454" y="54"/>
                  </a:lnTo>
                  <a:lnTo>
                    <a:pt x="531" y="342"/>
                  </a:lnTo>
                  <a:lnTo>
                    <a:pt x="384" y="260"/>
                  </a:lnTo>
                  <a:lnTo>
                    <a:pt x="0" y="260"/>
                  </a:lnTo>
                  <a:lnTo>
                    <a:pt x="0" y="0"/>
                  </a:lnTo>
                  <a:lnTo>
                    <a:pt x="397" y="0"/>
                  </a:lnTo>
                  <a:close/>
                </a:path>
              </a:pathLst>
            </a:custGeom>
            <a:solidFill>
              <a:srgbClr val="E0E0E0"/>
            </a:solidFill>
            <a:ln w="6350">
              <a:solidFill>
                <a:srgbClr val="000000"/>
              </a:solidFill>
              <a:prstDash val="solid"/>
              <a:round/>
              <a:headEnd/>
              <a:tailEnd/>
            </a:ln>
          </p:spPr>
          <p:txBody>
            <a:bodyPr/>
            <a:lstStyle/>
            <a:p>
              <a:endParaRPr lang="nl-BE"/>
            </a:p>
          </p:txBody>
        </p:sp>
        <p:sp>
          <p:nvSpPr>
            <p:cNvPr id="42248" name="Freeform 248"/>
            <p:cNvSpPr>
              <a:spLocks/>
            </p:cNvSpPr>
            <p:nvPr/>
          </p:nvSpPr>
          <p:spPr bwMode="auto">
            <a:xfrm rot="-155667">
              <a:off x="5700713" y="3557588"/>
              <a:ext cx="230187" cy="100012"/>
            </a:xfrm>
            <a:custGeom>
              <a:avLst/>
              <a:gdLst>
                <a:gd name="T0" fmla="*/ 2147483647 w 372"/>
                <a:gd name="T1" fmla="*/ 2147483647 h 278"/>
                <a:gd name="T2" fmla="*/ 2147483647 w 372"/>
                <a:gd name="T3" fmla="*/ 2147483647 h 278"/>
                <a:gd name="T4" fmla="*/ 2147483647 w 372"/>
                <a:gd name="T5" fmla="*/ 2147483647 h 278"/>
                <a:gd name="T6" fmla="*/ 2147483647 w 372"/>
                <a:gd name="T7" fmla="*/ 2147483647 h 278"/>
                <a:gd name="T8" fmla="*/ 2147483647 w 372"/>
                <a:gd name="T9" fmla="*/ 2147483647 h 278"/>
                <a:gd name="T10" fmla="*/ 2147483647 w 372"/>
                <a:gd name="T11" fmla="*/ 2147483647 h 278"/>
                <a:gd name="T12" fmla="*/ 2147483647 w 372"/>
                <a:gd name="T13" fmla="*/ 2147483647 h 278"/>
                <a:gd name="T14" fmla="*/ 2147483647 w 372"/>
                <a:gd name="T15" fmla="*/ 0 h 278"/>
                <a:gd name="T16" fmla="*/ 2147483647 w 372"/>
                <a:gd name="T17" fmla="*/ 0 h 278"/>
                <a:gd name="T18" fmla="*/ 2147483647 w 372"/>
                <a:gd name="T19" fmla="*/ 2147483647 h 278"/>
                <a:gd name="T20" fmla="*/ 2147483647 w 372"/>
                <a:gd name="T21" fmla="*/ 2147483647 h 278"/>
                <a:gd name="T22" fmla="*/ 0 w 372"/>
                <a:gd name="T23" fmla="*/ 2147483647 h 278"/>
                <a:gd name="T24" fmla="*/ 0 w 372"/>
                <a:gd name="T25" fmla="*/ 2147483647 h 278"/>
                <a:gd name="T26" fmla="*/ 2147483647 w 372"/>
                <a:gd name="T27" fmla="*/ 2147483647 h 27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72"/>
                <a:gd name="T43" fmla="*/ 0 h 278"/>
                <a:gd name="T44" fmla="*/ 372 w 372"/>
                <a:gd name="T45" fmla="*/ 278 h 27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72" h="278">
                  <a:moveTo>
                    <a:pt x="372" y="278"/>
                  </a:moveTo>
                  <a:lnTo>
                    <a:pt x="349" y="72"/>
                  </a:lnTo>
                  <a:lnTo>
                    <a:pt x="345" y="50"/>
                  </a:lnTo>
                  <a:lnTo>
                    <a:pt x="339" y="33"/>
                  </a:lnTo>
                  <a:lnTo>
                    <a:pt x="333" y="20"/>
                  </a:lnTo>
                  <a:lnTo>
                    <a:pt x="325" y="9"/>
                  </a:lnTo>
                  <a:lnTo>
                    <a:pt x="315" y="3"/>
                  </a:lnTo>
                  <a:lnTo>
                    <a:pt x="305" y="0"/>
                  </a:lnTo>
                  <a:lnTo>
                    <a:pt x="32" y="0"/>
                  </a:lnTo>
                  <a:lnTo>
                    <a:pt x="18" y="8"/>
                  </a:lnTo>
                  <a:lnTo>
                    <a:pt x="6" y="18"/>
                  </a:lnTo>
                  <a:lnTo>
                    <a:pt x="0" y="38"/>
                  </a:lnTo>
                  <a:lnTo>
                    <a:pt x="0" y="278"/>
                  </a:lnTo>
                  <a:lnTo>
                    <a:pt x="372" y="278"/>
                  </a:lnTo>
                  <a:close/>
                </a:path>
              </a:pathLst>
            </a:custGeom>
            <a:solidFill>
              <a:srgbClr val="202020"/>
            </a:solidFill>
            <a:ln w="6350">
              <a:solidFill>
                <a:srgbClr val="000000"/>
              </a:solidFill>
              <a:prstDash val="solid"/>
              <a:round/>
              <a:headEnd/>
              <a:tailEnd/>
            </a:ln>
          </p:spPr>
          <p:txBody>
            <a:bodyPr/>
            <a:lstStyle/>
            <a:p>
              <a:endParaRPr lang="nl-BE"/>
            </a:p>
          </p:txBody>
        </p:sp>
        <p:sp>
          <p:nvSpPr>
            <p:cNvPr id="42249" name="Freeform 249"/>
            <p:cNvSpPr>
              <a:spLocks/>
            </p:cNvSpPr>
            <p:nvPr/>
          </p:nvSpPr>
          <p:spPr bwMode="auto">
            <a:xfrm rot="-155667">
              <a:off x="5848350" y="3943350"/>
              <a:ext cx="254000" cy="125413"/>
            </a:xfrm>
            <a:custGeom>
              <a:avLst/>
              <a:gdLst>
                <a:gd name="T0" fmla="*/ 0 w 413"/>
                <a:gd name="T1" fmla="*/ 2147483647 h 352"/>
                <a:gd name="T2" fmla="*/ 2147483647 w 413"/>
                <a:gd name="T3" fmla="*/ 0 h 352"/>
                <a:gd name="T4" fmla="*/ 2147483647 w 413"/>
                <a:gd name="T5" fmla="*/ 2147483647 h 352"/>
                <a:gd name="T6" fmla="*/ 2147483647 w 413"/>
                <a:gd name="T7" fmla="*/ 2147483647 h 352"/>
                <a:gd name="T8" fmla="*/ 2147483647 w 413"/>
                <a:gd name="T9" fmla="*/ 2147483647 h 352"/>
                <a:gd name="T10" fmla="*/ 2147483647 w 413"/>
                <a:gd name="T11" fmla="*/ 2147483647 h 352"/>
                <a:gd name="T12" fmla="*/ 2147483647 w 413"/>
                <a:gd name="T13" fmla="*/ 2147483647 h 352"/>
                <a:gd name="T14" fmla="*/ 2147483647 w 413"/>
                <a:gd name="T15" fmla="*/ 2147483647 h 352"/>
                <a:gd name="T16" fmla="*/ 2147483647 w 413"/>
                <a:gd name="T17" fmla="*/ 2147483647 h 352"/>
                <a:gd name="T18" fmla="*/ 2147483647 w 413"/>
                <a:gd name="T19" fmla="*/ 2147483647 h 352"/>
                <a:gd name="T20" fmla="*/ 2147483647 w 413"/>
                <a:gd name="T21" fmla="*/ 2147483647 h 352"/>
                <a:gd name="T22" fmla="*/ 2147483647 w 413"/>
                <a:gd name="T23" fmla="*/ 2147483647 h 352"/>
                <a:gd name="T24" fmla="*/ 2147483647 w 413"/>
                <a:gd name="T25" fmla="*/ 2147483647 h 352"/>
                <a:gd name="T26" fmla="*/ 2147483647 w 413"/>
                <a:gd name="T27" fmla="*/ 2147483647 h 352"/>
                <a:gd name="T28" fmla="*/ 2147483647 w 413"/>
                <a:gd name="T29" fmla="*/ 2147483647 h 352"/>
                <a:gd name="T30" fmla="*/ 0 w 413"/>
                <a:gd name="T31" fmla="*/ 2147483647 h 352"/>
                <a:gd name="T32" fmla="*/ 0 w 413"/>
                <a:gd name="T33" fmla="*/ 2147483647 h 35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13"/>
                <a:gd name="T52" fmla="*/ 0 h 352"/>
                <a:gd name="T53" fmla="*/ 413 w 413"/>
                <a:gd name="T54" fmla="*/ 352 h 35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13" h="352">
                  <a:moveTo>
                    <a:pt x="0" y="33"/>
                  </a:moveTo>
                  <a:lnTo>
                    <a:pt x="387" y="0"/>
                  </a:lnTo>
                  <a:lnTo>
                    <a:pt x="413" y="33"/>
                  </a:lnTo>
                  <a:lnTo>
                    <a:pt x="413" y="156"/>
                  </a:lnTo>
                  <a:lnTo>
                    <a:pt x="384" y="165"/>
                  </a:lnTo>
                  <a:lnTo>
                    <a:pt x="413" y="222"/>
                  </a:lnTo>
                  <a:lnTo>
                    <a:pt x="413" y="324"/>
                  </a:lnTo>
                  <a:lnTo>
                    <a:pt x="398" y="342"/>
                  </a:lnTo>
                  <a:lnTo>
                    <a:pt x="353" y="352"/>
                  </a:lnTo>
                  <a:lnTo>
                    <a:pt x="353" y="132"/>
                  </a:lnTo>
                  <a:lnTo>
                    <a:pt x="350" y="112"/>
                  </a:lnTo>
                  <a:lnTo>
                    <a:pt x="345" y="94"/>
                  </a:lnTo>
                  <a:lnTo>
                    <a:pt x="336" y="84"/>
                  </a:lnTo>
                  <a:lnTo>
                    <a:pt x="326" y="76"/>
                  </a:lnTo>
                  <a:lnTo>
                    <a:pt x="321" y="75"/>
                  </a:lnTo>
                  <a:lnTo>
                    <a:pt x="0" y="94"/>
                  </a:lnTo>
                  <a:lnTo>
                    <a:pt x="0" y="33"/>
                  </a:lnTo>
                  <a:close/>
                </a:path>
              </a:pathLst>
            </a:custGeom>
            <a:solidFill>
              <a:srgbClr val="C0C0C0"/>
            </a:solidFill>
            <a:ln w="6350">
              <a:solidFill>
                <a:srgbClr val="000000"/>
              </a:solidFill>
              <a:prstDash val="solid"/>
              <a:round/>
              <a:headEnd/>
              <a:tailEnd/>
            </a:ln>
          </p:spPr>
          <p:txBody>
            <a:bodyPr/>
            <a:lstStyle/>
            <a:p>
              <a:endParaRPr lang="nl-BE"/>
            </a:p>
          </p:txBody>
        </p:sp>
        <p:sp>
          <p:nvSpPr>
            <p:cNvPr id="42250" name="Freeform 250"/>
            <p:cNvSpPr>
              <a:spLocks/>
            </p:cNvSpPr>
            <p:nvPr/>
          </p:nvSpPr>
          <p:spPr bwMode="auto">
            <a:xfrm rot="-155667">
              <a:off x="5743575" y="3643313"/>
              <a:ext cx="146050" cy="339725"/>
            </a:xfrm>
            <a:custGeom>
              <a:avLst/>
              <a:gdLst>
                <a:gd name="T0" fmla="*/ 0 w 237"/>
                <a:gd name="T1" fmla="*/ 0 h 949"/>
                <a:gd name="T2" fmla="*/ 2147483647 w 237"/>
                <a:gd name="T3" fmla="*/ 2147483647 h 949"/>
                <a:gd name="T4" fmla="*/ 2147483647 w 237"/>
                <a:gd name="T5" fmla="*/ 2147483647 h 949"/>
                <a:gd name="T6" fmla="*/ 0 w 237"/>
                <a:gd name="T7" fmla="*/ 2147483647 h 949"/>
                <a:gd name="T8" fmla="*/ 0 w 237"/>
                <a:gd name="T9" fmla="*/ 0 h 949"/>
                <a:gd name="T10" fmla="*/ 0 60000 65536"/>
                <a:gd name="T11" fmla="*/ 0 60000 65536"/>
                <a:gd name="T12" fmla="*/ 0 60000 65536"/>
                <a:gd name="T13" fmla="*/ 0 60000 65536"/>
                <a:gd name="T14" fmla="*/ 0 60000 65536"/>
                <a:gd name="T15" fmla="*/ 0 w 237"/>
                <a:gd name="T16" fmla="*/ 0 h 949"/>
                <a:gd name="T17" fmla="*/ 237 w 237"/>
                <a:gd name="T18" fmla="*/ 949 h 949"/>
              </a:gdLst>
              <a:ahLst/>
              <a:cxnLst>
                <a:cxn ang="T10">
                  <a:pos x="T0" y="T1"/>
                </a:cxn>
                <a:cxn ang="T11">
                  <a:pos x="T2" y="T3"/>
                </a:cxn>
                <a:cxn ang="T12">
                  <a:pos x="T4" y="T5"/>
                </a:cxn>
                <a:cxn ang="T13">
                  <a:pos x="T6" y="T7"/>
                </a:cxn>
                <a:cxn ang="T14">
                  <a:pos x="T8" y="T9"/>
                </a:cxn>
              </a:cxnLst>
              <a:rect l="T15" t="T16" r="T17" b="T18"/>
              <a:pathLst>
                <a:path w="237" h="949">
                  <a:moveTo>
                    <a:pt x="0" y="0"/>
                  </a:moveTo>
                  <a:lnTo>
                    <a:pt x="237" y="4"/>
                  </a:lnTo>
                  <a:lnTo>
                    <a:pt x="237" y="949"/>
                  </a:lnTo>
                  <a:lnTo>
                    <a:pt x="0" y="949"/>
                  </a:lnTo>
                  <a:lnTo>
                    <a:pt x="0" y="0"/>
                  </a:lnTo>
                  <a:close/>
                </a:path>
              </a:pathLst>
            </a:custGeom>
            <a:solidFill>
              <a:srgbClr val="E0E0E0"/>
            </a:solidFill>
            <a:ln w="6350">
              <a:solidFill>
                <a:srgbClr val="000000"/>
              </a:solidFill>
              <a:prstDash val="solid"/>
              <a:round/>
              <a:headEnd/>
              <a:tailEnd/>
            </a:ln>
          </p:spPr>
          <p:txBody>
            <a:bodyPr/>
            <a:lstStyle/>
            <a:p>
              <a:endParaRPr lang="nl-BE"/>
            </a:p>
          </p:txBody>
        </p:sp>
        <p:sp>
          <p:nvSpPr>
            <p:cNvPr id="42251" name="Rectangle 251"/>
            <p:cNvSpPr>
              <a:spLocks noChangeArrowheads="1"/>
            </p:cNvSpPr>
            <p:nvPr/>
          </p:nvSpPr>
          <p:spPr bwMode="auto">
            <a:xfrm rot="-155667">
              <a:off x="5746750" y="3692525"/>
              <a:ext cx="139700" cy="285750"/>
            </a:xfrm>
            <a:prstGeom prst="rect">
              <a:avLst/>
            </a:prstGeom>
            <a:solidFill>
              <a:srgbClr val="A0A0A0"/>
            </a:solidFill>
            <a:ln w="6350">
              <a:solidFill>
                <a:srgbClr val="000000"/>
              </a:solidFill>
              <a:miter lim="800000"/>
              <a:headEnd/>
              <a:tailEnd/>
            </a:ln>
          </p:spPr>
          <p:txBody>
            <a:bodyPr/>
            <a:lstStyle/>
            <a:p>
              <a:pPr algn="ctr" eaLnBrk="0" hangingPunct="0"/>
              <a:endParaRPr lang="nl-BE"/>
            </a:p>
          </p:txBody>
        </p:sp>
        <p:sp>
          <p:nvSpPr>
            <p:cNvPr id="42252" name="Freeform 252"/>
            <p:cNvSpPr>
              <a:spLocks/>
            </p:cNvSpPr>
            <p:nvPr/>
          </p:nvSpPr>
          <p:spPr bwMode="auto">
            <a:xfrm rot="-155667">
              <a:off x="5888038" y="3633788"/>
              <a:ext cx="182562" cy="338137"/>
            </a:xfrm>
            <a:custGeom>
              <a:avLst/>
              <a:gdLst>
                <a:gd name="T0" fmla="*/ 0 w 296"/>
                <a:gd name="T1" fmla="*/ 0 h 941"/>
                <a:gd name="T2" fmla="*/ 2147483647 w 296"/>
                <a:gd name="T3" fmla="*/ 2147483647 h 941"/>
                <a:gd name="T4" fmla="*/ 2147483647 w 296"/>
                <a:gd name="T5" fmla="*/ 2147483647 h 941"/>
                <a:gd name="T6" fmla="*/ 2147483647 w 296"/>
                <a:gd name="T7" fmla="*/ 2147483647 h 941"/>
                <a:gd name="T8" fmla="*/ 2147483647 w 296"/>
                <a:gd name="T9" fmla="*/ 2147483647 h 941"/>
                <a:gd name="T10" fmla="*/ 2147483647 w 296"/>
                <a:gd name="T11" fmla="*/ 2147483647 h 941"/>
                <a:gd name="T12" fmla="*/ 2147483647 w 296"/>
                <a:gd name="T13" fmla="*/ 2147483647 h 941"/>
                <a:gd name="T14" fmla="*/ 2147483647 w 296"/>
                <a:gd name="T15" fmla="*/ 2147483647 h 941"/>
                <a:gd name="T16" fmla="*/ 2147483647 w 296"/>
                <a:gd name="T17" fmla="*/ 2147483647 h 941"/>
                <a:gd name="T18" fmla="*/ 2147483647 w 296"/>
                <a:gd name="T19" fmla="*/ 2147483647 h 941"/>
                <a:gd name="T20" fmla="*/ 2147483647 w 296"/>
                <a:gd name="T21" fmla="*/ 2147483647 h 941"/>
                <a:gd name="T22" fmla="*/ 2147483647 w 296"/>
                <a:gd name="T23" fmla="*/ 2147483647 h 941"/>
                <a:gd name="T24" fmla="*/ 2147483647 w 296"/>
                <a:gd name="T25" fmla="*/ 2147483647 h 941"/>
                <a:gd name="T26" fmla="*/ 2147483647 w 296"/>
                <a:gd name="T27" fmla="*/ 2147483647 h 941"/>
                <a:gd name="T28" fmla="*/ 2147483647 w 296"/>
                <a:gd name="T29" fmla="*/ 2147483647 h 941"/>
                <a:gd name="T30" fmla="*/ 2147483647 w 296"/>
                <a:gd name="T31" fmla="*/ 2147483647 h 941"/>
                <a:gd name="T32" fmla="*/ 2147483647 w 296"/>
                <a:gd name="T33" fmla="*/ 2147483647 h 941"/>
                <a:gd name="T34" fmla="*/ 2147483647 w 296"/>
                <a:gd name="T35" fmla="*/ 2147483647 h 941"/>
                <a:gd name="T36" fmla="*/ 2147483647 w 296"/>
                <a:gd name="T37" fmla="*/ 2147483647 h 941"/>
                <a:gd name="T38" fmla="*/ 2147483647 w 296"/>
                <a:gd name="T39" fmla="*/ 2147483647 h 941"/>
                <a:gd name="T40" fmla="*/ 0 w 296"/>
                <a:gd name="T41" fmla="*/ 2147483647 h 941"/>
                <a:gd name="T42" fmla="*/ 0 w 296"/>
                <a:gd name="T43" fmla="*/ 0 h 94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96"/>
                <a:gd name="T67" fmla="*/ 0 h 941"/>
                <a:gd name="T68" fmla="*/ 296 w 296"/>
                <a:gd name="T69" fmla="*/ 941 h 941"/>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96" h="941">
                  <a:moveTo>
                    <a:pt x="0" y="0"/>
                  </a:moveTo>
                  <a:lnTo>
                    <a:pt x="205" y="110"/>
                  </a:lnTo>
                  <a:lnTo>
                    <a:pt x="223" y="158"/>
                  </a:lnTo>
                  <a:lnTo>
                    <a:pt x="264" y="389"/>
                  </a:lnTo>
                  <a:lnTo>
                    <a:pt x="267" y="425"/>
                  </a:lnTo>
                  <a:lnTo>
                    <a:pt x="255" y="417"/>
                  </a:lnTo>
                  <a:lnTo>
                    <a:pt x="200" y="417"/>
                  </a:lnTo>
                  <a:lnTo>
                    <a:pt x="103" y="413"/>
                  </a:lnTo>
                  <a:lnTo>
                    <a:pt x="103" y="149"/>
                  </a:lnTo>
                  <a:lnTo>
                    <a:pt x="200" y="179"/>
                  </a:lnTo>
                  <a:lnTo>
                    <a:pt x="201" y="417"/>
                  </a:lnTo>
                  <a:lnTo>
                    <a:pt x="211" y="417"/>
                  </a:lnTo>
                  <a:lnTo>
                    <a:pt x="211" y="183"/>
                  </a:lnTo>
                  <a:lnTo>
                    <a:pt x="255" y="417"/>
                  </a:lnTo>
                  <a:lnTo>
                    <a:pt x="267" y="425"/>
                  </a:lnTo>
                  <a:lnTo>
                    <a:pt x="270" y="467"/>
                  </a:lnTo>
                  <a:lnTo>
                    <a:pt x="284" y="504"/>
                  </a:lnTo>
                  <a:lnTo>
                    <a:pt x="296" y="531"/>
                  </a:lnTo>
                  <a:lnTo>
                    <a:pt x="296" y="861"/>
                  </a:lnTo>
                  <a:lnTo>
                    <a:pt x="296" y="923"/>
                  </a:lnTo>
                  <a:lnTo>
                    <a:pt x="0" y="941"/>
                  </a:lnTo>
                  <a:lnTo>
                    <a:pt x="0" y="0"/>
                  </a:lnTo>
                  <a:close/>
                </a:path>
              </a:pathLst>
            </a:custGeom>
            <a:solidFill>
              <a:srgbClr val="E0E0E0"/>
            </a:solidFill>
            <a:ln w="6350">
              <a:solidFill>
                <a:srgbClr val="000000"/>
              </a:solidFill>
              <a:prstDash val="solid"/>
              <a:round/>
              <a:headEnd/>
              <a:tailEnd/>
            </a:ln>
          </p:spPr>
          <p:txBody>
            <a:bodyPr/>
            <a:lstStyle/>
            <a:p>
              <a:endParaRPr lang="nl-BE"/>
            </a:p>
          </p:txBody>
        </p:sp>
        <p:sp>
          <p:nvSpPr>
            <p:cNvPr id="42253" name="Freeform 253"/>
            <p:cNvSpPr>
              <a:spLocks/>
            </p:cNvSpPr>
            <p:nvPr/>
          </p:nvSpPr>
          <p:spPr bwMode="auto">
            <a:xfrm rot="-155667">
              <a:off x="5938838" y="3802063"/>
              <a:ext cx="101600" cy="130175"/>
            </a:xfrm>
            <a:custGeom>
              <a:avLst/>
              <a:gdLst>
                <a:gd name="T0" fmla="*/ 0 w 165"/>
                <a:gd name="T1" fmla="*/ 0 h 361"/>
                <a:gd name="T2" fmla="*/ 2147483647 w 165"/>
                <a:gd name="T3" fmla="*/ 2147483647 h 361"/>
                <a:gd name="T4" fmla="*/ 2147483647 w 165"/>
                <a:gd name="T5" fmla="*/ 2147483647 h 361"/>
                <a:gd name="T6" fmla="*/ 0 w 165"/>
                <a:gd name="T7" fmla="*/ 2147483647 h 361"/>
                <a:gd name="T8" fmla="*/ 0 w 165"/>
                <a:gd name="T9" fmla="*/ 0 h 361"/>
                <a:gd name="T10" fmla="*/ 0 60000 65536"/>
                <a:gd name="T11" fmla="*/ 0 60000 65536"/>
                <a:gd name="T12" fmla="*/ 0 60000 65536"/>
                <a:gd name="T13" fmla="*/ 0 60000 65536"/>
                <a:gd name="T14" fmla="*/ 0 60000 65536"/>
                <a:gd name="T15" fmla="*/ 0 w 165"/>
                <a:gd name="T16" fmla="*/ 0 h 361"/>
                <a:gd name="T17" fmla="*/ 165 w 165"/>
                <a:gd name="T18" fmla="*/ 361 h 361"/>
              </a:gdLst>
              <a:ahLst/>
              <a:cxnLst>
                <a:cxn ang="T10">
                  <a:pos x="T0" y="T1"/>
                </a:cxn>
                <a:cxn ang="T11">
                  <a:pos x="T2" y="T3"/>
                </a:cxn>
                <a:cxn ang="T12">
                  <a:pos x="T4" y="T5"/>
                </a:cxn>
                <a:cxn ang="T13">
                  <a:pos x="T6" y="T7"/>
                </a:cxn>
                <a:cxn ang="T14">
                  <a:pos x="T8" y="T9"/>
                </a:cxn>
              </a:cxnLst>
              <a:rect l="T15" t="T16" r="T17" b="T18"/>
              <a:pathLst>
                <a:path w="165" h="361">
                  <a:moveTo>
                    <a:pt x="0" y="0"/>
                  </a:moveTo>
                  <a:lnTo>
                    <a:pt x="165" y="6"/>
                  </a:lnTo>
                  <a:lnTo>
                    <a:pt x="165" y="354"/>
                  </a:lnTo>
                  <a:lnTo>
                    <a:pt x="0" y="361"/>
                  </a:lnTo>
                  <a:lnTo>
                    <a:pt x="0" y="0"/>
                  </a:lnTo>
                  <a:close/>
                </a:path>
              </a:pathLst>
            </a:custGeom>
            <a:solidFill>
              <a:srgbClr val="E0E0E0"/>
            </a:solidFill>
            <a:ln w="6350">
              <a:solidFill>
                <a:srgbClr val="000000"/>
              </a:solidFill>
              <a:prstDash val="solid"/>
              <a:round/>
              <a:headEnd/>
              <a:tailEnd/>
            </a:ln>
          </p:spPr>
          <p:txBody>
            <a:bodyPr/>
            <a:lstStyle/>
            <a:p>
              <a:endParaRPr lang="nl-BE"/>
            </a:p>
          </p:txBody>
        </p:sp>
        <p:sp>
          <p:nvSpPr>
            <p:cNvPr id="42254" name="Freeform 254"/>
            <p:cNvSpPr>
              <a:spLocks/>
            </p:cNvSpPr>
            <p:nvPr/>
          </p:nvSpPr>
          <p:spPr bwMode="auto">
            <a:xfrm rot="-155667">
              <a:off x="5953125" y="3789363"/>
              <a:ext cx="25400" cy="6350"/>
            </a:xfrm>
            <a:custGeom>
              <a:avLst/>
              <a:gdLst>
                <a:gd name="T0" fmla="*/ 0 w 39"/>
                <a:gd name="T1" fmla="*/ 0 h 17"/>
                <a:gd name="T2" fmla="*/ 2147483647 w 39"/>
                <a:gd name="T3" fmla="*/ 2147483647 h 17"/>
                <a:gd name="T4" fmla="*/ 2147483647 w 39"/>
                <a:gd name="T5" fmla="*/ 2147483647 h 17"/>
                <a:gd name="T6" fmla="*/ 2147483647 w 39"/>
                <a:gd name="T7" fmla="*/ 2147483647 h 17"/>
                <a:gd name="T8" fmla="*/ 0 w 39"/>
                <a:gd name="T9" fmla="*/ 0 h 17"/>
                <a:gd name="T10" fmla="*/ 0 60000 65536"/>
                <a:gd name="T11" fmla="*/ 0 60000 65536"/>
                <a:gd name="T12" fmla="*/ 0 60000 65536"/>
                <a:gd name="T13" fmla="*/ 0 60000 65536"/>
                <a:gd name="T14" fmla="*/ 0 60000 65536"/>
                <a:gd name="T15" fmla="*/ 0 w 39"/>
                <a:gd name="T16" fmla="*/ 0 h 17"/>
                <a:gd name="T17" fmla="*/ 39 w 39"/>
                <a:gd name="T18" fmla="*/ 17 h 17"/>
              </a:gdLst>
              <a:ahLst/>
              <a:cxnLst>
                <a:cxn ang="T10">
                  <a:pos x="T0" y="T1"/>
                </a:cxn>
                <a:cxn ang="T11">
                  <a:pos x="T2" y="T3"/>
                </a:cxn>
                <a:cxn ang="T12">
                  <a:pos x="T4" y="T5"/>
                </a:cxn>
                <a:cxn ang="T13">
                  <a:pos x="T6" y="T7"/>
                </a:cxn>
                <a:cxn ang="T14">
                  <a:pos x="T8" y="T9"/>
                </a:cxn>
              </a:cxnLst>
              <a:rect l="T15" t="T16" r="T17" b="T18"/>
              <a:pathLst>
                <a:path w="39" h="17">
                  <a:moveTo>
                    <a:pt x="0" y="0"/>
                  </a:moveTo>
                  <a:lnTo>
                    <a:pt x="39" y="2"/>
                  </a:lnTo>
                  <a:lnTo>
                    <a:pt x="39" y="17"/>
                  </a:lnTo>
                  <a:lnTo>
                    <a:pt x="1" y="15"/>
                  </a:lnTo>
                  <a:lnTo>
                    <a:pt x="0" y="0"/>
                  </a:lnTo>
                  <a:close/>
                </a:path>
              </a:pathLst>
            </a:custGeom>
            <a:solidFill>
              <a:srgbClr val="C0C0C0"/>
            </a:solidFill>
            <a:ln w="6350">
              <a:solidFill>
                <a:srgbClr val="000000"/>
              </a:solidFill>
              <a:prstDash val="solid"/>
              <a:round/>
              <a:headEnd/>
              <a:tailEnd/>
            </a:ln>
          </p:spPr>
          <p:txBody>
            <a:bodyPr/>
            <a:lstStyle/>
            <a:p>
              <a:endParaRPr lang="nl-BE"/>
            </a:p>
          </p:txBody>
        </p:sp>
        <p:sp>
          <p:nvSpPr>
            <p:cNvPr id="42255" name="Line 255"/>
            <p:cNvSpPr>
              <a:spLocks noChangeShapeType="1"/>
            </p:cNvSpPr>
            <p:nvPr/>
          </p:nvSpPr>
          <p:spPr bwMode="auto">
            <a:xfrm rot="-155667">
              <a:off x="5888038" y="3662363"/>
              <a:ext cx="134937" cy="30162"/>
            </a:xfrm>
            <a:prstGeom prst="line">
              <a:avLst/>
            </a:prstGeom>
            <a:noFill/>
            <a:ln w="6350">
              <a:solidFill>
                <a:srgbClr val="000000"/>
              </a:solidFill>
              <a:round/>
              <a:headEnd/>
              <a:tailEnd/>
            </a:ln>
          </p:spPr>
          <p:txBody>
            <a:bodyPr/>
            <a:lstStyle/>
            <a:p>
              <a:endParaRPr lang="nl-BE"/>
            </a:p>
          </p:txBody>
        </p:sp>
        <p:sp>
          <p:nvSpPr>
            <p:cNvPr id="42256" name="Line 256"/>
            <p:cNvSpPr>
              <a:spLocks noChangeShapeType="1"/>
            </p:cNvSpPr>
            <p:nvPr/>
          </p:nvSpPr>
          <p:spPr bwMode="auto">
            <a:xfrm rot="-155667">
              <a:off x="5937250" y="3675063"/>
              <a:ext cx="1588" cy="276225"/>
            </a:xfrm>
            <a:prstGeom prst="line">
              <a:avLst/>
            </a:prstGeom>
            <a:noFill/>
            <a:ln w="6350">
              <a:solidFill>
                <a:srgbClr val="000000"/>
              </a:solidFill>
              <a:round/>
              <a:headEnd/>
              <a:tailEnd/>
            </a:ln>
          </p:spPr>
          <p:txBody>
            <a:bodyPr/>
            <a:lstStyle/>
            <a:p>
              <a:endParaRPr lang="nl-BE"/>
            </a:p>
          </p:txBody>
        </p:sp>
        <p:sp>
          <p:nvSpPr>
            <p:cNvPr id="42257" name="Line 257"/>
            <p:cNvSpPr>
              <a:spLocks noChangeShapeType="1"/>
            </p:cNvSpPr>
            <p:nvPr/>
          </p:nvSpPr>
          <p:spPr bwMode="auto">
            <a:xfrm rot="-155667" flipH="1" flipV="1">
              <a:off x="6000750" y="3673475"/>
              <a:ext cx="73025" cy="25400"/>
            </a:xfrm>
            <a:prstGeom prst="line">
              <a:avLst/>
            </a:prstGeom>
            <a:noFill/>
            <a:ln w="6350">
              <a:solidFill>
                <a:srgbClr val="A0A0A0"/>
              </a:solidFill>
              <a:round/>
              <a:headEnd/>
              <a:tailEnd/>
            </a:ln>
          </p:spPr>
          <p:txBody>
            <a:bodyPr/>
            <a:lstStyle/>
            <a:p>
              <a:endParaRPr lang="nl-BE"/>
            </a:p>
          </p:txBody>
        </p:sp>
        <p:sp>
          <p:nvSpPr>
            <p:cNvPr id="42258" name="Line 258"/>
            <p:cNvSpPr>
              <a:spLocks noChangeShapeType="1"/>
            </p:cNvSpPr>
            <p:nvPr/>
          </p:nvSpPr>
          <p:spPr bwMode="auto">
            <a:xfrm rot="21444333" flipV="1">
              <a:off x="6040438" y="3803650"/>
              <a:ext cx="36512" cy="11113"/>
            </a:xfrm>
            <a:prstGeom prst="line">
              <a:avLst/>
            </a:prstGeom>
            <a:noFill/>
            <a:ln w="6350">
              <a:solidFill>
                <a:srgbClr val="A0A0A0"/>
              </a:solidFill>
              <a:round/>
              <a:headEnd/>
              <a:tailEnd/>
            </a:ln>
          </p:spPr>
          <p:txBody>
            <a:bodyPr/>
            <a:lstStyle/>
            <a:p>
              <a:endParaRPr lang="nl-BE"/>
            </a:p>
          </p:txBody>
        </p:sp>
        <p:sp>
          <p:nvSpPr>
            <p:cNvPr id="42259" name="Freeform 259"/>
            <p:cNvSpPr>
              <a:spLocks/>
            </p:cNvSpPr>
            <p:nvPr/>
          </p:nvSpPr>
          <p:spPr bwMode="auto">
            <a:xfrm rot="-155667">
              <a:off x="6051550" y="3697288"/>
              <a:ext cx="41275" cy="107950"/>
            </a:xfrm>
            <a:custGeom>
              <a:avLst/>
              <a:gdLst>
                <a:gd name="T0" fmla="*/ 0 w 66"/>
                <a:gd name="T1" fmla="*/ 0 h 303"/>
                <a:gd name="T2" fmla="*/ 2147483647 w 66"/>
                <a:gd name="T3" fmla="*/ 0 h 303"/>
                <a:gd name="T4" fmla="*/ 2147483647 w 66"/>
                <a:gd name="T5" fmla="*/ 2147483647 h 303"/>
                <a:gd name="T6" fmla="*/ 0 w 66"/>
                <a:gd name="T7" fmla="*/ 2147483647 h 303"/>
                <a:gd name="T8" fmla="*/ 0 w 66"/>
                <a:gd name="T9" fmla="*/ 0 h 303"/>
                <a:gd name="T10" fmla="*/ 0 60000 65536"/>
                <a:gd name="T11" fmla="*/ 0 60000 65536"/>
                <a:gd name="T12" fmla="*/ 0 60000 65536"/>
                <a:gd name="T13" fmla="*/ 0 60000 65536"/>
                <a:gd name="T14" fmla="*/ 0 60000 65536"/>
                <a:gd name="T15" fmla="*/ 0 w 66"/>
                <a:gd name="T16" fmla="*/ 0 h 303"/>
                <a:gd name="T17" fmla="*/ 66 w 66"/>
                <a:gd name="T18" fmla="*/ 303 h 303"/>
              </a:gdLst>
              <a:ahLst/>
              <a:cxnLst>
                <a:cxn ang="T10">
                  <a:pos x="T0" y="T1"/>
                </a:cxn>
                <a:cxn ang="T11">
                  <a:pos x="T2" y="T3"/>
                </a:cxn>
                <a:cxn ang="T12">
                  <a:pos x="T4" y="T5"/>
                </a:cxn>
                <a:cxn ang="T13">
                  <a:pos x="T6" y="T7"/>
                </a:cxn>
                <a:cxn ang="T14">
                  <a:pos x="T8" y="T9"/>
                </a:cxn>
              </a:cxnLst>
              <a:rect l="T15" t="T16" r="T17" b="T18"/>
              <a:pathLst>
                <a:path w="66" h="303">
                  <a:moveTo>
                    <a:pt x="0" y="0"/>
                  </a:moveTo>
                  <a:lnTo>
                    <a:pt x="66" y="0"/>
                  </a:lnTo>
                  <a:lnTo>
                    <a:pt x="66" y="303"/>
                  </a:lnTo>
                  <a:lnTo>
                    <a:pt x="0" y="292"/>
                  </a:lnTo>
                  <a:lnTo>
                    <a:pt x="0" y="0"/>
                  </a:lnTo>
                  <a:close/>
                </a:path>
              </a:pathLst>
            </a:custGeom>
            <a:solidFill>
              <a:srgbClr val="C0C0C0"/>
            </a:solidFill>
            <a:ln w="6350">
              <a:solidFill>
                <a:srgbClr val="000000"/>
              </a:solidFill>
              <a:prstDash val="solid"/>
              <a:round/>
              <a:headEnd/>
              <a:tailEnd/>
            </a:ln>
          </p:spPr>
          <p:txBody>
            <a:bodyPr/>
            <a:lstStyle/>
            <a:p>
              <a:endParaRPr lang="nl-BE"/>
            </a:p>
          </p:txBody>
        </p:sp>
        <p:sp>
          <p:nvSpPr>
            <p:cNvPr id="42260" name="Line 260"/>
            <p:cNvSpPr>
              <a:spLocks noChangeShapeType="1"/>
            </p:cNvSpPr>
            <p:nvPr/>
          </p:nvSpPr>
          <p:spPr bwMode="auto">
            <a:xfrm rot="-155667">
              <a:off x="6054725" y="3705225"/>
              <a:ext cx="39688" cy="34925"/>
            </a:xfrm>
            <a:prstGeom prst="line">
              <a:avLst/>
            </a:prstGeom>
            <a:noFill/>
            <a:ln w="6350">
              <a:solidFill>
                <a:srgbClr val="E0E0E0"/>
              </a:solidFill>
              <a:round/>
              <a:headEnd/>
              <a:tailEnd/>
            </a:ln>
          </p:spPr>
          <p:txBody>
            <a:bodyPr/>
            <a:lstStyle/>
            <a:p>
              <a:endParaRPr lang="nl-BE"/>
            </a:p>
          </p:txBody>
        </p:sp>
        <p:sp>
          <p:nvSpPr>
            <p:cNvPr id="42261" name="Line 261"/>
            <p:cNvSpPr>
              <a:spLocks noChangeShapeType="1"/>
            </p:cNvSpPr>
            <p:nvPr/>
          </p:nvSpPr>
          <p:spPr bwMode="auto">
            <a:xfrm rot="-155667">
              <a:off x="6059488" y="3754438"/>
              <a:ext cx="34925" cy="30162"/>
            </a:xfrm>
            <a:prstGeom prst="line">
              <a:avLst/>
            </a:prstGeom>
            <a:noFill/>
            <a:ln w="6350">
              <a:solidFill>
                <a:srgbClr val="E0E0E0"/>
              </a:solidFill>
              <a:round/>
              <a:headEnd/>
              <a:tailEnd/>
            </a:ln>
          </p:spPr>
          <p:txBody>
            <a:bodyPr/>
            <a:lstStyle/>
            <a:p>
              <a:endParaRPr lang="nl-BE"/>
            </a:p>
          </p:txBody>
        </p:sp>
        <p:sp>
          <p:nvSpPr>
            <p:cNvPr id="42262" name="Line 262"/>
            <p:cNvSpPr>
              <a:spLocks noChangeShapeType="1"/>
            </p:cNvSpPr>
            <p:nvPr/>
          </p:nvSpPr>
          <p:spPr bwMode="auto">
            <a:xfrm rot="-155667">
              <a:off x="6057900" y="3721100"/>
              <a:ext cx="34925" cy="30163"/>
            </a:xfrm>
            <a:prstGeom prst="line">
              <a:avLst/>
            </a:prstGeom>
            <a:noFill/>
            <a:ln w="6350">
              <a:solidFill>
                <a:srgbClr val="E0E0E0"/>
              </a:solidFill>
              <a:round/>
              <a:headEnd/>
              <a:tailEnd/>
            </a:ln>
          </p:spPr>
          <p:txBody>
            <a:bodyPr/>
            <a:lstStyle/>
            <a:p>
              <a:endParaRPr lang="nl-BE"/>
            </a:p>
          </p:txBody>
        </p:sp>
        <p:sp>
          <p:nvSpPr>
            <p:cNvPr id="42263" name="Freeform 263"/>
            <p:cNvSpPr>
              <a:spLocks/>
            </p:cNvSpPr>
            <p:nvPr/>
          </p:nvSpPr>
          <p:spPr bwMode="auto">
            <a:xfrm rot="-155667">
              <a:off x="5870575" y="3973513"/>
              <a:ext cx="95250" cy="185737"/>
            </a:xfrm>
            <a:custGeom>
              <a:avLst/>
              <a:gdLst>
                <a:gd name="T0" fmla="*/ 2147483647 w 153"/>
                <a:gd name="T1" fmla="*/ 0 h 519"/>
                <a:gd name="T2" fmla="*/ 2147483647 w 153"/>
                <a:gd name="T3" fmla="*/ 0 h 519"/>
                <a:gd name="T4" fmla="*/ 2147483647 w 153"/>
                <a:gd name="T5" fmla="*/ 2147483647 h 519"/>
                <a:gd name="T6" fmla="*/ 2147483647 w 153"/>
                <a:gd name="T7" fmla="*/ 2147483647 h 519"/>
                <a:gd name="T8" fmla="*/ 2147483647 w 153"/>
                <a:gd name="T9" fmla="*/ 2147483647 h 519"/>
                <a:gd name="T10" fmla="*/ 2147483647 w 153"/>
                <a:gd name="T11" fmla="*/ 2147483647 h 519"/>
                <a:gd name="T12" fmla="*/ 2147483647 w 153"/>
                <a:gd name="T13" fmla="*/ 2147483647 h 519"/>
                <a:gd name="T14" fmla="*/ 2147483647 w 153"/>
                <a:gd name="T15" fmla="*/ 2147483647 h 519"/>
                <a:gd name="T16" fmla="*/ 2147483647 w 153"/>
                <a:gd name="T17" fmla="*/ 2147483647 h 519"/>
                <a:gd name="T18" fmla="*/ 2147483647 w 153"/>
                <a:gd name="T19" fmla="*/ 2147483647 h 519"/>
                <a:gd name="T20" fmla="*/ 2147483647 w 153"/>
                <a:gd name="T21" fmla="*/ 2147483647 h 519"/>
                <a:gd name="T22" fmla="*/ 2147483647 w 153"/>
                <a:gd name="T23" fmla="*/ 2147483647 h 519"/>
                <a:gd name="T24" fmla="*/ 2147483647 w 153"/>
                <a:gd name="T25" fmla="*/ 2147483647 h 519"/>
                <a:gd name="T26" fmla="*/ 2147483647 w 153"/>
                <a:gd name="T27" fmla="*/ 2147483647 h 519"/>
                <a:gd name="T28" fmla="*/ 2147483647 w 153"/>
                <a:gd name="T29" fmla="*/ 2147483647 h 519"/>
                <a:gd name="T30" fmla="*/ 2147483647 w 153"/>
                <a:gd name="T31" fmla="*/ 2147483647 h 519"/>
                <a:gd name="T32" fmla="*/ 2147483647 w 153"/>
                <a:gd name="T33" fmla="*/ 2147483647 h 519"/>
                <a:gd name="T34" fmla="*/ 2147483647 w 153"/>
                <a:gd name="T35" fmla="*/ 2147483647 h 519"/>
                <a:gd name="T36" fmla="*/ 2147483647 w 153"/>
                <a:gd name="T37" fmla="*/ 2147483647 h 519"/>
                <a:gd name="T38" fmla="*/ 2147483647 w 153"/>
                <a:gd name="T39" fmla="*/ 2147483647 h 519"/>
                <a:gd name="T40" fmla="*/ 2147483647 w 153"/>
                <a:gd name="T41" fmla="*/ 2147483647 h 519"/>
                <a:gd name="T42" fmla="*/ 2147483647 w 153"/>
                <a:gd name="T43" fmla="*/ 2147483647 h 519"/>
                <a:gd name="T44" fmla="*/ 2147483647 w 153"/>
                <a:gd name="T45" fmla="*/ 2147483647 h 519"/>
                <a:gd name="T46" fmla="*/ 2147483647 w 153"/>
                <a:gd name="T47" fmla="*/ 2147483647 h 519"/>
                <a:gd name="T48" fmla="*/ 2147483647 w 153"/>
                <a:gd name="T49" fmla="*/ 2147483647 h 519"/>
                <a:gd name="T50" fmla="*/ 2147483647 w 153"/>
                <a:gd name="T51" fmla="*/ 2147483647 h 519"/>
                <a:gd name="T52" fmla="*/ 2147483647 w 153"/>
                <a:gd name="T53" fmla="*/ 2147483647 h 519"/>
                <a:gd name="T54" fmla="*/ 2147483647 w 153"/>
                <a:gd name="T55" fmla="*/ 2147483647 h 519"/>
                <a:gd name="T56" fmla="*/ 0 w 153"/>
                <a:gd name="T57" fmla="*/ 2147483647 h 519"/>
                <a:gd name="T58" fmla="*/ 0 w 153"/>
                <a:gd name="T59" fmla="*/ 2147483647 h 519"/>
                <a:gd name="T60" fmla="*/ 0 w 153"/>
                <a:gd name="T61" fmla="*/ 2147483647 h 519"/>
                <a:gd name="T62" fmla="*/ 2147483647 w 153"/>
                <a:gd name="T63" fmla="*/ 2147483647 h 519"/>
                <a:gd name="T64" fmla="*/ 2147483647 w 153"/>
                <a:gd name="T65" fmla="*/ 2147483647 h 519"/>
                <a:gd name="T66" fmla="*/ 2147483647 w 153"/>
                <a:gd name="T67" fmla="*/ 2147483647 h 519"/>
                <a:gd name="T68" fmla="*/ 2147483647 w 153"/>
                <a:gd name="T69" fmla="*/ 2147483647 h 519"/>
                <a:gd name="T70" fmla="*/ 2147483647 w 153"/>
                <a:gd name="T71" fmla="*/ 2147483647 h 519"/>
                <a:gd name="T72" fmla="*/ 2147483647 w 153"/>
                <a:gd name="T73" fmla="*/ 2147483647 h 519"/>
                <a:gd name="T74" fmla="*/ 2147483647 w 153"/>
                <a:gd name="T75" fmla="*/ 2147483647 h 519"/>
                <a:gd name="T76" fmla="*/ 2147483647 w 153"/>
                <a:gd name="T77" fmla="*/ 2147483647 h 519"/>
                <a:gd name="T78" fmla="*/ 2147483647 w 153"/>
                <a:gd name="T79" fmla="*/ 2147483647 h 519"/>
                <a:gd name="T80" fmla="*/ 2147483647 w 153"/>
                <a:gd name="T81" fmla="*/ 2147483647 h 519"/>
                <a:gd name="T82" fmla="*/ 2147483647 w 153"/>
                <a:gd name="T83" fmla="*/ 2147483647 h 519"/>
                <a:gd name="T84" fmla="*/ 2147483647 w 153"/>
                <a:gd name="T85" fmla="*/ 2147483647 h 519"/>
                <a:gd name="T86" fmla="*/ 2147483647 w 153"/>
                <a:gd name="T87" fmla="*/ 2147483647 h 519"/>
                <a:gd name="T88" fmla="*/ 2147483647 w 153"/>
                <a:gd name="T89" fmla="*/ 2147483647 h 519"/>
                <a:gd name="T90" fmla="*/ 2147483647 w 153"/>
                <a:gd name="T91" fmla="*/ 2147483647 h 519"/>
                <a:gd name="T92" fmla="*/ 2147483647 w 153"/>
                <a:gd name="T93" fmla="*/ 2147483647 h 519"/>
                <a:gd name="T94" fmla="*/ 2147483647 w 153"/>
                <a:gd name="T95" fmla="*/ 2147483647 h 519"/>
                <a:gd name="T96" fmla="*/ 2147483647 w 153"/>
                <a:gd name="T97" fmla="*/ 2147483647 h 519"/>
                <a:gd name="T98" fmla="*/ 2147483647 w 153"/>
                <a:gd name="T99" fmla="*/ 2147483647 h 519"/>
                <a:gd name="T100" fmla="*/ 2147483647 w 153"/>
                <a:gd name="T101" fmla="*/ 2147483647 h 519"/>
                <a:gd name="T102" fmla="*/ 2147483647 w 153"/>
                <a:gd name="T103" fmla="*/ 2147483647 h 519"/>
                <a:gd name="T104" fmla="*/ 2147483647 w 153"/>
                <a:gd name="T105" fmla="*/ 0 h 519"/>
                <a:gd name="T106" fmla="*/ 2147483647 w 153"/>
                <a:gd name="T107" fmla="*/ 0 h 519"/>
                <a:gd name="T108" fmla="*/ 2147483647 w 153"/>
                <a:gd name="T109" fmla="*/ 0 h 51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53"/>
                <a:gd name="T166" fmla="*/ 0 h 519"/>
                <a:gd name="T167" fmla="*/ 153 w 153"/>
                <a:gd name="T168" fmla="*/ 519 h 51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53" h="519">
                  <a:moveTo>
                    <a:pt x="72" y="0"/>
                  </a:moveTo>
                  <a:lnTo>
                    <a:pt x="153" y="0"/>
                  </a:lnTo>
                  <a:lnTo>
                    <a:pt x="152" y="519"/>
                  </a:lnTo>
                  <a:lnTo>
                    <a:pt x="72" y="513"/>
                  </a:lnTo>
                  <a:lnTo>
                    <a:pt x="70" y="513"/>
                  </a:lnTo>
                  <a:lnTo>
                    <a:pt x="67" y="511"/>
                  </a:lnTo>
                  <a:lnTo>
                    <a:pt x="63" y="508"/>
                  </a:lnTo>
                  <a:lnTo>
                    <a:pt x="58" y="507"/>
                  </a:lnTo>
                  <a:lnTo>
                    <a:pt x="54" y="502"/>
                  </a:lnTo>
                  <a:lnTo>
                    <a:pt x="49" y="496"/>
                  </a:lnTo>
                  <a:lnTo>
                    <a:pt x="45" y="490"/>
                  </a:lnTo>
                  <a:lnTo>
                    <a:pt x="41" y="486"/>
                  </a:lnTo>
                  <a:lnTo>
                    <a:pt x="38" y="480"/>
                  </a:lnTo>
                  <a:lnTo>
                    <a:pt x="36" y="474"/>
                  </a:lnTo>
                  <a:lnTo>
                    <a:pt x="33" y="468"/>
                  </a:lnTo>
                  <a:lnTo>
                    <a:pt x="30" y="459"/>
                  </a:lnTo>
                  <a:lnTo>
                    <a:pt x="27" y="451"/>
                  </a:lnTo>
                  <a:lnTo>
                    <a:pt x="24" y="442"/>
                  </a:lnTo>
                  <a:lnTo>
                    <a:pt x="22" y="436"/>
                  </a:lnTo>
                  <a:lnTo>
                    <a:pt x="20" y="430"/>
                  </a:lnTo>
                  <a:lnTo>
                    <a:pt x="17" y="418"/>
                  </a:lnTo>
                  <a:lnTo>
                    <a:pt x="14" y="405"/>
                  </a:lnTo>
                  <a:lnTo>
                    <a:pt x="11" y="390"/>
                  </a:lnTo>
                  <a:lnTo>
                    <a:pt x="8" y="375"/>
                  </a:lnTo>
                  <a:lnTo>
                    <a:pt x="6" y="358"/>
                  </a:lnTo>
                  <a:lnTo>
                    <a:pt x="4" y="342"/>
                  </a:lnTo>
                  <a:lnTo>
                    <a:pt x="2" y="322"/>
                  </a:lnTo>
                  <a:lnTo>
                    <a:pt x="1" y="301"/>
                  </a:lnTo>
                  <a:lnTo>
                    <a:pt x="0" y="280"/>
                  </a:lnTo>
                  <a:lnTo>
                    <a:pt x="0" y="255"/>
                  </a:lnTo>
                  <a:lnTo>
                    <a:pt x="0" y="225"/>
                  </a:lnTo>
                  <a:lnTo>
                    <a:pt x="2" y="193"/>
                  </a:lnTo>
                  <a:lnTo>
                    <a:pt x="4" y="172"/>
                  </a:lnTo>
                  <a:lnTo>
                    <a:pt x="6" y="150"/>
                  </a:lnTo>
                  <a:lnTo>
                    <a:pt x="9" y="132"/>
                  </a:lnTo>
                  <a:lnTo>
                    <a:pt x="11" y="120"/>
                  </a:lnTo>
                  <a:lnTo>
                    <a:pt x="15" y="102"/>
                  </a:lnTo>
                  <a:lnTo>
                    <a:pt x="21" y="82"/>
                  </a:lnTo>
                  <a:lnTo>
                    <a:pt x="25" y="67"/>
                  </a:lnTo>
                  <a:lnTo>
                    <a:pt x="29" y="57"/>
                  </a:lnTo>
                  <a:lnTo>
                    <a:pt x="32" y="49"/>
                  </a:lnTo>
                  <a:lnTo>
                    <a:pt x="35" y="43"/>
                  </a:lnTo>
                  <a:lnTo>
                    <a:pt x="38" y="36"/>
                  </a:lnTo>
                  <a:lnTo>
                    <a:pt x="39" y="30"/>
                  </a:lnTo>
                  <a:lnTo>
                    <a:pt x="43" y="27"/>
                  </a:lnTo>
                  <a:lnTo>
                    <a:pt x="46" y="21"/>
                  </a:lnTo>
                  <a:lnTo>
                    <a:pt x="49" y="16"/>
                  </a:lnTo>
                  <a:lnTo>
                    <a:pt x="52" y="13"/>
                  </a:lnTo>
                  <a:lnTo>
                    <a:pt x="55" y="10"/>
                  </a:lnTo>
                  <a:lnTo>
                    <a:pt x="58" y="6"/>
                  </a:lnTo>
                  <a:lnTo>
                    <a:pt x="61" y="4"/>
                  </a:lnTo>
                  <a:lnTo>
                    <a:pt x="64" y="3"/>
                  </a:lnTo>
                  <a:lnTo>
                    <a:pt x="67" y="0"/>
                  </a:lnTo>
                  <a:lnTo>
                    <a:pt x="69" y="0"/>
                  </a:lnTo>
                  <a:lnTo>
                    <a:pt x="72" y="0"/>
                  </a:lnTo>
                  <a:close/>
                </a:path>
              </a:pathLst>
            </a:custGeom>
            <a:solidFill>
              <a:srgbClr val="202020"/>
            </a:solidFill>
            <a:ln w="9525">
              <a:noFill/>
              <a:round/>
              <a:headEnd/>
              <a:tailEnd/>
            </a:ln>
          </p:spPr>
          <p:txBody>
            <a:bodyPr/>
            <a:lstStyle/>
            <a:p>
              <a:endParaRPr lang="nl-BE"/>
            </a:p>
          </p:txBody>
        </p:sp>
        <p:sp>
          <p:nvSpPr>
            <p:cNvPr id="42264" name="Oval 264"/>
            <p:cNvSpPr>
              <a:spLocks noChangeArrowheads="1"/>
            </p:cNvSpPr>
            <p:nvPr/>
          </p:nvSpPr>
          <p:spPr bwMode="auto">
            <a:xfrm rot="-155667">
              <a:off x="5915025" y="3971925"/>
              <a:ext cx="96838" cy="185738"/>
            </a:xfrm>
            <a:prstGeom prst="ellipse">
              <a:avLst/>
            </a:prstGeom>
            <a:solidFill>
              <a:srgbClr val="404040"/>
            </a:solidFill>
            <a:ln w="9525">
              <a:noFill/>
              <a:round/>
              <a:headEnd/>
              <a:tailEnd/>
            </a:ln>
          </p:spPr>
          <p:txBody>
            <a:bodyPr/>
            <a:lstStyle/>
            <a:p>
              <a:pPr algn="ctr" eaLnBrk="0" hangingPunct="0"/>
              <a:endParaRPr lang="nl-BE"/>
            </a:p>
          </p:txBody>
        </p:sp>
        <p:sp>
          <p:nvSpPr>
            <p:cNvPr id="42265" name="Oval 265"/>
            <p:cNvSpPr>
              <a:spLocks noChangeArrowheads="1"/>
            </p:cNvSpPr>
            <p:nvPr/>
          </p:nvSpPr>
          <p:spPr bwMode="auto">
            <a:xfrm rot="-155667">
              <a:off x="5934075" y="4010025"/>
              <a:ext cx="57150" cy="109538"/>
            </a:xfrm>
            <a:prstGeom prst="ellipse">
              <a:avLst/>
            </a:prstGeom>
            <a:solidFill>
              <a:srgbClr val="A0A0A0"/>
            </a:solidFill>
            <a:ln w="9525">
              <a:noFill/>
              <a:round/>
              <a:headEnd/>
              <a:tailEnd/>
            </a:ln>
          </p:spPr>
          <p:txBody>
            <a:bodyPr/>
            <a:lstStyle/>
            <a:p>
              <a:pPr algn="ctr" eaLnBrk="0" hangingPunct="0"/>
              <a:endParaRPr lang="nl-BE"/>
            </a:p>
          </p:txBody>
        </p:sp>
        <p:sp>
          <p:nvSpPr>
            <p:cNvPr id="42266" name="Oval 266"/>
            <p:cNvSpPr>
              <a:spLocks noChangeArrowheads="1"/>
            </p:cNvSpPr>
            <p:nvPr/>
          </p:nvSpPr>
          <p:spPr bwMode="auto">
            <a:xfrm rot="-155667">
              <a:off x="5934075" y="4013200"/>
              <a:ext cx="52388" cy="103188"/>
            </a:xfrm>
            <a:prstGeom prst="ellipse">
              <a:avLst/>
            </a:prstGeom>
            <a:solidFill>
              <a:srgbClr val="808080"/>
            </a:solidFill>
            <a:ln w="9525">
              <a:noFill/>
              <a:round/>
              <a:headEnd/>
              <a:tailEnd/>
            </a:ln>
          </p:spPr>
          <p:txBody>
            <a:bodyPr/>
            <a:lstStyle/>
            <a:p>
              <a:pPr algn="ctr" eaLnBrk="0" hangingPunct="0"/>
              <a:endParaRPr lang="nl-BE"/>
            </a:p>
          </p:txBody>
        </p:sp>
        <p:sp>
          <p:nvSpPr>
            <p:cNvPr id="42267" name="Oval 267"/>
            <p:cNvSpPr>
              <a:spLocks noChangeArrowheads="1"/>
            </p:cNvSpPr>
            <p:nvPr/>
          </p:nvSpPr>
          <p:spPr bwMode="auto">
            <a:xfrm rot="-155667">
              <a:off x="5957888" y="4056063"/>
              <a:ext cx="7937" cy="19050"/>
            </a:xfrm>
            <a:prstGeom prst="ellipse">
              <a:avLst/>
            </a:prstGeom>
            <a:solidFill>
              <a:srgbClr val="404040"/>
            </a:solidFill>
            <a:ln w="9525">
              <a:noFill/>
              <a:round/>
              <a:headEnd/>
              <a:tailEnd/>
            </a:ln>
          </p:spPr>
          <p:txBody>
            <a:bodyPr/>
            <a:lstStyle/>
            <a:p>
              <a:pPr algn="ctr" eaLnBrk="0" hangingPunct="0"/>
              <a:endParaRPr lang="nl-BE"/>
            </a:p>
          </p:txBody>
        </p:sp>
        <p:sp>
          <p:nvSpPr>
            <p:cNvPr id="42268" name="Freeform 268"/>
            <p:cNvSpPr>
              <a:spLocks/>
            </p:cNvSpPr>
            <p:nvPr/>
          </p:nvSpPr>
          <p:spPr bwMode="auto">
            <a:xfrm rot="-155667">
              <a:off x="5927725" y="3971925"/>
              <a:ext cx="95250" cy="188913"/>
            </a:xfrm>
            <a:custGeom>
              <a:avLst/>
              <a:gdLst>
                <a:gd name="T0" fmla="*/ 2147483647 w 154"/>
                <a:gd name="T1" fmla="*/ 0 h 529"/>
                <a:gd name="T2" fmla="*/ 2147483647 w 154"/>
                <a:gd name="T3" fmla="*/ 0 h 529"/>
                <a:gd name="T4" fmla="*/ 2147483647 w 154"/>
                <a:gd name="T5" fmla="*/ 2147483647 h 529"/>
                <a:gd name="T6" fmla="*/ 2147483647 w 154"/>
                <a:gd name="T7" fmla="*/ 2147483647 h 529"/>
                <a:gd name="T8" fmla="*/ 2147483647 w 154"/>
                <a:gd name="T9" fmla="*/ 2147483647 h 529"/>
                <a:gd name="T10" fmla="*/ 2147483647 w 154"/>
                <a:gd name="T11" fmla="*/ 2147483647 h 529"/>
                <a:gd name="T12" fmla="*/ 2147483647 w 154"/>
                <a:gd name="T13" fmla="*/ 2147483647 h 529"/>
                <a:gd name="T14" fmla="*/ 2147483647 w 154"/>
                <a:gd name="T15" fmla="*/ 2147483647 h 529"/>
                <a:gd name="T16" fmla="*/ 2147483647 w 154"/>
                <a:gd name="T17" fmla="*/ 2147483647 h 529"/>
                <a:gd name="T18" fmla="*/ 2147483647 w 154"/>
                <a:gd name="T19" fmla="*/ 2147483647 h 529"/>
                <a:gd name="T20" fmla="*/ 2147483647 w 154"/>
                <a:gd name="T21" fmla="*/ 2147483647 h 529"/>
                <a:gd name="T22" fmla="*/ 2147483647 w 154"/>
                <a:gd name="T23" fmla="*/ 2147483647 h 529"/>
                <a:gd name="T24" fmla="*/ 2147483647 w 154"/>
                <a:gd name="T25" fmla="*/ 2147483647 h 529"/>
                <a:gd name="T26" fmla="*/ 2147483647 w 154"/>
                <a:gd name="T27" fmla="*/ 2147483647 h 529"/>
                <a:gd name="T28" fmla="*/ 2147483647 w 154"/>
                <a:gd name="T29" fmla="*/ 2147483647 h 529"/>
                <a:gd name="T30" fmla="*/ 2147483647 w 154"/>
                <a:gd name="T31" fmla="*/ 2147483647 h 529"/>
                <a:gd name="T32" fmla="*/ 2147483647 w 154"/>
                <a:gd name="T33" fmla="*/ 2147483647 h 529"/>
                <a:gd name="T34" fmla="*/ 2147483647 w 154"/>
                <a:gd name="T35" fmla="*/ 2147483647 h 529"/>
                <a:gd name="T36" fmla="*/ 2147483647 w 154"/>
                <a:gd name="T37" fmla="*/ 2147483647 h 529"/>
                <a:gd name="T38" fmla="*/ 2147483647 w 154"/>
                <a:gd name="T39" fmla="*/ 2147483647 h 529"/>
                <a:gd name="T40" fmla="*/ 2147483647 w 154"/>
                <a:gd name="T41" fmla="*/ 2147483647 h 529"/>
                <a:gd name="T42" fmla="*/ 2147483647 w 154"/>
                <a:gd name="T43" fmla="*/ 2147483647 h 529"/>
                <a:gd name="T44" fmla="*/ 2147483647 w 154"/>
                <a:gd name="T45" fmla="*/ 2147483647 h 529"/>
                <a:gd name="T46" fmla="*/ 2147483647 w 154"/>
                <a:gd name="T47" fmla="*/ 2147483647 h 529"/>
                <a:gd name="T48" fmla="*/ 2147483647 w 154"/>
                <a:gd name="T49" fmla="*/ 2147483647 h 529"/>
                <a:gd name="T50" fmla="*/ 2147483647 w 154"/>
                <a:gd name="T51" fmla="*/ 2147483647 h 529"/>
                <a:gd name="T52" fmla="*/ 2147483647 w 154"/>
                <a:gd name="T53" fmla="*/ 2147483647 h 529"/>
                <a:gd name="T54" fmla="*/ 2147483647 w 154"/>
                <a:gd name="T55" fmla="*/ 2147483647 h 529"/>
                <a:gd name="T56" fmla="*/ 0 w 154"/>
                <a:gd name="T57" fmla="*/ 2147483647 h 529"/>
                <a:gd name="T58" fmla="*/ 0 w 154"/>
                <a:gd name="T59" fmla="*/ 2147483647 h 529"/>
                <a:gd name="T60" fmla="*/ 0 w 154"/>
                <a:gd name="T61" fmla="*/ 2147483647 h 529"/>
                <a:gd name="T62" fmla="*/ 2147483647 w 154"/>
                <a:gd name="T63" fmla="*/ 2147483647 h 529"/>
                <a:gd name="T64" fmla="*/ 2147483647 w 154"/>
                <a:gd name="T65" fmla="*/ 2147483647 h 529"/>
                <a:gd name="T66" fmla="*/ 2147483647 w 154"/>
                <a:gd name="T67" fmla="*/ 2147483647 h 529"/>
                <a:gd name="T68" fmla="*/ 2147483647 w 154"/>
                <a:gd name="T69" fmla="*/ 2147483647 h 529"/>
                <a:gd name="T70" fmla="*/ 2147483647 w 154"/>
                <a:gd name="T71" fmla="*/ 2147483647 h 529"/>
                <a:gd name="T72" fmla="*/ 2147483647 w 154"/>
                <a:gd name="T73" fmla="*/ 2147483647 h 529"/>
                <a:gd name="T74" fmla="*/ 2147483647 w 154"/>
                <a:gd name="T75" fmla="*/ 2147483647 h 529"/>
                <a:gd name="T76" fmla="*/ 2147483647 w 154"/>
                <a:gd name="T77" fmla="*/ 2147483647 h 529"/>
                <a:gd name="T78" fmla="*/ 2147483647 w 154"/>
                <a:gd name="T79" fmla="*/ 2147483647 h 529"/>
                <a:gd name="T80" fmla="*/ 2147483647 w 154"/>
                <a:gd name="T81" fmla="*/ 2147483647 h 529"/>
                <a:gd name="T82" fmla="*/ 2147483647 w 154"/>
                <a:gd name="T83" fmla="*/ 2147483647 h 529"/>
                <a:gd name="T84" fmla="*/ 2147483647 w 154"/>
                <a:gd name="T85" fmla="*/ 2147483647 h 529"/>
                <a:gd name="T86" fmla="*/ 2147483647 w 154"/>
                <a:gd name="T87" fmla="*/ 2147483647 h 529"/>
                <a:gd name="T88" fmla="*/ 2147483647 w 154"/>
                <a:gd name="T89" fmla="*/ 2147483647 h 529"/>
                <a:gd name="T90" fmla="*/ 2147483647 w 154"/>
                <a:gd name="T91" fmla="*/ 2147483647 h 529"/>
                <a:gd name="T92" fmla="*/ 2147483647 w 154"/>
                <a:gd name="T93" fmla="*/ 2147483647 h 529"/>
                <a:gd name="T94" fmla="*/ 2147483647 w 154"/>
                <a:gd name="T95" fmla="*/ 2147483647 h 529"/>
                <a:gd name="T96" fmla="*/ 2147483647 w 154"/>
                <a:gd name="T97" fmla="*/ 2147483647 h 529"/>
                <a:gd name="T98" fmla="*/ 2147483647 w 154"/>
                <a:gd name="T99" fmla="*/ 2147483647 h 529"/>
                <a:gd name="T100" fmla="*/ 2147483647 w 154"/>
                <a:gd name="T101" fmla="*/ 2147483647 h 529"/>
                <a:gd name="T102" fmla="*/ 2147483647 w 154"/>
                <a:gd name="T103" fmla="*/ 2147483647 h 529"/>
                <a:gd name="T104" fmla="*/ 2147483647 w 154"/>
                <a:gd name="T105" fmla="*/ 2147483647 h 529"/>
                <a:gd name="T106" fmla="*/ 2147483647 w 154"/>
                <a:gd name="T107" fmla="*/ 0 h 529"/>
                <a:gd name="T108" fmla="*/ 2147483647 w 154"/>
                <a:gd name="T109" fmla="*/ 0 h 52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54"/>
                <a:gd name="T166" fmla="*/ 0 h 529"/>
                <a:gd name="T167" fmla="*/ 154 w 154"/>
                <a:gd name="T168" fmla="*/ 529 h 52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54" h="529">
                  <a:moveTo>
                    <a:pt x="72" y="0"/>
                  </a:moveTo>
                  <a:lnTo>
                    <a:pt x="154" y="0"/>
                  </a:lnTo>
                  <a:lnTo>
                    <a:pt x="153" y="529"/>
                  </a:lnTo>
                  <a:lnTo>
                    <a:pt x="72" y="525"/>
                  </a:lnTo>
                  <a:lnTo>
                    <a:pt x="69" y="523"/>
                  </a:lnTo>
                  <a:lnTo>
                    <a:pt x="67" y="522"/>
                  </a:lnTo>
                  <a:lnTo>
                    <a:pt x="63" y="520"/>
                  </a:lnTo>
                  <a:lnTo>
                    <a:pt x="58" y="519"/>
                  </a:lnTo>
                  <a:lnTo>
                    <a:pt x="54" y="513"/>
                  </a:lnTo>
                  <a:lnTo>
                    <a:pt x="49" y="508"/>
                  </a:lnTo>
                  <a:lnTo>
                    <a:pt x="45" y="502"/>
                  </a:lnTo>
                  <a:lnTo>
                    <a:pt x="42" y="496"/>
                  </a:lnTo>
                  <a:lnTo>
                    <a:pt x="39" y="490"/>
                  </a:lnTo>
                  <a:lnTo>
                    <a:pt x="36" y="483"/>
                  </a:lnTo>
                  <a:lnTo>
                    <a:pt x="33" y="480"/>
                  </a:lnTo>
                  <a:lnTo>
                    <a:pt x="30" y="469"/>
                  </a:lnTo>
                  <a:lnTo>
                    <a:pt x="27" y="462"/>
                  </a:lnTo>
                  <a:lnTo>
                    <a:pt x="25" y="453"/>
                  </a:lnTo>
                  <a:lnTo>
                    <a:pt x="22" y="447"/>
                  </a:lnTo>
                  <a:lnTo>
                    <a:pt x="20" y="441"/>
                  </a:lnTo>
                  <a:lnTo>
                    <a:pt x="17" y="427"/>
                  </a:lnTo>
                  <a:lnTo>
                    <a:pt x="14" y="414"/>
                  </a:lnTo>
                  <a:lnTo>
                    <a:pt x="11" y="399"/>
                  </a:lnTo>
                  <a:lnTo>
                    <a:pt x="8" y="384"/>
                  </a:lnTo>
                  <a:lnTo>
                    <a:pt x="6" y="366"/>
                  </a:lnTo>
                  <a:lnTo>
                    <a:pt x="4" y="349"/>
                  </a:lnTo>
                  <a:lnTo>
                    <a:pt x="2" y="330"/>
                  </a:lnTo>
                  <a:lnTo>
                    <a:pt x="1" y="309"/>
                  </a:lnTo>
                  <a:lnTo>
                    <a:pt x="0" y="286"/>
                  </a:lnTo>
                  <a:lnTo>
                    <a:pt x="0" y="262"/>
                  </a:lnTo>
                  <a:lnTo>
                    <a:pt x="0" y="229"/>
                  </a:lnTo>
                  <a:lnTo>
                    <a:pt x="2" y="199"/>
                  </a:lnTo>
                  <a:lnTo>
                    <a:pt x="4" y="177"/>
                  </a:lnTo>
                  <a:lnTo>
                    <a:pt x="7" y="154"/>
                  </a:lnTo>
                  <a:lnTo>
                    <a:pt x="9" y="136"/>
                  </a:lnTo>
                  <a:lnTo>
                    <a:pt x="11" y="123"/>
                  </a:lnTo>
                  <a:lnTo>
                    <a:pt x="15" y="105"/>
                  </a:lnTo>
                  <a:lnTo>
                    <a:pt x="21" y="84"/>
                  </a:lnTo>
                  <a:lnTo>
                    <a:pt x="25" y="69"/>
                  </a:lnTo>
                  <a:lnTo>
                    <a:pt x="29" y="58"/>
                  </a:lnTo>
                  <a:lnTo>
                    <a:pt x="32" y="51"/>
                  </a:lnTo>
                  <a:lnTo>
                    <a:pt x="35" y="45"/>
                  </a:lnTo>
                  <a:lnTo>
                    <a:pt x="37" y="37"/>
                  </a:lnTo>
                  <a:lnTo>
                    <a:pt x="40" y="31"/>
                  </a:lnTo>
                  <a:lnTo>
                    <a:pt x="42" y="27"/>
                  </a:lnTo>
                  <a:lnTo>
                    <a:pt x="46" y="22"/>
                  </a:lnTo>
                  <a:lnTo>
                    <a:pt x="49" y="16"/>
                  </a:lnTo>
                  <a:lnTo>
                    <a:pt x="52" y="13"/>
                  </a:lnTo>
                  <a:lnTo>
                    <a:pt x="55" y="10"/>
                  </a:lnTo>
                  <a:lnTo>
                    <a:pt x="58" y="7"/>
                  </a:lnTo>
                  <a:lnTo>
                    <a:pt x="61" y="4"/>
                  </a:lnTo>
                  <a:lnTo>
                    <a:pt x="64" y="3"/>
                  </a:lnTo>
                  <a:lnTo>
                    <a:pt x="67" y="1"/>
                  </a:lnTo>
                  <a:lnTo>
                    <a:pt x="69" y="0"/>
                  </a:lnTo>
                  <a:lnTo>
                    <a:pt x="72" y="0"/>
                  </a:lnTo>
                  <a:close/>
                </a:path>
              </a:pathLst>
            </a:custGeom>
            <a:solidFill>
              <a:srgbClr val="202020"/>
            </a:solidFill>
            <a:ln w="9525">
              <a:noFill/>
              <a:round/>
              <a:headEnd/>
              <a:tailEnd/>
            </a:ln>
          </p:spPr>
          <p:txBody>
            <a:bodyPr/>
            <a:lstStyle/>
            <a:p>
              <a:endParaRPr lang="nl-BE"/>
            </a:p>
          </p:txBody>
        </p:sp>
        <p:sp>
          <p:nvSpPr>
            <p:cNvPr id="42269" name="Oval 269"/>
            <p:cNvSpPr>
              <a:spLocks noChangeArrowheads="1"/>
            </p:cNvSpPr>
            <p:nvPr/>
          </p:nvSpPr>
          <p:spPr bwMode="auto">
            <a:xfrm rot="-155667">
              <a:off x="5970588" y="3970338"/>
              <a:ext cx="98425" cy="190500"/>
            </a:xfrm>
            <a:prstGeom prst="ellipse">
              <a:avLst/>
            </a:prstGeom>
            <a:solidFill>
              <a:srgbClr val="404040"/>
            </a:solidFill>
            <a:ln w="9525">
              <a:noFill/>
              <a:round/>
              <a:headEnd/>
              <a:tailEnd/>
            </a:ln>
          </p:spPr>
          <p:txBody>
            <a:bodyPr/>
            <a:lstStyle/>
            <a:p>
              <a:pPr algn="ctr" eaLnBrk="0" hangingPunct="0"/>
              <a:endParaRPr lang="nl-BE"/>
            </a:p>
          </p:txBody>
        </p:sp>
        <p:sp>
          <p:nvSpPr>
            <p:cNvPr id="42270" name="Oval 270"/>
            <p:cNvSpPr>
              <a:spLocks noChangeArrowheads="1"/>
            </p:cNvSpPr>
            <p:nvPr/>
          </p:nvSpPr>
          <p:spPr bwMode="auto">
            <a:xfrm rot="-155667">
              <a:off x="5991225" y="4008438"/>
              <a:ext cx="57150" cy="114300"/>
            </a:xfrm>
            <a:prstGeom prst="ellipse">
              <a:avLst/>
            </a:prstGeom>
            <a:solidFill>
              <a:srgbClr val="A0A0A0"/>
            </a:solidFill>
            <a:ln w="9525">
              <a:noFill/>
              <a:round/>
              <a:headEnd/>
              <a:tailEnd/>
            </a:ln>
          </p:spPr>
          <p:txBody>
            <a:bodyPr/>
            <a:lstStyle/>
            <a:p>
              <a:pPr algn="ctr" eaLnBrk="0" hangingPunct="0"/>
              <a:endParaRPr lang="nl-BE"/>
            </a:p>
          </p:txBody>
        </p:sp>
        <p:sp>
          <p:nvSpPr>
            <p:cNvPr id="42271" name="Oval 271"/>
            <p:cNvSpPr>
              <a:spLocks noChangeArrowheads="1"/>
            </p:cNvSpPr>
            <p:nvPr/>
          </p:nvSpPr>
          <p:spPr bwMode="auto">
            <a:xfrm rot="-155667">
              <a:off x="5991225" y="4011613"/>
              <a:ext cx="52388" cy="106362"/>
            </a:xfrm>
            <a:prstGeom prst="ellipse">
              <a:avLst/>
            </a:prstGeom>
            <a:solidFill>
              <a:srgbClr val="808080"/>
            </a:solidFill>
            <a:ln w="9525">
              <a:noFill/>
              <a:round/>
              <a:headEnd/>
              <a:tailEnd/>
            </a:ln>
          </p:spPr>
          <p:txBody>
            <a:bodyPr/>
            <a:lstStyle/>
            <a:p>
              <a:pPr algn="ctr" eaLnBrk="0" hangingPunct="0"/>
              <a:endParaRPr lang="nl-BE"/>
            </a:p>
          </p:txBody>
        </p:sp>
        <p:sp>
          <p:nvSpPr>
            <p:cNvPr id="42272" name="Oval 272"/>
            <p:cNvSpPr>
              <a:spLocks noChangeArrowheads="1"/>
            </p:cNvSpPr>
            <p:nvPr/>
          </p:nvSpPr>
          <p:spPr bwMode="auto">
            <a:xfrm rot="-155667">
              <a:off x="6015038" y="4054475"/>
              <a:ext cx="7937" cy="20638"/>
            </a:xfrm>
            <a:prstGeom prst="ellipse">
              <a:avLst/>
            </a:prstGeom>
            <a:solidFill>
              <a:srgbClr val="404040"/>
            </a:solidFill>
            <a:ln w="9525">
              <a:noFill/>
              <a:round/>
              <a:headEnd/>
              <a:tailEnd/>
            </a:ln>
          </p:spPr>
          <p:txBody>
            <a:bodyPr/>
            <a:lstStyle/>
            <a:p>
              <a:pPr algn="ctr" eaLnBrk="0" hangingPunct="0"/>
              <a:endParaRPr lang="nl-BE"/>
            </a:p>
          </p:txBody>
        </p:sp>
        <p:sp>
          <p:nvSpPr>
            <p:cNvPr id="42273" name="Oval 273"/>
            <p:cNvSpPr>
              <a:spLocks noChangeArrowheads="1"/>
            </p:cNvSpPr>
            <p:nvPr/>
          </p:nvSpPr>
          <p:spPr bwMode="auto">
            <a:xfrm rot="-155667">
              <a:off x="5862638" y="4005263"/>
              <a:ext cx="82550" cy="76200"/>
            </a:xfrm>
            <a:prstGeom prst="ellipse">
              <a:avLst/>
            </a:prstGeom>
            <a:solidFill>
              <a:srgbClr val="606060"/>
            </a:solidFill>
            <a:ln w="6350">
              <a:solidFill>
                <a:srgbClr val="000000"/>
              </a:solidFill>
              <a:round/>
              <a:headEnd/>
              <a:tailEnd/>
            </a:ln>
          </p:spPr>
          <p:txBody>
            <a:bodyPr/>
            <a:lstStyle/>
            <a:p>
              <a:pPr algn="ctr" eaLnBrk="0" hangingPunct="0"/>
              <a:endParaRPr lang="nl-BE"/>
            </a:p>
          </p:txBody>
        </p:sp>
        <p:sp>
          <p:nvSpPr>
            <p:cNvPr id="42274" name="Oval 274"/>
            <p:cNvSpPr>
              <a:spLocks noChangeArrowheads="1"/>
            </p:cNvSpPr>
            <p:nvPr/>
          </p:nvSpPr>
          <p:spPr bwMode="auto">
            <a:xfrm rot="-155667">
              <a:off x="5851525" y="4005263"/>
              <a:ext cx="82550" cy="76200"/>
            </a:xfrm>
            <a:prstGeom prst="ellipse">
              <a:avLst/>
            </a:prstGeom>
            <a:solidFill>
              <a:srgbClr val="606060"/>
            </a:solidFill>
            <a:ln w="6350">
              <a:solidFill>
                <a:srgbClr val="000000"/>
              </a:solidFill>
              <a:round/>
              <a:headEnd/>
              <a:tailEnd/>
            </a:ln>
          </p:spPr>
          <p:txBody>
            <a:bodyPr/>
            <a:lstStyle/>
            <a:p>
              <a:pPr algn="ctr" eaLnBrk="0" hangingPunct="0"/>
              <a:endParaRPr lang="nl-BE"/>
            </a:p>
          </p:txBody>
        </p:sp>
        <p:sp>
          <p:nvSpPr>
            <p:cNvPr id="42275" name="Oval 275"/>
            <p:cNvSpPr>
              <a:spLocks noChangeArrowheads="1"/>
            </p:cNvSpPr>
            <p:nvPr/>
          </p:nvSpPr>
          <p:spPr bwMode="auto">
            <a:xfrm rot="-155667">
              <a:off x="5838825" y="4005263"/>
              <a:ext cx="82550" cy="76200"/>
            </a:xfrm>
            <a:prstGeom prst="ellipse">
              <a:avLst/>
            </a:prstGeom>
            <a:solidFill>
              <a:srgbClr val="808080"/>
            </a:solidFill>
            <a:ln w="6350">
              <a:solidFill>
                <a:srgbClr val="000000"/>
              </a:solidFill>
              <a:round/>
              <a:headEnd/>
              <a:tailEnd/>
            </a:ln>
          </p:spPr>
          <p:txBody>
            <a:bodyPr/>
            <a:lstStyle/>
            <a:p>
              <a:pPr algn="ctr" eaLnBrk="0" hangingPunct="0"/>
              <a:endParaRPr lang="nl-BE"/>
            </a:p>
          </p:txBody>
        </p:sp>
        <p:sp>
          <p:nvSpPr>
            <p:cNvPr id="42276" name="Oval 276"/>
            <p:cNvSpPr>
              <a:spLocks noChangeArrowheads="1"/>
            </p:cNvSpPr>
            <p:nvPr/>
          </p:nvSpPr>
          <p:spPr bwMode="auto">
            <a:xfrm rot="-155667">
              <a:off x="5829300" y="4006850"/>
              <a:ext cx="82550" cy="76200"/>
            </a:xfrm>
            <a:prstGeom prst="ellipse">
              <a:avLst/>
            </a:prstGeom>
            <a:solidFill>
              <a:srgbClr val="808080"/>
            </a:solidFill>
            <a:ln w="6350">
              <a:solidFill>
                <a:srgbClr val="000000"/>
              </a:solidFill>
              <a:round/>
              <a:headEnd/>
              <a:tailEnd/>
            </a:ln>
          </p:spPr>
          <p:txBody>
            <a:bodyPr/>
            <a:lstStyle/>
            <a:p>
              <a:pPr algn="ctr" eaLnBrk="0" hangingPunct="0"/>
              <a:endParaRPr lang="nl-BE"/>
            </a:p>
          </p:txBody>
        </p:sp>
        <p:sp>
          <p:nvSpPr>
            <p:cNvPr id="42277" name="Oval 277"/>
            <p:cNvSpPr>
              <a:spLocks noChangeArrowheads="1"/>
            </p:cNvSpPr>
            <p:nvPr/>
          </p:nvSpPr>
          <p:spPr bwMode="auto">
            <a:xfrm rot="-155667">
              <a:off x="5816600" y="4006850"/>
              <a:ext cx="84138" cy="76200"/>
            </a:xfrm>
            <a:prstGeom prst="ellipse">
              <a:avLst/>
            </a:prstGeom>
            <a:solidFill>
              <a:srgbClr val="808080"/>
            </a:solidFill>
            <a:ln w="6350">
              <a:solidFill>
                <a:srgbClr val="000000"/>
              </a:solidFill>
              <a:round/>
              <a:headEnd/>
              <a:tailEnd/>
            </a:ln>
          </p:spPr>
          <p:txBody>
            <a:bodyPr/>
            <a:lstStyle/>
            <a:p>
              <a:pPr algn="ctr" eaLnBrk="0" hangingPunct="0"/>
              <a:endParaRPr lang="nl-BE"/>
            </a:p>
          </p:txBody>
        </p:sp>
        <p:sp>
          <p:nvSpPr>
            <p:cNvPr id="42278" name="Oval 278"/>
            <p:cNvSpPr>
              <a:spLocks noChangeArrowheads="1"/>
            </p:cNvSpPr>
            <p:nvPr/>
          </p:nvSpPr>
          <p:spPr bwMode="auto">
            <a:xfrm rot="-155667">
              <a:off x="5805488" y="4006850"/>
              <a:ext cx="82550" cy="76200"/>
            </a:xfrm>
            <a:prstGeom prst="ellipse">
              <a:avLst/>
            </a:prstGeom>
            <a:solidFill>
              <a:srgbClr val="808080"/>
            </a:solidFill>
            <a:ln w="6350">
              <a:solidFill>
                <a:srgbClr val="000000"/>
              </a:solidFill>
              <a:round/>
              <a:headEnd/>
              <a:tailEnd/>
            </a:ln>
          </p:spPr>
          <p:txBody>
            <a:bodyPr/>
            <a:lstStyle/>
            <a:p>
              <a:pPr algn="ctr" eaLnBrk="0" hangingPunct="0"/>
              <a:endParaRPr lang="nl-BE"/>
            </a:p>
          </p:txBody>
        </p:sp>
        <p:sp>
          <p:nvSpPr>
            <p:cNvPr id="42279" name="Oval 279"/>
            <p:cNvSpPr>
              <a:spLocks noChangeArrowheads="1"/>
            </p:cNvSpPr>
            <p:nvPr/>
          </p:nvSpPr>
          <p:spPr bwMode="auto">
            <a:xfrm rot="-155667">
              <a:off x="5792788" y="4006850"/>
              <a:ext cx="84137" cy="76200"/>
            </a:xfrm>
            <a:prstGeom prst="ellipse">
              <a:avLst/>
            </a:prstGeom>
            <a:solidFill>
              <a:srgbClr val="404040"/>
            </a:solidFill>
            <a:ln w="6350">
              <a:solidFill>
                <a:srgbClr val="000000"/>
              </a:solidFill>
              <a:round/>
              <a:headEnd/>
              <a:tailEnd/>
            </a:ln>
          </p:spPr>
          <p:txBody>
            <a:bodyPr/>
            <a:lstStyle/>
            <a:p>
              <a:pPr algn="ctr" eaLnBrk="0" hangingPunct="0"/>
              <a:endParaRPr lang="nl-BE"/>
            </a:p>
          </p:txBody>
        </p:sp>
        <p:sp>
          <p:nvSpPr>
            <p:cNvPr id="42280" name="Freeform 280"/>
            <p:cNvSpPr>
              <a:spLocks/>
            </p:cNvSpPr>
            <p:nvPr/>
          </p:nvSpPr>
          <p:spPr bwMode="auto">
            <a:xfrm rot="-155667">
              <a:off x="5502275" y="4005263"/>
              <a:ext cx="130175" cy="222250"/>
            </a:xfrm>
            <a:custGeom>
              <a:avLst/>
              <a:gdLst>
                <a:gd name="T0" fmla="*/ 2147483647 w 209"/>
                <a:gd name="T1" fmla="*/ 0 h 621"/>
                <a:gd name="T2" fmla="*/ 2147483647 w 209"/>
                <a:gd name="T3" fmla="*/ 0 h 621"/>
                <a:gd name="T4" fmla="*/ 2147483647 w 209"/>
                <a:gd name="T5" fmla="*/ 2147483647 h 621"/>
                <a:gd name="T6" fmla="*/ 2147483647 w 209"/>
                <a:gd name="T7" fmla="*/ 2147483647 h 621"/>
                <a:gd name="T8" fmla="*/ 2147483647 w 209"/>
                <a:gd name="T9" fmla="*/ 2147483647 h 621"/>
                <a:gd name="T10" fmla="*/ 2147483647 w 209"/>
                <a:gd name="T11" fmla="*/ 2147483647 h 621"/>
                <a:gd name="T12" fmla="*/ 2147483647 w 209"/>
                <a:gd name="T13" fmla="*/ 2147483647 h 621"/>
                <a:gd name="T14" fmla="*/ 2147483647 w 209"/>
                <a:gd name="T15" fmla="*/ 2147483647 h 621"/>
                <a:gd name="T16" fmla="*/ 2147483647 w 209"/>
                <a:gd name="T17" fmla="*/ 2147483647 h 621"/>
                <a:gd name="T18" fmla="*/ 2147483647 w 209"/>
                <a:gd name="T19" fmla="*/ 2147483647 h 621"/>
                <a:gd name="T20" fmla="*/ 2147483647 w 209"/>
                <a:gd name="T21" fmla="*/ 2147483647 h 621"/>
                <a:gd name="T22" fmla="*/ 2147483647 w 209"/>
                <a:gd name="T23" fmla="*/ 2147483647 h 621"/>
                <a:gd name="T24" fmla="*/ 2147483647 w 209"/>
                <a:gd name="T25" fmla="*/ 2147483647 h 621"/>
                <a:gd name="T26" fmla="*/ 2147483647 w 209"/>
                <a:gd name="T27" fmla="*/ 2147483647 h 621"/>
                <a:gd name="T28" fmla="*/ 2147483647 w 209"/>
                <a:gd name="T29" fmla="*/ 2147483647 h 621"/>
                <a:gd name="T30" fmla="*/ 2147483647 w 209"/>
                <a:gd name="T31" fmla="*/ 2147483647 h 621"/>
                <a:gd name="T32" fmla="*/ 2147483647 w 209"/>
                <a:gd name="T33" fmla="*/ 2147483647 h 621"/>
                <a:gd name="T34" fmla="*/ 2147483647 w 209"/>
                <a:gd name="T35" fmla="*/ 2147483647 h 621"/>
                <a:gd name="T36" fmla="*/ 2147483647 w 209"/>
                <a:gd name="T37" fmla="*/ 2147483647 h 621"/>
                <a:gd name="T38" fmla="*/ 2147483647 w 209"/>
                <a:gd name="T39" fmla="*/ 2147483647 h 621"/>
                <a:gd name="T40" fmla="*/ 2147483647 w 209"/>
                <a:gd name="T41" fmla="*/ 2147483647 h 621"/>
                <a:gd name="T42" fmla="*/ 2147483647 w 209"/>
                <a:gd name="T43" fmla="*/ 2147483647 h 621"/>
                <a:gd name="T44" fmla="*/ 2147483647 w 209"/>
                <a:gd name="T45" fmla="*/ 2147483647 h 621"/>
                <a:gd name="T46" fmla="*/ 2147483647 w 209"/>
                <a:gd name="T47" fmla="*/ 2147483647 h 621"/>
                <a:gd name="T48" fmla="*/ 2147483647 w 209"/>
                <a:gd name="T49" fmla="*/ 2147483647 h 621"/>
                <a:gd name="T50" fmla="*/ 2147483647 w 209"/>
                <a:gd name="T51" fmla="*/ 2147483647 h 621"/>
                <a:gd name="T52" fmla="*/ 2147483647 w 209"/>
                <a:gd name="T53" fmla="*/ 2147483647 h 621"/>
                <a:gd name="T54" fmla="*/ 2147483647 w 209"/>
                <a:gd name="T55" fmla="*/ 2147483647 h 621"/>
                <a:gd name="T56" fmla="*/ 0 w 209"/>
                <a:gd name="T57" fmla="*/ 2147483647 h 621"/>
                <a:gd name="T58" fmla="*/ 0 w 209"/>
                <a:gd name="T59" fmla="*/ 2147483647 h 621"/>
                <a:gd name="T60" fmla="*/ 2147483647 w 209"/>
                <a:gd name="T61" fmla="*/ 2147483647 h 621"/>
                <a:gd name="T62" fmla="*/ 2147483647 w 209"/>
                <a:gd name="T63" fmla="*/ 2147483647 h 621"/>
                <a:gd name="T64" fmla="*/ 2147483647 w 209"/>
                <a:gd name="T65" fmla="*/ 2147483647 h 621"/>
                <a:gd name="T66" fmla="*/ 2147483647 w 209"/>
                <a:gd name="T67" fmla="*/ 2147483647 h 621"/>
                <a:gd name="T68" fmla="*/ 2147483647 w 209"/>
                <a:gd name="T69" fmla="*/ 2147483647 h 621"/>
                <a:gd name="T70" fmla="*/ 2147483647 w 209"/>
                <a:gd name="T71" fmla="*/ 2147483647 h 621"/>
                <a:gd name="T72" fmla="*/ 2147483647 w 209"/>
                <a:gd name="T73" fmla="*/ 2147483647 h 621"/>
                <a:gd name="T74" fmla="*/ 2147483647 w 209"/>
                <a:gd name="T75" fmla="*/ 2147483647 h 621"/>
                <a:gd name="T76" fmla="*/ 2147483647 w 209"/>
                <a:gd name="T77" fmla="*/ 2147483647 h 621"/>
                <a:gd name="T78" fmla="*/ 2147483647 w 209"/>
                <a:gd name="T79" fmla="*/ 2147483647 h 621"/>
                <a:gd name="T80" fmla="*/ 2147483647 w 209"/>
                <a:gd name="T81" fmla="*/ 2147483647 h 621"/>
                <a:gd name="T82" fmla="*/ 2147483647 w 209"/>
                <a:gd name="T83" fmla="*/ 2147483647 h 621"/>
                <a:gd name="T84" fmla="*/ 2147483647 w 209"/>
                <a:gd name="T85" fmla="*/ 2147483647 h 621"/>
                <a:gd name="T86" fmla="*/ 2147483647 w 209"/>
                <a:gd name="T87" fmla="*/ 2147483647 h 621"/>
                <a:gd name="T88" fmla="*/ 2147483647 w 209"/>
                <a:gd name="T89" fmla="*/ 2147483647 h 621"/>
                <a:gd name="T90" fmla="*/ 2147483647 w 209"/>
                <a:gd name="T91" fmla="*/ 2147483647 h 621"/>
                <a:gd name="T92" fmla="*/ 2147483647 w 209"/>
                <a:gd name="T93" fmla="*/ 2147483647 h 621"/>
                <a:gd name="T94" fmla="*/ 2147483647 w 209"/>
                <a:gd name="T95" fmla="*/ 2147483647 h 621"/>
                <a:gd name="T96" fmla="*/ 2147483647 w 209"/>
                <a:gd name="T97" fmla="*/ 2147483647 h 621"/>
                <a:gd name="T98" fmla="*/ 2147483647 w 209"/>
                <a:gd name="T99" fmla="*/ 2147483647 h 621"/>
                <a:gd name="T100" fmla="*/ 2147483647 w 209"/>
                <a:gd name="T101" fmla="*/ 2147483647 h 621"/>
                <a:gd name="T102" fmla="*/ 2147483647 w 209"/>
                <a:gd name="T103" fmla="*/ 2147483647 h 621"/>
                <a:gd name="T104" fmla="*/ 2147483647 w 209"/>
                <a:gd name="T105" fmla="*/ 0 h 621"/>
                <a:gd name="T106" fmla="*/ 2147483647 w 209"/>
                <a:gd name="T107" fmla="*/ 0 h 621"/>
                <a:gd name="T108" fmla="*/ 2147483647 w 209"/>
                <a:gd name="T109" fmla="*/ 0 h 621"/>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09"/>
                <a:gd name="T166" fmla="*/ 0 h 621"/>
                <a:gd name="T167" fmla="*/ 209 w 209"/>
                <a:gd name="T168" fmla="*/ 621 h 621"/>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09" h="621">
                  <a:moveTo>
                    <a:pt x="98" y="0"/>
                  </a:moveTo>
                  <a:lnTo>
                    <a:pt x="209" y="0"/>
                  </a:lnTo>
                  <a:lnTo>
                    <a:pt x="207" y="621"/>
                  </a:lnTo>
                  <a:lnTo>
                    <a:pt x="98" y="617"/>
                  </a:lnTo>
                  <a:lnTo>
                    <a:pt x="94" y="615"/>
                  </a:lnTo>
                  <a:lnTo>
                    <a:pt x="90" y="614"/>
                  </a:lnTo>
                  <a:lnTo>
                    <a:pt x="84" y="611"/>
                  </a:lnTo>
                  <a:lnTo>
                    <a:pt x="78" y="608"/>
                  </a:lnTo>
                  <a:lnTo>
                    <a:pt x="73" y="602"/>
                  </a:lnTo>
                  <a:lnTo>
                    <a:pt x="66" y="596"/>
                  </a:lnTo>
                  <a:lnTo>
                    <a:pt x="61" y="590"/>
                  </a:lnTo>
                  <a:lnTo>
                    <a:pt x="56" y="582"/>
                  </a:lnTo>
                  <a:lnTo>
                    <a:pt x="52" y="576"/>
                  </a:lnTo>
                  <a:lnTo>
                    <a:pt x="48" y="569"/>
                  </a:lnTo>
                  <a:lnTo>
                    <a:pt x="44" y="563"/>
                  </a:lnTo>
                  <a:lnTo>
                    <a:pt x="40" y="551"/>
                  </a:lnTo>
                  <a:lnTo>
                    <a:pt x="36" y="542"/>
                  </a:lnTo>
                  <a:lnTo>
                    <a:pt x="32" y="531"/>
                  </a:lnTo>
                  <a:lnTo>
                    <a:pt x="29" y="524"/>
                  </a:lnTo>
                  <a:lnTo>
                    <a:pt x="28" y="516"/>
                  </a:lnTo>
                  <a:lnTo>
                    <a:pt x="23" y="501"/>
                  </a:lnTo>
                  <a:lnTo>
                    <a:pt x="19" y="486"/>
                  </a:lnTo>
                  <a:lnTo>
                    <a:pt x="15" y="468"/>
                  </a:lnTo>
                  <a:lnTo>
                    <a:pt x="12" y="450"/>
                  </a:lnTo>
                  <a:lnTo>
                    <a:pt x="9" y="431"/>
                  </a:lnTo>
                  <a:lnTo>
                    <a:pt x="6" y="410"/>
                  </a:lnTo>
                  <a:lnTo>
                    <a:pt x="3" y="387"/>
                  </a:lnTo>
                  <a:lnTo>
                    <a:pt x="2" y="362"/>
                  </a:lnTo>
                  <a:lnTo>
                    <a:pt x="0" y="336"/>
                  </a:lnTo>
                  <a:lnTo>
                    <a:pt x="0" y="306"/>
                  </a:lnTo>
                  <a:lnTo>
                    <a:pt x="1" y="267"/>
                  </a:lnTo>
                  <a:lnTo>
                    <a:pt x="3" y="231"/>
                  </a:lnTo>
                  <a:lnTo>
                    <a:pt x="6" y="206"/>
                  </a:lnTo>
                  <a:lnTo>
                    <a:pt x="9" y="180"/>
                  </a:lnTo>
                  <a:lnTo>
                    <a:pt x="13" y="159"/>
                  </a:lnTo>
                  <a:lnTo>
                    <a:pt x="15" y="144"/>
                  </a:lnTo>
                  <a:lnTo>
                    <a:pt x="21" y="122"/>
                  </a:lnTo>
                  <a:lnTo>
                    <a:pt x="28" y="98"/>
                  </a:lnTo>
                  <a:lnTo>
                    <a:pt x="34" y="80"/>
                  </a:lnTo>
                  <a:lnTo>
                    <a:pt x="39" y="68"/>
                  </a:lnTo>
                  <a:lnTo>
                    <a:pt x="42" y="60"/>
                  </a:lnTo>
                  <a:lnTo>
                    <a:pt x="47" y="51"/>
                  </a:lnTo>
                  <a:lnTo>
                    <a:pt x="50" y="44"/>
                  </a:lnTo>
                  <a:lnTo>
                    <a:pt x="53" y="36"/>
                  </a:lnTo>
                  <a:lnTo>
                    <a:pt x="57" y="32"/>
                  </a:lnTo>
                  <a:lnTo>
                    <a:pt x="62" y="26"/>
                  </a:lnTo>
                  <a:lnTo>
                    <a:pt x="66" y="20"/>
                  </a:lnTo>
                  <a:lnTo>
                    <a:pt x="70" y="15"/>
                  </a:lnTo>
                  <a:lnTo>
                    <a:pt x="74" y="12"/>
                  </a:lnTo>
                  <a:lnTo>
                    <a:pt x="78" y="8"/>
                  </a:lnTo>
                  <a:lnTo>
                    <a:pt x="83" y="5"/>
                  </a:lnTo>
                  <a:lnTo>
                    <a:pt x="86" y="2"/>
                  </a:lnTo>
                  <a:lnTo>
                    <a:pt x="90" y="0"/>
                  </a:lnTo>
                  <a:lnTo>
                    <a:pt x="94" y="0"/>
                  </a:lnTo>
                  <a:lnTo>
                    <a:pt x="98" y="0"/>
                  </a:lnTo>
                  <a:close/>
                </a:path>
              </a:pathLst>
            </a:custGeom>
            <a:solidFill>
              <a:srgbClr val="202020"/>
            </a:solidFill>
            <a:ln w="9525">
              <a:noFill/>
              <a:round/>
              <a:headEnd/>
              <a:tailEnd/>
            </a:ln>
          </p:spPr>
          <p:txBody>
            <a:bodyPr/>
            <a:lstStyle/>
            <a:p>
              <a:endParaRPr lang="nl-BE"/>
            </a:p>
          </p:txBody>
        </p:sp>
        <p:sp>
          <p:nvSpPr>
            <p:cNvPr id="42281" name="Oval 281"/>
            <p:cNvSpPr>
              <a:spLocks noChangeArrowheads="1"/>
            </p:cNvSpPr>
            <p:nvPr/>
          </p:nvSpPr>
          <p:spPr bwMode="auto">
            <a:xfrm rot="-155667">
              <a:off x="5564188" y="4003675"/>
              <a:ext cx="131762" cy="223838"/>
            </a:xfrm>
            <a:prstGeom prst="ellipse">
              <a:avLst/>
            </a:prstGeom>
            <a:solidFill>
              <a:srgbClr val="404040"/>
            </a:solidFill>
            <a:ln w="9525">
              <a:noFill/>
              <a:round/>
              <a:headEnd/>
              <a:tailEnd/>
            </a:ln>
          </p:spPr>
          <p:txBody>
            <a:bodyPr/>
            <a:lstStyle/>
            <a:p>
              <a:pPr algn="ctr" eaLnBrk="0" hangingPunct="0"/>
              <a:endParaRPr lang="nl-BE"/>
            </a:p>
          </p:txBody>
        </p:sp>
        <p:sp>
          <p:nvSpPr>
            <p:cNvPr id="42282" name="Oval 282"/>
            <p:cNvSpPr>
              <a:spLocks noChangeArrowheads="1"/>
            </p:cNvSpPr>
            <p:nvPr/>
          </p:nvSpPr>
          <p:spPr bwMode="auto">
            <a:xfrm rot="-155667">
              <a:off x="5591175" y="4049713"/>
              <a:ext cx="77788" cy="131762"/>
            </a:xfrm>
            <a:prstGeom prst="ellipse">
              <a:avLst/>
            </a:prstGeom>
            <a:solidFill>
              <a:srgbClr val="A0A0A0"/>
            </a:solidFill>
            <a:ln w="9525">
              <a:noFill/>
              <a:round/>
              <a:headEnd/>
              <a:tailEnd/>
            </a:ln>
          </p:spPr>
          <p:txBody>
            <a:bodyPr/>
            <a:lstStyle/>
            <a:p>
              <a:pPr algn="ctr" eaLnBrk="0" hangingPunct="0"/>
              <a:endParaRPr lang="nl-BE"/>
            </a:p>
          </p:txBody>
        </p:sp>
        <p:sp>
          <p:nvSpPr>
            <p:cNvPr id="42283" name="Oval 283"/>
            <p:cNvSpPr>
              <a:spLocks noChangeArrowheads="1"/>
            </p:cNvSpPr>
            <p:nvPr/>
          </p:nvSpPr>
          <p:spPr bwMode="auto">
            <a:xfrm rot="-155667">
              <a:off x="5589588" y="4052888"/>
              <a:ext cx="71437" cy="123825"/>
            </a:xfrm>
            <a:prstGeom prst="ellipse">
              <a:avLst/>
            </a:prstGeom>
            <a:solidFill>
              <a:srgbClr val="808080"/>
            </a:solidFill>
            <a:ln w="9525">
              <a:noFill/>
              <a:round/>
              <a:headEnd/>
              <a:tailEnd/>
            </a:ln>
          </p:spPr>
          <p:txBody>
            <a:bodyPr/>
            <a:lstStyle/>
            <a:p>
              <a:pPr algn="ctr" eaLnBrk="0" hangingPunct="0"/>
              <a:endParaRPr lang="nl-BE"/>
            </a:p>
          </p:txBody>
        </p:sp>
        <p:sp>
          <p:nvSpPr>
            <p:cNvPr id="42284" name="Oval 284"/>
            <p:cNvSpPr>
              <a:spLocks noChangeArrowheads="1"/>
            </p:cNvSpPr>
            <p:nvPr/>
          </p:nvSpPr>
          <p:spPr bwMode="auto">
            <a:xfrm rot="-155667">
              <a:off x="5622925" y="4103688"/>
              <a:ext cx="11113" cy="22225"/>
            </a:xfrm>
            <a:prstGeom prst="ellipse">
              <a:avLst/>
            </a:prstGeom>
            <a:solidFill>
              <a:srgbClr val="404040"/>
            </a:solidFill>
            <a:ln w="9525">
              <a:noFill/>
              <a:round/>
              <a:headEnd/>
              <a:tailEnd/>
            </a:ln>
          </p:spPr>
          <p:txBody>
            <a:bodyPr/>
            <a:lstStyle/>
            <a:p>
              <a:pPr algn="ctr" eaLnBrk="0" hangingPunct="0"/>
              <a:endParaRPr lang="nl-BE"/>
            </a:p>
          </p:txBody>
        </p:sp>
        <p:sp>
          <p:nvSpPr>
            <p:cNvPr id="42285" name="Freeform 285"/>
            <p:cNvSpPr>
              <a:spLocks/>
            </p:cNvSpPr>
            <p:nvPr/>
          </p:nvSpPr>
          <p:spPr bwMode="auto">
            <a:xfrm rot="-155667">
              <a:off x="5580063" y="4000500"/>
              <a:ext cx="130175" cy="227013"/>
            </a:xfrm>
            <a:custGeom>
              <a:avLst/>
              <a:gdLst>
                <a:gd name="T0" fmla="*/ 2147483647 w 210"/>
                <a:gd name="T1" fmla="*/ 0 h 635"/>
                <a:gd name="T2" fmla="*/ 2147483647 w 210"/>
                <a:gd name="T3" fmla="*/ 0 h 635"/>
                <a:gd name="T4" fmla="*/ 2147483647 w 210"/>
                <a:gd name="T5" fmla="*/ 2147483647 h 635"/>
                <a:gd name="T6" fmla="*/ 2147483647 w 210"/>
                <a:gd name="T7" fmla="*/ 2147483647 h 635"/>
                <a:gd name="T8" fmla="*/ 2147483647 w 210"/>
                <a:gd name="T9" fmla="*/ 2147483647 h 635"/>
                <a:gd name="T10" fmla="*/ 2147483647 w 210"/>
                <a:gd name="T11" fmla="*/ 2147483647 h 635"/>
                <a:gd name="T12" fmla="*/ 2147483647 w 210"/>
                <a:gd name="T13" fmla="*/ 2147483647 h 635"/>
                <a:gd name="T14" fmla="*/ 2147483647 w 210"/>
                <a:gd name="T15" fmla="*/ 2147483647 h 635"/>
                <a:gd name="T16" fmla="*/ 2147483647 w 210"/>
                <a:gd name="T17" fmla="*/ 2147483647 h 635"/>
                <a:gd name="T18" fmla="*/ 2147483647 w 210"/>
                <a:gd name="T19" fmla="*/ 2147483647 h 635"/>
                <a:gd name="T20" fmla="*/ 2147483647 w 210"/>
                <a:gd name="T21" fmla="*/ 2147483647 h 635"/>
                <a:gd name="T22" fmla="*/ 2147483647 w 210"/>
                <a:gd name="T23" fmla="*/ 2147483647 h 635"/>
                <a:gd name="T24" fmla="*/ 2147483647 w 210"/>
                <a:gd name="T25" fmla="*/ 2147483647 h 635"/>
                <a:gd name="T26" fmla="*/ 2147483647 w 210"/>
                <a:gd name="T27" fmla="*/ 2147483647 h 635"/>
                <a:gd name="T28" fmla="*/ 2147483647 w 210"/>
                <a:gd name="T29" fmla="*/ 2147483647 h 635"/>
                <a:gd name="T30" fmla="*/ 2147483647 w 210"/>
                <a:gd name="T31" fmla="*/ 2147483647 h 635"/>
                <a:gd name="T32" fmla="*/ 2147483647 w 210"/>
                <a:gd name="T33" fmla="*/ 2147483647 h 635"/>
                <a:gd name="T34" fmla="*/ 2147483647 w 210"/>
                <a:gd name="T35" fmla="*/ 2147483647 h 635"/>
                <a:gd name="T36" fmla="*/ 2147483647 w 210"/>
                <a:gd name="T37" fmla="*/ 2147483647 h 635"/>
                <a:gd name="T38" fmla="*/ 2147483647 w 210"/>
                <a:gd name="T39" fmla="*/ 2147483647 h 635"/>
                <a:gd name="T40" fmla="*/ 2147483647 w 210"/>
                <a:gd name="T41" fmla="*/ 2147483647 h 635"/>
                <a:gd name="T42" fmla="*/ 2147483647 w 210"/>
                <a:gd name="T43" fmla="*/ 2147483647 h 635"/>
                <a:gd name="T44" fmla="*/ 2147483647 w 210"/>
                <a:gd name="T45" fmla="*/ 2147483647 h 635"/>
                <a:gd name="T46" fmla="*/ 2147483647 w 210"/>
                <a:gd name="T47" fmla="*/ 2147483647 h 635"/>
                <a:gd name="T48" fmla="*/ 2147483647 w 210"/>
                <a:gd name="T49" fmla="*/ 2147483647 h 635"/>
                <a:gd name="T50" fmla="*/ 2147483647 w 210"/>
                <a:gd name="T51" fmla="*/ 2147483647 h 635"/>
                <a:gd name="T52" fmla="*/ 2147483647 w 210"/>
                <a:gd name="T53" fmla="*/ 2147483647 h 635"/>
                <a:gd name="T54" fmla="*/ 2147483647 w 210"/>
                <a:gd name="T55" fmla="*/ 2147483647 h 635"/>
                <a:gd name="T56" fmla="*/ 0 w 210"/>
                <a:gd name="T57" fmla="*/ 2147483647 h 635"/>
                <a:gd name="T58" fmla="*/ 2147483647 w 210"/>
                <a:gd name="T59" fmla="*/ 2147483647 h 635"/>
                <a:gd name="T60" fmla="*/ 2147483647 w 210"/>
                <a:gd name="T61" fmla="*/ 2147483647 h 635"/>
                <a:gd name="T62" fmla="*/ 2147483647 w 210"/>
                <a:gd name="T63" fmla="*/ 2147483647 h 635"/>
                <a:gd name="T64" fmla="*/ 2147483647 w 210"/>
                <a:gd name="T65" fmla="*/ 2147483647 h 635"/>
                <a:gd name="T66" fmla="*/ 2147483647 w 210"/>
                <a:gd name="T67" fmla="*/ 2147483647 h 635"/>
                <a:gd name="T68" fmla="*/ 2147483647 w 210"/>
                <a:gd name="T69" fmla="*/ 2147483647 h 635"/>
                <a:gd name="T70" fmla="*/ 2147483647 w 210"/>
                <a:gd name="T71" fmla="*/ 2147483647 h 635"/>
                <a:gd name="T72" fmla="*/ 2147483647 w 210"/>
                <a:gd name="T73" fmla="*/ 2147483647 h 635"/>
                <a:gd name="T74" fmla="*/ 2147483647 w 210"/>
                <a:gd name="T75" fmla="*/ 2147483647 h 635"/>
                <a:gd name="T76" fmla="*/ 2147483647 w 210"/>
                <a:gd name="T77" fmla="*/ 2147483647 h 635"/>
                <a:gd name="T78" fmla="*/ 2147483647 w 210"/>
                <a:gd name="T79" fmla="*/ 2147483647 h 635"/>
                <a:gd name="T80" fmla="*/ 2147483647 w 210"/>
                <a:gd name="T81" fmla="*/ 2147483647 h 635"/>
                <a:gd name="T82" fmla="*/ 2147483647 w 210"/>
                <a:gd name="T83" fmla="*/ 2147483647 h 635"/>
                <a:gd name="T84" fmla="*/ 2147483647 w 210"/>
                <a:gd name="T85" fmla="*/ 2147483647 h 635"/>
                <a:gd name="T86" fmla="*/ 2147483647 w 210"/>
                <a:gd name="T87" fmla="*/ 2147483647 h 635"/>
                <a:gd name="T88" fmla="*/ 2147483647 w 210"/>
                <a:gd name="T89" fmla="*/ 2147483647 h 635"/>
                <a:gd name="T90" fmla="*/ 2147483647 w 210"/>
                <a:gd name="T91" fmla="*/ 2147483647 h 635"/>
                <a:gd name="T92" fmla="*/ 2147483647 w 210"/>
                <a:gd name="T93" fmla="*/ 2147483647 h 635"/>
                <a:gd name="T94" fmla="*/ 2147483647 w 210"/>
                <a:gd name="T95" fmla="*/ 2147483647 h 635"/>
                <a:gd name="T96" fmla="*/ 2147483647 w 210"/>
                <a:gd name="T97" fmla="*/ 2147483647 h 635"/>
                <a:gd name="T98" fmla="*/ 2147483647 w 210"/>
                <a:gd name="T99" fmla="*/ 2147483647 h 635"/>
                <a:gd name="T100" fmla="*/ 2147483647 w 210"/>
                <a:gd name="T101" fmla="*/ 2147483647 h 635"/>
                <a:gd name="T102" fmla="*/ 2147483647 w 210"/>
                <a:gd name="T103" fmla="*/ 2147483647 h 635"/>
                <a:gd name="T104" fmla="*/ 2147483647 w 210"/>
                <a:gd name="T105" fmla="*/ 0 h 635"/>
                <a:gd name="T106" fmla="*/ 2147483647 w 210"/>
                <a:gd name="T107" fmla="*/ 0 h 635"/>
                <a:gd name="T108" fmla="*/ 2147483647 w 210"/>
                <a:gd name="T109" fmla="*/ 0 h 635"/>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10"/>
                <a:gd name="T166" fmla="*/ 0 h 635"/>
                <a:gd name="T167" fmla="*/ 210 w 210"/>
                <a:gd name="T168" fmla="*/ 635 h 635"/>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10" h="635">
                  <a:moveTo>
                    <a:pt x="99" y="0"/>
                  </a:moveTo>
                  <a:lnTo>
                    <a:pt x="210" y="0"/>
                  </a:lnTo>
                  <a:lnTo>
                    <a:pt x="209" y="635"/>
                  </a:lnTo>
                  <a:lnTo>
                    <a:pt x="99" y="630"/>
                  </a:lnTo>
                  <a:lnTo>
                    <a:pt x="95" y="629"/>
                  </a:lnTo>
                  <a:lnTo>
                    <a:pt x="91" y="627"/>
                  </a:lnTo>
                  <a:lnTo>
                    <a:pt x="86" y="624"/>
                  </a:lnTo>
                  <a:lnTo>
                    <a:pt x="80" y="621"/>
                  </a:lnTo>
                  <a:lnTo>
                    <a:pt x="74" y="615"/>
                  </a:lnTo>
                  <a:lnTo>
                    <a:pt x="68" y="609"/>
                  </a:lnTo>
                  <a:lnTo>
                    <a:pt x="62" y="603"/>
                  </a:lnTo>
                  <a:lnTo>
                    <a:pt x="57" y="596"/>
                  </a:lnTo>
                  <a:lnTo>
                    <a:pt x="53" y="588"/>
                  </a:lnTo>
                  <a:lnTo>
                    <a:pt x="49" y="581"/>
                  </a:lnTo>
                  <a:lnTo>
                    <a:pt x="46" y="575"/>
                  </a:lnTo>
                  <a:lnTo>
                    <a:pt x="41" y="564"/>
                  </a:lnTo>
                  <a:lnTo>
                    <a:pt x="38" y="554"/>
                  </a:lnTo>
                  <a:lnTo>
                    <a:pt x="34" y="543"/>
                  </a:lnTo>
                  <a:lnTo>
                    <a:pt x="31" y="536"/>
                  </a:lnTo>
                  <a:lnTo>
                    <a:pt x="28" y="528"/>
                  </a:lnTo>
                  <a:lnTo>
                    <a:pt x="24" y="513"/>
                  </a:lnTo>
                  <a:lnTo>
                    <a:pt x="20" y="497"/>
                  </a:lnTo>
                  <a:lnTo>
                    <a:pt x="16" y="479"/>
                  </a:lnTo>
                  <a:lnTo>
                    <a:pt x="12" y="461"/>
                  </a:lnTo>
                  <a:lnTo>
                    <a:pt x="9" y="440"/>
                  </a:lnTo>
                  <a:lnTo>
                    <a:pt x="7" y="419"/>
                  </a:lnTo>
                  <a:lnTo>
                    <a:pt x="4" y="396"/>
                  </a:lnTo>
                  <a:lnTo>
                    <a:pt x="2" y="371"/>
                  </a:lnTo>
                  <a:lnTo>
                    <a:pt x="0" y="344"/>
                  </a:lnTo>
                  <a:lnTo>
                    <a:pt x="1" y="314"/>
                  </a:lnTo>
                  <a:lnTo>
                    <a:pt x="1" y="275"/>
                  </a:lnTo>
                  <a:lnTo>
                    <a:pt x="4" y="237"/>
                  </a:lnTo>
                  <a:lnTo>
                    <a:pt x="7" y="210"/>
                  </a:lnTo>
                  <a:lnTo>
                    <a:pt x="10" y="183"/>
                  </a:lnTo>
                  <a:lnTo>
                    <a:pt x="13" y="164"/>
                  </a:lnTo>
                  <a:lnTo>
                    <a:pt x="16" y="147"/>
                  </a:lnTo>
                  <a:lnTo>
                    <a:pt x="21" y="126"/>
                  </a:lnTo>
                  <a:lnTo>
                    <a:pt x="29" y="99"/>
                  </a:lnTo>
                  <a:lnTo>
                    <a:pt x="35" y="83"/>
                  </a:lnTo>
                  <a:lnTo>
                    <a:pt x="40" y="69"/>
                  </a:lnTo>
                  <a:lnTo>
                    <a:pt x="44" y="60"/>
                  </a:lnTo>
                  <a:lnTo>
                    <a:pt x="48" y="53"/>
                  </a:lnTo>
                  <a:lnTo>
                    <a:pt x="51" y="45"/>
                  </a:lnTo>
                  <a:lnTo>
                    <a:pt x="55" y="38"/>
                  </a:lnTo>
                  <a:lnTo>
                    <a:pt x="59" y="32"/>
                  </a:lnTo>
                  <a:lnTo>
                    <a:pt x="63" y="26"/>
                  </a:lnTo>
                  <a:lnTo>
                    <a:pt x="68" y="20"/>
                  </a:lnTo>
                  <a:lnTo>
                    <a:pt x="72" y="15"/>
                  </a:lnTo>
                  <a:lnTo>
                    <a:pt x="76" y="12"/>
                  </a:lnTo>
                  <a:lnTo>
                    <a:pt x="79" y="8"/>
                  </a:lnTo>
                  <a:lnTo>
                    <a:pt x="84" y="5"/>
                  </a:lnTo>
                  <a:lnTo>
                    <a:pt x="88" y="3"/>
                  </a:lnTo>
                  <a:lnTo>
                    <a:pt x="92" y="0"/>
                  </a:lnTo>
                  <a:lnTo>
                    <a:pt x="95" y="0"/>
                  </a:lnTo>
                  <a:lnTo>
                    <a:pt x="99" y="0"/>
                  </a:lnTo>
                  <a:close/>
                </a:path>
              </a:pathLst>
            </a:custGeom>
            <a:solidFill>
              <a:srgbClr val="202020"/>
            </a:solidFill>
            <a:ln w="9525">
              <a:noFill/>
              <a:round/>
              <a:headEnd/>
              <a:tailEnd/>
            </a:ln>
          </p:spPr>
          <p:txBody>
            <a:bodyPr/>
            <a:lstStyle/>
            <a:p>
              <a:endParaRPr lang="nl-BE"/>
            </a:p>
          </p:txBody>
        </p:sp>
        <p:sp>
          <p:nvSpPr>
            <p:cNvPr id="42286" name="Oval 286"/>
            <p:cNvSpPr>
              <a:spLocks noChangeArrowheads="1"/>
            </p:cNvSpPr>
            <p:nvPr/>
          </p:nvSpPr>
          <p:spPr bwMode="auto">
            <a:xfrm rot="-155667">
              <a:off x="5640388" y="3998913"/>
              <a:ext cx="131762" cy="228600"/>
            </a:xfrm>
            <a:prstGeom prst="ellipse">
              <a:avLst/>
            </a:prstGeom>
            <a:solidFill>
              <a:srgbClr val="404040"/>
            </a:solidFill>
            <a:ln w="9525">
              <a:noFill/>
              <a:round/>
              <a:headEnd/>
              <a:tailEnd/>
            </a:ln>
          </p:spPr>
          <p:txBody>
            <a:bodyPr/>
            <a:lstStyle/>
            <a:p>
              <a:pPr algn="ctr" eaLnBrk="0" hangingPunct="0"/>
              <a:endParaRPr lang="nl-BE"/>
            </a:p>
          </p:txBody>
        </p:sp>
        <p:sp>
          <p:nvSpPr>
            <p:cNvPr id="42287" name="Oval 287"/>
            <p:cNvSpPr>
              <a:spLocks noChangeArrowheads="1"/>
            </p:cNvSpPr>
            <p:nvPr/>
          </p:nvSpPr>
          <p:spPr bwMode="auto">
            <a:xfrm rot="-155667">
              <a:off x="5667375" y="4046538"/>
              <a:ext cx="77788" cy="133350"/>
            </a:xfrm>
            <a:prstGeom prst="ellipse">
              <a:avLst/>
            </a:prstGeom>
            <a:solidFill>
              <a:srgbClr val="A0A0A0"/>
            </a:solidFill>
            <a:ln w="9525">
              <a:noFill/>
              <a:round/>
              <a:headEnd/>
              <a:tailEnd/>
            </a:ln>
          </p:spPr>
          <p:txBody>
            <a:bodyPr/>
            <a:lstStyle/>
            <a:p>
              <a:pPr algn="ctr" eaLnBrk="0" hangingPunct="0"/>
              <a:endParaRPr lang="nl-BE"/>
            </a:p>
          </p:txBody>
        </p:sp>
        <p:sp>
          <p:nvSpPr>
            <p:cNvPr id="42288" name="Oval 288"/>
            <p:cNvSpPr>
              <a:spLocks noChangeArrowheads="1"/>
            </p:cNvSpPr>
            <p:nvPr/>
          </p:nvSpPr>
          <p:spPr bwMode="auto">
            <a:xfrm rot="-155667">
              <a:off x="5667375" y="4049713"/>
              <a:ext cx="73025" cy="125412"/>
            </a:xfrm>
            <a:prstGeom prst="ellipse">
              <a:avLst/>
            </a:prstGeom>
            <a:solidFill>
              <a:srgbClr val="808080"/>
            </a:solidFill>
            <a:ln w="9525">
              <a:noFill/>
              <a:round/>
              <a:headEnd/>
              <a:tailEnd/>
            </a:ln>
          </p:spPr>
          <p:txBody>
            <a:bodyPr/>
            <a:lstStyle/>
            <a:p>
              <a:pPr algn="ctr" eaLnBrk="0" hangingPunct="0"/>
              <a:endParaRPr lang="nl-BE"/>
            </a:p>
          </p:txBody>
        </p:sp>
        <p:sp>
          <p:nvSpPr>
            <p:cNvPr id="42289" name="Oval 289"/>
            <p:cNvSpPr>
              <a:spLocks noChangeArrowheads="1"/>
            </p:cNvSpPr>
            <p:nvPr/>
          </p:nvSpPr>
          <p:spPr bwMode="auto">
            <a:xfrm rot="-155667">
              <a:off x="5700713" y="4100513"/>
              <a:ext cx="11112" cy="23812"/>
            </a:xfrm>
            <a:prstGeom prst="ellipse">
              <a:avLst/>
            </a:prstGeom>
            <a:solidFill>
              <a:srgbClr val="404040"/>
            </a:solidFill>
            <a:ln w="9525">
              <a:noFill/>
              <a:round/>
              <a:headEnd/>
              <a:tailEnd/>
            </a:ln>
          </p:spPr>
          <p:txBody>
            <a:bodyPr/>
            <a:lstStyle/>
            <a:p>
              <a:pPr algn="ctr" eaLnBrk="0" hangingPunct="0"/>
              <a:endParaRPr lang="nl-BE"/>
            </a:p>
          </p:txBody>
        </p:sp>
        <p:sp>
          <p:nvSpPr>
            <p:cNvPr id="42290" name="Freeform 290"/>
            <p:cNvSpPr>
              <a:spLocks/>
            </p:cNvSpPr>
            <p:nvPr/>
          </p:nvSpPr>
          <p:spPr bwMode="auto">
            <a:xfrm rot="-155667">
              <a:off x="5359400" y="4016375"/>
              <a:ext cx="141288" cy="242888"/>
            </a:xfrm>
            <a:custGeom>
              <a:avLst/>
              <a:gdLst>
                <a:gd name="T0" fmla="*/ 2147483647 w 228"/>
                <a:gd name="T1" fmla="*/ 0 h 678"/>
                <a:gd name="T2" fmla="*/ 2147483647 w 228"/>
                <a:gd name="T3" fmla="*/ 0 h 678"/>
                <a:gd name="T4" fmla="*/ 2147483647 w 228"/>
                <a:gd name="T5" fmla="*/ 2147483647 h 678"/>
                <a:gd name="T6" fmla="*/ 2147483647 w 228"/>
                <a:gd name="T7" fmla="*/ 2147483647 h 678"/>
                <a:gd name="T8" fmla="*/ 2147483647 w 228"/>
                <a:gd name="T9" fmla="*/ 2147483647 h 678"/>
                <a:gd name="T10" fmla="*/ 2147483647 w 228"/>
                <a:gd name="T11" fmla="*/ 2147483647 h 678"/>
                <a:gd name="T12" fmla="*/ 2147483647 w 228"/>
                <a:gd name="T13" fmla="*/ 2147483647 h 678"/>
                <a:gd name="T14" fmla="*/ 2147483647 w 228"/>
                <a:gd name="T15" fmla="*/ 2147483647 h 678"/>
                <a:gd name="T16" fmla="*/ 2147483647 w 228"/>
                <a:gd name="T17" fmla="*/ 2147483647 h 678"/>
                <a:gd name="T18" fmla="*/ 2147483647 w 228"/>
                <a:gd name="T19" fmla="*/ 2147483647 h 678"/>
                <a:gd name="T20" fmla="*/ 2147483647 w 228"/>
                <a:gd name="T21" fmla="*/ 2147483647 h 678"/>
                <a:gd name="T22" fmla="*/ 2147483647 w 228"/>
                <a:gd name="T23" fmla="*/ 2147483647 h 678"/>
                <a:gd name="T24" fmla="*/ 2147483647 w 228"/>
                <a:gd name="T25" fmla="*/ 2147483647 h 678"/>
                <a:gd name="T26" fmla="*/ 2147483647 w 228"/>
                <a:gd name="T27" fmla="*/ 2147483647 h 678"/>
                <a:gd name="T28" fmla="*/ 2147483647 w 228"/>
                <a:gd name="T29" fmla="*/ 2147483647 h 678"/>
                <a:gd name="T30" fmla="*/ 2147483647 w 228"/>
                <a:gd name="T31" fmla="*/ 2147483647 h 678"/>
                <a:gd name="T32" fmla="*/ 2147483647 w 228"/>
                <a:gd name="T33" fmla="*/ 2147483647 h 678"/>
                <a:gd name="T34" fmla="*/ 2147483647 w 228"/>
                <a:gd name="T35" fmla="*/ 2147483647 h 678"/>
                <a:gd name="T36" fmla="*/ 2147483647 w 228"/>
                <a:gd name="T37" fmla="*/ 2147483647 h 678"/>
                <a:gd name="T38" fmla="*/ 2147483647 w 228"/>
                <a:gd name="T39" fmla="*/ 2147483647 h 678"/>
                <a:gd name="T40" fmla="*/ 2147483647 w 228"/>
                <a:gd name="T41" fmla="*/ 2147483647 h 678"/>
                <a:gd name="T42" fmla="*/ 2147483647 w 228"/>
                <a:gd name="T43" fmla="*/ 2147483647 h 678"/>
                <a:gd name="T44" fmla="*/ 2147483647 w 228"/>
                <a:gd name="T45" fmla="*/ 2147483647 h 678"/>
                <a:gd name="T46" fmla="*/ 2147483647 w 228"/>
                <a:gd name="T47" fmla="*/ 2147483647 h 678"/>
                <a:gd name="T48" fmla="*/ 2147483647 w 228"/>
                <a:gd name="T49" fmla="*/ 2147483647 h 678"/>
                <a:gd name="T50" fmla="*/ 2147483647 w 228"/>
                <a:gd name="T51" fmla="*/ 2147483647 h 678"/>
                <a:gd name="T52" fmla="*/ 2147483647 w 228"/>
                <a:gd name="T53" fmla="*/ 2147483647 h 678"/>
                <a:gd name="T54" fmla="*/ 2147483647 w 228"/>
                <a:gd name="T55" fmla="*/ 2147483647 h 678"/>
                <a:gd name="T56" fmla="*/ 0 w 228"/>
                <a:gd name="T57" fmla="*/ 2147483647 h 678"/>
                <a:gd name="T58" fmla="*/ 0 w 228"/>
                <a:gd name="T59" fmla="*/ 2147483647 h 678"/>
                <a:gd name="T60" fmla="*/ 2147483647 w 228"/>
                <a:gd name="T61" fmla="*/ 2147483647 h 678"/>
                <a:gd name="T62" fmla="*/ 2147483647 w 228"/>
                <a:gd name="T63" fmla="*/ 2147483647 h 678"/>
                <a:gd name="T64" fmla="*/ 2147483647 w 228"/>
                <a:gd name="T65" fmla="*/ 2147483647 h 678"/>
                <a:gd name="T66" fmla="*/ 2147483647 w 228"/>
                <a:gd name="T67" fmla="*/ 2147483647 h 678"/>
                <a:gd name="T68" fmla="*/ 2147483647 w 228"/>
                <a:gd name="T69" fmla="*/ 2147483647 h 678"/>
                <a:gd name="T70" fmla="*/ 2147483647 w 228"/>
                <a:gd name="T71" fmla="*/ 2147483647 h 678"/>
                <a:gd name="T72" fmla="*/ 2147483647 w 228"/>
                <a:gd name="T73" fmla="*/ 2147483647 h 678"/>
                <a:gd name="T74" fmla="*/ 2147483647 w 228"/>
                <a:gd name="T75" fmla="*/ 2147483647 h 678"/>
                <a:gd name="T76" fmla="*/ 2147483647 w 228"/>
                <a:gd name="T77" fmla="*/ 2147483647 h 678"/>
                <a:gd name="T78" fmla="*/ 2147483647 w 228"/>
                <a:gd name="T79" fmla="*/ 2147483647 h 678"/>
                <a:gd name="T80" fmla="*/ 2147483647 w 228"/>
                <a:gd name="T81" fmla="*/ 2147483647 h 678"/>
                <a:gd name="T82" fmla="*/ 2147483647 w 228"/>
                <a:gd name="T83" fmla="*/ 2147483647 h 678"/>
                <a:gd name="T84" fmla="*/ 2147483647 w 228"/>
                <a:gd name="T85" fmla="*/ 2147483647 h 678"/>
                <a:gd name="T86" fmla="*/ 2147483647 w 228"/>
                <a:gd name="T87" fmla="*/ 2147483647 h 678"/>
                <a:gd name="T88" fmla="*/ 2147483647 w 228"/>
                <a:gd name="T89" fmla="*/ 2147483647 h 678"/>
                <a:gd name="T90" fmla="*/ 2147483647 w 228"/>
                <a:gd name="T91" fmla="*/ 2147483647 h 678"/>
                <a:gd name="T92" fmla="*/ 2147483647 w 228"/>
                <a:gd name="T93" fmla="*/ 2147483647 h 678"/>
                <a:gd name="T94" fmla="*/ 2147483647 w 228"/>
                <a:gd name="T95" fmla="*/ 2147483647 h 678"/>
                <a:gd name="T96" fmla="*/ 2147483647 w 228"/>
                <a:gd name="T97" fmla="*/ 2147483647 h 678"/>
                <a:gd name="T98" fmla="*/ 2147483647 w 228"/>
                <a:gd name="T99" fmla="*/ 2147483647 h 678"/>
                <a:gd name="T100" fmla="*/ 2147483647 w 228"/>
                <a:gd name="T101" fmla="*/ 2147483647 h 678"/>
                <a:gd name="T102" fmla="*/ 2147483647 w 228"/>
                <a:gd name="T103" fmla="*/ 2147483647 h 678"/>
                <a:gd name="T104" fmla="*/ 2147483647 w 228"/>
                <a:gd name="T105" fmla="*/ 2147483647 h 678"/>
                <a:gd name="T106" fmla="*/ 2147483647 w 228"/>
                <a:gd name="T107" fmla="*/ 0 h 678"/>
                <a:gd name="T108" fmla="*/ 2147483647 w 228"/>
                <a:gd name="T109" fmla="*/ 0 h 67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28"/>
                <a:gd name="T166" fmla="*/ 0 h 678"/>
                <a:gd name="T167" fmla="*/ 228 w 228"/>
                <a:gd name="T168" fmla="*/ 678 h 67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28" h="678">
                  <a:moveTo>
                    <a:pt x="107" y="0"/>
                  </a:moveTo>
                  <a:lnTo>
                    <a:pt x="228" y="0"/>
                  </a:lnTo>
                  <a:lnTo>
                    <a:pt x="227" y="678"/>
                  </a:lnTo>
                  <a:lnTo>
                    <a:pt x="107" y="672"/>
                  </a:lnTo>
                  <a:lnTo>
                    <a:pt x="103" y="670"/>
                  </a:lnTo>
                  <a:lnTo>
                    <a:pt x="99" y="669"/>
                  </a:lnTo>
                  <a:lnTo>
                    <a:pt x="93" y="666"/>
                  </a:lnTo>
                  <a:lnTo>
                    <a:pt x="86" y="663"/>
                  </a:lnTo>
                  <a:lnTo>
                    <a:pt x="80" y="657"/>
                  </a:lnTo>
                  <a:lnTo>
                    <a:pt x="73" y="649"/>
                  </a:lnTo>
                  <a:lnTo>
                    <a:pt x="67" y="642"/>
                  </a:lnTo>
                  <a:lnTo>
                    <a:pt x="62" y="636"/>
                  </a:lnTo>
                  <a:lnTo>
                    <a:pt x="57" y="627"/>
                  </a:lnTo>
                  <a:lnTo>
                    <a:pt x="53" y="619"/>
                  </a:lnTo>
                  <a:lnTo>
                    <a:pt x="49" y="613"/>
                  </a:lnTo>
                  <a:lnTo>
                    <a:pt x="44" y="601"/>
                  </a:lnTo>
                  <a:lnTo>
                    <a:pt x="40" y="591"/>
                  </a:lnTo>
                  <a:lnTo>
                    <a:pt x="36" y="579"/>
                  </a:lnTo>
                  <a:lnTo>
                    <a:pt x="33" y="571"/>
                  </a:lnTo>
                  <a:lnTo>
                    <a:pt x="30" y="564"/>
                  </a:lnTo>
                  <a:lnTo>
                    <a:pt x="25" y="547"/>
                  </a:lnTo>
                  <a:lnTo>
                    <a:pt x="21" y="529"/>
                  </a:lnTo>
                  <a:lnTo>
                    <a:pt x="16" y="511"/>
                  </a:lnTo>
                  <a:lnTo>
                    <a:pt x="13" y="492"/>
                  </a:lnTo>
                  <a:lnTo>
                    <a:pt x="9" y="469"/>
                  </a:lnTo>
                  <a:lnTo>
                    <a:pt x="7" y="447"/>
                  </a:lnTo>
                  <a:lnTo>
                    <a:pt x="3" y="421"/>
                  </a:lnTo>
                  <a:lnTo>
                    <a:pt x="2" y="394"/>
                  </a:lnTo>
                  <a:lnTo>
                    <a:pt x="0" y="367"/>
                  </a:lnTo>
                  <a:lnTo>
                    <a:pt x="0" y="334"/>
                  </a:lnTo>
                  <a:lnTo>
                    <a:pt x="1" y="292"/>
                  </a:lnTo>
                  <a:lnTo>
                    <a:pt x="3" y="253"/>
                  </a:lnTo>
                  <a:lnTo>
                    <a:pt x="7" y="225"/>
                  </a:lnTo>
                  <a:lnTo>
                    <a:pt x="10" y="195"/>
                  </a:lnTo>
                  <a:lnTo>
                    <a:pt x="13" y="172"/>
                  </a:lnTo>
                  <a:lnTo>
                    <a:pt x="16" y="157"/>
                  </a:lnTo>
                  <a:lnTo>
                    <a:pt x="22" y="133"/>
                  </a:lnTo>
                  <a:lnTo>
                    <a:pt x="31" y="108"/>
                  </a:lnTo>
                  <a:lnTo>
                    <a:pt x="37" y="88"/>
                  </a:lnTo>
                  <a:lnTo>
                    <a:pt x="43" y="75"/>
                  </a:lnTo>
                  <a:lnTo>
                    <a:pt x="47" y="66"/>
                  </a:lnTo>
                  <a:lnTo>
                    <a:pt x="52" y="57"/>
                  </a:lnTo>
                  <a:lnTo>
                    <a:pt x="56" y="48"/>
                  </a:lnTo>
                  <a:lnTo>
                    <a:pt x="59" y="40"/>
                  </a:lnTo>
                  <a:lnTo>
                    <a:pt x="63" y="34"/>
                  </a:lnTo>
                  <a:lnTo>
                    <a:pt x="68" y="28"/>
                  </a:lnTo>
                  <a:lnTo>
                    <a:pt x="73" y="22"/>
                  </a:lnTo>
                  <a:lnTo>
                    <a:pt x="77" y="18"/>
                  </a:lnTo>
                  <a:lnTo>
                    <a:pt x="81" y="13"/>
                  </a:lnTo>
                  <a:lnTo>
                    <a:pt x="86" y="9"/>
                  </a:lnTo>
                  <a:lnTo>
                    <a:pt x="91" y="6"/>
                  </a:lnTo>
                  <a:lnTo>
                    <a:pt x="95" y="3"/>
                  </a:lnTo>
                  <a:lnTo>
                    <a:pt x="99" y="1"/>
                  </a:lnTo>
                  <a:lnTo>
                    <a:pt x="103" y="0"/>
                  </a:lnTo>
                  <a:lnTo>
                    <a:pt x="107" y="0"/>
                  </a:lnTo>
                  <a:close/>
                </a:path>
              </a:pathLst>
            </a:custGeom>
            <a:solidFill>
              <a:srgbClr val="202020"/>
            </a:solidFill>
            <a:ln w="9525">
              <a:noFill/>
              <a:round/>
              <a:headEnd/>
              <a:tailEnd/>
            </a:ln>
          </p:spPr>
          <p:txBody>
            <a:bodyPr/>
            <a:lstStyle/>
            <a:p>
              <a:endParaRPr lang="nl-BE"/>
            </a:p>
          </p:txBody>
        </p:sp>
        <p:sp>
          <p:nvSpPr>
            <p:cNvPr id="42291" name="Oval 291"/>
            <p:cNvSpPr>
              <a:spLocks noChangeArrowheads="1"/>
            </p:cNvSpPr>
            <p:nvPr/>
          </p:nvSpPr>
          <p:spPr bwMode="auto">
            <a:xfrm rot="-155667">
              <a:off x="5424488" y="4014788"/>
              <a:ext cx="144462" cy="242887"/>
            </a:xfrm>
            <a:prstGeom prst="ellipse">
              <a:avLst/>
            </a:prstGeom>
            <a:solidFill>
              <a:srgbClr val="404040"/>
            </a:solidFill>
            <a:ln w="9525">
              <a:noFill/>
              <a:round/>
              <a:headEnd/>
              <a:tailEnd/>
            </a:ln>
          </p:spPr>
          <p:txBody>
            <a:bodyPr/>
            <a:lstStyle/>
            <a:p>
              <a:pPr algn="ctr" eaLnBrk="0" hangingPunct="0"/>
              <a:endParaRPr lang="nl-BE"/>
            </a:p>
          </p:txBody>
        </p:sp>
        <p:sp>
          <p:nvSpPr>
            <p:cNvPr id="42292" name="Oval 292"/>
            <p:cNvSpPr>
              <a:spLocks noChangeArrowheads="1"/>
            </p:cNvSpPr>
            <p:nvPr/>
          </p:nvSpPr>
          <p:spPr bwMode="auto">
            <a:xfrm rot="-155667">
              <a:off x="5454650" y="4065588"/>
              <a:ext cx="82550" cy="142875"/>
            </a:xfrm>
            <a:prstGeom prst="ellipse">
              <a:avLst/>
            </a:prstGeom>
            <a:solidFill>
              <a:srgbClr val="A0A0A0"/>
            </a:solidFill>
            <a:ln w="9525">
              <a:noFill/>
              <a:round/>
              <a:headEnd/>
              <a:tailEnd/>
            </a:ln>
          </p:spPr>
          <p:txBody>
            <a:bodyPr/>
            <a:lstStyle/>
            <a:p>
              <a:pPr algn="ctr" eaLnBrk="0" hangingPunct="0"/>
              <a:endParaRPr lang="nl-BE"/>
            </a:p>
          </p:txBody>
        </p:sp>
        <p:sp>
          <p:nvSpPr>
            <p:cNvPr id="42293" name="Oval 293"/>
            <p:cNvSpPr>
              <a:spLocks noChangeArrowheads="1"/>
            </p:cNvSpPr>
            <p:nvPr/>
          </p:nvSpPr>
          <p:spPr bwMode="auto">
            <a:xfrm rot="-155667">
              <a:off x="5454650" y="4068763"/>
              <a:ext cx="76200" cy="134937"/>
            </a:xfrm>
            <a:prstGeom prst="ellipse">
              <a:avLst/>
            </a:prstGeom>
            <a:solidFill>
              <a:srgbClr val="808080"/>
            </a:solidFill>
            <a:ln w="9525">
              <a:noFill/>
              <a:round/>
              <a:headEnd/>
              <a:tailEnd/>
            </a:ln>
          </p:spPr>
          <p:txBody>
            <a:bodyPr/>
            <a:lstStyle/>
            <a:p>
              <a:pPr algn="ctr" eaLnBrk="0" hangingPunct="0"/>
              <a:endParaRPr lang="nl-BE"/>
            </a:p>
          </p:txBody>
        </p:sp>
        <p:sp>
          <p:nvSpPr>
            <p:cNvPr id="42294" name="Oval 294"/>
            <p:cNvSpPr>
              <a:spLocks noChangeArrowheads="1"/>
            </p:cNvSpPr>
            <p:nvPr/>
          </p:nvSpPr>
          <p:spPr bwMode="auto">
            <a:xfrm rot="-155667">
              <a:off x="5489575" y="4124325"/>
              <a:ext cx="12700" cy="23813"/>
            </a:xfrm>
            <a:prstGeom prst="ellipse">
              <a:avLst/>
            </a:prstGeom>
            <a:solidFill>
              <a:srgbClr val="404040"/>
            </a:solidFill>
            <a:ln w="9525">
              <a:noFill/>
              <a:round/>
              <a:headEnd/>
              <a:tailEnd/>
            </a:ln>
          </p:spPr>
          <p:txBody>
            <a:bodyPr/>
            <a:lstStyle/>
            <a:p>
              <a:pPr algn="ctr" eaLnBrk="0" hangingPunct="0"/>
              <a:endParaRPr lang="nl-BE"/>
            </a:p>
          </p:txBody>
        </p:sp>
        <p:sp>
          <p:nvSpPr>
            <p:cNvPr id="42295" name="Freeform 295"/>
            <p:cNvSpPr>
              <a:spLocks/>
            </p:cNvSpPr>
            <p:nvPr/>
          </p:nvSpPr>
          <p:spPr bwMode="auto">
            <a:xfrm rot="-155667">
              <a:off x="5440363" y="4011613"/>
              <a:ext cx="141287" cy="247650"/>
            </a:xfrm>
            <a:custGeom>
              <a:avLst/>
              <a:gdLst>
                <a:gd name="T0" fmla="*/ 2147483647 w 228"/>
                <a:gd name="T1" fmla="*/ 0 h 693"/>
                <a:gd name="T2" fmla="*/ 2147483647 w 228"/>
                <a:gd name="T3" fmla="*/ 0 h 693"/>
                <a:gd name="T4" fmla="*/ 2147483647 w 228"/>
                <a:gd name="T5" fmla="*/ 2147483647 h 693"/>
                <a:gd name="T6" fmla="*/ 2147483647 w 228"/>
                <a:gd name="T7" fmla="*/ 2147483647 h 693"/>
                <a:gd name="T8" fmla="*/ 2147483647 w 228"/>
                <a:gd name="T9" fmla="*/ 2147483647 h 693"/>
                <a:gd name="T10" fmla="*/ 2147483647 w 228"/>
                <a:gd name="T11" fmla="*/ 2147483647 h 693"/>
                <a:gd name="T12" fmla="*/ 2147483647 w 228"/>
                <a:gd name="T13" fmla="*/ 2147483647 h 693"/>
                <a:gd name="T14" fmla="*/ 2147483647 w 228"/>
                <a:gd name="T15" fmla="*/ 2147483647 h 693"/>
                <a:gd name="T16" fmla="*/ 2147483647 w 228"/>
                <a:gd name="T17" fmla="*/ 2147483647 h 693"/>
                <a:gd name="T18" fmla="*/ 2147483647 w 228"/>
                <a:gd name="T19" fmla="*/ 2147483647 h 693"/>
                <a:gd name="T20" fmla="*/ 2147483647 w 228"/>
                <a:gd name="T21" fmla="*/ 2147483647 h 693"/>
                <a:gd name="T22" fmla="*/ 2147483647 w 228"/>
                <a:gd name="T23" fmla="*/ 2147483647 h 693"/>
                <a:gd name="T24" fmla="*/ 2147483647 w 228"/>
                <a:gd name="T25" fmla="*/ 2147483647 h 693"/>
                <a:gd name="T26" fmla="*/ 2147483647 w 228"/>
                <a:gd name="T27" fmla="*/ 2147483647 h 693"/>
                <a:gd name="T28" fmla="*/ 2147483647 w 228"/>
                <a:gd name="T29" fmla="*/ 2147483647 h 693"/>
                <a:gd name="T30" fmla="*/ 2147483647 w 228"/>
                <a:gd name="T31" fmla="*/ 2147483647 h 693"/>
                <a:gd name="T32" fmla="*/ 2147483647 w 228"/>
                <a:gd name="T33" fmla="*/ 2147483647 h 693"/>
                <a:gd name="T34" fmla="*/ 2147483647 w 228"/>
                <a:gd name="T35" fmla="*/ 2147483647 h 693"/>
                <a:gd name="T36" fmla="*/ 2147483647 w 228"/>
                <a:gd name="T37" fmla="*/ 2147483647 h 693"/>
                <a:gd name="T38" fmla="*/ 2147483647 w 228"/>
                <a:gd name="T39" fmla="*/ 2147483647 h 693"/>
                <a:gd name="T40" fmla="*/ 2147483647 w 228"/>
                <a:gd name="T41" fmla="*/ 2147483647 h 693"/>
                <a:gd name="T42" fmla="*/ 2147483647 w 228"/>
                <a:gd name="T43" fmla="*/ 2147483647 h 693"/>
                <a:gd name="T44" fmla="*/ 2147483647 w 228"/>
                <a:gd name="T45" fmla="*/ 2147483647 h 693"/>
                <a:gd name="T46" fmla="*/ 2147483647 w 228"/>
                <a:gd name="T47" fmla="*/ 2147483647 h 693"/>
                <a:gd name="T48" fmla="*/ 2147483647 w 228"/>
                <a:gd name="T49" fmla="*/ 2147483647 h 693"/>
                <a:gd name="T50" fmla="*/ 2147483647 w 228"/>
                <a:gd name="T51" fmla="*/ 2147483647 h 693"/>
                <a:gd name="T52" fmla="*/ 2147483647 w 228"/>
                <a:gd name="T53" fmla="*/ 2147483647 h 693"/>
                <a:gd name="T54" fmla="*/ 2147483647 w 228"/>
                <a:gd name="T55" fmla="*/ 2147483647 h 693"/>
                <a:gd name="T56" fmla="*/ 0 w 228"/>
                <a:gd name="T57" fmla="*/ 2147483647 h 693"/>
                <a:gd name="T58" fmla="*/ 2147483647 w 228"/>
                <a:gd name="T59" fmla="*/ 2147483647 h 693"/>
                <a:gd name="T60" fmla="*/ 2147483647 w 228"/>
                <a:gd name="T61" fmla="*/ 2147483647 h 693"/>
                <a:gd name="T62" fmla="*/ 2147483647 w 228"/>
                <a:gd name="T63" fmla="*/ 2147483647 h 693"/>
                <a:gd name="T64" fmla="*/ 2147483647 w 228"/>
                <a:gd name="T65" fmla="*/ 2147483647 h 693"/>
                <a:gd name="T66" fmla="*/ 2147483647 w 228"/>
                <a:gd name="T67" fmla="*/ 2147483647 h 693"/>
                <a:gd name="T68" fmla="*/ 2147483647 w 228"/>
                <a:gd name="T69" fmla="*/ 2147483647 h 693"/>
                <a:gd name="T70" fmla="*/ 2147483647 w 228"/>
                <a:gd name="T71" fmla="*/ 2147483647 h 693"/>
                <a:gd name="T72" fmla="*/ 2147483647 w 228"/>
                <a:gd name="T73" fmla="*/ 2147483647 h 693"/>
                <a:gd name="T74" fmla="*/ 2147483647 w 228"/>
                <a:gd name="T75" fmla="*/ 2147483647 h 693"/>
                <a:gd name="T76" fmla="*/ 2147483647 w 228"/>
                <a:gd name="T77" fmla="*/ 2147483647 h 693"/>
                <a:gd name="T78" fmla="*/ 2147483647 w 228"/>
                <a:gd name="T79" fmla="*/ 2147483647 h 693"/>
                <a:gd name="T80" fmla="*/ 2147483647 w 228"/>
                <a:gd name="T81" fmla="*/ 2147483647 h 693"/>
                <a:gd name="T82" fmla="*/ 2147483647 w 228"/>
                <a:gd name="T83" fmla="*/ 2147483647 h 693"/>
                <a:gd name="T84" fmla="*/ 2147483647 w 228"/>
                <a:gd name="T85" fmla="*/ 2147483647 h 693"/>
                <a:gd name="T86" fmla="*/ 2147483647 w 228"/>
                <a:gd name="T87" fmla="*/ 2147483647 h 693"/>
                <a:gd name="T88" fmla="*/ 2147483647 w 228"/>
                <a:gd name="T89" fmla="*/ 2147483647 h 693"/>
                <a:gd name="T90" fmla="*/ 2147483647 w 228"/>
                <a:gd name="T91" fmla="*/ 2147483647 h 693"/>
                <a:gd name="T92" fmla="*/ 2147483647 w 228"/>
                <a:gd name="T93" fmla="*/ 2147483647 h 693"/>
                <a:gd name="T94" fmla="*/ 2147483647 w 228"/>
                <a:gd name="T95" fmla="*/ 2147483647 h 693"/>
                <a:gd name="T96" fmla="*/ 2147483647 w 228"/>
                <a:gd name="T97" fmla="*/ 2147483647 h 693"/>
                <a:gd name="T98" fmla="*/ 2147483647 w 228"/>
                <a:gd name="T99" fmla="*/ 2147483647 h 693"/>
                <a:gd name="T100" fmla="*/ 2147483647 w 228"/>
                <a:gd name="T101" fmla="*/ 2147483647 h 693"/>
                <a:gd name="T102" fmla="*/ 2147483647 w 228"/>
                <a:gd name="T103" fmla="*/ 2147483647 h 693"/>
                <a:gd name="T104" fmla="*/ 2147483647 w 228"/>
                <a:gd name="T105" fmla="*/ 2147483647 h 693"/>
                <a:gd name="T106" fmla="*/ 2147483647 w 228"/>
                <a:gd name="T107" fmla="*/ 2147483647 h 693"/>
                <a:gd name="T108" fmla="*/ 2147483647 w 228"/>
                <a:gd name="T109" fmla="*/ 0 h 693"/>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28"/>
                <a:gd name="T166" fmla="*/ 0 h 693"/>
                <a:gd name="T167" fmla="*/ 228 w 228"/>
                <a:gd name="T168" fmla="*/ 693 h 693"/>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28" h="693">
                  <a:moveTo>
                    <a:pt x="108" y="0"/>
                  </a:moveTo>
                  <a:lnTo>
                    <a:pt x="228" y="0"/>
                  </a:lnTo>
                  <a:lnTo>
                    <a:pt x="227" y="693"/>
                  </a:lnTo>
                  <a:lnTo>
                    <a:pt x="108" y="687"/>
                  </a:lnTo>
                  <a:lnTo>
                    <a:pt x="103" y="685"/>
                  </a:lnTo>
                  <a:lnTo>
                    <a:pt x="100" y="684"/>
                  </a:lnTo>
                  <a:lnTo>
                    <a:pt x="94" y="681"/>
                  </a:lnTo>
                  <a:lnTo>
                    <a:pt x="87" y="678"/>
                  </a:lnTo>
                  <a:lnTo>
                    <a:pt x="81" y="672"/>
                  </a:lnTo>
                  <a:lnTo>
                    <a:pt x="73" y="664"/>
                  </a:lnTo>
                  <a:lnTo>
                    <a:pt x="68" y="657"/>
                  </a:lnTo>
                  <a:lnTo>
                    <a:pt x="62" y="649"/>
                  </a:lnTo>
                  <a:lnTo>
                    <a:pt x="57" y="642"/>
                  </a:lnTo>
                  <a:lnTo>
                    <a:pt x="54" y="633"/>
                  </a:lnTo>
                  <a:lnTo>
                    <a:pt x="50" y="627"/>
                  </a:lnTo>
                  <a:lnTo>
                    <a:pt x="45" y="615"/>
                  </a:lnTo>
                  <a:lnTo>
                    <a:pt x="41" y="604"/>
                  </a:lnTo>
                  <a:lnTo>
                    <a:pt x="37" y="592"/>
                  </a:lnTo>
                  <a:lnTo>
                    <a:pt x="33" y="585"/>
                  </a:lnTo>
                  <a:lnTo>
                    <a:pt x="31" y="576"/>
                  </a:lnTo>
                  <a:lnTo>
                    <a:pt x="26" y="559"/>
                  </a:lnTo>
                  <a:lnTo>
                    <a:pt x="22" y="541"/>
                  </a:lnTo>
                  <a:lnTo>
                    <a:pt x="17" y="523"/>
                  </a:lnTo>
                  <a:lnTo>
                    <a:pt x="13" y="502"/>
                  </a:lnTo>
                  <a:lnTo>
                    <a:pt x="10" y="480"/>
                  </a:lnTo>
                  <a:lnTo>
                    <a:pt x="7" y="457"/>
                  </a:lnTo>
                  <a:lnTo>
                    <a:pt x="4" y="432"/>
                  </a:lnTo>
                  <a:lnTo>
                    <a:pt x="2" y="403"/>
                  </a:lnTo>
                  <a:lnTo>
                    <a:pt x="0" y="376"/>
                  </a:lnTo>
                  <a:lnTo>
                    <a:pt x="1" y="343"/>
                  </a:lnTo>
                  <a:lnTo>
                    <a:pt x="1" y="300"/>
                  </a:lnTo>
                  <a:lnTo>
                    <a:pt x="4" y="259"/>
                  </a:lnTo>
                  <a:lnTo>
                    <a:pt x="7" y="229"/>
                  </a:lnTo>
                  <a:lnTo>
                    <a:pt x="11" y="199"/>
                  </a:lnTo>
                  <a:lnTo>
                    <a:pt x="14" y="177"/>
                  </a:lnTo>
                  <a:lnTo>
                    <a:pt x="17" y="160"/>
                  </a:lnTo>
                  <a:lnTo>
                    <a:pt x="23" y="138"/>
                  </a:lnTo>
                  <a:lnTo>
                    <a:pt x="31" y="109"/>
                  </a:lnTo>
                  <a:lnTo>
                    <a:pt x="38" y="90"/>
                  </a:lnTo>
                  <a:lnTo>
                    <a:pt x="44" y="76"/>
                  </a:lnTo>
                  <a:lnTo>
                    <a:pt x="48" y="67"/>
                  </a:lnTo>
                  <a:lnTo>
                    <a:pt x="52" y="57"/>
                  </a:lnTo>
                  <a:lnTo>
                    <a:pt x="56" y="49"/>
                  </a:lnTo>
                  <a:lnTo>
                    <a:pt x="60" y="42"/>
                  </a:lnTo>
                  <a:lnTo>
                    <a:pt x="64" y="36"/>
                  </a:lnTo>
                  <a:lnTo>
                    <a:pt x="69" y="28"/>
                  </a:lnTo>
                  <a:lnTo>
                    <a:pt x="73" y="22"/>
                  </a:lnTo>
                  <a:lnTo>
                    <a:pt x="78" y="18"/>
                  </a:lnTo>
                  <a:lnTo>
                    <a:pt x="82" y="13"/>
                  </a:lnTo>
                  <a:lnTo>
                    <a:pt x="86" y="9"/>
                  </a:lnTo>
                  <a:lnTo>
                    <a:pt x="92" y="6"/>
                  </a:lnTo>
                  <a:lnTo>
                    <a:pt x="96" y="4"/>
                  </a:lnTo>
                  <a:lnTo>
                    <a:pt x="100" y="1"/>
                  </a:lnTo>
                  <a:lnTo>
                    <a:pt x="103" y="1"/>
                  </a:lnTo>
                  <a:lnTo>
                    <a:pt x="108" y="0"/>
                  </a:lnTo>
                  <a:close/>
                </a:path>
              </a:pathLst>
            </a:custGeom>
            <a:solidFill>
              <a:srgbClr val="202020"/>
            </a:solidFill>
            <a:ln w="9525">
              <a:noFill/>
              <a:round/>
              <a:headEnd/>
              <a:tailEnd/>
            </a:ln>
          </p:spPr>
          <p:txBody>
            <a:bodyPr/>
            <a:lstStyle/>
            <a:p>
              <a:endParaRPr lang="nl-BE"/>
            </a:p>
          </p:txBody>
        </p:sp>
        <p:sp>
          <p:nvSpPr>
            <p:cNvPr id="42296" name="Oval 296"/>
            <p:cNvSpPr>
              <a:spLocks noChangeArrowheads="1"/>
            </p:cNvSpPr>
            <p:nvPr/>
          </p:nvSpPr>
          <p:spPr bwMode="auto">
            <a:xfrm rot="-155667">
              <a:off x="5508625" y="4010025"/>
              <a:ext cx="142875" cy="249238"/>
            </a:xfrm>
            <a:prstGeom prst="ellipse">
              <a:avLst/>
            </a:prstGeom>
            <a:solidFill>
              <a:srgbClr val="404040"/>
            </a:solidFill>
            <a:ln w="9525">
              <a:noFill/>
              <a:round/>
              <a:headEnd/>
              <a:tailEnd/>
            </a:ln>
          </p:spPr>
          <p:txBody>
            <a:bodyPr/>
            <a:lstStyle/>
            <a:p>
              <a:pPr algn="ctr" eaLnBrk="0" hangingPunct="0"/>
              <a:endParaRPr lang="nl-BE"/>
            </a:p>
          </p:txBody>
        </p:sp>
        <p:sp>
          <p:nvSpPr>
            <p:cNvPr id="42297" name="Oval 297"/>
            <p:cNvSpPr>
              <a:spLocks noChangeArrowheads="1"/>
            </p:cNvSpPr>
            <p:nvPr/>
          </p:nvSpPr>
          <p:spPr bwMode="auto">
            <a:xfrm rot="-155667">
              <a:off x="5537200" y="4060825"/>
              <a:ext cx="84138" cy="147638"/>
            </a:xfrm>
            <a:prstGeom prst="ellipse">
              <a:avLst/>
            </a:prstGeom>
            <a:solidFill>
              <a:srgbClr val="A0A0A0"/>
            </a:solidFill>
            <a:ln w="9525">
              <a:noFill/>
              <a:round/>
              <a:headEnd/>
              <a:tailEnd/>
            </a:ln>
          </p:spPr>
          <p:txBody>
            <a:bodyPr/>
            <a:lstStyle/>
            <a:p>
              <a:pPr algn="ctr" eaLnBrk="0" hangingPunct="0"/>
              <a:endParaRPr lang="nl-BE"/>
            </a:p>
          </p:txBody>
        </p:sp>
        <p:sp>
          <p:nvSpPr>
            <p:cNvPr id="42298" name="Oval 298"/>
            <p:cNvSpPr>
              <a:spLocks noChangeArrowheads="1"/>
            </p:cNvSpPr>
            <p:nvPr/>
          </p:nvSpPr>
          <p:spPr bwMode="auto">
            <a:xfrm rot="-155667">
              <a:off x="5535613" y="4064000"/>
              <a:ext cx="77787" cy="139700"/>
            </a:xfrm>
            <a:prstGeom prst="ellipse">
              <a:avLst/>
            </a:prstGeom>
            <a:solidFill>
              <a:srgbClr val="808080"/>
            </a:solidFill>
            <a:ln w="9525">
              <a:noFill/>
              <a:round/>
              <a:headEnd/>
              <a:tailEnd/>
            </a:ln>
          </p:spPr>
          <p:txBody>
            <a:bodyPr/>
            <a:lstStyle/>
            <a:p>
              <a:pPr algn="ctr" eaLnBrk="0" hangingPunct="0"/>
              <a:endParaRPr lang="nl-BE"/>
            </a:p>
          </p:txBody>
        </p:sp>
        <p:sp>
          <p:nvSpPr>
            <p:cNvPr id="42299" name="Oval 299"/>
            <p:cNvSpPr>
              <a:spLocks noChangeArrowheads="1"/>
            </p:cNvSpPr>
            <p:nvPr/>
          </p:nvSpPr>
          <p:spPr bwMode="auto">
            <a:xfrm rot="-155667">
              <a:off x="5572125" y="4121150"/>
              <a:ext cx="12700" cy="25400"/>
            </a:xfrm>
            <a:prstGeom prst="ellipse">
              <a:avLst/>
            </a:prstGeom>
            <a:solidFill>
              <a:srgbClr val="404040"/>
            </a:solidFill>
            <a:ln w="9525">
              <a:noFill/>
              <a:round/>
              <a:headEnd/>
              <a:tailEnd/>
            </a:ln>
          </p:spPr>
          <p:txBody>
            <a:bodyPr/>
            <a:lstStyle/>
            <a:p>
              <a:pPr algn="ctr" eaLnBrk="0" hangingPunct="0"/>
              <a:endParaRPr lang="nl-BE"/>
            </a:p>
          </p:txBody>
        </p:sp>
        <p:sp>
          <p:nvSpPr>
            <p:cNvPr id="42300" name="Freeform 300"/>
            <p:cNvSpPr>
              <a:spLocks/>
            </p:cNvSpPr>
            <p:nvPr/>
          </p:nvSpPr>
          <p:spPr bwMode="auto">
            <a:xfrm rot="-155667">
              <a:off x="5367338" y="4038600"/>
              <a:ext cx="133350" cy="171450"/>
            </a:xfrm>
            <a:custGeom>
              <a:avLst/>
              <a:gdLst>
                <a:gd name="T0" fmla="*/ 0 w 216"/>
                <a:gd name="T1" fmla="*/ 2147483647 h 478"/>
                <a:gd name="T2" fmla="*/ 0 w 216"/>
                <a:gd name="T3" fmla="*/ 2147483647 h 478"/>
                <a:gd name="T4" fmla="*/ 2147483647 w 216"/>
                <a:gd name="T5" fmla="*/ 2147483647 h 478"/>
                <a:gd name="T6" fmla="*/ 2147483647 w 216"/>
                <a:gd name="T7" fmla="*/ 0 h 478"/>
                <a:gd name="T8" fmla="*/ 0 w 216"/>
                <a:gd name="T9" fmla="*/ 2147483647 h 478"/>
                <a:gd name="T10" fmla="*/ 0 60000 65536"/>
                <a:gd name="T11" fmla="*/ 0 60000 65536"/>
                <a:gd name="T12" fmla="*/ 0 60000 65536"/>
                <a:gd name="T13" fmla="*/ 0 60000 65536"/>
                <a:gd name="T14" fmla="*/ 0 60000 65536"/>
                <a:gd name="T15" fmla="*/ 0 w 216"/>
                <a:gd name="T16" fmla="*/ 0 h 478"/>
                <a:gd name="T17" fmla="*/ 216 w 216"/>
                <a:gd name="T18" fmla="*/ 478 h 478"/>
              </a:gdLst>
              <a:ahLst/>
              <a:cxnLst>
                <a:cxn ang="T10">
                  <a:pos x="T0" y="T1"/>
                </a:cxn>
                <a:cxn ang="T11">
                  <a:pos x="T2" y="T3"/>
                </a:cxn>
                <a:cxn ang="T12">
                  <a:pos x="T4" y="T5"/>
                </a:cxn>
                <a:cxn ang="T13">
                  <a:pos x="T6" y="T7"/>
                </a:cxn>
                <a:cxn ang="T14">
                  <a:pos x="T8" y="T9"/>
                </a:cxn>
              </a:cxnLst>
              <a:rect l="T15" t="T16" r="T17" b="T18"/>
              <a:pathLst>
                <a:path w="216" h="478">
                  <a:moveTo>
                    <a:pt x="0" y="28"/>
                  </a:moveTo>
                  <a:lnTo>
                    <a:pt x="0" y="465"/>
                  </a:lnTo>
                  <a:lnTo>
                    <a:pt x="216" y="478"/>
                  </a:lnTo>
                  <a:lnTo>
                    <a:pt x="216" y="0"/>
                  </a:lnTo>
                  <a:lnTo>
                    <a:pt x="0" y="28"/>
                  </a:lnTo>
                  <a:close/>
                </a:path>
              </a:pathLst>
            </a:custGeom>
            <a:solidFill>
              <a:srgbClr val="202020"/>
            </a:solidFill>
            <a:ln w="9525">
              <a:noFill/>
              <a:round/>
              <a:headEnd/>
              <a:tailEnd/>
            </a:ln>
          </p:spPr>
          <p:txBody>
            <a:bodyPr/>
            <a:lstStyle/>
            <a:p>
              <a:endParaRPr lang="nl-BE"/>
            </a:p>
          </p:txBody>
        </p:sp>
        <p:sp>
          <p:nvSpPr>
            <p:cNvPr id="42301" name="Freeform 301"/>
            <p:cNvSpPr>
              <a:spLocks/>
            </p:cNvSpPr>
            <p:nvPr/>
          </p:nvSpPr>
          <p:spPr bwMode="auto">
            <a:xfrm rot="-155667">
              <a:off x="4629150" y="3117850"/>
              <a:ext cx="1146175" cy="938213"/>
            </a:xfrm>
            <a:custGeom>
              <a:avLst/>
              <a:gdLst>
                <a:gd name="T0" fmla="*/ 2147483647 w 1855"/>
                <a:gd name="T1" fmla="*/ 0 h 2621"/>
                <a:gd name="T2" fmla="*/ 2147483647 w 1855"/>
                <a:gd name="T3" fmla="*/ 2147483647 h 2621"/>
                <a:gd name="T4" fmla="*/ 2147483647 w 1855"/>
                <a:gd name="T5" fmla="*/ 2147483647 h 2621"/>
                <a:gd name="T6" fmla="*/ 0 w 1855"/>
                <a:gd name="T7" fmla="*/ 2147483647 h 2621"/>
                <a:gd name="T8" fmla="*/ 2147483647 w 1855"/>
                <a:gd name="T9" fmla="*/ 0 h 2621"/>
                <a:gd name="T10" fmla="*/ 0 60000 65536"/>
                <a:gd name="T11" fmla="*/ 0 60000 65536"/>
                <a:gd name="T12" fmla="*/ 0 60000 65536"/>
                <a:gd name="T13" fmla="*/ 0 60000 65536"/>
                <a:gd name="T14" fmla="*/ 0 60000 65536"/>
                <a:gd name="T15" fmla="*/ 0 w 1855"/>
                <a:gd name="T16" fmla="*/ 0 h 2621"/>
                <a:gd name="T17" fmla="*/ 1855 w 1855"/>
                <a:gd name="T18" fmla="*/ 2621 h 2621"/>
              </a:gdLst>
              <a:ahLst/>
              <a:cxnLst>
                <a:cxn ang="T10">
                  <a:pos x="T0" y="T1"/>
                </a:cxn>
                <a:cxn ang="T11">
                  <a:pos x="T2" y="T3"/>
                </a:cxn>
                <a:cxn ang="T12">
                  <a:pos x="T4" y="T5"/>
                </a:cxn>
                <a:cxn ang="T13">
                  <a:pos x="T6" y="T7"/>
                </a:cxn>
                <a:cxn ang="T14">
                  <a:pos x="T8" y="T9"/>
                </a:cxn>
              </a:cxnLst>
              <a:rect l="T15" t="T16" r="T17" b="T18"/>
              <a:pathLst>
                <a:path w="1855" h="2621">
                  <a:moveTo>
                    <a:pt x="3" y="0"/>
                  </a:moveTo>
                  <a:lnTo>
                    <a:pt x="1855" y="1212"/>
                  </a:lnTo>
                  <a:lnTo>
                    <a:pt x="1855" y="2529"/>
                  </a:lnTo>
                  <a:lnTo>
                    <a:pt x="0" y="2621"/>
                  </a:lnTo>
                  <a:lnTo>
                    <a:pt x="3" y="0"/>
                  </a:lnTo>
                  <a:close/>
                </a:path>
              </a:pathLst>
            </a:custGeom>
            <a:solidFill>
              <a:srgbClr val="A0A0A0"/>
            </a:solidFill>
            <a:ln w="6350">
              <a:solidFill>
                <a:srgbClr val="000000"/>
              </a:solidFill>
              <a:prstDash val="solid"/>
              <a:round/>
              <a:headEnd/>
              <a:tailEnd/>
            </a:ln>
          </p:spPr>
          <p:txBody>
            <a:bodyPr/>
            <a:lstStyle/>
            <a:p>
              <a:endParaRPr lang="nl-BE"/>
            </a:p>
          </p:txBody>
        </p:sp>
        <p:sp>
          <p:nvSpPr>
            <p:cNvPr id="42302" name="Freeform 302"/>
            <p:cNvSpPr>
              <a:spLocks/>
            </p:cNvSpPr>
            <p:nvPr/>
          </p:nvSpPr>
          <p:spPr bwMode="auto">
            <a:xfrm rot="-155667">
              <a:off x="4627563" y="3152775"/>
              <a:ext cx="1146175" cy="862013"/>
            </a:xfrm>
            <a:custGeom>
              <a:avLst/>
              <a:gdLst>
                <a:gd name="T0" fmla="*/ 2147483647 w 1855"/>
                <a:gd name="T1" fmla="*/ 0 h 2408"/>
                <a:gd name="T2" fmla="*/ 2147483647 w 1855"/>
                <a:gd name="T3" fmla="*/ 2147483647 h 2408"/>
                <a:gd name="T4" fmla="*/ 2147483647 w 1855"/>
                <a:gd name="T5" fmla="*/ 2147483647 h 2408"/>
                <a:gd name="T6" fmla="*/ 0 w 1855"/>
                <a:gd name="T7" fmla="*/ 2147483647 h 2408"/>
                <a:gd name="T8" fmla="*/ 2147483647 w 1855"/>
                <a:gd name="T9" fmla="*/ 0 h 2408"/>
                <a:gd name="T10" fmla="*/ 0 60000 65536"/>
                <a:gd name="T11" fmla="*/ 0 60000 65536"/>
                <a:gd name="T12" fmla="*/ 0 60000 65536"/>
                <a:gd name="T13" fmla="*/ 0 60000 65536"/>
                <a:gd name="T14" fmla="*/ 0 60000 65536"/>
                <a:gd name="T15" fmla="*/ 0 w 1855"/>
                <a:gd name="T16" fmla="*/ 0 h 2408"/>
                <a:gd name="T17" fmla="*/ 1855 w 1855"/>
                <a:gd name="T18" fmla="*/ 2408 h 2408"/>
              </a:gdLst>
              <a:ahLst/>
              <a:cxnLst>
                <a:cxn ang="T10">
                  <a:pos x="T0" y="T1"/>
                </a:cxn>
                <a:cxn ang="T11">
                  <a:pos x="T2" y="T3"/>
                </a:cxn>
                <a:cxn ang="T12">
                  <a:pos x="T4" y="T5"/>
                </a:cxn>
                <a:cxn ang="T13">
                  <a:pos x="T6" y="T7"/>
                </a:cxn>
                <a:cxn ang="T14">
                  <a:pos x="T8" y="T9"/>
                </a:cxn>
              </a:cxnLst>
              <a:rect l="T15" t="T16" r="T17" b="T18"/>
              <a:pathLst>
                <a:path w="1855" h="2408">
                  <a:moveTo>
                    <a:pt x="3" y="0"/>
                  </a:moveTo>
                  <a:lnTo>
                    <a:pt x="1855" y="1170"/>
                  </a:lnTo>
                  <a:lnTo>
                    <a:pt x="1855" y="2352"/>
                  </a:lnTo>
                  <a:lnTo>
                    <a:pt x="0" y="2408"/>
                  </a:lnTo>
                  <a:lnTo>
                    <a:pt x="3" y="0"/>
                  </a:lnTo>
                  <a:close/>
                </a:path>
              </a:pathLst>
            </a:custGeom>
            <a:solidFill>
              <a:srgbClr val="E0E0E0"/>
            </a:solidFill>
            <a:ln w="6350">
              <a:solidFill>
                <a:srgbClr val="000000"/>
              </a:solidFill>
              <a:prstDash val="solid"/>
              <a:round/>
              <a:headEnd/>
              <a:tailEnd/>
            </a:ln>
          </p:spPr>
          <p:txBody>
            <a:bodyPr/>
            <a:lstStyle/>
            <a:p>
              <a:endParaRPr lang="nl-BE"/>
            </a:p>
          </p:txBody>
        </p:sp>
        <p:sp>
          <p:nvSpPr>
            <p:cNvPr id="42303" name="Rectangle 303"/>
            <p:cNvSpPr>
              <a:spLocks noChangeArrowheads="1"/>
            </p:cNvSpPr>
            <p:nvPr/>
          </p:nvSpPr>
          <p:spPr bwMode="auto">
            <a:xfrm rot="-155667">
              <a:off x="4668838" y="4046538"/>
              <a:ext cx="53975" cy="14287"/>
            </a:xfrm>
            <a:prstGeom prst="rect">
              <a:avLst/>
            </a:prstGeom>
            <a:solidFill>
              <a:srgbClr val="E0E0E0"/>
            </a:solidFill>
            <a:ln w="6350">
              <a:solidFill>
                <a:srgbClr val="000000"/>
              </a:solidFill>
              <a:miter lim="800000"/>
              <a:headEnd/>
              <a:tailEnd/>
            </a:ln>
          </p:spPr>
          <p:txBody>
            <a:bodyPr/>
            <a:lstStyle/>
            <a:p>
              <a:pPr algn="ctr" eaLnBrk="0" hangingPunct="0"/>
              <a:endParaRPr lang="nl-BE"/>
            </a:p>
          </p:txBody>
        </p:sp>
        <p:sp>
          <p:nvSpPr>
            <p:cNvPr id="42304" name="Oval 304"/>
            <p:cNvSpPr>
              <a:spLocks noChangeArrowheads="1"/>
            </p:cNvSpPr>
            <p:nvPr/>
          </p:nvSpPr>
          <p:spPr bwMode="auto">
            <a:xfrm rot="-155667">
              <a:off x="4683125" y="4044950"/>
              <a:ext cx="23813" cy="19050"/>
            </a:xfrm>
            <a:prstGeom prst="ellipse">
              <a:avLst/>
            </a:prstGeom>
            <a:solidFill>
              <a:srgbClr val="E0E0E0"/>
            </a:solidFill>
            <a:ln w="6350">
              <a:solidFill>
                <a:srgbClr val="000000"/>
              </a:solidFill>
              <a:round/>
              <a:headEnd/>
              <a:tailEnd/>
            </a:ln>
          </p:spPr>
          <p:txBody>
            <a:bodyPr/>
            <a:lstStyle/>
            <a:p>
              <a:pPr algn="ctr" eaLnBrk="0" hangingPunct="0"/>
              <a:endParaRPr lang="nl-BE"/>
            </a:p>
          </p:txBody>
        </p:sp>
        <p:sp>
          <p:nvSpPr>
            <p:cNvPr id="42305" name="Oval 305"/>
            <p:cNvSpPr>
              <a:spLocks noChangeArrowheads="1"/>
            </p:cNvSpPr>
            <p:nvPr/>
          </p:nvSpPr>
          <p:spPr bwMode="auto">
            <a:xfrm rot="-155667">
              <a:off x="4689475" y="4049713"/>
              <a:ext cx="11113" cy="9525"/>
            </a:xfrm>
            <a:prstGeom prst="ellipse">
              <a:avLst/>
            </a:prstGeom>
            <a:solidFill>
              <a:srgbClr val="E0E0E0"/>
            </a:solidFill>
            <a:ln w="6350">
              <a:solidFill>
                <a:srgbClr val="000000"/>
              </a:solidFill>
              <a:round/>
              <a:headEnd/>
              <a:tailEnd/>
            </a:ln>
          </p:spPr>
          <p:txBody>
            <a:bodyPr/>
            <a:lstStyle/>
            <a:p>
              <a:pPr algn="ctr" eaLnBrk="0" hangingPunct="0"/>
              <a:endParaRPr lang="nl-BE"/>
            </a:p>
          </p:txBody>
        </p:sp>
        <p:sp>
          <p:nvSpPr>
            <p:cNvPr id="42306" name="Freeform 306"/>
            <p:cNvSpPr>
              <a:spLocks/>
            </p:cNvSpPr>
            <p:nvPr/>
          </p:nvSpPr>
          <p:spPr bwMode="auto">
            <a:xfrm rot="-155667">
              <a:off x="4629150" y="3157538"/>
              <a:ext cx="58738" cy="41275"/>
            </a:xfrm>
            <a:custGeom>
              <a:avLst/>
              <a:gdLst>
                <a:gd name="T0" fmla="*/ 0 w 93"/>
                <a:gd name="T1" fmla="*/ 0 h 114"/>
                <a:gd name="T2" fmla="*/ 2147483647 w 93"/>
                <a:gd name="T3" fmla="*/ 2147483647 h 114"/>
                <a:gd name="T4" fmla="*/ 2147483647 w 93"/>
                <a:gd name="T5" fmla="*/ 2147483647 h 114"/>
                <a:gd name="T6" fmla="*/ 0 w 93"/>
                <a:gd name="T7" fmla="*/ 2147483647 h 114"/>
                <a:gd name="T8" fmla="*/ 0 w 93"/>
                <a:gd name="T9" fmla="*/ 0 h 114"/>
                <a:gd name="T10" fmla="*/ 0 60000 65536"/>
                <a:gd name="T11" fmla="*/ 0 60000 65536"/>
                <a:gd name="T12" fmla="*/ 0 60000 65536"/>
                <a:gd name="T13" fmla="*/ 0 60000 65536"/>
                <a:gd name="T14" fmla="*/ 0 60000 65536"/>
                <a:gd name="T15" fmla="*/ 0 w 93"/>
                <a:gd name="T16" fmla="*/ 0 h 114"/>
                <a:gd name="T17" fmla="*/ 93 w 93"/>
                <a:gd name="T18" fmla="*/ 114 h 114"/>
              </a:gdLst>
              <a:ahLst/>
              <a:cxnLst>
                <a:cxn ang="T10">
                  <a:pos x="T0" y="T1"/>
                </a:cxn>
                <a:cxn ang="T11">
                  <a:pos x="T2" y="T3"/>
                </a:cxn>
                <a:cxn ang="T12">
                  <a:pos x="T4" y="T5"/>
                </a:cxn>
                <a:cxn ang="T13">
                  <a:pos x="T6" y="T7"/>
                </a:cxn>
                <a:cxn ang="T14">
                  <a:pos x="T8" y="T9"/>
                </a:cxn>
              </a:cxnLst>
              <a:rect l="T15" t="T16" r="T17" b="T18"/>
              <a:pathLst>
                <a:path w="93" h="114">
                  <a:moveTo>
                    <a:pt x="0" y="0"/>
                  </a:moveTo>
                  <a:lnTo>
                    <a:pt x="93" y="63"/>
                  </a:lnTo>
                  <a:lnTo>
                    <a:pt x="93" y="114"/>
                  </a:lnTo>
                  <a:lnTo>
                    <a:pt x="0" y="54"/>
                  </a:lnTo>
                  <a:lnTo>
                    <a:pt x="0" y="0"/>
                  </a:lnTo>
                  <a:close/>
                </a:path>
              </a:pathLst>
            </a:custGeom>
            <a:solidFill>
              <a:srgbClr val="E0E0E0"/>
            </a:solidFill>
            <a:ln w="6350">
              <a:solidFill>
                <a:srgbClr val="000000"/>
              </a:solidFill>
              <a:prstDash val="solid"/>
              <a:round/>
              <a:headEnd/>
              <a:tailEnd/>
            </a:ln>
          </p:spPr>
          <p:txBody>
            <a:bodyPr/>
            <a:lstStyle/>
            <a:p>
              <a:endParaRPr lang="nl-BE"/>
            </a:p>
          </p:txBody>
        </p:sp>
        <p:sp>
          <p:nvSpPr>
            <p:cNvPr id="42307" name="Oval 307"/>
            <p:cNvSpPr>
              <a:spLocks noChangeArrowheads="1"/>
            </p:cNvSpPr>
            <p:nvPr/>
          </p:nvSpPr>
          <p:spPr bwMode="auto">
            <a:xfrm rot="-155667">
              <a:off x="4649788" y="3168650"/>
              <a:ext cx="17462" cy="17463"/>
            </a:xfrm>
            <a:prstGeom prst="ellipse">
              <a:avLst/>
            </a:prstGeom>
            <a:solidFill>
              <a:srgbClr val="E0E0E0"/>
            </a:solidFill>
            <a:ln w="6350">
              <a:solidFill>
                <a:srgbClr val="000000"/>
              </a:solidFill>
              <a:round/>
              <a:headEnd/>
              <a:tailEnd/>
            </a:ln>
          </p:spPr>
          <p:txBody>
            <a:bodyPr/>
            <a:lstStyle/>
            <a:p>
              <a:pPr algn="ctr" eaLnBrk="0" hangingPunct="0"/>
              <a:endParaRPr lang="nl-BE"/>
            </a:p>
          </p:txBody>
        </p:sp>
        <p:sp>
          <p:nvSpPr>
            <p:cNvPr id="42308" name="Oval 308"/>
            <p:cNvSpPr>
              <a:spLocks noChangeArrowheads="1"/>
            </p:cNvSpPr>
            <p:nvPr/>
          </p:nvSpPr>
          <p:spPr bwMode="auto">
            <a:xfrm rot="-155667">
              <a:off x="4652963" y="3173413"/>
              <a:ext cx="9525" cy="7937"/>
            </a:xfrm>
            <a:prstGeom prst="ellipse">
              <a:avLst/>
            </a:prstGeom>
            <a:solidFill>
              <a:srgbClr val="E0E0E0"/>
            </a:solidFill>
            <a:ln w="6350">
              <a:solidFill>
                <a:srgbClr val="000000"/>
              </a:solidFill>
              <a:round/>
              <a:headEnd/>
              <a:tailEnd/>
            </a:ln>
          </p:spPr>
          <p:txBody>
            <a:bodyPr/>
            <a:lstStyle/>
            <a:p>
              <a:pPr algn="ctr" eaLnBrk="0" hangingPunct="0"/>
              <a:endParaRPr lang="nl-BE"/>
            </a:p>
          </p:txBody>
        </p:sp>
        <p:sp>
          <p:nvSpPr>
            <p:cNvPr id="42309" name="Freeform 309"/>
            <p:cNvSpPr>
              <a:spLocks/>
            </p:cNvSpPr>
            <p:nvPr/>
          </p:nvSpPr>
          <p:spPr bwMode="auto">
            <a:xfrm rot="-155667">
              <a:off x="3724275" y="3163888"/>
              <a:ext cx="908050" cy="938212"/>
            </a:xfrm>
            <a:custGeom>
              <a:avLst/>
              <a:gdLst>
                <a:gd name="T0" fmla="*/ 2147483647 w 1468"/>
                <a:gd name="T1" fmla="*/ 0 h 2621"/>
                <a:gd name="T2" fmla="*/ 2147483647 w 1468"/>
                <a:gd name="T3" fmla="*/ 2147483647 h 2621"/>
                <a:gd name="T4" fmla="*/ 2147483647 w 1468"/>
                <a:gd name="T5" fmla="*/ 2147483647 h 2621"/>
                <a:gd name="T6" fmla="*/ 0 w 1468"/>
                <a:gd name="T7" fmla="*/ 2147483647 h 2621"/>
                <a:gd name="T8" fmla="*/ 2147483647 w 1468"/>
                <a:gd name="T9" fmla="*/ 0 h 2621"/>
                <a:gd name="T10" fmla="*/ 0 60000 65536"/>
                <a:gd name="T11" fmla="*/ 0 60000 65536"/>
                <a:gd name="T12" fmla="*/ 0 60000 65536"/>
                <a:gd name="T13" fmla="*/ 0 60000 65536"/>
                <a:gd name="T14" fmla="*/ 0 60000 65536"/>
                <a:gd name="T15" fmla="*/ 0 w 1468"/>
                <a:gd name="T16" fmla="*/ 0 h 2621"/>
                <a:gd name="T17" fmla="*/ 1468 w 1468"/>
                <a:gd name="T18" fmla="*/ 2621 h 2621"/>
              </a:gdLst>
              <a:ahLst/>
              <a:cxnLst>
                <a:cxn ang="T10">
                  <a:pos x="T0" y="T1"/>
                </a:cxn>
                <a:cxn ang="T11">
                  <a:pos x="T2" y="T3"/>
                </a:cxn>
                <a:cxn ang="T12">
                  <a:pos x="T4" y="T5"/>
                </a:cxn>
                <a:cxn ang="T13">
                  <a:pos x="T6" y="T7"/>
                </a:cxn>
                <a:cxn ang="T14">
                  <a:pos x="T8" y="T9"/>
                </a:cxn>
              </a:cxnLst>
              <a:rect l="T15" t="T16" r="T17" b="T18"/>
              <a:pathLst>
                <a:path w="1468" h="2621">
                  <a:moveTo>
                    <a:pt x="1468" y="0"/>
                  </a:moveTo>
                  <a:lnTo>
                    <a:pt x="1465" y="2621"/>
                  </a:lnTo>
                  <a:lnTo>
                    <a:pt x="3" y="2562"/>
                  </a:lnTo>
                  <a:lnTo>
                    <a:pt x="0" y="164"/>
                  </a:lnTo>
                  <a:lnTo>
                    <a:pt x="1468" y="0"/>
                  </a:lnTo>
                  <a:close/>
                </a:path>
              </a:pathLst>
            </a:custGeom>
            <a:solidFill>
              <a:srgbClr val="A0A0A0"/>
            </a:solidFill>
            <a:ln w="6350">
              <a:solidFill>
                <a:srgbClr val="000000"/>
              </a:solidFill>
              <a:prstDash val="solid"/>
              <a:round/>
              <a:headEnd/>
              <a:tailEnd/>
            </a:ln>
          </p:spPr>
          <p:txBody>
            <a:bodyPr/>
            <a:lstStyle/>
            <a:p>
              <a:endParaRPr lang="nl-BE"/>
            </a:p>
          </p:txBody>
        </p:sp>
        <p:sp>
          <p:nvSpPr>
            <p:cNvPr id="42310" name="Freeform 310"/>
            <p:cNvSpPr>
              <a:spLocks/>
            </p:cNvSpPr>
            <p:nvPr/>
          </p:nvSpPr>
          <p:spPr bwMode="auto">
            <a:xfrm rot="-155667">
              <a:off x="3778250" y="3249613"/>
              <a:ext cx="363538" cy="758825"/>
            </a:xfrm>
            <a:custGeom>
              <a:avLst/>
              <a:gdLst>
                <a:gd name="T0" fmla="*/ 2147483647 w 589"/>
                <a:gd name="T1" fmla="*/ 0 h 2124"/>
                <a:gd name="T2" fmla="*/ 2147483647 w 589"/>
                <a:gd name="T3" fmla="*/ 2147483647 h 2124"/>
                <a:gd name="T4" fmla="*/ 0 w 589"/>
                <a:gd name="T5" fmla="*/ 2147483647 h 2124"/>
                <a:gd name="T6" fmla="*/ 0 w 589"/>
                <a:gd name="T7" fmla="*/ 2147483647 h 2124"/>
                <a:gd name="T8" fmla="*/ 2147483647 w 589"/>
                <a:gd name="T9" fmla="*/ 0 h 2124"/>
                <a:gd name="T10" fmla="*/ 0 60000 65536"/>
                <a:gd name="T11" fmla="*/ 0 60000 65536"/>
                <a:gd name="T12" fmla="*/ 0 60000 65536"/>
                <a:gd name="T13" fmla="*/ 0 60000 65536"/>
                <a:gd name="T14" fmla="*/ 0 60000 65536"/>
                <a:gd name="T15" fmla="*/ 0 w 589"/>
                <a:gd name="T16" fmla="*/ 0 h 2124"/>
                <a:gd name="T17" fmla="*/ 589 w 589"/>
                <a:gd name="T18" fmla="*/ 2124 h 2124"/>
              </a:gdLst>
              <a:ahLst/>
              <a:cxnLst>
                <a:cxn ang="T10">
                  <a:pos x="T0" y="T1"/>
                </a:cxn>
                <a:cxn ang="T11">
                  <a:pos x="T2" y="T3"/>
                </a:cxn>
                <a:cxn ang="T12">
                  <a:pos x="T4" y="T5"/>
                </a:cxn>
                <a:cxn ang="T13">
                  <a:pos x="T6" y="T7"/>
                </a:cxn>
                <a:cxn ang="T14">
                  <a:pos x="T8" y="T9"/>
                </a:cxn>
              </a:cxnLst>
              <a:rect l="T15" t="T16" r="T17" b="T18"/>
              <a:pathLst>
                <a:path w="589" h="2124">
                  <a:moveTo>
                    <a:pt x="589" y="0"/>
                  </a:moveTo>
                  <a:lnTo>
                    <a:pt x="589" y="2124"/>
                  </a:lnTo>
                  <a:lnTo>
                    <a:pt x="0" y="2124"/>
                  </a:lnTo>
                  <a:lnTo>
                    <a:pt x="0" y="65"/>
                  </a:lnTo>
                  <a:lnTo>
                    <a:pt x="589" y="0"/>
                  </a:lnTo>
                  <a:close/>
                </a:path>
              </a:pathLst>
            </a:custGeom>
            <a:solidFill>
              <a:srgbClr val="C0C0C0"/>
            </a:solidFill>
            <a:ln w="6350">
              <a:solidFill>
                <a:srgbClr val="000000"/>
              </a:solidFill>
              <a:prstDash val="solid"/>
              <a:round/>
              <a:headEnd/>
              <a:tailEnd/>
            </a:ln>
          </p:spPr>
          <p:txBody>
            <a:bodyPr/>
            <a:lstStyle/>
            <a:p>
              <a:endParaRPr lang="nl-BE"/>
            </a:p>
          </p:txBody>
        </p:sp>
        <p:sp>
          <p:nvSpPr>
            <p:cNvPr id="42311" name="Line 311"/>
            <p:cNvSpPr>
              <a:spLocks noChangeShapeType="1"/>
            </p:cNvSpPr>
            <p:nvPr/>
          </p:nvSpPr>
          <p:spPr bwMode="auto">
            <a:xfrm rot="-155667">
              <a:off x="3956050" y="3263900"/>
              <a:ext cx="1588" cy="749300"/>
            </a:xfrm>
            <a:prstGeom prst="line">
              <a:avLst/>
            </a:prstGeom>
            <a:noFill/>
            <a:ln w="6350">
              <a:solidFill>
                <a:srgbClr val="000000"/>
              </a:solidFill>
              <a:round/>
              <a:headEnd/>
              <a:tailEnd/>
            </a:ln>
          </p:spPr>
          <p:txBody>
            <a:bodyPr/>
            <a:lstStyle/>
            <a:p>
              <a:endParaRPr lang="nl-BE"/>
            </a:p>
          </p:txBody>
        </p:sp>
        <p:sp>
          <p:nvSpPr>
            <p:cNvPr id="42312" name="Freeform 312"/>
            <p:cNvSpPr>
              <a:spLocks/>
            </p:cNvSpPr>
            <p:nvPr/>
          </p:nvSpPr>
          <p:spPr bwMode="auto">
            <a:xfrm rot="-155667">
              <a:off x="4189413" y="3203575"/>
              <a:ext cx="385762" cy="785813"/>
            </a:xfrm>
            <a:custGeom>
              <a:avLst/>
              <a:gdLst>
                <a:gd name="T0" fmla="*/ 2147483647 w 624"/>
                <a:gd name="T1" fmla="*/ 0 h 2200"/>
                <a:gd name="T2" fmla="*/ 2147483647 w 624"/>
                <a:gd name="T3" fmla="*/ 2147483647 h 2200"/>
                <a:gd name="T4" fmla="*/ 0 w 624"/>
                <a:gd name="T5" fmla="*/ 2147483647 h 2200"/>
                <a:gd name="T6" fmla="*/ 0 w 624"/>
                <a:gd name="T7" fmla="*/ 2147483647 h 2200"/>
                <a:gd name="T8" fmla="*/ 2147483647 w 624"/>
                <a:gd name="T9" fmla="*/ 0 h 2200"/>
                <a:gd name="T10" fmla="*/ 0 60000 65536"/>
                <a:gd name="T11" fmla="*/ 0 60000 65536"/>
                <a:gd name="T12" fmla="*/ 0 60000 65536"/>
                <a:gd name="T13" fmla="*/ 0 60000 65536"/>
                <a:gd name="T14" fmla="*/ 0 60000 65536"/>
                <a:gd name="T15" fmla="*/ 0 w 624"/>
                <a:gd name="T16" fmla="*/ 0 h 2200"/>
                <a:gd name="T17" fmla="*/ 624 w 624"/>
                <a:gd name="T18" fmla="*/ 2200 h 2200"/>
              </a:gdLst>
              <a:ahLst/>
              <a:cxnLst>
                <a:cxn ang="T10">
                  <a:pos x="T0" y="T1"/>
                </a:cxn>
                <a:cxn ang="T11">
                  <a:pos x="T2" y="T3"/>
                </a:cxn>
                <a:cxn ang="T12">
                  <a:pos x="T4" y="T5"/>
                </a:cxn>
                <a:cxn ang="T13">
                  <a:pos x="T6" y="T7"/>
                </a:cxn>
                <a:cxn ang="T14">
                  <a:pos x="T8" y="T9"/>
                </a:cxn>
              </a:cxnLst>
              <a:rect l="T15" t="T16" r="T17" b="T18"/>
              <a:pathLst>
                <a:path w="624" h="2200">
                  <a:moveTo>
                    <a:pt x="624" y="0"/>
                  </a:moveTo>
                  <a:lnTo>
                    <a:pt x="622" y="2194"/>
                  </a:lnTo>
                  <a:lnTo>
                    <a:pt x="0" y="2200"/>
                  </a:lnTo>
                  <a:lnTo>
                    <a:pt x="0" y="69"/>
                  </a:lnTo>
                  <a:lnTo>
                    <a:pt x="624" y="0"/>
                  </a:lnTo>
                  <a:close/>
                </a:path>
              </a:pathLst>
            </a:custGeom>
            <a:solidFill>
              <a:srgbClr val="C0C0C0"/>
            </a:solidFill>
            <a:ln w="6350">
              <a:solidFill>
                <a:srgbClr val="000000"/>
              </a:solidFill>
              <a:prstDash val="solid"/>
              <a:round/>
              <a:headEnd/>
              <a:tailEnd/>
            </a:ln>
          </p:spPr>
          <p:txBody>
            <a:bodyPr/>
            <a:lstStyle/>
            <a:p>
              <a:endParaRPr lang="nl-BE"/>
            </a:p>
          </p:txBody>
        </p:sp>
        <p:sp>
          <p:nvSpPr>
            <p:cNvPr id="42313" name="Line 313"/>
            <p:cNvSpPr>
              <a:spLocks noChangeShapeType="1"/>
            </p:cNvSpPr>
            <p:nvPr/>
          </p:nvSpPr>
          <p:spPr bwMode="auto">
            <a:xfrm rot="-155667">
              <a:off x="4389438" y="3219450"/>
              <a:ext cx="1587" cy="773113"/>
            </a:xfrm>
            <a:prstGeom prst="line">
              <a:avLst/>
            </a:prstGeom>
            <a:noFill/>
            <a:ln w="6350">
              <a:solidFill>
                <a:srgbClr val="000000"/>
              </a:solidFill>
              <a:round/>
              <a:headEnd/>
              <a:tailEnd/>
            </a:ln>
          </p:spPr>
          <p:txBody>
            <a:bodyPr/>
            <a:lstStyle/>
            <a:p>
              <a:endParaRPr lang="nl-BE"/>
            </a:p>
          </p:txBody>
        </p:sp>
        <p:sp>
          <p:nvSpPr>
            <p:cNvPr id="42314" name="Freeform 314"/>
            <p:cNvSpPr>
              <a:spLocks/>
            </p:cNvSpPr>
            <p:nvPr/>
          </p:nvSpPr>
          <p:spPr bwMode="auto">
            <a:xfrm rot="-155667">
              <a:off x="4095750" y="3429000"/>
              <a:ext cx="123825" cy="26988"/>
            </a:xfrm>
            <a:custGeom>
              <a:avLst/>
              <a:gdLst>
                <a:gd name="T0" fmla="*/ 0 w 199"/>
                <a:gd name="T1" fmla="*/ 2147483647 h 76"/>
                <a:gd name="T2" fmla="*/ 2147483647 w 199"/>
                <a:gd name="T3" fmla="*/ 0 h 76"/>
                <a:gd name="T4" fmla="*/ 2147483647 w 199"/>
                <a:gd name="T5" fmla="*/ 2147483647 h 76"/>
                <a:gd name="T6" fmla="*/ 2147483647 w 199"/>
                <a:gd name="T7" fmla="*/ 2147483647 h 76"/>
                <a:gd name="T8" fmla="*/ 0 w 199"/>
                <a:gd name="T9" fmla="*/ 2147483647 h 76"/>
                <a:gd name="T10" fmla="*/ 0 60000 65536"/>
                <a:gd name="T11" fmla="*/ 0 60000 65536"/>
                <a:gd name="T12" fmla="*/ 0 60000 65536"/>
                <a:gd name="T13" fmla="*/ 0 60000 65536"/>
                <a:gd name="T14" fmla="*/ 0 60000 65536"/>
                <a:gd name="T15" fmla="*/ 0 w 199"/>
                <a:gd name="T16" fmla="*/ 0 h 76"/>
                <a:gd name="T17" fmla="*/ 199 w 199"/>
                <a:gd name="T18" fmla="*/ 76 h 76"/>
              </a:gdLst>
              <a:ahLst/>
              <a:cxnLst>
                <a:cxn ang="T10">
                  <a:pos x="T0" y="T1"/>
                </a:cxn>
                <a:cxn ang="T11">
                  <a:pos x="T2" y="T3"/>
                </a:cxn>
                <a:cxn ang="T12">
                  <a:pos x="T4" y="T5"/>
                </a:cxn>
                <a:cxn ang="T13">
                  <a:pos x="T6" y="T7"/>
                </a:cxn>
                <a:cxn ang="T14">
                  <a:pos x="T8" y="T9"/>
                </a:cxn>
              </a:cxnLst>
              <a:rect l="T15" t="T16" r="T17" b="T18"/>
              <a:pathLst>
                <a:path w="199" h="76">
                  <a:moveTo>
                    <a:pt x="0" y="13"/>
                  </a:moveTo>
                  <a:lnTo>
                    <a:pt x="199" y="0"/>
                  </a:lnTo>
                  <a:lnTo>
                    <a:pt x="199" y="64"/>
                  </a:lnTo>
                  <a:lnTo>
                    <a:pt x="1" y="76"/>
                  </a:lnTo>
                  <a:lnTo>
                    <a:pt x="0" y="13"/>
                  </a:lnTo>
                  <a:close/>
                </a:path>
              </a:pathLst>
            </a:custGeom>
            <a:solidFill>
              <a:srgbClr val="E0E0E0"/>
            </a:solidFill>
            <a:ln w="6350">
              <a:solidFill>
                <a:srgbClr val="000000"/>
              </a:solidFill>
              <a:prstDash val="solid"/>
              <a:round/>
              <a:headEnd/>
              <a:tailEnd/>
            </a:ln>
          </p:spPr>
          <p:txBody>
            <a:bodyPr/>
            <a:lstStyle/>
            <a:p>
              <a:endParaRPr lang="nl-BE"/>
            </a:p>
          </p:txBody>
        </p:sp>
        <p:sp>
          <p:nvSpPr>
            <p:cNvPr id="42315" name="Freeform 315"/>
            <p:cNvSpPr>
              <a:spLocks/>
            </p:cNvSpPr>
            <p:nvPr/>
          </p:nvSpPr>
          <p:spPr bwMode="auto">
            <a:xfrm rot="-155667">
              <a:off x="4113213" y="3792538"/>
              <a:ext cx="123825" cy="26987"/>
            </a:xfrm>
            <a:custGeom>
              <a:avLst/>
              <a:gdLst>
                <a:gd name="T0" fmla="*/ 0 w 199"/>
                <a:gd name="T1" fmla="*/ 2147483647 h 76"/>
                <a:gd name="T2" fmla="*/ 2147483647 w 199"/>
                <a:gd name="T3" fmla="*/ 0 h 76"/>
                <a:gd name="T4" fmla="*/ 2147483647 w 199"/>
                <a:gd name="T5" fmla="*/ 2147483647 h 76"/>
                <a:gd name="T6" fmla="*/ 2147483647 w 199"/>
                <a:gd name="T7" fmla="*/ 2147483647 h 76"/>
                <a:gd name="T8" fmla="*/ 0 w 199"/>
                <a:gd name="T9" fmla="*/ 2147483647 h 76"/>
                <a:gd name="T10" fmla="*/ 0 60000 65536"/>
                <a:gd name="T11" fmla="*/ 0 60000 65536"/>
                <a:gd name="T12" fmla="*/ 0 60000 65536"/>
                <a:gd name="T13" fmla="*/ 0 60000 65536"/>
                <a:gd name="T14" fmla="*/ 0 60000 65536"/>
                <a:gd name="T15" fmla="*/ 0 w 199"/>
                <a:gd name="T16" fmla="*/ 0 h 76"/>
                <a:gd name="T17" fmla="*/ 199 w 199"/>
                <a:gd name="T18" fmla="*/ 76 h 76"/>
              </a:gdLst>
              <a:ahLst/>
              <a:cxnLst>
                <a:cxn ang="T10">
                  <a:pos x="T0" y="T1"/>
                </a:cxn>
                <a:cxn ang="T11">
                  <a:pos x="T2" y="T3"/>
                </a:cxn>
                <a:cxn ang="T12">
                  <a:pos x="T4" y="T5"/>
                </a:cxn>
                <a:cxn ang="T13">
                  <a:pos x="T6" y="T7"/>
                </a:cxn>
                <a:cxn ang="T14">
                  <a:pos x="T8" y="T9"/>
                </a:cxn>
              </a:cxnLst>
              <a:rect l="T15" t="T16" r="T17" b="T18"/>
              <a:pathLst>
                <a:path w="199" h="76">
                  <a:moveTo>
                    <a:pt x="0" y="12"/>
                  </a:moveTo>
                  <a:lnTo>
                    <a:pt x="199" y="0"/>
                  </a:lnTo>
                  <a:lnTo>
                    <a:pt x="199" y="63"/>
                  </a:lnTo>
                  <a:lnTo>
                    <a:pt x="1" y="76"/>
                  </a:lnTo>
                  <a:lnTo>
                    <a:pt x="0" y="12"/>
                  </a:lnTo>
                  <a:close/>
                </a:path>
              </a:pathLst>
            </a:custGeom>
            <a:solidFill>
              <a:srgbClr val="E0E0E0"/>
            </a:solidFill>
            <a:ln w="6350">
              <a:solidFill>
                <a:srgbClr val="000000"/>
              </a:solidFill>
              <a:prstDash val="solid"/>
              <a:round/>
              <a:headEnd/>
              <a:tailEnd/>
            </a:ln>
          </p:spPr>
          <p:txBody>
            <a:bodyPr/>
            <a:lstStyle/>
            <a:p>
              <a:endParaRPr lang="nl-BE"/>
            </a:p>
          </p:txBody>
        </p:sp>
        <p:sp>
          <p:nvSpPr>
            <p:cNvPr id="42316" name="Oval 316"/>
            <p:cNvSpPr>
              <a:spLocks noChangeArrowheads="1"/>
            </p:cNvSpPr>
            <p:nvPr/>
          </p:nvSpPr>
          <p:spPr bwMode="auto">
            <a:xfrm rot="-155667">
              <a:off x="3756025" y="4030663"/>
              <a:ext cx="55563" cy="47625"/>
            </a:xfrm>
            <a:prstGeom prst="ellipse">
              <a:avLst/>
            </a:prstGeom>
            <a:solidFill>
              <a:srgbClr val="FF0000"/>
            </a:solidFill>
            <a:ln w="6350">
              <a:solidFill>
                <a:srgbClr val="000000"/>
              </a:solidFill>
              <a:round/>
              <a:headEnd/>
              <a:tailEnd/>
            </a:ln>
          </p:spPr>
          <p:txBody>
            <a:bodyPr/>
            <a:lstStyle/>
            <a:p>
              <a:pPr algn="ctr" eaLnBrk="0" hangingPunct="0"/>
              <a:endParaRPr lang="nl-BE"/>
            </a:p>
          </p:txBody>
        </p:sp>
        <p:sp>
          <p:nvSpPr>
            <p:cNvPr id="42317" name="Oval 317"/>
            <p:cNvSpPr>
              <a:spLocks noChangeArrowheads="1"/>
            </p:cNvSpPr>
            <p:nvPr/>
          </p:nvSpPr>
          <p:spPr bwMode="auto">
            <a:xfrm rot="-155667">
              <a:off x="3824288" y="4027488"/>
              <a:ext cx="55562" cy="47625"/>
            </a:xfrm>
            <a:prstGeom prst="ellipse">
              <a:avLst/>
            </a:prstGeom>
            <a:solidFill>
              <a:srgbClr val="FF0000"/>
            </a:solidFill>
            <a:ln w="6350">
              <a:solidFill>
                <a:srgbClr val="000000"/>
              </a:solidFill>
              <a:round/>
              <a:headEnd/>
              <a:tailEnd/>
            </a:ln>
          </p:spPr>
          <p:txBody>
            <a:bodyPr/>
            <a:lstStyle/>
            <a:p>
              <a:pPr algn="ctr" eaLnBrk="0" hangingPunct="0"/>
              <a:endParaRPr lang="nl-BE"/>
            </a:p>
          </p:txBody>
        </p:sp>
        <p:sp>
          <p:nvSpPr>
            <p:cNvPr id="42318" name="Oval 318"/>
            <p:cNvSpPr>
              <a:spLocks noChangeArrowheads="1"/>
            </p:cNvSpPr>
            <p:nvPr/>
          </p:nvSpPr>
          <p:spPr bwMode="auto">
            <a:xfrm rot="-155667">
              <a:off x="3883025" y="4025900"/>
              <a:ext cx="53975" cy="47625"/>
            </a:xfrm>
            <a:prstGeom prst="ellipse">
              <a:avLst/>
            </a:prstGeom>
            <a:solidFill>
              <a:srgbClr val="E0E000"/>
            </a:solidFill>
            <a:ln w="6350">
              <a:solidFill>
                <a:srgbClr val="000000"/>
              </a:solidFill>
              <a:round/>
              <a:headEnd/>
              <a:tailEnd/>
            </a:ln>
          </p:spPr>
          <p:txBody>
            <a:bodyPr/>
            <a:lstStyle/>
            <a:p>
              <a:pPr algn="ctr" eaLnBrk="0" hangingPunct="0"/>
              <a:endParaRPr lang="nl-BE"/>
            </a:p>
          </p:txBody>
        </p:sp>
        <p:sp>
          <p:nvSpPr>
            <p:cNvPr id="42319" name="Oval 319"/>
            <p:cNvSpPr>
              <a:spLocks noChangeArrowheads="1"/>
            </p:cNvSpPr>
            <p:nvPr/>
          </p:nvSpPr>
          <p:spPr bwMode="auto">
            <a:xfrm rot="-155667">
              <a:off x="4554538" y="4010025"/>
              <a:ext cx="55562" cy="47625"/>
            </a:xfrm>
            <a:prstGeom prst="ellipse">
              <a:avLst/>
            </a:prstGeom>
            <a:solidFill>
              <a:srgbClr val="FF0000"/>
            </a:solidFill>
            <a:ln w="6350">
              <a:solidFill>
                <a:srgbClr val="000000"/>
              </a:solidFill>
              <a:round/>
              <a:headEnd/>
              <a:tailEnd/>
            </a:ln>
          </p:spPr>
          <p:txBody>
            <a:bodyPr/>
            <a:lstStyle/>
            <a:p>
              <a:pPr algn="ctr" eaLnBrk="0" hangingPunct="0"/>
              <a:endParaRPr lang="nl-BE"/>
            </a:p>
          </p:txBody>
        </p:sp>
        <p:sp>
          <p:nvSpPr>
            <p:cNvPr id="42320" name="Oval 320"/>
            <p:cNvSpPr>
              <a:spLocks noChangeArrowheads="1"/>
            </p:cNvSpPr>
            <p:nvPr/>
          </p:nvSpPr>
          <p:spPr bwMode="auto">
            <a:xfrm rot="-155667">
              <a:off x="4486275" y="4013200"/>
              <a:ext cx="55563" cy="47625"/>
            </a:xfrm>
            <a:prstGeom prst="ellipse">
              <a:avLst/>
            </a:prstGeom>
            <a:solidFill>
              <a:srgbClr val="FF0000"/>
            </a:solidFill>
            <a:ln w="6350">
              <a:solidFill>
                <a:srgbClr val="000000"/>
              </a:solidFill>
              <a:round/>
              <a:headEnd/>
              <a:tailEnd/>
            </a:ln>
          </p:spPr>
          <p:txBody>
            <a:bodyPr/>
            <a:lstStyle/>
            <a:p>
              <a:pPr algn="ctr" eaLnBrk="0" hangingPunct="0"/>
              <a:endParaRPr lang="nl-BE"/>
            </a:p>
          </p:txBody>
        </p:sp>
        <p:sp>
          <p:nvSpPr>
            <p:cNvPr id="42321" name="Oval 321"/>
            <p:cNvSpPr>
              <a:spLocks noChangeArrowheads="1"/>
            </p:cNvSpPr>
            <p:nvPr/>
          </p:nvSpPr>
          <p:spPr bwMode="auto">
            <a:xfrm rot="-155667">
              <a:off x="4427538" y="4014788"/>
              <a:ext cx="55562" cy="47625"/>
            </a:xfrm>
            <a:prstGeom prst="ellipse">
              <a:avLst/>
            </a:prstGeom>
            <a:solidFill>
              <a:srgbClr val="E0E000"/>
            </a:solidFill>
            <a:ln w="6350">
              <a:solidFill>
                <a:srgbClr val="000000"/>
              </a:solidFill>
              <a:round/>
              <a:headEnd/>
              <a:tailEnd/>
            </a:ln>
          </p:spPr>
          <p:txBody>
            <a:bodyPr/>
            <a:lstStyle/>
            <a:p>
              <a:pPr algn="ctr" eaLnBrk="0" hangingPunct="0"/>
              <a:endParaRPr lang="nl-BE"/>
            </a:p>
          </p:txBody>
        </p:sp>
        <p:sp>
          <p:nvSpPr>
            <p:cNvPr id="42322" name="Freeform 322"/>
            <p:cNvSpPr>
              <a:spLocks/>
            </p:cNvSpPr>
            <p:nvPr/>
          </p:nvSpPr>
          <p:spPr bwMode="auto">
            <a:xfrm rot="-155667">
              <a:off x="5819775" y="3478213"/>
              <a:ext cx="65088" cy="528637"/>
            </a:xfrm>
            <a:custGeom>
              <a:avLst/>
              <a:gdLst>
                <a:gd name="T0" fmla="*/ 0 w 104"/>
                <a:gd name="T1" fmla="*/ 2147483647 h 1478"/>
                <a:gd name="T2" fmla="*/ 2147483647 w 104"/>
                <a:gd name="T3" fmla="*/ 2147483647 h 1478"/>
                <a:gd name="T4" fmla="*/ 2147483647 w 104"/>
                <a:gd name="T5" fmla="*/ 2147483647 h 1478"/>
                <a:gd name="T6" fmla="*/ 2147483647 w 104"/>
                <a:gd name="T7" fmla="*/ 2147483647 h 1478"/>
                <a:gd name="T8" fmla="*/ 2147483647 w 104"/>
                <a:gd name="T9" fmla="*/ 2147483647 h 1478"/>
                <a:gd name="T10" fmla="*/ 2147483647 w 104"/>
                <a:gd name="T11" fmla="*/ 2147483647 h 1478"/>
                <a:gd name="T12" fmla="*/ 2147483647 w 104"/>
                <a:gd name="T13" fmla="*/ 2147483647 h 1478"/>
                <a:gd name="T14" fmla="*/ 2147483647 w 104"/>
                <a:gd name="T15" fmla="*/ 0 h 1478"/>
                <a:gd name="T16" fmla="*/ 2147483647 w 104"/>
                <a:gd name="T17" fmla="*/ 0 h 1478"/>
                <a:gd name="T18" fmla="*/ 2147483647 w 104"/>
                <a:gd name="T19" fmla="*/ 2147483647 h 1478"/>
                <a:gd name="T20" fmla="*/ 2147483647 w 104"/>
                <a:gd name="T21" fmla="*/ 2147483647 h 1478"/>
                <a:gd name="T22" fmla="*/ 2147483647 w 104"/>
                <a:gd name="T23" fmla="*/ 2147483647 h 1478"/>
                <a:gd name="T24" fmla="*/ 2147483647 w 104"/>
                <a:gd name="T25" fmla="*/ 2147483647 h 1478"/>
                <a:gd name="T26" fmla="*/ 2147483647 w 104"/>
                <a:gd name="T27" fmla="*/ 2147483647 h 1478"/>
                <a:gd name="T28" fmla="*/ 2147483647 w 104"/>
                <a:gd name="T29" fmla="*/ 2147483647 h 1478"/>
                <a:gd name="T30" fmla="*/ 2147483647 w 104"/>
                <a:gd name="T31" fmla="*/ 2147483647 h 1478"/>
                <a:gd name="T32" fmla="*/ 2147483647 w 104"/>
                <a:gd name="T33" fmla="*/ 2147483647 h 1478"/>
                <a:gd name="T34" fmla="*/ 2147483647 w 104"/>
                <a:gd name="T35" fmla="*/ 2147483647 h 1478"/>
                <a:gd name="T36" fmla="*/ 2147483647 w 104"/>
                <a:gd name="T37" fmla="*/ 2147483647 h 1478"/>
                <a:gd name="T38" fmla="*/ 2147483647 w 104"/>
                <a:gd name="T39" fmla="*/ 2147483647 h 1478"/>
                <a:gd name="T40" fmla="*/ 0 w 104"/>
                <a:gd name="T41" fmla="*/ 2147483647 h 1478"/>
                <a:gd name="T42" fmla="*/ 0 w 104"/>
                <a:gd name="T43" fmla="*/ 2147483647 h 147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4"/>
                <a:gd name="T67" fmla="*/ 0 h 1478"/>
                <a:gd name="T68" fmla="*/ 104 w 104"/>
                <a:gd name="T69" fmla="*/ 1478 h 147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4" h="1478">
                  <a:moveTo>
                    <a:pt x="0" y="1421"/>
                  </a:moveTo>
                  <a:lnTo>
                    <a:pt x="40" y="1421"/>
                  </a:lnTo>
                  <a:lnTo>
                    <a:pt x="45" y="1419"/>
                  </a:lnTo>
                  <a:lnTo>
                    <a:pt x="49" y="1418"/>
                  </a:lnTo>
                  <a:lnTo>
                    <a:pt x="54" y="1415"/>
                  </a:lnTo>
                  <a:lnTo>
                    <a:pt x="56" y="1410"/>
                  </a:lnTo>
                  <a:lnTo>
                    <a:pt x="59" y="1403"/>
                  </a:lnTo>
                  <a:lnTo>
                    <a:pt x="59" y="0"/>
                  </a:lnTo>
                  <a:lnTo>
                    <a:pt x="104" y="0"/>
                  </a:lnTo>
                  <a:lnTo>
                    <a:pt x="104" y="1410"/>
                  </a:lnTo>
                  <a:lnTo>
                    <a:pt x="103" y="1421"/>
                  </a:lnTo>
                  <a:lnTo>
                    <a:pt x="103" y="1430"/>
                  </a:lnTo>
                  <a:lnTo>
                    <a:pt x="101" y="1440"/>
                  </a:lnTo>
                  <a:lnTo>
                    <a:pt x="97" y="1449"/>
                  </a:lnTo>
                  <a:lnTo>
                    <a:pt x="91" y="1458"/>
                  </a:lnTo>
                  <a:lnTo>
                    <a:pt x="85" y="1464"/>
                  </a:lnTo>
                  <a:lnTo>
                    <a:pt x="79" y="1470"/>
                  </a:lnTo>
                  <a:lnTo>
                    <a:pt x="73" y="1473"/>
                  </a:lnTo>
                  <a:lnTo>
                    <a:pt x="66" y="1476"/>
                  </a:lnTo>
                  <a:lnTo>
                    <a:pt x="59" y="1478"/>
                  </a:lnTo>
                  <a:lnTo>
                    <a:pt x="0" y="1478"/>
                  </a:lnTo>
                  <a:lnTo>
                    <a:pt x="0" y="1421"/>
                  </a:lnTo>
                  <a:close/>
                </a:path>
              </a:pathLst>
            </a:custGeom>
            <a:solidFill>
              <a:srgbClr val="C0C0C0"/>
            </a:solidFill>
            <a:ln w="6350">
              <a:solidFill>
                <a:srgbClr val="000000"/>
              </a:solidFill>
              <a:prstDash val="solid"/>
              <a:round/>
              <a:headEnd/>
              <a:tailEnd/>
            </a:ln>
          </p:spPr>
          <p:txBody>
            <a:bodyPr/>
            <a:lstStyle/>
            <a:p>
              <a:endParaRPr lang="nl-BE"/>
            </a:p>
          </p:txBody>
        </p:sp>
        <p:sp>
          <p:nvSpPr>
            <p:cNvPr id="42323" name="Oval 323"/>
            <p:cNvSpPr>
              <a:spLocks noChangeArrowheads="1"/>
            </p:cNvSpPr>
            <p:nvPr/>
          </p:nvSpPr>
          <p:spPr bwMode="auto">
            <a:xfrm rot="-155667">
              <a:off x="5843588" y="3475038"/>
              <a:ext cx="26987" cy="4762"/>
            </a:xfrm>
            <a:prstGeom prst="ellipse">
              <a:avLst/>
            </a:prstGeom>
            <a:solidFill>
              <a:srgbClr val="404040"/>
            </a:solidFill>
            <a:ln w="6350">
              <a:solidFill>
                <a:srgbClr val="000000"/>
              </a:solidFill>
              <a:round/>
              <a:headEnd/>
              <a:tailEnd/>
            </a:ln>
          </p:spPr>
          <p:txBody>
            <a:bodyPr/>
            <a:lstStyle/>
            <a:p>
              <a:pPr algn="ctr" eaLnBrk="0" hangingPunct="0"/>
              <a:endParaRPr lang="nl-BE"/>
            </a:p>
          </p:txBody>
        </p:sp>
        <p:sp>
          <p:nvSpPr>
            <p:cNvPr id="42324" name="Freeform 324"/>
            <p:cNvSpPr>
              <a:spLocks/>
            </p:cNvSpPr>
            <p:nvPr/>
          </p:nvSpPr>
          <p:spPr bwMode="auto">
            <a:xfrm rot="-155667">
              <a:off x="5842000" y="3460750"/>
              <a:ext cx="23813" cy="19050"/>
            </a:xfrm>
            <a:custGeom>
              <a:avLst/>
              <a:gdLst>
                <a:gd name="T0" fmla="*/ 0 w 39"/>
                <a:gd name="T1" fmla="*/ 2147483647 h 50"/>
                <a:gd name="T2" fmla="*/ 2147483647 w 39"/>
                <a:gd name="T3" fmla="*/ 2147483647 h 50"/>
                <a:gd name="T4" fmla="*/ 2147483647 w 39"/>
                <a:gd name="T5" fmla="*/ 2147483647 h 50"/>
                <a:gd name="T6" fmla="*/ 2147483647 w 39"/>
                <a:gd name="T7" fmla="*/ 2147483647 h 50"/>
                <a:gd name="T8" fmla="*/ 2147483647 w 39"/>
                <a:gd name="T9" fmla="*/ 2147483647 h 50"/>
                <a:gd name="T10" fmla="*/ 2147483647 w 39"/>
                <a:gd name="T11" fmla="*/ 2147483647 h 50"/>
                <a:gd name="T12" fmla="*/ 2147483647 w 39"/>
                <a:gd name="T13" fmla="*/ 0 h 50"/>
                <a:gd name="T14" fmla="*/ 2147483647 w 39"/>
                <a:gd name="T15" fmla="*/ 0 h 50"/>
                <a:gd name="T16" fmla="*/ 2147483647 w 39"/>
                <a:gd name="T17" fmla="*/ 2147483647 h 50"/>
                <a:gd name="T18" fmla="*/ 2147483647 w 39"/>
                <a:gd name="T19" fmla="*/ 2147483647 h 50"/>
                <a:gd name="T20" fmla="*/ 2147483647 w 39"/>
                <a:gd name="T21" fmla="*/ 2147483647 h 50"/>
                <a:gd name="T22" fmla="*/ 2147483647 w 39"/>
                <a:gd name="T23" fmla="*/ 2147483647 h 50"/>
                <a:gd name="T24" fmla="*/ 2147483647 w 39"/>
                <a:gd name="T25" fmla="*/ 2147483647 h 50"/>
                <a:gd name="T26" fmla="*/ 2147483647 w 39"/>
                <a:gd name="T27" fmla="*/ 2147483647 h 50"/>
                <a:gd name="T28" fmla="*/ 2147483647 w 39"/>
                <a:gd name="T29" fmla="*/ 2147483647 h 50"/>
                <a:gd name="T30" fmla="*/ 0 w 39"/>
                <a:gd name="T31" fmla="*/ 2147483647 h 5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9"/>
                <a:gd name="T49" fmla="*/ 0 h 50"/>
                <a:gd name="T50" fmla="*/ 39 w 39"/>
                <a:gd name="T51" fmla="*/ 50 h 5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9" h="50">
                  <a:moveTo>
                    <a:pt x="0" y="50"/>
                  </a:moveTo>
                  <a:lnTo>
                    <a:pt x="7" y="35"/>
                  </a:lnTo>
                  <a:lnTo>
                    <a:pt x="14" y="21"/>
                  </a:lnTo>
                  <a:lnTo>
                    <a:pt x="19" y="14"/>
                  </a:lnTo>
                  <a:lnTo>
                    <a:pt x="24" y="9"/>
                  </a:lnTo>
                  <a:lnTo>
                    <a:pt x="29" y="5"/>
                  </a:lnTo>
                  <a:lnTo>
                    <a:pt x="34" y="0"/>
                  </a:lnTo>
                  <a:lnTo>
                    <a:pt x="38" y="0"/>
                  </a:lnTo>
                  <a:lnTo>
                    <a:pt x="39" y="6"/>
                  </a:lnTo>
                  <a:lnTo>
                    <a:pt x="35" y="17"/>
                  </a:lnTo>
                  <a:lnTo>
                    <a:pt x="31" y="23"/>
                  </a:lnTo>
                  <a:lnTo>
                    <a:pt x="25" y="32"/>
                  </a:lnTo>
                  <a:lnTo>
                    <a:pt x="19" y="38"/>
                  </a:lnTo>
                  <a:lnTo>
                    <a:pt x="11" y="47"/>
                  </a:lnTo>
                  <a:lnTo>
                    <a:pt x="5" y="50"/>
                  </a:lnTo>
                  <a:lnTo>
                    <a:pt x="0" y="50"/>
                  </a:lnTo>
                  <a:close/>
                </a:path>
              </a:pathLst>
            </a:custGeom>
            <a:solidFill>
              <a:srgbClr val="FFFFFF"/>
            </a:solidFill>
            <a:ln w="6350">
              <a:solidFill>
                <a:srgbClr val="000000"/>
              </a:solidFill>
              <a:prstDash val="solid"/>
              <a:round/>
              <a:headEnd/>
              <a:tailEnd/>
            </a:ln>
          </p:spPr>
          <p:txBody>
            <a:bodyPr/>
            <a:lstStyle/>
            <a:p>
              <a:endParaRPr lang="nl-BE"/>
            </a:p>
          </p:txBody>
        </p:sp>
        <p:sp>
          <p:nvSpPr>
            <p:cNvPr id="42325" name="Freeform 325"/>
            <p:cNvSpPr>
              <a:spLocks/>
            </p:cNvSpPr>
            <p:nvPr/>
          </p:nvSpPr>
          <p:spPr bwMode="auto">
            <a:xfrm rot="-155667">
              <a:off x="5870575" y="3703638"/>
              <a:ext cx="23813" cy="171450"/>
            </a:xfrm>
            <a:custGeom>
              <a:avLst/>
              <a:gdLst>
                <a:gd name="T0" fmla="*/ 0 w 39"/>
                <a:gd name="T1" fmla="*/ 0 h 479"/>
                <a:gd name="T2" fmla="*/ 2147483647 w 39"/>
                <a:gd name="T3" fmla="*/ 2147483647 h 479"/>
                <a:gd name="T4" fmla="*/ 2147483647 w 39"/>
                <a:gd name="T5" fmla="*/ 2147483647 h 479"/>
                <a:gd name="T6" fmla="*/ 0 w 39"/>
                <a:gd name="T7" fmla="*/ 2147483647 h 479"/>
                <a:gd name="T8" fmla="*/ 0 w 39"/>
                <a:gd name="T9" fmla="*/ 0 h 479"/>
                <a:gd name="T10" fmla="*/ 0 60000 65536"/>
                <a:gd name="T11" fmla="*/ 0 60000 65536"/>
                <a:gd name="T12" fmla="*/ 0 60000 65536"/>
                <a:gd name="T13" fmla="*/ 0 60000 65536"/>
                <a:gd name="T14" fmla="*/ 0 60000 65536"/>
                <a:gd name="T15" fmla="*/ 0 w 39"/>
                <a:gd name="T16" fmla="*/ 0 h 479"/>
                <a:gd name="T17" fmla="*/ 39 w 39"/>
                <a:gd name="T18" fmla="*/ 479 h 479"/>
              </a:gdLst>
              <a:ahLst/>
              <a:cxnLst>
                <a:cxn ang="T10">
                  <a:pos x="T0" y="T1"/>
                </a:cxn>
                <a:cxn ang="T11">
                  <a:pos x="T2" y="T3"/>
                </a:cxn>
                <a:cxn ang="T12">
                  <a:pos x="T4" y="T5"/>
                </a:cxn>
                <a:cxn ang="T13">
                  <a:pos x="T6" y="T7"/>
                </a:cxn>
                <a:cxn ang="T14">
                  <a:pos x="T8" y="T9"/>
                </a:cxn>
              </a:cxnLst>
              <a:rect l="T15" t="T16" r="T17" b="T18"/>
              <a:pathLst>
                <a:path w="39" h="479">
                  <a:moveTo>
                    <a:pt x="0" y="0"/>
                  </a:moveTo>
                  <a:lnTo>
                    <a:pt x="39" y="14"/>
                  </a:lnTo>
                  <a:lnTo>
                    <a:pt x="39" y="464"/>
                  </a:lnTo>
                  <a:lnTo>
                    <a:pt x="0" y="479"/>
                  </a:lnTo>
                  <a:lnTo>
                    <a:pt x="0" y="0"/>
                  </a:lnTo>
                  <a:close/>
                </a:path>
              </a:pathLst>
            </a:custGeom>
            <a:solidFill>
              <a:srgbClr val="606060"/>
            </a:solidFill>
            <a:ln w="6350">
              <a:solidFill>
                <a:srgbClr val="000000"/>
              </a:solidFill>
              <a:prstDash val="solid"/>
              <a:round/>
              <a:headEnd/>
              <a:tailEnd/>
            </a:ln>
          </p:spPr>
          <p:txBody>
            <a:bodyPr/>
            <a:lstStyle/>
            <a:p>
              <a:endParaRPr lang="nl-BE"/>
            </a:p>
          </p:txBody>
        </p:sp>
        <p:sp>
          <p:nvSpPr>
            <p:cNvPr id="42326" name="Freeform 326"/>
            <p:cNvSpPr>
              <a:spLocks/>
            </p:cNvSpPr>
            <p:nvPr/>
          </p:nvSpPr>
          <p:spPr bwMode="auto">
            <a:xfrm rot="-155667">
              <a:off x="5846763" y="3705225"/>
              <a:ext cx="25400" cy="171450"/>
            </a:xfrm>
            <a:custGeom>
              <a:avLst/>
              <a:gdLst>
                <a:gd name="T0" fmla="*/ 2147483647 w 42"/>
                <a:gd name="T1" fmla="*/ 2147483647 h 480"/>
                <a:gd name="T2" fmla="*/ 2147483647 w 42"/>
                <a:gd name="T3" fmla="*/ 2147483647 h 480"/>
                <a:gd name="T4" fmla="*/ 0 w 42"/>
                <a:gd name="T5" fmla="*/ 2147483647 h 480"/>
                <a:gd name="T6" fmla="*/ 0 w 42"/>
                <a:gd name="T7" fmla="*/ 0 h 480"/>
                <a:gd name="T8" fmla="*/ 2147483647 w 42"/>
                <a:gd name="T9" fmla="*/ 2147483647 h 480"/>
                <a:gd name="T10" fmla="*/ 0 60000 65536"/>
                <a:gd name="T11" fmla="*/ 0 60000 65536"/>
                <a:gd name="T12" fmla="*/ 0 60000 65536"/>
                <a:gd name="T13" fmla="*/ 0 60000 65536"/>
                <a:gd name="T14" fmla="*/ 0 60000 65536"/>
                <a:gd name="T15" fmla="*/ 0 w 42"/>
                <a:gd name="T16" fmla="*/ 0 h 480"/>
                <a:gd name="T17" fmla="*/ 42 w 42"/>
                <a:gd name="T18" fmla="*/ 480 h 480"/>
              </a:gdLst>
              <a:ahLst/>
              <a:cxnLst>
                <a:cxn ang="T10">
                  <a:pos x="T0" y="T1"/>
                </a:cxn>
                <a:cxn ang="T11">
                  <a:pos x="T2" y="T3"/>
                </a:cxn>
                <a:cxn ang="T12">
                  <a:pos x="T4" y="T5"/>
                </a:cxn>
                <a:cxn ang="T13">
                  <a:pos x="T6" y="T7"/>
                </a:cxn>
                <a:cxn ang="T14">
                  <a:pos x="T8" y="T9"/>
                </a:cxn>
              </a:cxnLst>
              <a:rect l="T15" t="T16" r="T17" b="T18"/>
              <a:pathLst>
                <a:path w="42" h="480">
                  <a:moveTo>
                    <a:pt x="42" y="1"/>
                  </a:moveTo>
                  <a:lnTo>
                    <a:pt x="42" y="480"/>
                  </a:lnTo>
                  <a:lnTo>
                    <a:pt x="0" y="480"/>
                  </a:lnTo>
                  <a:lnTo>
                    <a:pt x="0" y="0"/>
                  </a:lnTo>
                  <a:lnTo>
                    <a:pt x="42" y="1"/>
                  </a:lnTo>
                  <a:close/>
                </a:path>
              </a:pathLst>
            </a:custGeom>
            <a:solidFill>
              <a:srgbClr val="202020"/>
            </a:solidFill>
            <a:ln w="6350">
              <a:solidFill>
                <a:srgbClr val="000000"/>
              </a:solidFill>
              <a:prstDash val="solid"/>
              <a:round/>
              <a:headEnd/>
              <a:tailEnd/>
            </a:ln>
          </p:spPr>
          <p:txBody>
            <a:bodyPr/>
            <a:lstStyle/>
            <a:p>
              <a:endParaRPr lang="nl-BE"/>
            </a:p>
          </p:txBody>
        </p:sp>
        <p:sp>
          <p:nvSpPr>
            <p:cNvPr id="42327" name="Freeform 327"/>
            <p:cNvSpPr>
              <a:spLocks/>
            </p:cNvSpPr>
            <p:nvPr/>
          </p:nvSpPr>
          <p:spPr bwMode="auto">
            <a:xfrm rot="-155667">
              <a:off x="4002088" y="4108450"/>
              <a:ext cx="173037" cy="296863"/>
            </a:xfrm>
            <a:custGeom>
              <a:avLst/>
              <a:gdLst>
                <a:gd name="T0" fmla="*/ 2147483647 w 281"/>
                <a:gd name="T1" fmla="*/ 0 h 834"/>
                <a:gd name="T2" fmla="*/ 2147483647 w 281"/>
                <a:gd name="T3" fmla="*/ 0 h 834"/>
                <a:gd name="T4" fmla="*/ 2147483647 w 281"/>
                <a:gd name="T5" fmla="*/ 2147483647 h 834"/>
                <a:gd name="T6" fmla="*/ 2147483647 w 281"/>
                <a:gd name="T7" fmla="*/ 2147483647 h 834"/>
                <a:gd name="T8" fmla="*/ 2147483647 w 281"/>
                <a:gd name="T9" fmla="*/ 2147483647 h 834"/>
                <a:gd name="T10" fmla="*/ 2147483647 w 281"/>
                <a:gd name="T11" fmla="*/ 2147483647 h 834"/>
                <a:gd name="T12" fmla="*/ 2147483647 w 281"/>
                <a:gd name="T13" fmla="*/ 2147483647 h 834"/>
                <a:gd name="T14" fmla="*/ 2147483647 w 281"/>
                <a:gd name="T15" fmla="*/ 2147483647 h 834"/>
                <a:gd name="T16" fmla="*/ 2147483647 w 281"/>
                <a:gd name="T17" fmla="*/ 2147483647 h 834"/>
                <a:gd name="T18" fmla="*/ 2147483647 w 281"/>
                <a:gd name="T19" fmla="*/ 2147483647 h 834"/>
                <a:gd name="T20" fmla="*/ 2147483647 w 281"/>
                <a:gd name="T21" fmla="*/ 2147483647 h 834"/>
                <a:gd name="T22" fmla="*/ 2147483647 w 281"/>
                <a:gd name="T23" fmla="*/ 2147483647 h 834"/>
                <a:gd name="T24" fmla="*/ 2147483647 w 281"/>
                <a:gd name="T25" fmla="*/ 2147483647 h 834"/>
                <a:gd name="T26" fmla="*/ 2147483647 w 281"/>
                <a:gd name="T27" fmla="*/ 2147483647 h 834"/>
                <a:gd name="T28" fmla="*/ 2147483647 w 281"/>
                <a:gd name="T29" fmla="*/ 2147483647 h 834"/>
                <a:gd name="T30" fmla="*/ 2147483647 w 281"/>
                <a:gd name="T31" fmla="*/ 2147483647 h 834"/>
                <a:gd name="T32" fmla="*/ 2147483647 w 281"/>
                <a:gd name="T33" fmla="*/ 2147483647 h 834"/>
                <a:gd name="T34" fmla="*/ 2147483647 w 281"/>
                <a:gd name="T35" fmla="*/ 2147483647 h 834"/>
                <a:gd name="T36" fmla="*/ 2147483647 w 281"/>
                <a:gd name="T37" fmla="*/ 2147483647 h 834"/>
                <a:gd name="T38" fmla="*/ 2147483647 w 281"/>
                <a:gd name="T39" fmla="*/ 2147483647 h 834"/>
                <a:gd name="T40" fmla="*/ 2147483647 w 281"/>
                <a:gd name="T41" fmla="*/ 2147483647 h 834"/>
                <a:gd name="T42" fmla="*/ 2147483647 w 281"/>
                <a:gd name="T43" fmla="*/ 2147483647 h 834"/>
                <a:gd name="T44" fmla="*/ 2147483647 w 281"/>
                <a:gd name="T45" fmla="*/ 2147483647 h 834"/>
                <a:gd name="T46" fmla="*/ 2147483647 w 281"/>
                <a:gd name="T47" fmla="*/ 2147483647 h 834"/>
                <a:gd name="T48" fmla="*/ 2147483647 w 281"/>
                <a:gd name="T49" fmla="*/ 2147483647 h 834"/>
                <a:gd name="T50" fmla="*/ 2147483647 w 281"/>
                <a:gd name="T51" fmla="*/ 2147483647 h 834"/>
                <a:gd name="T52" fmla="*/ 2147483647 w 281"/>
                <a:gd name="T53" fmla="*/ 2147483647 h 834"/>
                <a:gd name="T54" fmla="*/ 2147483647 w 281"/>
                <a:gd name="T55" fmla="*/ 2147483647 h 834"/>
                <a:gd name="T56" fmla="*/ 0 w 281"/>
                <a:gd name="T57" fmla="*/ 2147483647 h 834"/>
                <a:gd name="T58" fmla="*/ 0 w 281"/>
                <a:gd name="T59" fmla="*/ 2147483647 h 834"/>
                <a:gd name="T60" fmla="*/ 2147483647 w 281"/>
                <a:gd name="T61" fmla="*/ 2147483647 h 834"/>
                <a:gd name="T62" fmla="*/ 2147483647 w 281"/>
                <a:gd name="T63" fmla="*/ 2147483647 h 834"/>
                <a:gd name="T64" fmla="*/ 2147483647 w 281"/>
                <a:gd name="T65" fmla="*/ 2147483647 h 834"/>
                <a:gd name="T66" fmla="*/ 2147483647 w 281"/>
                <a:gd name="T67" fmla="*/ 2147483647 h 834"/>
                <a:gd name="T68" fmla="*/ 2147483647 w 281"/>
                <a:gd name="T69" fmla="*/ 2147483647 h 834"/>
                <a:gd name="T70" fmla="*/ 2147483647 w 281"/>
                <a:gd name="T71" fmla="*/ 2147483647 h 834"/>
                <a:gd name="T72" fmla="*/ 2147483647 w 281"/>
                <a:gd name="T73" fmla="*/ 2147483647 h 834"/>
                <a:gd name="T74" fmla="*/ 2147483647 w 281"/>
                <a:gd name="T75" fmla="*/ 2147483647 h 834"/>
                <a:gd name="T76" fmla="*/ 2147483647 w 281"/>
                <a:gd name="T77" fmla="*/ 2147483647 h 834"/>
                <a:gd name="T78" fmla="*/ 2147483647 w 281"/>
                <a:gd name="T79" fmla="*/ 2147483647 h 834"/>
                <a:gd name="T80" fmla="*/ 2147483647 w 281"/>
                <a:gd name="T81" fmla="*/ 2147483647 h 834"/>
                <a:gd name="T82" fmla="*/ 2147483647 w 281"/>
                <a:gd name="T83" fmla="*/ 2147483647 h 834"/>
                <a:gd name="T84" fmla="*/ 2147483647 w 281"/>
                <a:gd name="T85" fmla="*/ 2147483647 h 834"/>
                <a:gd name="T86" fmla="*/ 2147483647 w 281"/>
                <a:gd name="T87" fmla="*/ 2147483647 h 834"/>
                <a:gd name="T88" fmla="*/ 2147483647 w 281"/>
                <a:gd name="T89" fmla="*/ 2147483647 h 834"/>
                <a:gd name="T90" fmla="*/ 2147483647 w 281"/>
                <a:gd name="T91" fmla="*/ 2147483647 h 834"/>
                <a:gd name="T92" fmla="*/ 2147483647 w 281"/>
                <a:gd name="T93" fmla="*/ 2147483647 h 834"/>
                <a:gd name="T94" fmla="*/ 2147483647 w 281"/>
                <a:gd name="T95" fmla="*/ 2147483647 h 834"/>
                <a:gd name="T96" fmla="*/ 2147483647 w 281"/>
                <a:gd name="T97" fmla="*/ 2147483647 h 834"/>
                <a:gd name="T98" fmla="*/ 2147483647 w 281"/>
                <a:gd name="T99" fmla="*/ 2147483647 h 834"/>
                <a:gd name="T100" fmla="*/ 2147483647 w 281"/>
                <a:gd name="T101" fmla="*/ 2147483647 h 834"/>
                <a:gd name="T102" fmla="*/ 2147483647 w 281"/>
                <a:gd name="T103" fmla="*/ 2147483647 h 834"/>
                <a:gd name="T104" fmla="*/ 2147483647 w 281"/>
                <a:gd name="T105" fmla="*/ 2147483647 h 834"/>
                <a:gd name="T106" fmla="*/ 2147483647 w 281"/>
                <a:gd name="T107" fmla="*/ 0 h 834"/>
                <a:gd name="T108" fmla="*/ 2147483647 w 281"/>
                <a:gd name="T109" fmla="*/ 0 h 83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81"/>
                <a:gd name="T166" fmla="*/ 0 h 834"/>
                <a:gd name="T167" fmla="*/ 281 w 281"/>
                <a:gd name="T168" fmla="*/ 834 h 834"/>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81" h="834">
                  <a:moveTo>
                    <a:pt x="133" y="0"/>
                  </a:moveTo>
                  <a:lnTo>
                    <a:pt x="281" y="0"/>
                  </a:lnTo>
                  <a:lnTo>
                    <a:pt x="280" y="834"/>
                  </a:lnTo>
                  <a:lnTo>
                    <a:pt x="133" y="827"/>
                  </a:lnTo>
                  <a:lnTo>
                    <a:pt x="127" y="824"/>
                  </a:lnTo>
                  <a:lnTo>
                    <a:pt x="122" y="824"/>
                  </a:lnTo>
                  <a:lnTo>
                    <a:pt x="114" y="819"/>
                  </a:lnTo>
                  <a:lnTo>
                    <a:pt x="107" y="815"/>
                  </a:lnTo>
                  <a:lnTo>
                    <a:pt x="98" y="807"/>
                  </a:lnTo>
                  <a:lnTo>
                    <a:pt x="90" y="800"/>
                  </a:lnTo>
                  <a:lnTo>
                    <a:pt x="83" y="791"/>
                  </a:lnTo>
                  <a:lnTo>
                    <a:pt x="76" y="782"/>
                  </a:lnTo>
                  <a:lnTo>
                    <a:pt x="70" y="773"/>
                  </a:lnTo>
                  <a:lnTo>
                    <a:pt x="66" y="762"/>
                  </a:lnTo>
                  <a:lnTo>
                    <a:pt x="61" y="753"/>
                  </a:lnTo>
                  <a:lnTo>
                    <a:pt x="54" y="740"/>
                  </a:lnTo>
                  <a:lnTo>
                    <a:pt x="50" y="726"/>
                  </a:lnTo>
                  <a:lnTo>
                    <a:pt x="44" y="713"/>
                  </a:lnTo>
                  <a:lnTo>
                    <a:pt x="41" y="704"/>
                  </a:lnTo>
                  <a:lnTo>
                    <a:pt x="38" y="693"/>
                  </a:lnTo>
                  <a:lnTo>
                    <a:pt x="31" y="675"/>
                  </a:lnTo>
                  <a:lnTo>
                    <a:pt x="26" y="653"/>
                  </a:lnTo>
                  <a:lnTo>
                    <a:pt x="21" y="630"/>
                  </a:lnTo>
                  <a:lnTo>
                    <a:pt x="16" y="606"/>
                  </a:lnTo>
                  <a:lnTo>
                    <a:pt x="11" y="579"/>
                  </a:lnTo>
                  <a:lnTo>
                    <a:pt x="8" y="551"/>
                  </a:lnTo>
                  <a:lnTo>
                    <a:pt x="4" y="521"/>
                  </a:lnTo>
                  <a:lnTo>
                    <a:pt x="2" y="488"/>
                  </a:lnTo>
                  <a:lnTo>
                    <a:pt x="0" y="453"/>
                  </a:lnTo>
                  <a:lnTo>
                    <a:pt x="0" y="413"/>
                  </a:lnTo>
                  <a:lnTo>
                    <a:pt x="1" y="362"/>
                  </a:lnTo>
                  <a:lnTo>
                    <a:pt x="4" y="312"/>
                  </a:lnTo>
                  <a:lnTo>
                    <a:pt x="8" y="278"/>
                  </a:lnTo>
                  <a:lnTo>
                    <a:pt x="13" y="242"/>
                  </a:lnTo>
                  <a:lnTo>
                    <a:pt x="16" y="213"/>
                  </a:lnTo>
                  <a:lnTo>
                    <a:pt x="21" y="192"/>
                  </a:lnTo>
                  <a:lnTo>
                    <a:pt x="28" y="164"/>
                  </a:lnTo>
                  <a:lnTo>
                    <a:pt x="38" y="131"/>
                  </a:lnTo>
                  <a:lnTo>
                    <a:pt x="46" y="107"/>
                  </a:lnTo>
                  <a:lnTo>
                    <a:pt x="53" y="90"/>
                  </a:lnTo>
                  <a:lnTo>
                    <a:pt x="58" y="81"/>
                  </a:lnTo>
                  <a:lnTo>
                    <a:pt x="63" y="69"/>
                  </a:lnTo>
                  <a:lnTo>
                    <a:pt x="69" y="59"/>
                  </a:lnTo>
                  <a:lnTo>
                    <a:pt x="73" y="50"/>
                  </a:lnTo>
                  <a:lnTo>
                    <a:pt x="78" y="42"/>
                  </a:lnTo>
                  <a:lnTo>
                    <a:pt x="84" y="35"/>
                  </a:lnTo>
                  <a:lnTo>
                    <a:pt x="90" y="27"/>
                  </a:lnTo>
                  <a:lnTo>
                    <a:pt x="96" y="21"/>
                  </a:lnTo>
                  <a:lnTo>
                    <a:pt x="101" y="17"/>
                  </a:lnTo>
                  <a:lnTo>
                    <a:pt x="106" y="11"/>
                  </a:lnTo>
                  <a:lnTo>
                    <a:pt x="112" y="6"/>
                  </a:lnTo>
                  <a:lnTo>
                    <a:pt x="117" y="3"/>
                  </a:lnTo>
                  <a:lnTo>
                    <a:pt x="122" y="2"/>
                  </a:lnTo>
                  <a:lnTo>
                    <a:pt x="127" y="0"/>
                  </a:lnTo>
                  <a:lnTo>
                    <a:pt x="133" y="0"/>
                  </a:lnTo>
                  <a:close/>
                </a:path>
              </a:pathLst>
            </a:custGeom>
            <a:solidFill>
              <a:srgbClr val="202020"/>
            </a:solidFill>
            <a:ln w="9525">
              <a:noFill/>
              <a:round/>
              <a:headEnd/>
              <a:tailEnd/>
            </a:ln>
          </p:spPr>
          <p:txBody>
            <a:bodyPr/>
            <a:lstStyle/>
            <a:p>
              <a:endParaRPr lang="nl-BE"/>
            </a:p>
          </p:txBody>
        </p:sp>
        <p:sp>
          <p:nvSpPr>
            <p:cNvPr id="42328" name="Oval 328"/>
            <p:cNvSpPr>
              <a:spLocks noChangeArrowheads="1"/>
            </p:cNvSpPr>
            <p:nvPr/>
          </p:nvSpPr>
          <p:spPr bwMode="auto">
            <a:xfrm rot="-155667">
              <a:off x="4083050" y="4103688"/>
              <a:ext cx="176213" cy="298450"/>
            </a:xfrm>
            <a:prstGeom prst="ellipse">
              <a:avLst/>
            </a:prstGeom>
            <a:solidFill>
              <a:srgbClr val="404040"/>
            </a:solidFill>
            <a:ln w="9525">
              <a:noFill/>
              <a:round/>
              <a:headEnd/>
              <a:tailEnd/>
            </a:ln>
          </p:spPr>
          <p:txBody>
            <a:bodyPr/>
            <a:lstStyle/>
            <a:p>
              <a:pPr algn="ctr" eaLnBrk="0" hangingPunct="0"/>
              <a:endParaRPr lang="nl-BE"/>
            </a:p>
          </p:txBody>
        </p:sp>
        <p:sp>
          <p:nvSpPr>
            <p:cNvPr id="42329" name="Oval 329"/>
            <p:cNvSpPr>
              <a:spLocks noChangeArrowheads="1"/>
            </p:cNvSpPr>
            <p:nvPr/>
          </p:nvSpPr>
          <p:spPr bwMode="auto">
            <a:xfrm rot="-155667">
              <a:off x="4119563" y="4164013"/>
              <a:ext cx="103187" cy="177800"/>
            </a:xfrm>
            <a:prstGeom prst="ellipse">
              <a:avLst/>
            </a:prstGeom>
            <a:solidFill>
              <a:srgbClr val="A0A0A0"/>
            </a:solidFill>
            <a:ln w="9525">
              <a:noFill/>
              <a:round/>
              <a:headEnd/>
              <a:tailEnd/>
            </a:ln>
          </p:spPr>
          <p:txBody>
            <a:bodyPr/>
            <a:lstStyle/>
            <a:p>
              <a:pPr algn="ctr" eaLnBrk="0" hangingPunct="0"/>
              <a:endParaRPr lang="nl-BE"/>
            </a:p>
          </p:txBody>
        </p:sp>
        <p:sp>
          <p:nvSpPr>
            <p:cNvPr id="42330" name="Oval 330"/>
            <p:cNvSpPr>
              <a:spLocks noChangeArrowheads="1"/>
            </p:cNvSpPr>
            <p:nvPr/>
          </p:nvSpPr>
          <p:spPr bwMode="auto">
            <a:xfrm rot="-155667">
              <a:off x="4119563" y="4168775"/>
              <a:ext cx="95250" cy="166688"/>
            </a:xfrm>
            <a:prstGeom prst="ellipse">
              <a:avLst/>
            </a:prstGeom>
            <a:solidFill>
              <a:srgbClr val="808080"/>
            </a:solidFill>
            <a:ln w="9525">
              <a:noFill/>
              <a:round/>
              <a:headEnd/>
              <a:tailEnd/>
            </a:ln>
          </p:spPr>
          <p:txBody>
            <a:bodyPr/>
            <a:lstStyle/>
            <a:p>
              <a:pPr algn="ctr" eaLnBrk="0" hangingPunct="0"/>
              <a:endParaRPr lang="nl-BE"/>
            </a:p>
          </p:txBody>
        </p:sp>
        <p:sp>
          <p:nvSpPr>
            <p:cNvPr id="42331" name="Oval 331"/>
            <p:cNvSpPr>
              <a:spLocks noChangeArrowheads="1"/>
            </p:cNvSpPr>
            <p:nvPr/>
          </p:nvSpPr>
          <p:spPr bwMode="auto">
            <a:xfrm rot="-155667">
              <a:off x="4162425" y="4238625"/>
              <a:ext cx="17463" cy="28575"/>
            </a:xfrm>
            <a:prstGeom prst="ellipse">
              <a:avLst/>
            </a:prstGeom>
            <a:solidFill>
              <a:srgbClr val="404040"/>
            </a:solidFill>
            <a:ln w="9525">
              <a:noFill/>
              <a:round/>
              <a:headEnd/>
              <a:tailEnd/>
            </a:ln>
          </p:spPr>
          <p:txBody>
            <a:bodyPr/>
            <a:lstStyle/>
            <a:p>
              <a:pPr algn="ctr" eaLnBrk="0" hangingPunct="0"/>
              <a:endParaRPr lang="nl-BE"/>
            </a:p>
          </p:txBody>
        </p:sp>
        <p:sp>
          <p:nvSpPr>
            <p:cNvPr id="42332" name="Oval 332"/>
            <p:cNvSpPr>
              <a:spLocks noChangeArrowheads="1"/>
            </p:cNvSpPr>
            <p:nvPr/>
          </p:nvSpPr>
          <p:spPr bwMode="auto">
            <a:xfrm rot="-155667">
              <a:off x="4186238" y="4098925"/>
              <a:ext cx="176212" cy="306388"/>
            </a:xfrm>
            <a:prstGeom prst="ellipse">
              <a:avLst/>
            </a:prstGeom>
            <a:solidFill>
              <a:srgbClr val="202020"/>
            </a:solidFill>
            <a:ln w="9525">
              <a:noFill/>
              <a:round/>
              <a:headEnd/>
              <a:tailEnd/>
            </a:ln>
          </p:spPr>
          <p:txBody>
            <a:bodyPr/>
            <a:lstStyle/>
            <a:p>
              <a:pPr algn="ctr" eaLnBrk="0" hangingPunct="0"/>
              <a:endParaRPr lang="nl-BE"/>
            </a:p>
          </p:txBody>
        </p:sp>
        <p:sp>
          <p:nvSpPr>
            <p:cNvPr id="42333" name="Freeform 333"/>
            <p:cNvSpPr>
              <a:spLocks/>
            </p:cNvSpPr>
            <p:nvPr/>
          </p:nvSpPr>
          <p:spPr bwMode="auto">
            <a:xfrm rot="-155667">
              <a:off x="4103688" y="4102100"/>
              <a:ext cx="174625" cy="304800"/>
            </a:xfrm>
            <a:custGeom>
              <a:avLst/>
              <a:gdLst>
                <a:gd name="T0" fmla="*/ 2147483647 w 281"/>
                <a:gd name="T1" fmla="*/ 0 h 852"/>
                <a:gd name="T2" fmla="*/ 2147483647 w 281"/>
                <a:gd name="T3" fmla="*/ 0 h 852"/>
                <a:gd name="T4" fmla="*/ 2147483647 w 281"/>
                <a:gd name="T5" fmla="*/ 2147483647 h 852"/>
                <a:gd name="T6" fmla="*/ 2147483647 w 281"/>
                <a:gd name="T7" fmla="*/ 2147483647 h 852"/>
                <a:gd name="T8" fmla="*/ 2147483647 w 281"/>
                <a:gd name="T9" fmla="*/ 2147483647 h 852"/>
                <a:gd name="T10" fmla="*/ 2147483647 w 281"/>
                <a:gd name="T11" fmla="*/ 2147483647 h 852"/>
                <a:gd name="T12" fmla="*/ 2147483647 w 281"/>
                <a:gd name="T13" fmla="*/ 2147483647 h 852"/>
                <a:gd name="T14" fmla="*/ 2147483647 w 281"/>
                <a:gd name="T15" fmla="*/ 2147483647 h 852"/>
                <a:gd name="T16" fmla="*/ 2147483647 w 281"/>
                <a:gd name="T17" fmla="*/ 2147483647 h 852"/>
                <a:gd name="T18" fmla="*/ 2147483647 w 281"/>
                <a:gd name="T19" fmla="*/ 2147483647 h 852"/>
                <a:gd name="T20" fmla="*/ 2147483647 w 281"/>
                <a:gd name="T21" fmla="*/ 2147483647 h 852"/>
                <a:gd name="T22" fmla="*/ 2147483647 w 281"/>
                <a:gd name="T23" fmla="*/ 2147483647 h 852"/>
                <a:gd name="T24" fmla="*/ 2147483647 w 281"/>
                <a:gd name="T25" fmla="*/ 2147483647 h 852"/>
                <a:gd name="T26" fmla="*/ 2147483647 w 281"/>
                <a:gd name="T27" fmla="*/ 2147483647 h 852"/>
                <a:gd name="T28" fmla="*/ 2147483647 w 281"/>
                <a:gd name="T29" fmla="*/ 2147483647 h 852"/>
                <a:gd name="T30" fmla="*/ 2147483647 w 281"/>
                <a:gd name="T31" fmla="*/ 2147483647 h 852"/>
                <a:gd name="T32" fmla="*/ 2147483647 w 281"/>
                <a:gd name="T33" fmla="*/ 2147483647 h 852"/>
                <a:gd name="T34" fmla="*/ 2147483647 w 281"/>
                <a:gd name="T35" fmla="*/ 2147483647 h 852"/>
                <a:gd name="T36" fmla="*/ 2147483647 w 281"/>
                <a:gd name="T37" fmla="*/ 2147483647 h 852"/>
                <a:gd name="T38" fmla="*/ 2147483647 w 281"/>
                <a:gd name="T39" fmla="*/ 2147483647 h 852"/>
                <a:gd name="T40" fmla="*/ 2147483647 w 281"/>
                <a:gd name="T41" fmla="*/ 2147483647 h 852"/>
                <a:gd name="T42" fmla="*/ 2147483647 w 281"/>
                <a:gd name="T43" fmla="*/ 2147483647 h 852"/>
                <a:gd name="T44" fmla="*/ 2147483647 w 281"/>
                <a:gd name="T45" fmla="*/ 2147483647 h 852"/>
                <a:gd name="T46" fmla="*/ 2147483647 w 281"/>
                <a:gd name="T47" fmla="*/ 2147483647 h 852"/>
                <a:gd name="T48" fmla="*/ 2147483647 w 281"/>
                <a:gd name="T49" fmla="*/ 2147483647 h 852"/>
                <a:gd name="T50" fmla="*/ 2147483647 w 281"/>
                <a:gd name="T51" fmla="*/ 2147483647 h 852"/>
                <a:gd name="T52" fmla="*/ 2147483647 w 281"/>
                <a:gd name="T53" fmla="*/ 2147483647 h 852"/>
                <a:gd name="T54" fmla="*/ 2147483647 w 281"/>
                <a:gd name="T55" fmla="*/ 2147483647 h 852"/>
                <a:gd name="T56" fmla="*/ 0 w 281"/>
                <a:gd name="T57" fmla="*/ 2147483647 h 852"/>
                <a:gd name="T58" fmla="*/ 0 w 281"/>
                <a:gd name="T59" fmla="*/ 2147483647 h 852"/>
                <a:gd name="T60" fmla="*/ 2147483647 w 281"/>
                <a:gd name="T61" fmla="*/ 2147483647 h 852"/>
                <a:gd name="T62" fmla="*/ 2147483647 w 281"/>
                <a:gd name="T63" fmla="*/ 2147483647 h 852"/>
                <a:gd name="T64" fmla="*/ 2147483647 w 281"/>
                <a:gd name="T65" fmla="*/ 2147483647 h 852"/>
                <a:gd name="T66" fmla="*/ 2147483647 w 281"/>
                <a:gd name="T67" fmla="*/ 2147483647 h 852"/>
                <a:gd name="T68" fmla="*/ 2147483647 w 281"/>
                <a:gd name="T69" fmla="*/ 2147483647 h 852"/>
                <a:gd name="T70" fmla="*/ 2147483647 w 281"/>
                <a:gd name="T71" fmla="*/ 2147483647 h 852"/>
                <a:gd name="T72" fmla="*/ 2147483647 w 281"/>
                <a:gd name="T73" fmla="*/ 2147483647 h 852"/>
                <a:gd name="T74" fmla="*/ 2147483647 w 281"/>
                <a:gd name="T75" fmla="*/ 2147483647 h 852"/>
                <a:gd name="T76" fmla="*/ 2147483647 w 281"/>
                <a:gd name="T77" fmla="*/ 2147483647 h 852"/>
                <a:gd name="T78" fmla="*/ 2147483647 w 281"/>
                <a:gd name="T79" fmla="*/ 2147483647 h 852"/>
                <a:gd name="T80" fmla="*/ 2147483647 w 281"/>
                <a:gd name="T81" fmla="*/ 2147483647 h 852"/>
                <a:gd name="T82" fmla="*/ 2147483647 w 281"/>
                <a:gd name="T83" fmla="*/ 2147483647 h 852"/>
                <a:gd name="T84" fmla="*/ 2147483647 w 281"/>
                <a:gd name="T85" fmla="*/ 2147483647 h 852"/>
                <a:gd name="T86" fmla="*/ 2147483647 w 281"/>
                <a:gd name="T87" fmla="*/ 2147483647 h 852"/>
                <a:gd name="T88" fmla="*/ 2147483647 w 281"/>
                <a:gd name="T89" fmla="*/ 2147483647 h 852"/>
                <a:gd name="T90" fmla="*/ 2147483647 w 281"/>
                <a:gd name="T91" fmla="*/ 2147483647 h 852"/>
                <a:gd name="T92" fmla="*/ 2147483647 w 281"/>
                <a:gd name="T93" fmla="*/ 2147483647 h 852"/>
                <a:gd name="T94" fmla="*/ 2147483647 w 281"/>
                <a:gd name="T95" fmla="*/ 2147483647 h 852"/>
                <a:gd name="T96" fmla="*/ 2147483647 w 281"/>
                <a:gd name="T97" fmla="*/ 2147483647 h 852"/>
                <a:gd name="T98" fmla="*/ 2147483647 w 281"/>
                <a:gd name="T99" fmla="*/ 2147483647 h 852"/>
                <a:gd name="T100" fmla="*/ 2147483647 w 281"/>
                <a:gd name="T101" fmla="*/ 2147483647 h 852"/>
                <a:gd name="T102" fmla="*/ 2147483647 w 281"/>
                <a:gd name="T103" fmla="*/ 2147483647 h 852"/>
                <a:gd name="T104" fmla="*/ 2147483647 w 281"/>
                <a:gd name="T105" fmla="*/ 2147483647 h 852"/>
                <a:gd name="T106" fmla="*/ 2147483647 w 281"/>
                <a:gd name="T107" fmla="*/ 0 h 852"/>
                <a:gd name="T108" fmla="*/ 2147483647 w 281"/>
                <a:gd name="T109" fmla="*/ 0 h 8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81"/>
                <a:gd name="T166" fmla="*/ 0 h 852"/>
                <a:gd name="T167" fmla="*/ 281 w 281"/>
                <a:gd name="T168" fmla="*/ 852 h 852"/>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81" h="852">
                  <a:moveTo>
                    <a:pt x="132" y="0"/>
                  </a:moveTo>
                  <a:lnTo>
                    <a:pt x="281" y="0"/>
                  </a:lnTo>
                  <a:lnTo>
                    <a:pt x="279" y="852"/>
                  </a:lnTo>
                  <a:lnTo>
                    <a:pt x="132" y="845"/>
                  </a:lnTo>
                  <a:lnTo>
                    <a:pt x="127" y="843"/>
                  </a:lnTo>
                  <a:lnTo>
                    <a:pt x="122" y="842"/>
                  </a:lnTo>
                  <a:lnTo>
                    <a:pt x="114" y="839"/>
                  </a:lnTo>
                  <a:lnTo>
                    <a:pt x="106" y="834"/>
                  </a:lnTo>
                  <a:lnTo>
                    <a:pt x="98" y="827"/>
                  </a:lnTo>
                  <a:lnTo>
                    <a:pt x="90" y="818"/>
                  </a:lnTo>
                  <a:lnTo>
                    <a:pt x="83" y="809"/>
                  </a:lnTo>
                  <a:lnTo>
                    <a:pt x="76" y="800"/>
                  </a:lnTo>
                  <a:lnTo>
                    <a:pt x="70" y="791"/>
                  </a:lnTo>
                  <a:lnTo>
                    <a:pt x="65" y="779"/>
                  </a:lnTo>
                  <a:lnTo>
                    <a:pt x="61" y="771"/>
                  </a:lnTo>
                  <a:lnTo>
                    <a:pt x="54" y="758"/>
                  </a:lnTo>
                  <a:lnTo>
                    <a:pt x="49" y="743"/>
                  </a:lnTo>
                  <a:lnTo>
                    <a:pt x="44" y="729"/>
                  </a:lnTo>
                  <a:lnTo>
                    <a:pt x="40" y="720"/>
                  </a:lnTo>
                  <a:lnTo>
                    <a:pt x="37" y="710"/>
                  </a:lnTo>
                  <a:lnTo>
                    <a:pt x="31" y="689"/>
                  </a:lnTo>
                  <a:lnTo>
                    <a:pt x="25" y="668"/>
                  </a:lnTo>
                  <a:lnTo>
                    <a:pt x="20" y="645"/>
                  </a:lnTo>
                  <a:lnTo>
                    <a:pt x="15" y="620"/>
                  </a:lnTo>
                  <a:lnTo>
                    <a:pt x="11" y="591"/>
                  </a:lnTo>
                  <a:lnTo>
                    <a:pt x="8" y="563"/>
                  </a:lnTo>
                  <a:lnTo>
                    <a:pt x="4" y="533"/>
                  </a:lnTo>
                  <a:lnTo>
                    <a:pt x="1" y="498"/>
                  </a:lnTo>
                  <a:lnTo>
                    <a:pt x="0" y="462"/>
                  </a:lnTo>
                  <a:lnTo>
                    <a:pt x="0" y="423"/>
                  </a:lnTo>
                  <a:lnTo>
                    <a:pt x="1" y="369"/>
                  </a:lnTo>
                  <a:lnTo>
                    <a:pt x="4" y="320"/>
                  </a:lnTo>
                  <a:lnTo>
                    <a:pt x="8" y="284"/>
                  </a:lnTo>
                  <a:lnTo>
                    <a:pt x="12" y="248"/>
                  </a:lnTo>
                  <a:lnTo>
                    <a:pt x="16" y="219"/>
                  </a:lnTo>
                  <a:lnTo>
                    <a:pt x="20" y="197"/>
                  </a:lnTo>
                  <a:lnTo>
                    <a:pt x="28" y="167"/>
                  </a:lnTo>
                  <a:lnTo>
                    <a:pt x="38" y="134"/>
                  </a:lnTo>
                  <a:lnTo>
                    <a:pt x="46" y="110"/>
                  </a:lnTo>
                  <a:lnTo>
                    <a:pt x="53" y="92"/>
                  </a:lnTo>
                  <a:lnTo>
                    <a:pt x="57" y="83"/>
                  </a:lnTo>
                  <a:lnTo>
                    <a:pt x="63" y="71"/>
                  </a:lnTo>
                  <a:lnTo>
                    <a:pt x="68" y="60"/>
                  </a:lnTo>
                  <a:lnTo>
                    <a:pt x="73" y="51"/>
                  </a:lnTo>
                  <a:lnTo>
                    <a:pt x="78" y="44"/>
                  </a:lnTo>
                  <a:lnTo>
                    <a:pt x="83" y="35"/>
                  </a:lnTo>
                  <a:lnTo>
                    <a:pt x="90" y="29"/>
                  </a:lnTo>
                  <a:lnTo>
                    <a:pt x="95" y="21"/>
                  </a:lnTo>
                  <a:lnTo>
                    <a:pt x="100" y="17"/>
                  </a:lnTo>
                  <a:lnTo>
                    <a:pt x="106" y="11"/>
                  </a:lnTo>
                  <a:lnTo>
                    <a:pt x="112" y="8"/>
                  </a:lnTo>
                  <a:lnTo>
                    <a:pt x="117" y="5"/>
                  </a:lnTo>
                  <a:lnTo>
                    <a:pt x="122" y="2"/>
                  </a:lnTo>
                  <a:lnTo>
                    <a:pt x="126" y="0"/>
                  </a:lnTo>
                  <a:lnTo>
                    <a:pt x="132" y="0"/>
                  </a:lnTo>
                  <a:close/>
                </a:path>
              </a:pathLst>
            </a:custGeom>
            <a:solidFill>
              <a:srgbClr val="202020"/>
            </a:solidFill>
            <a:ln w="9525">
              <a:noFill/>
              <a:round/>
              <a:headEnd/>
              <a:tailEnd/>
            </a:ln>
          </p:spPr>
          <p:txBody>
            <a:bodyPr/>
            <a:lstStyle/>
            <a:p>
              <a:endParaRPr lang="nl-BE"/>
            </a:p>
          </p:txBody>
        </p:sp>
        <p:sp>
          <p:nvSpPr>
            <p:cNvPr id="42334" name="Oval 334"/>
            <p:cNvSpPr>
              <a:spLocks noChangeArrowheads="1"/>
            </p:cNvSpPr>
            <p:nvPr/>
          </p:nvSpPr>
          <p:spPr bwMode="auto">
            <a:xfrm rot="-155667">
              <a:off x="4222750" y="4162425"/>
              <a:ext cx="103188" cy="179388"/>
            </a:xfrm>
            <a:prstGeom prst="ellipse">
              <a:avLst/>
            </a:prstGeom>
            <a:solidFill>
              <a:srgbClr val="606060"/>
            </a:solidFill>
            <a:ln w="9525">
              <a:noFill/>
              <a:round/>
              <a:headEnd/>
              <a:tailEnd/>
            </a:ln>
          </p:spPr>
          <p:txBody>
            <a:bodyPr/>
            <a:lstStyle/>
            <a:p>
              <a:pPr algn="ctr" eaLnBrk="0" hangingPunct="0"/>
              <a:endParaRPr lang="nl-BE"/>
            </a:p>
          </p:txBody>
        </p:sp>
        <p:sp>
          <p:nvSpPr>
            <p:cNvPr id="42335" name="Oval 335"/>
            <p:cNvSpPr>
              <a:spLocks noChangeArrowheads="1"/>
            </p:cNvSpPr>
            <p:nvPr/>
          </p:nvSpPr>
          <p:spPr bwMode="auto">
            <a:xfrm rot="-155667">
              <a:off x="4221163" y="4167188"/>
              <a:ext cx="95250" cy="168275"/>
            </a:xfrm>
            <a:prstGeom prst="ellipse">
              <a:avLst/>
            </a:prstGeom>
            <a:solidFill>
              <a:srgbClr val="404040"/>
            </a:solidFill>
            <a:ln w="9525">
              <a:noFill/>
              <a:round/>
              <a:headEnd/>
              <a:tailEnd/>
            </a:ln>
          </p:spPr>
          <p:txBody>
            <a:bodyPr/>
            <a:lstStyle/>
            <a:p>
              <a:pPr algn="ctr" eaLnBrk="0" hangingPunct="0"/>
              <a:endParaRPr lang="nl-BE"/>
            </a:p>
          </p:txBody>
        </p:sp>
        <p:sp>
          <p:nvSpPr>
            <p:cNvPr id="42336" name="Oval 336"/>
            <p:cNvSpPr>
              <a:spLocks noChangeArrowheads="1"/>
            </p:cNvSpPr>
            <p:nvPr/>
          </p:nvSpPr>
          <p:spPr bwMode="auto">
            <a:xfrm rot="-155667">
              <a:off x="4265613" y="4237038"/>
              <a:ext cx="17462" cy="30162"/>
            </a:xfrm>
            <a:prstGeom prst="ellipse">
              <a:avLst/>
            </a:prstGeom>
            <a:solidFill>
              <a:srgbClr val="202020"/>
            </a:solidFill>
            <a:ln w="9525">
              <a:noFill/>
              <a:round/>
              <a:headEnd/>
              <a:tailEnd/>
            </a:ln>
          </p:spPr>
          <p:txBody>
            <a:bodyPr/>
            <a:lstStyle/>
            <a:p>
              <a:pPr algn="ctr" eaLnBrk="0" hangingPunct="0"/>
              <a:endParaRPr lang="nl-BE"/>
            </a:p>
          </p:txBody>
        </p:sp>
        <p:sp>
          <p:nvSpPr>
            <p:cNvPr id="42337" name="Oval 337"/>
            <p:cNvSpPr>
              <a:spLocks noChangeArrowheads="1"/>
            </p:cNvSpPr>
            <p:nvPr/>
          </p:nvSpPr>
          <p:spPr bwMode="auto">
            <a:xfrm rot="-155667">
              <a:off x="4014788" y="4117975"/>
              <a:ext cx="185737" cy="319088"/>
            </a:xfrm>
            <a:prstGeom prst="ellipse">
              <a:avLst/>
            </a:prstGeom>
            <a:solidFill>
              <a:srgbClr val="202020"/>
            </a:solidFill>
            <a:ln w="9525">
              <a:noFill/>
              <a:round/>
              <a:headEnd/>
              <a:tailEnd/>
            </a:ln>
          </p:spPr>
          <p:txBody>
            <a:bodyPr/>
            <a:lstStyle/>
            <a:p>
              <a:pPr algn="ctr" eaLnBrk="0" hangingPunct="0"/>
              <a:endParaRPr lang="nl-BE"/>
            </a:p>
          </p:txBody>
        </p:sp>
        <p:sp>
          <p:nvSpPr>
            <p:cNvPr id="42338" name="Freeform 338"/>
            <p:cNvSpPr>
              <a:spLocks/>
            </p:cNvSpPr>
            <p:nvPr/>
          </p:nvSpPr>
          <p:spPr bwMode="auto">
            <a:xfrm rot="-155667">
              <a:off x="3817938" y="4124325"/>
              <a:ext cx="180975" cy="311150"/>
            </a:xfrm>
            <a:custGeom>
              <a:avLst/>
              <a:gdLst>
                <a:gd name="T0" fmla="*/ 2147483647 w 293"/>
                <a:gd name="T1" fmla="*/ 0 h 873"/>
                <a:gd name="T2" fmla="*/ 2147483647 w 293"/>
                <a:gd name="T3" fmla="*/ 0 h 873"/>
                <a:gd name="T4" fmla="*/ 2147483647 w 293"/>
                <a:gd name="T5" fmla="*/ 2147483647 h 873"/>
                <a:gd name="T6" fmla="*/ 2147483647 w 293"/>
                <a:gd name="T7" fmla="*/ 2147483647 h 873"/>
                <a:gd name="T8" fmla="*/ 2147483647 w 293"/>
                <a:gd name="T9" fmla="*/ 2147483647 h 873"/>
                <a:gd name="T10" fmla="*/ 2147483647 w 293"/>
                <a:gd name="T11" fmla="*/ 2147483647 h 873"/>
                <a:gd name="T12" fmla="*/ 2147483647 w 293"/>
                <a:gd name="T13" fmla="*/ 2147483647 h 873"/>
                <a:gd name="T14" fmla="*/ 2147483647 w 293"/>
                <a:gd name="T15" fmla="*/ 2147483647 h 873"/>
                <a:gd name="T16" fmla="*/ 2147483647 w 293"/>
                <a:gd name="T17" fmla="*/ 2147483647 h 873"/>
                <a:gd name="T18" fmla="*/ 2147483647 w 293"/>
                <a:gd name="T19" fmla="*/ 2147483647 h 873"/>
                <a:gd name="T20" fmla="*/ 2147483647 w 293"/>
                <a:gd name="T21" fmla="*/ 2147483647 h 873"/>
                <a:gd name="T22" fmla="*/ 2147483647 w 293"/>
                <a:gd name="T23" fmla="*/ 2147483647 h 873"/>
                <a:gd name="T24" fmla="*/ 2147483647 w 293"/>
                <a:gd name="T25" fmla="*/ 2147483647 h 873"/>
                <a:gd name="T26" fmla="*/ 2147483647 w 293"/>
                <a:gd name="T27" fmla="*/ 2147483647 h 873"/>
                <a:gd name="T28" fmla="*/ 2147483647 w 293"/>
                <a:gd name="T29" fmla="*/ 2147483647 h 873"/>
                <a:gd name="T30" fmla="*/ 2147483647 w 293"/>
                <a:gd name="T31" fmla="*/ 2147483647 h 873"/>
                <a:gd name="T32" fmla="*/ 2147483647 w 293"/>
                <a:gd name="T33" fmla="*/ 2147483647 h 873"/>
                <a:gd name="T34" fmla="*/ 2147483647 w 293"/>
                <a:gd name="T35" fmla="*/ 2147483647 h 873"/>
                <a:gd name="T36" fmla="*/ 2147483647 w 293"/>
                <a:gd name="T37" fmla="*/ 2147483647 h 873"/>
                <a:gd name="T38" fmla="*/ 2147483647 w 293"/>
                <a:gd name="T39" fmla="*/ 2147483647 h 873"/>
                <a:gd name="T40" fmla="*/ 2147483647 w 293"/>
                <a:gd name="T41" fmla="*/ 2147483647 h 873"/>
                <a:gd name="T42" fmla="*/ 2147483647 w 293"/>
                <a:gd name="T43" fmla="*/ 2147483647 h 873"/>
                <a:gd name="T44" fmla="*/ 2147483647 w 293"/>
                <a:gd name="T45" fmla="*/ 2147483647 h 873"/>
                <a:gd name="T46" fmla="*/ 2147483647 w 293"/>
                <a:gd name="T47" fmla="*/ 2147483647 h 873"/>
                <a:gd name="T48" fmla="*/ 2147483647 w 293"/>
                <a:gd name="T49" fmla="*/ 2147483647 h 873"/>
                <a:gd name="T50" fmla="*/ 2147483647 w 293"/>
                <a:gd name="T51" fmla="*/ 2147483647 h 873"/>
                <a:gd name="T52" fmla="*/ 2147483647 w 293"/>
                <a:gd name="T53" fmla="*/ 2147483647 h 873"/>
                <a:gd name="T54" fmla="*/ 2147483647 w 293"/>
                <a:gd name="T55" fmla="*/ 2147483647 h 873"/>
                <a:gd name="T56" fmla="*/ 0 w 293"/>
                <a:gd name="T57" fmla="*/ 2147483647 h 873"/>
                <a:gd name="T58" fmla="*/ 0 w 293"/>
                <a:gd name="T59" fmla="*/ 2147483647 h 873"/>
                <a:gd name="T60" fmla="*/ 2147483647 w 293"/>
                <a:gd name="T61" fmla="*/ 2147483647 h 873"/>
                <a:gd name="T62" fmla="*/ 2147483647 w 293"/>
                <a:gd name="T63" fmla="*/ 2147483647 h 873"/>
                <a:gd name="T64" fmla="*/ 2147483647 w 293"/>
                <a:gd name="T65" fmla="*/ 2147483647 h 873"/>
                <a:gd name="T66" fmla="*/ 2147483647 w 293"/>
                <a:gd name="T67" fmla="*/ 2147483647 h 873"/>
                <a:gd name="T68" fmla="*/ 2147483647 w 293"/>
                <a:gd name="T69" fmla="*/ 2147483647 h 873"/>
                <a:gd name="T70" fmla="*/ 2147483647 w 293"/>
                <a:gd name="T71" fmla="*/ 2147483647 h 873"/>
                <a:gd name="T72" fmla="*/ 2147483647 w 293"/>
                <a:gd name="T73" fmla="*/ 2147483647 h 873"/>
                <a:gd name="T74" fmla="*/ 2147483647 w 293"/>
                <a:gd name="T75" fmla="*/ 2147483647 h 873"/>
                <a:gd name="T76" fmla="*/ 2147483647 w 293"/>
                <a:gd name="T77" fmla="*/ 2147483647 h 873"/>
                <a:gd name="T78" fmla="*/ 2147483647 w 293"/>
                <a:gd name="T79" fmla="*/ 2147483647 h 873"/>
                <a:gd name="T80" fmla="*/ 2147483647 w 293"/>
                <a:gd name="T81" fmla="*/ 2147483647 h 873"/>
                <a:gd name="T82" fmla="*/ 2147483647 w 293"/>
                <a:gd name="T83" fmla="*/ 2147483647 h 873"/>
                <a:gd name="T84" fmla="*/ 2147483647 w 293"/>
                <a:gd name="T85" fmla="*/ 2147483647 h 873"/>
                <a:gd name="T86" fmla="*/ 2147483647 w 293"/>
                <a:gd name="T87" fmla="*/ 2147483647 h 873"/>
                <a:gd name="T88" fmla="*/ 2147483647 w 293"/>
                <a:gd name="T89" fmla="*/ 2147483647 h 873"/>
                <a:gd name="T90" fmla="*/ 2147483647 w 293"/>
                <a:gd name="T91" fmla="*/ 2147483647 h 873"/>
                <a:gd name="T92" fmla="*/ 2147483647 w 293"/>
                <a:gd name="T93" fmla="*/ 2147483647 h 873"/>
                <a:gd name="T94" fmla="*/ 2147483647 w 293"/>
                <a:gd name="T95" fmla="*/ 2147483647 h 873"/>
                <a:gd name="T96" fmla="*/ 2147483647 w 293"/>
                <a:gd name="T97" fmla="*/ 2147483647 h 873"/>
                <a:gd name="T98" fmla="*/ 2147483647 w 293"/>
                <a:gd name="T99" fmla="*/ 2147483647 h 873"/>
                <a:gd name="T100" fmla="*/ 2147483647 w 293"/>
                <a:gd name="T101" fmla="*/ 2147483647 h 873"/>
                <a:gd name="T102" fmla="*/ 2147483647 w 293"/>
                <a:gd name="T103" fmla="*/ 2147483647 h 873"/>
                <a:gd name="T104" fmla="*/ 2147483647 w 293"/>
                <a:gd name="T105" fmla="*/ 2147483647 h 873"/>
                <a:gd name="T106" fmla="*/ 2147483647 w 293"/>
                <a:gd name="T107" fmla="*/ 2147483647 h 873"/>
                <a:gd name="T108" fmla="*/ 2147483647 w 293"/>
                <a:gd name="T109" fmla="*/ 0 h 873"/>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93"/>
                <a:gd name="T166" fmla="*/ 0 h 873"/>
                <a:gd name="T167" fmla="*/ 293 w 293"/>
                <a:gd name="T168" fmla="*/ 873 h 873"/>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93" h="873">
                  <a:moveTo>
                    <a:pt x="138" y="0"/>
                  </a:moveTo>
                  <a:lnTo>
                    <a:pt x="293" y="0"/>
                  </a:lnTo>
                  <a:lnTo>
                    <a:pt x="292" y="873"/>
                  </a:lnTo>
                  <a:lnTo>
                    <a:pt x="138" y="865"/>
                  </a:lnTo>
                  <a:lnTo>
                    <a:pt x="133" y="862"/>
                  </a:lnTo>
                  <a:lnTo>
                    <a:pt x="127" y="861"/>
                  </a:lnTo>
                  <a:lnTo>
                    <a:pt x="119" y="858"/>
                  </a:lnTo>
                  <a:lnTo>
                    <a:pt x="111" y="853"/>
                  </a:lnTo>
                  <a:lnTo>
                    <a:pt x="103" y="846"/>
                  </a:lnTo>
                  <a:lnTo>
                    <a:pt x="94" y="837"/>
                  </a:lnTo>
                  <a:lnTo>
                    <a:pt x="86" y="828"/>
                  </a:lnTo>
                  <a:lnTo>
                    <a:pt x="80" y="817"/>
                  </a:lnTo>
                  <a:lnTo>
                    <a:pt x="73" y="808"/>
                  </a:lnTo>
                  <a:lnTo>
                    <a:pt x="68" y="798"/>
                  </a:lnTo>
                  <a:lnTo>
                    <a:pt x="63" y="789"/>
                  </a:lnTo>
                  <a:lnTo>
                    <a:pt x="57" y="775"/>
                  </a:lnTo>
                  <a:lnTo>
                    <a:pt x="51" y="760"/>
                  </a:lnTo>
                  <a:lnTo>
                    <a:pt x="46" y="747"/>
                  </a:lnTo>
                  <a:lnTo>
                    <a:pt x="42" y="736"/>
                  </a:lnTo>
                  <a:lnTo>
                    <a:pt x="39" y="726"/>
                  </a:lnTo>
                  <a:lnTo>
                    <a:pt x="32" y="705"/>
                  </a:lnTo>
                  <a:lnTo>
                    <a:pt x="27" y="682"/>
                  </a:lnTo>
                  <a:lnTo>
                    <a:pt x="21" y="658"/>
                  </a:lnTo>
                  <a:lnTo>
                    <a:pt x="16" y="634"/>
                  </a:lnTo>
                  <a:lnTo>
                    <a:pt x="12" y="606"/>
                  </a:lnTo>
                  <a:lnTo>
                    <a:pt x="8" y="576"/>
                  </a:lnTo>
                  <a:lnTo>
                    <a:pt x="4" y="544"/>
                  </a:lnTo>
                  <a:lnTo>
                    <a:pt x="2" y="510"/>
                  </a:lnTo>
                  <a:lnTo>
                    <a:pt x="0" y="474"/>
                  </a:lnTo>
                  <a:lnTo>
                    <a:pt x="0" y="433"/>
                  </a:lnTo>
                  <a:lnTo>
                    <a:pt x="1" y="378"/>
                  </a:lnTo>
                  <a:lnTo>
                    <a:pt x="4" y="327"/>
                  </a:lnTo>
                  <a:lnTo>
                    <a:pt x="8" y="291"/>
                  </a:lnTo>
                  <a:lnTo>
                    <a:pt x="13" y="253"/>
                  </a:lnTo>
                  <a:lnTo>
                    <a:pt x="17" y="223"/>
                  </a:lnTo>
                  <a:lnTo>
                    <a:pt x="21" y="202"/>
                  </a:lnTo>
                  <a:lnTo>
                    <a:pt x="29" y="171"/>
                  </a:lnTo>
                  <a:lnTo>
                    <a:pt x="40" y="136"/>
                  </a:lnTo>
                  <a:lnTo>
                    <a:pt x="48" y="112"/>
                  </a:lnTo>
                  <a:lnTo>
                    <a:pt x="55" y="94"/>
                  </a:lnTo>
                  <a:lnTo>
                    <a:pt x="60" y="84"/>
                  </a:lnTo>
                  <a:lnTo>
                    <a:pt x="66" y="70"/>
                  </a:lnTo>
                  <a:lnTo>
                    <a:pt x="71" y="61"/>
                  </a:lnTo>
                  <a:lnTo>
                    <a:pt x="76" y="52"/>
                  </a:lnTo>
                  <a:lnTo>
                    <a:pt x="82" y="45"/>
                  </a:lnTo>
                  <a:lnTo>
                    <a:pt x="88" y="37"/>
                  </a:lnTo>
                  <a:lnTo>
                    <a:pt x="94" y="28"/>
                  </a:lnTo>
                  <a:lnTo>
                    <a:pt x="100" y="22"/>
                  </a:lnTo>
                  <a:lnTo>
                    <a:pt x="105" y="18"/>
                  </a:lnTo>
                  <a:lnTo>
                    <a:pt x="110" y="12"/>
                  </a:lnTo>
                  <a:lnTo>
                    <a:pt x="117" y="7"/>
                  </a:lnTo>
                  <a:lnTo>
                    <a:pt x="123" y="4"/>
                  </a:lnTo>
                  <a:lnTo>
                    <a:pt x="128" y="3"/>
                  </a:lnTo>
                  <a:lnTo>
                    <a:pt x="132" y="1"/>
                  </a:lnTo>
                  <a:lnTo>
                    <a:pt x="138" y="0"/>
                  </a:lnTo>
                  <a:close/>
                </a:path>
              </a:pathLst>
            </a:custGeom>
            <a:solidFill>
              <a:srgbClr val="202020"/>
            </a:solidFill>
            <a:ln w="9525">
              <a:noFill/>
              <a:round/>
              <a:headEnd/>
              <a:tailEnd/>
            </a:ln>
          </p:spPr>
          <p:txBody>
            <a:bodyPr/>
            <a:lstStyle/>
            <a:p>
              <a:endParaRPr lang="nl-BE"/>
            </a:p>
          </p:txBody>
        </p:sp>
        <p:sp>
          <p:nvSpPr>
            <p:cNvPr id="42339" name="Oval 339"/>
            <p:cNvSpPr>
              <a:spLocks noChangeArrowheads="1"/>
            </p:cNvSpPr>
            <p:nvPr/>
          </p:nvSpPr>
          <p:spPr bwMode="auto">
            <a:xfrm rot="-155667">
              <a:off x="3903663" y="4119563"/>
              <a:ext cx="184150" cy="312737"/>
            </a:xfrm>
            <a:prstGeom prst="ellipse">
              <a:avLst/>
            </a:prstGeom>
            <a:solidFill>
              <a:srgbClr val="404040"/>
            </a:solidFill>
            <a:ln w="9525">
              <a:noFill/>
              <a:round/>
              <a:headEnd/>
              <a:tailEnd/>
            </a:ln>
          </p:spPr>
          <p:txBody>
            <a:bodyPr/>
            <a:lstStyle/>
            <a:p>
              <a:pPr algn="ctr" eaLnBrk="0" hangingPunct="0"/>
              <a:endParaRPr lang="nl-BE"/>
            </a:p>
          </p:txBody>
        </p:sp>
        <p:sp>
          <p:nvSpPr>
            <p:cNvPr id="42340" name="Oval 340"/>
            <p:cNvSpPr>
              <a:spLocks noChangeArrowheads="1"/>
            </p:cNvSpPr>
            <p:nvPr/>
          </p:nvSpPr>
          <p:spPr bwMode="auto">
            <a:xfrm rot="-155667">
              <a:off x="3941763" y="4183063"/>
              <a:ext cx="107950" cy="184150"/>
            </a:xfrm>
            <a:prstGeom prst="ellipse">
              <a:avLst/>
            </a:prstGeom>
            <a:solidFill>
              <a:srgbClr val="A0A0A0"/>
            </a:solidFill>
            <a:ln w="9525">
              <a:noFill/>
              <a:round/>
              <a:headEnd/>
              <a:tailEnd/>
            </a:ln>
          </p:spPr>
          <p:txBody>
            <a:bodyPr/>
            <a:lstStyle/>
            <a:p>
              <a:pPr algn="ctr" eaLnBrk="0" hangingPunct="0"/>
              <a:endParaRPr lang="nl-BE"/>
            </a:p>
          </p:txBody>
        </p:sp>
        <p:sp>
          <p:nvSpPr>
            <p:cNvPr id="42341" name="Oval 341"/>
            <p:cNvSpPr>
              <a:spLocks noChangeArrowheads="1"/>
            </p:cNvSpPr>
            <p:nvPr/>
          </p:nvSpPr>
          <p:spPr bwMode="auto">
            <a:xfrm rot="-155667">
              <a:off x="3941763" y="4187825"/>
              <a:ext cx="100012" cy="173038"/>
            </a:xfrm>
            <a:prstGeom prst="ellipse">
              <a:avLst/>
            </a:prstGeom>
            <a:solidFill>
              <a:srgbClr val="808080"/>
            </a:solidFill>
            <a:ln w="9525">
              <a:noFill/>
              <a:round/>
              <a:headEnd/>
              <a:tailEnd/>
            </a:ln>
          </p:spPr>
          <p:txBody>
            <a:bodyPr/>
            <a:lstStyle/>
            <a:p>
              <a:pPr algn="ctr" eaLnBrk="0" hangingPunct="0"/>
              <a:endParaRPr lang="nl-BE"/>
            </a:p>
          </p:txBody>
        </p:sp>
        <p:sp>
          <p:nvSpPr>
            <p:cNvPr id="42342" name="Oval 342"/>
            <p:cNvSpPr>
              <a:spLocks noChangeArrowheads="1"/>
            </p:cNvSpPr>
            <p:nvPr/>
          </p:nvSpPr>
          <p:spPr bwMode="auto">
            <a:xfrm rot="-155667">
              <a:off x="3986213" y="4259263"/>
              <a:ext cx="19050" cy="31750"/>
            </a:xfrm>
            <a:prstGeom prst="ellipse">
              <a:avLst/>
            </a:prstGeom>
            <a:solidFill>
              <a:srgbClr val="404040"/>
            </a:solidFill>
            <a:ln w="9525">
              <a:noFill/>
              <a:round/>
              <a:headEnd/>
              <a:tailEnd/>
            </a:ln>
          </p:spPr>
          <p:txBody>
            <a:bodyPr/>
            <a:lstStyle/>
            <a:p>
              <a:pPr algn="ctr" eaLnBrk="0" hangingPunct="0"/>
              <a:endParaRPr lang="nl-BE"/>
            </a:p>
          </p:txBody>
        </p:sp>
        <p:sp>
          <p:nvSpPr>
            <p:cNvPr id="42343" name="Freeform 343"/>
            <p:cNvSpPr>
              <a:spLocks/>
            </p:cNvSpPr>
            <p:nvPr/>
          </p:nvSpPr>
          <p:spPr bwMode="auto">
            <a:xfrm rot="-155667">
              <a:off x="3927475" y="4119563"/>
              <a:ext cx="182563" cy="317500"/>
            </a:xfrm>
            <a:custGeom>
              <a:avLst/>
              <a:gdLst>
                <a:gd name="T0" fmla="*/ 2147483647 w 294"/>
                <a:gd name="T1" fmla="*/ 0 h 892"/>
                <a:gd name="T2" fmla="*/ 2147483647 w 294"/>
                <a:gd name="T3" fmla="*/ 0 h 892"/>
                <a:gd name="T4" fmla="*/ 2147483647 w 294"/>
                <a:gd name="T5" fmla="*/ 2147483647 h 892"/>
                <a:gd name="T6" fmla="*/ 2147483647 w 294"/>
                <a:gd name="T7" fmla="*/ 2147483647 h 892"/>
                <a:gd name="T8" fmla="*/ 2147483647 w 294"/>
                <a:gd name="T9" fmla="*/ 2147483647 h 892"/>
                <a:gd name="T10" fmla="*/ 2147483647 w 294"/>
                <a:gd name="T11" fmla="*/ 2147483647 h 892"/>
                <a:gd name="T12" fmla="*/ 2147483647 w 294"/>
                <a:gd name="T13" fmla="*/ 2147483647 h 892"/>
                <a:gd name="T14" fmla="*/ 2147483647 w 294"/>
                <a:gd name="T15" fmla="*/ 2147483647 h 892"/>
                <a:gd name="T16" fmla="*/ 2147483647 w 294"/>
                <a:gd name="T17" fmla="*/ 2147483647 h 892"/>
                <a:gd name="T18" fmla="*/ 2147483647 w 294"/>
                <a:gd name="T19" fmla="*/ 2147483647 h 892"/>
                <a:gd name="T20" fmla="*/ 2147483647 w 294"/>
                <a:gd name="T21" fmla="*/ 2147483647 h 892"/>
                <a:gd name="T22" fmla="*/ 2147483647 w 294"/>
                <a:gd name="T23" fmla="*/ 2147483647 h 892"/>
                <a:gd name="T24" fmla="*/ 2147483647 w 294"/>
                <a:gd name="T25" fmla="*/ 2147483647 h 892"/>
                <a:gd name="T26" fmla="*/ 2147483647 w 294"/>
                <a:gd name="T27" fmla="*/ 2147483647 h 892"/>
                <a:gd name="T28" fmla="*/ 2147483647 w 294"/>
                <a:gd name="T29" fmla="*/ 2147483647 h 892"/>
                <a:gd name="T30" fmla="*/ 2147483647 w 294"/>
                <a:gd name="T31" fmla="*/ 2147483647 h 892"/>
                <a:gd name="T32" fmla="*/ 2147483647 w 294"/>
                <a:gd name="T33" fmla="*/ 2147483647 h 892"/>
                <a:gd name="T34" fmla="*/ 2147483647 w 294"/>
                <a:gd name="T35" fmla="*/ 2147483647 h 892"/>
                <a:gd name="T36" fmla="*/ 2147483647 w 294"/>
                <a:gd name="T37" fmla="*/ 2147483647 h 892"/>
                <a:gd name="T38" fmla="*/ 2147483647 w 294"/>
                <a:gd name="T39" fmla="*/ 2147483647 h 892"/>
                <a:gd name="T40" fmla="*/ 2147483647 w 294"/>
                <a:gd name="T41" fmla="*/ 2147483647 h 892"/>
                <a:gd name="T42" fmla="*/ 2147483647 w 294"/>
                <a:gd name="T43" fmla="*/ 2147483647 h 892"/>
                <a:gd name="T44" fmla="*/ 2147483647 w 294"/>
                <a:gd name="T45" fmla="*/ 2147483647 h 892"/>
                <a:gd name="T46" fmla="*/ 2147483647 w 294"/>
                <a:gd name="T47" fmla="*/ 2147483647 h 892"/>
                <a:gd name="T48" fmla="*/ 2147483647 w 294"/>
                <a:gd name="T49" fmla="*/ 2147483647 h 892"/>
                <a:gd name="T50" fmla="*/ 2147483647 w 294"/>
                <a:gd name="T51" fmla="*/ 2147483647 h 892"/>
                <a:gd name="T52" fmla="*/ 2147483647 w 294"/>
                <a:gd name="T53" fmla="*/ 2147483647 h 892"/>
                <a:gd name="T54" fmla="*/ 2147483647 w 294"/>
                <a:gd name="T55" fmla="*/ 2147483647 h 892"/>
                <a:gd name="T56" fmla="*/ 0 w 294"/>
                <a:gd name="T57" fmla="*/ 2147483647 h 892"/>
                <a:gd name="T58" fmla="*/ 2147483647 w 294"/>
                <a:gd name="T59" fmla="*/ 2147483647 h 892"/>
                <a:gd name="T60" fmla="*/ 2147483647 w 294"/>
                <a:gd name="T61" fmla="*/ 2147483647 h 892"/>
                <a:gd name="T62" fmla="*/ 2147483647 w 294"/>
                <a:gd name="T63" fmla="*/ 2147483647 h 892"/>
                <a:gd name="T64" fmla="*/ 2147483647 w 294"/>
                <a:gd name="T65" fmla="*/ 2147483647 h 892"/>
                <a:gd name="T66" fmla="*/ 2147483647 w 294"/>
                <a:gd name="T67" fmla="*/ 2147483647 h 892"/>
                <a:gd name="T68" fmla="*/ 2147483647 w 294"/>
                <a:gd name="T69" fmla="*/ 2147483647 h 892"/>
                <a:gd name="T70" fmla="*/ 2147483647 w 294"/>
                <a:gd name="T71" fmla="*/ 2147483647 h 892"/>
                <a:gd name="T72" fmla="*/ 2147483647 w 294"/>
                <a:gd name="T73" fmla="*/ 2147483647 h 892"/>
                <a:gd name="T74" fmla="*/ 2147483647 w 294"/>
                <a:gd name="T75" fmla="*/ 2147483647 h 892"/>
                <a:gd name="T76" fmla="*/ 2147483647 w 294"/>
                <a:gd name="T77" fmla="*/ 2147483647 h 892"/>
                <a:gd name="T78" fmla="*/ 2147483647 w 294"/>
                <a:gd name="T79" fmla="*/ 2147483647 h 892"/>
                <a:gd name="T80" fmla="*/ 2147483647 w 294"/>
                <a:gd name="T81" fmla="*/ 2147483647 h 892"/>
                <a:gd name="T82" fmla="*/ 2147483647 w 294"/>
                <a:gd name="T83" fmla="*/ 2147483647 h 892"/>
                <a:gd name="T84" fmla="*/ 2147483647 w 294"/>
                <a:gd name="T85" fmla="*/ 2147483647 h 892"/>
                <a:gd name="T86" fmla="*/ 2147483647 w 294"/>
                <a:gd name="T87" fmla="*/ 2147483647 h 892"/>
                <a:gd name="T88" fmla="*/ 2147483647 w 294"/>
                <a:gd name="T89" fmla="*/ 2147483647 h 892"/>
                <a:gd name="T90" fmla="*/ 2147483647 w 294"/>
                <a:gd name="T91" fmla="*/ 2147483647 h 892"/>
                <a:gd name="T92" fmla="*/ 2147483647 w 294"/>
                <a:gd name="T93" fmla="*/ 2147483647 h 892"/>
                <a:gd name="T94" fmla="*/ 2147483647 w 294"/>
                <a:gd name="T95" fmla="*/ 2147483647 h 892"/>
                <a:gd name="T96" fmla="*/ 2147483647 w 294"/>
                <a:gd name="T97" fmla="*/ 2147483647 h 892"/>
                <a:gd name="T98" fmla="*/ 2147483647 w 294"/>
                <a:gd name="T99" fmla="*/ 2147483647 h 892"/>
                <a:gd name="T100" fmla="*/ 2147483647 w 294"/>
                <a:gd name="T101" fmla="*/ 2147483647 h 892"/>
                <a:gd name="T102" fmla="*/ 2147483647 w 294"/>
                <a:gd name="T103" fmla="*/ 2147483647 h 892"/>
                <a:gd name="T104" fmla="*/ 2147483647 w 294"/>
                <a:gd name="T105" fmla="*/ 2147483647 h 892"/>
                <a:gd name="T106" fmla="*/ 2147483647 w 294"/>
                <a:gd name="T107" fmla="*/ 2147483647 h 892"/>
                <a:gd name="T108" fmla="*/ 2147483647 w 294"/>
                <a:gd name="T109" fmla="*/ 0 h 89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94"/>
                <a:gd name="T166" fmla="*/ 0 h 892"/>
                <a:gd name="T167" fmla="*/ 294 w 294"/>
                <a:gd name="T168" fmla="*/ 892 h 892"/>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94" h="892">
                  <a:moveTo>
                    <a:pt x="138" y="0"/>
                  </a:moveTo>
                  <a:lnTo>
                    <a:pt x="294" y="0"/>
                  </a:lnTo>
                  <a:lnTo>
                    <a:pt x="292" y="892"/>
                  </a:lnTo>
                  <a:lnTo>
                    <a:pt x="138" y="885"/>
                  </a:lnTo>
                  <a:lnTo>
                    <a:pt x="132" y="882"/>
                  </a:lnTo>
                  <a:lnTo>
                    <a:pt x="127" y="882"/>
                  </a:lnTo>
                  <a:lnTo>
                    <a:pt x="119" y="877"/>
                  </a:lnTo>
                  <a:lnTo>
                    <a:pt x="111" y="873"/>
                  </a:lnTo>
                  <a:lnTo>
                    <a:pt x="102" y="865"/>
                  </a:lnTo>
                  <a:lnTo>
                    <a:pt x="93" y="856"/>
                  </a:lnTo>
                  <a:lnTo>
                    <a:pt x="86" y="846"/>
                  </a:lnTo>
                  <a:lnTo>
                    <a:pt x="79" y="837"/>
                  </a:lnTo>
                  <a:lnTo>
                    <a:pt x="73" y="826"/>
                  </a:lnTo>
                  <a:lnTo>
                    <a:pt x="68" y="816"/>
                  </a:lnTo>
                  <a:lnTo>
                    <a:pt x="63" y="807"/>
                  </a:lnTo>
                  <a:lnTo>
                    <a:pt x="56" y="792"/>
                  </a:lnTo>
                  <a:lnTo>
                    <a:pt x="51" y="778"/>
                  </a:lnTo>
                  <a:lnTo>
                    <a:pt x="46" y="763"/>
                  </a:lnTo>
                  <a:lnTo>
                    <a:pt x="41" y="753"/>
                  </a:lnTo>
                  <a:lnTo>
                    <a:pt x="38" y="742"/>
                  </a:lnTo>
                  <a:lnTo>
                    <a:pt x="32" y="721"/>
                  </a:lnTo>
                  <a:lnTo>
                    <a:pt x="26" y="699"/>
                  </a:lnTo>
                  <a:lnTo>
                    <a:pt x="22" y="673"/>
                  </a:lnTo>
                  <a:lnTo>
                    <a:pt x="16" y="649"/>
                  </a:lnTo>
                  <a:lnTo>
                    <a:pt x="12" y="619"/>
                  </a:lnTo>
                  <a:lnTo>
                    <a:pt x="9" y="589"/>
                  </a:lnTo>
                  <a:lnTo>
                    <a:pt x="5" y="556"/>
                  </a:lnTo>
                  <a:lnTo>
                    <a:pt x="2" y="520"/>
                  </a:lnTo>
                  <a:lnTo>
                    <a:pt x="0" y="484"/>
                  </a:lnTo>
                  <a:lnTo>
                    <a:pt x="1" y="442"/>
                  </a:lnTo>
                  <a:lnTo>
                    <a:pt x="1" y="387"/>
                  </a:lnTo>
                  <a:lnTo>
                    <a:pt x="5" y="334"/>
                  </a:lnTo>
                  <a:lnTo>
                    <a:pt x="9" y="297"/>
                  </a:lnTo>
                  <a:lnTo>
                    <a:pt x="13" y="259"/>
                  </a:lnTo>
                  <a:lnTo>
                    <a:pt x="18" y="229"/>
                  </a:lnTo>
                  <a:lnTo>
                    <a:pt x="22" y="207"/>
                  </a:lnTo>
                  <a:lnTo>
                    <a:pt x="28" y="175"/>
                  </a:lnTo>
                  <a:lnTo>
                    <a:pt x="39" y="141"/>
                  </a:lnTo>
                  <a:lnTo>
                    <a:pt x="48" y="115"/>
                  </a:lnTo>
                  <a:lnTo>
                    <a:pt x="55" y="97"/>
                  </a:lnTo>
                  <a:lnTo>
                    <a:pt x="60" y="85"/>
                  </a:lnTo>
                  <a:lnTo>
                    <a:pt x="65" y="73"/>
                  </a:lnTo>
                  <a:lnTo>
                    <a:pt x="71" y="63"/>
                  </a:lnTo>
                  <a:lnTo>
                    <a:pt x="76" y="54"/>
                  </a:lnTo>
                  <a:lnTo>
                    <a:pt x="81" y="46"/>
                  </a:lnTo>
                  <a:lnTo>
                    <a:pt x="87" y="37"/>
                  </a:lnTo>
                  <a:lnTo>
                    <a:pt x="94" y="30"/>
                  </a:lnTo>
                  <a:lnTo>
                    <a:pt x="99" y="24"/>
                  </a:lnTo>
                  <a:lnTo>
                    <a:pt x="105" y="18"/>
                  </a:lnTo>
                  <a:lnTo>
                    <a:pt x="110" y="13"/>
                  </a:lnTo>
                  <a:lnTo>
                    <a:pt x="117" y="9"/>
                  </a:lnTo>
                  <a:lnTo>
                    <a:pt x="122" y="4"/>
                  </a:lnTo>
                  <a:lnTo>
                    <a:pt x="128" y="3"/>
                  </a:lnTo>
                  <a:lnTo>
                    <a:pt x="132" y="1"/>
                  </a:lnTo>
                  <a:lnTo>
                    <a:pt x="138" y="0"/>
                  </a:lnTo>
                  <a:close/>
                </a:path>
              </a:pathLst>
            </a:custGeom>
            <a:solidFill>
              <a:srgbClr val="202020"/>
            </a:solidFill>
            <a:ln w="9525">
              <a:noFill/>
              <a:round/>
              <a:headEnd/>
              <a:tailEnd/>
            </a:ln>
          </p:spPr>
          <p:txBody>
            <a:bodyPr/>
            <a:lstStyle/>
            <a:p>
              <a:endParaRPr lang="nl-BE"/>
            </a:p>
          </p:txBody>
        </p:sp>
        <p:sp>
          <p:nvSpPr>
            <p:cNvPr id="42344" name="Oval 344"/>
            <p:cNvSpPr>
              <a:spLocks noChangeArrowheads="1"/>
            </p:cNvSpPr>
            <p:nvPr/>
          </p:nvSpPr>
          <p:spPr bwMode="auto">
            <a:xfrm rot="-155667">
              <a:off x="4051300" y="4181475"/>
              <a:ext cx="107950" cy="188913"/>
            </a:xfrm>
            <a:prstGeom prst="ellipse">
              <a:avLst/>
            </a:prstGeom>
            <a:solidFill>
              <a:srgbClr val="606060"/>
            </a:solidFill>
            <a:ln w="9525">
              <a:noFill/>
              <a:round/>
              <a:headEnd/>
              <a:tailEnd/>
            </a:ln>
          </p:spPr>
          <p:txBody>
            <a:bodyPr/>
            <a:lstStyle/>
            <a:p>
              <a:pPr algn="ctr" eaLnBrk="0" hangingPunct="0"/>
              <a:endParaRPr lang="nl-BE"/>
            </a:p>
          </p:txBody>
        </p:sp>
        <p:sp>
          <p:nvSpPr>
            <p:cNvPr id="42345" name="Oval 345"/>
            <p:cNvSpPr>
              <a:spLocks noChangeArrowheads="1"/>
            </p:cNvSpPr>
            <p:nvPr/>
          </p:nvSpPr>
          <p:spPr bwMode="auto">
            <a:xfrm rot="-155667">
              <a:off x="4049713" y="4186238"/>
              <a:ext cx="100012" cy="176212"/>
            </a:xfrm>
            <a:prstGeom prst="ellipse">
              <a:avLst/>
            </a:prstGeom>
            <a:solidFill>
              <a:srgbClr val="404040"/>
            </a:solidFill>
            <a:ln w="9525">
              <a:noFill/>
              <a:round/>
              <a:headEnd/>
              <a:tailEnd/>
            </a:ln>
          </p:spPr>
          <p:txBody>
            <a:bodyPr/>
            <a:lstStyle/>
            <a:p>
              <a:pPr algn="ctr" eaLnBrk="0" hangingPunct="0"/>
              <a:endParaRPr lang="nl-BE"/>
            </a:p>
          </p:txBody>
        </p:sp>
        <p:sp>
          <p:nvSpPr>
            <p:cNvPr id="42346" name="Oval 346"/>
            <p:cNvSpPr>
              <a:spLocks noChangeArrowheads="1"/>
            </p:cNvSpPr>
            <p:nvPr/>
          </p:nvSpPr>
          <p:spPr bwMode="auto">
            <a:xfrm rot="-155667">
              <a:off x="4095750" y="4259263"/>
              <a:ext cx="19050" cy="33337"/>
            </a:xfrm>
            <a:prstGeom prst="ellipse">
              <a:avLst/>
            </a:prstGeom>
            <a:solidFill>
              <a:srgbClr val="202020"/>
            </a:solidFill>
            <a:ln w="9525">
              <a:noFill/>
              <a:round/>
              <a:headEnd/>
              <a:tailEnd/>
            </a:ln>
          </p:spPr>
          <p:txBody>
            <a:bodyPr/>
            <a:lstStyle/>
            <a:p>
              <a:pPr algn="ctr" eaLnBrk="0" hangingPunct="0"/>
              <a:endParaRPr lang="nl-BE"/>
            </a:p>
          </p:txBody>
        </p:sp>
        <p:sp>
          <p:nvSpPr>
            <p:cNvPr id="42347" name="Freeform 347"/>
            <p:cNvSpPr>
              <a:spLocks/>
            </p:cNvSpPr>
            <p:nvPr/>
          </p:nvSpPr>
          <p:spPr bwMode="auto">
            <a:xfrm rot="-155667">
              <a:off x="4468813" y="4092575"/>
              <a:ext cx="195262" cy="277813"/>
            </a:xfrm>
            <a:custGeom>
              <a:avLst/>
              <a:gdLst>
                <a:gd name="T0" fmla="*/ 0 w 315"/>
                <a:gd name="T1" fmla="*/ 0 h 778"/>
                <a:gd name="T2" fmla="*/ 2147483647 w 315"/>
                <a:gd name="T3" fmla="*/ 2147483647 h 778"/>
                <a:gd name="T4" fmla="*/ 2147483647 w 315"/>
                <a:gd name="T5" fmla="*/ 2147483647 h 778"/>
                <a:gd name="T6" fmla="*/ 2147483647 w 315"/>
                <a:gd name="T7" fmla="*/ 2147483647 h 778"/>
                <a:gd name="T8" fmla="*/ 0 w 315"/>
                <a:gd name="T9" fmla="*/ 0 h 778"/>
                <a:gd name="T10" fmla="*/ 0 60000 65536"/>
                <a:gd name="T11" fmla="*/ 0 60000 65536"/>
                <a:gd name="T12" fmla="*/ 0 60000 65536"/>
                <a:gd name="T13" fmla="*/ 0 60000 65536"/>
                <a:gd name="T14" fmla="*/ 0 60000 65536"/>
                <a:gd name="T15" fmla="*/ 0 w 315"/>
                <a:gd name="T16" fmla="*/ 0 h 778"/>
                <a:gd name="T17" fmla="*/ 315 w 315"/>
                <a:gd name="T18" fmla="*/ 778 h 778"/>
              </a:gdLst>
              <a:ahLst/>
              <a:cxnLst>
                <a:cxn ang="T10">
                  <a:pos x="T0" y="T1"/>
                </a:cxn>
                <a:cxn ang="T11">
                  <a:pos x="T2" y="T3"/>
                </a:cxn>
                <a:cxn ang="T12">
                  <a:pos x="T4" y="T5"/>
                </a:cxn>
                <a:cxn ang="T13">
                  <a:pos x="T6" y="T7"/>
                </a:cxn>
                <a:cxn ang="T14">
                  <a:pos x="T8" y="T9"/>
                </a:cxn>
              </a:cxnLst>
              <a:rect l="T15" t="T16" r="T17" b="T18"/>
              <a:pathLst>
                <a:path w="315" h="778">
                  <a:moveTo>
                    <a:pt x="0" y="0"/>
                  </a:moveTo>
                  <a:lnTo>
                    <a:pt x="315" y="10"/>
                  </a:lnTo>
                  <a:lnTo>
                    <a:pt x="315" y="778"/>
                  </a:lnTo>
                  <a:lnTo>
                    <a:pt x="5" y="762"/>
                  </a:lnTo>
                  <a:lnTo>
                    <a:pt x="0" y="0"/>
                  </a:lnTo>
                  <a:close/>
                </a:path>
              </a:pathLst>
            </a:custGeom>
            <a:solidFill>
              <a:srgbClr val="606060"/>
            </a:solidFill>
            <a:ln w="9525">
              <a:noFill/>
              <a:round/>
              <a:headEnd/>
              <a:tailEnd/>
            </a:ln>
          </p:spPr>
          <p:txBody>
            <a:bodyPr/>
            <a:lstStyle/>
            <a:p>
              <a:endParaRPr lang="nl-BE"/>
            </a:p>
          </p:txBody>
        </p:sp>
        <p:sp>
          <p:nvSpPr>
            <p:cNvPr id="42348" name="Freeform 348"/>
            <p:cNvSpPr>
              <a:spLocks/>
            </p:cNvSpPr>
            <p:nvPr/>
          </p:nvSpPr>
          <p:spPr bwMode="auto">
            <a:xfrm rot="-155667">
              <a:off x="4465638" y="4092575"/>
              <a:ext cx="195262" cy="193675"/>
            </a:xfrm>
            <a:custGeom>
              <a:avLst/>
              <a:gdLst>
                <a:gd name="T0" fmla="*/ 0 w 315"/>
                <a:gd name="T1" fmla="*/ 0 h 544"/>
                <a:gd name="T2" fmla="*/ 2147483647 w 315"/>
                <a:gd name="T3" fmla="*/ 2147483647 h 544"/>
                <a:gd name="T4" fmla="*/ 2147483647 w 315"/>
                <a:gd name="T5" fmla="*/ 2147483647 h 544"/>
                <a:gd name="T6" fmla="*/ 2147483647 w 315"/>
                <a:gd name="T7" fmla="*/ 2147483647 h 544"/>
                <a:gd name="T8" fmla="*/ 0 w 315"/>
                <a:gd name="T9" fmla="*/ 0 h 544"/>
                <a:gd name="T10" fmla="*/ 0 60000 65536"/>
                <a:gd name="T11" fmla="*/ 0 60000 65536"/>
                <a:gd name="T12" fmla="*/ 0 60000 65536"/>
                <a:gd name="T13" fmla="*/ 0 60000 65536"/>
                <a:gd name="T14" fmla="*/ 0 60000 65536"/>
                <a:gd name="T15" fmla="*/ 0 w 315"/>
                <a:gd name="T16" fmla="*/ 0 h 544"/>
                <a:gd name="T17" fmla="*/ 315 w 315"/>
                <a:gd name="T18" fmla="*/ 544 h 544"/>
              </a:gdLst>
              <a:ahLst/>
              <a:cxnLst>
                <a:cxn ang="T10">
                  <a:pos x="T0" y="T1"/>
                </a:cxn>
                <a:cxn ang="T11">
                  <a:pos x="T2" y="T3"/>
                </a:cxn>
                <a:cxn ang="T12">
                  <a:pos x="T4" y="T5"/>
                </a:cxn>
                <a:cxn ang="T13">
                  <a:pos x="T6" y="T7"/>
                </a:cxn>
                <a:cxn ang="T14">
                  <a:pos x="T8" y="T9"/>
                </a:cxn>
              </a:cxnLst>
              <a:rect l="T15" t="T16" r="T17" b="T18"/>
              <a:pathLst>
                <a:path w="315" h="544">
                  <a:moveTo>
                    <a:pt x="0" y="0"/>
                  </a:moveTo>
                  <a:lnTo>
                    <a:pt x="315" y="10"/>
                  </a:lnTo>
                  <a:lnTo>
                    <a:pt x="315" y="544"/>
                  </a:lnTo>
                  <a:lnTo>
                    <a:pt x="2" y="514"/>
                  </a:lnTo>
                  <a:lnTo>
                    <a:pt x="0" y="0"/>
                  </a:lnTo>
                  <a:close/>
                </a:path>
              </a:pathLst>
            </a:custGeom>
            <a:solidFill>
              <a:srgbClr val="404040"/>
            </a:solidFill>
            <a:ln w="9525">
              <a:noFill/>
              <a:round/>
              <a:headEnd/>
              <a:tailEnd/>
            </a:ln>
          </p:spPr>
          <p:txBody>
            <a:bodyPr/>
            <a:lstStyle/>
            <a:p>
              <a:endParaRPr lang="nl-BE"/>
            </a:p>
          </p:txBody>
        </p:sp>
        <p:sp>
          <p:nvSpPr>
            <p:cNvPr id="42349" name="Freeform 349"/>
            <p:cNvSpPr>
              <a:spLocks/>
            </p:cNvSpPr>
            <p:nvPr/>
          </p:nvSpPr>
          <p:spPr bwMode="auto">
            <a:xfrm rot="-155667">
              <a:off x="3798888" y="4102100"/>
              <a:ext cx="187325" cy="250825"/>
            </a:xfrm>
            <a:custGeom>
              <a:avLst/>
              <a:gdLst>
                <a:gd name="T0" fmla="*/ 0 w 304"/>
                <a:gd name="T1" fmla="*/ 0 h 702"/>
                <a:gd name="T2" fmla="*/ 2147483647 w 304"/>
                <a:gd name="T3" fmla="*/ 2147483647 h 702"/>
                <a:gd name="T4" fmla="*/ 2147483647 w 304"/>
                <a:gd name="T5" fmla="*/ 2147483647 h 702"/>
                <a:gd name="T6" fmla="*/ 0 w 304"/>
                <a:gd name="T7" fmla="*/ 2147483647 h 702"/>
                <a:gd name="T8" fmla="*/ 0 w 304"/>
                <a:gd name="T9" fmla="*/ 0 h 702"/>
                <a:gd name="T10" fmla="*/ 0 60000 65536"/>
                <a:gd name="T11" fmla="*/ 0 60000 65536"/>
                <a:gd name="T12" fmla="*/ 0 60000 65536"/>
                <a:gd name="T13" fmla="*/ 0 60000 65536"/>
                <a:gd name="T14" fmla="*/ 0 60000 65536"/>
                <a:gd name="T15" fmla="*/ 0 w 304"/>
                <a:gd name="T16" fmla="*/ 0 h 702"/>
                <a:gd name="T17" fmla="*/ 304 w 304"/>
                <a:gd name="T18" fmla="*/ 702 h 702"/>
              </a:gdLst>
              <a:ahLst/>
              <a:cxnLst>
                <a:cxn ang="T10">
                  <a:pos x="T0" y="T1"/>
                </a:cxn>
                <a:cxn ang="T11">
                  <a:pos x="T2" y="T3"/>
                </a:cxn>
                <a:cxn ang="T12">
                  <a:pos x="T4" y="T5"/>
                </a:cxn>
                <a:cxn ang="T13">
                  <a:pos x="T6" y="T7"/>
                </a:cxn>
                <a:cxn ang="T14">
                  <a:pos x="T8" y="T9"/>
                </a:cxn>
              </a:cxnLst>
              <a:rect l="T15" t="T16" r="T17" b="T18"/>
              <a:pathLst>
                <a:path w="304" h="702">
                  <a:moveTo>
                    <a:pt x="0" y="0"/>
                  </a:moveTo>
                  <a:lnTo>
                    <a:pt x="304" y="4"/>
                  </a:lnTo>
                  <a:lnTo>
                    <a:pt x="304" y="702"/>
                  </a:lnTo>
                  <a:lnTo>
                    <a:pt x="0" y="687"/>
                  </a:lnTo>
                  <a:lnTo>
                    <a:pt x="0" y="0"/>
                  </a:lnTo>
                  <a:close/>
                </a:path>
              </a:pathLst>
            </a:custGeom>
            <a:solidFill>
              <a:srgbClr val="606060"/>
            </a:solidFill>
            <a:ln w="9525">
              <a:noFill/>
              <a:round/>
              <a:headEnd/>
              <a:tailEnd/>
            </a:ln>
          </p:spPr>
          <p:txBody>
            <a:bodyPr/>
            <a:lstStyle/>
            <a:p>
              <a:endParaRPr lang="nl-BE"/>
            </a:p>
          </p:txBody>
        </p:sp>
        <p:sp>
          <p:nvSpPr>
            <p:cNvPr id="42350" name="Freeform 350"/>
            <p:cNvSpPr>
              <a:spLocks/>
            </p:cNvSpPr>
            <p:nvPr/>
          </p:nvSpPr>
          <p:spPr bwMode="auto">
            <a:xfrm rot="-155667">
              <a:off x="3795713" y="4102100"/>
              <a:ext cx="187325" cy="134938"/>
            </a:xfrm>
            <a:custGeom>
              <a:avLst/>
              <a:gdLst>
                <a:gd name="T0" fmla="*/ 0 w 304"/>
                <a:gd name="T1" fmla="*/ 0 h 378"/>
                <a:gd name="T2" fmla="*/ 2147483647 w 304"/>
                <a:gd name="T3" fmla="*/ 2147483647 h 378"/>
                <a:gd name="T4" fmla="*/ 2147483647 w 304"/>
                <a:gd name="T5" fmla="*/ 2147483647 h 378"/>
                <a:gd name="T6" fmla="*/ 0 w 304"/>
                <a:gd name="T7" fmla="*/ 2147483647 h 378"/>
                <a:gd name="T8" fmla="*/ 0 w 304"/>
                <a:gd name="T9" fmla="*/ 0 h 378"/>
                <a:gd name="T10" fmla="*/ 0 60000 65536"/>
                <a:gd name="T11" fmla="*/ 0 60000 65536"/>
                <a:gd name="T12" fmla="*/ 0 60000 65536"/>
                <a:gd name="T13" fmla="*/ 0 60000 65536"/>
                <a:gd name="T14" fmla="*/ 0 60000 65536"/>
                <a:gd name="T15" fmla="*/ 0 w 304"/>
                <a:gd name="T16" fmla="*/ 0 h 378"/>
                <a:gd name="T17" fmla="*/ 304 w 304"/>
                <a:gd name="T18" fmla="*/ 378 h 378"/>
              </a:gdLst>
              <a:ahLst/>
              <a:cxnLst>
                <a:cxn ang="T10">
                  <a:pos x="T0" y="T1"/>
                </a:cxn>
                <a:cxn ang="T11">
                  <a:pos x="T2" y="T3"/>
                </a:cxn>
                <a:cxn ang="T12">
                  <a:pos x="T4" y="T5"/>
                </a:cxn>
                <a:cxn ang="T13">
                  <a:pos x="T6" y="T7"/>
                </a:cxn>
                <a:cxn ang="T14">
                  <a:pos x="T8" y="T9"/>
                </a:cxn>
              </a:cxnLst>
              <a:rect l="T15" t="T16" r="T17" b="T18"/>
              <a:pathLst>
                <a:path w="304" h="378">
                  <a:moveTo>
                    <a:pt x="0" y="0"/>
                  </a:moveTo>
                  <a:lnTo>
                    <a:pt x="304" y="4"/>
                  </a:lnTo>
                  <a:lnTo>
                    <a:pt x="304" y="378"/>
                  </a:lnTo>
                  <a:lnTo>
                    <a:pt x="0" y="333"/>
                  </a:lnTo>
                  <a:lnTo>
                    <a:pt x="0" y="0"/>
                  </a:lnTo>
                  <a:close/>
                </a:path>
              </a:pathLst>
            </a:custGeom>
            <a:solidFill>
              <a:srgbClr val="404040"/>
            </a:solidFill>
            <a:ln w="9525">
              <a:noFill/>
              <a:round/>
              <a:headEnd/>
              <a:tailEnd/>
            </a:ln>
          </p:spPr>
          <p:txBody>
            <a:bodyPr/>
            <a:lstStyle/>
            <a:p>
              <a:endParaRPr lang="nl-BE"/>
            </a:p>
          </p:txBody>
        </p:sp>
        <p:sp>
          <p:nvSpPr>
            <p:cNvPr id="42351" name="Freeform 351"/>
            <p:cNvSpPr>
              <a:spLocks/>
            </p:cNvSpPr>
            <p:nvPr/>
          </p:nvSpPr>
          <p:spPr bwMode="auto">
            <a:xfrm rot="-155667">
              <a:off x="3862388" y="4097338"/>
              <a:ext cx="639762" cy="147637"/>
            </a:xfrm>
            <a:custGeom>
              <a:avLst/>
              <a:gdLst>
                <a:gd name="T0" fmla="*/ 2147483647 w 1034"/>
                <a:gd name="T1" fmla="*/ 0 h 412"/>
                <a:gd name="T2" fmla="*/ 2147483647 w 1034"/>
                <a:gd name="T3" fmla="*/ 2147483647 h 412"/>
                <a:gd name="T4" fmla="*/ 2147483647 w 1034"/>
                <a:gd name="T5" fmla="*/ 2147483647 h 412"/>
                <a:gd name="T6" fmla="*/ 2147483647 w 1034"/>
                <a:gd name="T7" fmla="*/ 2147483647 h 412"/>
                <a:gd name="T8" fmla="*/ 2147483647 w 1034"/>
                <a:gd name="T9" fmla="*/ 2147483647 h 412"/>
                <a:gd name="T10" fmla="*/ 2147483647 w 1034"/>
                <a:gd name="T11" fmla="*/ 2147483647 h 412"/>
                <a:gd name="T12" fmla="*/ 2147483647 w 1034"/>
                <a:gd name="T13" fmla="*/ 2147483647 h 412"/>
                <a:gd name="T14" fmla="*/ 2147483647 w 1034"/>
                <a:gd name="T15" fmla="*/ 2147483647 h 412"/>
                <a:gd name="T16" fmla="*/ 2147483647 w 1034"/>
                <a:gd name="T17" fmla="*/ 2147483647 h 412"/>
                <a:gd name="T18" fmla="*/ 0 w 1034"/>
                <a:gd name="T19" fmla="*/ 2147483647 h 412"/>
                <a:gd name="T20" fmla="*/ 0 w 1034"/>
                <a:gd name="T21" fmla="*/ 2147483647 h 412"/>
                <a:gd name="T22" fmla="*/ 2147483647 w 1034"/>
                <a:gd name="T23" fmla="*/ 2147483647 h 412"/>
                <a:gd name="T24" fmla="*/ 2147483647 w 1034"/>
                <a:gd name="T25" fmla="*/ 0 h 41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34"/>
                <a:gd name="T40" fmla="*/ 0 h 412"/>
                <a:gd name="T41" fmla="*/ 1034 w 1034"/>
                <a:gd name="T42" fmla="*/ 412 h 41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34" h="412">
                  <a:moveTo>
                    <a:pt x="151" y="0"/>
                  </a:moveTo>
                  <a:lnTo>
                    <a:pt x="217" y="4"/>
                  </a:lnTo>
                  <a:lnTo>
                    <a:pt x="217" y="208"/>
                  </a:lnTo>
                  <a:lnTo>
                    <a:pt x="819" y="237"/>
                  </a:lnTo>
                  <a:lnTo>
                    <a:pt x="819" y="27"/>
                  </a:lnTo>
                  <a:lnTo>
                    <a:pt x="888" y="30"/>
                  </a:lnTo>
                  <a:lnTo>
                    <a:pt x="888" y="241"/>
                  </a:lnTo>
                  <a:lnTo>
                    <a:pt x="1034" y="247"/>
                  </a:lnTo>
                  <a:lnTo>
                    <a:pt x="1034" y="412"/>
                  </a:lnTo>
                  <a:lnTo>
                    <a:pt x="0" y="351"/>
                  </a:lnTo>
                  <a:lnTo>
                    <a:pt x="0" y="208"/>
                  </a:lnTo>
                  <a:lnTo>
                    <a:pt x="151" y="214"/>
                  </a:lnTo>
                  <a:lnTo>
                    <a:pt x="151" y="0"/>
                  </a:lnTo>
                  <a:close/>
                </a:path>
              </a:pathLst>
            </a:custGeom>
            <a:solidFill>
              <a:srgbClr val="A0A0A0"/>
            </a:solidFill>
            <a:ln w="6350">
              <a:solidFill>
                <a:srgbClr val="000000"/>
              </a:solidFill>
              <a:prstDash val="solid"/>
              <a:round/>
              <a:headEnd/>
              <a:tailEnd/>
            </a:ln>
          </p:spPr>
          <p:txBody>
            <a:bodyPr/>
            <a:lstStyle/>
            <a:p>
              <a:endParaRPr lang="nl-BE"/>
            </a:p>
          </p:txBody>
        </p:sp>
        <p:sp>
          <p:nvSpPr>
            <p:cNvPr id="42352" name="Freeform 352"/>
            <p:cNvSpPr>
              <a:spLocks/>
            </p:cNvSpPr>
            <p:nvPr/>
          </p:nvSpPr>
          <p:spPr bwMode="auto">
            <a:xfrm rot="-155667">
              <a:off x="3995738" y="4106863"/>
              <a:ext cx="19050" cy="73025"/>
            </a:xfrm>
            <a:custGeom>
              <a:avLst/>
              <a:gdLst>
                <a:gd name="T0" fmla="*/ 0 w 32"/>
                <a:gd name="T1" fmla="*/ 0 h 205"/>
                <a:gd name="T2" fmla="*/ 2147483647 w 32"/>
                <a:gd name="T3" fmla="*/ 2147483647 h 205"/>
                <a:gd name="T4" fmla="*/ 2147483647 w 32"/>
                <a:gd name="T5" fmla="*/ 2147483647 h 205"/>
                <a:gd name="T6" fmla="*/ 0 w 32"/>
                <a:gd name="T7" fmla="*/ 2147483647 h 205"/>
                <a:gd name="T8" fmla="*/ 0 w 32"/>
                <a:gd name="T9" fmla="*/ 0 h 205"/>
                <a:gd name="T10" fmla="*/ 0 60000 65536"/>
                <a:gd name="T11" fmla="*/ 0 60000 65536"/>
                <a:gd name="T12" fmla="*/ 0 60000 65536"/>
                <a:gd name="T13" fmla="*/ 0 60000 65536"/>
                <a:gd name="T14" fmla="*/ 0 60000 65536"/>
                <a:gd name="T15" fmla="*/ 0 w 32"/>
                <a:gd name="T16" fmla="*/ 0 h 205"/>
                <a:gd name="T17" fmla="*/ 32 w 32"/>
                <a:gd name="T18" fmla="*/ 205 h 205"/>
              </a:gdLst>
              <a:ahLst/>
              <a:cxnLst>
                <a:cxn ang="T10">
                  <a:pos x="T0" y="T1"/>
                </a:cxn>
                <a:cxn ang="T11">
                  <a:pos x="T2" y="T3"/>
                </a:cxn>
                <a:cxn ang="T12">
                  <a:pos x="T4" y="T5"/>
                </a:cxn>
                <a:cxn ang="T13">
                  <a:pos x="T6" y="T7"/>
                </a:cxn>
                <a:cxn ang="T14">
                  <a:pos x="T8" y="T9"/>
                </a:cxn>
              </a:cxnLst>
              <a:rect l="T15" t="T16" r="T17" b="T18"/>
              <a:pathLst>
                <a:path w="32" h="205">
                  <a:moveTo>
                    <a:pt x="0" y="0"/>
                  </a:moveTo>
                  <a:lnTo>
                    <a:pt x="32" y="4"/>
                  </a:lnTo>
                  <a:lnTo>
                    <a:pt x="32" y="178"/>
                  </a:lnTo>
                  <a:lnTo>
                    <a:pt x="0" y="205"/>
                  </a:lnTo>
                  <a:lnTo>
                    <a:pt x="0" y="0"/>
                  </a:lnTo>
                  <a:close/>
                </a:path>
              </a:pathLst>
            </a:custGeom>
            <a:solidFill>
              <a:srgbClr val="606060"/>
            </a:solidFill>
            <a:ln w="6350">
              <a:solidFill>
                <a:srgbClr val="000000"/>
              </a:solidFill>
              <a:prstDash val="solid"/>
              <a:round/>
              <a:headEnd/>
              <a:tailEnd/>
            </a:ln>
          </p:spPr>
          <p:txBody>
            <a:bodyPr/>
            <a:lstStyle/>
            <a:p>
              <a:endParaRPr lang="nl-BE"/>
            </a:p>
          </p:txBody>
        </p:sp>
        <p:sp>
          <p:nvSpPr>
            <p:cNvPr id="42353" name="Freeform 353"/>
            <p:cNvSpPr>
              <a:spLocks/>
            </p:cNvSpPr>
            <p:nvPr/>
          </p:nvSpPr>
          <p:spPr bwMode="auto">
            <a:xfrm rot="-155667">
              <a:off x="3863975" y="4175125"/>
              <a:ext cx="92075" cy="11113"/>
            </a:xfrm>
            <a:custGeom>
              <a:avLst/>
              <a:gdLst>
                <a:gd name="T0" fmla="*/ 0 w 150"/>
                <a:gd name="T1" fmla="*/ 2147483647 h 32"/>
                <a:gd name="T2" fmla="*/ 2147483647 w 150"/>
                <a:gd name="T3" fmla="*/ 2147483647 h 32"/>
                <a:gd name="T4" fmla="*/ 2147483647 w 150"/>
                <a:gd name="T5" fmla="*/ 2147483647 h 32"/>
                <a:gd name="T6" fmla="*/ 2147483647 w 150"/>
                <a:gd name="T7" fmla="*/ 0 h 32"/>
                <a:gd name="T8" fmla="*/ 0 w 150"/>
                <a:gd name="T9" fmla="*/ 2147483647 h 32"/>
                <a:gd name="T10" fmla="*/ 0 60000 65536"/>
                <a:gd name="T11" fmla="*/ 0 60000 65536"/>
                <a:gd name="T12" fmla="*/ 0 60000 65536"/>
                <a:gd name="T13" fmla="*/ 0 60000 65536"/>
                <a:gd name="T14" fmla="*/ 0 60000 65536"/>
                <a:gd name="T15" fmla="*/ 0 w 150"/>
                <a:gd name="T16" fmla="*/ 0 h 32"/>
                <a:gd name="T17" fmla="*/ 150 w 150"/>
                <a:gd name="T18" fmla="*/ 32 h 32"/>
              </a:gdLst>
              <a:ahLst/>
              <a:cxnLst>
                <a:cxn ang="T10">
                  <a:pos x="T0" y="T1"/>
                </a:cxn>
                <a:cxn ang="T11">
                  <a:pos x="T2" y="T3"/>
                </a:cxn>
                <a:cxn ang="T12">
                  <a:pos x="T4" y="T5"/>
                </a:cxn>
                <a:cxn ang="T13">
                  <a:pos x="T6" y="T7"/>
                </a:cxn>
                <a:cxn ang="T14">
                  <a:pos x="T8" y="T9"/>
                </a:cxn>
              </a:cxnLst>
              <a:rect l="T15" t="T16" r="T17" b="T18"/>
              <a:pathLst>
                <a:path w="150" h="32">
                  <a:moveTo>
                    <a:pt x="0" y="29"/>
                  </a:moveTo>
                  <a:lnTo>
                    <a:pt x="150" y="32"/>
                  </a:lnTo>
                  <a:lnTo>
                    <a:pt x="150" y="2"/>
                  </a:lnTo>
                  <a:lnTo>
                    <a:pt x="30" y="0"/>
                  </a:lnTo>
                  <a:lnTo>
                    <a:pt x="0" y="29"/>
                  </a:lnTo>
                  <a:close/>
                </a:path>
              </a:pathLst>
            </a:custGeom>
            <a:solidFill>
              <a:srgbClr val="808080"/>
            </a:solidFill>
            <a:ln w="6350">
              <a:solidFill>
                <a:srgbClr val="000000"/>
              </a:solidFill>
              <a:prstDash val="solid"/>
              <a:round/>
              <a:headEnd/>
              <a:tailEnd/>
            </a:ln>
          </p:spPr>
          <p:txBody>
            <a:bodyPr/>
            <a:lstStyle/>
            <a:p>
              <a:endParaRPr lang="nl-BE"/>
            </a:p>
          </p:txBody>
        </p:sp>
        <p:sp>
          <p:nvSpPr>
            <p:cNvPr id="42354" name="Freeform 354"/>
            <p:cNvSpPr>
              <a:spLocks/>
            </p:cNvSpPr>
            <p:nvPr/>
          </p:nvSpPr>
          <p:spPr bwMode="auto">
            <a:xfrm rot="-155667">
              <a:off x="3997325" y="4162425"/>
              <a:ext cx="371475" cy="19050"/>
            </a:xfrm>
            <a:custGeom>
              <a:avLst/>
              <a:gdLst>
                <a:gd name="T0" fmla="*/ 0 w 600"/>
                <a:gd name="T1" fmla="*/ 2147483647 h 54"/>
                <a:gd name="T2" fmla="*/ 2147483647 w 600"/>
                <a:gd name="T3" fmla="*/ 0 h 54"/>
                <a:gd name="T4" fmla="*/ 2147483647 w 600"/>
                <a:gd name="T5" fmla="*/ 2147483647 h 54"/>
                <a:gd name="T6" fmla="*/ 2147483647 w 600"/>
                <a:gd name="T7" fmla="*/ 2147483647 h 54"/>
                <a:gd name="T8" fmla="*/ 0 w 600"/>
                <a:gd name="T9" fmla="*/ 2147483647 h 54"/>
                <a:gd name="T10" fmla="*/ 0 60000 65536"/>
                <a:gd name="T11" fmla="*/ 0 60000 65536"/>
                <a:gd name="T12" fmla="*/ 0 60000 65536"/>
                <a:gd name="T13" fmla="*/ 0 60000 65536"/>
                <a:gd name="T14" fmla="*/ 0 60000 65536"/>
                <a:gd name="T15" fmla="*/ 0 w 600"/>
                <a:gd name="T16" fmla="*/ 0 h 54"/>
                <a:gd name="T17" fmla="*/ 600 w 600"/>
                <a:gd name="T18" fmla="*/ 54 h 54"/>
              </a:gdLst>
              <a:ahLst/>
              <a:cxnLst>
                <a:cxn ang="T10">
                  <a:pos x="T0" y="T1"/>
                </a:cxn>
                <a:cxn ang="T11">
                  <a:pos x="T2" y="T3"/>
                </a:cxn>
                <a:cxn ang="T12">
                  <a:pos x="T4" y="T5"/>
                </a:cxn>
                <a:cxn ang="T13">
                  <a:pos x="T6" y="T7"/>
                </a:cxn>
                <a:cxn ang="T14">
                  <a:pos x="T8" y="T9"/>
                </a:cxn>
              </a:cxnLst>
              <a:rect l="T15" t="T16" r="T17" b="T18"/>
              <a:pathLst>
                <a:path w="600" h="54">
                  <a:moveTo>
                    <a:pt x="0" y="28"/>
                  </a:moveTo>
                  <a:lnTo>
                    <a:pt x="32" y="0"/>
                  </a:lnTo>
                  <a:lnTo>
                    <a:pt x="600" y="22"/>
                  </a:lnTo>
                  <a:lnTo>
                    <a:pt x="600" y="54"/>
                  </a:lnTo>
                  <a:lnTo>
                    <a:pt x="0" y="28"/>
                  </a:lnTo>
                  <a:close/>
                </a:path>
              </a:pathLst>
            </a:custGeom>
            <a:solidFill>
              <a:srgbClr val="808080"/>
            </a:solidFill>
            <a:ln w="6350">
              <a:solidFill>
                <a:srgbClr val="000000"/>
              </a:solidFill>
              <a:prstDash val="solid"/>
              <a:round/>
              <a:headEnd/>
              <a:tailEnd/>
            </a:ln>
          </p:spPr>
          <p:txBody>
            <a:bodyPr/>
            <a:lstStyle/>
            <a:p>
              <a:endParaRPr lang="nl-BE"/>
            </a:p>
          </p:txBody>
        </p:sp>
        <p:sp>
          <p:nvSpPr>
            <p:cNvPr id="42355" name="Freeform 355"/>
            <p:cNvSpPr>
              <a:spLocks/>
            </p:cNvSpPr>
            <p:nvPr/>
          </p:nvSpPr>
          <p:spPr bwMode="auto">
            <a:xfrm rot="-155667">
              <a:off x="4410075" y="4095750"/>
              <a:ext cx="19050" cy="77788"/>
            </a:xfrm>
            <a:custGeom>
              <a:avLst/>
              <a:gdLst>
                <a:gd name="T0" fmla="*/ 0 w 32"/>
                <a:gd name="T1" fmla="*/ 2147483647 h 217"/>
                <a:gd name="T2" fmla="*/ 2147483647 w 32"/>
                <a:gd name="T3" fmla="*/ 0 h 217"/>
                <a:gd name="T4" fmla="*/ 2147483647 w 32"/>
                <a:gd name="T5" fmla="*/ 2147483647 h 217"/>
                <a:gd name="T6" fmla="*/ 0 w 32"/>
                <a:gd name="T7" fmla="*/ 2147483647 h 217"/>
                <a:gd name="T8" fmla="*/ 0 w 32"/>
                <a:gd name="T9" fmla="*/ 2147483647 h 217"/>
                <a:gd name="T10" fmla="*/ 0 60000 65536"/>
                <a:gd name="T11" fmla="*/ 0 60000 65536"/>
                <a:gd name="T12" fmla="*/ 0 60000 65536"/>
                <a:gd name="T13" fmla="*/ 0 60000 65536"/>
                <a:gd name="T14" fmla="*/ 0 60000 65536"/>
                <a:gd name="T15" fmla="*/ 0 w 32"/>
                <a:gd name="T16" fmla="*/ 0 h 217"/>
                <a:gd name="T17" fmla="*/ 32 w 32"/>
                <a:gd name="T18" fmla="*/ 217 h 217"/>
              </a:gdLst>
              <a:ahLst/>
              <a:cxnLst>
                <a:cxn ang="T10">
                  <a:pos x="T0" y="T1"/>
                </a:cxn>
                <a:cxn ang="T11">
                  <a:pos x="T2" y="T3"/>
                </a:cxn>
                <a:cxn ang="T12">
                  <a:pos x="T4" y="T5"/>
                </a:cxn>
                <a:cxn ang="T13">
                  <a:pos x="T6" y="T7"/>
                </a:cxn>
                <a:cxn ang="T14">
                  <a:pos x="T8" y="T9"/>
                </a:cxn>
              </a:cxnLst>
              <a:rect l="T15" t="T16" r="T17" b="T18"/>
              <a:pathLst>
                <a:path w="32" h="217">
                  <a:moveTo>
                    <a:pt x="0" y="1"/>
                  </a:moveTo>
                  <a:lnTo>
                    <a:pt x="32" y="0"/>
                  </a:lnTo>
                  <a:lnTo>
                    <a:pt x="32" y="187"/>
                  </a:lnTo>
                  <a:lnTo>
                    <a:pt x="0" y="217"/>
                  </a:lnTo>
                  <a:lnTo>
                    <a:pt x="0" y="1"/>
                  </a:lnTo>
                  <a:close/>
                </a:path>
              </a:pathLst>
            </a:custGeom>
            <a:solidFill>
              <a:srgbClr val="606060"/>
            </a:solidFill>
            <a:ln w="6350">
              <a:solidFill>
                <a:srgbClr val="000000"/>
              </a:solidFill>
              <a:prstDash val="solid"/>
              <a:round/>
              <a:headEnd/>
              <a:tailEnd/>
            </a:ln>
          </p:spPr>
          <p:txBody>
            <a:bodyPr/>
            <a:lstStyle/>
            <a:p>
              <a:endParaRPr lang="nl-BE"/>
            </a:p>
          </p:txBody>
        </p:sp>
        <p:sp>
          <p:nvSpPr>
            <p:cNvPr id="42356" name="Freeform 356"/>
            <p:cNvSpPr>
              <a:spLocks/>
            </p:cNvSpPr>
            <p:nvPr/>
          </p:nvSpPr>
          <p:spPr bwMode="auto">
            <a:xfrm rot="-155667">
              <a:off x="4413250" y="4160838"/>
              <a:ext cx="107950" cy="12700"/>
            </a:xfrm>
            <a:custGeom>
              <a:avLst/>
              <a:gdLst>
                <a:gd name="T0" fmla="*/ 0 w 176"/>
                <a:gd name="T1" fmla="*/ 2147483647 h 34"/>
                <a:gd name="T2" fmla="*/ 2147483647 w 176"/>
                <a:gd name="T3" fmla="*/ 0 h 34"/>
                <a:gd name="T4" fmla="*/ 2147483647 w 176"/>
                <a:gd name="T5" fmla="*/ 2147483647 h 34"/>
                <a:gd name="T6" fmla="*/ 2147483647 w 176"/>
                <a:gd name="T7" fmla="*/ 2147483647 h 34"/>
                <a:gd name="T8" fmla="*/ 0 w 176"/>
                <a:gd name="T9" fmla="*/ 2147483647 h 34"/>
                <a:gd name="T10" fmla="*/ 0 60000 65536"/>
                <a:gd name="T11" fmla="*/ 0 60000 65536"/>
                <a:gd name="T12" fmla="*/ 0 60000 65536"/>
                <a:gd name="T13" fmla="*/ 0 60000 65536"/>
                <a:gd name="T14" fmla="*/ 0 60000 65536"/>
                <a:gd name="T15" fmla="*/ 0 w 176"/>
                <a:gd name="T16" fmla="*/ 0 h 34"/>
                <a:gd name="T17" fmla="*/ 176 w 176"/>
                <a:gd name="T18" fmla="*/ 34 h 34"/>
              </a:gdLst>
              <a:ahLst/>
              <a:cxnLst>
                <a:cxn ang="T10">
                  <a:pos x="T0" y="T1"/>
                </a:cxn>
                <a:cxn ang="T11">
                  <a:pos x="T2" y="T3"/>
                </a:cxn>
                <a:cxn ang="T12">
                  <a:pos x="T4" y="T5"/>
                </a:cxn>
                <a:cxn ang="T13">
                  <a:pos x="T6" y="T7"/>
                </a:cxn>
                <a:cxn ang="T14">
                  <a:pos x="T8" y="T9"/>
                </a:cxn>
              </a:cxnLst>
              <a:rect l="T15" t="T16" r="T17" b="T18"/>
              <a:pathLst>
                <a:path w="176" h="34">
                  <a:moveTo>
                    <a:pt x="0" y="31"/>
                  </a:moveTo>
                  <a:lnTo>
                    <a:pt x="30" y="0"/>
                  </a:lnTo>
                  <a:lnTo>
                    <a:pt x="176" y="6"/>
                  </a:lnTo>
                  <a:lnTo>
                    <a:pt x="144" y="34"/>
                  </a:lnTo>
                  <a:lnTo>
                    <a:pt x="0" y="31"/>
                  </a:lnTo>
                  <a:close/>
                </a:path>
              </a:pathLst>
            </a:custGeom>
            <a:solidFill>
              <a:srgbClr val="808080"/>
            </a:solidFill>
            <a:ln w="6350">
              <a:solidFill>
                <a:srgbClr val="000000"/>
              </a:solidFill>
              <a:prstDash val="solid"/>
              <a:round/>
              <a:headEnd/>
              <a:tailEnd/>
            </a:ln>
          </p:spPr>
          <p:txBody>
            <a:bodyPr/>
            <a:lstStyle/>
            <a:p>
              <a:endParaRPr lang="nl-BE"/>
            </a:p>
          </p:txBody>
        </p:sp>
        <p:sp>
          <p:nvSpPr>
            <p:cNvPr id="42357" name="Freeform 357"/>
            <p:cNvSpPr>
              <a:spLocks/>
            </p:cNvSpPr>
            <p:nvPr/>
          </p:nvSpPr>
          <p:spPr bwMode="auto">
            <a:xfrm rot="-155667">
              <a:off x="4502150" y="4159250"/>
              <a:ext cx="19050" cy="69850"/>
            </a:xfrm>
            <a:custGeom>
              <a:avLst/>
              <a:gdLst>
                <a:gd name="T0" fmla="*/ 2147483647 w 33"/>
                <a:gd name="T1" fmla="*/ 0 h 192"/>
                <a:gd name="T2" fmla="*/ 0 w 33"/>
                <a:gd name="T3" fmla="*/ 2147483647 h 192"/>
                <a:gd name="T4" fmla="*/ 0 w 33"/>
                <a:gd name="T5" fmla="*/ 2147483647 h 192"/>
                <a:gd name="T6" fmla="*/ 2147483647 w 33"/>
                <a:gd name="T7" fmla="*/ 2147483647 h 192"/>
                <a:gd name="T8" fmla="*/ 2147483647 w 33"/>
                <a:gd name="T9" fmla="*/ 0 h 192"/>
                <a:gd name="T10" fmla="*/ 0 60000 65536"/>
                <a:gd name="T11" fmla="*/ 0 60000 65536"/>
                <a:gd name="T12" fmla="*/ 0 60000 65536"/>
                <a:gd name="T13" fmla="*/ 0 60000 65536"/>
                <a:gd name="T14" fmla="*/ 0 60000 65536"/>
                <a:gd name="T15" fmla="*/ 0 w 33"/>
                <a:gd name="T16" fmla="*/ 0 h 192"/>
                <a:gd name="T17" fmla="*/ 33 w 33"/>
                <a:gd name="T18" fmla="*/ 192 h 192"/>
              </a:gdLst>
              <a:ahLst/>
              <a:cxnLst>
                <a:cxn ang="T10">
                  <a:pos x="T0" y="T1"/>
                </a:cxn>
                <a:cxn ang="T11">
                  <a:pos x="T2" y="T3"/>
                </a:cxn>
                <a:cxn ang="T12">
                  <a:pos x="T4" y="T5"/>
                </a:cxn>
                <a:cxn ang="T13">
                  <a:pos x="T6" y="T7"/>
                </a:cxn>
                <a:cxn ang="T14">
                  <a:pos x="T8" y="T9"/>
                </a:cxn>
              </a:cxnLst>
              <a:rect l="T15" t="T16" r="T17" b="T18"/>
              <a:pathLst>
                <a:path w="33" h="192">
                  <a:moveTo>
                    <a:pt x="33" y="0"/>
                  </a:moveTo>
                  <a:lnTo>
                    <a:pt x="0" y="30"/>
                  </a:lnTo>
                  <a:lnTo>
                    <a:pt x="0" y="192"/>
                  </a:lnTo>
                  <a:lnTo>
                    <a:pt x="33" y="156"/>
                  </a:lnTo>
                  <a:lnTo>
                    <a:pt x="33" y="0"/>
                  </a:lnTo>
                  <a:close/>
                </a:path>
              </a:pathLst>
            </a:custGeom>
            <a:solidFill>
              <a:srgbClr val="606060"/>
            </a:solidFill>
            <a:ln w="6350">
              <a:solidFill>
                <a:srgbClr val="000000"/>
              </a:solidFill>
              <a:prstDash val="solid"/>
              <a:round/>
              <a:headEnd/>
              <a:tailEnd/>
            </a:ln>
          </p:spPr>
          <p:txBody>
            <a:bodyPr/>
            <a:lstStyle/>
            <a:p>
              <a:endParaRPr lang="nl-BE"/>
            </a:p>
          </p:txBody>
        </p:sp>
        <p:sp>
          <p:nvSpPr>
            <p:cNvPr id="42358" name="Freeform 358"/>
            <p:cNvSpPr>
              <a:spLocks/>
            </p:cNvSpPr>
            <p:nvPr/>
          </p:nvSpPr>
          <p:spPr bwMode="auto">
            <a:xfrm>
              <a:off x="1371600" y="4279900"/>
              <a:ext cx="2667000" cy="1506538"/>
            </a:xfrm>
            <a:custGeom>
              <a:avLst/>
              <a:gdLst>
                <a:gd name="T0" fmla="*/ 2147483647 w 720"/>
                <a:gd name="T1" fmla="*/ 0 h 672"/>
                <a:gd name="T2" fmla="*/ 2147483647 w 720"/>
                <a:gd name="T3" fmla="*/ 2147483647 h 672"/>
                <a:gd name="T4" fmla="*/ 2147483647 w 720"/>
                <a:gd name="T5" fmla="*/ 2147483647 h 672"/>
                <a:gd name="T6" fmla="*/ 0 w 720"/>
                <a:gd name="T7" fmla="*/ 2147483647 h 672"/>
                <a:gd name="T8" fmla="*/ 0 60000 65536"/>
                <a:gd name="T9" fmla="*/ 0 60000 65536"/>
                <a:gd name="T10" fmla="*/ 0 60000 65536"/>
                <a:gd name="T11" fmla="*/ 0 60000 65536"/>
                <a:gd name="T12" fmla="*/ 0 w 720"/>
                <a:gd name="T13" fmla="*/ 0 h 672"/>
                <a:gd name="T14" fmla="*/ 720 w 720"/>
                <a:gd name="T15" fmla="*/ 672 h 672"/>
              </a:gdLst>
              <a:ahLst/>
              <a:cxnLst>
                <a:cxn ang="T8">
                  <a:pos x="T0" y="T1"/>
                </a:cxn>
                <a:cxn ang="T9">
                  <a:pos x="T2" y="T3"/>
                </a:cxn>
                <a:cxn ang="T10">
                  <a:pos x="T4" y="T5"/>
                </a:cxn>
                <a:cxn ang="T11">
                  <a:pos x="T6" y="T7"/>
                </a:cxn>
              </a:cxnLst>
              <a:rect l="T12" t="T13" r="T14" b="T15"/>
              <a:pathLst>
                <a:path w="720" h="672">
                  <a:moveTo>
                    <a:pt x="720" y="0"/>
                  </a:moveTo>
                  <a:cubicBezTo>
                    <a:pt x="600" y="80"/>
                    <a:pt x="480" y="160"/>
                    <a:pt x="432" y="240"/>
                  </a:cubicBezTo>
                  <a:cubicBezTo>
                    <a:pt x="384" y="320"/>
                    <a:pt x="504" y="408"/>
                    <a:pt x="432" y="480"/>
                  </a:cubicBezTo>
                  <a:cubicBezTo>
                    <a:pt x="360" y="552"/>
                    <a:pt x="72" y="640"/>
                    <a:pt x="0" y="672"/>
                  </a:cubicBezTo>
                </a:path>
              </a:pathLst>
            </a:custGeom>
            <a:noFill/>
            <a:ln w="9525">
              <a:solidFill>
                <a:schemeClr val="tx1"/>
              </a:solidFill>
              <a:round/>
              <a:headEnd/>
              <a:tailEnd/>
            </a:ln>
          </p:spPr>
          <p:txBody>
            <a:bodyPr wrap="none" anchor="ctr"/>
            <a:lstStyle/>
            <a:p>
              <a:endParaRPr lang="nl-BE"/>
            </a:p>
          </p:txBody>
        </p:sp>
        <p:sp>
          <p:nvSpPr>
            <p:cNvPr id="42359" name="Freeform 359"/>
            <p:cNvSpPr>
              <a:spLocks/>
            </p:cNvSpPr>
            <p:nvPr/>
          </p:nvSpPr>
          <p:spPr bwMode="auto">
            <a:xfrm>
              <a:off x="1457325" y="4432300"/>
              <a:ext cx="2581275" cy="1203325"/>
            </a:xfrm>
            <a:custGeom>
              <a:avLst/>
              <a:gdLst>
                <a:gd name="T0" fmla="*/ 2147483647 w 720"/>
                <a:gd name="T1" fmla="*/ 0 h 672"/>
                <a:gd name="T2" fmla="*/ 2147483647 w 720"/>
                <a:gd name="T3" fmla="*/ 2147483647 h 672"/>
                <a:gd name="T4" fmla="*/ 2147483647 w 720"/>
                <a:gd name="T5" fmla="*/ 2147483647 h 672"/>
                <a:gd name="T6" fmla="*/ 0 w 720"/>
                <a:gd name="T7" fmla="*/ 2147483647 h 672"/>
                <a:gd name="T8" fmla="*/ 0 60000 65536"/>
                <a:gd name="T9" fmla="*/ 0 60000 65536"/>
                <a:gd name="T10" fmla="*/ 0 60000 65536"/>
                <a:gd name="T11" fmla="*/ 0 60000 65536"/>
                <a:gd name="T12" fmla="*/ 0 w 720"/>
                <a:gd name="T13" fmla="*/ 0 h 672"/>
                <a:gd name="T14" fmla="*/ 720 w 720"/>
                <a:gd name="T15" fmla="*/ 672 h 672"/>
              </a:gdLst>
              <a:ahLst/>
              <a:cxnLst>
                <a:cxn ang="T8">
                  <a:pos x="T0" y="T1"/>
                </a:cxn>
                <a:cxn ang="T9">
                  <a:pos x="T2" y="T3"/>
                </a:cxn>
                <a:cxn ang="T10">
                  <a:pos x="T4" y="T5"/>
                </a:cxn>
                <a:cxn ang="T11">
                  <a:pos x="T6" y="T7"/>
                </a:cxn>
              </a:cxnLst>
              <a:rect l="T12" t="T13" r="T14" b="T15"/>
              <a:pathLst>
                <a:path w="720" h="672">
                  <a:moveTo>
                    <a:pt x="720" y="0"/>
                  </a:moveTo>
                  <a:cubicBezTo>
                    <a:pt x="600" y="80"/>
                    <a:pt x="480" y="160"/>
                    <a:pt x="432" y="240"/>
                  </a:cubicBezTo>
                  <a:cubicBezTo>
                    <a:pt x="384" y="320"/>
                    <a:pt x="504" y="408"/>
                    <a:pt x="432" y="480"/>
                  </a:cubicBezTo>
                  <a:cubicBezTo>
                    <a:pt x="360" y="552"/>
                    <a:pt x="72" y="640"/>
                    <a:pt x="0" y="672"/>
                  </a:cubicBezTo>
                </a:path>
              </a:pathLst>
            </a:custGeom>
            <a:noFill/>
            <a:ln w="9525">
              <a:solidFill>
                <a:schemeClr val="tx1"/>
              </a:solidFill>
              <a:round/>
              <a:headEnd/>
              <a:tailEnd/>
            </a:ln>
          </p:spPr>
          <p:txBody>
            <a:bodyPr wrap="none" anchor="ctr"/>
            <a:lstStyle/>
            <a:p>
              <a:endParaRPr lang="nl-BE"/>
            </a:p>
          </p:txBody>
        </p:sp>
        <p:sp>
          <p:nvSpPr>
            <p:cNvPr id="42360" name="Freeform 360"/>
            <p:cNvSpPr>
              <a:spLocks/>
            </p:cNvSpPr>
            <p:nvPr/>
          </p:nvSpPr>
          <p:spPr bwMode="auto">
            <a:xfrm>
              <a:off x="4043363" y="4094163"/>
              <a:ext cx="300037" cy="74612"/>
            </a:xfrm>
            <a:custGeom>
              <a:avLst/>
              <a:gdLst>
                <a:gd name="T0" fmla="*/ 0 w 189"/>
                <a:gd name="T1" fmla="*/ 2147483647 h 66"/>
                <a:gd name="T2" fmla="*/ 2147483647 w 189"/>
                <a:gd name="T3" fmla="*/ 2147483647 h 66"/>
                <a:gd name="T4" fmla="*/ 2147483647 w 189"/>
                <a:gd name="T5" fmla="*/ 2147483647 h 66"/>
                <a:gd name="T6" fmla="*/ 2147483647 w 189"/>
                <a:gd name="T7" fmla="*/ 0 h 66"/>
                <a:gd name="T8" fmla="*/ 0 w 189"/>
                <a:gd name="T9" fmla="*/ 2147483647 h 66"/>
                <a:gd name="T10" fmla="*/ 0 60000 65536"/>
                <a:gd name="T11" fmla="*/ 0 60000 65536"/>
                <a:gd name="T12" fmla="*/ 0 60000 65536"/>
                <a:gd name="T13" fmla="*/ 0 60000 65536"/>
                <a:gd name="T14" fmla="*/ 0 60000 65536"/>
                <a:gd name="T15" fmla="*/ 0 w 189"/>
                <a:gd name="T16" fmla="*/ 0 h 66"/>
                <a:gd name="T17" fmla="*/ 189 w 189"/>
                <a:gd name="T18" fmla="*/ 66 h 66"/>
              </a:gdLst>
              <a:ahLst/>
              <a:cxnLst>
                <a:cxn ang="T10">
                  <a:pos x="T0" y="T1"/>
                </a:cxn>
                <a:cxn ang="T11">
                  <a:pos x="T2" y="T3"/>
                </a:cxn>
                <a:cxn ang="T12">
                  <a:pos x="T4" y="T5"/>
                </a:cxn>
                <a:cxn ang="T13">
                  <a:pos x="T6" y="T7"/>
                </a:cxn>
                <a:cxn ang="T14">
                  <a:pos x="T8" y="T9"/>
                </a:cxn>
              </a:cxnLst>
              <a:rect l="T15" t="T16" r="T17" b="T18"/>
              <a:pathLst>
                <a:path w="189" h="66">
                  <a:moveTo>
                    <a:pt x="0" y="5"/>
                  </a:moveTo>
                  <a:lnTo>
                    <a:pt x="2" y="66"/>
                  </a:lnTo>
                  <a:lnTo>
                    <a:pt x="189" y="66"/>
                  </a:lnTo>
                  <a:lnTo>
                    <a:pt x="189" y="0"/>
                  </a:lnTo>
                  <a:lnTo>
                    <a:pt x="0" y="5"/>
                  </a:lnTo>
                  <a:close/>
                </a:path>
              </a:pathLst>
            </a:custGeom>
            <a:solidFill>
              <a:srgbClr val="FFCC00"/>
            </a:solidFill>
            <a:ln w="9525">
              <a:solidFill>
                <a:schemeClr val="tx1"/>
              </a:solidFill>
              <a:round/>
              <a:headEnd/>
              <a:tailEnd/>
            </a:ln>
          </p:spPr>
          <p:txBody>
            <a:bodyPr wrap="none" anchor="ctr"/>
            <a:lstStyle/>
            <a:p>
              <a:endParaRPr lang="nl-BE"/>
            </a:p>
          </p:txBody>
        </p:sp>
        <p:sp>
          <p:nvSpPr>
            <p:cNvPr id="42361" name="Text Box 361"/>
            <p:cNvSpPr txBox="1">
              <a:spLocks noChangeArrowheads="1"/>
            </p:cNvSpPr>
            <p:nvPr/>
          </p:nvSpPr>
          <p:spPr bwMode="auto">
            <a:xfrm>
              <a:off x="3990975" y="4060824"/>
              <a:ext cx="533396" cy="581241"/>
            </a:xfrm>
            <a:prstGeom prst="rect">
              <a:avLst/>
            </a:prstGeom>
            <a:noFill/>
            <a:ln w="9525">
              <a:noFill/>
              <a:miter lim="800000"/>
              <a:headEnd/>
              <a:tailEnd/>
            </a:ln>
          </p:spPr>
          <p:txBody>
            <a:bodyPr>
              <a:spAutoFit/>
            </a:bodyPr>
            <a:lstStyle/>
            <a:p>
              <a:pPr eaLnBrk="0" hangingPunct="0">
                <a:spcBef>
                  <a:spcPct val="50000"/>
                </a:spcBef>
              </a:pPr>
              <a:r>
                <a:rPr lang="en-GB" sz="300" b="1">
                  <a:solidFill>
                    <a:schemeClr val="bg2"/>
                  </a:solidFill>
                  <a:latin typeface="Garamond" pitchFamily="18" charset="0"/>
                </a:rPr>
                <a:t>TQM 2001 RD</a:t>
              </a:r>
              <a:endParaRPr lang="en-GB" sz="300" b="1">
                <a:solidFill>
                  <a:schemeClr val="bg2"/>
                </a:solidFill>
              </a:endParaRPr>
            </a:p>
          </p:txBody>
        </p:sp>
      </p:grpSp>
      <p:sp>
        <p:nvSpPr>
          <p:cNvPr id="41997" name="TextBox 1307"/>
          <p:cNvSpPr txBox="1">
            <a:spLocks noChangeArrowheads="1"/>
          </p:cNvSpPr>
          <p:nvPr/>
        </p:nvSpPr>
        <p:spPr bwMode="auto">
          <a:xfrm>
            <a:off x="4679950" y="6323013"/>
            <a:ext cx="2097088" cy="246062"/>
          </a:xfrm>
          <a:prstGeom prst="rect">
            <a:avLst/>
          </a:prstGeom>
          <a:solidFill>
            <a:schemeClr val="bg1"/>
          </a:solidFill>
          <a:ln w="9525">
            <a:noFill/>
            <a:miter lim="800000"/>
            <a:headEnd/>
            <a:tailEnd/>
          </a:ln>
        </p:spPr>
        <p:txBody>
          <a:bodyPr wrap="none" lIns="0" tIns="0" rIns="0" bIns="0">
            <a:spAutoFit/>
          </a:bodyPr>
          <a:lstStyle/>
          <a:p>
            <a:pPr eaLnBrk="0" hangingPunct="0"/>
            <a:r>
              <a:rPr lang="en-US" sz="1600" b="1">
                <a:solidFill>
                  <a:schemeClr val="tx2"/>
                </a:solidFill>
              </a:rPr>
              <a:t>Unstable but Capable</a:t>
            </a:r>
          </a:p>
        </p:txBody>
      </p:sp>
      <p:sp>
        <p:nvSpPr>
          <p:cNvPr id="41998" name="TextBox 1308"/>
          <p:cNvSpPr txBox="1">
            <a:spLocks noChangeArrowheads="1"/>
          </p:cNvSpPr>
          <p:nvPr/>
        </p:nvSpPr>
        <p:spPr bwMode="auto">
          <a:xfrm>
            <a:off x="4679950" y="3887788"/>
            <a:ext cx="4400550" cy="246062"/>
          </a:xfrm>
          <a:prstGeom prst="rect">
            <a:avLst/>
          </a:prstGeom>
          <a:noFill/>
          <a:ln w="9525">
            <a:noFill/>
            <a:miter lim="800000"/>
            <a:headEnd/>
            <a:tailEnd/>
          </a:ln>
        </p:spPr>
        <p:txBody>
          <a:bodyPr wrap="none" lIns="0" tIns="0" rIns="0" bIns="0">
            <a:spAutoFit/>
          </a:bodyPr>
          <a:lstStyle/>
          <a:p>
            <a:pPr eaLnBrk="0" hangingPunct="0"/>
            <a:r>
              <a:rPr lang="en-US" sz="1600"/>
              <a:t>Good C</a:t>
            </a:r>
            <a:r>
              <a:rPr lang="en-US" sz="1600" baseline="-25000"/>
              <a:t>P</a:t>
            </a:r>
            <a:r>
              <a:rPr lang="en-US" sz="1600"/>
              <a:t> and good C</a:t>
            </a:r>
            <a:r>
              <a:rPr lang="en-US" sz="1600" baseline="-25000"/>
              <a:t>PK</a:t>
            </a:r>
            <a:r>
              <a:rPr lang="en-US" sz="1600"/>
              <a:t> – Acceptable (for now…)</a:t>
            </a:r>
          </a:p>
        </p:txBody>
      </p:sp>
      <p:sp>
        <p:nvSpPr>
          <p:cNvPr id="41999" name="Rectangle 6"/>
          <p:cNvSpPr>
            <a:spLocks noGrp="1" noChangeArrowheads="1"/>
          </p:cNvSpPr>
          <p:nvPr>
            <p:ph type="title"/>
            <p:custDataLst>
              <p:tags r:id="rId1"/>
            </p:custDataLst>
          </p:nvPr>
        </p:nvSpPr>
        <p:spPr bwMode="gray">
          <a:xfrm>
            <a:off x="122238" y="234950"/>
            <a:ext cx="7378700" cy="584200"/>
          </a:xfrm>
        </p:spPr>
        <p:txBody>
          <a:bodyPr/>
          <a:lstStyle/>
          <a:p>
            <a:pPr eaLnBrk="1" hangingPunct="1"/>
            <a:r>
              <a:rPr lang="en-US" sz="2000" dirty="0"/>
              <a:t>The Process Capability (C</a:t>
            </a:r>
            <a:r>
              <a:rPr lang="en-US" sz="2000" baseline="-25000" dirty="0"/>
              <a:t>P</a:t>
            </a:r>
            <a:r>
              <a:rPr lang="en-US" sz="2000" dirty="0"/>
              <a:t> &amp; C</a:t>
            </a:r>
            <a:r>
              <a:rPr lang="en-US" sz="2000" baseline="-25000" dirty="0"/>
              <a:t>PK</a:t>
            </a:r>
            <a:r>
              <a:rPr lang="en-US" sz="2000" dirty="0"/>
              <a:t>) can be used to predict the capability of a process to produce a certain product</a:t>
            </a:r>
          </a:p>
        </p:txBody>
      </p:sp>
      <p:cxnSp>
        <p:nvCxnSpPr>
          <p:cNvPr id="1311" name="Straight Connector 1310"/>
          <p:cNvCxnSpPr/>
          <p:nvPr/>
        </p:nvCxnSpPr>
        <p:spPr bwMode="auto">
          <a:xfrm>
            <a:off x="4368800" y="987425"/>
            <a:ext cx="0" cy="5884863"/>
          </a:xfrm>
          <a:prstGeom prst="line">
            <a:avLst/>
          </a:prstGeom>
          <a:noFill/>
          <a:ln w="50800" cap="flat" cmpd="sng" algn="ctr">
            <a:solidFill>
              <a:schemeClr val="accent4">
                <a:lumMod val="50000"/>
              </a:schemeClr>
            </a:solidFill>
            <a:prstDash val="solid"/>
            <a:round/>
            <a:headEnd type="none" w="med" len="med"/>
            <a:tailEnd type="none" w="med" len="med"/>
          </a:ln>
          <a:effectLst/>
        </p:spPr>
      </p:cxnSp>
      <p:cxnSp>
        <p:nvCxnSpPr>
          <p:cNvPr id="1312" name="Straight Connector 1311"/>
          <p:cNvCxnSpPr/>
          <p:nvPr/>
        </p:nvCxnSpPr>
        <p:spPr bwMode="auto">
          <a:xfrm rot="5400000">
            <a:off x="4572000" y="-774700"/>
            <a:ext cx="0" cy="9144000"/>
          </a:xfrm>
          <a:prstGeom prst="line">
            <a:avLst/>
          </a:prstGeom>
          <a:noFill/>
          <a:ln w="50800" cap="flat" cmpd="sng" algn="ctr">
            <a:solidFill>
              <a:schemeClr val="accent4">
                <a:lumMod val="50000"/>
              </a:schemeClr>
            </a:solidFill>
            <a:prstDash val="solid"/>
            <a:round/>
            <a:headEnd type="none" w="med" len="med"/>
            <a:tailEnd type="none" w="med" len="med"/>
          </a:ln>
          <a:effectLst/>
        </p:spPr>
      </p:cxn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290" name="Object 2" hidden="1"/>
          <p:cNvGraphicFramePr>
            <a:graphicFrameLocks/>
          </p:cNvGraphicFramePr>
          <p:nvPr>
            <p:custDataLst>
              <p:tags r:id="rId1"/>
            </p:custDataLst>
            <p:extLst>
              <p:ext uri="{D42A27DB-BD31-4B8C-83A1-F6EECF244321}">
                <p14:modId xmlns:p14="http://schemas.microsoft.com/office/powerpoint/2010/main" val="68258319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360" imgH="360" progId="TCLayout.ActiveDocument.1">
                  <p:embed/>
                </p:oleObj>
              </mc:Choice>
              <mc:Fallback>
                <p:oleObj name="think-cell Slide" r:id="rId5" imgW="360" imgH="360" progId="TCLayout.ActiveDocument.1">
                  <p:embed/>
                  <p:pic>
                    <p:nvPicPr>
                      <p:cNvPr id="12290" name="Object 2"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 1683"/>
          <p:cNvGrpSpPr>
            <a:grpSpLocks noChangeAspect="1"/>
          </p:cNvGrpSpPr>
          <p:nvPr/>
        </p:nvGrpSpPr>
        <p:grpSpPr bwMode="auto">
          <a:xfrm>
            <a:off x="4679950" y="1319213"/>
            <a:ext cx="3702050" cy="2338387"/>
            <a:chOff x="647700" y="1284288"/>
            <a:chExt cx="7840663" cy="4953000"/>
          </a:xfrm>
        </p:grpSpPr>
        <p:sp>
          <p:nvSpPr>
            <p:cNvPr id="12672" name="Freeform 3"/>
            <p:cNvSpPr>
              <a:spLocks/>
            </p:cNvSpPr>
            <p:nvPr/>
          </p:nvSpPr>
          <p:spPr bwMode="auto">
            <a:xfrm>
              <a:off x="655638" y="1284288"/>
              <a:ext cx="7832725" cy="3249612"/>
            </a:xfrm>
            <a:custGeom>
              <a:avLst/>
              <a:gdLst>
                <a:gd name="T0" fmla="*/ 2147483647 w 4934"/>
                <a:gd name="T1" fmla="*/ 2147483647 h 2047"/>
                <a:gd name="T2" fmla="*/ 2147483647 w 4934"/>
                <a:gd name="T3" fmla="*/ 2147483647 h 2047"/>
                <a:gd name="T4" fmla="*/ 2147483647 w 4934"/>
                <a:gd name="T5" fmla="*/ 2147483647 h 2047"/>
                <a:gd name="T6" fmla="*/ 2147483647 w 4934"/>
                <a:gd name="T7" fmla="*/ 2147483647 h 2047"/>
                <a:gd name="T8" fmla="*/ 2147483647 w 4934"/>
                <a:gd name="T9" fmla="*/ 2147483647 h 2047"/>
                <a:gd name="T10" fmla="*/ 2147483647 w 4934"/>
                <a:gd name="T11" fmla="*/ 2147483647 h 2047"/>
                <a:gd name="T12" fmla="*/ 2147483647 w 4934"/>
                <a:gd name="T13" fmla="*/ 2147483647 h 2047"/>
                <a:gd name="T14" fmla="*/ 2147483647 w 4934"/>
                <a:gd name="T15" fmla="*/ 2147483647 h 2047"/>
                <a:gd name="T16" fmla="*/ 2147483647 w 4934"/>
                <a:gd name="T17" fmla="*/ 2147483647 h 2047"/>
                <a:gd name="T18" fmla="*/ 2147483647 w 4934"/>
                <a:gd name="T19" fmla="*/ 2147483647 h 2047"/>
                <a:gd name="T20" fmla="*/ 2147483647 w 4934"/>
                <a:gd name="T21" fmla="*/ 2147483647 h 2047"/>
                <a:gd name="T22" fmla="*/ 2147483647 w 4934"/>
                <a:gd name="T23" fmla="*/ 2147483647 h 2047"/>
                <a:gd name="T24" fmla="*/ 2147483647 w 4934"/>
                <a:gd name="T25" fmla="*/ 2147483647 h 2047"/>
                <a:gd name="T26" fmla="*/ 2147483647 w 4934"/>
                <a:gd name="T27" fmla="*/ 2147483647 h 2047"/>
                <a:gd name="T28" fmla="*/ 2147483647 w 4934"/>
                <a:gd name="T29" fmla="*/ 2147483647 h 2047"/>
                <a:gd name="T30" fmla="*/ 2147483647 w 4934"/>
                <a:gd name="T31" fmla="*/ 2147483647 h 2047"/>
                <a:gd name="T32" fmla="*/ 2147483647 w 4934"/>
                <a:gd name="T33" fmla="*/ 2147483647 h 2047"/>
                <a:gd name="T34" fmla="*/ 2147483647 w 4934"/>
                <a:gd name="T35" fmla="*/ 2147483647 h 2047"/>
                <a:gd name="T36" fmla="*/ 2147483647 w 4934"/>
                <a:gd name="T37" fmla="*/ 0 h 2047"/>
                <a:gd name="T38" fmla="*/ 2147483647 w 4934"/>
                <a:gd name="T39" fmla="*/ 2147483647 h 2047"/>
                <a:gd name="T40" fmla="*/ 2147483647 w 4934"/>
                <a:gd name="T41" fmla="*/ 2147483647 h 2047"/>
                <a:gd name="T42" fmla="*/ 2147483647 w 4934"/>
                <a:gd name="T43" fmla="*/ 2147483647 h 2047"/>
                <a:gd name="T44" fmla="*/ 2147483647 w 4934"/>
                <a:gd name="T45" fmla="*/ 2147483647 h 2047"/>
                <a:gd name="T46" fmla="*/ 2147483647 w 4934"/>
                <a:gd name="T47" fmla="*/ 2147483647 h 2047"/>
                <a:gd name="T48" fmla="*/ 2147483647 w 4934"/>
                <a:gd name="T49" fmla="*/ 2147483647 h 2047"/>
                <a:gd name="T50" fmla="*/ 2147483647 w 4934"/>
                <a:gd name="T51" fmla="*/ 2147483647 h 2047"/>
                <a:gd name="T52" fmla="*/ 2147483647 w 4934"/>
                <a:gd name="T53" fmla="*/ 2147483647 h 2047"/>
                <a:gd name="T54" fmla="*/ 0 w 4934"/>
                <a:gd name="T55" fmla="*/ 2147483647 h 2047"/>
                <a:gd name="T56" fmla="*/ 2147483647 w 4934"/>
                <a:gd name="T57" fmla="*/ 2147483647 h 2047"/>
                <a:gd name="T58" fmla="*/ 2147483647 w 4934"/>
                <a:gd name="T59" fmla="*/ 2147483647 h 2047"/>
                <a:gd name="T60" fmla="*/ 2147483647 w 4934"/>
                <a:gd name="T61" fmla="*/ 2147483647 h 2047"/>
                <a:gd name="T62" fmla="*/ 2147483647 w 4934"/>
                <a:gd name="T63" fmla="*/ 2147483647 h 2047"/>
                <a:gd name="T64" fmla="*/ 2147483647 w 4934"/>
                <a:gd name="T65" fmla="*/ 2147483647 h 2047"/>
                <a:gd name="T66" fmla="*/ 2147483647 w 4934"/>
                <a:gd name="T67" fmla="*/ 2147483647 h 2047"/>
                <a:gd name="T68" fmla="*/ 2147483647 w 4934"/>
                <a:gd name="T69" fmla="*/ 2147483647 h 204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4934"/>
                <a:gd name="T106" fmla="*/ 0 h 2047"/>
                <a:gd name="T107" fmla="*/ 4934 w 4934"/>
                <a:gd name="T108" fmla="*/ 2047 h 204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4934" h="2047">
                  <a:moveTo>
                    <a:pt x="2942" y="1869"/>
                  </a:moveTo>
                  <a:lnTo>
                    <a:pt x="3271" y="1894"/>
                  </a:lnTo>
                  <a:lnTo>
                    <a:pt x="3506" y="1956"/>
                  </a:lnTo>
                  <a:lnTo>
                    <a:pt x="3657" y="1962"/>
                  </a:lnTo>
                  <a:lnTo>
                    <a:pt x="3843" y="1986"/>
                  </a:lnTo>
                  <a:lnTo>
                    <a:pt x="3975" y="1986"/>
                  </a:lnTo>
                  <a:lnTo>
                    <a:pt x="4107" y="1979"/>
                  </a:lnTo>
                  <a:lnTo>
                    <a:pt x="4219" y="1956"/>
                  </a:lnTo>
                  <a:lnTo>
                    <a:pt x="4323" y="1924"/>
                  </a:lnTo>
                  <a:lnTo>
                    <a:pt x="4473" y="1906"/>
                  </a:lnTo>
                  <a:lnTo>
                    <a:pt x="4577" y="1894"/>
                  </a:lnTo>
                  <a:lnTo>
                    <a:pt x="4624" y="1888"/>
                  </a:lnTo>
                  <a:lnTo>
                    <a:pt x="4783" y="1906"/>
                  </a:lnTo>
                  <a:lnTo>
                    <a:pt x="4934" y="1906"/>
                  </a:lnTo>
                  <a:lnTo>
                    <a:pt x="4934" y="735"/>
                  </a:lnTo>
                  <a:lnTo>
                    <a:pt x="4839" y="661"/>
                  </a:lnTo>
                  <a:lnTo>
                    <a:pt x="4727" y="564"/>
                  </a:lnTo>
                  <a:lnTo>
                    <a:pt x="4577" y="466"/>
                  </a:lnTo>
                  <a:lnTo>
                    <a:pt x="4369" y="374"/>
                  </a:lnTo>
                  <a:lnTo>
                    <a:pt x="4247" y="319"/>
                  </a:lnTo>
                  <a:lnTo>
                    <a:pt x="4173" y="288"/>
                  </a:lnTo>
                  <a:lnTo>
                    <a:pt x="4088" y="264"/>
                  </a:lnTo>
                  <a:lnTo>
                    <a:pt x="4013" y="245"/>
                  </a:lnTo>
                  <a:lnTo>
                    <a:pt x="3881" y="239"/>
                  </a:lnTo>
                  <a:lnTo>
                    <a:pt x="3787" y="239"/>
                  </a:lnTo>
                  <a:lnTo>
                    <a:pt x="3721" y="239"/>
                  </a:lnTo>
                  <a:lnTo>
                    <a:pt x="3534" y="233"/>
                  </a:lnTo>
                  <a:lnTo>
                    <a:pt x="3346" y="196"/>
                  </a:lnTo>
                  <a:lnTo>
                    <a:pt x="3224" y="165"/>
                  </a:lnTo>
                  <a:lnTo>
                    <a:pt x="3102" y="153"/>
                  </a:lnTo>
                  <a:lnTo>
                    <a:pt x="2895" y="147"/>
                  </a:lnTo>
                  <a:lnTo>
                    <a:pt x="2744" y="141"/>
                  </a:lnTo>
                  <a:lnTo>
                    <a:pt x="2622" y="110"/>
                  </a:lnTo>
                  <a:lnTo>
                    <a:pt x="2519" y="86"/>
                  </a:lnTo>
                  <a:lnTo>
                    <a:pt x="2428" y="73"/>
                  </a:lnTo>
                  <a:lnTo>
                    <a:pt x="2226" y="30"/>
                  </a:lnTo>
                  <a:lnTo>
                    <a:pt x="2142" y="12"/>
                  </a:lnTo>
                  <a:lnTo>
                    <a:pt x="2001" y="0"/>
                  </a:lnTo>
                  <a:lnTo>
                    <a:pt x="1851" y="18"/>
                  </a:lnTo>
                  <a:lnTo>
                    <a:pt x="1671" y="55"/>
                  </a:lnTo>
                  <a:lnTo>
                    <a:pt x="1512" y="91"/>
                  </a:lnTo>
                  <a:lnTo>
                    <a:pt x="1184" y="165"/>
                  </a:lnTo>
                  <a:lnTo>
                    <a:pt x="1024" y="190"/>
                  </a:lnTo>
                  <a:lnTo>
                    <a:pt x="817" y="239"/>
                  </a:lnTo>
                  <a:lnTo>
                    <a:pt x="695" y="270"/>
                  </a:lnTo>
                  <a:lnTo>
                    <a:pt x="544" y="313"/>
                  </a:lnTo>
                  <a:lnTo>
                    <a:pt x="460" y="350"/>
                  </a:lnTo>
                  <a:lnTo>
                    <a:pt x="356" y="417"/>
                  </a:lnTo>
                  <a:lnTo>
                    <a:pt x="290" y="478"/>
                  </a:lnTo>
                  <a:lnTo>
                    <a:pt x="210" y="508"/>
                  </a:lnTo>
                  <a:lnTo>
                    <a:pt x="140" y="551"/>
                  </a:lnTo>
                  <a:lnTo>
                    <a:pt x="93" y="600"/>
                  </a:lnTo>
                  <a:lnTo>
                    <a:pt x="52" y="639"/>
                  </a:lnTo>
                  <a:lnTo>
                    <a:pt x="9" y="698"/>
                  </a:lnTo>
                  <a:lnTo>
                    <a:pt x="0" y="741"/>
                  </a:lnTo>
                  <a:lnTo>
                    <a:pt x="0" y="1999"/>
                  </a:lnTo>
                  <a:lnTo>
                    <a:pt x="178" y="2035"/>
                  </a:lnTo>
                  <a:lnTo>
                    <a:pt x="328" y="2035"/>
                  </a:lnTo>
                  <a:lnTo>
                    <a:pt x="460" y="2042"/>
                  </a:lnTo>
                  <a:lnTo>
                    <a:pt x="554" y="2047"/>
                  </a:lnTo>
                  <a:lnTo>
                    <a:pt x="648" y="2042"/>
                  </a:lnTo>
                  <a:lnTo>
                    <a:pt x="760" y="2035"/>
                  </a:lnTo>
                  <a:lnTo>
                    <a:pt x="855" y="2016"/>
                  </a:lnTo>
                  <a:lnTo>
                    <a:pt x="996" y="1992"/>
                  </a:lnTo>
                  <a:lnTo>
                    <a:pt x="1099" y="1973"/>
                  </a:lnTo>
                  <a:lnTo>
                    <a:pt x="1193" y="1962"/>
                  </a:lnTo>
                  <a:lnTo>
                    <a:pt x="1305" y="1930"/>
                  </a:lnTo>
                  <a:lnTo>
                    <a:pt x="1446" y="1888"/>
                  </a:lnTo>
                  <a:lnTo>
                    <a:pt x="1587" y="1881"/>
                  </a:lnTo>
                  <a:lnTo>
                    <a:pt x="1756" y="1869"/>
                  </a:lnTo>
                  <a:lnTo>
                    <a:pt x="2942" y="1869"/>
                  </a:lnTo>
                  <a:close/>
                </a:path>
              </a:pathLst>
            </a:custGeom>
            <a:solidFill>
              <a:srgbClr val="A05000"/>
            </a:solidFill>
            <a:ln w="9525">
              <a:noFill/>
              <a:round/>
              <a:headEnd/>
              <a:tailEnd/>
            </a:ln>
          </p:spPr>
          <p:txBody>
            <a:bodyPr/>
            <a:lstStyle/>
            <a:p>
              <a:endParaRPr lang="nl-BE"/>
            </a:p>
          </p:txBody>
        </p:sp>
        <p:sp>
          <p:nvSpPr>
            <p:cNvPr id="12673" name="Freeform 2"/>
            <p:cNvSpPr>
              <a:spLocks/>
            </p:cNvSpPr>
            <p:nvPr/>
          </p:nvSpPr>
          <p:spPr bwMode="auto">
            <a:xfrm>
              <a:off x="655638" y="4267200"/>
              <a:ext cx="7832725" cy="1970088"/>
            </a:xfrm>
            <a:custGeom>
              <a:avLst/>
              <a:gdLst>
                <a:gd name="T0" fmla="*/ 0 w 4934"/>
                <a:gd name="T1" fmla="*/ 0 h 1241"/>
                <a:gd name="T2" fmla="*/ 2147483647 w 4934"/>
                <a:gd name="T3" fmla="*/ 0 h 1241"/>
                <a:gd name="T4" fmla="*/ 2147483647 w 4934"/>
                <a:gd name="T5" fmla="*/ 2147483647 h 1241"/>
                <a:gd name="T6" fmla="*/ 2147483647 w 4934"/>
                <a:gd name="T7" fmla="*/ 2147483647 h 1241"/>
                <a:gd name="T8" fmla="*/ 0 w 4934"/>
                <a:gd name="T9" fmla="*/ 0 h 1241"/>
                <a:gd name="T10" fmla="*/ 0 60000 65536"/>
                <a:gd name="T11" fmla="*/ 0 60000 65536"/>
                <a:gd name="T12" fmla="*/ 0 60000 65536"/>
                <a:gd name="T13" fmla="*/ 0 60000 65536"/>
                <a:gd name="T14" fmla="*/ 0 60000 65536"/>
                <a:gd name="T15" fmla="*/ 0 w 4934"/>
                <a:gd name="T16" fmla="*/ 0 h 1241"/>
                <a:gd name="T17" fmla="*/ 4934 w 4934"/>
                <a:gd name="T18" fmla="*/ 1241 h 1241"/>
              </a:gdLst>
              <a:ahLst/>
              <a:cxnLst>
                <a:cxn ang="T10">
                  <a:pos x="T0" y="T1"/>
                </a:cxn>
                <a:cxn ang="T11">
                  <a:pos x="T2" y="T3"/>
                </a:cxn>
                <a:cxn ang="T12">
                  <a:pos x="T4" y="T5"/>
                </a:cxn>
                <a:cxn ang="T13">
                  <a:pos x="T6" y="T7"/>
                </a:cxn>
                <a:cxn ang="T14">
                  <a:pos x="T8" y="T9"/>
                </a:cxn>
              </a:cxnLst>
              <a:rect l="T15" t="T16" r="T17" b="T18"/>
              <a:pathLst>
                <a:path w="4934" h="1241">
                  <a:moveTo>
                    <a:pt x="0" y="0"/>
                  </a:moveTo>
                  <a:lnTo>
                    <a:pt x="4934" y="0"/>
                  </a:lnTo>
                  <a:lnTo>
                    <a:pt x="4934" y="1241"/>
                  </a:lnTo>
                  <a:lnTo>
                    <a:pt x="2" y="1241"/>
                  </a:lnTo>
                  <a:lnTo>
                    <a:pt x="0" y="0"/>
                  </a:lnTo>
                  <a:close/>
                </a:path>
              </a:pathLst>
            </a:custGeom>
            <a:solidFill>
              <a:srgbClr val="008000"/>
            </a:solidFill>
            <a:ln w="9525">
              <a:noFill/>
              <a:round/>
              <a:headEnd/>
              <a:tailEnd/>
            </a:ln>
          </p:spPr>
          <p:txBody>
            <a:bodyPr/>
            <a:lstStyle/>
            <a:p>
              <a:endParaRPr lang="nl-BE"/>
            </a:p>
          </p:txBody>
        </p:sp>
        <p:sp>
          <p:nvSpPr>
            <p:cNvPr id="12674" name="Freeform 4"/>
            <p:cNvSpPr>
              <a:spLocks/>
            </p:cNvSpPr>
            <p:nvPr/>
          </p:nvSpPr>
          <p:spPr bwMode="auto">
            <a:xfrm>
              <a:off x="7148513" y="1722438"/>
              <a:ext cx="1339850" cy="1311275"/>
            </a:xfrm>
            <a:custGeom>
              <a:avLst/>
              <a:gdLst>
                <a:gd name="T0" fmla="*/ 2147483647 w 844"/>
                <a:gd name="T1" fmla="*/ 2147483647 h 826"/>
                <a:gd name="T2" fmla="*/ 2147483647 w 844"/>
                <a:gd name="T3" fmla="*/ 2147483647 h 826"/>
                <a:gd name="T4" fmla="*/ 2147483647 w 844"/>
                <a:gd name="T5" fmla="*/ 2147483647 h 826"/>
                <a:gd name="T6" fmla="*/ 2147483647 w 844"/>
                <a:gd name="T7" fmla="*/ 2147483647 h 826"/>
                <a:gd name="T8" fmla="*/ 2147483647 w 844"/>
                <a:gd name="T9" fmla="*/ 2147483647 h 826"/>
                <a:gd name="T10" fmla="*/ 2147483647 w 844"/>
                <a:gd name="T11" fmla="*/ 2147483647 h 826"/>
                <a:gd name="T12" fmla="*/ 2147483647 w 844"/>
                <a:gd name="T13" fmla="*/ 2147483647 h 826"/>
                <a:gd name="T14" fmla="*/ 0 w 844"/>
                <a:gd name="T15" fmla="*/ 0 h 826"/>
                <a:gd name="T16" fmla="*/ 2147483647 w 844"/>
                <a:gd name="T17" fmla="*/ 2147483647 h 826"/>
                <a:gd name="T18" fmla="*/ 2147483647 w 844"/>
                <a:gd name="T19" fmla="*/ 2147483647 h 826"/>
                <a:gd name="T20" fmla="*/ 2147483647 w 844"/>
                <a:gd name="T21" fmla="*/ 2147483647 h 826"/>
                <a:gd name="T22" fmla="*/ 2147483647 w 844"/>
                <a:gd name="T23" fmla="*/ 2147483647 h 826"/>
                <a:gd name="T24" fmla="*/ 2147483647 w 844"/>
                <a:gd name="T25" fmla="*/ 2147483647 h 826"/>
                <a:gd name="T26" fmla="*/ 2147483647 w 844"/>
                <a:gd name="T27" fmla="*/ 2147483647 h 826"/>
                <a:gd name="T28" fmla="*/ 2147483647 w 844"/>
                <a:gd name="T29" fmla="*/ 2147483647 h 826"/>
                <a:gd name="T30" fmla="*/ 2147483647 w 844"/>
                <a:gd name="T31" fmla="*/ 2147483647 h 826"/>
                <a:gd name="T32" fmla="*/ 2147483647 w 844"/>
                <a:gd name="T33" fmla="*/ 2147483647 h 826"/>
                <a:gd name="T34" fmla="*/ 2147483647 w 844"/>
                <a:gd name="T35" fmla="*/ 2147483647 h 826"/>
                <a:gd name="T36" fmla="*/ 2147483647 w 844"/>
                <a:gd name="T37" fmla="*/ 2147483647 h 826"/>
                <a:gd name="T38" fmla="*/ 2147483647 w 844"/>
                <a:gd name="T39" fmla="*/ 2147483647 h 826"/>
                <a:gd name="T40" fmla="*/ 2147483647 w 844"/>
                <a:gd name="T41" fmla="*/ 2147483647 h 826"/>
                <a:gd name="T42" fmla="*/ 2147483647 w 844"/>
                <a:gd name="T43" fmla="*/ 2147483647 h 826"/>
                <a:gd name="T44" fmla="*/ 2147483647 w 844"/>
                <a:gd name="T45" fmla="*/ 2147483647 h 826"/>
                <a:gd name="T46" fmla="*/ 2147483647 w 844"/>
                <a:gd name="T47" fmla="*/ 2147483647 h 82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844"/>
                <a:gd name="T73" fmla="*/ 0 h 826"/>
                <a:gd name="T74" fmla="*/ 844 w 844"/>
                <a:gd name="T75" fmla="*/ 826 h 82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844" h="826">
                  <a:moveTo>
                    <a:pt x="844" y="471"/>
                  </a:moveTo>
                  <a:lnTo>
                    <a:pt x="749" y="397"/>
                  </a:lnTo>
                  <a:lnTo>
                    <a:pt x="637" y="300"/>
                  </a:lnTo>
                  <a:lnTo>
                    <a:pt x="488" y="202"/>
                  </a:lnTo>
                  <a:lnTo>
                    <a:pt x="280" y="110"/>
                  </a:lnTo>
                  <a:lnTo>
                    <a:pt x="159" y="55"/>
                  </a:lnTo>
                  <a:lnTo>
                    <a:pt x="85" y="24"/>
                  </a:lnTo>
                  <a:lnTo>
                    <a:pt x="0" y="0"/>
                  </a:lnTo>
                  <a:lnTo>
                    <a:pt x="99" y="93"/>
                  </a:lnTo>
                  <a:lnTo>
                    <a:pt x="181" y="107"/>
                  </a:lnTo>
                  <a:lnTo>
                    <a:pt x="241" y="201"/>
                  </a:lnTo>
                  <a:lnTo>
                    <a:pt x="423" y="274"/>
                  </a:lnTo>
                  <a:lnTo>
                    <a:pt x="356" y="274"/>
                  </a:lnTo>
                  <a:lnTo>
                    <a:pt x="471" y="369"/>
                  </a:lnTo>
                  <a:lnTo>
                    <a:pt x="410" y="436"/>
                  </a:lnTo>
                  <a:lnTo>
                    <a:pt x="532" y="429"/>
                  </a:lnTo>
                  <a:lnTo>
                    <a:pt x="572" y="504"/>
                  </a:lnTo>
                  <a:lnTo>
                    <a:pt x="599" y="557"/>
                  </a:lnTo>
                  <a:lnTo>
                    <a:pt x="653" y="571"/>
                  </a:lnTo>
                  <a:lnTo>
                    <a:pt x="707" y="551"/>
                  </a:lnTo>
                  <a:lnTo>
                    <a:pt x="747" y="591"/>
                  </a:lnTo>
                  <a:lnTo>
                    <a:pt x="761" y="678"/>
                  </a:lnTo>
                  <a:lnTo>
                    <a:pt x="842" y="826"/>
                  </a:lnTo>
                  <a:lnTo>
                    <a:pt x="844" y="471"/>
                  </a:lnTo>
                  <a:close/>
                </a:path>
              </a:pathLst>
            </a:custGeom>
            <a:solidFill>
              <a:srgbClr val="402000"/>
            </a:solidFill>
            <a:ln w="9525">
              <a:noFill/>
              <a:round/>
              <a:headEnd/>
              <a:tailEnd/>
            </a:ln>
          </p:spPr>
          <p:txBody>
            <a:bodyPr/>
            <a:lstStyle/>
            <a:p>
              <a:endParaRPr lang="nl-BE"/>
            </a:p>
          </p:txBody>
        </p:sp>
        <p:sp>
          <p:nvSpPr>
            <p:cNvPr id="12675" name="Freeform 5"/>
            <p:cNvSpPr>
              <a:spLocks/>
            </p:cNvSpPr>
            <p:nvPr/>
          </p:nvSpPr>
          <p:spPr bwMode="auto">
            <a:xfrm>
              <a:off x="5402263" y="1541463"/>
              <a:ext cx="852487" cy="595312"/>
            </a:xfrm>
            <a:custGeom>
              <a:avLst/>
              <a:gdLst>
                <a:gd name="T0" fmla="*/ 2147483647 w 537"/>
                <a:gd name="T1" fmla="*/ 2147483647 h 375"/>
                <a:gd name="T2" fmla="*/ 2147483647 w 537"/>
                <a:gd name="T3" fmla="*/ 2147483647 h 375"/>
                <a:gd name="T4" fmla="*/ 2147483647 w 537"/>
                <a:gd name="T5" fmla="*/ 2147483647 h 375"/>
                <a:gd name="T6" fmla="*/ 2147483647 w 537"/>
                <a:gd name="T7" fmla="*/ 2147483647 h 375"/>
                <a:gd name="T8" fmla="*/ 2147483647 w 537"/>
                <a:gd name="T9" fmla="*/ 2147483647 h 375"/>
                <a:gd name="T10" fmla="*/ 2147483647 w 537"/>
                <a:gd name="T11" fmla="*/ 2147483647 h 375"/>
                <a:gd name="T12" fmla="*/ 2147483647 w 537"/>
                <a:gd name="T13" fmla="*/ 2147483647 h 375"/>
                <a:gd name="T14" fmla="*/ 0 w 537"/>
                <a:gd name="T15" fmla="*/ 2147483647 h 375"/>
                <a:gd name="T16" fmla="*/ 2147483647 w 537"/>
                <a:gd name="T17" fmla="*/ 2147483647 h 375"/>
                <a:gd name="T18" fmla="*/ 2147483647 w 537"/>
                <a:gd name="T19" fmla="*/ 2147483647 h 375"/>
                <a:gd name="T20" fmla="*/ 2147483647 w 537"/>
                <a:gd name="T21" fmla="*/ 2147483647 h 375"/>
                <a:gd name="T22" fmla="*/ 2147483647 w 537"/>
                <a:gd name="T23" fmla="*/ 2147483647 h 375"/>
                <a:gd name="T24" fmla="*/ 2147483647 w 537"/>
                <a:gd name="T25" fmla="*/ 2147483647 h 375"/>
                <a:gd name="T26" fmla="*/ 2147483647 w 537"/>
                <a:gd name="T27" fmla="*/ 2147483647 h 375"/>
                <a:gd name="T28" fmla="*/ 2147483647 w 537"/>
                <a:gd name="T29" fmla="*/ 2147483647 h 375"/>
                <a:gd name="T30" fmla="*/ 0 w 537"/>
                <a:gd name="T31" fmla="*/ 2147483647 h 375"/>
                <a:gd name="T32" fmla="*/ 2147483647 w 537"/>
                <a:gd name="T33" fmla="*/ 0 h 375"/>
                <a:gd name="T34" fmla="*/ 2147483647 w 537"/>
                <a:gd name="T35" fmla="*/ 2147483647 h 375"/>
                <a:gd name="T36" fmla="*/ 2147483647 w 537"/>
                <a:gd name="T37" fmla="*/ 2147483647 h 37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537"/>
                <a:gd name="T58" fmla="*/ 0 h 375"/>
                <a:gd name="T59" fmla="*/ 537 w 537"/>
                <a:gd name="T60" fmla="*/ 375 h 37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537" h="375">
                  <a:moveTo>
                    <a:pt x="218" y="18"/>
                  </a:moveTo>
                  <a:lnTo>
                    <a:pt x="360" y="53"/>
                  </a:lnTo>
                  <a:lnTo>
                    <a:pt x="537" y="83"/>
                  </a:lnTo>
                  <a:lnTo>
                    <a:pt x="325" y="153"/>
                  </a:lnTo>
                  <a:lnTo>
                    <a:pt x="228" y="204"/>
                  </a:lnTo>
                  <a:lnTo>
                    <a:pt x="137" y="264"/>
                  </a:lnTo>
                  <a:lnTo>
                    <a:pt x="112" y="294"/>
                  </a:lnTo>
                  <a:lnTo>
                    <a:pt x="0" y="375"/>
                  </a:lnTo>
                  <a:lnTo>
                    <a:pt x="36" y="284"/>
                  </a:lnTo>
                  <a:lnTo>
                    <a:pt x="16" y="209"/>
                  </a:lnTo>
                  <a:lnTo>
                    <a:pt x="72" y="204"/>
                  </a:lnTo>
                  <a:lnTo>
                    <a:pt x="97" y="158"/>
                  </a:lnTo>
                  <a:lnTo>
                    <a:pt x="21" y="118"/>
                  </a:lnTo>
                  <a:lnTo>
                    <a:pt x="102" y="83"/>
                  </a:lnTo>
                  <a:lnTo>
                    <a:pt x="82" y="43"/>
                  </a:lnTo>
                  <a:lnTo>
                    <a:pt x="0" y="3"/>
                  </a:lnTo>
                  <a:lnTo>
                    <a:pt x="88" y="0"/>
                  </a:lnTo>
                  <a:lnTo>
                    <a:pt x="152" y="8"/>
                  </a:lnTo>
                  <a:lnTo>
                    <a:pt x="218" y="18"/>
                  </a:lnTo>
                  <a:close/>
                </a:path>
              </a:pathLst>
            </a:custGeom>
            <a:solidFill>
              <a:srgbClr val="603000"/>
            </a:solidFill>
            <a:ln w="9525">
              <a:noFill/>
              <a:round/>
              <a:headEnd/>
              <a:tailEnd/>
            </a:ln>
          </p:spPr>
          <p:txBody>
            <a:bodyPr/>
            <a:lstStyle/>
            <a:p>
              <a:endParaRPr lang="nl-BE"/>
            </a:p>
          </p:txBody>
        </p:sp>
        <p:sp>
          <p:nvSpPr>
            <p:cNvPr id="12676" name="Freeform 6"/>
            <p:cNvSpPr>
              <a:spLocks/>
            </p:cNvSpPr>
            <p:nvPr/>
          </p:nvSpPr>
          <p:spPr bwMode="auto">
            <a:xfrm>
              <a:off x="4305300" y="1404077"/>
              <a:ext cx="708026" cy="646112"/>
            </a:xfrm>
            <a:custGeom>
              <a:avLst/>
              <a:gdLst>
                <a:gd name="T0" fmla="*/ 2147483647 w 446"/>
                <a:gd name="T1" fmla="*/ 2147483647 h 407"/>
                <a:gd name="T2" fmla="*/ 2147483647 w 446"/>
                <a:gd name="T3" fmla="*/ 2147483647 h 407"/>
                <a:gd name="T4" fmla="*/ 2147483647 w 446"/>
                <a:gd name="T5" fmla="*/ 0 h 407"/>
                <a:gd name="T6" fmla="*/ 2147483647 w 446"/>
                <a:gd name="T7" fmla="*/ 0 h 407"/>
                <a:gd name="T8" fmla="*/ 2147483647 w 446"/>
                <a:gd name="T9" fmla="*/ 2147483647 h 407"/>
                <a:gd name="T10" fmla="*/ 2147483647 w 446"/>
                <a:gd name="T11" fmla="*/ 2147483647 h 407"/>
                <a:gd name="T12" fmla="*/ 2147483647 w 446"/>
                <a:gd name="T13" fmla="*/ 2147483647 h 407"/>
                <a:gd name="T14" fmla="*/ 2147483647 w 446"/>
                <a:gd name="T15" fmla="*/ 2147483647 h 407"/>
                <a:gd name="T16" fmla="*/ 2147483647 w 446"/>
                <a:gd name="T17" fmla="*/ 2147483647 h 407"/>
                <a:gd name="T18" fmla="*/ 2147483647 w 446"/>
                <a:gd name="T19" fmla="*/ 2147483647 h 407"/>
                <a:gd name="T20" fmla="*/ 2147483647 w 446"/>
                <a:gd name="T21" fmla="*/ 2147483647 h 407"/>
                <a:gd name="T22" fmla="*/ 2147483647 w 446"/>
                <a:gd name="T23" fmla="*/ 2147483647 h 407"/>
                <a:gd name="T24" fmla="*/ 2147483647 w 446"/>
                <a:gd name="T25" fmla="*/ 2147483647 h 407"/>
                <a:gd name="T26" fmla="*/ 2147483647 w 446"/>
                <a:gd name="T27" fmla="*/ 2147483647 h 407"/>
                <a:gd name="T28" fmla="*/ 0 w 446"/>
                <a:gd name="T29" fmla="*/ 2147483647 h 407"/>
                <a:gd name="T30" fmla="*/ 2147483647 w 446"/>
                <a:gd name="T31" fmla="*/ 2147483647 h 407"/>
                <a:gd name="T32" fmla="*/ 2147483647 w 446"/>
                <a:gd name="T33" fmla="*/ 2147483647 h 407"/>
                <a:gd name="T34" fmla="*/ 2147483647 w 446"/>
                <a:gd name="T35" fmla="*/ 2147483647 h 407"/>
                <a:gd name="T36" fmla="*/ 2147483647 w 446"/>
                <a:gd name="T37" fmla="*/ 2147483647 h 407"/>
                <a:gd name="T38" fmla="*/ 2147483647 w 446"/>
                <a:gd name="T39" fmla="*/ 2147483647 h 407"/>
                <a:gd name="T40" fmla="*/ 2147483647 w 446"/>
                <a:gd name="T41" fmla="*/ 2147483647 h 407"/>
                <a:gd name="T42" fmla="*/ 2147483647 w 446"/>
                <a:gd name="T43" fmla="*/ 2147483647 h 407"/>
                <a:gd name="T44" fmla="*/ 2147483647 w 446"/>
                <a:gd name="T45" fmla="*/ 2147483647 h 407"/>
                <a:gd name="T46" fmla="*/ 2147483647 w 446"/>
                <a:gd name="T47" fmla="*/ 2147483647 h 40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446"/>
                <a:gd name="T73" fmla="*/ 0 h 407"/>
                <a:gd name="T74" fmla="*/ 446 w 446"/>
                <a:gd name="T75" fmla="*/ 407 h 407"/>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446" h="407">
                  <a:moveTo>
                    <a:pt x="446" y="65"/>
                  </a:moveTo>
                  <a:lnTo>
                    <a:pt x="326" y="28"/>
                  </a:lnTo>
                  <a:lnTo>
                    <a:pt x="186" y="0"/>
                  </a:lnTo>
                  <a:lnTo>
                    <a:pt x="126" y="0"/>
                  </a:lnTo>
                  <a:lnTo>
                    <a:pt x="146" y="40"/>
                  </a:lnTo>
                  <a:lnTo>
                    <a:pt x="188" y="40"/>
                  </a:lnTo>
                  <a:lnTo>
                    <a:pt x="172" y="96"/>
                  </a:lnTo>
                  <a:lnTo>
                    <a:pt x="228" y="91"/>
                  </a:lnTo>
                  <a:lnTo>
                    <a:pt x="182" y="120"/>
                  </a:lnTo>
                  <a:lnTo>
                    <a:pt x="136" y="176"/>
                  </a:lnTo>
                  <a:lnTo>
                    <a:pt x="177" y="171"/>
                  </a:lnTo>
                  <a:lnTo>
                    <a:pt x="86" y="247"/>
                  </a:lnTo>
                  <a:lnTo>
                    <a:pt x="141" y="221"/>
                  </a:lnTo>
                  <a:lnTo>
                    <a:pt x="106" y="257"/>
                  </a:lnTo>
                  <a:lnTo>
                    <a:pt x="0" y="326"/>
                  </a:lnTo>
                  <a:lnTo>
                    <a:pt x="50" y="326"/>
                  </a:lnTo>
                  <a:lnTo>
                    <a:pt x="20" y="367"/>
                  </a:lnTo>
                  <a:lnTo>
                    <a:pt x="30" y="407"/>
                  </a:lnTo>
                  <a:lnTo>
                    <a:pt x="86" y="352"/>
                  </a:lnTo>
                  <a:lnTo>
                    <a:pt x="136" y="272"/>
                  </a:lnTo>
                  <a:lnTo>
                    <a:pt x="259" y="231"/>
                  </a:lnTo>
                  <a:lnTo>
                    <a:pt x="284" y="171"/>
                  </a:lnTo>
                  <a:lnTo>
                    <a:pt x="349" y="96"/>
                  </a:lnTo>
                  <a:lnTo>
                    <a:pt x="446" y="65"/>
                  </a:lnTo>
                  <a:close/>
                </a:path>
              </a:pathLst>
            </a:custGeom>
            <a:solidFill>
              <a:srgbClr val="603000"/>
            </a:solidFill>
            <a:ln w="9525">
              <a:noFill/>
              <a:round/>
              <a:headEnd/>
              <a:tailEnd/>
            </a:ln>
          </p:spPr>
          <p:txBody>
            <a:bodyPr/>
            <a:lstStyle/>
            <a:p>
              <a:endParaRPr lang="nl-BE"/>
            </a:p>
          </p:txBody>
        </p:sp>
        <p:sp>
          <p:nvSpPr>
            <p:cNvPr id="12677" name="Freeform 7"/>
            <p:cNvSpPr>
              <a:spLocks/>
            </p:cNvSpPr>
            <p:nvPr/>
          </p:nvSpPr>
          <p:spPr bwMode="auto">
            <a:xfrm>
              <a:off x="2271713" y="1566863"/>
              <a:ext cx="1116012" cy="787400"/>
            </a:xfrm>
            <a:custGeom>
              <a:avLst/>
              <a:gdLst>
                <a:gd name="T0" fmla="*/ 2147483647 w 703"/>
                <a:gd name="T1" fmla="*/ 0 h 496"/>
                <a:gd name="T2" fmla="*/ 2147483647 w 703"/>
                <a:gd name="T3" fmla="*/ 2147483647 h 496"/>
                <a:gd name="T4" fmla="*/ 2147483647 w 703"/>
                <a:gd name="T5" fmla="*/ 2147483647 h 496"/>
                <a:gd name="T6" fmla="*/ 2147483647 w 703"/>
                <a:gd name="T7" fmla="*/ 2147483647 h 496"/>
                <a:gd name="T8" fmla="*/ 2147483647 w 703"/>
                <a:gd name="T9" fmla="*/ 2147483647 h 496"/>
                <a:gd name="T10" fmla="*/ 2147483647 w 703"/>
                <a:gd name="T11" fmla="*/ 2147483647 h 496"/>
                <a:gd name="T12" fmla="*/ 2147483647 w 703"/>
                <a:gd name="T13" fmla="*/ 2147483647 h 496"/>
                <a:gd name="T14" fmla="*/ 2147483647 w 703"/>
                <a:gd name="T15" fmla="*/ 2147483647 h 496"/>
                <a:gd name="T16" fmla="*/ 2147483647 w 703"/>
                <a:gd name="T17" fmla="*/ 2147483647 h 496"/>
                <a:gd name="T18" fmla="*/ 2147483647 w 703"/>
                <a:gd name="T19" fmla="*/ 2147483647 h 496"/>
                <a:gd name="T20" fmla="*/ 2147483647 w 703"/>
                <a:gd name="T21" fmla="*/ 2147483647 h 496"/>
                <a:gd name="T22" fmla="*/ 2147483647 w 703"/>
                <a:gd name="T23" fmla="*/ 2147483647 h 496"/>
                <a:gd name="T24" fmla="*/ 2147483647 w 703"/>
                <a:gd name="T25" fmla="*/ 2147483647 h 496"/>
                <a:gd name="T26" fmla="*/ 2147483647 w 703"/>
                <a:gd name="T27" fmla="*/ 2147483647 h 496"/>
                <a:gd name="T28" fmla="*/ 2147483647 w 703"/>
                <a:gd name="T29" fmla="*/ 2147483647 h 496"/>
                <a:gd name="T30" fmla="*/ 2147483647 w 703"/>
                <a:gd name="T31" fmla="*/ 2147483647 h 496"/>
                <a:gd name="T32" fmla="*/ 2147483647 w 703"/>
                <a:gd name="T33" fmla="*/ 2147483647 h 496"/>
                <a:gd name="T34" fmla="*/ 2147483647 w 703"/>
                <a:gd name="T35" fmla="*/ 2147483647 h 496"/>
                <a:gd name="T36" fmla="*/ 0 w 703"/>
                <a:gd name="T37" fmla="*/ 2147483647 h 496"/>
                <a:gd name="T38" fmla="*/ 2147483647 w 703"/>
                <a:gd name="T39" fmla="*/ 2147483647 h 496"/>
                <a:gd name="T40" fmla="*/ 2147483647 w 703"/>
                <a:gd name="T41" fmla="*/ 0 h 49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03"/>
                <a:gd name="T64" fmla="*/ 0 h 496"/>
                <a:gd name="T65" fmla="*/ 703 w 703"/>
                <a:gd name="T66" fmla="*/ 496 h 49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03" h="496">
                  <a:moveTo>
                    <a:pt x="161" y="0"/>
                  </a:moveTo>
                  <a:lnTo>
                    <a:pt x="311" y="73"/>
                  </a:lnTo>
                  <a:lnTo>
                    <a:pt x="440" y="167"/>
                  </a:lnTo>
                  <a:lnTo>
                    <a:pt x="540" y="254"/>
                  </a:lnTo>
                  <a:lnTo>
                    <a:pt x="628" y="375"/>
                  </a:lnTo>
                  <a:lnTo>
                    <a:pt x="703" y="496"/>
                  </a:lnTo>
                  <a:lnTo>
                    <a:pt x="474" y="402"/>
                  </a:lnTo>
                  <a:lnTo>
                    <a:pt x="547" y="362"/>
                  </a:lnTo>
                  <a:lnTo>
                    <a:pt x="460" y="302"/>
                  </a:lnTo>
                  <a:lnTo>
                    <a:pt x="494" y="281"/>
                  </a:lnTo>
                  <a:lnTo>
                    <a:pt x="318" y="268"/>
                  </a:lnTo>
                  <a:lnTo>
                    <a:pt x="413" y="221"/>
                  </a:lnTo>
                  <a:lnTo>
                    <a:pt x="291" y="187"/>
                  </a:lnTo>
                  <a:lnTo>
                    <a:pt x="345" y="160"/>
                  </a:lnTo>
                  <a:lnTo>
                    <a:pt x="203" y="133"/>
                  </a:lnTo>
                  <a:lnTo>
                    <a:pt x="270" y="87"/>
                  </a:lnTo>
                  <a:lnTo>
                    <a:pt x="138" y="66"/>
                  </a:lnTo>
                  <a:lnTo>
                    <a:pt x="61" y="80"/>
                  </a:lnTo>
                  <a:lnTo>
                    <a:pt x="0" y="48"/>
                  </a:lnTo>
                  <a:lnTo>
                    <a:pt x="57" y="17"/>
                  </a:lnTo>
                  <a:lnTo>
                    <a:pt x="161" y="0"/>
                  </a:lnTo>
                  <a:close/>
                </a:path>
              </a:pathLst>
            </a:custGeom>
            <a:solidFill>
              <a:srgbClr val="603000"/>
            </a:solidFill>
            <a:ln w="9525">
              <a:noFill/>
              <a:round/>
              <a:headEnd/>
              <a:tailEnd/>
            </a:ln>
          </p:spPr>
          <p:txBody>
            <a:bodyPr/>
            <a:lstStyle/>
            <a:p>
              <a:endParaRPr lang="nl-BE"/>
            </a:p>
          </p:txBody>
        </p:sp>
        <p:sp>
          <p:nvSpPr>
            <p:cNvPr id="12678" name="Freeform 8"/>
            <p:cNvSpPr>
              <a:spLocks/>
            </p:cNvSpPr>
            <p:nvPr/>
          </p:nvSpPr>
          <p:spPr bwMode="auto">
            <a:xfrm>
              <a:off x="984250" y="2065338"/>
              <a:ext cx="1031875" cy="695325"/>
            </a:xfrm>
            <a:custGeom>
              <a:avLst/>
              <a:gdLst>
                <a:gd name="T0" fmla="*/ 0 w 650"/>
                <a:gd name="T1" fmla="*/ 2147483647 h 438"/>
                <a:gd name="T2" fmla="*/ 2147483647 w 650"/>
                <a:gd name="T3" fmla="*/ 2147483647 h 438"/>
                <a:gd name="T4" fmla="*/ 2147483647 w 650"/>
                <a:gd name="T5" fmla="*/ 0 h 438"/>
                <a:gd name="T6" fmla="*/ 2147483647 w 650"/>
                <a:gd name="T7" fmla="*/ 0 h 438"/>
                <a:gd name="T8" fmla="*/ 2147483647 w 650"/>
                <a:gd name="T9" fmla="*/ 2147483647 h 438"/>
                <a:gd name="T10" fmla="*/ 2147483647 w 650"/>
                <a:gd name="T11" fmla="*/ 2147483647 h 438"/>
                <a:gd name="T12" fmla="*/ 2147483647 w 650"/>
                <a:gd name="T13" fmla="*/ 2147483647 h 438"/>
                <a:gd name="T14" fmla="*/ 2147483647 w 650"/>
                <a:gd name="T15" fmla="*/ 2147483647 h 438"/>
                <a:gd name="T16" fmla="*/ 2147483647 w 650"/>
                <a:gd name="T17" fmla="*/ 2147483647 h 438"/>
                <a:gd name="T18" fmla="*/ 2147483647 w 650"/>
                <a:gd name="T19" fmla="*/ 2147483647 h 438"/>
                <a:gd name="T20" fmla="*/ 2147483647 w 650"/>
                <a:gd name="T21" fmla="*/ 2147483647 h 438"/>
                <a:gd name="T22" fmla="*/ 2147483647 w 650"/>
                <a:gd name="T23" fmla="*/ 2147483647 h 438"/>
                <a:gd name="T24" fmla="*/ 2147483647 w 650"/>
                <a:gd name="T25" fmla="*/ 2147483647 h 438"/>
                <a:gd name="T26" fmla="*/ 2147483647 w 650"/>
                <a:gd name="T27" fmla="*/ 2147483647 h 438"/>
                <a:gd name="T28" fmla="*/ 2147483647 w 650"/>
                <a:gd name="T29" fmla="*/ 2147483647 h 438"/>
                <a:gd name="T30" fmla="*/ 2147483647 w 650"/>
                <a:gd name="T31" fmla="*/ 2147483647 h 438"/>
                <a:gd name="T32" fmla="*/ 2147483647 w 650"/>
                <a:gd name="T33" fmla="*/ 2147483647 h 438"/>
                <a:gd name="T34" fmla="*/ 2147483647 w 650"/>
                <a:gd name="T35" fmla="*/ 2147483647 h 438"/>
                <a:gd name="T36" fmla="*/ 2147483647 w 650"/>
                <a:gd name="T37" fmla="*/ 2147483647 h 438"/>
                <a:gd name="T38" fmla="*/ 2147483647 w 650"/>
                <a:gd name="T39" fmla="*/ 2147483647 h 438"/>
                <a:gd name="T40" fmla="*/ 2147483647 w 650"/>
                <a:gd name="T41" fmla="*/ 2147483647 h 438"/>
                <a:gd name="T42" fmla="*/ 2147483647 w 650"/>
                <a:gd name="T43" fmla="*/ 2147483647 h 438"/>
                <a:gd name="T44" fmla="*/ 2147483647 w 650"/>
                <a:gd name="T45" fmla="*/ 2147483647 h 438"/>
                <a:gd name="T46" fmla="*/ 2147483647 w 650"/>
                <a:gd name="T47" fmla="*/ 2147483647 h 438"/>
                <a:gd name="T48" fmla="*/ 2147483647 w 650"/>
                <a:gd name="T49" fmla="*/ 2147483647 h 438"/>
                <a:gd name="T50" fmla="*/ 2147483647 w 650"/>
                <a:gd name="T51" fmla="*/ 2147483647 h 438"/>
                <a:gd name="T52" fmla="*/ 2147483647 w 650"/>
                <a:gd name="T53" fmla="*/ 2147483647 h 438"/>
                <a:gd name="T54" fmla="*/ 2147483647 w 650"/>
                <a:gd name="T55" fmla="*/ 2147483647 h 438"/>
                <a:gd name="T56" fmla="*/ 2147483647 w 650"/>
                <a:gd name="T57" fmla="*/ 2147483647 h 438"/>
                <a:gd name="T58" fmla="*/ 2147483647 w 650"/>
                <a:gd name="T59" fmla="*/ 2147483647 h 438"/>
                <a:gd name="T60" fmla="*/ 2147483647 w 650"/>
                <a:gd name="T61" fmla="*/ 2147483647 h 438"/>
                <a:gd name="T62" fmla="*/ 2147483647 w 650"/>
                <a:gd name="T63" fmla="*/ 2147483647 h 438"/>
                <a:gd name="T64" fmla="*/ 2147483647 w 650"/>
                <a:gd name="T65" fmla="*/ 2147483647 h 438"/>
                <a:gd name="T66" fmla="*/ 2147483647 w 650"/>
                <a:gd name="T67" fmla="*/ 2147483647 h 438"/>
                <a:gd name="T68" fmla="*/ 2147483647 w 650"/>
                <a:gd name="T69" fmla="*/ 2147483647 h 438"/>
                <a:gd name="T70" fmla="*/ 2147483647 w 650"/>
                <a:gd name="T71" fmla="*/ 2147483647 h 438"/>
                <a:gd name="T72" fmla="*/ 2147483647 w 650"/>
                <a:gd name="T73" fmla="*/ 2147483647 h 438"/>
                <a:gd name="T74" fmla="*/ 0 w 650"/>
                <a:gd name="T75" fmla="*/ 2147483647 h 43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650"/>
                <a:gd name="T115" fmla="*/ 0 h 438"/>
                <a:gd name="T116" fmla="*/ 650 w 650"/>
                <a:gd name="T117" fmla="*/ 438 h 438"/>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650" h="438">
                  <a:moveTo>
                    <a:pt x="0" y="31"/>
                  </a:moveTo>
                  <a:lnTo>
                    <a:pt x="35" y="16"/>
                  </a:lnTo>
                  <a:lnTo>
                    <a:pt x="78" y="0"/>
                  </a:lnTo>
                  <a:lnTo>
                    <a:pt x="114" y="0"/>
                  </a:lnTo>
                  <a:lnTo>
                    <a:pt x="152" y="10"/>
                  </a:lnTo>
                  <a:lnTo>
                    <a:pt x="207" y="33"/>
                  </a:lnTo>
                  <a:lnTo>
                    <a:pt x="268" y="86"/>
                  </a:lnTo>
                  <a:lnTo>
                    <a:pt x="344" y="128"/>
                  </a:lnTo>
                  <a:lnTo>
                    <a:pt x="420" y="171"/>
                  </a:lnTo>
                  <a:lnTo>
                    <a:pt x="466" y="217"/>
                  </a:lnTo>
                  <a:lnTo>
                    <a:pt x="498" y="260"/>
                  </a:lnTo>
                  <a:lnTo>
                    <a:pt x="567" y="332"/>
                  </a:lnTo>
                  <a:lnTo>
                    <a:pt x="617" y="390"/>
                  </a:lnTo>
                  <a:lnTo>
                    <a:pt x="650" y="438"/>
                  </a:lnTo>
                  <a:lnTo>
                    <a:pt x="610" y="436"/>
                  </a:lnTo>
                  <a:lnTo>
                    <a:pt x="567" y="403"/>
                  </a:lnTo>
                  <a:lnTo>
                    <a:pt x="584" y="383"/>
                  </a:lnTo>
                  <a:lnTo>
                    <a:pt x="526" y="362"/>
                  </a:lnTo>
                  <a:lnTo>
                    <a:pt x="536" y="350"/>
                  </a:lnTo>
                  <a:lnTo>
                    <a:pt x="490" y="335"/>
                  </a:lnTo>
                  <a:lnTo>
                    <a:pt x="500" y="303"/>
                  </a:lnTo>
                  <a:lnTo>
                    <a:pt x="446" y="288"/>
                  </a:lnTo>
                  <a:lnTo>
                    <a:pt x="446" y="255"/>
                  </a:lnTo>
                  <a:lnTo>
                    <a:pt x="369" y="242"/>
                  </a:lnTo>
                  <a:lnTo>
                    <a:pt x="420" y="219"/>
                  </a:lnTo>
                  <a:lnTo>
                    <a:pt x="357" y="202"/>
                  </a:lnTo>
                  <a:lnTo>
                    <a:pt x="349" y="164"/>
                  </a:lnTo>
                  <a:lnTo>
                    <a:pt x="250" y="161"/>
                  </a:lnTo>
                  <a:lnTo>
                    <a:pt x="291" y="126"/>
                  </a:lnTo>
                  <a:lnTo>
                    <a:pt x="207" y="123"/>
                  </a:lnTo>
                  <a:lnTo>
                    <a:pt x="222" y="99"/>
                  </a:lnTo>
                  <a:lnTo>
                    <a:pt x="119" y="86"/>
                  </a:lnTo>
                  <a:lnTo>
                    <a:pt x="162" y="56"/>
                  </a:lnTo>
                  <a:lnTo>
                    <a:pt x="91" y="33"/>
                  </a:lnTo>
                  <a:lnTo>
                    <a:pt x="99" y="16"/>
                  </a:lnTo>
                  <a:lnTo>
                    <a:pt x="33" y="48"/>
                  </a:lnTo>
                  <a:lnTo>
                    <a:pt x="38" y="31"/>
                  </a:lnTo>
                  <a:lnTo>
                    <a:pt x="0" y="31"/>
                  </a:lnTo>
                  <a:close/>
                </a:path>
              </a:pathLst>
            </a:custGeom>
            <a:solidFill>
              <a:srgbClr val="402000"/>
            </a:solidFill>
            <a:ln w="9525">
              <a:noFill/>
              <a:round/>
              <a:headEnd/>
              <a:tailEnd/>
            </a:ln>
          </p:spPr>
          <p:txBody>
            <a:bodyPr/>
            <a:lstStyle/>
            <a:p>
              <a:endParaRPr lang="nl-BE"/>
            </a:p>
          </p:txBody>
        </p:sp>
        <p:sp>
          <p:nvSpPr>
            <p:cNvPr id="12679" name="Freeform 9"/>
            <p:cNvSpPr>
              <a:spLocks/>
            </p:cNvSpPr>
            <p:nvPr/>
          </p:nvSpPr>
          <p:spPr bwMode="auto">
            <a:xfrm>
              <a:off x="3233738" y="2843213"/>
              <a:ext cx="2309812" cy="1466850"/>
            </a:xfrm>
            <a:custGeom>
              <a:avLst/>
              <a:gdLst>
                <a:gd name="T0" fmla="*/ 2147483647 w 1455"/>
                <a:gd name="T1" fmla="*/ 2147483647 h 924"/>
                <a:gd name="T2" fmla="*/ 2147483647 w 1455"/>
                <a:gd name="T3" fmla="*/ 0 h 924"/>
                <a:gd name="T4" fmla="*/ 2147483647 w 1455"/>
                <a:gd name="T5" fmla="*/ 2147483647 h 924"/>
                <a:gd name="T6" fmla="*/ 2147483647 w 1455"/>
                <a:gd name="T7" fmla="*/ 0 h 924"/>
                <a:gd name="T8" fmla="*/ 2147483647 w 1455"/>
                <a:gd name="T9" fmla="*/ 2147483647 h 924"/>
                <a:gd name="T10" fmla="*/ 2147483647 w 1455"/>
                <a:gd name="T11" fmla="*/ 2147483647 h 924"/>
                <a:gd name="T12" fmla="*/ 2147483647 w 1455"/>
                <a:gd name="T13" fmla="*/ 2147483647 h 924"/>
                <a:gd name="T14" fmla="*/ 2147483647 w 1455"/>
                <a:gd name="T15" fmla="*/ 2147483647 h 924"/>
                <a:gd name="T16" fmla="*/ 2147483647 w 1455"/>
                <a:gd name="T17" fmla="*/ 2147483647 h 924"/>
                <a:gd name="T18" fmla="*/ 2147483647 w 1455"/>
                <a:gd name="T19" fmla="*/ 2147483647 h 924"/>
                <a:gd name="T20" fmla="*/ 2147483647 w 1455"/>
                <a:gd name="T21" fmla="*/ 2147483647 h 924"/>
                <a:gd name="T22" fmla="*/ 2147483647 w 1455"/>
                <a:gd name="T23" fmla="*/ 2147483647 h 924"/>
                <a:gd name="T24" fmla="*/ 2147483647 w 1455"/>
                <a:gd name="T25" fmla="*/ 2147483647 h 924"/>
                <a:gd name="T26" fmla="*/ 2147483647 w 1455"/>
                <a:gd name="T27" fmla="*/ 2147483647 h 924"/>
                <a:gd name="T28" fmla="*/ 2147483647 w 1455"/>
                <a:gd name="T29" fmla="*/ 2147483647 h 924"/>
                <a:gd name="T30" fmla="*/ 2147483647 w 1455"/>
                <a:gd name="T31" fmla="*/ 2147483647 h 924"/>
                <a:gd name="T32" fmla="*/ 2147483647 w 1455"/>
                <a:gd name="T33" fmla="*/ 2147483647 h 924"/>
                <a:gd name="T34" fmla="*/ 2147483647 w 1455"/>
                <a:gd name="T35" fmla="*/ 2147483647 h 924"/>
                <a:gd name="T36" fmla="*/ 2147483647 w 1455"/>
                <a:gd name="T37" fmla="*/ 2147483647 h 924"/>
                <a:gd name="T38" fmla="*/ 2147483647 w 1455"/>
                <a:gd name="T39" fmla="*/ 2147483647 h 924"/>
                <a:gd name="T40" fmla="*/ 2147483647 w 1455"/>
                <a:gd name="T41" fmla="*/ 2147483647 h 924"/>
                <a:gd name="T42" fmla="*/ 2147483647 w 1455"/>
                <a:gd name="T43" fmla="*/ 2147483647 h 924"/>
                <a:gd name="T44" fmla="*/ 2147483647 w 1455"/>
                <a:gd name="T45" fmla="*/ 2147483647 h 924"/>
                <a:gd name="T46" fmla="*/ 2147483647 w 1455"/>
                <a:gd name="T47" fmla="*/ 2147483647 h 924"/>
                <a:gd name="T48" fmla="*/ 2147483647 w 1455"/>
                <a:gd name="T49" fmla="*/ 2147483647 h 924"/>
                <a:gd name="T50" fmla="*/ 2147483647 w 1455"/>
                <a:gd name="T51" fmla="*/ 2147483647 h 924"/>
                <a:gd name="T52" fmla="*/ 2147483647 w 1455"/>
                <a:gd name="T53" fmla="*/ 2147483647 h 924"/>
                <a:gd name="T54" fmla="*/ 2147483647 w 1455"/>
                <a:gd name="T55" fmla="*/ 2147483647 h 924"/>
                <a:gd name="T56" fmla="*/ 2147483647 w 1455"/>
                <a:gd name="T57" fmla="*/ 2147483647 h 924"/>
                <a:gd name="T58" fmla="*/ 2147483647 w 1455"/>
                <a:gd name="T59" fmla="*/ 2147483647 h 924"/>
                <a:gd name="T60" fmla="*/ 2147483647 w 1455"/>
                <a:gd name="T61" fmla="*/ 2147483647 h 924"/>
                <a:gd name="T62" fmla="*/ 2147483647 w 1455"/>
                <a:gd name="T63" fmla="*/ 2147483647 h 924"/>
                <a:gd name="T64" fmla="*/ 0 w 1455"/>
                <a:gd name="T65" fmla="*/ 2147483647 h 924"/>
                <a:gd name="T66" fmla="*/ 2147483647 w 1455"/>
                <a:gd name="T67" fmla="*/ 2147483647 h 924"/>
                <a:gd name="T68" fmla="*/ 2147483647 w 1455"/>
                <a:gd name="T69" fmla="*/ 2147483647 h 924"/>
                <a:gd name="T70" fmla="*/ 2147483647 w 1455"/>
                <a:gd name="T71" fmla="*/ 2147483647 h 924"/>
                <a:gd name="T72" fmla="*/ 2147483647 w 1455"/>
                <a:gd name="T73" fmla="*/ 2147483647 h 924"/>
                <a:gd name="T74" fmla="*/ 2147483647 w 1455"/>
                <a:gd name="T75" fmla="*/ 2147483647 h 924"/>
                <a:gd name="T76" fmla="*/ 2147483647 w 1455"/>
                <a:gd name="T77" fmla="*/ 2147483647 h 924"/>
                <a:gd name="T78" fmla="*/ 2147483647 w 1455"/>
                <a:gd name="T79" fmla="*/ 2147483647 h 924"/>
                <a:gd name="T80" fmla="*/ 2147483647 w 1455"/>
                <a:gd name="T81" fmla="*/ 2147483647 h 924"/>
                <a:gd name="T82" fmla="*/ 2147483647 w 1455"/>
                <a:gd name="T83" fmla="*/ 2147483647 h 924"/>
                <a:gd name="T84" fmla="*/ 2147483647 w 1455"/>
                <a:gd name="T85" fmla="*/ 2147483647 h 924"/>
                <a:gd name="T86" fmla="*/ 2147483647 w 1455"/>
                <a:gd name="T87" fmla="*/ 2147483647 h 924"/>
                <a:gd name="T88" fmla="*/ 2147483647 w 1455"/>
                <a:gd name="T89" fmla="*/ 2147483647 h 924"/>
                <a:gd name="T90" fmla="*/ 2147483647 w 1455"/>
                <a:gd name="T91" fmla="*/ 2147483647 h 924"/>
                <a:gd name="T92" fmla="*/ 2147483647 w 1455"/>
                <a:gd name="T93" fmla="*/ 2147483647 h 924"/>
                <a:gd name="T94" fmla="*/ 2147483647 w 1455"/>
                <a:gd name="T95" fmla="*/ 2147483647 h 924"/>
                <a:gd name="T96" fmla="*/ 2147483647 w 1455"/>
                <a:gd name="T97" fmla="*/ 2147483647 h 924"/>
                <a:gd name="T98" fmla="*/ 2147483647 w 1455"/>
                <a:gd name="T99" fmla="*/ 2147483647 h 924"/>
                <a:gd name="T100" fmla="*/ 2147483647 w 1455"/>
                <a:gd name="T101" fmla="*/ 2147483647 h 924"/>
                <a:gd name="T102" fmla="*/ 2147483647 w 1455"/>
                <a:gd name="T103" fmla="*/ 2147483647 h 924"/>
                <a:gd name="T104" fmla="*/ 2147483647 w 1455"/>
                <a:gd name="T105" fmla="*/ 2147483647 h 924"/>
                <a:gd name="T106" fmla="*/ 2147483647 w 1455"/>
                <a:gd name="T107" fmla="*/ 2147483647 h 924"/>
                <a:gd name="T108" fmla="*/ 2147483647 w 1455"/>
                <a:gd name="T109" fmla="*/ 2147483647 h 924"/>
                <a:gd name="T110" fmla="*/ 2147483647 w 1455"/>
                <a:gd name="T111" fmla="*/ 2147483647 h 924"/>
                <a:gd name="T112" fmla="*/ 2147483647 w 1455"/>
                <a:gd name="T113" fmla="*/ 2147483647 h 924"/>
                <a:gd name="T114" fmla="*/ 2147483647 w 1455"/>
                <a:gd name="T115" fmla="*/ 2147483647 h 924"/>
                <a:gd name="T116" fmla="*/ 2147483647 w 1455"/>
                <a:gd name="T117" fmla="*/ 2147483647 h 924"/>
                <a:gd name="T118" fmla="*/ 2147483647 w 1455"/>
                <a:gd name="T119" fmla="*/ 2147483647 h 924"/>
                <a:gd name="T120" fmla="*/ 2147483647 w 1455"/>
                <a:gd name="T121" fmla="*/ 2147483647 h 924"/>
                <a:gd name="T122" fmla="*/ 2147483647 w 1455"/>
                <a:gd name="T123" fmla="*/ 2147483647 h 924"/>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455"/>
                <a:gd name="T187" fmla="*/ 0 h 924"/>
                <a:gd name="T188" fmla="*/ 1455 w 1455"/>
                <a:gd name="T189" fmla="*/ 924 h 924"/>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455" h="924">
                  <a:moveTo>
                    <a:pt x="710" y="36"/>
                  </a:moveTo>
                  <a:lnTo>
                    <a:pt x="771" y="0"/>
                  </a:lnTo>
                  <a:lnTo>
                    <a:pt x="771" y="61"/>
                  </a:lnTo>
                  <a:lnTo>
                    <a:pt x="846" y="0"/>
                  </a:lnTo>
                  <a:lnTo>
                    <a:pt x="821" y="49"/>
                  </a:lnTo>
                  <a:lnTo>
                    <a:pt x="877" y="30"/>
                  </a:lnTo>
                  <a:lnTo>
                    <a:pt x="870" y="67"/>
                  </a:lnTo>
                  <a:lnTo>
                    <a:pt x="939" y="6"/>
                  </a:lnTo>
                  <a:lnTo>
                    <a:pt x="920" y="80"/>
                  </a:lnTo>
                  <a:lnTo>
                    <a:pt x="994" y="30"/>
                  </a:lnTo>
                  <a:lnTo>
                    <a:pt x="969" y="92"/>
                  </a:lnTo>
                  <a:lnTo>
                    <a:pt x="1080" y="80"/>
                  </a:lnTo>
                  <a:lnTo>
                    <a:pt x="1068" y="123"/>
                  </a:lnTo>
                  <a:lnTo>
                    <a:pt x="1147" y="116"/>
                  </a:lnTo>
                  <a:lnTo>
                    <a:pt x="1141" y="172"/>
                  </a:lnTo>
                  <a:lnTo>
                    <a:pt x="1203" y="178"/>
                  </a:lnTo>
                  <a:lnTo>
                    <a:pt x="1239" y="238"/>
                  </a:lnTo>
                  <a:lnTo>
                    <a:pt x="1265" y="312"/>
                  </a:lnTo>
                  <a:lnTo>
                    <a:pt x="1320" y="324"/>
                  </a:lnTo>
                  <a:lnTo>
                    <a:pt x="1338" y="373"/>
                  </a:lnTo>
                  <a:lnTo>
                    <a:pt x="1326" y="403"/>
                  </a:lnTo>
                  <a:lnTo>
                    <a:pt x="1363" y="453"/>
                  </a:lnTo>
                  <a:lnTo>
                    <a:pt x="1387" y="496"/>
                  </a:lnTo>
                  <a:lnTo>
                    <a:pt x="1387" y="588"/>
                  </a:lnTo>
                  <a:lnTo>
                    <a:pt x="1387" y="631"/>
                  </a:lnTo>
                  <a:lnTo>
                    <a:pt x="1430" y="722"/>
                  </a:lnTo>
                  <a:lnTo>
                    <a:pt x="1455" y="796"/>
                  </a:lnTo>
                  <a:lnTo>
                    <a:pt x="1455" y="906"/>
                  </a:lnTo>
                  <a:lnTo>
                    <a:pt x="1449" y="924"/>
                  </a:lnTo>
                  <a:lnTo>
                    <a:pt x="57" y="924"/>
                  </a:lnTo>
                  <a:lnTo>
                    <a:pt x="13" y="868"/>
                  </a:lnTo>
                  <a:lnTo>
                    <a:pt x="61" y="834"/>
                  </a:lnTo>
                  <a:lnTo>
                    <a:pt x="0" y="787"/>
                  </a:lnTo>
                  <a:lnTo>
                    <a:pt x="57" y="735"/>
                  </a:lnTo>
                  <a:lnTo>
                    <a:pt x="108" y="687"/>
                  </a:lnTo>
                  <a:lnTo>
                    <a:pt x="34" y="646"/>
                  </a:lnTo>
                  <a:lnTo>
                    <a:pt x="144" y="618"/>
                  </a:lnTo>
                  <a:lnTo>
                    <a:pt x="125" y="588"/>
                  </a:lnTo>
                  <a:lnTo>
                    <a:pt x="84" y="556"/>
                  </a:lnTo>
                  <a:lnTo>
                    <a:pt x="129" y="545"/>
                  </a:lnTo>
                  <a:lnTo>
                    <a:pt x="183" y="518"/>
                  </a:lnTo>
                  <a:lnTo>
                    <a:pt x="123" y="498"/>
                  </a:lnTo>
                  <a:lnTo>
                    <a:pt x="115" y="457"/>
                  </a:lnTo>
                  <a:lnTo>
                    <a:pt x="169" y="430"/>
                  </a:lnTo>
                  <a:lnTo>
                    <a:pt x="156" y="377"/>
                  </a:lnTo>
                  <a:lnTo>
                    <a:pt x="183" y="329"/>
                  </a:lnTo>
                  <a:lnTo>
                    <a:pt x="162" y="282"/>
                  </a:lnTo>
                  <a:lnTo>
                    <a:pt x="237" y="275"/>
                  </a:lnTo>
                  <a:lnTo>
                    <a:pt x="230" y="195"/>
                  </a:lnTo>
                  <a:lnTo>
                    <a:pt x="284" y="195"/>
                  </a:lnTo>
                  <a:lnTo>
                    <a:pt x="257" y="135"/>
                  </a:lnTo>
                  <a:lnTo>
                    <a:pt x="298" y="135"/>
                  </a:lnTo>
                  <a:lnTo>
                    <a:pt x="284" y="74"/>
                  </a:lnTo>
                  <a:lnTo>
                    <a:pt x="347" y="129"/>
                  </a:lnTo>
                  <a:lnTo>
                    <a:pt x="377" y="43"/>
                  </a:lnTo>
                  <a:lnTo>
                    <a:pt x="414" y="80"/>
                  </a:lnTo>
                  <a:lnTo>
                    <a:pt x="481" y="49"/>
                  </a:lnTo>
                  <a:lnTo>
                    <a:pt x="519" y="73"/>
                  </a:lnTo>
                  <a:lnTo>
                    <a:pt x="531" y="24"/>
                  </a:lnTo>
                  <a:lnTo>
                    <a:pt x="574" y="67"/>
                  </a:lnTo>
                  <a:lnTo>
                    <a:pt x="630" y="6"/>
                  </a:lnTo>
                  <a:lnTo>
                    <a:pt x="710" y="36"/>
                  </a:lnTo>
                  <a:close/>
                </a:path>
              </a:pathLst>
            </a:custGeom>
            <a:solidFill>
              <a:srgbClr val="004000"/>
            </a:solidFill>
            <a:ln w="9525">
              <a:noFill/>
              <a:round/>
              <a:headEnd/>
              <a:tailEnd/>
            </a:ln>
          </p:spPr>
          <p:txBody>
            <a:bodyPr/>
            <a:lstStyle/>
            <a:p>
              <a:endParaRPr lang="nl-BE"/>
            </a:p>
          </p:txBody>
        </p:sp>
        <p:sp>
          <p:nvSpPr>
            <p:cNvPr id="12680" name="Freeform 10"/>
            <p:cNvSpPr>
              <a:spLocks/>
            </p:cNvSpPr>
            <p:nvPr/>
          </p:nvSpPr>
          <p:spPr bwMode="auto">
            <a:xfrm>
              <a:off x="3765550" y="3076575"/>
              <a:ext cx="1233488" cy="1241425"/>
            </a:xfrm>
            <a:custGeom>
              <a:avLst/>
              <a:gdLst>
                <a:gd name="T0" fmla="*/ 2147483647 w 777"/>
                <a:gd name="T1" fmla="*/ 2147483647 h 782"/>
                <a:gd name="T2" fmla="*/ 2147483647 w 777"/>
                <a:gd name="T3" fmla="*/ 2147483647 h 782"/>
                <a:gd name="T4" fmla="*/ 2147483647 w 777"/>
                <a:gd name="T5" fmla="*/ 2147483647 h 782"/>
                <a:gd name="T6" fmla="*/ 2147483647 w 777"/>
                <a:gd name="T7" fmla="*/ 0 h 782"/>
                <a:gd name="T8" fmla="*/ 2147483647 w 777"/>
                <a:gd name="T9" fmla="*/ 0 h 782"/>
                <a:gd name="T10" fmla="*/ 0 w 777"/>
                <a:gd name="T11" fmla="*/ 2147483647 h 782"/>
                <a:gd name="T12" fmla="*/ 0 w 777"/>
                <a:gd name="T13" fmla="*/ 2147483647 h 782"/>
                <a:gd name="T14" fmla="*/ 2147483647 w 777"/>
                <a:gd name="T15" fmla="*/ 2147483647 h 782"/>
                <a:gd name="T16" fmla="*/ 2147483647 w 777"/>
                <a:gd name="T17" fmla="*/ 2147483647 h 78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77"/>
                <a:gd name="T28" fmla="*/ 0 h 782"/>
                <a:gd name="T29" fmla="*/ 777 w 777"/>
                <a:gd name="T30" fmla="*/ 782 h 78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77" h="782">
                  <a:moveTo>
                    <a:pt x="134" y="782"/>
                  </a:moveTo>
                  <a:lnTo>
                    <a:pt x="777" y="782"/>
                  </a:lnTo>
                  <a:lnTo>
                    <a:pt x="777" y="86"/>
                  </a:lnTo>
                  <a:lnTo>
                    <a:pt x="690" y="0"/>
                  </a:lnTo>
                  <a:lnTo>
                    <a:pt x="86" y="0"/>
                  </a:lnTo>
                  <a:lnTo>
                    <a:pt x="0" y="86"/>
                  </a:lnTo>
                  <a:lnTo>
                    <a:pt x="0" y="782"/>
                  </a:lnTo>
                  <a:lnTo>
                    <a:pt x="132" y="782"/>
                  </a:lnTo>
                  <a:lnTo>
                    <a:pt x="134" y="782"/>
                  </a:lnTo>
                  <a:close/>
                </a:path>
              </a:pathLst>
            </a:custGeom>
            <a:solidFill>
              <a:srgbClr val="606060"/>
            </a:solidFill>
            <a:ln w="12700">
              <a:solidFill>
                <a:srgbClr val="000000"/>
              </a:solidFill>
              <a:prstDash val="solid"/>
              <a:round/>
              <a:headEnd/>
              <a:tailEnd/>
            </a:ln>
          </p:spPr>
          <p:txBody>
            <a:bodyPr/>
            <a:lstStyle/>
            <a:p>
              <a:endParaRPr lang="nl-BE"/>
            </a:p>
          </p:txBody>
        </p:sp>
        <p:sp>
          <p:nvSpPr>
            <p:cNvPr id="12681" name="Freeform 11"/>
            <p:cNvSpPr>
              <a:spLocks/>
            </p:cNvSpPr>
            <p:nvPr/>
          </p:nvSpPr>
          <p:spPr bwMode="auto">
            <a:xfrm>
              <a:off x="4464050" y="3509963"/>
              <a:ext cx="61913" cy="79375"/>
            </a:xfrm>
            <a:custGeom>
              <a:avLst/>
              <a:gdLst>
                <a:gd name="T0" fmla="*/ 0 w 39"/>
                <a:gd name="T1" fmla="*/ 2147483647 h 50"/>
                <a:gd name="T2" fmla="*/ 0 w 39"/>
                <a:gd name="T3" fmla="*/ 2147483647 h 50"/>
                <a:gd name="T4" fmla="*/ 0 w 39"/>
                <a:gd name="T5" fmla="*/ 2147483647 h 50"/>
                <a:gd name="T6" fmla="*/ 0 w 39"/>
                <a:gd name="T7" fmla="*/ 2147483647 h 50"/>
                <a:gd name="T8" fmla="*/ 2147483647 w 39"/>
                <a:gd name="T9" fmla="*/ 2147483647 h 50"/>
                <a:gd name="T10" fmla="*/ 2147483647 w 39"/>
                <a:gd name="T11" fmla="*/ 2147483647 h 50"/>
                <a:gd name="T12" fmla="*/ 2147483647 w 39"/>
                <a:gd name="T13" fmla="*/ 2147483647 h 50"/>
                <a:gd name="T14" fmla="*/ 2147483647 w 39"/>
                <a:gd name="T15" fmla="*/ 2147483647 h 50"/>
                <a:gd name="T16" fmla="*/ 2147483647 w 39"/>
                <a:gd name="T17" fmla="*/ 2147483647 h 50"/>
                <a:gd name="T18" fmla="*/ 2147483647 w 39"/>
                <a:gd name="T19" fmla="*/ 2147483647 h 50"/>
                <a:gd name="T20" fmla="*/ 2147483647 w 39"/>
                <a:gd name="T21" fmla="*/ 2147483647 h 50"/>
                <a:gd name="T22" fmla="*/ 2147483647 w 39"/>
                <a:gd name="T23" fmla="*/ 2147483647 h 50"/>
                <a:gd name="T24" fmla="*/ 2147483647 w 39"/>
                <a:gd name="T25" fmla="*/ 2147483647 h 50"/>
                <a:gd name="T26" fmla="*/ 2147483647 w 39"/>
                <a:gd name="T27" fmla="*/ 2147483647 h 50"/>
                <a:gd name="T28" fmla="*/ 2147483647 w 39"/>
                <a:gd name="T29" fmla="*/ 2147483647 h 50"/>
                <a:gd name="T30" fmla="*/ 2147483647 w 39"/>
                <a:gd name="T31" fmla="*/ 2147483647 h 50"/>
                <a:gd name="T32" fmla="*/ 2147483647 w 39"/>
                <a:gd name="T33" fmla="*/ 2147483647 h 50"/>
                <a:gd name="T34" fmla="*/ 2147483647 w 39"/>
                <a:gd name="T35" fmla="*/ 2147483647 h 50"/>
                <a:gd name="T36" fmla="*/ 2147483647 w 39"/>
                <a:gd name="T37" fmla="*/ 2147483647 h 50"/>
                <a:gd name="T38" fmla="*/ 2147483647 w 39"/>
                <a:gd name="T39" fmla="*/ 2147483647 h 50"/>
                <a:gd name="T40" fmla="*/ 2147483647 w 39"/>
                <a:gd name="T41" fmla="*/ 0 h 50"/>
                <a:gd name="T42" fmla="*/ 2147483647 w 39"/>
                <a:gd name="T43" fmla="*/ 0 h 50"/>
                <a:gd name="T44" fmla="*/ 2147483647 w 39"/>
                <a:gd name="T45" fmla="*/ 0 h 50"/>
                <a:gd name="T46" fmla="*/ 2147483647 w 39"/>
                <a:gd name="T47" fmla="*/ 0 h 50"/>
                <a:gd name="T48" fmla="*/ 2147483647 w 39"/>
                <a:gd name="T49" fmla="*/ 0 h 50"/>
                <a:gd name="T50" fmla="*/ 2147483647 w 39"/>
                <a:gd name="T51" fmla="*/ 0 h 50"/>
                <a:gd name="T52" fmla="*/ 2147483647 w 39"/>
                <a:gd name="T53" fmla="*/ 0 h 50"/>
                <a:gd name="T54" fmla="*/ 2147483647 w 39"/>
                <a:gd name="T55" fmla="*/ 0 h 50"/>
                <a:gd name="T56" fmla="*/ 2147483647 w 39"/>
                <a:gd name="T57" fmla="*/ 0 h 50"/>
                <a:gd name="T58" fmla="*/ 2147483647 w 39"/>
                <a:gd name="T59" fmla="*/ 0 h 50"/>
                <a:gd name="T60" fmla="*/ 2147483647 w 39"/>
                <a:gd name="T61" fmla="*/ 0 h 50"/>
                <a:gd name="T62" fmla="*/ 2147483647 w 39"/>
                <a:gd name="T63" fmla="*/ 0 h 50"/>
                <a:gd name="T64" fmla="*/ 2147483647 w 39"/>
                <a:gd name="T65" fmla="*/ 0 h 50"/>
                <a:gd name="T66" fmla="*/ 2147483647 w 39"/>
                <a:gd name="T67" fmla="*/ 0 h 50"/>
                <a:gd name="T68" fmla="*/ 2147483647 w 39"/>
                <a:gd name="T69" fmla="*/ 2147483647 h 50"/>
                <a:gd name="T70" fmla="*/ 2147483647 w 39"/>
                <a:gd name="T71" fmla="*/ 2147483647 h 50"/>
                <a:gd name="T72" fmla="*/ 2147483647 w 39"/>
                <a:gd name="T73" fmla="*/ 2147483647 h 50"/>
                <a:gd name="T74" fmla="*/ 2147483647 w 39"/>
                <a:gd name="T75" fmla="*/ 2147483647 h 50"/>
                <a:gd name="T76" fmla="*/ 2147483647 w 39"/>
                <a:gd name="T77" fmla="*/ 2147483647 h 50"/>
                <a:gd name="T78" fmla="*/ 2147483647 w 39"/>
                <a:gd name="T79" fmla="*/ 2147483647 h 50"/>
                <a:gd name="T80" fmla="*/ 2147483647 w 39"/>
                <a:gd name="T81" fmla="*/ 2147483647 h 50"/>
                <a:gd name="T82" fmla="*/ 2147483647 w 39"/>
                <a:gd name="T83" fmla="*/ 2147483647 h 50"/>
                <a:gd name="T84" fmla="*/ 2147483647 w 39"/>
                <a:gd name="T85" fmla="*/ 2147483647 h 50"/>
                <a:gd name="T86" fmla="*/ 2147483647 w 39"/>
                <a:gd name="T87" fmla="*/ 2147483647 h 50"/>
                <a:gd name="T88" fmla="*/ 2147483647 w 39"/>
                <a:gd name="T89" fmla="*/ 2147483647 h 50"/>
                <a:gd name="T90" fmla="*/ 2147483647 w 39"/>
                <a:gd name="T91" fmla="*/ 2147483647 h 50"/>
                <a:gd name="T92" fmla="*/ 2147483647 w 39"/>
                <a:gd name="T93" fmla="*/ 2147483647 h 50"/>
                <a:gd name="T94" fmla="*/ 2147483647 w 39"/>
                <a:gd name="T95" fmla="*/ 2147483647 h 50"/>
                <a:gd name="T96" fmla="*/ 2147483647 w 39"/>
                <a:gd name="T97" fmla="*/ 2147483647 h 50"/>
                <a:gd name="T98" fmla="*/ 2147483647 w 39"/>
                <a:gd name="T99" fmla="*/ 2147483647 h 50"/>
                <a:gd name="T100" fmla="*/ 2147483647 w 39"/>
                <a:gd name="T101" fmla="*/ 2147483647 h 50"/>
                <a:gd name="T102" fmla="*/ 2147483647 w 39"/>
                <a:gd name="T103" fmla="*/ 2147483647 h 50"/>
                <a:gd name="T104" fmla="*/ 2147483647 w 39"/>
                <a:gd name="T105" fmla="*/ 2147483647 h 50"/>
                <a:gd name="T106" fmla="*/ 2147483647 w 39"/>
                <a:gd name="T107" fmla="*/ 2147483647 h 50"/>
                <a:gd name="T108" fmla="*/ 2147483647 w 39"/>
                <a:gd name="T109" fmla="*/ 2147483647 h 50"/>
                <a:gd name="T110" fmla="*/ 2147483647 w 39"/>
                <a:gd name="T111" fmla="*/ 2147483647 h 50"/>
                <a:gd name="T112" fmla="*/ 2147483647 w 39"/>
                <a:gd name="T113" fmla="*/ 2147483647 h 50"/>
                <a:gd name="T114" fmla="*/ 2147483647 w 39"/>
                <a:gd name="T115" fmla="*/ 2147483647 h 50"/>
                <a:gd name="T116" fmla="*/ 2147483647 w 39"/>
                <a:gd name="T117" fmla="*/ 2147483647 h 50"/>
                <a:gd name="T118" fmla="*/ 0 w 39"/>
                <a:gd name="T119" fmla="*/ 2147483647 h 50"/>
                <a:gd name="T120" fmla="*/ 0 w 39"/>
                <a:gd name="T121" fmla="*/ 2147483647 h 50"/>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39"/>
                <a:gd name="T184" fmla="*/ 0 h 50"/>
                <a:gd name="T185" fmla="*/ 39 w 39"/>
                <a:gd name="T186" fmla="*/ 50 h 50"/>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39" h="50">
                  <a:moveTo>
                    <a:pt x="0" y="18"/>
                  </a:moveTo>
                  <a:lnTo>
                    <a:pt x="0" y="17"/>
                  </a:lnTo>
                  <a:lnTo>
                    <a:pt x="0" y="16"/>
                  </a:lnTo>
                  <a:lnTo>
                    <a:pt x="0" y="15"/>
                  </a:lnTo>
                  <a:lnTo>
                    <a:pt x="1" y="15"/>
                  </a:lnTo>
                  <a:lnTo>
                    <a:pt x="1" y="13"/>
                  </a:lnTo>
                  <a:lnTo>
                    <a:pt x="2" y="13"/>
                  </a:lnTo>
                  <a:lnTo>
                    <a:pt x="2" y="12"/>
                  </a:lnTo>
                  <a:lnTo>
                    <a:pt x="2" y="11"/>
                  </a:lnTo>
                  <a:lnTo>
                    <a:pt x="3" y="10"/>
                  </a:lnTo>
                  <a:lnTo>
                    <a:pt x="3" y="9"/>
                  </a:lnTo>
                  <a:lnTo>
                    <a:pt x="4" y="8"/>
                  </a:lnTo>
                  <a:lnTo>
                    <a:pt x="5" y="6"/>
                  </a:lnTo>
                  <a:lnTo>
                    <a:pt x="6" y="5"/>
                  </a:lnTo>
                  <a:lnTo>
                    <a:pt x="7" y="4"/>
                  </a:lnTo>
                  <a:lnTo>
                    <a:pt x="8" y="4"/>
                  </a:lnTo>
                  <a:lnTo>
                    <a:pt x="9" y="3"/>
                  </a:lnTo>
                  <a:lnTo>
                    <a:pt x="10" y="2"/>
                  </a:lnTo>
                  <a:lnTo>
                    <a:pt x="11" y="2"/>
                  </a:lnTo>
                  <a:lnTo>
                    <a:pt x="11" y="1"/>
                  </a:lnTo>
                  <a:lnTo>
                    <a:pt x="12" y="0"/>
                  </a:lnTo>
                  <a:lnTo>
                    <a:pt x="13" y="0"/>
                  </a:lnTo>
                  <a:lnTo>
                    <a:pt x="14" y="0"/>
                  </a:lnTo>
                  <a:lnTo>
                    <a:pt x="15" y="0"/>
                  </a:lnTo>
                  <a:lnTo>
                    <a:pt x="16" y="0"/>
                  </a:lnTo>
                  <a:lnTo>
                    <a:pt x="17" y="0"/>
                  </a:lnTo>
                  <a:lnTo>
                    <a:pt x="18" y="0"/>
                  </a:lnTo>
                  <a:lnTo>
                    <a:pt x="19" y="0"/>
                  </a:lnTo>
                  <a:lnTo>
                    <a:pt x="20" y="0"/>
                  </a:lnTo>
                  <a:lnTo>
                    <a:pt x="22" y="0"/>
                  </a:lnTo>
                  <a:lnTo>
                    <a:pt x="23" y="0"/>
                  </a:lnTo>
                  <a:lnTo>
                    <a:pt x="24" y="0"/>
                  </a:lnTo>
                  <a:lnTo>
                    <a:pt x="25" y="0"/>
                  </a:lnTo>
                  <a:lnTo>
                    <a:pt x="27" y="0"/>
                  </a:lnTo>
                  <a:lnTo>
                    <a:pt x="27" y="1"/>
                  </a:lnTo>
                  <a:lnTo>
                    <a:pt x="28" y="2"/>
                  </a:lnTo>
                  <a:lnTo>
                    <a:pt x="29" y="2"/>
                  </a:lnTo>
                  <a:lnTo>
                    <a:pt x="30" y="3"/>
                  </a:lnTo>
                  <a:lnTo>
                    <a:pt x="31" y="3"/>
                  </a:lnTo>
                  <a:lnTo>
                    <a:pt x="31" y="4"/>
                  </a:lnTo>
                  <a:lnTo>
                    <a:pt x="32" y="4"/>
                  </a:lnTo>
                  <a:lnTo>
                    <a:pt x="33" y="4"/>
                  </a:lnTo>
                  <a:lnTo>
                    <a:pt x="33" y="5"/>
                  </a:lnTo>
                  <a:lnTo>
                    <a:pt x="33" y="6"/>
                  </a:lnTo>
                  <a:lnTo>
                    <a:pt x="34" y="6"/>
                  </a:lnTo>
                  <a:lnTo>
                    <a:pt x="34" y="7"/>
                  </a:lnTo>
                  <a:lnTo>
                    <a:pt x="35" y="7"/>
                  </a:lnTo>
                  <a:lnTo>
                    <a:pt x="36" y="8"/>
                  </a:lnTo>
                  <a:lnTo>
                    <a:pt x="36" y="9"/>
                  </a:lnTo>
                  <a:lnTo>
                    <a:pt x="36" y="10"/>
                  </a:lnTo>
                  <a:lnTo>
                    <a:pt x="37" y="10"/>
                  </a:lnTo>
                  <a:lnTo>
                    <a:pt x="37" y="11"/>
                  </a:lnTo>
                  <a:lnTo>
                    <a:pt x="38" y="11"/>
                  </a:lnTo>
                  <a:lnTo>
                    <a:pt x="38" y="12"/>
                  </a:lnTo>
                  <a:lnTo>
                    <a:pt x="38" y="13"/>
                  </a:lnTo>
                  <a:lnTo>
                    <a:pt x="38" y="15"/>
                  </a:lnTo>
                  <a:lnTo>
                    <a:pt x="38" y="16"/>
                  </a:lnTo>
                  <a:lnTo>
                    <a:pt x="39" y="18"/>
                  </a:lnTo>
                  <a:lnTo>
                    <a:pt x="39" y="50"/>
                  </a:lnTo>
                  <a:lnTo>
                    <a:pt x="0" y="50"/>
                  </a:lnTo>
                  <a:lnTo>
                    <a:pt x="0" y="18"/>
                  </a:lnTo>
                  <a:close/>
                </a:path>
              </a:pathLst>
            </a:custGeom>
            <a:solidFill>
              <a:srgbClr val="8080FF"/>
            </a:solidFill>
            <a:ln w="12700">
              <a:solidFill>
                <a:srgbClr val="000000"/>
              </a:solidFill>
              <a:prstDash val="solid"/>
              <a:round/>
              <a:headEnd/>
              <a:tailEnd/>
            </a:ln>
          </p:spPr>
          <p:txBody>
            <a:bodyPr/>
            <a:lstStyle/>
            <a:p>
              <a:endParaRPr lang="nl-BE"/>
            </a:p>
          </p:txBody>
        </p:sp>
        <p:sp>
          <p:nvSpPr>
            <p:cNvPr id="12682" name="Rectangle 12"/>
            <p:cNvSpPr>
              <a:spLocks noChangeArrowheads="1"/>
            </p:cNvSpPr>
            <p:nvPr/>
          </p:nvSpPr>
          <p:spPr bwMode="auto">
            <a:xfrm>
              <a:off x="4462463" y="3530600"/>
              <a:ext cx="60325" cy="55563"/>
            </a:xfrm>
            <a:prstGeom prst="rect">
              <a:avLst/>
            </a:prstGeom>
            <a:solidFill>
              <a:srgbClr val="004000"/>
            </a:solidFill>
            <a:ln w="9525">
              <a:noFill/>
              <a:miter lim="800000"/>
              <a:headEnd/>
              <a:tailEnd/>
            </a:ln>
          </p:spPr>
          <p:txBody>
            <a:bodyPr/>
            <a:lstStyle/>
            <a:p>
              <a:pPr algn="ctr" eaLnBrk="0" hangingPunct="0"/>
              <a:endParaRPr lang="nl-BE"/>
            </a:p>
          </p:txBody>
        </p:sp>
        <p:sp>
          <p:nvSpPr>
            <p:cNvPr id="12683" name="Freeform 13"/>
            <p:cNvSpPr>
              <a:spLocks/>
            </p:cNvSpPr>
            <p:nvPr/>
          </p:nvSpPr>
          <p:spPr bwMode="auto">
            <a:xfrm>
              <a:off x="4464050" y="3509963"/>
              <a:ext cx="61913" cy="79375"/>
            </a:xfrm>
            <a:custGeom>
              <a:avLst/>
              <a:gdLst>
                <a:gd name="T0" fmla="*/ 0 w 39"/>
                <a:gd name="T1" fmla="*/ 2147483647 h 50"/>
                <a:gd name="T2" fmla="*/ 0 w 39"/>
                <a:gd name="T3" fmla="*/ 2147483647 h 50"/>
                <a:gd name="T4" fmla="*/ 0 w 39"/>
                <a:gd name="T5" fmla="*/ 2147483647 h 50"/>
                <a:gd name="T6" fmla="*/ 0 w 39"/>
                <a:gd name="T7" fmla="*/ 2147483647 h 50"/>
                <a:gd name="T8" fmla="*/ 2147483647 w 39"/>
                <a:gd name="T9" fmla="*/ 2147483647 h 50"/>
                <a:gd name="T10" fmla="*/ 2147483647 w 39"/>
                <a:gd name="T11" fmla="*/ 2147483647 h 50"/>
                <a:gd name="T12" fmla="*/ 2147483647 w 39"/>
                <a:gd name="T13" fmla="*/ 2147483647 h 50"/>
                <a:gd name="T14" fmla="*/ 2147483647 w 39"/>
                <a:gd name="T15" fmla="*/ 2147483647 h 50"/>
                <a:gd name="T16" fmla="*/ 2147483647 w 39"/>
                <a:gd name="T17" fmla="*/ 2147483647 h 50"/>
                <a:gd name="T18" fmla="*/ 2147483647 w 39"/>
                <a:gd name="T19" fmla="*/ 2147483647 h 50"/>
                <a:gd name="T20" fmla="*/ 2147483647 w 39"/>
                <a:gd name="T21" fmla="*/ 2147483647 h 50"/>
                <a:gd name="T22" fmla="*/ 2147483647 w 39"/>
                <a:gd name="T23" fmla="*/ 2147483647 h 50"/>
                <a:gd name="T24" fmla="*/ 2147483647 w 39"/>
                <a:gd name="T25" fmla="*/ 2147483647 h 50"/>
                <a:gd name="T26" fmla="*/ 2147483647 w 39"/>
                <a:gd name="T27" fmla="*/ 2147483647 h 50"/>
                <a:gd name="T28" fmla="*/ 2147483647 w 39"/>
                <a:gd name="T29" fmla="*/ 2147483647 h 50"/>
                <a:gd name="T30" fmla="*/ 2147483647 w 39"/>
                <a:gd name="T31" fmla="*/ 2147483647 h 50"/>
                <a:gd name="T32" fmla="*/ 2147483647 w 39"/>
                <a:gd name="T33" fmla="*/ 2147483647 h 50"/>
                <a:gd name="T34" fmla="*/ 2147483647 w 39"/>
                <a:gd name="T35" fmla="*/ 2147483647 h 50"/>
                <a:gd name="T36" fmla="*/ 2147483647 w 39"/>
                <a:gd name="T37" fmla="*/ 2147483647 h 50"/>
                <a:gd name="T38" fmla="*/ 2147483647 w 39"/>
                <a:gd name="T39" fmla="*/ 2147483647 h 50"/>
                <a:gd name="T40" fmla="*/ 2147483647 w 39"/>
                <a:gd name="T41" fmla="*/ 0 h 50"/>
                <a:gd name="T42" fmla="*/ 2147483647 w 39"/>
                <a:gd name="T43" fmla="*/ 0 h 50"/>
                <a:gd name="T44" fmla="*/ 2147483647 w 39"/>
                <a:gd name="T45" fmla="*/ 0 h 50"/>
                <a:gd name="T46" fmla="*/ 2147483647 w 39"/>
                <a:gd name="T47" fmla="*/ 0 h 50"/>
                <a:gd name="T48" fmla="*/ 2147483647 w 39"/>
                <a:gd name="T49" fmla="*/ 0 h 50"/>
                <a:gd name="T50" fmla="*/ 2147483647 w 39"/>
                <a:gd name="T51" fmla="*/ 0 h 50"/>
                <a:gd name="T52" fmla="*/ 2147483647 w 39"/>
                <a:gd name="T53" fmla="*/ 0 h 50"/>
                <a:gd name="T54" fmla="*/ 2147483647 w 39"/>
                <a:gd name="T55" fmla="*/ 0 h 50"/>
                <a:gd name="T56" fmla="*/ 2147483647 w 39"/>
                <a:gd name="T57" fmla="*/ 0 h 50"/>
                <a:gd name="T58" fmla="*/ 2147483647 w 39"/>
                <a:gd name="T59" fmla="*/ 0 h 50"/>
                <a:gd name="T60" fmla="*/ 2147483647 w 39"/>
                <a:gd name="T61" fmla="*/ 0 h 50"/>
                <a:gd name="T62" fmla="*/ 2147483647 w 39"/>
                <a:gd name="T63" fmla="*/ 0 h 50"/>
                <a:gd name="T64" fmla="*/ 2147483647 w 39"/>
                <a:gd name="T65" fmla="*/ 0 h 50"/>
                <a:gd name="T66" fmla="*/ 2147483647 w 39"/>
                <a:gd name="T67" fmla="*/ 0 h 50"/>
                <a:gd name="T68" fmla="*/ 2147483647 w 39"/>
                <a:gd name="T69" fmla="*/ 2147483647 h 50"/>
                <a:gd name="T70" fmla="*/ 2147483647 w 39"/>
                <a:gd name="T71" fmla="*/ 2147483647 h 50"/>
                <a:gd name="T72" fmla="*/ 2147483647 w 39"/>
                <a:gd name="T73" fmla="*/ 2147483647 h 50"/>
                <a:gd name="T74" fmla="*/ 2147483647 w 39"/>
                <a:gd name="T75" fmla="*/ 2147483647 h 50"/>
                <a:gd name="T76" fmla="*/ 2147483647 w 39"/>
                <a:gd name="T77" fmla="*/ 2147483647 h 50"/>
                <a:gd name="T78" fmla="*/ 2147483647 w 39"/>
                <a:gd name="T79" fmla="*/ 2147483647 h 50"/>
                <a:gd name="T80" fmla="*/ 2147483647 w 39"/>
                <a:gd name="T81" fmla="*/ 2147483647 h 50"/>
                <a:gd name="T82" fmla="*/ 2147483647 w 39"/>
                <a:gd name="T83" fmla="*/ 2147483647 h 50"/>
                <a:gd name="T84" fmla="*/ 2147483647 w 39"/>
                <a:gd name="T85" fmla="*/ 2147483647 h 50"/>
                <a:gd name="T86" fmla="*/ 2147483647 w 39"/>
                <a:gd name="T87" fmla="*/ 2147483647 h 50"/>
                <a:gd name="T88" fmla="*/ 2147483647 w 39"/>
                <a:gd name="T89" fmla="*/ 2147483647 h 50"/>
                <a:gd name="T90" fmla="*/ 2147483647 w 39"/>
                <a:gd name="T91" fmla="*/ 2147483647 h 50"/>
                <a:gd name="T92" fmla="*/ 2147483647 w 39"/>
                <a:gd name="T93" fmla="*/ 2147483647 h 50"/>
                <a:gd name="T94" fmla="*/ 2147483647 w 39"/>
                <a:gd name="T95" fmla="*/ 2147483647 h 50"/>
                <a:gd name="T96" fmla="*/ 2147483647 w 39"/>
                <a:gd name="T97" fmla="*/ 2147483647 h 50"/>
                <a:gd name="T98" fmla="*/ 2147483647 w 39"/>
                <a:gd name="T99" fmla="*/ 2147483647 h 50"/>
                <a:gd name="T100" fmla="*/ 2147483647 w 39"/>
                <a:gd name="T101" fmla="*/ 2147483647 h 50"/>
                <a:gd name="T102" fmla="*/ 2147483647 w 39"/>
                <a:gd name="T103" fmla="*/ 2147483647 h 50"/>
                <a:gd name="T104" fmla="*/ 2147483647 w 39"/>
                <a:gd name="T105" fmla="*/ 2147483647 h 50"/>
                <a:gd name="T106" fmla="*/ 2147483647 w 39"/>
                <a:gd name="T107" fmla="*/ 2147483647 h 50"/>
                <a:gd name="T108" fmla="*/ 2147483647 w 39"/>
                <a:gd name="T109" fmla="*/ 2147483647 h 50"/>
                <a:gd name="T110" fmla="*/ 2147483647 w 39"/>
                <a:gd name="T111" fmla="*/ 2147483647 h 50"/>
                <a:gd name="T112" fmla="*/ 2147483647 w 39"/>
                <a:gd name="T113" fmla="*/ 2147483647 h 50"/>
                <a:gd name="T114" fmla="*/ 2147483647 w 39"/>
                <a:gd name="T115" fmla="*/ 2147483647 h 50"/>
                <a:gd name="T116" fmla="*/ 2147483647 w 39"/>
                <a:gd name="T117" fmla="*/ 2147483647 h 50"/>
                <a:gd name="T118" fmla="*/ 0 w 39"/>
                <a:gd name="T119" fmla="*/ 2147483647 h 50"/>
                <a:gd name="T120" fmla="*/ 0 w 39"/>
                <a:gd name="T121" fmla="*/ 2147483647 h 50"/>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39"/>
                <a:gd name="T184" fmla="*/ 0 h 50"/>
                <a:gd name="T185" fmla="*/ 39 w 39"/>
                <a:gd name="T186" fmla="*/ 50 h 50"/>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39" h="50">
                  <a:moveTo>
                    <a:pt x="0" y="18"/>
                  </a:moveTo>
                  <a:lnTo>
                    <a:pt x="0" y="17"/>
                  </a:lnTo>
                  <a:lnTo>
                    <a:pt x="0" y="16"/>
                  </a:lnTo>
                  <a:lnTo>
                    <a:pt x="0" y="15"/>
                  </a:lnTo>
                  <a:lnTo>
                    <a:pt x="1" y="15"/>
                  </a:lnTo>
                  <a:lnTo>
                    <a:pt x="1" y="13"/>
                  </a:lnTo>
                  <a:lnTo>
                    <a:pt x="2" y="13"/>
                  </a:lnTo>
                  <a:lnTo>
                    <a:pt x="2" y="12"/>
                  </a:lnTo>
                  <a:lnTo>
                    <a:pt x="2" y="11"/>
                  </a:lnTo>
                  <a:lnTo>
                    <a:pt x="3" y="10"/>
                  </a:lnTo>
                  <a:lnTo>
                    <a:pt x="3" y="9"/>
                  </a:lnTo>
                  <a:lnTo>
                    <a:pt x="4" y="8"/>
                  </a:lnTo>
                  <a:lnTo>
                    <a:pt x="5" y="6"/>
                  </a:lnTo>
                  <a:lnTo>
                    <a:pt x="6" y="5"/>
                  </a:lnTo>
                  <a:lnTo>
                    <a:pt x="7" y="4"/>
                  </a:lnTo>
                  <a:lnTo>
                    <a:pt x="8" y="4"/>
                  </a:lnTo>
                  <a:lnTo>
                    <a:pt x="9" y="3"/>
                  </a:lnTo>
                  <a:lnTo>
                    <a:pt x="10" y="2"/>
                  </a:lnTo>
                  <a:lnTo>
                    <a:pt x="11" y="2"/>
                  </a:lnTo>
                  <a:lnTo>
                    <a:pt x="11" y="1"/>
                  </a:lnTo>
                  <a:lnTo>
                    <a:pt x="12" y="0"/>
                  </a:lnTo>
                  <a:lnTo>
                    <a:pt x="13" y="0"/>
                  </a:lnTo>
                  <a:lnTo>
                    <a:pt x="14" y="0"/>
                  </a:lnTo>
                  <a:lnTo>
                    <a:pt x="15" y="0"/>
                  </a:lnTo>
                  <a:lnTo>
                    <a:pt x="16" y="0"/>
                  </a:lnTo>
                  <a:lnTo>
                    <a:pt x="17" y="0"/>
                  </a:lnTo>
                  <a:lnTo>
                    <a:pt x="18" y="0"/>
                  </a:lnTo>
                  <a:lnTo>
                    <a:pt x="19" y="0"/>
                  </a:lnTo>
                  <a:lnTo>
                    <a:pt x="20" y="0"/>
                  </a:lnTo>
                  <a:lnTo>
                    <a:pt x="22" y="0"/>
                  </a:lnTo>
                  <a:lnTo>
                    <a:pt x="23" y="0"/>
                  </a:lnTo>
                  <a:lnTo>
                    <a:pt x="24" y="0"/>
                  </a:lnTo>
                  <a:lnTo>
                    <a:pt x="25" y="0"/>
                  </a:lnTo>
                  <a:lnTo>
                    <a:pt x="27" y="0"/>
                  </a:lnTo>
                  <a:lnTo>
                    <a:pt x="27" y="1"/>
                  </a:lnTo>
                  <a:lnTo>
                    <a:pt x="28" y="2"/>
                  </a:lnTo>
                  <a:lnTo>
                    <a:pt x="29" y="2"/>
                  </a:lnTo>
                  <a:lnTo>
                    <a:pt x="30" y="3"/>
                  </a:lnTo>
                  <a:lnTo>
                    <a:pt x="31" y="3"/>
                  </a:lnTo>
                  <a:lnTo>
                    <a:pt x="31" y="4"/>
                  </a:lnTo>
                  <a:lnTo>
                    <a:pt x="32" y="4"/>
                  </a:lnTo>
                  <a:lnTo>
                    <a:pt x="33" y="4"/>
                  </a:lnTo>
                  <a:lnTo>
                    <a:pt x="33" y="5"/>
                  </a:lnTo>
                  <a:lnTo>
                    <a:pt x="33" y="6"/>
                  </a:lnTo>
                  <a:lnTo>
                    <a:pt x="34" y="6"/>
                  </a:lnTo>
                  <a:lnTo>
                    <a:pt x="34" y="7"/>
                  </a:lnTo>
                  <a:lnTo>
                    <a:pt x="35" y="7"/>
                  </a:lnTo>
                  <a:lnTo>
                    <a:pt x="36" y="8"/>
                  </a:lnTo>
                  <a:lnTo>
                    <a:pt x="36" y="9"/>
                  </a:lnTo>
                  <a:lnTo>
                    <a:pt x="36" y="10"/>
                  </a:lnTo>
                  <a:lnTo>
                    <a:pt x="37" y="10"/>
                  </a:lnTo>
                  <a:lnTo>
                    <a:pt x="37" y="11"/>
                  </a:lnTo>
                  <a:lnTo>
                    <a:pt x="38" y="11"/>
                  </a:lnTo>
                  <a:lnTo>
                    <a:pt x="38" y="12"/>
                  </a:lnTo>
                  <a:lnTo>
                    <a:pt x="38" y="13"/>
                  </a:lnTo>
                  <a:lnTo>
                    <a:pt x="38" y="15"/>
                  </a:lnTo>
                  <a:lnTo>
                    <a:pt x="38" y="16"/>
                  </a:lnTo>
                  <a:lnTo>
                    <a:pt x="39" y="18"/>
                  </a:lnTo>
                  <a:lnTo>
                    <a:pt x="39" y="50"/>
                  </a:lnTo>
                  <a:lnTo>
                    <a:pt x="0" y="50"/>
                  </a:lnTo>
                  <a:lnTo>
                    <a:pt x="0" y="18"/>
                  </a:lnTo>
                </a:path>
              </a:pathLst>
            </a:custGeom>
            <a:noFill/>
            <a:ln w="12700">
              <a:solidFill>
                <a:srgbClr val="000000"/>
              </a:solidFill>
              <a:prstDash val="solid"/>
              <a:round/>
              <a:headEnd/>
              <a:tailEnd/>
            </a:ln>
          </p:spPr>
          <p:txBody>
            <a:bodyPr/>
            <a:lstStyle/>
            <a:p>
              <a:endParaRPr lang="nl-BE"/>
            </a:p>
          </p:txBody>
        </p:sp>
        <p:sp>
          <p:nvSpPr>
            <p:cNvPr id="12684" name="Freeform 14"/>
            <p:cNvSpPr>
              <a:spLocks/>
            </p:cNvSpPr>
            <p:nvPr/>
          </p:nvSpPr>
          <p:spPr bwMode="auto">
            <a:xfrm>
              <a:off x="4464050" y="3509963"/>
              <a:ext cx="61913" cy="79375"/>
            </a:xfrm>
            <a:custGeom>
              <a:avLst/>
              <a:gdLst>
                <a:gd name="T0" fmla="*/ 0 w 39"/>
                <a:gd name="T1" fmla="*/ 2147483647 h 50"/>
                <a:gd name="T2" fmla="*/ 0 w 39"/>
                <a:gd name="T3" fmla="*/ 2147483647 h 50"/>
                <a:gd name="T4" fmla="*/ 0 w 39"/>
                <a:gd name="T5" fmla="*/ 2147483647 h 50"/>
                <a:gd name="T6" fmla="*/ 0 w 39"/>
                <a:gd name="T7" fmla="*/ 2147483647 h 50"/>
                <a:gd name="T8" fmla="*/ 2147483647 w 39"/>
                <a:gd name="T9" fmla="*/ 2147483647 h 50"/>
                <a:gd name="T10" fmla="*/ 2147483647 w 39"/>
                <a:gd name="T11" fmla="*/ 2147483647 h 50"/>
                <a:gd name="T12" fmla="*/ 2147483647 w 39"/>
                <a:gd name="T13" fmla="*/ 2147483647 h 50"/>
                <a:gd name="T14" fmla="*/ 2147483647 w 39"/>
                <a:gd name="T15" fmla="*/ 2147483647 h 50"/>
                <a:gd name="T16" fmla="*/ 2147483647 w 39"/>
                <a:gd name="T17" fmla="*/ 2147483647 h 50"/>
                <a:gd name="T18" fmla="*/ 2147483647 w 39"/>
                <a:gd name="T19" fmla="*/ 2147483647 h 50"/>
                <a:gd name="T20" fmla="*/ 2147483647 w 39"/>
                <a:gd name="T21" fmla="*/ 2147483647 h 50"/>
                <a:gd name="T22" fmla="*/ 2147483647 w 39"/>
                <a:gd name="T23" fmla="*/ 2147483647 h 50"/>
                <a:gd name="T24" fmla="*/ 2147483647 w 39"/>
                <a:gd name="T25" fmla="*/ 2147483647 h 50"/>
                <a:gd name="T26" fmla="*/ 2147483647 w 39"/>
                <a:gd name="T27" fmla="*/ 2147483647 h 50"/>
                <a:gd name="T28" fmla="*/ 2147483647 w 39"/>
                <a:gd name="T29" fmla="*/ 2147483647 h 50"/>
                <a:gd name="T30" fmla="*/ 2147483647 w 39"/>
                <a:gd name="T31" fmla="*/ 2147483647 h 50"/>
                <a:gd name="T32" fmla="*/ 2147483647 w 39"/>
                <a:gd name="T33" fmla="*/ 2147483647 h 50"/>
                <a:gd name="T34" fmla="*/ 2147483647 w 39"/>
                <a:gd name="T35" fmla="*/ 2147483647 h 50"/>
                <a:gd name="T36" fmla="*/ 2147483647 w 39"/>
                <a:gd name="T37" fmla="*/ 2147483647 h 50"/>
                <a:gd name="T38" fmla="*/ 2147483647 w 39"/>
                <a:gd name="T39" fmla="*/ 2147483647 h 50"/>
                <a:gd name="T40" fmla="*/ 2147483647 w 39"/>
                <a:gd name="T41" fmla="*/ 0 h 50"/>
                <a:gd name="T42" fmla="*/ 2147483647 w 39"/>
                <a:gd name="T43" fmla="*/ 0 h 50"/>
                <a:gd name="T44" fmla="*/ 2147483647 w 39"/>
                <a:gd name="T45" fmla="*/ 0 h 50"/>
                <a:gd name="T46" fmla="*/ 2147483647 w 39"/>
                <a:gd name="T47" fmla="*/ 0 h 50"/>
                <a:gd name="T48" fmla="*/ 2147483647 w 39"/>
                <a:gd name="T49" fmla="*/ 0 h 50"/>
                <a:gd name="T50" fmla="*/ 2147483647 w 39"/>
                <a:gd name="T51" fmla="*/ 0 h 50"/>
                <a:gd name="T52" fmla="*/ 2147483647 w 39"/>
                <a:gd name="T53" fmla="*/ 0 h 50"/>
                <a:gd name="T54" fmla="*/ 2147483647 w 39"/>
                <a:gd name="T55" fmla="*/ 0 h 50"/>
                <a:gd name="T56" fmla="*/ 2147483647 w 39"/>
                <a:gd name="T57" fmla="*/ 0 h 50"/>
                <a:gd name="T58" fmla="*/ 2147483647 w 39"/>
                <a:gd name="T59" fmla="*/ 0 h 50"/>
                <a:gd name="T60" fmla="*/ 2147483647 w 39"/>
                <a:gd name="T61" fmla="*/ 0 h 50"/>
                <a:gd name="T62" fmla="*/ 2147483647 w 39"/>
                <a:gd name="T63" fmla="*/ 0 h 50"/>
                <a:gd name="T64" fmla="*/ 2147483647 w 39"/>
                <a:gd name="T65" fmla="*/ 0 h 50"/>
                <a:gd name="T66" fmla="*/ 2147483647 w 39"/>
                <a:gd name="T67" fmla="*/ 0 h 50"/>
                <a:gd name="T68" fmla="*/ 2147483647 w 39"/>
                <a:gd name="T69" fmla="*/ 2147483647 h 50"/>
                <a:gd name="T70" fmla="*/ 2147483647 w 39"/>
                <a:gd name="T71" fmla="*/ 2147483647 h 50"/>
                <a:gd name="T72" fmla="*/ 2147483647 w 39"/>
                <a:gd name="T73" fmla="*/ 2147483647 h 50"/>
                <a:gd name="T74" fmla="*/ 2147483647 w 39"/>
                <a:gd name="T75" fmla="*/ 2147483647 h 50"/>
                <a:gd name="T76" fmla="*/ 2147483647 w 39"/>
                <a:gd name="T77" fmla="*/ 2147483647 h 50"/>
                <a:gd name="T78" fmla="*/ 2147483647 w 39"/>
                <a:gd name="T79" fmla="*/ 2147483647 h 50"/>
                <a:gd name="T80" fmla="*/ 2147483647 w 39"/>
                <a:gd name="T81" fmla="*/ 2147483647 h 50"/>
                <a:gd name="T82" fmla="*/ 2147483647 w 39"/>
                <a:gd name="T83" fmla="*/ 2147483647 h 50"/>
                <a:gd name="T84" fmla="*/ 2147483647 w 39"/>
                <a:gd name="T85" fmla="*/ 2147483647 h 50"/>
                <a:gd name="T86" fmla="*/ 2147483647 w 39"/>
                <a:gd name="T87" fmla="*/ 2147483647 h 50"/>
                <a:gd name="T88" fmla="*/ 2147483647 w 39"/>
                <a:gd name="T89" fmla="*/ 2147483647 h 50"/>
                <a:gd name="T90" fmla="*/ 2147483647 w 39"/>
                <a:gd name="T91" fmla="*/ 2147483647 h 50"/>
                <a:gd name="T92" fmla="*/ 2147483647 w 39"/>
                <a:gd name="T93" fmla="*/ 2147483647 h 50"/>
                <a:gd name="T94" fmla="*/ 2147483647 w 39"/>
                <a:gd name="T95" fmla="*/ 2147483647 h 50"/>
                <a:gd name="T96" fmla="*/ 2147483647 w 39"/>
                <a:gd name="T97" fmla="*/ 2147483647 h 50"/>
                <a:gd name="T98" fmla="*/ 2147483647 w 39"/>
                <a:gd name="T99" fmla="*/ 2147483647 h 50"/>
                <a:gd name="T100" fmla="*/ 2147483647 w 39"/>
                <a:gd name="T101" fmla="*/ 2147483647 h 50"/>
                <a:gd name="T102" fmla="*/ 2147483647 w 39"/>
                <a:gd name="T103" fmla="*/ 2147483647 h 50"/>
                <a:gd name="T104" fmla="*/ 2147483647 w 39"/>
                <a:gd name="T105" fmla="*/ 2147483647 h 50"/>
                <a:gd name="T106" fmla="*/ 2147483647 w 39"/>
                <a:gd name="T107" fmla="*/ 2147483647 h 50"/>
                <a:gd name="T108" fmla="*/ 2147483647 w 39"/>
                <a:gd name="T109" fmla="*/ 2147483647 h 50"/>
                <a:gd name="T110" fmla="*/ 2147483647 w 39"/>
                <a:gd name="T111" fmla="*/ 2147483647 h 50"/>
                <a:gd name="T112" fmla="*/ 2147483647 w 39"/>
                <a:gd name="T113" fmla="*/ 2147483647 h 50"/>
                <a:gd name="T114" fmla="*/ 2147483647 w 39"/>
                <a:gd name="T115" fmla="*/ 2147483647 h 50"/>
                <a:gd name="T116" fmla="*/ 2147483647 w 39"/>
                <a:gd name="T117" fmla="*/ 2147483647 h 50"/>
                <a:gd name="T118" fmla="*/ 0 w 39"/>
                <a:gd name="T119" fmla="*/ 2147483647 h 50"/>
                <a:gd name="T120" fmla="*/ 0 w 39"/>
                <a:gd name="T121" fmla="*/ 2147483647 h 50"/>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39"/>
                <a:gd name="T184" fmla="*/ 0 h 50"/>
                <a:gd name="T185" fmla="*/ 39 w 39"/>
                <a:gd name="T186" fmla="*/ 50 h 50"/>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39" h="50">
                  <a:moveTo>
                    <a:pt x="0" y="18"/>
                  </a:moveTo>
                  <a:lnTo>
                    <a:pt x="0" y="17"/>
                  </a:lnTo>
                  <a:lnTo>
                    <a:pt x="0" y="16"/>
                  </a:lnTo>
                  <a:lnTo>
                    <a:pt x="0" y="15"/>
                  </a:lnTo>
                  <a:lnTo>
                    <a:pt x="1" y="15"/>
                  </a:lnTo>
                  <a:lnTo>
                    <a:pt x="1" y="13"/>
                  </a:lnTo>
                  <a:lnTo>
                    <a:pt x="2" y="13"/>
                  </a:lnTo>
                  <a:lnTo>
                    <a:pt x="2" y="12"/>
                  </a:lnTo>
                  <a:lnTo>
                    <a:pt x="2" y="11"/>
                  </a:lnTo>
                  <a:lnTo>
                    <a:pt x="3" y="10"/>
                  </a:lnTo>
                  <a:lnTo>
                    <a:pt x="3" y="9"/>
                  </a:lnTo>
                  <a:lnTo>
                    <a:pt x="4" y="8"/>
                  </a:lnTo>
                  <a:lnTo>
                    <a:pt x="5" y="6"/>
                  </a:lnTo>
                  <a:lnTo>
                    <a:pt x="6" y="5"/>
                  </a:lnTo>
                  <a:lnTo>
                    <a:pt x="7" y="4"/>
                  </a:lnTo>
                  <a:lnTo>
                    <a:pt x="8" y="4"/>
                  </a:lnTo>
                  <a:lnTo>
                    <a:pt x="9" y="3"/>
                  </a:lnTo>
                  <a:lnTo>
                    <a:pt x="10" y="2"/>
                  </a:lnTo>
                  <a:lnTo>
                    <a:pt x="11" y="2"/>
                  </a:lnTo>
                  <a:lnTo>
                    <a:pt x="11" y="1"/>
                  </a:lnTo>
                  <a:lnTo>
                    <a:pt x="12" y="0"/>
                  </a:lnTo>
                  <a:lnTo>
                    <a:pt x="13" y="0"/>
                  </a:lnTo>
                  <a:lnTo>
                    <a:pt x="14" y="0"/>
                  </a:lnTo>
                  <a:lnTo>
                    <a:pt x="15" y="0"/>
                  </a:lnTo>
                  <a:lnTo>
                    <a:pt x="16" y="0"/>
                  </a:lnTo>
                  <a:lnTo>
                    <a:pt x="17" y="0"/>
                  </a:lnTo>
                  <a:lnTo>
                    <a:pt x="18" y="0"/>
                  </a:lnTo>
                  <a:lnTo>
                    <a:pt x="19" y="0"/>
                  </a:lnTo>
                  <a:lnTo>
                    <a:pt x="20" y="0"/>
                  </a:lnTo>
                  <a:lnTo>
                    <a:pt x="22" y="0"/>
                  </a:lnTo>
                  <a:lnTo>
                    <a:pt x="23" y="0"/>
                  </a:lnTo>
                  <a:lnTo>
                    <a:pt x="24" y="0"/>
                  </a:lnTo>
                  <a:lnTo>
                    <a:pt x="25" y="0"/>
                  </a:lnTo>
                  <a:lnTo>
                    <a:pt x="27" y="0"/>
                  </a:lnTo>
                  <a:lnTo>
                    <a:pt x="27" y="1"/>
                  </a:lnTo>
                  <a:lnTo>
                    <a:pt x="28" y="2"/>
                  </a:lnTo>
                  <a:lnTo>
                    <a:pt x="29" y="2"/>
                  </a:lnTo>
                  <a:lnTo>
                    <a:pt x="30" y="3"/>
                  </a:lnTo>
                  <a:lnTo>
                    <a:pt x="31" y="3"/>
                  </a:lnTo>
                  <a:lnTo>
                    <a:pt x="31" y="4"/>
                  </a:lnTo>
                  <a:lnTo>
                    <a:pt x="32" y="4"/>
                  </a:lnTo>
                  <a:lnTo>
                    <a:pt x="33" y="4"/>
                  </a:lnTo>
                  <a:lnTo>
                    <a:pt x="33" y="5"/>
                  </a:lnTo>
                  <a:lnTo>
                    <a:pt x="33" y="6"/>
                  </a:lnTo>
                  <a:lnTo>
                    <a:pt x="34" y="6"/>
                  </a:lnTo>
                  <a:lnTo>
                    <a:pt x="34" y="7"/>
                  </a:lnTo>
                  <a:lnTo>
                    <a:pt x="35" y="7"/>
                  </a:lnTo>
                  <a:lnTo>
                    <a:pt x="36" y="8"/>
                  </a:lnTo>
                  <a:lnTo>
                    <a:pt x="36" y="9"/>
                  </a:lnTo>
                  <a:lnTo>
                    <a:pt x="36" y="10"/>
                  </a:lnTo>
                  <a:lnTo>
                    <a:pt x="37" y="10"/>
                  </a:lnTo>
                  <a:lnTo>
                    <a:pt x="37" y="11"/>
                  </a:lnTo>
                  <a:lnTo>
                    <a:pt x="38" y="11"/>
                  </a:lnTo>
                  <a:lnTo>
                    <a:pt x="38" y="12"/>
                  </a:lnTo>
                  <a:lnTo>
                    <a:pt x="38" y="13"/>
                  </a:lnTo>
                  <a:lnTo>
                    <a:pt x="38" y="15"/>
                  </a:lnTo>
                  <a:lnTo>
                    <a:pt x="38" y="16"/>
                  </a:lnTo>
                  <a:lnTo>
                    <a:pt x="39" y="18"/>
                  </a:lnTo>
                  <a:lnTo>
                    <a:pt x="39" y="50"/>
                  </a:lnTo>
                  <a:lnTo>
                    <a:pt x="0" y="50"/>
                  </a:lnTo>
                  <a:lnTo>
                    <a:pt x="0" y="18"/>
                  </a:lnTo>
                </a:path>
              </a:pathLst>
            </a:custGeom>
            <a:noFill/>
            <a:ln w="12700">
              <a:solidFill>
                <a:srgbClr val="000000"/>
              </a:solidFill>
              <a:prstDash val="solid"/>
              <a:round/>
              <a:headEnd/>
              <a:tailEnd/>
            </a:ln>
          </p:spPr>
          <p:txBody>
            <a:bodyPr/>
            <a:lstStyle/>
            <a:p>
              <a:endParaRPr lang="nl-BE"/>
            </a:p>
          </p:txBody>
        </p:sp>
        <p:sp>
          <p:nvSpPr>
            <p:cNvPr id="12685" name="Freeform 15"/>
            <p:cNvSpPr>
              <a:spLocks/>
            </p:cNvSpPr>
            <p:nvPr/>
          </p:nvSpPr>
          <p:spPr bwMode="auto">
            <a:xfrm>
              <a:off x="3978275" y="3268663"/>
              <a:ext cx="819150" cy="1049337"/>
            </a:xfrm>
            <a:custGeom>
              <a:avLst/>
              <a:gdLst>
                <a:gd name="T0" fmla="*/ 2147483647 w 516"/>
                <a:gd name="T1" fmla="*/ 2147483647 h 661"/>
                <a:gd name="T2" fmla="*/ 2147483647 w 516"/>
                <a:gd name="T3" fmla="*/ 2147483647 h 661"/>
                <a:gd name="T4" fmla="*/ 2147483647 w 516"/>
                <a:gd name="T5" fmla="*/ 2147483647 h 661"/>
                <a:gd name="T6" fmla="*/ 2147483647 w 516"/>
                <a:gd name="T7" fmla="*/ 2147483647 h 661"/>
                <a:gd name="T8" fmla="*/ 2147483647 w 516"/>
                <a:gd name="T9" fmla="*/ 2147483647 h 661"/>
                <a:gd name="T10" fmla="*/ 2147483647 w 516"/>
                <a:gd name="T11" fmla="*/ 2147483647 h 661"/>
                <a:gd name="T12" fmla="*/ 2147483647 w 516"/>
                <a:gd name="T13" fmla="*/ 2147483647 h 661"/>
                <a:gd name="T14" fmla="*/ 2147483647 w 516"/>
                <a:gd name="T15" fmla="*/ 2147483647 h 661"/>
                <a:gd name="T16" fmla="*/ 2147483647 w 516"/>
                <a:gd name="T17" fmla="*/ 2147483647 h 661"/>
                <a:gd name="T18" fmla="*/ 2147483647 w 516"/>
                <a:gd name="T19" fmla="*/ 2147483647 h 661"/>
                <a:gd name="T20" fmla="*/ 2147483647 w 516"/>
                <a:gd name="T21" fmla="*/ 2147483647 h 661"/>
                <a:gd name="T22" fmla="*/ 2147483647 w 516"/>
                <a:gd name="T23" fmla="*/ 2147483647 h 661"/>
                <a:gd name="T24" fmla="*/ 2147483647 w 516"/>
                <a:gd name="T25" fmla="*/ 2147483647 h 661"/>
                <a:gd name="T26" fmla="*/ 2147483647 w 516"/>
                <a:gd name="T27" fmla="*/ 2147483647 h 661"/>
                <a:gd name="T28" fmla="*/ 2147483647 w 516"/>
                <a:gd name="T29" fmla="*/ 2147483647 h 661"/>
                <a:gd name="T30" fmla="*/ 2147483647 w 516"/>
                <a:gd name="T31" fmla="*/ 2147483647 h 661"/>
                <a:gd name="T32" fmla="*/ 2147483647 w 516"/>
                <a:gd name="T33" fmla="*/ 2147483647 h 661"/>
                <a:gd name="T34" fmla="*/ 2147483647 w 516"/>
                <a:gd name="T35" fmla="*/ 2147483647 h 661"/>
                <a:gd name="T36" fmla="*/ 2147483647 w 516"/>
                <a:gd name="T37" fmla="*/ 2147483647 h 661"/>
                <a:gd name="T38" fmla="*/ 2147483647 w 516"/>
                <a:gd name="T39" fmla="*/ 2147483647 h 661"/>
                <a:gd name="T40" fmla="*/ 2147483647 w 516"/>
                <a:gd name="T41" fmla="*/ 0 h 661"/>
                <a:gd name="T42" fmla="*/ 2147483647 w 516"/>
                <a:gd name="T43" fmla="*/ 2147483647 h 661"/>
                <a:gd name="T44" fmla="*/ 2147483647 w 516"/>
                <a:gd name="T45" fmla="*/ 2147483647 h 661"/>
                <a:gd name="T46" fmla="*/ 2147483647 w 516"/>
                <a:gd name="T47" fmla="*/ 2147483647 h 661"/>
                <a:gd name="T48" fmla="*/ 2147483647 w 516"/>
                <a:gd name="T49" fmla="*/ 2147483647 h 661"/>
                <a:gd name="T50" fmla="*/ 2147483647 w 516"/>
                <a:gd name="T51" fmla="*/ 2147483647 h 661"/>
                <a:gd name="T52" fmla="*/ 2147483647 w 516"/>
                <a:gd name="T53" fmla="*/ 2147483647 h 661"/>
                <a:gd name="T54" fmla="*/ 2147483647 w 516"/>
                <a:gd name="T55" fmla="*/ 2147483647 h 661"/>
                <a:gd name="T56" fmla="*/ 2147483647 w 516"/>
                <a:gd name="T57" fmla="*/ 2147483647 h 661"/>
                <a:gd name="T58" fmla="*/ 2147483647 w 516"/>
                <a:gd name="T59" fmla="*/ 2147483647 h 661"/>
                <a:gd name="T60" fmla="*/ 2147483647 w 516"/>
                <a:gd name="T61" fmla="*/ 2147483647 h 661"/>
                <a:gd name="T62" fmla="*/ 2147483647 w 516"/>
                <a:gd name="T63" fmla="*/ 2147483647 h 661"/>
                <a:gd name="T64" fmla="*/ 2147483647 w 516"/>
                <a:gd name="T65" fmla="*/ 2147483647 h 661"/>
                <a:gd name="T66" fmla="*/ 2147483647 w 516"/>
                <a:gd name="T67" fmla="*/ 2147483647 h 661"/>
                <a:gd name="T68" fmla="*/ 2147483647 w 516"/>
                <a:gd name="T69" fmla="*/ 2147483647 h 661"/>
                <a:gd name="T70" fmla="*/ 2147483647 w 516"/>
                <a:gd name="T71" fmla="*/ 2147483647 h 661"/>
                <a:gd name="T72" fmla="*/ 2147483647 w 516"/>
                <a:gd name="T73" fmla="*/ 2147483647 h 661"/>
                <a:gd name="T74" fmla="*/ 2147483647 w 516"/>
                <a:gd name="T75" fmla="*/ 2147483647 h 661"/>
                <a:gd name="T76" fmla="*/ 2147483647 w 516"/>
                <a:gd name="T77" fmla="*/ 2147483647 h 661"/>
                <a:gd name="T78" fmla="*/ 2147483647 w 516"/>
                <a:gd name="T79" fmla="*/ 2147483647 h 661"/>
                <a:gd name="T80" fmla="*/ 2147483647 w 516"/>
                <a:gd name="T81" fmla="*/ 2147483647 h 661"/>
                <a:gd name="T82" fmla="*/ 2147483647 w 516"/>
                <a:gd name="T83" fmla="*/ 2147483647 h 661"/>
                <a:gd name="T84" fmla="*/ 2147483647 w 516"/>
                <a:gd name="T85" fmla="*/ 2147483647 h 661"/>
                <a:gd name="T86" fmla="*/ 2147483647 w 516"/>
                <a:gd name="T87" fmla="*/ 2147483647 h 661"/>
                <a:gd name="T88" fmla="*/ 2147483647 w 516"/>
                <a:gd name="T89" fmla="*/ 2147483647 h 661"/>
                <a:gd name="T90" fmla="*/ 0 w 516"/>
                <a:gd name="T91" fmla="*/ 2147483647 h 661"/>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516"/>
                <a:gd name="T139" fmla="*/ 0 h 661"/>
                <a:gd name="T140" fmla="*/ 516 w 516"/>
                <a:gd name="T141" fmla="*/ 661 h 661"/>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516" h="661">
                  <a:moveTo>
                    <a:pt x="0" y="242"/>
                  </a:moveTo>
                  <a:lnTo>
                    <a:pt x="2" y="232"/>
                  </a:lnTo>
                  <a:lnTo>
                    <a:pt x="2" y="222"/>
                  </a:lnTo>
                  <a:lnTo>
                    <a:pt x="3" y="213"/>
                  </a:lnTo>
                  <a:lnTo>
                    <a:pt x="6" y="202"/>
                  </a:lnTo>
                  <a:lnTo>
                    <a:pt x="7" y="194"/>
                  </a:lnTo>
                  <a:lnTo>
                    <a:pt x="10" y="185"/>
                  </a:lnTo>
                  <a:lnTo>
                    <a:pt x="13" y="178"/>
                  </a:lnTo>
                  <a:lnTo>
                    <a:pt x="14" y="170"/>
                  </a:lnTo>
                  <a:lnTo>
                    <a:pt x="18" y="163"/>
                  </a:lnTo>
                  <a:lnTo>
                    <a:pt x="20" y="158"/>
                  </a:lnTo>
                  <a:lnTo>
                    <a:pt x="25" y="145"/>
                  </a:lnTo>
                  <a:lnTo>
                    <a:pt x="32" y="134"/>
                  </a:lnTo>
                  <a:lnTo>
                    <a:pt x="36" y="125"/>
                  </a:lnTo>
                  <a:lnTo>
                    <a:pt x="43" y="115"/>
                  </a:lnTo>
                  <a:lnTo>
                    <a:pt x="48" y="108"/>
                  </a:lnTo>
                  <a:lnTo>
                    <a:pt x="56" y="96"/>
                  </a:lnTo>
                  <a:lnTo>
                    <a:pt x="66" y="84"/>
                  </a:lnTo>
                  <a:lnTo>
                    <a:pt x="74" y="77"/>
                  </a:lnTo>
                  <a:lnTo>
                    <a:pt x="81" y="70"/>
                  </a:lnTo>
                  <a:lnTo>
                    <a:pt x="90" y="62"/>
                  </a:lnTo>
                  <a:lnTo>
                    <a:pt x="98" y="55"/>
                  </a:lnTo>
                  <a:lnTo>
                    <a:pt x="109" y="47"/>
                  </a:lnTo>
                  <a:lnTo>
                    <a:pt x="118" y="40"/>
                  </a:lnTo>
                  <a:lnTo>
                    <a:pt x="127" y="35"/>
                  </a:lnTo>
                  <a:lnTo>
                    <a:pt x="134" y="31"/>
                  </a:lnTo>
                  <a:lnTo>
                    <a:pt x="139" y="29"/>
                  </a:lnTo>
                  <a:lnTo>
                    <a:pt x="145" y="25"/>
                  </a:lnTo>
                  <a:lnTo>
                    <a:pt x="151" y="22"/>
                  </a:lnTo>
                  <a:lnTo>
                    <a:pt x="159" y="19"/>
                  </a:lnTo>
                  <a:lnTo>
                    <a:pt x="165" y="17"/>
                  </a:lnTo>
                  <a:lnTo>
                    <a:pt x="173" y="14"/>
                  </a:lnTo>
                  <a:lnTo>
                    <a:pt x="181" y="12"/>
                  </a:lnTo>
                  <a:lnTo>
                    <a:pt x="190" y="8"/>
                  </a:lnTo>
                  <a:lnTo>
                    <a:pt x="196" y="7"/>
                  </a:lnTo>
                  <a:lnTo>
                    <a:pt x="206" y="5"/>
                  </a:lnTo>
                  <a:lnTo>
                    <a:pt x="212" y="3"/>
                  </a:lnTo>
                  <a:lnTo>
                    <a:pt x="223" y="2"/>
                  </a:lnTo>
                  <a:lnTo>
                    <a:pt x="229" y="2"/>
                  </a:lnTo>
                  <a:lnTo>
                    <a:pt x="238" y="1"/>
                  </a:lnTo>
                  <a:lnTo>
                    <a:pt x="245" y="0"/>
                  </a:lnTo>
                  <a:lnTo>
                    <a:pt x="256" y="0"/>
                  </a:lnTo>
                  <a:lnTo>
                    <a:pt x="267" y="0"/>
                  </a:lnTo>
                  <a:lnTo>
                    <a:pt x="278" y="1"/>
                  </a:lnTo>
                  <a:lnTo>
                    <a:pt x="289" y="2"/>
                  </a:lnTo>
                  <a:lnTo>
                    <a:pt x="294" y="2"/>
                  </a:lnTo>
                  <a:lnTo>
                    <a:pt x="304" y="3"/>
                  </a:lnTo>
                  <a:lnTo>
                    <a:pt x="310" y="5"/>
                  </a:lnTo>
                  <a:lnTo>
                    <a:pt x="318" y="8"/>
                  </a:lnTo>
                  <a:lnTo>
                    <a:pt x="326" y="10"/>
                  </a:lnTo>
                  <a:lnTo>
                    <a:pt x="333" y="12"/>
                  </a:lnTo>
                  <a:lnTo>
                    <a:pt x="343" y="15"/>
                  </a:lnTo>
                  <a:lnTo>
                    <a:pt x="350" y="17"/>
                  </a:lnTo>
                  <a:lnTo>
                    <a:pt x="359" y="21"/>
                  </a:lnTo>
                  <a:lnTo>
                    <a:pt x="366" y="24"/>
                  </a:lnTo>
                  <a:lnTo>
                    <a:pt x="372" y="28"/>
                  </a:lnTo>
                  <a:lnTo>
                    <a:pt x="381" y="31"/>
                  </a:lnTo>
                  <a:lnTo>
                    <a:pt x="388" y="35"/>
                  </a:lnTo>
                  <a:lnTo>
                    <a:pt x="395" y="39"/>
                  </a:lnTo>
                  <a:lnTo>
                    <a:pt x="403" y="45"/>
                  </a:lnTo>
                  <a:lnTo>
                    <a:pt x="409" y="49"/>
                  </a:lnTo>
                  <a:lnTo>
                    <a:pt x="415" y="54"/>
                  </a:lnTo>
                  <a:lnTo>
                    <a:pt x="421" y="58"/>
                  </a:lnTo>
                  <a:lnTo>
                    <a:pt x="427" y="63"/>
                  </a:lnTo>
                  <a:lnTo>
                    <a:pt x="431" y="67"/>
                  </a:lnTo>
                  <a:lnTo>
                    <a:pt x="437" y="72"/>
                  </a:lnTo>
                  <a:lnTo>
                    <a:pt x="442" y="78"/>
                  </a:lnTo>
                  <a:lnTo>
                    <a:pt x="447" y="82"/>
                  </a:lnTo>
                  <a:lnTo>
                    <a:pt x="450" y="86"/>
                  </a:lnTo>
                  <a:lnTo>
                    <a:pt x="456" y="92"/>
                  </a:lnTo>
                  <a:lnTo>
                    <a:pt x="459" y="96"/>
                  </a:lnTo>
                  <a:lnTo>
                    <a:pt x="463" y="101"/>
                  </a:lnTo>
                  <a:lnTo>
                    <a:pt x="465" y="105"/>
                  </a:lnTo>
                  <a:lnTo>
                    <a:pt x="470" y="111"/>
                  </a:lnTo>
                  <a:lnTo>
                    <a:pt x="476" y="119"/>
                  </a:lnTo>
                  <a:lnTo>
                    <a:pt x="479" y="126"/>
                  </a:lnTo>
                  <a:lnTo>
                    <a:pt x="483" y="132"/>
                  </a:lnTo>
                  <a:lnTo>
                    <a:pt x="486" y="139"/>
                  </a:lnTo>
                  <a:lnTo>
                    <a:pt x="489" y="146"/>
                  </a:lnTo>
                  <a:lnTo>
                    <a:pt x="493" y="152"/>
                  </a:lnTo>
                  <a:lnTo>
                    <a:pt x="496" y="159"/>
                  </a:lnTo>
                  <a:lnTo>
                    <a:pt x="499" y="167"/>
                  </a:lnTo>
                  <a:lnTo>
                    <a:pt x="502" y="174"/>
                  </a:lnTo>
                  <a:lnTo>
                    <a:pt x="505" y="183"/>
                  </a:lnTo>
                  <a:lnTo>
                    <a:pt x="508" y="195"/>
                  </a:lnTo>
                  <a:lnTo>
                    <a:pt x="510" y="204"/>
                  </a:lnTo>
                  <a:lnTo>
                    <a:pt x="511" y="213"/>
                  </a:lnTo>
                  <a:lnTo>
                    <a:pt x="513" y="226"/>
                  </a:lnTo>
                  <a:lnTo>
                    <a:pt x="516" y="242"/>
                  </a:lnTo>
                  <a:lnTo>
                    <a:pt x="516" y="661"/>
                  </a:lnTo>
                  <a:lnTo>
                    <a:pt x="0" y="661"/>
                  </a:lnTo>
                  <a:lnTo>
                    <a:pt x="0" y="242"/>
                  </a:lnTo>
                </a:path>
              </a:pathLst>
            </a:custGeom>
            <a:noFill/>
            <a:ln w="12700">
              <a:solidFill>
                <a:srgbClr val="000000"/>
              </a:solidFill>
              <a:prstDash val="solid"/>
              <a:round/>
              <a:headEnd/>
              <a:tailEnd/>
            </a:ln>
          </p:spPr>
          <p:txBody>
            <a:bodyPr/>
            <a:lstStyle/>
            <a:p>
              <a:endParaRPr lang="nl-BE"/>
            </a:p>
          </p:txBody>
        </p:sp>
        <p:sp>
          <p:nvSpPr>
            <p:cNvPr id="12686" name="Freeform 16"/>
            <p:cNvSpPr>
              <a:spLocks/>
            </p:cNvSpPr>
            <p:nvPr/>
          </p:nvSpPr>
          <p:spPr bwMode="auto">
            <a:xfrm>
              <a:off x="4071938" y="3317875"/>
              <a:ext cx="682625" cy="873125"/>
            </a:xfrm>
            <a:custGeom>
              <a:avLst/>
              <a:gdLst>
                <a:gd name="T0" fmla="*/ 2147483647 w 430"/>
                <a:gd name="T1" fmla="*/ 2147483647 h 550"/>
                <a:gd name="T2" fmla="*/ 2147483647 w 430"/>
                <a:gd name="T3" fmla="*/ 2147483647 h 550"/>
                <a:gd name="T4" fmla="*/ 2147483647 w 430"/>
                <a:gd name="T5" fmla="*/ 2147483647 h 550"/>
                <a:gd name="T6" fmla="*/ 2147483647 w 430"/>
                <a:gd name="T7" fmla="*/ 2147483647 h 550"/>
                <a:gd name="T8" fmla="*/ 2147483647 w 430"/>
                <a:gd name="T9" fmla="*/ 2147483647 h 550"/>
                <a:gd name="T10" fmla="*/ 2147483647 w 430"/>
                <a:gd name="T11" fmla="*/ 2147483647 h 550"/>
                <a:gd name="T12" fmla="*/ 2147483647 w 430"/>
                <a:gd name="T13" fmla="*/ 2147483647 h 550"/>
                <a:gd name="T14" fmla="*/ 2147483647 w 430"/>
                <a:gd name="T15" fmla="*/ 2147483647 h 550"/>
                <a:gd name="T16" fmla="*/ 2147483647 w 430"/>
                <a:gd name="T17" fmla="*/ 2147483647 h 550"/>
                <a:gd name="T18" fmla="*/ 2147483647 w 430"/>
                <a:gd name="T19" fmla="*/ 2147483647 h 550"/>
                <a:gd name="T20" fmla="*/ 2147483647 w 430"/>
                <a:gd name="T21" fmla="*/ 2147483647 h 550"/>
                <a:gd name="T22" fmla="*/ 2147483647 w 430"/>
                <a:gd name="T23" fmla="*/ 2147483647 h 550"/>
                <a:gd name="T24" fmla="*/ 2147483647 w 430"/>
                <a:gd name="T25" fmla="*/ 2147483647 h 550"/>
                <a:gd name="T26" fmla="*/ 2147483647 w 430"/>
                <a:gd name="T27" fmla="*/ 2147483647 h 550"/>
                <a:gd name="T28" fmla="*/ 2147483647 w 430"/>
                <a:gd name="T29" fmla="*/ 2147483647 h 550"/>
                <a:gd name="T30" fmla="*/ 2147483647 w 430"/>
                <a:gd name="T31" fmla="*/ 2147483647 h 550"/>
                <a:gd name="T32" fmla="*/ 2147483647 w 430"/>
                <a:gd name="T33" fmla="*/ 2147483647 h 550"/>
                <a:gd name="T34" fmla="*/ 2147483647 w 430"/>
                <a:gd name="T35" fmla="*/ 2147483647 h 550"/>
                <a:gd name="T36" fmla="*/ 2147483647 w 430"/>
                <a:gd name="T37" fmla="*/ 2147483647 h 550"/>
                <a:gd name="T38" fmla="*/ 2147483647 w 430"/>
                <a:gd name="T39" fmla="*/ 0 h 550"/>
                <a:gd name="T40" fmla="*/ 2147483647 w 430"/>
                <a:gd name="T41" fmla="*/ 0 h 550"/>
                <a:gd name="T42" fmla="*/ 2147483647 w 430"/>
                <a:gd name="T43" fmla="*/ 0 h 550"/>
                <a:gd name="T44" fmla="*/ 2147483647 w 430"/>
                <a:gd name="T45" fmla="*/ 2147483647 h 550"/>
                <a:gd name="T46" fmla="*/ 2147483647 w 430"/>
                <a:gd name="T47" fmla="*/ 2147483647 h 550"/>
                <a:gd name="T48" fmla="*/ 2147483647 w 430"/>
                <a:gd name="T49" fmla="*/ 2147483647 h 550"/>
                <a:gd name="T50" fmla="*/ 2147483647 w 430"/>
                <a:gd name="T51" fmla="*/ 2147483647 h 550"/>
                <a:gd name="T52" fmla="*/ 2147483647 w 430"/>
                <a:gd name="T53" fmla="*/ 2147483647 h 550"/>
                <a:gd name="T54" fmla="*/ 2147483647 w 430"/>
                <a:gd name="T55" fmla="*/ 2147483647 h 550"/>
                <a:gd name="T56" fmla="*/ 2147483647 w 430"/>
                <a:gd name="T57" fmla="*/ 2147483647 h 550"/>
                <a:gd name="T58" fmla="*/ 2147483647 w 430"/>
                <a:gd name="T59" fmla="*/ 2147483647 h 550"/>
                <a:gd name="T60" fmla="*/ 2147483647 w 430"/>
                <a:gd name="T61" fmla="*/ 2147483647 h 550"/>
                <a:gd name="T62" fmla="*/ 2147483647 w 430"/>
                <a:gd name="T63" fmla="*/ 2147483647 h 550"/>
                <a:gd name="T64" fmla="*/ 2147483647 w 430"/>
                <a:gd name="T65" fmla="*/ 2147483647 h 550"/>
                <a:gd name="T66" fmla="*/ 2147483647 w 430"/>
                <a:gd name="T67" fmla="*/ 2147483647 h 550"/>
                <a:gd name="T68" fmla="*/ 2147483647 w 430"/>
                <a:gd name="T69" fmla="*/ 2147483647 h 550"/>
                <a:gd name="T70" fmla="*/ 2147483647 w 430"/>
                <a:gd name="T71" fmla="*/ 2147483647 h 550"/>
                <a:gd name="T72" fmla="*/ 2147483647 w 430"/>
                <a:gd name="T73" fmla="*/ 2147483647 h 550"/>
                <a:gd name="T74" fmla="*/ 2147483647 w 430"/>
                <a:gd name="T75" fmla="*/ 2147483647 h 550"/>
                <a:gd name="T76" fmla="*/ 2147483647 w 430"/>
                <a:gd name="T77" fmla="*/ 2147483647 h 550"/>
                <a:gd name="T78" fmla="*/ 2147483647 w 430"/>
                <a:gd name="T79" fmla="*/ 2147483647 h 550"/>
                <a:gd name="T80" fmla="*/ 2147483647 w 430"/>
                <a:gd name="T81" fmla="*/ 2147483647 h 550"/>
                <a:gd name="T82" fmla="*/ 2147483647 w 430"/>
                <a:gd name="T83" fmla="*/ 2147483647 h 550"/>
                <a:gd name="T84" fmla="*/ 2147483647 w 430"/>
                <a:gd name="T85" fmla="*/ 2147483647 h 550"/>
                <a:gd name="T86" fmla="*/ 2147483647 w 430"/>
                <a:gd name="T87" fmla="*/ 2147483647 h 550"/>
                <a:gd name="T88" fmla="*/ 2147483647 w 430"/>
                <a:gd name="T89" fmla="*/ 2147483647 h 550"/>
                <a:gd name="T90" fmla="*/ 0 w 430"/>
                <a:gd name="T91" fmla="*/ 2147483647 h 550"/>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430"/>
                <a:gd name="T139" fmla="*/ 0 h 550"/>
                <a:gd name="T140" fmla="*/ 430 w 430"/>
                <a:gd name="T141" fmla="*/ 550 h 550"/>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430" h="550">
                  <a:moveTo>
                    <a:pt x="0" y="202"/>
                  </a:moveTo>
                  <a:lnTo>
                    <a:pt x="2" y="193"/>
                  </a:lnTo>
                  <a:lnTo>
                    <a:pt x="3" y="186"/>
                  </a:lnTo>
                  <a:lnTo>
                    <a:pt x="4" y="177"/>
                  </a:lnTo>
                  <a:lnTo>
                    <a:pt x="5" y="169"/>
                  </a:lnTo>
                  <a:lnTo>
                    <a:pt x="7" y="161"/>
                  </a:lnTo>
                  <a:lnTo>
                    <a:pt x="9" y="154"/>
                  </a:lnTo>
                  <a:lnTo>
                    <a:pt x="11" y="148"/>
                  </a:lnTo>
                  <a:lnTo>
                    <a:pt x="13" y="142"/>
                  </a:lnTo>
                  <a:lnTo>
                    <a:pt x="15" y="136"/>
                  </a:lnTo>
                  <a:lnTo>
                    <a:pt x="18" y="131"/>
                  </a:lnTo>
                  <a:lnTo>
                    <a:pt x="21" y="121"/>
                  </a:lnTo>
                  <a:lnTo>
                    <a:pt x="27" y="111"/>
                  </a:lnTo>
                  <a:lnTo>
                    <a:pt x="31" y="104"/>
                  </a:lnTo>
                  <a:lnTo>
                    <a:pt x="36" y="96"/>
                  </a:lnTo>
                  <a:lnTo>
                    <a:pt x="40" y="89"/>
                  </a:lnTo>
                  <a:lnTo>
                    <a:pt x="48" y="79"/>
                  </a:lnTo>
                  <a:lnTo>
                    <a:pt x="55" y="70"/>
                  </a:lnTo>
                  <a:lnTo>
                    <a:pt x="62" y="63"/>
                  </a:lnTo>
                  <a:lnTo>
                    <a:pt x="68" y="57"/>
                  </a:lnTo>
                  <a:lnTo>
                    <a:pt x="75" y="52"/>
                  </a:lnTo>
                  <a:lnTo>
                    <a:pt x="82" y="46"/>
                  </a:lnTo>
                  <a:lnTo>
                    <a:pt x="91" y="39"/>
                  </a:lnTo>
                  <a:lnTo>
                    <a:pt x="98" y="34"/>
                  </a:lnTo>
                  <a:lnTo>
                    <a:pt x="106" y="29"/>
                  </a:lnTo>
                  <a:lnTo>
                    <a:pt x="111" y="25"/>
                  </a:lnTo>
                  <a:lnTo>
                    <a:pt x="116" y="24"/>
                  </a:lnTo>
                  <a:lnTo>
                    <a:pt x="120" y="20"/>
                  </a:lnTo>
                  <a:lnTo>
                    <a:pt x="127" y="18"/>
                  </a:lnTo>
                  <a:lnTo>
                    <a:pt x="132" y="16"/>
                  </a:lnTo>
                  <a:lnTo>
                    <a:pt x="138" y="14"/>
                  </a:lnTo>
                  <a:lnTo>
                    <a:pt x="145" y="11"/>
                  </a:lnTo>
                  <a:lnTo>
                    <a:pt x="151" y="9"/>
                  </a:lnTo>
                  <a:lnTo>
                    <a:pt x="158" y="8"/>
                  </a:lnTo>
                  <a:lnTo>
                    <a:pt x="164" y="6"/>
                  </a:lnTo>
                  <a:lnTo>
                    <a:pt x="172" y="4"/>
                  </a:lnTo>
                  <a:lnTo>
                    <a:pt x="177" y="3"/>
                  </a:lnTo>
                  <a:lnTo>
                    <a:pt x="186" y="2"/>
                  </a:lnTo>
                  <a:lnTo>
                    <a:pt x="191" y="1"/>
                  </a:lnTo>
                  <a:lnTo>
                    <a:pt x="197" y="0"/>
                  </a:lnTo>
                  <a:lnTo>
                    <a:pt x="205" y="0"/>
                  </a:lnTo>
                  <a:lnTo>
                    <a:pt x="213" y="0"/>
                  </a:lnTo>
                  <a:lnTo>
                    <a:pt x="223" y="0"/>
                  </a:lnTo>
                  <a:lnTo>
                    <a:pt x="232" y="0"/>
                  </a:lnTo>
                  <a:lnTo>
                    <a:pt x="241" y="2"/>
                  </a:lnTo>
                  <a:lnTo>
                    <a:pt x="246" y="2"/>
                  </a:lnTo>
                  <a:lnTo>
                    <a:pt x="253" y="3"/>
                  </a:lnTo>
                  <a:lnTo>
                    <a:pt x="258" y="4"/>
                  </a:lnTo>
                  <a:lnTo>
                    <a:pt x="265" y="6"/>
                  </a:lnTo>
                  <a:lnTo>
                    <a:pt x="272" y="8"/>
                  </a:lnTo>
                  <a:lnTo>
                    <a:pt x="278" y="9"/>
                  </a:lnTo>
                  <a:lnTo>
                    <a:pt x="286" y="12"/>
                  </a:lnTo>
                  <a:lnTo>
                    <a:pt x="291" y="14"/>
                  </a:lnTo>
                  <a:lnTo>
                    <a:pt x="299" y="18"/>
                  </a:lnTo>
                  <a:lnTo>
                    <a:pt x="304" y="20"/>
                  </a:lnTo>
                  <a:lnTo>
                    <a:pt x="311" y="23"/>
                  </a:lnTo>
                  <a:lnTo>
                    <a:pt x="318" y="25"/>
                  </a:lnTo>
                  <a:lnTo>
                    <a:pt x="324" y="29"/>
                  </a:lnTo>
                  <a:lnTo>
                    <a:pt x="329" y="32"/>
                  </a:lnTo>
                  <a:lnTo>
                    <a:pt x="336" y="37"/>
                  </a:lnTo>
                  <a:lnTo>
                    <a:pt x="341" y="41"/>
                  </a:lnTo>
                  <a:lnTo>
                    <a:pt x="347" y="45"/>
                  </a:lnTo>
                  <a:lnTo>
                    <a:pt x="351" y="48"/>
                  </a:lnTo>
                  <a:lnTo>
                    <a:pt x="356" y="52"/>
                  </a:lnTo>
                  <a:lnTo>
                    <a:pt x="359" y="56"/>
                  </a:lnTo>
                  <a:lnTo>
                    <a:pt x="364" y="60"/>
                  </a:lnTo>
                  <a:lnTo>
                    <a:pt x="369" y="65"/>
                  </a:lnTo>
                  <a:lnTo>
                    <a:pt x="372" y="68"/>
                  </a:lnTo>
                  <a:lnTo>
                    <a:pt x="375" y="72"/>
                  </a:lnTo>
                  <a:lnTo>
                    <a:pt x="380" y="77"/>
                  </a:lnTo>
                  <a:lnTo>
                    <a:pt x="383" y="80"/>
                  </a:lnTo>
                  <a:lnTo>
                    <a:pt x="386" y="84"/>
                  </a:lnTo>
                  <a:lnTo>
                    <a:pt x="388" y="88"/>
                  </a:lnTo>
                  <a:lnTo>
                    <a:pt x="392" y="93"/>
                  </a:lnTo>
                  <a:lnTo>
                    <a:pt x="397" y="99"/>
                  </a:lnTo>
                  <a:lnTo>
                    <a:pt x="400" y="104"/>
                  </a:lnTo>
                  <a:lnTo>
                    <a:pt x="402" y="111"/>
                  </a:lnTo>
                  <a:lnTo>
                    <a:pt x="406" y="115"/>
                  </a:lnTo>
                  <a:lnTo>
                    <a:pt x="408" y="121"/>
                  </a:lnTo>
                  <a:lnTo>
                    <a:pt x="411" y="127"/>
                  </a:lnTo>
                  <a:lnTo>
                    <a:pt x="413" y="132"/>
                  </a:lnTo>
                  <a:lnTo>
                    <a:pt x="416" y="138"/>
                  </a:lnTo>
                  <a:lnTo>
                    <a:pt x="419" y="145"/>
                  </a:lnTo>
                  <a:lnTo>
                    <a:pt x="420" y="152"/>
                  </a:lnTo>
                  <a:lnTo>
                    <a:pt x="424" y="163"/>
                  </a:lnTo>
                  <a:lnTo>
                    <a:pt x="425" y="170"/>
                  </a:lnTo>
                  <a:lnTo>
                    <a:pt x="426" y="177"/>
                  </a:lnTo>
                  <a:lnTo>
                    <a:pt x="428" y="187"/>
                  </a:lnTo>
                  <a:lnTo>
                    <a:pt x="430" y="202"/>
                  </a:lnTo>
                  <a:lnTo>
                    <a:pt x="430" y="550"/>
                  </a:lnTo>
                  <a:lnTo>
                    <a:pt x="0" y="550"/>
                  </a:lnTo>
                  <a:lnTo>
                    <a:pt x="0" y="202"/>
                  </a:lnTo>
                  <a:close/>
                </a:path>
              </a:pathLst>
            </a:custGeom>
            <a:solidFill>
              <a:srgbClr val="404040"/>
            </a:solidFill>
            <a:ln w="12700">
              <a:solidFill>
                <a:srgbClr val="000000"/>
              </a:solidFill>
              <a:prstDash val="solid"/>
              <a:round/>
              <a:headEnd/>
              <a:tailEnd/>
            </a:ln>
          </p:spPr>
          <p:txBody>
            <a:bodyPr/>
            <a:lstStyle/>
            <a:p>
              <a:endParaRPr lang="nl-BE"/>
            </a:p>
          </p:txBody>
        </p:sp>
        <p:sp>
          <p:nvSpPr>
            <p:cNvPr id="12687" name="Freeform 17"/>
            <p:cNvSpPr>
              <a:spLocks/>
            </p:cNvSpPr>
            <p:nvPr/>
          </p:nvSpPr>
          <p:spPr bwMode="auto">
            <a:xfrm>
              <a:off x="4181475" y="3375025"/>
              <a:ext cx="511175" cy="654050"/>
            </a:xfrm>
            <a:custGeom>
              <a:avLst/>
              <a:gdLst>
                <a:gd name="T0" fmla="*/ 2147483647 w 322"/>
                <a:gd name="T1" fmla="*/ 2147483647 h 412"/>
                <a:gd name="T2" fmla="*/ 2147483647 w 322"/>
                <a:gd name="T3" fmla="*/ 2147483647 h 412"/>
                <a:gd name="T4" fmla="*/ 2147483647 w 322"/>
                <a:gd name="T5" fmla="*/ 2147483647 h 412"/>
                <a:gd name="T6" fmla="*/ 2147483647 w 322"/>
                <a:gd name="T7" fmla="*/ 2147483647 h 412"/>
                <a:gd name="T8" fmla="*/ 2147483647 w 322"/>
                <a:gd name="T9" fmla="*/ 2147483647 h 412"/>
                <a:gd name="T10" fmla="*/ 2147483647 w 322"/>
                <a:gd name="T11" fmla="*/ 2147483647 h 412"/>
                <a:gd name="T12" fmla="*/ 2147483647 w 322"/>
                <a:gd name="T13" fmla="*/ 2147483647 h 412"/>
                <a:gd name="T14" fmla="*/ 2147483647 w 322"/>
                <a:gd name="T15" fmla="*/ 2147483647 h 412"/>
                <a:gd name="T16" fmla="*/ 2147483647 w 322"/>
                <a:gd name="T17" fmla="*/ 2147483647 h 412"/>
                <a:gd name="T18" fmla="*/ 2147483647 w 322"/>
                <a:gd name="T19" fmla="*/ 2147483647 h 412"/>
                <a:gd name="T20" fmla="*/ 2147483647 w 322"/>
                <a:gd name="T21" fmla="*/ 2147483647 h 412"/>
                <a:gd name="T22" fmla="*/ 2147483647 w 322"/>
                <a:gd name="T23" fmla="*/ 2147483647 h 412"/>
                <a:gd name="T24" fmla="*/ 2147483647 w 322"/>
                <a:gd name="T25" fmla="*/ 2147483647 h 412"/>
                <a:gd name="T26" fmla="*/ 2147483647 w 322"/>
                <a:gd name="T27" fmla="*/ 2147483647 h 412"/>
                <a:gd name="T28" fmla="*/ 2147483647 w 322"/>
                <a:gd name="T29" fmla="*/ 2147483647 h 412"/>
                <a:gd name="T30" fmla="*/ 2147483647 w 322"/>
                <a:gd name="T31" fmla="*/ 2147483647 h 412"/>
                <a:gd name="T32" fmla="*/ 2147483647 w 322"/>
                <a:gd name="T33" fmla="*/ 2147483647 h 412"/>
                <a:gd name="T34" fmla="*/ 2147483647 w 322"/>
                <a:gd name="T35" fmla="*/ 2147483647 h 412"/>
                <a:gd name="T36" fmla="*/ 2147483647 w 322"/>
                <a:gd name="T37" fmla="*/ 2147483647 h 412"/>
                <a:gd name="T38" fmla="*/ 2147483647 w 322"/>
                <a:gd name="T39" fmla="*/ 0 h 412"/>
                <a:gd name="T40" fmla="*/ 2147483647 w 322"/>
                <a:gd name="T41" fmla="*/ 0 h 412"/>
                <a:gd name="T42" fmla="*/ 2147483647 w 322"/>
                <a:gd name="T43" fmla="*/ 0 h 412"/>
                <a:gd name="T44" fmla="*/ 2147483647 w 322"/>
                <a:gd name="T45" fmla="*/ 2147483647 h 412"/>
                <a:gd name="T46" fmla="*/ 2147483647 w 322"/>
                <a:gd name="T47" fmla="*/ 2147483647 h 412"/>
                <a:gd name="T48" fmla="*/ 2147483647 w 322"/>
                <a:gd name="T49" fmla="*/ 2147483647 h 412"/>
                <a:gd name="T50" fmla="*/ 2147483647 w 322"/>
                <a:gd name="T51" fmla="*/ 2147483647 h 412"/>
                <a:gd name="T52" fmla="*/ 2147483647 w 322"/>
                <a:gd name="T53" fmla="*/ 2147483647 h 412"/>
                <a:gd name="T54" fmla="*/ 2147483647 w 322"/>
                <a:gd name="T55" fmla="*/ 2147483647 h 412"/>
                <a:gd name="T56" fmla="*/ 2147483647 w 322"/>
                <a:gd name="T57" fmla="*/ 2147483647 h 412"/>
                <a:gd name="T58" fmla="*/ 2147483647 w 322"/>
                <a:gd name="T59" fmla="*/ 2147483647 h 412"/>
                <a:gd name="T60" fmla="*/ 2147483647 w 322"/>
                <a:gd name="T61" fmla="*/ 2147483647 h 412"/>
                <a:gd name="T62" fmla="*/ 2147483647 w 322"/>
                <a:gd name="T63" fmla="*/ 2147483647 h 412"/>
                <a:gd name="T64" fmla="*/ 2147483647 w 322"/>
                <a:gd name="T65" fmla="*/ 2147483647 h 412"/>
                <a:gd name="T66" fmla="*/ 2147483647 w 322"/>
                <a:gd name="T67" fmla="*/ 2147483647 h 412"/>
                <a:gd name="T68" fmla="*/ 2147483647 w 322"/>
                <a:gd name="T69" fmla="*/ 2147483647 h 412"/>
                <a:gd name="T70" fmla="*/ 2147483647 w 322"/>
                <a:gd name="T71" fmla="*/ 2147483647 h 412"/>
                <a:gd name="T72" fmla="*/ 2147483647 w 322"/>
                <a:gd name="T73" fmla="*/ 2147483647 h 412"/>
                <a:gd name="T74" fmla="*/ 2147483647 w 322"/>
                <a:gd name="T75" fmla="*/ 2147483647 h 412"/>
                <a:gd name="T76" fmla="*/ 2147483647 w 322"/>
                <a:gd name="T77" fmla="*/ 2147483647 h 412"/>
                <a:gd name="T78" fmla="*/ 2147483647 w 322"/>
                <a:gd name="T79" fmla="*/ 2147483647 h 412"/>
                <a:gd name="T80" fmla="*/ 2147483647 w 322"/>
                <a:gd name="T81" fmla="*/ 2147483647 h 412"/>
                <a:gd name="T82" fmla="*/ 2147483647 w 322"/>
                <a:gd name="T83" fmla="*/ 2147483647 h 412"/>
                <a:gd name="T84" fmla="*/ 2147483647 w 322"/>
                <a:gd name="T85" fmla="*/ 2147483647 h 412"/>
                <a:gd name="T86" fmla="*/ 2147483647 w 322"/>
                <a:gd name="T87" fmla="*/ 2147483647 h 412"/>
                <a:gd name="T88" fmla="*/ 2147483647 w 322"/>
                <a:gd name="T89" fmla="*/ 2147483647 h 412"/>
                <a:gd name="T90" fmla="*/ 0 w 322"/>
                <a:gd name="T91" fmla="*/ 2147483647 h 412"/>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322"/>
                <a:gd name="T139" fmla="*/ 0 h 412"/>
                <a:gd name="T140" fmla="*/ 322 w 322"/>
                <a:gd name="T141" fmla="*/ 412 h 412"/>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322" h="412">
                  <a:moveTo>
                    <a:pt x="0" y="151"/>
                  </a:moveTo>
                  <a:lnTo>
                    <a:pt x="1" y="144"/>
                  </a:lnTo>
                  <a:lnTo>
                    <a:pt x="1" y="139"/>
                  </a:lnTo>
                  <a:lnTo>
                    <a:pt x="1" y="134"/>
                  </a:lnTo>
                  <a:lnTo>
                    <a:pt x="3" y="127"/>
                  </a:lnTo>
                  <a:lnTo>
                    <a:pt x="4" y="121"/>
                  </a:lnTo>
                  <a:lnTo>
                    <a:pt x="6" y="115"/>
                  </a:lnTo>
                  <a:lnTo>
                    <a:pt x="6" y="111"/>
                  </a:lnTo>
                  <a:lnTo>
                    <a:pt x="8" y="107"/>
                  </a:lnTo>
                  <a:lnTo>
                    <a:pt x="10" y="102"/>
                  </a:lnTo>
                  <a:lnTo>
                    <a:pt x="12" y="98"/>
                  </a:lnTo>
                  <a:lnTo>
                    <a:pt x="15" y="91"/>
                  </a:lnTo>
                  <a:lnTo>
                    <a:pt x="19" y="84"/>
                  </a:lnTo>
                  <a:lnTo>
                    <a:pt x="23" y="77"/>
                  </a:lnTo>
                  <a:lnTo>
                    <a:pt x="26" y="72"/>
                  </a:lnTo>
                  <a:lnTo>
                    <a:pt x="29" y="67"/>
                  </a:lnTo>
                  <a:lnTo>
                    <a:pt x="34" y="60"/>
                  </a:lnTo>
                  <a:lnTo>
                    <a:pt x="40" y="53"/>
                  </a:lnTo>
                  <a:lnTo>
                    <a:pt x="45" y="48"/>
                  </a:lnTo>
                  <a:lnTo>
                    <a:pt x="50" y="44"/>
                  </a:lnTo>
                  <a:lnTo>
                    <a:pt x="55" y="39"/>
                  </a:lnTo>
                  <a:lnTo>
                    <a:pt x="61" y="34"/>
                  </a:lnTo>
                  <a:lnTo>
                    <a:pt x="67" y="29"/>
                  </a:lnTo>
                  <a:lnTo>
                    <a:pt x="73" y="26"/>
                  </a:lnTo>
                  <a:lnTo>
                    <a:pt x="79" y="21"/>
                  </a:lnTo>
                  <a:lnTo>
                    <a:pt x="83" y="20"/>
                  </a:lnTo>
                  <a:lnTo>
                    <a:pt x="86" y="18"/>
                  </a:lnTo>
                  <a:lnTo>
                    <a:pt x="89" y="16"/>
                  </a:lnTo>
                  <a:lnTo>
                    <a:pt x="94" y="14"/>
                  </a:lnTo>
                  <a:lnTo>
                    <a:pt x="98" y="12"/>
                  </a:lnTo>
                  <a:lnTo>
                    <a:pt x="102" y="10"/>
                  </a:lnTo>
                  <a:lnTo>
                    <a:pt x="107" y="9"/>
                  </a:lnTo>
                  <a:lnTo>
                    <a:pt x="112" y="7"/>
                  </a:lnTo>
                  <a:lnTo>
                    <a:pt x="117" y="5"/>
                  </a:lnTo>
                  <a:lnTo>
                    <a:pt x="122" y="5"/>
                  </a:lnTo>
                  <a:lnTo>
                    <a:pt x="128" y="3"/>
                  </a:lnTo>
                  <a:lnTo>
                    <a:pt x="132" y="2"/>
                  </a:lnTo>
                  <a:lnTo>
                    <a:pt x="139" y="1"/>
                  </a:lnTo>
                  <a:lnTo>
                    <a:pt x="142" y="0"/>
                  </a:lnTo>
                  <a:lnTo>
                    <a:pt x="148" y="0"/>
                  </a:lnTo>
                  <a:lnTo>
                    <a:pt x="153" y="0"/>
                  </a:lnTo>
                  <a:lnTo>
                    <a:pt x="159" y="0"/>
                  </a:lnTo>
                  <a:lnTo>
                    <a:pt x="166" y="0"/>
                  </a:lnTo>
                  <a:lnTo>
                    <a:pt x="173" y="0"/>
                  </a:lnTo>
                  <a:lnTo>
                    <a:pt x="179" y="1"/>
                  </a:lnTo>
                  <a:lnTo>
                    <a:pt x="183" y="1"/>
                  </a:lnTo>
                  <a:lnTo>
                    <a:pt x="189" y="2"/>
                  </a:lnTo>
                  <a:lnTo>
                    <a:pt x="193" y="4"/>
                  </a:lnTo>
                  <a:lnTo>
                    <a:pt x="198" y="5"/>
                  </a:lnTo>
                  <a:lnTo>
                    <a:pt x="203" y="6"/>
                  </a:lnTo>
                  <a:lnTo>
                    <a:pt x="207" y="8"/>
                  </a:lnTo>
                  <a:lnTo>
                    <a:pt x="213" y="9"/>
                  </a:lnTo>
                  <a:lnTo>
                    <a:pt x="218" y="10"/>
                  </a:lnTo>
                  <a:lnTo>
                    <a:pt x="223" y="13"/>
                  </a:lnTo>
                  <a:lnTo>
                    <a:pt x="227" y="15"/>
                  </a:lnTo>
                  <a:lnTo>
                    <a:pt x="232" y="17"/>
                  </a:lnTo>
                  <a:lnTo>
                    <a:pt x="237" y="19"/>
                  </a:lnTo>
                  <a:lnTo>
                    <a:pt x="241" y="21"/>
                  </a:lnTo>
                  <a:lnTo>
                    <a:pt x="245" y="25"/>
                  </a:lnTo>
                  <a:lnTo>
                    <a:pt x="251" y="28"/>
                  </a:lnTo>
                  <a:lnTo>
                    <a:pt x="255" y="31"/>
                  </a:lnTo>
                  <a:lnTo>
                    <a:pt x="259" y="33"/>
                  </a:lnTo>
                  <a:lnTo>
                    <a:pt x="262" y="36"/>
                  </a:lnTo>
                  <a:lnTo>
                    <a:pt x="267" y="39"/>
                  </a:lnTo>
                  <a:lnTo>
                    <a:pt x="269" y="43"/>
                  </a:lnTo>
                  <a:lnTo>
                    <a:pt x="272" y="45"/>
                  </a:lnTo>
                  <a:lnTo>
                    <a:pt x="276" y="48"/>
                  </a:lnTo>
                  <a:lnTo>
                    <a:pt x="278" y="52"/>
                  </a:lnTo>
                  <a:lnTo>
                    <a:pt x="281" y="53"/>
                  </a:lnTo>
                  <a:lnTo>
                    <a:pt x="284" y="58"/>
                  </a:lnTo>
                  <a:lnTo>
                    <a:pt x="286" y="60"/>
                  </a:lnTo>
                  <a:lnTo>
                    <a:pt x="289" y="63"/>
                  </a:lnTo>
                  <a:lnTo>
                    <a:pt x="290" y="66"/>
                  </a:lnTo>
                  <a:lnTo>
                    <a:pt x="294" y="69"/>
                  </a:lnTo>
                  <a:lnTo>
                    <a:pt x="297" y="75"/>
                  </a:lnTo>
                  <a:lnTo>
                    <a:pt x="299" y="78"/>
                  </a:lnTo>
                  <a:lnTo>
                    <a:pt x="301" y="82"/>
                  </a:lnTo>
                  <a:lnTo>
                    <a:pt x="303" y="86"/>
                  </a:lnTo>
                  <a:lnTo>
                    <a:pt x="305" y="91"/>
                  </a:lnTo>
                  <a:lnTo>
                    <a:pt x="307" y="95"/>
                  </a:lnTo>
                  <a:lnTo>
                    <a:pt x="310" y="100"/>
                  </a:lnTo>
                  <a:lnTo>
                    <a:pt x="311" y="104"/>
                  </a:lnTo>
                  <a:lnTo>
                    <a:pt x="313" y="109"/>
                  </a:lnTo>
                  <a:lnTo>
                    <a:pt x="315" y="114"/>
                  </a:lnTo>
                  <a:lnTo>
                    <a:pt x="317" y="123"/>
                  </a:lnTo>
                  <a:lnTo>
                    <a:pt x="317" y="127"/>
                  </a:lnTo>
                  <a:lnTo>
                    <a:pt x="319" y="133"/>
                  </a:lnTo>
                  <a:lnTo>
                    <a:pt x="320" y="140"/>
                  </a:lnTo>
                  <a:lnTo>
                    <a:pt x="322" y="151"/>
                  </a:lnTo>
                  <a:lnTo>
                    <a:pt x="322" y="412"/>
                  </a:lnTo>
                  <a:lnTo>
                    <a:pt x="0" y="412"/>
                  </a:lnTo>
                  <a:lnTo>
                    <a:pt x="0" y="151"/>
                  </a:lnTo>
                </a:path>
              </a:pathLst>
            </a:custGeom>
            <a:noFill/>
            <a:ln w="12700">
              <a:solidFill>
                <a:srgbClr val="000000"/>
              </a:solidFill>
              <a:prstDash val="solid"/>
              <a:round/>
              <a:headEnd/>
              <a:tailEnd/>
            </a:ln>
          </p:spPr>
          <p:txBody>
            <a:bodyPr/>
            <a:lstStyle/>
            <a:p>
              <a:endParaRPr lang="nl-BE"/>
            </a:p>
          </p:txBody>
        </p:sp>
        <p:sp>
          <p:nvSpPr>
            <p:cNvPr id="12688" name="Freeform 18"/>
            <p:cNvSpPr>
              <a:spLocks/>
            </p:cNvSpPr>
            <p:nvPr/>
          </p:nvSpPr>
          <p:spPr bwMode="auto">
            <a:xfrm>
              <a:off x="4252913" y="3408363"/>
              <a:ext cx="392112" cy="503237"/>
            </a:xfrm>
            <a:custGeom>
              <a:avLst/>
              <a:gdLst>
                <a:gd name="T0" fmla="*/ 0 w 247"/>
                <a:gd name="T1" fmla="*/ 2147483647 h 317"/>
                <a:gd name="T2" fmla="*/ 2147483647 w 247"/>
                <a:gd name="T3" fmla="*/ 2147483647 h 317"/>
                <a:gd name="T4" fmla="*/ 2147483647 w 247"/>
                <a:gd name="T5" fmla="*/ 2147483647 h 317"/>
                <a:gd name="T6" fmla="*/ 2147483647 w 247"/>
                <a:gd name="T7" fmla="*/ 2147483647 h 317"/>
                <a:gd name="T8" fmla="*/ 2147483647 w 247"/>
                <a:gd name="T9" fmla="*/ 2147483647 h 317"/>
                <a:gd name="T10" fmla="*/ 2147483647 w 247"/>
                <a:gd name="T11" fmla="*/ 2147483647 h 317"/>
                <a:gd name="T12" fmla="*/ 2147483647 w 247"/>
                <a:gd name="T13" fmla="*/ 2147483647 h 317"/>
                <a:gd name="T14" fmla="*/ 2147483647 w 247"/>
                <a:gd name="T15" fmla="*/ 2147483647 h 317"/>
                <a:gd name="T16" fmla="*/ 2147483647 w 247"/>
                <a:gd name="T17" fmla="*/ 2147483647 h 317"/>
                <a:gd name="T18" fmla="*/ 2147483647 w 247"/>
                <a:gd name="T19" fmla="*/ 2147483647 h 317"/>
                <a:gd name="T20" fmla="*/ 2147483647 w 247"/>
                <a:gd name="T21" fmla="*/ 2147483647 h 317"/>
                <a:gd name="T22" fmla="*/ 2147483647 w 247"/>
                <a:gd name="T23" fmla="*/ 2147483647 h 317"/>
                <a:gd name="T24" fmla="*/ 2147483647 w 247"/>
                <a:gd name="T25" fmla="*/ 2147483647 h 317"/>
                <a:gd name="T26" fmla="*/ 2147483647 w 247"/>
                <a:gd name="T27" fmla="*/ 2147483647 h 317"/>
                <a:gd name="T28" fmla="*/ 2147483647 w 247"/>
                <a:gd name="T29" fmla="*/ 2147483647 h 317"/>
                <a:gd name="T30" fmla="*/ 2147483647 w 247"/>
                <a:gd name="T31" fmla="*/ 2147483647 h 317"/>
                <a:gd name="T32" fmla="*/ 2147483647 w 247"/>
                <a:gd name="T33" fmla="*/ 2147483647 h 317"/>
                <a:gd name="T34" fmla="*/ 2147483647 w 247"/>
                <a:gd name="T35" fmla="*/ 2147483647 h 317"/>
                <a:gd name="T36" fmla="*/ 2147483647 w 247"/>
                <a:gd name="T37" fmla="*/ 0 h 317"/>
                <a:gd name="T38" fmla="*/ 2147483647 w 247"/>
                <a:gd name="T39" fmla="*/ 0 h 317"/>
                <a:gd name="T40" fmla="*/ 2147483647 w 247"/>
                <a:gd name="T41" fmla="*/ 0 h 317"/>
                <a:gd name="T42" fmla="*/ 2147483647 w 247"/>
                <a:gd name="T43" fmla="*/ 0 h 317"/>
                <a:gd name="T44" fmla="*/ 2147483647 w 247"/>
                <a:gd name="T45" fmla="*/ 0 h 317"/>
                <a:gd name="T46" fmla="*/ 2147483647 w 247"/>
                <a:gd name="T47" fmla="*/ 2147483647 h 317"/>
                <a:gd name="T48" fmla="*/ 2147483647 w 247"/>
                <a:gd name="T49" fmla="*/ 2147483647 h 317"/>
                <a:gd name="T50" fmla="*/ 2147483647 w 247"/>
                <a:gd name="T51" fmla="*/ 2147483647 h 317"/>
                <a:gd name="T52" fmla="*/ 2147483647 w 247"/>
                <a:gd name="T53" fmla="*/ 2147483647 h 317"/>
                <a:gd name="T54" fmla="*/ 2147483647 w 247"/>
                <a:gd name="T55" fmla="*/ 2147483647 h 317"/>
                <a:gd name="T56" fmla="*/ 2147483647 w 247"/>
                <a:gd name="T57" fmla="*/ 2147483647 h 317"/>
                <a:gd name="T58" fmla="*/ 2147483647 w 247"/>
                <a:gd name="T59" fmla="*/ 2147483647 h 317"/>
                <a:gd name="T60" fmla="*/ 2147483647 w 247"/>
                <a:gd name="T61" fmla="*/ 2147483647 h 317"/>
                <a:gd name="T62" fmla="*/ 2147483647 w 247"/>
                <a:gd name="T63" fmla="*/ 2147483647 h 317"/>
                <a:gd name="T64" fmla="*/ 2147483647 w 247"/>
                <a:gd name="T65" fmla="*/ 2147483647 h 317"/>
                <a:gd name="T66" fmla="*/ 2147483647 w 247"/>
                <a:gd name="T67" fmla="*/ 2147483647 h 317"/>
                <a:gd name="T68" fmla="*/ 2147483647 w 247"/>
                <a:gd name="T69" fmla="*/ 2147483647 h 317"/>
                <a:gd name="T70" fmla="*/ 2147483647 w 247"/>
                <a:gd name="T71" fmla="*/ 2147483647 h 317"/>
                <a:gd name="T72" fmla="*/ 2147483647 w 247"/>
                <a:gd name="T73" fmla="*/ 2147483647 h 317"/>
                <a:gd name="T74" fmla="*/ 2147483647 w 247"/>
                <a:gd name="T75" fmla="*/ 2147483647 h 317"/>
                <a:gd name="T76" fmla="*/ 2147483647 w 247"/>
                <a:gd name="T77" fmla="*/ 2147483647 h 317"/>
                <a:gd name="T78" fmla="*/ 2147483647 w 247"/>
                <a:gd name="T79" fmla="*/ 2147483647 h 317"/>
                <a:gd name="T80" fmla="*/ 2147483647 w 247"/>
                <a:gd name="T81" fmla="*/ 2147483647 h 317"/>
                <a:gd name="T82" fmla="*/ 2147483647 w 247"/>
                <a:gd name="T83" fmla="*/ 2147483647 h 317"/>
                <a:gd name="T84" fmla="*/ 2147483647 w 247"/>
                <a:gd name="T85" fmla="*/ 2147483647 h 317"/>
                <a:gd name="T86" fmla="*/ 2147483647 w 247"/>
                <a:gd name="T87" fmla="*/ 2147483647 h 317"/>
                <a:gd name="T88" fmla="*/ 2147483647 w 247"/>
                <a:gd name="T89" fmla="*/ 2147483647 h 317"/>
                <a:gd name="T90" fmla="*/ 0 w 247"/>
                <a:gd name="T91" fmla="*/ 2147483647 h 31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247"/>
                <a:gd name="T139" fmla="*/ 0 h 317"/>
                <a:gd name="T140" fmla="*/ 247 w 247"/>
                <a:gd name="T141" fmla="*/ 317 h 317"/>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247" h="317">
                  <a:moveTo>
                    <a:pt x="0" y="116"/>
                  </a:moveTo>
                  <a:lnTo>
                    <a:pt x="0" y="111"/>
                  </a:lnTo>
                  <a:lnTo>
                    <a:pt x="0" y="107"/>
                  </a:lnTo>
                  <a:lnTo>
                    <a:pt x="1" y="102"/>
                  </a:lnTo>
                  <a:lnTo>
                    <a:pt x="2" y="97"/>
                  </a:lnTo>
                  <a:lnTo>
                    <a:pt x="3" y="92"/>
                  </a:lnTo>
                  <a:lnTo>
                    <a:pt x="5" y="88"/>
                  </a:lnTo>
                  <a:lnTo>
                    <a:pt x="6" y="85"/>
                  </a:lnTo>
                  <a:lnTo>
                    <a:pt x="6" y="81"/>
                  </a:lnTo>
                  <a:lnTo>
                    <a:pt x="8" y="78"/>
                  </a:lnTo>
                  <a:lnTo>
                    <a:pt x="10" y="75"/>
                  </a:lnTo>
                  <a:lnTo>
                    <a:pt x="11" y="70"/>
                  </a:lnTo>
                  <a:lnTo>
                    <a:pt x="15" y="64"/>
                  </a:lnTo>
                  <a:lnTo>
                    <a:pt x="17" y="59"/>
                  </a:lnTo>
                  <a:lnTo>
                    <a:pt x="20" y="54"/>
                  </a:lnTo>
                  <a:lnTo>
                    <a:pt x="22" y="51"/>
                  </a:lnTo>
                  <a:lnTo>
                    <a:pt x="27" y="45"/>
                  </a:lnTo>
                  <a:lnTo>
                    <a:pt x="31" y="40"/>
                  </a:lnTo>
                  <a:lnTo>
                    <a:pt x="35" y="36"/>
                  </a:lnTo>
                  <a:lnTo>
                    <a:pt x="39" y="32"/>
                  </a:lnTo>
                  <a:lnTo>
                    <a:pt x="42" y="29"/>
                  </a:lnTo>
                  <a:lnTo>
                    <a:pt x="47" y="26"/>
                  </a:lnTo>
                  <a:lnTo>
                    <a:pt x="51" y="22"/>
                  </a:lnTo>
                  <a:lnTo>
                    <a:pt x="56" y="19"/>
                  </a:lnTo>
                  <a:lnTo>
                    <a:pt x="61" y="16"/>
                  </a:lnTo>
                  <a:lnTo>
                    <a:pt x="63" y="15"/>
                  </a:lnTo>
                  <a:lnTo>
                    <a:pt x="66" y="13"/>
                  </a:lnTo>
                  <a:lnTo>
                    <a:pt x="69" y="11"/>
                  </a:lnTo>
                  <a:lnTo>
                    <a:pt x="72" y="10"/>
                  </a:lnTo>
                  <a:lnTo>
                    <a:pt x="76" y="9"/>
                  </a:lnTo>
                  <a:lnTo>
                    <a:pt x="79" y="7"/>
                  </a:lnTo>
                  <a:lnTo>
                    <a:pt x="83" y="6"/>
                  </a:lnTo>
                  <a:lnTo>
                    <a:pt x="87" y="5"/>
                  </a:lnTo>
                  <a:lnTo>
                    <a:pt x="90" y="4"/>
                  </a:lnTo>
                  <a:lnTo>
                    <a:pt x="94" y="3"/>
                  </a:lnTo>
                  <a:lnTo>
                    <a:pt x="98" y="2"/>
                  </a:lnTo>
                  <a:lnTo>
                    <a:pt x="101" y="1"/>
                  </a:lnTo>
                  <a:lnTo>
                    <a:pt x="106" y="0"/>
                  </a:lnTo>
                  <a:lnTo>
                    <a:pt x="110" y="0"/>
                  </a:lnTo>
                  <a:lnTo>
                    <a:pt x="113" y="0"/>
                  </a:lnTo>
                  <a:lnTo>
                    <a:pt x="117" y="0"/>
                  </a:lnTo>
                  <a:lnTo>
                    <a:pt x="122" y="0"/>
                  </a:lnTo>
                  <a:lnTo>
                    <a:pt x="127" y="0"/>
                  </a:lnTo>
                  <a:lnTo>
                    <a:pt x="133" y="0"/>
                  </a:lnTo>
                  <a:lnTo>
                    <a:pt x="138" y="0"/>
                  </a:lnTo>
                  <a:lnTo>
                    <a:pt x="141" y="0"/>
                  </a:lnTo>
                  <a:lnTo>
                    <a:pt x="145" y="1"/>
                  </a:lnTo>
                  <a:lnTo>
                    <a:pt x="148" y="2"/>
                  </a:lnTo>
                  <a:lnTo>
                    <a:pt x="153" y="3"/>
                  </a:lnTo>
                  <a:lnTo>
                    <a:pt x="156" y="4"/>
                  </a:lnTo>
                  <a:lnTo>
                    <a:pt x="160" y="5"/>
                  </a:lnTo>
                  <a:lnTo>
                    <a:pt x="164" y="6"/>
                  </a:lnTo>
                  <a:lnTo>
                    <a:pt x="167" y="8"/>
                  </a:lnTo>
                  <a:lnTo>
                    <a:pt x="172" y="10"/>
                  </a:lnTo>
                  <a:lnTo>
                    <a:pt x="175" y="11"/>
                  </a:lnTo>
                  <a:lnTo>
                    <a:pt x="178" y="13"/>
                  </a:lnTo>
                  <a:lnTo>
                    <a:pt x="182" y="14"/>
                  </a:lnTo>
                  <a:lnTo>
                    <a:pt x="185" y="16"/>
                  </a:lnTo>
                  <a:lnTo>
                    <a:pt x="188" y="18"/>
                  </a:lnTo>
                  <a:lnTo>
                    <a:pt x="193" y="22"/>
                  </a:lnTo>
                  <a:lnTo>
                    <a:pt x="195" y="23"/>
                  </a:lnTo>
                  <a:lnTo>
                    <a:pt x="198" y="25"/>
                  </a:lnTo>
                  <a:lnTo>
                    <a:pt x="202" y="27"/>
                  </a:lnTo>
                  <a:lnTo>
                    <a:pt x="205" y="29"/>
                  </a:lnTo>
                  <a:lnTo>
                    <a:pt x="207" y="32"/>
                  </a:lnTo>
                  <a:lnTo>
                    <a:pt x="210" y="34"/>
                  </a:lnTo>
                  <a:lnTo>
                    <a:pt x="212" y="38"/>
                  </a:lnTo>
                  <a:lnTo>
                    <a:pt x="215" y="39"/>
                  </a:lnTo>
                  <a:lnTo>
                    <a:pt x="216" y="41"/>
                  </a:lnTo>
                  <a:lnTo>
                    <a:pt x="218" y="43"/>
                  </a:lnTo>
                  <a:lnTo>
                    <a:pt x="220" y="46"/>
                  </a:lnTo>
                  <a:lnTo>
                    <a:pt x="222" y="48"/>
                  </a:lnTo>
                  <a:lnTo>
                    <a:pt x="223" y="50"/>
                  </a:lnTo>
                  <a:lnTo>
                    <a:pt x="226" y="54"/>
                  </a:lnTo>
                  <a:lnTo>
                    <a:pt x="228" y="56"/>
                  </a:lnTo>
                  <a:lnTo>
                    <a:pt x="230" y="59"/>
                  </a:lnTo>
                  <a:lnTo>
                    <a:pt x="233" y="63"/>
                  </a:lnTo>
                  <a:lnTo>
                    <a:pt x="233" y="66"/>
                  </a:lnTo>
                  <a:lnTo>
                    <a:pt x="235" y="70"/>
                  </a:lnTo>
                  <a:lnTo>
                    <a:pt x="237" y="72"/>
                  </a:lnTo>
                  <a:lnTo>
                    <a:pt x="238" y="76"/>
                  </a:lnTo>
                  <a:lnTo>
                    <a:pt x="239" y="80"/>
                  </a:lnTo>
                  <a:lnTo>
                    <a:pt x="240" y="84"/>
                  </a:lnTo>
                  <a:lnTo>
                    <a:pt x="242" y="88"/>
                  </a:lnTo>
                  <a:lnTo>
                    <a:pt x="244" y="93"/>
                  </a:lnTo>
                  <a:lnTo>
                    <a:pt x="244" y="97"/>
                  </a:lnTo>
                  <a:lnTo>
                    <a:pt x="245" y="102"/>
                  </a:lnTo>
                  <a:lnTo>
                    <a:pt x="246" y="107"/>
                  </a:lnTo>
                  <a:lnTo>
                    <a:pt x="247" y="116"/>
                  </a:lnTo>
                  <a:lnTo>
                    <a:pt x="247" y="317"/>
                  </a:lnTo>
                  <a:lnTo>
                    <a:pt x="0" y="317"/>
                  </a:lnTo>
                  <a:lnTo>
                    <a:pt x="0" y="116"/>
                  </a:lnTo>
                </a:path>
              </a:pathLst>
            </a:custGeom>
            <a:noFill/>
            <a:ln w="12700">
              <a:solidFill>
                <a:srgbClr val="000000"/>
              </a:solidFill>
              <a:prstDash val="solid"/>
              <a:round/>
              <a:headEnd/>
              <a:tailEnd/>
            </a:ln>
          </p:spPr>
          <p:txBody>
            <a:bodyPr/>
            <a:lstStyle/>
            <a:p>
              <a:endParaRPr lang="nl-BE"/>
            </a:p>
          </p:txBody>
        </p:sp>
        <p:sp>
          <p:nvSpPr>
            <p:cNvPr id="12689" name="Freeform 19"/>
            <p:cNvSpPr>
              <a:spLocks/>
            </p:cNvSpPr>
            <p:nvPr/>
          </p:nvSpPr>
          <p:spPr bwMode="auto">
            <a:xfrm>
              <a:off x="4314825" y="3433763"/>
              <a:ext cx="300038" cy="387350"/>
            </a:xfrm>
            <a:custGeom>
              <a:avLst/>
              <a:gdLst>
                <a:gd name="T0" fmla="*/ 0 w 189"/>
                <a:gd name="T1" fmla="*/ 2147483647 h 244"/>
                <a:gd name="T2" fmla="*/ 2147483647 w 189"/>
                <a:gd name="T3" fmla="*/ 2147483647 h 244"/>
                <a:gd name="T4" fmla="*/ 2147483647 w 189"/>
                <a:gd name="T5" fmla="*/ 2147483647 h 244"/>
                <a:gd name="T6" fmla="*/ 2147483647 w 189"/>
                <a:gd name="T7" fmla="*/ 2147483647 h 244"/>
                <a:gd name="T8" fmla="*/ 2147483647 w 189"/>
                <a:gd name="T9" fmla="*/ 2147483647 h 244"/>
                <a:gd name="T10" fmla="*/ 2147483647 w 189"/>
                <a:gd name="T11" fmla="*/ 2147483647 h 244"/>
                <a:gd name="T12" fmla="*/ 2147483647 w 189"/>
                <a:gd name="T13" fmla="*/ 2147483647 h 244"/>
                <a:gd name="T14" fmla="*/ 2147483647 w 189"/>
                <a:gd name="T15" fmla="*/ 2147483647 h 244"/>
                <a:gd name="T16" fmla="*/ 2147483647 w 189"/>
                <a:gd name="T17" fmla="*/ 2147483647 h 244"/>
                <a:gd name="T18" fmla="*/ 2147483647 w 189"/>
                <a:gd name="T19" fmla="*/ 2147483647 h 244"/>
                <a:gd name="T20" fmla="*/ 2147483647 w 189"/>
                <a:gd name="T21" fmla="*/ 2147483647 h 244"/>
                <a:gd name="T22" fmla="*/ 2147483647 w 189"/>
                <a:gd name="T23" fmla="*/ 2147483647 h 244"/>
                <a:gd name="T24" fmla="*/ 2147483647 w 189"/>
                <a:gd name="T25" fmla="*/ 2147483647 h 244"/>
                <a:gd name="T26" fmla="*/ 2147483647 w 189"/>
                <a:gd name="T27" fmla="*/ 2147483647 h 244"/>
                <a:gd name="T28" fmla="*/ 2147483647 w 189"/>
                <a:gd name="T29" fmla="*/ 2147483647 h 244"/>
                <a:gd name="T30" fmla="*/ 2147483647 w 189"/>
                <a:gd name="T31" fmla="*/ 2147483647 h 244"/>
                <a:gd name="T32" fmla="*/ 2147483647 w 189"/>
                <a:gd name="T33" fmla="*/ 2147483647 h 244"/>
                <a:gd name="T34" fmla="*/ 2147483647 w 189"/>
                <a:gd name="T35" fmla="*/ 2147483647 h 244"/>
                <a:gd name="T36" fmla="*/ 2147483647 w 189"/>
                <a:gd name="T37" fmla="*/ 0 h 244"/>
                <a:gd name="T38" fmla="*/ 2147483647 w 189"/>
                <a:gd name="T39" fmla="*/ 0 h 244"/>
                <a:gd name="T40" fmla="*/ 2147483647 w 189"/>
                <a:gd name="T41" fmla="*/ 0 h 244"/>
                <a:gd name="T42" fmla="*/ 2147483647 w 189"/>
                <a:gd name="T43" fmla="*/ 0 h 244"/>
                <a:gd name="T44" fmla="*/ 2147483647 w 189"/>
                <a:gd name="T45" fmla="*/ 0 h 244"/>
                <a:gd name="T46" fmla="*/ 2147483647 w 189"/>
                <a:gd name="T47" fmla="*/ 2147483647 h 244"/>
                <a:gd name="T48" fmla="*/ 2147483647 w 189"/>
                <a:gd name="T49" fmla="*/ 2147483647 h 244"/>
                <a:gd name="T50" fmla="*/ 2147483647 w 189"/>
                <a:gd name="T51" fmla="*/ 2147483647 h 244"/>
                <a:gd name="T52" fmla="*/ 2147483647 w 189"/>
                <a:gd name="T53" fmla="*/ 2147483647 h 244"/>
                <a:gd name="T54" fmla="*/ 2147483647 w 189"/>
                <a:gd name="T55" fmla="*/ 2147483647 h 244"/>
                <a:gd name="T56" fmla="*/ 2147483647 w 189"/>
                <a:gd name="T57" fmla="*/ 2147483647 h 244"/>
                <a:gd name="T58" fmla="*/ 2147483647 w 189"/>
                <a:gd name="T59" fmla="*/ 2147483647 h 244"/>
                <a:gd name="T60" fmla="*/ 2147483647 w 189"/>
                <a:gd name="T61" fmla="*/ 2147483647 h 244"/>
                <a:gd name="T62" fmla="*/ 2147483647 w 189"/>
                <a:gd name="T63" fmla="*/ 2147483647 h 244"/>
                <a:gd name="T64" fmla="*/ 2147483647 w 189"/>
                <a:gd name="T65" fmla="*/ 2147483647 h 244"/>
                <a:gd name="T66" fmla="*/ 2147483647 w 189"/>
                <a:gd name="T67" fmla="*/ 2147483647 h 244"/>
                <a:gd name="T68" fmla="*/ 2147483647 w 189"/>
                <a:gd name="T69" fmla="*/ 2147483647 h 244"/>
                <a:gd name="T70" fmla="*/ 2147483647 w 189"/>
                <a:gd name="T71" fmla="*/ 2147483647 h 244"/>
                <a:gd name="T72" fmla="*/ 2147483647 w 189"/>
                <a:gd name="T73" fmla="*/ 2147483647 h 244"/>
                <a:gd name="T74" fmla="*/ 2147483647 w 189"/>
                <a:gd name="T75" fmla="*/ 2147483647 h 244"/>
                <a:gd name="T76" fmla="*/ 2147483647 w 189"/>
                <a:gd name="T77" fmla="*/ 2147483647 h 244"/>
                <a:gd name="T78" fmla="*/ 2147483647 w 189"/>
                <a:gd name="T79" fmla="*/ 2147483647 h 244"/>
                <a:gd name="T80" fmla="*/ 2147483647 w 189"/>
                <a:gd name="T81" fmla="*/ 2147483647 h 244"/>
                <a:gd name="T82" fmla="*/ 2147483647 w 189"/>
                <a:gd name="T83" fmla="*/ 2147483647 h 244"/>
                <a:gd name="T84" fmla="*/ 2147483647 w 189"/>
                <a:gd name="T85" fmla="*/ 2147483647 h 244"/>
                <a:gd name="T86" fmla="*/ 2147483647 w 189"/>
                <a:gd name="T87" fmla="*/ 2147483647 h 244"/>
                <a:gd name="T88" fmla="*/ 2147483647 w 189"/>
                <a:gd name="T89" fmla="*/ 2147483647 h 244"/>
                <a:gd name="T90" fmla="*/ 0 w 189"/>
                <a:gd name="T91" fmla="*/ 2147483647 h 244"/>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89"/>
                <a:gd name="T139" fmla="*/ 0 h 244"/>
                <a:gd name="T140" fmla="*/ 189 w 189"/>
                <a:gd name="T141" fmla="*/ 244 h 244"/>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89" h="244">
                  <a:moveTo>
                    <a:pt x="0" y="90"/>
                  </a:moveTo>
                  <a:lnTo>
                    <a:pt x="0" y="86"/>
                  </a:lnTo>
                  <a:lnTo>
                    <a:pt x="0" y="82"/>
                  </a:lnTo>
                  <a:lnTo>
                    <a:pt x="1" y="79"/>
                  </a:lnTo>
                  <a:lnTo>
                    <a:pt x="1" y="75"/>
                  </a:lnTo>
                  <a:lnTo>
                    <a:pt x="2" y="71"/>
                  </a:lnTo>
                  <a:lnTo>
                    <a:pt x="3" y="68"/>
                  </a:lnTo>
                  <a:lnTo>
                    <a:pt x="5" y="65"/>
                  </a:lnTo>
                  <a:lnTo>
                    <a:pt x="5" y="63"/>
                  </a:lnTo>
                  <a:lnTo>
                    <a:pt x="6" y="60"/>
                  </a:lnTo>
                  <a:lnTo>
                    <a:pt x="8" y="58"/>
                  </a:lnTo>
                  <a:lnTo>
                    <a:pt x="10" y="54"/>
                  </a:lnTo>
                  <a:lnTo>
                    <a:pt x="11" y="49"/>
                  </a:lnTo>
                  <a:lnTo>
                    <a:pt x="13" y="45"/>
                  </a:lnTo>
                  <a:lnTo>
                    <a:pt x="16" y="42"/>
                  </a:lnTo>
                  <a:lnTo>
                    <a:pt x="17" y="39"/>
                  </a:lnTo>
                  <a:lnTo>
                    <a:pt x="21" y="35"/>
                  </a:lnTo>
                  <a:lnTo>
                    <a:pt x="24" y="31"/>
                  </a:lnTo>
                  <a:lnTo>
                    <a:pt x="27" y="27"/>
                  </a:lnTo>
                  <a:lnTo>
                    <a:pt x="29" y="26"/>
                  </a:lnTo>
                  <a:lnTo>
                    <a:pt x="33" y="23"/>
                  </a:lnTo>
                  <a:lnTo>
                    <a:pt x="36" y="20"/>
                  </a:lnTo>
                  <a:lnTo>
                    <a:pt x="40" y="16"/>
                  </a:lnTo>
                  <a:lnTo>
                    <a:pt x="43" y="15"/>
                  </a:lnTo>
                  <a:lnTo>
                    <a:pt x="46" y="13"/>
                  </a:lnTo>
                  <a:lnTo>
                    <a:pt x="49" y="11"/>
                  </a:lnTo>
                  <a:lnTo>
                    <a:pt x="51" y="10"/>
                  </a:lnTo>
                  <a:lnTo>
                    <a:pt x="53" y="9"/>
                  </a:lnTo>
                  <a:lnTo>
                    <a:pt x="55" y="8"/>
                  </a:lnTo>
                  <a:lnTo>
                    <a:pt x="58" y="7"/>
                  </a:lnTo>
                  <a:lnTo>
                    <a:pt x="60" y="6"/>
                  </a:lnTo>
                  <a:lnTo>
                    <a:pt x="63" y="6"/>
                  </a:lnTo>
                  <a:lnTo>
                    <a:pt x="66" y="4"/>
                  </a:lnTo>
                  <a:lnTo>
                    <a:pt x="69" y="3"/>
                  </a:lnTo>
                  <a:lnTo>
                    <a:pt x="71" y="2"/>
                  </a:lnTo>
                  <a:lnTo>
                    <a:pt x="75" y="2"/>
                  </a:lnTo>
                  <a:lnTo>
                    <a:pt x="77" y="1"/>
                  </a:lnTo>
                  <a:lnTo>
                    <a:pt x="82" y="0"/>
                  </a:lnTo>
                  <a:lnTo>
                    <a:pt x="84" y="0"/>
                  </a:lnTo>
                  <a:lnTo>
                    <a:pt x="87" y="0"/>
                  </a:lnTo>
                  <a:lnTo>
                    <a:pt x="90" y="0"/>
                  </a:lnTo>
                  <a:lnTo>
                    <a:pt x="93" y="0"/>
                  </a:lnTo>
                  <a:lnTo>
                    <a:pt x="98" y="0"/>
                  </a:lnTo>
                  <a:lnTo>
                    <a:pt x="102" y="0"/>
                  </a:lnTo>
                  <a:lnTo>
                    <a:pt x="105" y="0"/>
                  </a:lnTo>
                  <a:lnTo>
                    <a:pt x="107" y="0"/>
                  </a:lnTo>
                  <a:lnTo>
                    <a:pt x="110" y="1"/>
                  </a:lnTo>
                  <a:lnTo>
                    <a:pt x="114" y="2"/>
                  </a:lnTo>
                  <a:lnTo>
                    <a:pt x="117" y="2"/>
                  </a:lnTo>
                  <a:lnTo>
                    <a:pt x="119" y="4"/>
                  </a:lnTo>
                  <a:lnTo>
                    <a:pt x="122" y="4"/>
                  </a:lnTo>
                  <a:lnTo>
                    <a:pt x="126" y="6"/>
                  </a:lnTo>
                  <a:lnTo>
                    <a:pt x="128" y="6"/>
                  </a:lnTo>
                  <a:lnTo>
                    <a:pt x="132" y="7"/>
                  </a:lnTo>
                  <a:lnTo>
                    <a:pt x="134" y="8"/>
                  </a:lnTo>
                  <a:lnTo>
                    <a:pt x="137" y="10"/>
                  </a:lnTo>
                  <a:lnTo>
                    <a:pt x="139" y="11"/>
                  </a:lnTo>
                  <a:lnTo>
                    <a:pt x="141" y="13"/>
                  </a:lnTo>
                  <a:lnTo>
                    <a:pt x="144" y="14"/>
                  </a:lnTo>
                  <a:lnTo>
                    <a:pt x="148" y="16"/>
                  </a:lnTo>
                  <a:lnTo>
                    <a:pt x="149" y="18"/>
                  </a:lnTo>
                  <a:lnTo>
                    <a:pt x="151" y="20"/>
                  </a:lnTo>
                  <a:lnTo>
                    <a:pt x="154" y="22"/>
                  </a:lnTo>
                  <a:lnTo>
                    <a:pt x="155" y="23"/>
                  </a:lnTo>
                  <a:lnTo>
                    <a:pt x="157" y="24"/>
                  </a:lnTo>
                  <a:lnTo>
                    <a:pt x="160" y="26"/>
                  </a:lnTo>
                  <a:lnTo>
                    <a:pt x="163" y="29"/>
                  </a:lnTo>
                  <a:lnTo>
                    <a:pt x="165" y="30"/>
                  </a:lnTo>
                  <a:lnTo>
                    <a:pt x="166" y="32"/>
                  </a:lnTo>
                  <a:lnTo>
                    <a:pt x="167" y="34"/>
                  </a:lnTo>
                  <a:lnTo>
                    <a:pt x="169" y="36"/>
                  </a:lnTo>
                  <a:lnTo>
                    <a:pt x="170" y="38"/>
                  </a:lnTo>
                  <a:lnTo>
                    <a:pt x="171" y="38"/>
                  </a:lnTo>
                  <a:lnTo>
                    <a:pt x="172" y="40"/>
                  </a:lnTo>
                  <a:lnTo>
                    <a:pt x="175" y="43"/>
                  </a:lnTo>
                  <a:lnTo>
                    <a:pt x="176" y="46"/>
                  </a:lnTo>
                  <a:lnTo>
                    <a:pt x="177" y="48"/>
                  </a:lnTo>
                  <a:lnTo>
                    <a:pt x="179" y="51"/>
                  </a:lnTo>
                  <a:lnTo>
                    <a:pt x="180" y="54"/>
                  </a:lnTo>
                  <a:lnTo>
                    <a:pt x="181" y="56"/>
                  </a:lnTo>
                  <a:lnTo>
                    <a:pt x="183" y="59"/>
                  </a:lnTo>
                  <a:lnTo>
                    <a:pt x="183" y="61"/>
                  </a:lnTo>
                  <a:lnTo>
                    <a:pt x="184" y="64"/>
                  </a:lnTo>
                  <a:lnTo>
                    <a:pt x="185" y="68"/>
                  </a:lnTo>
                  <a:lnTo>
                    <a:pt x="187" y="72"/>
                  </a:lnTo>
                  <a:lnTo>
                    <a:pt x="187" y="75"/>
                  </a:lnTo>
                  <a:lnTo>
                    <a:pt x="188" y="79"/>
                  </a:lnTo>
                  <a:lnTo>
                    <a:pt x="188" y="83"/>
                  </a:lnTo>
                  <a:lnTo>
                    <a:pt x="189" y="90"/>
                  </a:lnTo>
                  <a:lnTo>
                    <a:pt x="189" y="244"/>
                  </a:lnTo>
                  <a:lnTo>
                    <a:pt x="0" y="244"/>
                  </a:lnTo>
                  <a:lnTo>
                    <a:pt x="0" y="90"/>
                  </a:lnTo>
                </a:path>
              </a:pathLst>
            </a:custGeom>
            <a:noFill/>
            <a:ln w="12700">
              <a:solidFill>
                <a:srgbClr val="000000"/>
              </a:solidFill>
              <a:prstDash val="solid"/>
              <a:round/>
              <a:headEnd/>
              <a:tailEnd/>
            </a:ln>
          </p:spPr>
          <p:txBody>
            <a:bodyPr/>
            <a:lstStyle/>
            <a:p>
              <a:endParaRPr lang="nl-BE"/>
            </a:p>
          </p:txBody>
        </p:sp>
        <p:sp>
          <p:nvSpPr>
            <p:cNvPr id="12690" name="Freeform 20"/>
            <p:cNvSpPr>
              <a:spLocks/>
            </p:cNvSpPr>
            <p:nvPr/>
          </p:nvSpPr>
          <p:spPr bwMode="auto">
            <a:xfrm>
              <a:off x="4371975" y="3465513"/>
              <a:ext cx="207963" cy="268287"/>
            </a:xfrm>
            <a:custGeom>
              <a:avLst/>
              <a:gdLst>
                <a:gd name="T0" fmla="*/ 0 w 131"/>
                <a:gd name="T1" fmla="*/ 2147483647 h 169"/>
                <a:gd name="T2" fmla="*/ 2147483647 w 131"/>
                <a:gd name="T3" fmla="*/ 2147483647 h 169"/>
                <a:gd name="T4" fmla="*/ 2147483647 w 131"/>
                <a:gd name="T5" fmla="*/ 2147483647 h 169"/>
                <a:gd name="T6" fmla="*/ 2147483647 w 131"/>
                <a:gd name="T7" fmla="*/ 2147483647 h 169"/>
                <a:gd name="T8" fmla="*/ 2147483647 w 131"/>
                <a:gd name="T9" fmla="*/ 2147483647 h 169"/>
                <a:gd name="T10" fmla="*/ 2147483647 w 131"/>
                <a:gd name="T11" fmla="*/ 2147483647 h 169"/>
                <a:gd name="T12" fmla="*/ 2147483647 w 131"/>
                <a:gd name="T13" fmla="*/ 2147483647 h 169"/>
                <a:gd name="T14" fmla="*/ 2147483647 w 131"/>
                <a:gd name="T15" fmla="*/ 2147483647 h 169"/>
                <a:gd name="T16" fmla="*/ 2147483647 w 131"/>
                <a:gd name="T17" fmla="*/ 2147483647 h 169"/>
                <a:gd name="T18" fmla="*/ 2147483647 w 131"/>
                <a:gd name="T19" fmla="*/ 2147483647 h 169"/>
                <a:gd name="T20" fmla="*/ 2147483647 w 131"/>
                <a:gd name="T21" fmla="*/ 2147483647 h 169"/>
                <a:gd name="T22" fmla="*/ 2147483647 w 131"/>
                <a:gd name="T23" fmla="*/ 2147483647 h 169"/>
                <a:gd name="T24" fmla="*/ 2147483647 w 131"/>
                <a:gd name="T25" fmla="*/ 2147483647 h 169"/>
                <a:gd name="T26" fmla="*/ 2147483647 w 131"/>
                <a:gd name="T27" fmla="*/ 2147483647 h 169"/>
                <a:gd name="T28" fmla="*/ 2147483647 w 131"/>
                <a:gd name="T29" fmla="*/ 2147483647 h 169"/>
                <a:gd name="T30" fmla="*/ 2147483647 w 131"/>
                <a:gd name="T31" fmla="*/ 2147483647 h 169"/>
                <a:gd name="T32" fmla="*/ 2147483647 w 131"/>
                <a:gd name="T33" fmla="*/ 2147483647 h 169"/>
                <a:gd name="T34" fmla="*/ 2147483647 w 131"/>
                <a:gd name="T35" fmla="*/ 2147483647 h 169"/>
                <a:gd name="T36" fmla="*/ 2147483647 w 131"/>
                <a:gd name="T37" fmla="*/ 0 h 169"/>
                <a:gd name="T38" fmla="*/ 2147483647 w 131"/>
                <a:gd name="T39" fmla="*/ 0 h 169"/>
                <a:gd name="T40" fmla="*/ 2147483647 w 131"/>
                <a:gd name="T41" fmla="*/ 0 h 169"/>
                <a:gd name="T42" fmla="*/ 2147483647 w 131"/>
                <a:gd name="T43" fmla="*/ 0 h 169"/>
                <a:gd name="T44" fmla="*/ 2147483647 w 131"/>
                <a:gd name="T45" fmla="*/ 0 h 169"/>
                <a:gd name="T46" fmla="*/ 2147483647 w 131"/>
                <a:gd name="T47" fmla="*/ 2147483647 h 169"/>
                <a:gd name="T48" fmla="*/ 2147483647 w 131"/>
                <a:gd name="T49" fmla="*/ 2147483647 h 169"/>
                <a:gd name="T50" fmla="*/ 2147483647 w 131"/>
                <a:gd name="T51" fmla="*/ 2147483647 h 169"/>
                <a:gd name="T52" fmla="*/ 2147483647 w 131"/>
                <a:gd name="T53" fmla="*/ 2147483647 h 169"/>
                <a:gd name="T54" fmla="*/ 2147483647 w 131"/>
                <a:gd name="T55" fmla="*/ 2147483647 h 169"/>
                <a:gd name="T56" fmla="*/ 2147483647 w 131"/>
                <a:gd name="T57" fmla="*/ 2147483647 h 169"/>
                <a:gd name="T58" fmla="*/ 2147483647 w 131"/>
                <a:gd name="T59" fmla="*/ 2147483647 h 169"/>
                <a:gd name="T60" fmla="*/ 2147483647 w 131"/>
                <a:gd name="T61" fmla="*/ 2147483647 h 169"/>
                <a:gd name="T62" fmla="*/ 2147483647 w 131"/>
                <a:gd name="T63" fmla="*/ 2147483647 h 169"/>
                <a:gd name="T64" fmla="*/ 2147483647 w 131"/>
                <a:gd name="T65" fmla="*/ 2147483647 h 169"/>
                <a:gd name="T66" fmla="*/ 2147483647 w 131"/>
                <a:gd name="T67" fmla="*/ 2147483647 h 169"/>
                <a:gd name="T68" fmla="*/ 2147483647 w 131"/>
                <a:gd name="T69" fmla="*/ 2147483647 h 169"/>
                <a:gd name="T70" fmla="*/ 2147483647 w 131"/>
                <a:gd name="T71" fmla="*/ 2147483647 h 169"/>
                <a:gd name="T72" fmla="*/ 2147483647 w 131"/>
                <a:gd name="T73" fmla="*/ 2147483647 h 169"/>
                <a:gd name="T74" fmla="*/ 2147483647 w 131"/>
                <a:gd name="T75" fmla="*/ 2147483647 h 169"/>
                <a:gd name="T76" fmla="*/ 2147483647 w 131"/>
                <a:gd name="T77" fmla="*/ 2147483647 h 169"/>
                <a:gd name="T78" fmla="*/ 2147483647 w 131"/>
                <a:gd name="T79" fmla="*/ 2147483647 h 169"/>
                <a:gd name="T80" fmla="*/ 2147483647 w 131"/>
                <a:gd name="T81" fmla="*/ 2147483647 h 169"/>
                <a:gd name="T82" fmla="*/ 2147483647 w 131"/>
                <a:gd name="T83" fmla="*/ 2147483647 h 169"/>
                <a:gd name="T84" fmla="*/ 2147483647 w 131"/>
                <a:gd name="T85" fmla="*/ 2147483647 h 169"/>
                <a:gd name="T86" fmla="*/ 2147483647 w 131"/>
                <a:gd name="T87" fmla="*/ 2147483647 h 169"/>
                <a:gd name="T88" fmla="*/ 0 w 131"/>
                <a:gd name="T89" fmla="*/ 2147483647 h 169"/>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31"/>
                <a:gd name="T136" fmla="*/ 0 h 169"/>
                <a:gd name="T137" fmla="*/ 131 w 131"/>
                <a:gd name="T138" fmla="*/ 169 h 169"/>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31" h="169">
                  <a:moveTo>
                    <a:pt x="0" y="62"/>
                  </a:moveTo>
                  <a:lnTo>
                    <a:pt x="0" y="59"/>
                  </a:lnTo>
                  <a:lnTo>
                    <a:pt x="0" y="56"/>
                  </a:lnTo>
                  <a:lnTo>
                    <a:pt x="1" y="54"/>
                  </a:lnTo>
                  <a:lnTo>
                    <a:pt x="1" y="51"/>
                  </a:lnTo>
                  <a:lnTo>
                    <a:pt x="1" y="49"/>
                  </a:lnTo>
                  <a:lnTo>
                    <a:pt x="2" y="46"/>
                  </a:lnTo>
                  <a:lnTo>
                    <a:pt x="2" y="44"/>
                  </a:lnTo>
                  <a:lnTo>
                    <a:pt x="3" y="43"/>
                  </a:lnTo>
                  <a:lnTo>
                    <a:pt x="4" y="41"/>
                  </a:lnTo>
                  <a:lnTo>
                    <a:pt x="5" y="39"/>
                  </a:lnTo>
                  <a:lnTo>
                    <a:pt x="6" y="36"/>
                  </a:lnTo>
                  <a:lnTo>
                    <a:pt x="8" y="34"/>
                  </a:lnTo>
                  <a:lnTo>
                    <a:pt x="8" y="31"/>
                  </a:lnTo>
                  <a:lnTo>
                    <a:pt x="10" y="28"/>
                  </a:lnTo>
                  <a:lnTo>
                    <a:pt x="12" y="27"/>
                  </a:lnTo>
                  <a:lnTo>
                    <a:pt x="13" y="24"/>
                  </a:lnTo>
                  <a:lnTo>
                    <a:pt x="17" y="21"/>
                  </a:lnTo>
                  <a:lnTo>
                    <a:pt x="19" y="18"/>
                  </a:lnTo>
                  <a:lnTo>
                    <a:pt x="20" y="18"/>
                  </a:lnTo>
                  <a:lnTo>
                    <a:pt x="22" y="16"/>
                  </a:lnTo>
                  <a:lnTo>
                    <a:pt x="24" y="14"/>
                  </a:lnTo>
                  <a:lnTo>
                    <a:pt x="27" y="11"/>
                  </a:lnTo>
                  <a:lnTo>
                    <a:pt x="30" y="10"/>
                  </a:lnTo>
                  <a:lnTo>
                    <a:pt x="32" y="8"/>
                  </a:lnTo>
                  <a:lnTo>
                    <a:pt x="33" y="7"/>
                  </a:lnTo>
                  <a:lnTo>
                    <a:pt x="35" y="7"/>
                  </a:lnTo>
                  <a:lnTo>
                    <a:pt x="36" y="6"/>
                  </a:lnTo>
                  <a:lnTo>
                    <a:pt x="38" y="5"/>
                  </a:lnTo>
                  <a:lnTo>
                    <a:pt x="40" y="4"/>
                  </a:lnTo>
                  <a:lnTo>
                    <a:pt x="41" y="3"/>
                  </a:lnTo>
                  <a:lnTo>
                    <a:pt x="43" y="3"/>
                  </a:lnTo>
                  <a:lnTo>
                    <a:pt x="46" y="3"/>
                  </a:lnTo>
                  <a:lnTo>
                    <a:pt x="47" y="2"/>
                  </a:lnTo>
                  <a:lnTo>
                    <a:pt x="49" y="2"/>
                  </a:lnTo>
                  <a:lnTo>
                    <a:pt x="52" y="1"/>
                  </a:lnTo>
                  <a:lnTo>
                    <a:pt x="53" y="0"/>
                  </a:lnTo>
                  <a:lnTo>
                    <a:pt x="56" y="0"/>
                  </a:lnTo>
                  <a:lnTo>
                    <a:pt x="57" y="0"/>
                  </a:lnTo>
                  <a:lnTo>
                    <a:pt x="60" y="0"/>
                  </a:lnTo>
                  <a:lnTo>
                    <a:pt x="62" y="0"/>
                  </a:lnTo>
                  <a:lnTo>
                    <a:pt x="65" y="0"/>
                  </a:lnTo>
                  <a:lnTo>
                    <a:pt x="67" y="0"/>
                  </a:lnTo>
                  <a:lnTo>
                    <a:pt x="70" y="0"/>
                  </a:lnTo>
                  <a:lnTo>
                    <a:pt x="73" y="0"/>
                  </a:lnTo>
                  <a:lnTo>
                    <a:pt x="74" y="0"/>
                  </a:lnTo>
                  <a:lnTo>
                    <a:pt x="76" y="0"/>
                  </a:lnTo>
                  <a:lnTo>
                    <a:pt x="78" y="1"/>
                  </a:lnTo>
                  <a:lnTo>
                    <a:pt x="81" y="2"/>
                  </a:lnTo>
                  <a:lnTo>
                    <a:pt x="83" y="2"/>
                  </a:lnTo>
                  <a:lnTo>
                    <a:pt x="85" y="3"/>
                  </a:lnTo>
                  <a:lnTo>
                    <a:pt x="87" y="3"/>
                  </a:lnTo>
                  <a:lnTo>
                    <a:pt x="89" y="3"/>
                  </a:lnTo>
                  <a:lnTo>
                    <a:pt x="91" y="5"/>
                  </a:lnTo>
                  <a:lnTo>
                    <a:pt x="92" y="6"/>
                  </a:lnTo>
                  <a:lnTo>
                    <a:pt x="95" y="7"/>
                  </a:lnTo>
                  <a:lnTo>
                    <a:pt x="96" y="7"/>
                  </a:lnTo>
                  <a:lnTo>
                    <a:pt x="98" y="8"/>
                  </a:lnTo>
                  <a:lnTo>
                    <a:pt x="100" y="9"/>
                  </a:lnTo>
                  <a:lnTo>
                    <a:pt x="102" y="11"/>
                  </a:lnTo>
                  <a:lnTo>
                    <a:pt x="103" y="12"/>
                  </a:lnTo>
                  <a:lnTo>
                    <a:pt x="105" y="13"/>
                  </a:lnTo>
                  <a:lnTo>
                    <a:pt x="107" y="14"/>
                  </a:lnTo>
                  <a:lnTo>
                    <a:pt x="108" y="16"/>
                  </a:lnTo>
                  <a:lnTo>
                    <a:pt x="108" y="17"/>
                  </a:lnTo>
                  <a:lnTo>
                    <a:pt x="110" y="18"/>
                  </a:lnTo>
                  <a:lnTo>
                    <a:pt x="112" y="19"/>
                  </a:lnTo>
                  <a:lnTo>
                    <a:pt x="113" y="20"/>
                  </a:lnTo>
                  <a:lnTo>
                    <a:pt x="113" y="22"/>
                  </a:lnTo>
                  <a:lnTo>
                    <a:pt x="115" y="23"/>
                  </a:lnTo>
                  <a:lnTo>
                    <a:pt x="116" y="24"/>
                  </a:lnTo>
                  <a:lnTo>
                    <a:pt x="117" y="25"/>
                  </a:lnTo>
                  <a:lnTo>
                    <a:pt x="118" y="27"/>
                  </a:lnTo>
                  <a:lnTo>
                    <a:pt x="119" y="28"/>
                  </a:lnTo>
                  <a:lnTo>
                    <a:pt x="120" y="30"/>
                  </a:lnTo>
                  <a:lnTo>
                    <a:pt x="121" y="32"/>
                  </a:lnTo>
                  <a:lnTo>
                    <a:pt x="123" y="34"/>
                  </a:lnTo>
                  <a:lnTo>
                    <a:pt x="124" y="36"/>
                  </a:lnTo>
                  <a:lnTo>
                    <a:pt x="124" y="38"/>
                  </a:lnTo>
                  <a:lnTo>
                    <a:pt x="127" y="40"/>
                  </a:lnTo>
                  <a:lnTo>
                    <a:pt x="127" y="42"/>
                  </a:lnTo>
                  <a:lnTo>
                    <a:pt x="128" y="44"/>
                  </a:lnTo>
                  <a:lnTo>
                    <a:pt x="129" y="46"/>
                  </a:lnTo>
                  <a:lnTo>
                    <a:pt x="130" y="50"/>
                  </a:lnTo>
                  <a:lnTo>
                    <a:pt x="130" y="52"/>
                  </a:lnTo>
                  <a:lnTo>
                    <a:pt x="130" y="54"/>
                  </a:lnTo>
                  <a:lnTo>
                    <a:pt x="130" y="57"/>
                  </a:lnTo>
                  <a:lnTo>
                    <a:pt x="131" y="62"/>
                  </a:lnTo>
                  <a:lnTo>
                    <a:pt x="131" y="169"/>
                  </a:lnTo>
                  <a:lnTo>
                    <a:pt x="0" y="169"/>
                  </a:lnTo>
                  <a:lnTo>
                    <a:pt x="0" y="62"/>
                  </a:lnTo>
                </a:path>
              </a:pathLst>
            </a:custGeom>
            <a:noFill/>
            <a:ln w="12700">
              <a:solidFill>
                <a:srgbClr val="000000"/>
              </a:solidFill>
              <a:prstDash val="solid"/>
              <a:round/>
              <a:headEnd/>
              <a:tailEnd/>
            </a:ln>
          </p:spPr>
          <p:txBody>
            <a:bodyPr/>
            <a:lstStyle/>
            <a:p>
              <a:endParaRPr lang="nl-BE"/>
            </a:p>
          </p:txBody>
        </p:sp>
        <p:sp>
          <p:nvSpPr>
            <p:cNvPr id="12691" name="Freeform 21"/>
            <p:cNvSpPr>
              <a:spLocks/>
            </p:cNvSpPr>
            <p:nvPr/>
          </p:nvSpPr>
          <p:spPr bwMode="auto">
            <a:xfrm>
              <a:off x="4408488" y="3478213"/>
              <a:ext cx="150812" cy="196850"/>
            </a:xfrm>
            <a:custGeom>
              <a:avLst/>
              <a:gdLst>
                <a:gd name="T0" fmla="*/ 0 w 95"/>
                <a:gd name="T1" fmla="*/ 2147483647 h 124"/>
                <a:gd name="T2" fmla="*/ 0 w 95"/>
                <a:gd name="T3" fmla="*/ 2147483647 h 124"/>
                <a:gd name="T4" fmla="*/ 2147483647 w 95"/>
                <a:gd name="T5" fmla="*/ 2147483647 h 124"/>
                <a:gd name="T6" fmla="*/ 2147483647 w 95"/>
                <a:gd name="T7" fmla="*/ 2147483647 h 124"/>
                <a:gd name="T8" fmla="*/ 2147483647 w 95"/>
                <a:gd name="T9" fmla="*/ 2147483647 h 124"/>
                <a:gd name="T10" fmla="*/ 2147483647 w 95"/>
                <a:gd name="T11" fmla="*/ 2147483647 h 124"/>
                <a:gd name="T12" fmla="*/ 2147483647 w 95"/>
                <a:gd name="T13" fmla="*/ 2147483647 h 124"/>
                <a:gd name="T14" fmla="*/ 2147483647 w 95"/>
                <a:gd name="T15" fmla="*/ 2147483647 h 124"/>
                <a:gd name="T16" fmla="*/ 2147483647 w 95"/>
                <a:gd name="T17" fmla="*/ 2147483647 h 124"/>
                <a:gd name="T18" fmla="*/ 2147483647 w 95"/>
                <a:gd name="T19" fmla="*/ 2147483647 h 124"/>
                <a:gd name="T20" fmla="*/ 2147483647 w 95"/>
                <a:gd name="T21" fmla="*/ 2147483647 h 124"/>
                <a:gd name="T22" fmla="*/ 2147483647 w 95"/>
                <a:gd name="T23" fmla="*/ 2147483647 h 124"/>
                <a:gd name="T24" fmla="*/ 2147483647 w 95"/>
                <a:gd name="T25" fmla="*/ 2147483647 h 124"/>
                <a:gd name="T26" fmla="*/ 2147483647 w 95"/>
                <a:gd name="T27" fmla="*/ 2147483647 h 124"/>
                <a:gd name="T28" fmla="*/ 2147483647 w 95"/>
                <a:gd name="T29" fmla="*/ 2147483647 h 124"/>
                <a:gd name="T30" fmla="*/ 2147483647 w 95"/>
                <a:gd name="T31" fmla="*/ 2147483647 h 124"/>
                <a:gd name="T32" fmla="*/ 2147483647 w 95"/>
                <a:gd name="T33" fmla="*/ 2147483647 h 124"/>
                <a:gd name="T34" fmla="*/ 2147483647 w 95"/>
                <a:gd name="T35" fmla="*/ 0 h 124"/>
                <a:gd name="T36" fmla="*/ 2147483647 w 95"/>
                <a:gd name="T37" fmla="*/ 0 h 124"/>
                <a:gd name="T38" fmla="*/ 2147483647 w 95"/>
                <a:gd name="T39" fmla="*/ 0 h 124"/>
                <a:gd name="T40" fmla="*/ 2147483647 w 95"/>
                <a:gd name="T41" fmla="*/ 0 h 124"/>
                <a:gd name="T42" fmla="*/ 2147483647 w 95"/>
                <a:gd name="T43" fmla="*/ 0 h 124"/>
                <a:gd name="T44" fmla="*/ 2147483647 w 95"/>
                <a:gd name="T45" fmla="*/ 0 h 124"/>
                <a:gd name="T46" fmla="*/ 2147483647 w 95"/>
                <a:gd name="T47" fmla="*/ 2147483647 h 124"/>
                <a:gd name="T48" fmla="*/ 2147483647 w 95"/>
                <a:gd name="T49" fmla="*/ 2147483647 h 124"/>
                <a:gd name="T50" fmla="*/ 2147483647 w 95"/>
                <a:gd name="T51" fmla="*/ 2147483647 h 124"/>
                <a:gd name="T52" fmla="*/ 2147483647 w 95"/>
                <a:gd name="T53" fmla="*/ 2147483647 h 124"/>
                <a:gd name="T54" fmla="*/ 2147483647 w 95"/>
                <a:gd name="T55" fmla="*/ 2147483647 h 124"/>
                <a:gd name="T56" fmla="*/ 2147483647 w 95"/>
                <a:gd name="T57" fmla="*/ 2147483647 h 124"/>
                <a:gd name="T58" fmla="*/ 2147483647 w 95"/>
                <a:gd name="T59" fmla="*/ 2147483647 h 124"/>
                <a:gd name="T60" fmla="*/ 2147483647 w 95"/>
                <a:gd name="T61" fmla="*/ 2147483647 h 124"/>
                <a:gd name="T62" fmla="*/ 2147483647 w 95"/>
                <a:gd name="T63" fmla="*/ 2147483647 h 124"/>
                <a:gd name="T64" fmla="*/ 2147483647 w 95"/>
                <a:gd name="T65" fmla="*/ 2147483647 h 124"/>
                <a:gd name="T66" fmla="*/ 2147483647 w 95"/>
                <a:gd name="T67" fmla="*/ 2147483647 h 124"/>
                <a:gd name="T68" fmla="*/ 2147483647 w 95"/>
                <a:gd name="T69" fmla="*/ 2147483647 h 124"/>
                <a:gd name="T70" fmla="*/ 2147483647 w 95"/>
                <a:gd name="T71" fmla="*/ 2147483647 h 124"/>
                <a:gd name="T72" fmla="*/ 2147483647 w 95"/>
                <a:gd name="T73" fmla="*/ 2147483647 h 124"/>
                <a:gd name="T74" fmla="*/ 2147483647 w 95"/>
                <a:gd name="T75" fmla="*/ 2147483647 h 124"/>
                <a:gd name="T76" fmla="*/ 2147483647 w 95"/>
                <a:gd name="T77" fmla="*/ 2147483647 h 124"/>
                <a:gd name="T78" fmla="*/ 2147483647 w 95"/>
                <a:gd name="T79" fmla="*/ 2147483647 h 124"/>
                <a:gd name="T80" fmla="*/ 2147483647 w 95"/>
                <a:gd name="T81" fmla="*/ 2147483647 h 124"/>
                <a:gd name="T82" fmla="*/ 2147483647 w 95"/>
                <a:gd name="T83" fmla="*/ 2147483647 h 124"/>
                <a:gd name="T84" fmla="*/ 2147483647 w 95"/>
                <a:gd name="T85" fmla="*/ 2147483647 h 124"/>
                <a:gd name="T86" fmla="*/ 2147483647 w 95"/>
                <a:gd name="T87" fmla="*/ 2147483647 h 124"/>
                <a:gd name="T88" fmla="*/ 0 w 95"/>
                <a:gd name="T89" fmla="*/ 2147483647 h 12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95"/>
                <a:gd name="T136" fmla="*/ 0 h 124"/>
                <a:gd name="T137" fmla="*/ 95 w 95"/>
                <a:gd name="T138" fmla="*/ 124 h 124"/>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95" h="124">
                  <a:moveTo>
                    <a:pt x="0" y="46"/>
                  </a:moveTo>
                  <a:lnTo>
                    <a:pt x="0" y="44"/>
                  </a:lnTo>
                  <a:lnTo>
                    <a:pt x="0" y="42"/>
                  </a:lnTo>
                  <a:lnTo>
                    <a:pt x="0" y="40"/>
                  </a:lnTo>
                  <a:lnTo>
                    <a:pt x="0" y="38"/>
                  </a:lnTo>
                  <a:lnTo>
                    <a:pt x="1" y="36"/>
                  </a:lnTo>
                  <a:lnTo>
                    <a:pt x="1" y="35"/>
                  </a:lnTo>
                  <a:lnTo>
                    <a:pt x="1" y="33"/>
                  </a:lnTo>
                  <a:lnTo>
                    <a:pt x="2" y="31"/>
                  </a:lnTo>
                  <a:lnTo>
                    <a:pt x="3" y="30"/>
                  </a:lnTo>
                  <a:lnTo>
                    <a:pt x="4" y="27"/>
                  </a:lnTo>
                  <a:lnTo>
                    <a:pt x="5" y="26"/>
                  </a:lnTo>
                  <a:lnTo>
                    <a:pt x="7" y="23"/>
                  </a:lnTo>
                  <a:lnTo>
                    <a:pt x="7" y="21"/>
                  </a:lnTo>
                  <a:lnTo>
                    <a:pt x="8" y="20"/>
                  </a:lnTo>
                  <a:lnTo>
                    <a:pt x="10" y="18"/>
                  </a:lnTo>
                  <a:lnTo>
                    <a:pt x="12" y="15"/>
                  </a:lnTo>
                  <a:lnTo>
                    <a:pt x="13" y="14"/>
                  </a:lnTo>
                  <a:lnTo>
                    <a:pt x="15" y="13"/>
                  </a:lnTo>
                  <a:lnTo>
                    <a:pt x="16" y="11"/>
                  </a:lnTo>
                  <a:lnTo>
                    <a:pt x="18" y="10"/>
                  </a:lnTo>
                  <a:lnTo>
                    <a:pt x="19" y="9"/>
                  </a:lnTo>
                  <a:lnTo>
                    <a:pt x="21" y="8"/>
                  </a:lnTo>
                  <a:lnTo>
                    <a:pt x="23" y="6"/>
                  </a:lnTo>
                  <a:lnTo>
                    <a:pt x="24" y="6"/>
                  </a:lnTo>
                  <a:lnTo>
                    <a:pt x="25" y="5"/>
                  </a:lnTo>
                  <a:lnTo>
                    <a:pt x="26" y="4"/>
                  </a:lnTo>
                  <a:lnTo>
                    <a:pt x="28" y="4"/>
                  </a:lnTo>
                  <a:lnTo>
                    <a:pt x="29" y="4"/>
                  </a:lnTo>
                  <a:lnTo>
                    <a:pt x="30" y="3"/>
                  </a:lnTo>
                  <a:lnTo>
                    <a:pt x="31" y="3"/>
                  </a:lnTo>
                  <a:lnTo>
                    <a:pt x="33" y="2"/>
                  </a:lnTo>
                  <a:lnTo>
                    <a:pt x="34" y="1"/>
                  </a:lnTo>
                  <a:lnTo>
                    <a:pt x="35" y="1"/>
                  </a:lnTo>
                  <a:lnTo>
                    <a:pt x="37" y="1"/>
                  </a:lnTo>
                  <a:lnTo>
                    <a:pt x="39" y="0"/>
                  </a:lnTo>
                  <a:lnTo>
                    <a:pt x="40" y="0"/>
                  </a:lnTo>
                  <a:lnTo>
                    <a:pt x="42" y="0"/>
                  </a:lnTo>
                  <a:lnTo>
                    <a:pt x="44" y="0"/>
                  </a:lnTo>
                  <a:lnTo>
                    <a:pt x="46" y="0"/>
                  </a:lnTo>
                  <a:lnTo>
                    <a:pt x="47" y="0"/>
                  </a:lnTo>
                  <a:lnTo>
                    <a:pt x="49" y="0"/>
                  </a:lnTo>
                  <a:lnTo>
                    <a:pt x="51" y="0"/>
                  </a:lnTo>
                  <a:lnTo>
                    <a:pt x="53" y="0"/>
                  </a:lnTo>
                  <a:lnTo>
                    <a:pt x="54" y="0"/>
                  </a:lnTo>
                  <a:lnTo>
                    <a:pt x="56" y="0"/>
                  </a:lnTo>
                  <a:lnTo>
                    <a:pt x="57" y="1"/>
                  </a:lnTo>
                  <a:lnTo>
                    <a:pt x="58" y="1"/>
                  </a:lnTo>
                  <a:lnTo>
                    <a:pt x="60" y="2"/>
                  </a:lnTo>
                  <a:lnTo>
                    <a:pt x="62" y="2"/>
                  </a:lnTo>
                  <a:lnTo>
                    <a:pt x="62" y="3"/>
                  </a:lnTo>
                  <a:lnTo>
                    <a:pt x="64" y="3"/>
                  </a:lnTo>
                  <a:lnTo>
                    <a:pt x="66" y="4"/>
                  </a:lnTo>
                  <a:lnTo>
                    <a:pt x="68" y="4"/>
                  </a:lnTo>
                  <a:lnTo>
                    <a:pt x="68" y="5"/>
                  </a:lnTo>
                  <a:lnTo>
                    <a:pt x="70" y="6"/>
                  </a:lnTo>
                  <a:lnTo>
                    <a:pt x="71" y="6"/>
                  </a:lnTo>
                  <a:lnTo>
                    <a:pt x="73" y="7"/>
                  </a:lnTo>
                  <a:lnTo>
                    <a:pt x="74" y="8"/>
                  </a:lnTo>
                  <a:lnTo>
                    <a:pt x="75" y="10"/>
                  </a:lnTo>
                  <a:lnTo>
                    <a:pt x="76" y="10"/>
                  </a:lnTo>
                  <a:lnTo>
                    <a:pt x="78" y="10"/>
                  </a:lnTo>
                  <a:lnTo>
                    <a:pt x="79" y="11"/>
                  </a:lnTo>
                  <a:lnTo>
                    <a:pt x="79" y="12"/>
                  </a:lnTo>
                  <a:lnTo>
                    <a:pt x="80" y="13"/>
                  </a:lnTo>
                  <a:lnTo>
                    <a:pt x="81" y="15"/>
                  </a:lnTo>
                  <a:lnTo>
                    <a:pt x="82" y="15"/>
                  </a:lnTo>
                  <a:lnTo>
                    <a:pt x="83" y="16"/>
                  </a:lnTo>
                  <a:lnTo>
                    <a:pt x="84" y="17"/>
                  </a:lnTo>
                  <a:lnTo>
                    <a:pt x="84" y="18"/>
                  </a:lnTo>
                  <a:lnTo>
                    <a:pt x="85" y="19"/>
                  </a:lnTo>
                  <a:lnTo>
                    <a:pt x="85" y="20"/>
                  </a:lnTo>
                  <a:lnTo>
                    <a:pt x="86" y="20"/>
                  </a:lnTo>
                  <a:lnTo>
                    <a:pt x="87" y="22"/>
                  </a:lnTo>
                  <a:lnTo>
                    <a:pt x="89" y="24"/>
                  </a:lnTo>
                  <a:lnTo>
                    <a:pt x="89" y="25"/>
                  </a:lnTo>
                  <a:lnTo>
                    <a:pt x="90" y="26"/>
                  </a:lnTo>
                  <a:lnTo>
                    <a:pt x="90" y="27"/>
                  </a:lnTo>
                  <a:lnTo>
                    <a:pt x="90" y="28"/>
                  </a:lnTo>
                  <a:lnTo>
                    <a:pt x="91" y="30"/>
                  </a:lnTo>
                  <a:lnTo>
                    <a:pt x="92" y="31"/>
                  </a:lnTo>
                  <a:lnTo>
                    <a:pt x="92" y="33"/>
                  </a:lnTo>
                  <a:lnTo>
                    <a:pt x="93" y="35"/>
                  </a:lnTo>
                  <a:lnTo>
                    <a:pt x="94" y="36"/>
                  </a:lnTo>
                  <a:lnTo>
                    <a:pt x="94" y="38"/>
                  </a:lnTo>
                  <a:lnTo>
                    <a:pt x="94" y="40"/>
                  </a:lnTo>
                  <a:lnTo>
                    <a:pt x="95" y="42"/>
                  </a:lnTo>
                  <a:lnTo>
                    <a:pt x="95" y="46"/>
                  </a:lnTo>
                  <a:lnTo>
                    <a:pt x="95" y="124"/>
                  </a:lnTo>
                  <a:lnTo>
                    <a:pt x="0" y="124"/>
                  </a:lnTo>
                  <a:lnTo>
                    <a:pt x="0" y="46"/>
                  </a:lnTo>
                </a:path>
              </a:pathLst>
            </a:custGeom>
            <a:noFill/>
            <a:ln w="12700">
              <a:solidFill>
                <a:srgbClr val="000000"/>
              </a:solidFill>
              <a:prstDash val="solid"/>
              <a:round/>
              <a:headEnd/>
              <a:tailEnd/>
            </a:ln>
          </p:spPr>
          <p:txBody>
            <a:bodyPr/>
            <a:lstStyle/>
            <a:p>
              <a:endParaRPr lang="nl-BE"/>
            </a:p>
          </p:txBody>
        </p:sp>
        <p:sp>
          <p:nvSpPr>
            <p:cNvPr id="12692" name="Freeform 22"/>
            <p:cNvSpPr>
              <a:spLocks/>
            </p:cNvSpPr>
            <p:nvPr/>
          </p:nvSpPr>
          <p:spPr bwMode="auto">
            <a:xfrm>
              <a:off x="4445000" y="3494088"/>
              <a:ext cx="93663" cy="120650"/>
            </a:xfrm>
            <a:custGeom>
              <a:avLst/>
              <a:gdLst>
                <a:gd name="T0" fmla="*/ 0 w 59"/>
                <a:gd name="T1" fmla="*/ 2147483647 h 76"/>
                <a:gd name="T2" fmla="*/ 0 w 59"/>
                <a:gd name="T3" fmla="*/ 2147483647 h 76"/>
                <a:gd name="T4" fmla="*/ 2147483647 w 59"/>
                <a:gd name="T5" fmla="*/ 2147483647 h 76"/>
                <a:gd name="T6" fmla="*/ 2147483647 w 59"/>
                <a:gd name="T7" fmla="*/ 2147483647 h 76"/>
                <a:gd name="T8" fmla="*/ 2147483647 w 59"/>
                <a:gd name="T9" fmla="*/ 2147483647 h 76"/>
                <a:gd name="T10" fmla="*/ 2147483647 w 59"/>
                <a:gd name="T11" fmla="*/ 2147483647 h 76"/>
                <a:gd name="T12" fmla="*/ 2147483647 w 59"/>
                <a:gd name="T13" fmla="*/ 2147483647 h 76"/>
                <a:gd name="T14" fmla="*/ 2147483647 w 59"/>
                <a:gd name="T15" fmla="*/ 2147483647 h 76"/>
                <a:gd name="T16" fmla="*/ 2147483647 w 59"/>
                <a:gd name="T17" fmla="*/ 2147483647 h 76"/>
                <a:gd name="T18" fmla="*/ 2147483647 w 59"/>
                <a:gd name="T19" fmla="*/ 2147483647 h 76"/>
                <a:gd name="T20" fmla="*/ 2147483647 w 59"/>
                <a:gd name="T21" fmla="*/ 2147483647 h 76"/>
                <a:gd name="T22" fmla="*/ 2147483647 w 59"/>
                <a:gd name="T23" fmla="*/ 2147483647 h 76"/>
                <a:gd name="T24" fmla="*/ 2147483647 w 59"/>
                <a:gd name="T25" fmla="*/ 2147483647 h 76"/>
                <a:gd name="T26" fmla="*/ 2147483647 w 59"/>
                <a:gd name="T27" fmla="*/ 2147483647 h 76"/>
                <a:gd name="T28" fmla="*/ 2147483647 w 59"/>
                <a:gd name="T29" fmla="*/ 0 h 76"/>
                <a:gd name="T30" fmla="*/ 2147483647 w 59"/>
                <a:gd name="T31" fmla="*/ 0 h 76"/>
                <a:gd name="T32" fmla="*/ 2147483647 w 59"/>
                <a:gd name="T33" fmla="*/ 0 h 76"/>
                <a:gd name="T34" fmla="*/ 2147483647 w 59"/>
                <a:gd name="T35" fmla="*/ 0 h 76"/>
                <a:gd name="T36" fmla="*/ 2147483647 w 59"/>
                <a:gd name="T37" fmla="*/ 0 h 76"/>
                <a:gd name="T38" fmla="*/ 2147483647 w 59"/>
                <a:gd name="T39" fmla="*/ 0 h 76"/>
                <a:gd name="T40" fmla="*/ 2147483647 w 59"/>
                <a:gd name="T41" fmla="*/ 0 h 76"/>
                <a:gd name="T42" fmla="*/ 2147483647 w 59"/>
                <a:gd name="T43" fmla="*/ 0 h 76"/>
                <a:gd name="T44" fmla="*/ 2147483647 w 59"/>
                <a:gd name="T45" fmla="*/ 2147483647 h 76"/>
                <a:gd name="T46" fmla="*/ 2147483647 w 59"/>
                <a:gd name="T47" fmla="*/ 2147483647 h 76"/>
                <a:gd name="T48" fmla="*/ 2147483647 w 59"/>
                <a:gd name="T49" fmla="*/ 2147483647 h 76"/>
                <a:gd name="T50" fmla="*/ 2147483647 w 59"/>
                <a:gd name="T51" fmla="*/ 2147483647 h 76"/>
                <a:gd name="T52" fmla="*/ 2147483647 w 59"/>
                <a:gd name="T53" fmla="*/ 2147483647 h 76"/>
                <a:gd name="T54" fmla="*/ 2147483647 w 59"/>
                <a:gd name="T55" fmla="*/ 2147483647 h 76"/>
                <a:gd name="T56" fmla="*/ 2147483647 w 59"/>
                <a:gd name="T57" fmla="*/ 2147483647 h 76"/>
                <a:gd name="T58" fmla="*/ 2147483647 w 59"/>
                <a:gd name="T59" fmla="*/ 2147483647 h 76"/>
                <a:gd name="T60" fmla="*/ 2147483647 w 59"/>
                <a:gd name="T61" fmla="*/ 2147483647 h 76"/>
                <a:gd name="T62" fmla="*/ 2147483647 w 59"/>
                <a:gd name="T63" fmla="*/ 2147483647 h 76"/>
                <a:gd name="T64" fmla="*/ 2147483647 w 59"/>
                <a:gd name="T65" fmla="*/ 2147483647 h 76"/>
                <a:gd name="T66" fmla="*/ 2147483647 w 59"/>
                <a:gd name="T67" fmla="*/ 2147483647 h 76"/>
                <a:gd name="T68" fmla="*/ 2147483647 w 59"/>
                <a:gd name="T69" fmla="*/ 2147483647 h 76"/>
                <a:gd name="T70" fmla="*/ 2147483647 w 59"/>
                <a:gd name="T71" fmla="*/ 2147483647 h 76"/>
                <a:gd name="T72" fmla="*/ 2147483647 w 59"/>
                <a:gd name="T73" fmla="*/ 2147483647 h 76"/>
                <a:gd name="T74" fmla="*/ 2147483647 w 59"/>
                <a:gd name="T75" fmla="*/ 2147483647 h 76"/>
                <a:gd name="T76" fmla="*/ 0 w 59"/>
                <a:gd name="T77" fmla="*/ 2147483647 h 7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59"/>
                <a:gd name="T118" fmla="*/ 0 h 76"/>
                <a:gd name="T119" fmla="*/ 59 w 59"/>
                <a:gd name="T120" fmla="*/ 76 h 7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59" h="76">
                  <a:moveTo>
                    <a:pt x="0" y="27"/>
                  </a:moveTo>
                  <a:lnTo>
                    <a:pt x="0" y="26"/>
                  </a:lnTo>
                  <a:lnTo>
                    <a:pt x="0" y="25"/>
                  </a:lnTo>
                  <a:lnTo>
                    <a:pt x="0" y="24"/>
                  </a:lnTo>
                  <a:lnTo>
                    <a:pt x="1" y="23"/>
                  </a:lnTo>
                  <a:lnTo>
                    <a:pt x="1" y="21"/>
                  </a:lnTo>
                  <a:lnTo>
                    <a:pt x="1" y="20"/>
                  </a:lnTo>
                  <a:lnTo>
                    <a:pt x="2" y="19"/>
                  </a:lnTo>
                  <a:lnTo>
                    <a:pt x="2" y="18"/>
                  </a:lnTo>
                  <a:lnTo>
                    <a:pt x="3" y="17"/>
                  </a:lnTo>
                  <a:lnTo>
                    <a:pt x="3" y="16"/>
                  </a:lnTo>
                  <a:lnTo>
                    <a:pt x="4" y="15"/>
                  </a:lnTo>
                  <a:lnTo>
                    <a:pt x="5" y="14"/>
                  </a:lnTo>
                  <a:lnTo>
                    <a:pt x="5" y="12"/>
                  </a:lnTo>
                  <a:lnTo>
                    <a:pt x="6" y="12"/>
                  </a:lnTo>
                  <a:lnTo>
                    <a:pt x="6" y="10"/>
                  </a:lnTo>
                  <a:lnTo>
                    <a:pt x="8" y="9"/>
                  </a:lnTo>
                  <a:lnTo>
                    <a:pt x="9" y="8"/>
                  </a:lnTo>
                  <a:lnTo>
                    <a:pt x="9" y="7"/>
                  </a:lnTo>
                  <a:lnTo>
                    <a:pt x="11" y="6"/>
                  </a:lnTo>
                  <a:lnTo>
                    <a:pt x="11" y="5"/>
                  </a:lnTo>
                  <a:lnTo>
                    <a:pt x="12" y="5"/>
                  </a:lnTo>
                  <a:lnTo>
                    <a:pt x="14" y="4"/>
                  </a:lnTo>
                  <a:lnTo>
                    <a:pt x="15" y="3"/>
                  </a:lnTo>
                  <a:lnTo>
                    <a:pt x="16" y="2"/>
                  </a:lnTo>
                  <a:lnTo>
                    <a:pt x="17" y="2"/>
                  </a:lnTo>
                  <a:lnTo>
                    <a:pt x="17" y="1"/>
                  </a:lnTo>
                  <a:lnTo>
                    <a:pt x="18" y="1"/>
                  </a:lnTo>
                  <a:lnTo>
                    <a:pt x="19" y="0"/>
                  </a:lnTo>
                  <a:lnTo>
                    <a:pt x="20" y="0"/>
                  </a:lnTo>
                  <a:lnTo>
                    <a:pt x="21" y="0"/>
                  </a:lnTo>
                  <a:lnTo>
                    <a:pt x="22" y="0"/>
                  </a:lnTo>
                  <a:lnTo>
                    <a:pt x="23" y="0"/>
                  </a:lnTo>
                  <a:lnTo>
                    <a:pt x="24" y="0"/>
                  </a:lnTo>
                  <a:lnTo>
                    <a:pt x="25" y="0"/>
                  </a:lnTo>
                  <a:lnTo>
                    <a:pt x="27" y="0"/>
                  </a:lnTo>
                  <a:lnTo>
                    <a:pt x="28" y="0"/>
                  </a:lnTo>
                  <a:lnTo>
                    <a:pt x="29" y="0"/>
                  </a:lnTo>
                  <a:lnTo>
                    <a:pt x="30" y="0"/>
                  </a:lnTo>
                  <a:lnTo>
                    <a:pt x="32" y="0"/>
                  </a:lnTo>
                  <a:lnTo>
                    <a:pt x="34" y="0"/>
                  </a:lnTo>
                  <a:lnTo>
                    <a:pt x="35" y="0"/>
                  </a:lnTo>
                  <a:lnTo>
                    <a:pt x="37" y="0"/>
                  </a:lnTo>
                  <a:lnTo>
                    <a:pt x="39" y="0"/>
                  </a:lnTo>
                  <a:lnTo>
                    <a:pt x="41" y="1"/>
                  </a:lnTo>
                  <a:lnTo>
                    <a:pt x="41" y="2"/>
                  </a:lnTo>
                  <a:lnTo>
                    <a:pt x="43" y="2"/>
                  </a:lnTo>
                  <a:lnTo>
                    <a:pt x="45" y="3"/>
                  </a:lnTo>
                  <a:lnTo>
                    <a:pt x="45" y="4"/>
                  </a:lnTo>
                  <a:lnTo>
                    <a:pt x="46" y="4"/>
                  </a:lnTo>
                  <a:lnTo>
                    <a:pt x="46" y="5"/>
                  </a:lnTo>
                  <a:lnTo>
                    <a:pt x="47" y="5"/>
                  </a:lnTo>
                  <a:lnTo>
                    <a:pt x="48" y="5"/>
                  </a:lnTo>
                  <a:lnTo>
                    <a:pt x="49" y="6"/>
                  </a:lnTo>
                  <a:lnTo>
                    <a:pt x="49" y="7"/>
                  </a:lnTo>
                  <a:lnTo>
                    <a:pt x="50" y="7"/>
                  </a:lnTo>
                  <a:lnTo>
                    <a:pt x="50" y="8"/>
                  </a:lnTo>
                  <a:lnTo>
                    <a:pt x="51" y="9"/>
                  </a:lnTo>
                  <a:lnTo>
                    <a:pt x="51" y="10"/>
                  </a:lnTo>
                  <a:lnTo>
                    <a:pt x="52" y="10"/>
                  </a:lnTo>
                  <a:lnTo>
                    <a:pt x="53" y="10"/>
                  </a:lnTo>
                  <a:lnTo>
                    <a:pt x="53" y="11"/>
                  </a:lnTo>
                  <a:lnTo>
                    <a:pt x="53" y="12"/>
                  </a:lnTo>
                  <a:lnTo>
                    <a:pt x="54" y="13"/>
                  </a:lnTo>
                  <a:lnTo>
                    <a:pt x="55" y="14"/>
                  </a:lnTo>
                  <a:lnTo>
                    <a:pt x="55" y="15"/>
                  </a:lnTo>
                  <a:lnTo>
                    <a:pt x="56" y="16"/>
                  </a:lnTo>
                  <a:lnTo>
                    <a:pt x="56" y="17"/>
                  </a:lnTo>
                  <a:lnTo>
                    <a:pt x="56" y="18"/>
                  </a:lnTo>
                  <a:lnTo>
                    <a:pt x="57" y="20"/>
                  </a:lnTo>
                  <a:lnTo>
                    <a:pt x="57" y="21"/>
                  </a:lnTo>
                  <a:lnTo>
                    <a:pt x="58" y="23"/>
                  </a:lnTo>
                  <a:lnTo>
                    <a:pt x="58" y="24"/>
                  </a:lnTo>
                  <a:lnTo>
                    <a:pt x="58" y="25"/>
                  </a:lnTo>
                  <a:lnTo>
                    <a:pt x="59" y="27"/>
                  </a:lnTo>
                  <a:lnTo>
                    <a:pt x="59" y="76"/>
                  </a:lnTo>
                  <a:lnTo>
                    <a:pt x="0" y="76"/>
                  </a:lnTo>
                  <a:lnTo>
                    <a:pt x="0" y="27"/>
                  </a:lnTo>
                </a:path>
              </a:pathLst>
            </a:custGeom>
            <a:noFill/>
            <a:ln w="12700">
              <a:solidFill>
                <a:srgbClr val="000000"/>
              </a:solidFill>
              <a:prstDash val="solid"/>
              <a:round/>
              <a:headEnd/>
              <a:tailEnd/>
            </a:ln>
          </p:spPr>
          <p:txBody>
            <a:bodyPr/>
            <a:lstStyle/>
            <a:p>
              <a:endParaRPr lang="nl-BE"/>
            </a:p>
          </p:txBody>
        </p:sp>
        <p:sp>
          <p:nvSpPr>
            <p:cNvPr id="12693" name="Freeform 23"/>
            <p:cNvSpPr>
              <a:spLocks/>
            </p:cNvSpPr>
            <p:nvPr/>
          </p:nvSpPr>
          <p:spPr bwMode="auto">
            <a:xfrm>
              <a:off x="4438650" y="3490913"/>
              <a:ext cx="101600" cy="134937"/>
            </a:xfrm>
            <a:custGeom>
              <a:avLst/>
              <a:gdLst>
                <a:gd name="T0" fmla="*/ 0 w 64"/>
                <a:gd name="T1" fmla="*/ 2147483647 h 85"/>
                <a:gd name="T2" fmla="*/ 0 w 64"/>
                <a:gd name="T3" fmla="*/ 2147483647 h 85"/>
                <a:gd name="T4" fmla="*/ 0 w 64"/>
                <a:gd name="T5" fmla="*/ 2147483647 h 85"/>
                <a:gd name="T6" fmla="*/ 2147483647 w 64"/>
                <a:gd name="T7" fmla="*/ 2147483647 h 85"/>
                <a:gd name="T8" fmla="*/ 2147483647 w 64"/>
                <a:gd name="T9" fmla="*/ 2147483647 h 85"/>
                <a:gd name="T10" fmla="*/ 2147483647 w 64"/>
                <a:gd name="T11" fmla="*/ 2147483647 h 85"/>
                <a:gd name="T12" fmla="*/ 2147483647 w 64"/>
                <a:gd name="T13" fmla="*/ 2147483647 h 85"/>
                <a:gd name="T14" fmla="*/ 2147483647 w 64"/>
                <a:gd name="T15" fmla="*/ 2147483647 h 85"/>
                <a:gd name="T16" fmla="*/ 2147483647 w 64"/>
                <a:gd name="T17" fmla="*/ 2147483647 h 85"/>
                <a:gd name="T18" fmla="*/ 2147483647 w 64"/>
                <a:gd name="T19" fmla="*/ 2147483647 h 85"/>
                <a:gd name="T20" fmla="*/ 2147483647 w 64"/>
                <a:gd name="T21" fmla="*/ 2147483647 h 85"/>
                <a:gd name="T22" fmla="*/ 2147483647 w 64"/>
                <a:gd name="T23" fmla="*/ 2147483647 h 85"/>
                <a:gd name="T24" fmla="*/ 2147483647 w 64"/>
                <a:gd name="T25" fmla="*/ 2147483647 h 85"/>
                <a:gd name="T26" fmla="*/ 2147483647 w 64"/>
                <a:gd name="T27" fmla="*/ 2147483647 h 85"/>
                <a:gd name="T28" fmla="*/ 2147483647 w 64"/>
                <a:gd name="T29" fmla="*/ 2147483647 h 85"/>
                <a:gd name="T30" fmla="*/ 2147483647 w 64"/>
                <a:gd name="T31" fmla="*/ 0 h 85"/>
                <a:gd name="T32" fmla="*/ 2147483647 w 64"/>
                <a:gd name="T33" fmla="*/ 0 h 85"/>
                <a:gd name="T34" fmla="*/ 2147483647 w 64"/>
                <a:gd name="T35" fmla="*/ 0 h 85"/>
                <a:gd name="T36" fmla="*/ 2147483647 w 64"/>
                <a:gd name="T37" fmla="*/ 0 h 85"/>
                <a:gd name="T38" fmla="*/ 2147483647 w 64"/>
                <a:gd name="T39" fmla="*/ 0 h 85"/>
                <a:gd name="T40" fmla="*/ 2147483647 w 64"/>
                <a:gd name="T41" fmla="*/ 2147483647 h 85"/>
                <a:gd name="T42" fmla="*/ 2147483647 w 64"/>
                <a:gd name="T43" fmla="*/ 2147483647 h 85"/>
                <a:gd name="T44" fmla="*/ 2147483647 w 64"/>
                <a:gd name="T45" fmla="*/ 2147483647 h 85"/>
                <a:gd name="T46" fmla="*/ 2147483647 w 64"/>
                <a:gd name="T47" fmla="*/ 2147483647 h 85"/>
                <a:gd name="T48" fmla="*/ 2147483647 w 64"/>
                <a:gd name="T49" fmla="*/ 2147483647 h 85"/>
                <a:gd name="T50" fmla="*/ 2147483647 w 64"/>
                <a:gd name="T51" fmla="*/ 2147483647 h 85"/>
                <a:gd name="T52" fmla="*/ 2147483647 w 64"/>
                <a:gd name="T53" fmla="*/ 2147483647 h 85"/>
                <a:gd name="T54" fmla="*/ 2147483647 w 64"/>
                <a:gd name="T55" fmla="*/ 2147483647 h 85"/>
                <a:gd name="T56" fmla="*/ 2147483647 w 64"/>
                <a:gd name="T57" fmla="*/ 2147483647 h 85"/>
                <a:gd name="T58" fmla="*/ 2147483647 w 64"/>
                <a:gd name="T59" fmla="*/ 2147483647 h 85"/>
                <a:gd name="T60" fmla="*/ 2147483647 w 64"/>
                <a:gd name="T61" fmla="*/ 2147483647 h 85"/>
                <a:gd name="T62" fmla="*/ 2147483647 w 64"/>
                <a:gd name="T63" fmla="*/ 2147483647 h 85"/>
                <a:gd name="T64" fmla="*/ 2147483647 w 64"/>
                <a:gd name="T65" fmla="*/ 2147483647 h 85"/>
                <a:gd name="T66" fmla="*/ 2147483647 w 64"/>
                <a:gd name="T67" fmla="*/ 2147483647 h 85"/>
                <a:gd name="T68" fmla="*/ 2147483647 w 64"/>
                <a:gd name="T69" fmla="*/ 2147483647 h 85"/>
                <a:gd name="T70" fmla="*/ 2147483647 w 64"/>
                <a:gd name="T71" fmla="*/ 2147483647 h 85"/>
                <a:gd name="T72" fmla="*/ 2147483647 w 64"/>
                <a:gd name="T73" fmla="*/ 2147483647 h 85"/>
                <a:gd name="T74" fmla="*/ 2147483647 w 64"/>
                <a:gd name="T75" fmla="*/ 2147483647 h 85"/>
                <a:gd name="T76" fmla="*/ 2147483647 w 64"/>
                <a:gd name="T77" fmla="*/ 2147483647 h 85"/>
                <a:gd name="T78" fmla="*/ 0 w 64"/>
                <a:gd name="T79" fmla="*/ 2147483647 h 8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64"/>
                <a:gd name="T121" fmla="*/ 0 h 85"/>
                <a:gd name="T122" fmla="*/ 64 w 64"/>
                <a:gd name="T123" fmla="*/ 85 h 85"/>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64" h="85">
                  <a:moveTo>
                    <a:pt x="0" y="31"/>
                  </a:moveTo>
                  <a:lnTo>
                    <a:pt x="0" y="30"/>
                  </a:lnTo>
                  <a:lnTo>
                    <a:pt x="0" y="28"/>
                  </a:lnTo>
                  <a:lnTo>
                    <a:pt x="0" y="27"/>
                  </a:lnTo>
                  <a:lnTo>
                    <a:pt x="0" y="25"/>
                  </a:lnTo>
                  <a:lnTo>
                    <a:pt x="0" y="23"/>
                  </a:lnTo>
                  <a:lnTo>
                    <a:pt x="1" y="22"/>
                  </a:lnTo>
                  <a:lnTo>
                    <a:pt x="1" y="21"/>
                  </a:lnTo>
                  <a:lnTo>
                    <a:pt x="2" y="20"/>
                  </a:lnTo>
                  <a:lnTo>
                    <a:pt x="2" y="18"/>
                  </a:lnTo>
                  <a:lnTo>
                    <a:pt x="4" y="18"/>
                  </a:lnTo>
                  <a:lnTo>
                    <a:pt x="4" y="16"/>
                  </a:lnTo>
                  <a:lnTo>
                    <a:pt x="4" y="14"/>
                  </a:lnTo>
                  <a:lnTo>
                    <a:pt x="5" y="14"/>
                  </a:lnTo>
                  <a:lnTo>
                    <a:pt x="6" y="12"/>
                  </a:lnTo>
                  <a:lnTo>
                    <a:pt x="8" y="11"/>
                  </a:lnTo>
                  <a:lnTo>
                    <a:pt x="9" y="9"/>
                  </a:lnTo>
                  <a:lnTo>
                    <a:pt x="10" y="8"/>
                  </a:lnTo>
                  <a:lnTo>
                    <a:pt x="10" y="7"/>
                  </a:lnTo>
                  <a:lnTo>
                    <a:pt x="12" y="7"/>
                  </a:lnTo>
                  <a:lnTo>
                    <a:pt x="13" y="6"/>
                  </a:lnTo>
                  <a:lnTo>
                    <a:pt x="14" y="5"/>
                  </a:lnTo>
                  <a:lnTo>
                    <a:pt x="15" y="4"/>
                  </a:lnTo>
                  <a:lnTo>
                    <a:pt x="16" y="3"/>
                  </a:lnTo>
                  <a:lnTo>
                    <a:pt x="17" y="3"/>
                  </a:lnTo>
                  <a:lnTo>
                    <a:pt x="18" y="2"/>
                  </a:lnTo>
                  <a:lnTo>
                    <a:pt x="20" y="2"/>
                  </a:lnTo>
                  <a:lnTo>
                    <a:pt x="21" y="2"/>
                  </a:lnTo>
                  <a:lnTo>
                    <a:pt x="23" y="1"/>
                  </a:lnTo>
                  <a:lnTo>
                    <a:pt x="24" y="1"/>
                  </a:lnTo>
                  <a:lnTo>
                    <a:pt x="25" y="1"/>
                  </a:lnTo>
                  <a:lnTo>
                    <a:pt x="27" y="0"/>
                  </a:lnTo>
                  <a:lnTo>
                    <a:pt x="28" y="0"/>
                  </a:lnTo>
                  <a:lnTo>
                    <a:pt x="29" y="0"/>
                  </a:lnTo>
                  <a:lnTo>
                    <a:pt x="31" y="0"/>
                  </a:lnTo>
                  <a:lnTo>
                    <a:pt x="32" y="0"/>
                  </a:lnTo>
                  <a:lnTo>
                    <a:pt x="34" y="0"/>
                  </a:lnTo>
                  <a:lnTo>
                    <a:pt x="36" y="0"/>
                  </a:lnTo>
                  <a:lnTo>
                    <a:pt x="37" y="0"/>
                  </a:lnTo>
                  <a:lnTo>
                    <a:pt x="38" y="0"/>
                  </a:lnTo>
                  <a:lnTo>
                    <a:pt x="38" y="1"/>
                  </a:lnTo>
                  <a:lnTo>
                    <a:pt x="39" y="1"/>
                  </a:lnTo>
                  <a:lnTo>
                    <a:pt x="41" y="2"/>
                  </a:lnTo>
                  <a:lnTo>
                    <a:pt x="42" y="2"/>
                  </a:lnTo>
                  <a:lnTo>
                    <a:pt x="43" y="2"/>
                  </a:lnTo>
                  <a:lnTo>
                    <a:pt x="44" y="2"/>
                  </a:lnTo>
                  <a:lnTo>
                    <a:pt x="45" y="2"/>
                  </a:lnTo>
                  <a:lnTo>
                    <a:pt x="46" y="3"/>
                  </a:lnTo>
                  <a:lnTo>
                    <a:pt x="47" y="3"/>
                  </a:lnTo>
                  <a:lnTo>
                    <a:pt x="49" y="4"/>
                  </a:lnTo>
                  <a:lnTo>
                    <a:pt x="50" y="5"/>
                  </a:lnTo>
                  <a:lnTo>
                    <a:pt x="51" y="6"/>
                  </a:lnTo>
                  <a:lnTo>
                    <a:pt x="52" y="7"/>
                  </a:lnTo>
                  <a:lnTo>
                    <a:pt x="53" y="7"/>
                  </a:lnTo>
                  <a:lnTo>
                    <a:pt x="54" y="8"/>
                  </a:lnTo>
                  <a:lnTo>
                    <a:pt x="54" y="9"/>
                  </a:lnTo>
                  <a:lnTo>
                    <a:pt x="55" y="10"/>
                  </a:lnTo>
                  <a:lnTo>
                    <a:pt x="56" y="11"/>
                  </a:lnTo>
                  <a:lnTo>
                    <a:pt x="57" y="12"/>
                  </a:lnTo>
                  <a:lnTo>
                    <a:pt x="58" y="12"/>
                  </a:lnTo>
                  <a:lnTo>
                    <a:pt x="58" y="13"/>
                  </a:lnTo>
                  <a:lnTo>
                    <a:pt x="59" y="14"/>
                  </a:lnTo>
                  <a:lnTo>
                    <a:pt x="60" y="15"/>
                  </a:lnTo>
                  <a:lnTo>
                    <a:pt x="60" y="16"/>
                  </a:lnTo>
                  <a:lnTo>
                    <a:pt x="60" y="17"/>
                  </a:lnTo>
                  <a:lnTo>
                    <a:pt x="60" y="18"/>
                  </a:lnTo>
                  <a:lnTo>
                    <a:pt x="61" y="18"/>
                  </a:lnTo>
                  <a:lnTo>
                    <a:pt x="61" y="19"/>
                  </a:lnTo>
                  <a:lnTo>
                    <a:pt x="61" y="20"/>
                  </a:lnTo>
                  <a:lnTo>
                    <a:pt x="62" y="21"/>
                  </a:lnTo>
                  <a:lnTo>
                    <a:pt x="63" y="22"/>
                  </a:lnTo>
                  <a:lnTo>
                    <a:pt x="63" y="23"/>
                  </a:lnTo>
                  <a:lnTo>
                    <a:pt x="63" y="25"/>
                  </a:lnTo>
                  <a:lnTo>
                    <a:pt x="63" y="26"/>
                  </a:lnTo>
                  <a:lnTo>
                    <a:pt x="63" y="27"/>
                  </a:lnTo>
                  <a:lnTo>
                    <a:pt x="64" y="28"/>
                  </a:lnTo>
                  <a:lnTo>
                    <a:pt x="64" y="31"/>
                  </a:lnTo>
                  <a:lnTo>
                    <a:pt x="64" y="85"/>
                  </a:lnTo>
                  <a:lnTo>
                    <a:pt x="0" y="85"/>
                  </a:lnTo>
                  <a:lnTo>
                    <a:pt x="0" y="31"/>
                  </a:lnTo>
                </a:path>
              </a:pathLst>
            </a:custGeom>
            <a:noFill/>
            <a:ln w="12700">
              <a:solidFill>
                <a:srgbClr val="000000"/>
              </a:solidFill>
              <a:prstDash val="solid"/>
              <a:round/>
              <a:headEnd/>
              <a:tailEnd/>
            </a:ln>
          </p:spPr>
          <p:txBody>
            <a:bodyPr/>
            <a:lstStyle/>
            <a:p>
              <a:endParaRPr lang="nl-BE"/>
            </a:p>
          </p:txBody>
        </p:sp>
        <p:sp>
          <p:nvSpPr>
            <p:cNvPr id="12694" name="Freeform 24"/>
            <p:cNvSpPr>
              <a:spLocks/>
            </p:cNvSpPr>
            <p:nvPr/>
          </p:nvSpPr>
          <p:spPr bwMode="auto">
            <a:xfrm>
              <a:off x="4430713" y="3487738"/>
              <a:ext cx="115887" cy="155575"/>
            </a:xfrm>
            <a:custGeom>
              <a:avLst/>
              <a:gdLst>
                <a:gd name="T0" fmla="*/ 0 w 73"/>
                <a:gd name="T1" fmla="*/ 2147483647 h 98"/>
                <a:gd name="T2" fmla="*/ 0 w 73"/>
                <a:gd name="T3" fmla="*/ 2147483647 h 98"/>
                <a:gd name="T4" fmla="*/ 2147483647 w 73"/>
                <a:gd name="T5" fmla="*/ 2147483647 h 98"/>
                <a:gd name="T6" fmla="*/ 2147483647 w 73"/>
                <a:gd name="T7" fmla="*/ 2147483647 h 98"/>
                <a:gd name="T8" fmla="*/ 2147483647 w 73"/>
                <a:gd name="T9" fmla="*/ 2147483647 h 98"/>
                <a:gd name="T10" fmla="*/ 2147483647 w 73"/>
                <a:gd name="T11" fmla="*/ 2147483647 h 98"/>
                <a:gd name="T12" fmla="*/ 2147483647 w 73"/>
                <a:gd name="T13" fmla="*/ 2147483647 h 98"/>
                <a:gd name="T14" fmla="*/ 2147483647 w 73"/>
                <a:gd name="T15" fmla="*/ 2147483647 h 98"/>
                <a:gd name="T16" fmla="*/ 2147483647 w 73"/>
                <a:gd name="T17" fmla="*/ 2147483647 h 98"/>
                <a:gd name="T18" fmla="*/ 2147483647 w 73"/>
                <a:gd name="T19" fmla="*/ 2147483647 h 98"/>
                <a:gd name="T20" fmla="*/ 2147483647 w 73"/>
                <a:gd name="T21" fmla="*/ 2147483647 h 98"/>
                <a:gd name="T22" fmla="*/ 2147483647 w 73"/>
                <a:gd name="T23" fmla="*/ 2147483647 h 98"/>
                <a:gd name="T24" fmla="*/ 2147483647 w 73"/>
                <a:gd name="T25" fmla="*/ 2147483647 h 98"/>
                <a:gd name="T26" fmla="*/ 2147483647 w 73"/>
                <a:gd name="T27" fmla="*/ 2147483647 h 98"/>
                <a:gd name="T28" fmla="*/ 2147483647 w 73"/>
                <a:gd name="T29" fmla="*/ 2147483647 h 98"/>
                <a:gd name="T30" fmla="*/ 2147483647 w 73"/>
                <a:gd name="T31" fmla="*/ 2147483647 h 98"/>
                <a:gd name="T32" fmla="*/ 2147483647 w 73"/>
                <a:gd name="T33" fmla="*/ 2147483647 h 98"/>
                <a:gd name="T34" fmla="*/ 2147483647 w 73"/>
                <a:gd name="T35" fmla="*/ 0 h 98"/>
                <a:gd name="T36" fmla="*/ 2147483647 w 73"/>
                <a:gd name="T37" fmla="*/ 0 h 98"/>
                <a:gd name="T38" fmla="*/ 2147483647 w 73"/>
                <a:gd name="T39" fmla="*/ 0 h 98"/>
                <a:gd name="T40" fmla="*/ 2147483647 w 73"/>
                <a:gd name="T41" fmla="*/ 0 h 98"/>
                <a:gd name="T42" fmla="*/ 2147483647 w 73"/>
                <a:gd name="T43" fmla="*/ 2147483647 h 98"/>
                <a:gd name="T44" fmla="*/ 2147483647 w 73"/>
                <a:gd name="T45" fmla="*/ 2147483647 h 98"/>
                <a:gd name="T46" fmla="*/ 2147483647 w 73"/>
                <a:gd name="T47" fmla="*/ 2147483647 h 98"/>
                <a:gd name="T48" fmla="*/ 2147483647 w 73"/>
                <a:gd name="T49" fmla="*/ 2147483647 h 98"/>
                <a:gd name="T50" fmla="*/ 2147483647 w 73"/>
                <a:gd name="T51" fmla="*/ 2147483647 h 98"/>
                <a:gd name="T52" fmla="*/ 2147483647 w 73"/>
                <a:gd name="T53" fmla="*/ 2147483647 h 98"/>
                <a:gd name="T54" fmla="*/ 2147483647 w 73"/>
                <a:gd name="T55" fmla="*/ 2147483647 h 98"/>
                <a:gd name="T56" fmla="*/ 2147483647 w 73"/>
                <a:gd name="T57" fmla="*/ 2147483647 h 98"/>
                <a:gd name="T58" fmla="*/ 2147483647 w 73"/>
                <a:gd name="T59" fmla="*/ 2147483647 h 98"/>
                <a:gd name="T60" fmla="*/ 2147483647 w 73"/>
                <a:gd name="T61" fmla="*/ 2147483647 h 98"/>
                <a:gd name="T62" fmla="*/ 2147483647 w 73"/>
                <a:gd name="T63" fmla="*/ 2147483647 h 98"/>
                <a:gd name="T64" fmla="*/ 2147483647 w 73"/>
                <a:gd name="T65" fmla="*/ 2147483647 h 98"/>
                <a:gd name="T66" fmla="*/ 2147483647 w 73"/>
                <a:gd name="T67" fmla="*/ 2147483647 h 98"/>
                <a:gd name="T68" fmla="*/ 2147483647 w 73"/>
                <a:gd name="T69" fmla="*/ 2147483647 h 98"/>
                <a:gd name="T70" fmla="*/ 2147483647 w 73"/>
                <a:gd name="T71" fmla="*/ 2147483647 h 98"/>
                <a:gd name="T72" fmla="*/ 2147483647 w 73"/>
                <a:gd name="T73" fmla="*/ 2147483647 h 98"/>
                <a:gd name="T74" fmla="*/ 2147483647 w 73"/>
                <a:gd name="T75" fmla="*/ 2147483647 h 98"/>
                <a:gd name="T76" fmla="*/ 2147483647 w 73"/>
                <a:gd name="T77" fmla="*/ 2147483647 h 98"/>
                <a:gd name="T78" fmla="*/ 2147483647 w 73"/>
                <a:gd name="T79" fmla="*/ 2147483647 h 98"/>
                <a:gd name="T80" fmla="*/ 0 w 73"/>
                <a:gd name="T81" fmla="*/ 2147483647 h 9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73"/>
                <a:gd name="T124" fmla="*/ 0 h 98"/>
                <a:gd name="T125" fmla="*/ 73 w 73"/>
                <a:gd name="T126" fmla="*/ 98 h 9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73" h="98">
                  <a:moveTo>
                    <a:pt x="0" y="36"/>
                  </a:moveTo>
                  <a:lnTo>
                    <a:pt x="0" y="34"/>
                  </a:lnTo>
                  <a:lnTo>
                    <a:pt x="0" y="33"/>
                  </a:lnTo>
                  <a:lnTo>
                    <a:pt x="0" y="31"/>
                  </a:lnTo>
                  <a:lnTo>
                    <a:pt x="1" y="30"/>
                  </a:lnTo>
                  <a:lnTo>
                    <a:pt x="1" y="29"/>
                  </a:lnTo>
                  <a:lnTo>
                    <a:pt x="1" y="27"/>
                  </a:lnTo>
                  <a:lnTo>
                    <a:pt x="1" y="26"/>
                  </a:lnTo>
                  <a:lnTo>
                    <a:pt x="2" y="25"/>
                  </a:lnTo>
                  <a:lnTo>
                    <a:pt x="2" y="24"/>
                  </a:lnTo>
                  <a:lnTo>
                    <a:pt x="3" y="23"/>
                  </a:lnTo>
                  <a:lnTo>
                    <a:pt x="3" y="21"/>
                  </a:lnTo>
                  <a:lnTo>
                    <a:pt x="4" y="20"/>
                  </a:lnTo>
                  <a:lnTo>
                    <a:pt x="4" y="18"/>
                  </a:lnTo>
                  <a:lnTo>
                    <a:pt x="5" y="17"/>
                  </a:lnTo>
                  <a:lnTo>
                    <a:pt x="6" y="16"/>
                  </a:lnTo>
                  <a:lnTo>
                    <a:pt x="8" y="14"/>
                  </a:lnTo>
                  <a:lnTo>
                    <a:pt x="9" y="13"/>
                  </a:lnTo>
                  <a:lnTo>
                    <a:pt x="10" y="11"/>
                  </a:lnTo>
                  <a:lnTo>
                    <a:pt x="11" y="10"/>
                  </a:lnTo>
                  <a:lnTo>
                    <a:pt x="13" y="9"/>
                  </a:lnTo>
                  <a:lnTo>
                    <a:pt x="14" y="8"/>
                  </a:lnTo>
                  <a:lnTo>
                    <a:pt x="15" y="6"/>
                  </a:lnTo>
                  <a:lnTo>
                    <a:pt x="16" y="6"/>
                  </a:lnTo>
                  <a:lnTo>
                    <a:pt x="18" y="4"/>
                  </a:lnTo>
                  <a:lnTo>
                    <a:pt x="19" y="4"/>
                  </a:lnTo>
                  <a:lnTo>
                    <a:pt x="20" y="4"/>
                  </a:lnTo>
                  <a:lnTo>
                    <a:pt x="21" y="4"/>
                  </a:lnTo>
                  <a:lnTo>
                    <a:pt x="23" y="3"/>
                  </a:lnTo>
                  <a:lnTo>
                    <a:pt x="25" y="2"/>
                  </a:lnTo>
                  <a:lnTo>
                    <a:pt x="26" y="2"/>
                  </a:lnTo>
                  <a:lnTo>
                    <a:pt x="26" y="1"/>
                  </a:lnTo>
                  <a:lnTo>
                    <a:pt x="28" y="1"/>
                  </a:lnTo>
                  <a:lnTo>
                    <a:pt x="29" y="1"/>
                  </a:lnTo>
                  <a:lnTo>
                    <a:pt x="30" y="0"/>
                  </a:lnTo>
                  <a:lnTo>
                    <a:pt x="32" y="0"/>
                  </a:lnTo>
                  <a:lnTo>
                    <a:pt x="33" y="0"/>
                  </a:lnTo>
                  <a:lnTo>
                    <a:pt x="35" y="0"/>
                  </a:lnTo>
                  <a:lnTo>
                    <a:pt x="37" y="0"/>
                  </a:lnTo>
                  <a:lnTo>
                    <a:pt x="40" y="0"/>
                  </a:lnTo>
                  <a:lnTo>
                    <a:pt x="41" y="0"/>
                  </a:lnTo>
                  <a:lnTo>
                    <a:pt x="43" y="0"/>
                  </a:lnTo>
                  <a:lnTo>
                    <a:pt x="44" y="1"/>
                  </a:lnTo>
                  <a:lnTo>
                    <a:pt x="46" y="1"/>
                  </a:lnTo>
                  <a:lnTo>
                    <a:pt x="47" y="2"/>
                  </a:lnTo>
                  <a:lnTo>
                    <a:pt x="48" y="2"/>
                  </a:lnTo>
                  <a:lnTo>
                    <a:pt x="50" y="3"/>
                  </a:lnTo>
                  <a:lnTo>
                    <a:pt x="51" y="4"/>
                  </a:lnTo>
                  <a:lnTo>
                    <a:pt x="52" y="4"/>
                  </a:lnTo>
                  <a:lnTo>
                    <a:pt x="54" y="4"/>
                  </a:lnTo>
                  <a:lnTo>
                    <a:pt x="55" y="4"/>
                  </a:lnTo>
                  <a:lnTo>
                    <a:pt x="57" y="5"/>
                  </a:lnTo>
                  <a:lnTo>
                    <a:pt x="58" y="6"/>
                  </a:lnTo>
                  <a:lnTo>
                    <a:pt x="59" y="7"/>
                  </a:lnTo>
                  <a:lnTo>
                    <a:pt x="59" y="8"/>
                  </a:lnTo>
                  <a:lnTo>
                    <a:pt x="60" y="9"/>
                  </a:lnTo>
                  <a:lnTo>
                    <a:pt x="61" y="9"/>
                  </a:lnTo>
                  <a:lnTo>
                    <a:pt x="62" y="9"/>
                  </a:lnTo>
                  <a:lnTo>
                    <a:pt x="63" y="10"/>
                  </a:lnTo>
                  <a:lnTo>
                    <a:pt x="64" y="11"/>
                  </a:lnTo>
                  <a:lnTo>
                    <a:pt x="64" y="12"/>
                  </a:lnTo>
                  <a:lnTo>
                    <a:pt x="65" y="13"/>
                  </a:lnTo>
                  <a:lnTo>
                    <a:pt x="65" y="14"/>
                  </a:lnTo>
                  <a:lnTo>
                    <a:pt x="66" y="14"/>
                  </a:lnTo>
                  <a:lnTo>
                    <a:pt x="66" y="16"/>
                  </a:lnTo>
                  <a:lnTo>
                    <a:pt x="67" y="16"/>
                  </a:lnTo>
                  <a:lnTo>
                    <a:pt x="68" y="17"/>
                  </a:lnTo>
                  <a:lnTo>
                    <a:pt x="69" y="18"/>
                  </a:lnTo>
                  <a:lnTo>
                    <a:pt x="70" y="20"/>
                  </a:lnTo>
                  <a:lnTo>
                    <a:pt x="70" y="21"/>
                  </a:lnTo>
                  <a:lnTo>
                    <a:pt x="70" y="22"/>
                  </a:lnTo>
                  <a:lnTo>
                    <a:pt x="71" y="24"/>
                  </a:lnTo>
                  <a:lnTo>
                    <a:pt x="71" y="25"/>
                  </a:lnTo>
                  <a:lnTo>
                    <a:pt x="72" y="27"/>
                  </a:lnTo>
                  <a:lnTo>
                    <a:pt x="73" y="29"/>
                  </a:lnTo>
                  <a:lnTo>
                    <a:pt x="73" y="30"/>
                  </a:lnTo>
                  <a:lnTo>
                    <a:pt x="73" y="31"/>
                  </a:lnTo>
                  <a:lnTo>
                    <a:pt x="73" y="34"/>
                  </a:lnTo>
                  <a:lnTo>
                    <a:pt x="73" y="36"/>
                  </a:lnTo>
                  <a:lnTo>
                    <a:pt x="73" y="98"/>
                  </a:lnTo>
                  <a:lnTo>
                    <a:pt x="0" y="98"/>
                  </a:lnTo>
                  <a:lnTo>
                    <a:pt x="0" y="36"/>
                  </a:lnTo>
                </a:path>
              </a:pathLst>
            </a:custGeom>
            <a:noFill/>
            <a:ln w="12700">
              <a:solidFill>
                <a:srgbClr val="000000"/>
              </a:solidFill>
              <a:prstDash val="solid"/>
              <a:round/>
              <a:headEnd/>
              <a:tailEnd/>
            </a:ln>
          </p:spPr>
          <p:txBody>
            <a:bodyPr/>
            <a:lstStyle/>
            <a:p>
              <a:endParaRPr lang="nl-BE"/>
            </a:p>
          </p:txBody>
        </p:sp>
        <p:sp>
          <p:nvSpPr>
            <p:cNvPr id="12695" name="Freeform 25"/>
            <p:cNvSpPr>
              <a:spLocks/>
            </p:cNvSpPr>
            <p:nvPr/>
          </p:nvSpPr>
          <p:spPr bwMode="auto">
            <a:xfrm>
              <a:off x="4460875" y="3505200"/>
              <a:ext cx="68263" cy="92075"/>
            </a:xfrm>
            <a:custGeom>
              <a:avLst/>
              <a:gdLst>
                <a:gd name="T0" fmla="*/ 0 w 43"/>
                <a:gd name="T1" fmla="*/ 2147483647 h 58"/>
                <a:gd name="T2" fmla="*/ 0 w 43"/>
                <a:gd name="T3" fmla="*/ 2147483647 h 58"/>
                <a:gd name="T4" fmla="*/ 2147483647 w 43"/>
                <a:gd name="T5" fmla="*/ 2147483647 h 58"/>
                <a:gd name="T6" fmla="*/ 2147483647 w 43"/>
                <a:gd name="T7" fmla="*/ 2147483647 h 58"/>
                <a:gd name="T8" fmla="*/ 2147483647 w 43"/>
                <a:gd name="T9" fmla="*/ 2147483647 h 58"/>
                <a:gd name="T10" fmla="*/ 2147483647 w 43"/>
                <a:gd name="T11" fmla="*/ 2147483647 h 58"/>
                <a:gd name="T12" fmla="*/ 2147483647 w 43"/>
                <a:gd name="T13" fmla="*/ 2147483647 h 58"/>
                <a:gd name="T14" fmla="*/ 2147483647 w 43"/>
                <a:gd name="T15" fmla="*/ 2147483647 h 58"/>
                <a:gd name="T16" fmla="*/ 2147483647 w 43"/>
                <a:gd name="T17" fmla="*/ 2147483647 h 58"/>
                <a:gd name="T18" fmla="*/ 2147483647 w 43"/>
                <a:gd name="T19" fmla="*/ 2147483647 h 58"/>
                <a:gd name="T20" fmla="*/ 2147483647 w 43"/>
                <a:gd name="T21" fmla="*/ 2147483647 h 58"/>
                <a:gd name="T22" fmla="*/ 2147483647 w 43"/>
                <a:gd name="T23" fmla="*/ 2147483647 h 58"/>
                <a:gd name="T24" fmla="*/ 2147483647 w 43"/>
                <a:gd name="T25" fmla="*/ 2147483647 h 58"/>
                <a:gd name="T26" fmla="*/ 2147483647 w 43"/>
                <a:gd name="T27" fmla="*/ 0 h 58"/>
                <a:gd name="T28" fmla="*/ 2147483647 w 43"/>
                <a:gd name="T29" fmla="*/ 0 h 58"/>
                <a:gd name="T30" fmla="*/ 2147483647 w 43"/>
                <a:gd name="T31" fmla="*/ 0 h 58"/>
                <a:gd name="T32" fmla="*/ 2147483647 w 43"/>
                <a:gd name="T33" fmla="*/ 2147483647 h 58"/>
                <a:gd name="T34" fmla="*/ 2147483647 w 43"/>
                <a:gd name="T35" fmla="*/ 2147483647 h 58"/>
                <a:gd name="T36" fmla="*/ 2147483647 w 43"/>
                <a:gd name="T37" fmla="*/ 2147483647 h 58"/>
                <a:gd name="T38" fmla="*/ 2147483647 w 43"/>
                <a:gd name="T39" fmla="*/ 2147483647 h 58"/>
                <a:gd name="T40" fmla="*/ 2147483647 w 43"/>
                <a:gd name="T41" fmla="*/ 2147483647 h 58"/>
                <a:gd name="T42" fmla="*/ 2147483647 w 43"/>
                <a:gd name="T43" fmla="*/ 2147483647 h 58"/>
                <a:gd name="T44" fmla="*/ 2147483647 w 43"/>
                <a:gd name="T45" fmla="*/ 2147483647 h 58"/>
                <a:gd name="T46" fmla="*/ 2147483647 w 43"/>
                <a:gd name="T47" fmla="*/ 2147483647 h 58"/>
                <a:gd name="T48" fmla="*/ 2147483647 w 43"/>
                <a:gd name="T49" fmla="*/ 2147483647 h 58"/>
                <a:gd name="T50" fmla="*/ 2147483647 w 43"/>
                <a:gd name="T51" fmla="*/ 2147483647 h 58"/>
                <a:gd name="T52" fmla="*/ 2147483647 w 43"/>
                <a:gd name="T53" fmla="*/ 2147483647 h 58"/>
                <a:gd name="T54" fmla="*/ 2147483647 w 43"/>
                <a:gd name="T55" fmla="*/ 2147483647 h 58"/>
                <a:gd name="T56" fmla="*/ 2147483647 w 43"/>
                <a:gd name="T57" fmla="*/ 2147483647 h 58"/>
                <a:gd name="T58" fmla="*/ 2147483647 w 43"/>
                <a:gd name="T59" fmla="*/ 2147483647 h 58"/>
                <a:gd name="T60" fmla="*/ 2147483647 w 43"/>
                <a:gd name="T61" fmla="*/ 2147483647 h 58"/>
                <a:gd name="T62" fmla="*/ 2147483647 w 43"/>
                <a:gd name="T63" fmla="*/ 2147483647 h 58"/>
                <a:gd name="T64" fmla="*/ 0 w 43"/>
                <a:gd name="T65" fmla="*/ 2147483647 h 5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43"/>
                <a:gd name="T100" fmla="*/ 0 h 58"/>
                <a:gd name="T101" fmla="*/ 43 w 43"/>
                <a:gd name="T102" fmla="*/ 58 h 5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43" h="58">
                  <a:moveTo>
                    <a:pt x="0" y="21"/>
                  </a:moveTo>
                  <a:lnTo>
                    <a:pt x="0" y="20"/>
                  </a:lnTo>
                  <a:lnTo>
                    <a:pt x="0" y="19"/>
                  </a:lnTo>
                  <a:lnTo>
                    <a:pt x="0" y="18"/>
                  </a:lnTo>
                  <a:lnTo>
                    <a:pt x="1" y="17"/>
                  </a:lnTo>
                  <a:lnTo>
                    <a:pt x="1" y="16"/>
                  </a:lnTo>
                  <a:lnTo>
                    <a:pt x="1" y="15"/>
                  </a:lnTo>
                  <a:lnTo>
                    <a:pt x="1" y="14"/>
                  </a:lnTo>
                  <a:lnTo>
                    <a:pt x="1" y="13"/>
                  </a:lnTo>
                  <a:lnTo>
                    <a:pt x="2" y="12"/>
                  </a:lnTo>
                  <a:lnTo>
                    <a:pt x="2" y="11"/>
                  </a:lnTo>
                  <a:lnTo>
                    <a:pt x="3" y="10"/>
                  </a:lnTo>
                  <a:lnTo>
                    <a:pt x="3" y="9"/>
                  </a:lnTo>
                  <a:lnTo>
                    <a:pt x="4" y="9"/>
                  </a:lnTo>
                  <a:lnTo>
                    <a:pt x="5" y="8"/>
                  </a:lnTo>
                  <a:lnTo>
                    <a:pt x="6" y="7"/>
                  </a:lnTo>
                  <a:lnTo>
                    <a:pt x="7" y="6"/>
                  </a:lnTo>
                  <a:lnTo>
                    <a:pt x="7" y="5"/>
                  </a:lnTo>
                  <a:lnTo>
                    <a:pt x="9" y="4"/>
                  </a:lnTo>
                  <a:lnTo>
                    <a:pt x="10" y="3"/>
                  </a:lnTo>
                  <a:lnTo>
                    <a:pt x="11" y="3"/>
                  </a:lnTo>
                  <a:lnTo>
                    <a:pt x="12" y="3"/>
                  </a:lnTo>
                  <a:lnTo>
                    <a:pt x="13" y="2"/>
                  </a:lnTo>
                  <a:lnTo>
                    <a:pt x="14" y="2"/>
                  </a:lnTo>
                  <a:lnTo>
                    <a:pt x="15" y="1"/>
                  </a:lnTo>
                  <a:lnTo>
                    <a:pt x="16" y="1"/>
                  </a:lnTo>
                  <a:lnTo>
                    <a:pt x="17" y="0"/>
                  </a:lnTo>
                  <a:lnTo>
                    <a:pt x="18" y="0"/>
                  </a:lnTo>
                  <a:lnTo>
                    <a:pt x="20" y="0"/>
                  </a:lnTo>
                  <a:lnTo>
                    <a:pt x="22" y="0"/>
                  </a:lnTo>
                  <a:lnTo>
                    <a:pt x="24" y="0"/>
                  </a:lnTo>
                  <a:lnTo>
                    <a:pt x="25" y="0"/>
                  </a:lnTo>
                  <a:lnTo>
                    <a:pt x="26" y="0"/>
                  </a:lnTo>
                  <a:lnTo>
                    <a:pt x="27" y="1"/>
                  </a:lnTo>
                  <a:lnTo>
                    <a:pt x="29" y="1"/>
                  </a:lnTo>
                  <a:lnTo>
                    <a:pt x="29" y="2"/>
                  </a:lnTo>
                  <a:lnTo>
                    <a:pt x="30" y="2"/>
                  </a:lnTo>
                  <a:lnTo>
                    <a:pt x="30" y="3"/>
                  </a:lnTo>
                  <a:lnTo>
                    <a:pt x="31" y="3"/>
                  </a:lnTo>
                  <a:lnTo>
                    <a:pt x="32" y="3"/>
                  </a:lnTo>
                  <a:lnTo>
                    <a:pt x="33" y="3"/>
                  </a:lnTo>
                  <a:lnTo>
                    <a:pt x="34" y="3"/>
                  </a:lnTo>
                  <a:lnTo>
                    <a:pt x="35" y="4"/>
                  </a:lnTo>
                  <a:lnTo>
                    <a:pt x="35" y="5"/>
                  </a:lnTo>
                  <a:lnTo>
                    <a:pt x="36" y="5"/>
                  </a:lnTo>
                  <a:lnTo>
                    <a:pt x="36" y="6"/>
                  </a:lnTo>
                  <a:lnTo>
                    <a:pt x="36" y="7"/>
                  </a:lnTo>
                  <a:lnTo>
                    <a:pt x="37" y="7"/>
                  </a:lnTo>
                  <a:lnTo>
                    <a:pt x="38" y="7"/>
                  </a:lnTo>
                  <a:lnTo>
                    <a:pt x="38" y="8"/>
                  </a:lnTo>
                  <a:lnTo>
                    <a:pt x="38" y="9"/>
                  </a:lnTo>
                  <a:lnTo>
                    <a:pt x="39" y="9"/>
                  </a:lnTo>
                  <a:lnTo>
                    <a:pt x="40" y="9"/>
                  </a:lnTo>
                  <a:lnTo>
                    <a:pt x="40" y="10"/>
                  </a:lnTo>
                  <a:lnTo>
                    <a:pt x="40" y="11"/>
                  </a:lnTo>
                  <a:lnTo>
                    <a:pt x="41" y="13"/>
                  </a:lnTo>
                  <a:lnTo>
                    <a:pt x="42" y="14"/>
                  </a:lnTo>
                  <a:lnTo>
                    <a:pt x="42" y="15"/>
                  </a:lnTo>
                  <a:lnTo>
                    <a:pt x="42" y="16"/>
                  </a:lnTo>
                  <a:lnTo>
                    <a:pt x="43" y="17"/>
                  </a:lnTo>
                  <a:lnTo>
                    <a:pt x="43" y="18"/>
                  </a:lnTo>
                  <a:lnTo>
                    <a:pt x="43" y="19"/>
                  </a:lnTo>
                  <a:lnTo>
                    <a:pt x="43" y="20"/>
                  </a:lnTo>
                  <a:lnTo>
                    <a:pt x="43" y="21"/>
                  </a:lnTo>
                  <a:lnTo>
                    <a:pt x="43" y="58"/>
                  </a:lnTo>
                  <a:lnTo>
                    <a:pt x="0" y="58"/>
                  </a:lnTo>
                  <a:lnTo>
                    <a:pt x="0" y="21"/>
                  </a:lnTo>
                </a:path>
              </a:pathLst>
            </a:custGeom>
            <a:noFill/>
            <a:ln w="12700">
              <a:solidFill>
                <a:srgbClr val="000000"/>
              </a:solidFill>
              <a:prstDash val="solid"/>
              <a:round/>
              <a:headEnd/>
              <a:tailEnd/>
            </a:ln>
          </p:spPr>
          <p:txBody>
            <a:bodyPr/>
            <a:lstStyle/>
            <a:p>
              <a:endParaRPr lang="nl-BE"/>
            </a:p>
          </p:txBody>
        </p:sp>
        <p:sp>
          <p:nvSpPr>
            <p:cNvPr id="12696" name="Freeform 26"/>
            <p:cNvSpPr>
              <a:spLocks/>
            </p:cNvSpPr>
            <p:nvPr/>
          </p:nvSpPr>
          <p:spPr bwMode="auto">
            <a:xfrm>
              <a:off x="4454525" y="3498850"/>
              <a:ext cx="79375" cy="106363"/>
            </a:xfrm>
            <a:custGeom>
              <a:avLst/>
              <a:gdLst>
                <a:gd name="T0" fmla="*/ 0 w 50"/>
                <a:gd name="T1" fmla="*/ 2147483647 h 67"/>
                <a:gd name="T2" fmla="*/ 0 w 50"/>
                <a:gd name="T3" fmla="*/ 2147483647 h 67"/>
                <a:gd name="T4" fmla="*/ 2147483647 w 50"/>
                <a:gd name="T5" fmla="*/ 2147483647 h 67"/>
                <a:gd name="T6" fmla="*/ 2147483647 w 50"/>
                <a:gd name="T7" fmla="*/ 2147483647 h 67"/>
                <a:gd name="T8" fmla="*/ 2147483647 w 50"/>
                <a:gd name="T9" fmla="*/ 2147483647 h 67"/>
                <a:gd name="T10" fmla="*/ 2147483647 w 50"/>
                <a:gd name="T11" fmla="*/ 2147483647 h 67"/>
                <a:gd name="T12" fmla="*/ 2147483647 w 50"/>
                <a:gd name="T13" fmla="*/ 2147483647 h 67"/>
                <a:gd name="T14" fmla="*/ 2147483647 w 50"/>
                <a:gd name="T15" fmla="*/ 2147483647 h 67"/>
                <a:gd name="T16" fmla="*/ 2147483647 w 50"/>
                <a:gd name="T17" fmla="*/ 2147483647 h 67"/>
                <a:gd name="T18" fmla="*/ 2147483647 w 50"/>
                <a:gd name="T19" fmla="*/ 2147483647 h 67"/>
                <a:gd name="T20" fmla="*/ 2147483647 w 50"/>
                <a:gd name="T21" fmla="*/ 2147483647 h 67"/>
                <a:gd name="T22" fmla="*/ 2147483647 w 50"/>
                <a:gd name="T23" fmla="*/ 2147483647 h 67"/>
                <a:gd name="T24" fmla="*/ 2147483647 w 50"/>
                <a:gd name="T25" fmla="*/ 2147483647 h 67"/>
                <a:gd name="T26" fmla="*/ 2147483647 w 50"/>
                <a:gd name="T27" fmla="*/ 2147483647 h 67"/>
                <a:gd name="T28" fmla="*/ 2147483647 w 50"/>
                <a:gd name="T29" fmla="*/ 0 h 67"/>
                <a:gd name="T30" fmla="*/ 2147483647 w 50"/>
                <a:gd name="T31" fmla="*/ 0 h 67"/>
                <a:gd name="T32" fmla="*/ 2147483647 w 50"/>
                <a:gd name="T33" fmla="*/ 0 h 67"/>
                <a:gd name="T34" fmla="*/ 2147483647 w 50"/>
                <a:gd name="T35" fmla="*/ 2147483647 h 67"/>
                <a:gd name="T36" fmla="*/ 2147483647 w 50"/>
                <a:gd name="T37" fmla="*/ 2147483647 h 67"/>
                <a:gd name="T38" fmla="*/ 2147483647 w 50"/>
                <a:gd name="T39" fmla="*/ 2147483647 h 67"/>
                <a:gd name="T40" fmla="*/ 2147483647 w 50"/>
                <a:gd name="T41" fmla="*/ 2147483647 h 67"/>
                <a:gd name="T42" fmla="*/ 2147483647 w 50"/>
                <a:gd name="T43" fmla="*/ 2147483647 h 67"/>
                <a:gd name="T44" fmla="*/ 2147483647 w 50"/>
                <a:gd name="T45" fmla="*/ 2147483647 h 67"/>
                <a:gd name="T46" fmla="*/ 2147483647 w 50"/>
                <a:gd name="T47" fmla="*/ 2147483647 h 67"/>
                <a:gd name="T48" fmla="*/ 2147483647 w 50"/>
                <a:gd name="T49" fmla="*/ 2147483647 h 67"/>
                <a:gd name="T50" fmla="*/ 2147483647 w 50"/>
                <a:gd name="T51" fmla="*/ 2147483647 h 67"/>
                <a:gd name="T52" fmla="*/ 2147483647 w 50"/>
                <a:gd name="T53" fmla="*/ 2147483647 h 67"/>
                <a:gd name="T54" fmla="*/ 2147483647 w 50"/>
                <a:gd name="T55" fmla="*/ 2147483647 h 67"/>
                <a:gd name="T56" fmla="*/ 2147483647 w 50"/>
                <a:gd name="T57" fmla="*/ 2147483647 h 67"/>
                <a:gd name="T58" fmla="*/ 2147483647 w 50"/>
                <a:gd name="T59" fmla="*/ 2147483647 h 67"/>
                <a:gd name="T60" fmla="*/ 2147483647 w 50"/>
                <a:gd name="T61" fmla="*/ 2147483647 h 67"/>
                <a:gd name="T62" fmla="*/ 2147483647 w 50"/>
                <a:gd name="T63" fmla="*/ 2147483647 h 67"/>
                <a:gd name="T64" fmla="*/ 0 w 50"/>
                <a:gd name="T65" fmla="*/ 2147483647 h 6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50"/>
                <a:gd name="T100" fmla="*/ 0 h 67"/>
                <a:gd name="T101" fmla="*/ 50 w 50"/>
                <a:gd name="T102" fmla="*/ 67 h 6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50" h="67">
                  <a:moveTo>
                    <a:pt x="0" y="24"/>
                  </a:moveTo>
                  <a:lnTo>
                    <a:pt x="0" y="23"/>
                  </a:lnTo>
                  <a:lnTo>
                    <a:pt x="0" y="22"/>
                  </a:lnTo>
                  <a:lnTo>
                    <a:pt x="0" y="20"/>
                  </a:lnTo>
                  <a:lnTo>
                    <a:pt x="0" y="18"/>
                  </a:lnTo>
                  <a:lnTo>
                    <a:pt x="1" y="17"/>
                  </a:lnTo>
                  <a:lnTo>
                    <a:pt x="1" y="16"/>
                  </a:lnTo>
                  <a:lnTo>
                    <a:pt x="2" y="14"/>
                  </a:lnTo>
                  <a:lnTo>
                    <a:pt x="3" y="13"/>
                  </a:lnTo>
                  <a:lnTo>
                    <a:pt x="3" y="12"/>
                  </a:lnTo>
                  <a:lnTo>
                    <a:pt x="4" y="11"/>
                  </a:lnTo>
                  <a:lnTo>
                    <a:pt x="5" y="9"/>
                  </a:lnTo>
                  <a:lnTo>
                    <a:pt x="5" y="8"/>
                  </a:lnTo>
                  <a:lnTo>
                    <a:pt x="6" y="7"/>
                  </a:lnTo>
                  <a:lnTo>
                    <a:pt x="7" y="7"/>
                  </a:lnTo>
                  <a:lnTo>
                    <a:pt x="8" y="6"/>
                  </a:lnTo>
                  <a:lnTo>
                    <a:pt x="9" y="6"/>
                  </a:lnTo>
                  <a:lnTo>
                    <a:pt x="10" y="5"/>
                  </a:lnTo>
                  <a:lnTo>
                    <a:pt x="11" y="4"/>
                  </a:lnTo>
                  <a:lnTo>
                    <a:pt x="11" y="3"/>
                  </a:lnTo>
                  <a:lnTo>
                    <a:pt x="12" y="3"/>
                  </a:lnTo>
                  <a:lnTo>
                    <a:pt x="13" y="2"/>
                  </a:lnTo>
                  <a:lnTo>
                    <a:pt x="14" y="2"/>
                  </a:lnTo>
                  <a:lnTo>
                    <a:pt x="15" y="2"/>
                  </a:lnTo>
                  <a:lnTo>
                    <a:pt x="17" y="1"/>
                  </a:lnTo>
                  <a:lnTo>
                    <a:pt x="18" y="1"/>
                  </a:lnTo>
                  <a:lnTo>
                    <a:pt x="19" y="1"/>
                  </a:lnTo>
                  <a:lnTo>
                    <a:pt x="20" y="1"/>
                  </a:lnTo>
                  <a:lnTo>
                    <a:pt x="21" y="0"/>
                  </a:lnTo>
                  <a:lnTo>
                    <a:pt x="22" y="0"/>
                  </a:lnTo>
                  <a:lnTo>
                    <a:pt x="23" y="0"/>
                  </a:lnTo>
                  <a:lnTo>
                    <a:pt x="24" y="0"/>
                  </a:lnTo>
                  <a:lnTo>
                    <a:pt x="26" y="0"/>
                  </a:lnTo>
                  <a:lnTo>
                    <a:pt x="28" y="0"/>
                  </a:lnTo>
                  <a:lnTo>
                    <a:pt x="29" y="1"/>
                  </a:lnTo>
                  <a:lnTo>
                    <a:pt x="31" y="1"/>
                  </a:lnTo>
                  <a:lnTo>
                    <a:pt x="33" y="1"/>
                  </a:lnTo>
                  <a:lnTo>
                    <a:pt x="33" y="2"/>
                  </a:lnTo>
                  <a:lnTo>
                    <a:pt x="34" y="2"/>
                  </a:lnTo>
                  <a:lnTo>
                    <a:pt x="35" y="2"/>
                  </a:lnTo>
                  <a:lnTo>
                    <a:pt x="37" y="3"/>
                  </a:lnTo>
                  <a:lnTo>
                    <a:pt x="38" y="3"/>
                  </a:lnTo>
                  <a:lnTo>
                    <a:pt x="39" y="4"/>
                  </a:lnTo>
                  <a:lnTo>
                    <a:pt x="39" y="5"/>
                  </a:lnTo>
                  <a:lnTo>
                    <a:pt x="40" y="6"/>
                  </a:lnTo>
                  <a:lnTo>
                    <a:pt x="41" y="6"/>
                  </a:lnTo>
                  <a:lnTo>
                    <a:pt x="42" y="7"/>
                  </a:lnTo>
                  <a:lnTo>
                    <a:pt x="43" y="8"/>
                  </a:lnTo>
                  <a:lnTo>
                    <a:pt x="44" y="8"/>
                  </a:lnTo>
                  <a:lnTo>
                    <a:pt x="44" y="9"/>
                  </a:lnTo>
                  <a:lnTo>
                    <a:pt x="44" y="10"/>
                  </a:lnTo>
                  <a:lnTo>
                    <a:pt x="44" y="11"/>
                  </a:lnTo>
                  <a:lnTo>
                    <a:pt x="45" y="11"/>
                  </a:lnTo>
                  <a:lnTo>
                    <a:pt x="46" y="13"/>
                  </a:lnTo>
                  <a:lnTo>
                    <a:pt x="47" y="13"/>
                  </a:lnTo>
                  <a:lnTo>
                    <a:pt x="47" y="14"/>
                  </a:lnTo>
                  <a:lnTo>
                    <a:pt x="47" y="15"/>
                  </a:lnTo>
                  <a:lnTo>
                    <a:pt x="48" y="16"/>
                  </a:lnTo>
                  <a:lnTo>
                    <a:pt x="49" y="17"/>
                  </a:lnTo>
                  <a:lnTo>
                    <a:pt x="49" y="18"/>
                  </a:lnTo>
                  <a:lnTo>
                    <a:pt x="49" y="20"/>
                  </a:lnTo>
                  <a:lnTo>
                    <a:pt x="50" y="22"/>
                  </a:lnTo>
                  <a:lnTo>
                    <a:pt x="50" y="23"/>
                  </a:lnTo>
                  <a:lnTo>
                    <a:pt x="50" y="24"/>
                  </a:lnTo>
                  <a:lnTo>
                    <a:pt x="50" y="67"/>
                  </a:lnTo>
                  <a:lnTo>
                    <a:pt x="0" y="67"/>
                  </a:lnTo>
                  <a:lnTo>
                    <a:pt x="0" y="24"/>
                  </a:lnTo>
                </a:path>
              </a:pathLst>
            </a:custGeom>
            <a:noFill/>
            <a:ln w="12700">
              <a:solidFill>
                <a:srgbClr val="000000"/>
              </a:solidFill>
              <a:prstDash val="solid"/>
              <a:round/>
              <a:headEnd/>
              <a:tailEnd/>
            </a:ln>
          </p:spPr>
          <p:txBody>
            <a:bodyPr/>
            <a:lstStyle/>
            <a:p>
              <a:endParaRPr lang="nl-BE"/>
            </a:p>
          </p:txBody>
        </p:sp>
        <p:sp>
          <p:nvSpPr>
            <p:cNvPr id="12697" name="Freeform 27"/>
            <p:cNvSpPr>
              <a:spLocks/>
            </p:cNvSpPr>
            <p:nvPr/>
          </p:nvSpPr>
          <p:spPr bwMode="auto">
            <a:xfrm>
              <a:off x="4419600" y="3482975"/>
              <a:ext cx="133350" cy="174625"/>
            </a:xfrm>
            <a:custGeom>
              <a:avLst/>
              <a:gdLst>
                <a:gd name="T0" fmla="*/ 0 w 84"/>
                <a:gd name="T1" fmla="*/ 2147483647 h 110"/>
                <a:gd name="T2" fmla="*/ 0 w 84"/>
                <a:gd name="T3" fmla="*/ 2147483647 h 110"/>
                <a:gd name="T4" fmla="*/ 2147483647 w 84"/>
                <a:gd name="T5" fmla="*/ 2147483647 h 110"/>
                <a:gd name="T6" fmla="*/ 2147483647 w 84"/>
                <a:gd name="T7" fmla="*/ 2147483647 h 110"/>
                <a:gd name="T8" fmla="*/ 2147483647 w 84"/>
                <a:gd name="T9" fmla="*/ 2147483647 h 110"/>
                <a:gd name="T10" fmla="*/ 2147483647 w 84"/>
                <a:gd name="T11" fmla="*/ 2147483647 h 110"/>
                <a:gd name="T12" fmla="*/ 2147483647 w 84"/>
                <a:gd name="T13" fmla="*/ 2147483647 h 110"/>
                <a:gd name="T14" fmla="*/ 2147483647 w 84"/>
                <a:gd name="T15" fmla="*/ 2147483647 h 110"/>
                <a:gd name="T16" fmla="*/ 2147483647 w 84"/>
                <a:gd name="T17" fmla="*/ 2147483647 h 110"/>
                <a:gd name="T18" fmla="*/ 2147483647 w 84"/>
                <a:gd name="T19" fmla="*/ 2147483647 h 110"/>
                <a:gd name="T20" fmla="*/ 2147483647 w 84"/>
                <a:gd name="T21" fmla="*/ 2147483647 h 110"/>
                <a:gd name="T22" fmla="*/ 2147483647 w 84"/>
                <a:gd name="T23" fmla="*/ 2147483647 h 110"/>
                <a:gd name="T24" fmla="*/ 2147483647 w 84"/>
                <a:gd name="T25" fmla="*/ 2147483647 h 110"/>
                <a:gd name="T26" fmla="*/ 2147483647 w 84"/>
                <a:gd name="T27" fmla="*/ 2147483647 h 110"/>
                <a:gd name="T28" fmla="*/ 2147483647 w 84"/>
                <a:gd name="T29" fmla="*/ 2147483647 h 110"/>
                <a:gd name="T30" fmla="*/ 2147483647 w 84"/>
                <a:gd name="T31" fmla="*/ 2147483647 h 110"/>
                <a:gd name="T32" fmla="*/ 2147483647 w 84"/>
                <a:gd name="T33" fmla="*/ 2147483647 h 110"/>
                <a:gd name="T34" fmla="*/ 2147483647 w 84"/>
                <a:gd name="T35" fmla="*/ 2147483647 h 110"/>
                <a:gd name="T36" fmla="*/ 2147483647 w 84"/>
                <a:gd name="T37" fmla="*/ 0 h 110"/>
                <a:gd name="T38" fmla="*/ 2147483647 w 84"/>
                <a:gd name="T39" fmla="*/ 0 h 110"/>
                <a:gd name="T40" fmla="*/ 2147483647 w 84"/>
                <a:gd name="T41" fmla="*/ 0 h 110"/>
                <a:gd name="T42" fmla="*/ 2147483647 w 84"/>
                <a:gd name="T43" fmla="*/ 0 h 110"/>
                <a:gd name="T44" fmla="*/ 2147483647 w 84"/>
                <a:gd name="T45" fmla="*/ 0 h 110"/>
                <a:gd name="T46" fmla="*/ 2147483647 w 84"/>
                <a:gd name="T47" fmla="*/ 2147483647 h 110"/>
                <a:gd name="T48" fmla="*/ 2147483647 w 84"/>
                <a:gd name="T49" fmla="*/ 2147483647 h 110"/>
                <a:gd name="T50" fmla="*/ 2147483647 w 84"/>
                <a:gd name="T51" fmla="*/ 2147483647 h 110"/>
                <a:gd name="T52" fmla="*/ 2147483647 w 84"/>
                <a:gd name="T53" fmla="*/ 2147483647 h 110"/>
                <a:gd name="T54" fmla="*/ 2147483647 w 84"/>
                <a:gd name="T55" fmla="*/ 2147483647 h 110"/>
                <a:gd name="T56" fmla="*/ 2147483647 w 84"/>
                <a:gd name="T57" fmla="*/ 2147483647 h 110"/>
                <a:gd name="T58" fmla="*/ 2147483647 w 84"/>
                <a:gd name="T59" fmla="*/ 2147483647 h 110"/>
                <a:gd name="T60" fmla="*/ 2147483647 w 84"/>
                <a:gd name="T61" fmla="*/ 2147483647 h 110"/>
                <a:gd name="T62" fmla="*/ 2147483647 w 84"/>
                <a:gd name="T63" fmla="*/ 2147483647 h 110"/>
                <a:gd name="T64" fmla="*/ 2147483647 w 84"/>
                <a:gd name="T65" fmla="*/ 2147483647 h 110"/>
                <a:gd name="T66" fmla="*/ 2147483647 w 84"/>
                <a:gd name="T67" fmla="*/ 2147483647 h 110"/>
                <a:gd name="T68" fmla="*/ 2147483647 w 84"/>
                <a:gd name="T69" fmla="*/ 2147483647 h 110"/>
                <a:gd name="T70" fmla="*/ 2147483647 w 84"/>
                <a:gd name="T71" fmla="*/ 2147483647 h 110"/>
                <a:gd name="T72" fmla="*/ 2147483647 w 84"/>
                <a:gd name="T73" fmla="*/ 2147483647 h 110"/>
                <a:gd name="T74" fmla="*/ 2147483647 w 84"/>
                <a:gd name="T75" fmla="*/ 2147483647 h 110"/>
                <a:gd name="T76" fmla="*/ 2147483647 w 84"/>
                <a:gd name="T77" fmla="*/ 2147483647 h 110"/>
                <a:gd name="T78" fmla="*/ 2147483647 w 84"/>
                <a:gd name="T79" fmla="*/ 2147483647 h 110"/>
                <a:gd name="T80" fmla="*/ 2147483647 w 84"/>
                <a:gd name="T81" fmla="*/ 2147483647 h 110"/>
                <a:gd name="T82" fmla="*/ 0 w 84"/>
                <a:gd name="T83" fmla="*/ 2147483647 h 110"/>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84"/>
                <a:gd name="T127" fmla="*/ 0 h 110"/>
                <a:gd name="T128" fmla="*/ 84 w 84"/>
                <a:gd name="T129" fmla="*/ 110 h 110"/>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84" h="110">
                  <a:moveTo>
                    <a:pt x="0" y="40"/>
                  </a:moveTo>
                  <a:lnTo>
                    <a:pt x="0" y="39"/>
                  </a:lnTo>
                  <a:lnTo>
                    <a:pt x="0" y="37"/>
                  </a:lnTo>
                  <a:lnTo>
                    <a:pt x="0" y="35"/>
                  </a:lnTo>
                  <a:lnTo>
                    <a:pt x="0" y="33"/>
                  </a:lnTo>
                  <a:lnTo>
                    <a:pt x="1" y="32"/>
                  </a:lnTo>
                  <a:lnTo>
                    <a:pt x="1" y="30"/>
                  </a:lnTo>
                  <a:lnTo>
                    <a:pt x="1" y="29"/>
                  </a:lnTo>
                  <a:lnTo>
                    <a:pt x="1" y="28"/>
                  </a:lnTo>
                  <a:lnTo>
                    <a:pt x="1" y="27"/>
                  </a:lnTo>
                  <a:lnTo>
                    <a:pt x="3" y="25"/>
                  </a:lnTo>
                  <a:lnTo>
                    <a:pt x="3" y="23"/>
                  </a:lnTo>
                  <a:lnTo>
                    <a:pt x="5" y="22"/>
                  </a:lnTo>
                  <a:lnTo>
                    <a:pt x="5" y="20"/>
                  </a:lnTo>
                  <a:lnTo>
                    <a:pt x="6" y="19"/>
                  </a:lnTo>
                  <a:lnTo>
                    <a:pt x="7" y="17"/>
                  </a:lnTo>
                  <a:lnTo>
                    <a:pt x="9" y="15"/>
                  </a:lnTo>
                  <a:lnTo>
                    <a:pt x="11" y="13"/>
                  </a:lnTo>
                  <a:lnTo>
                    <a:pt x="11" y="12"/>
                  </a:lnTo>
                  <a:lnTo>
                    <a:pt x="12" y="11"/>
                  </a:lnTo>
                  <a:lnTo>
                    <a:pt x="14" y="9"/>
                  </a:lnTo>
                  <a:lnTo>
                    <a:pt x="16" y="9"/>
                  </a:lnTo>
                  <a:lnTo>
                    <a:pt x="17" y="7"/>
                  </a:lnTo>
                  <a:lnTo>
                    <a:pt x="19" y="7"/>
                  </a:lnTo>
                  <a:lnTo>
                    <a:pt x="21" y="5"/>
                  </a:lnTo>
                  <a:lnTo>
                    <a:pt x="22" y="5"/>
                  </a:lnTo>
                  <a:lnTo>
                    <a:pt x="22" y="4"/>
                  </a:lnTo>
                  <a:lnTo>
                    <a:pt x="23" y="3"/>
                  </a:lnTo>
                  <a:lnTo>
                    <a:pt x="24" y="3"/>
                  </a:lnTo>
                  <a:lnTo>
                    <a:pt x="26" y="3"/>
                  </a:lnTo>
                  <a:lnTo>
                    <a:pt x="27" y="2"/>
                  </a:lnTo>
                  <a:lnTo>
                    <a:pt x="27" y="1"/>
                  </a:lnTo>
                  <a:lnTo>
                    <a:pt x="29" y="1"/>
                  </a:lnTo>
                  <a:lnTo>
                    <a:pt x="30" y="1"/>
                  </a:lnTo>
                  <a:lnTo>
                    <a:pt x="32" y="1"/>
                  </a:lnTo>
                  <a:lnTo>
                    <a:pt x="33" y="1"/>
                  </a:lnTo>
                  <a:lnTo>
                    <a:pt x="35" y="0"/>
                  </a:lnTo>
                  <a:lnTo>
                    <a:pt x="37" y="0"/>
                  </a:lnTo>
                  <a:lnTo>
                    <a:pt x="39" y="0"/>
                  </a:lnTo>
                  <a:lnTo>
                    <a:pt x="40" y="0"/>
                  </a:lnTo>
                  <a:lnTo>
                    <a:pt x="41" y="0"/>
                  </a:lnTo>
                  <a:lnTo>
                    <a:pt x="44" y="0"/>
                  </a:lnTo>
                  <a:lnTo>
                    <a:pt x="45" y="0"/>
                  </a:lnTo>
                  <a:lnTo>
                    <a:pt x="47" y="0"/>
                  </a:lnTo>
                  <a:lnTo>
                    <a:pt x="48" y="0"/>
                  </a:lnTo>
                  <a:lnTo>
                    <a:pt x="50" y="0"/>
                  </a:lnTo>
                  <a:lnTo>
                    <a:pt x="51" y="1"/>
                  </a:lnTo>
                  <a:lnTo>
                    <a:pt x="52" y="1"/>
                  </a:lnTo>
                  <a:lnTo>
                    <a:pt x="54" y="1"/>
                  </a:lnTo>
                  <a:lnTo>
                    <a:pt x="55" y="1"/>
                  </a:lnTo>
                  <a:lnTo>
                    <a:pt x="57" y="2"/>
                  </a:lnTo>
                  <a:lnTo>
                    <a:pt x="59" y="3"/>
                  </a:lnTo>
                  <a:lnTo>
                    <a:pt x="61" y="3"/>
                  </a:lnTo>
                  <a:lnTo>
                    <a:pt x="61" y="4"/>
                  </a:lnTo>
                  <a:lnTo>
                    <a:pt x="62" y="5"/>
                  </a:lnTo>
                  <a:lnTo>
                    <a:pt x="64" y="5"/>
                  </a:lnTo>
                  <a:lnTo>
                    <a:pt x="65" y="6"/>
                  </a:lnTo>
                  <a:lnTo>
                    <a:pt x="66" y="7"/>
                  </a:lnTo>
                  <a:lnTo>
                    <a:pt x="67" y="7"/>
                  </a:lnTo>
                  <a:lnTo>
                    <a:pt x="68" y="8"/>
                  </a:lnTo>
                  <a:lnTo>
                    <a:pt x="69" y="9"/>
                  </a:lnTo>
                  <a:lnTo>
                    <a:pt x="70" y="9"/>
                  </a:lnTo>
                  <a:lnTo>
                    <a:pt x="71" y="11"/>
                  </a:lnTo>
                  <a:lnTo>
                    <a:pt x="72" y="12"/>
                  </a:lnTo>
                  <a:lnTo>
                    <a:pt x="73" y="12"/>
                  </a:lnTo>
                  <a:lnTo>
                    <a:pt x="73" y="13"/>
                  </a:lnTo>
                  <a:lnTo>
                    <a:pt x="75" y="15"/>
                  </a:lnTo>
                  <a:lnTo>
                    <a:pt x="77" y="17"/>
                  </a:lnTo>
                  <a:lnTo>
                    <a:pt x="78" y="19"/>
                  </a:lnTo>
                  <a:lnTo>
                    <a:pt x="78" y="20"/>
                  </a:lnTo>
                  <a:lnTo>
                    <a:pt x="79" y="21"/>
                  </a:lnTo>
                  <a:lnTo>
                    <a:pt x="80" y="23"/>
                  </a:lnTo>
                  <a:lnTo>
                    <a:pt x="81" y="25"/>
                  </a:lnTo>
                  <a:lnTo>
                    <a:pt x="82" y="26"/>
                  </a:lnTo>
                  <a:lnTo>
                    <a:pt x="82" y="27"/>
                  </a:lnTo>
                  <a:lnTo>
                    <a:pt x="83" y="28"/>
                  </a:lnTo>
                  <a:lnTo>
                    <a:pt x="83" y="30"/>
                  </a:lnTo>
                  <a:lnTo>
                    <a:pt x="83" y="32"/>
                  </a:lnTo>
                  <a:lnTo>
                    <a:pt x="83" y="33"/>
                  </a:lnTo>
                  <a:lnTo>
                    <a:pt x="83" y="35"/>
                  </a:lnTo>
                  <a:lnTo>
                    <a:pt x="84" y="37"/>
                  </a:lnTo>
                  <a:lnTo>
                    <a:pt x="84" y="40"/>
                  </a:lnTo>
                  <a:lnTo>
                    <a:pt x="84" y="110"/>
                  </a:lnTo>
                  <a:lnTo>
                    <a:pt x="0" y="110"/>
                  </a:lnTo>
                  <a:lnTo>
                    <a:pt x="0" y="40"/>
                  </a:lnTo>
                </a:path>
              </a:pathLst>
            </a:custGeom>
            <a:noFill/>
            <a:ln w="12700">
              <a:solidFill>
                <a:srgbClr val="000000"/>
              </a:solidFill>
              <a:prstDash val="solid"/>
              <a:round/>
              <a:headEnd/>
              <a:tailEnd/>
            </a:ln>
          </p:spPr>
          <p:txBody>
            <a:bodyPr/>
            <a:lstStyle/>
            <a:p>
              <a:endParaRPr lang="nl-BE"/>
            </a:p>
          </p:txBody>
        </p:sp>
        <p:sp>
          <p:nvSpPr>
            <p:cNvPr id="12698" name="Freeform 28"/>
            <p:cNvSpPr>
              <a:spLocks/>
            </p:cNvSpPr>
            <p:nvPr/>
          </p:nvSpPr>
          <p:spPr bwMode="auto">
            <a:xfrm>
              <a:off x="4392613" y="3471863"/>
              <a:ext cx="171450" cy="225425"/>
            </a:xfrm>
            <a:custGeom>
              <a:avLst/>
              <a:gdLst>
                <a:gd name="T0" fmla="*/ 0 w 108"/>
                <a:gd name="T1" fmla="*/ 2147483647 h 142"/>
                <a:gd name="T2" fmla="*/ 0 w 108"/>
                <a:gd name="T3" fmla="*/ 2147483647 h 142"/>
                <a:gd name="T4" fmla="*/ 0 w 108"/>
                <a:gd name="T5" fmla="*/ 2147483647 h 142"/>
                <a:gd name="T6" fmla="*/ 2147483647 w 108"/>
                <a:gd name="T7" fmla="*/ 2147483647 h 142"/>
                <a:gd name="T8" fmla="*/ 2147483647 w 108"/>
                <a:gd name="T9" fmla="*/ 2147483647 h 142"/>
                <a:gd name="T10" fmla="*/ 2147483647 w 108"/>
                <a:gd name="T11" fmla="*/ 2147483647 h 142"/>
                <a:gd name="T12" fmla="*/ 2147483647 w 108"/>
                <a:gd name="T13" fmla="*/ 2147483647 h 142"/>
                <a:gd name="T14" fmla="*/ 2147483647 w 108"/>
                <a:gd name="T15" fmla="*/ 2147483647 h 142"/>
                <a:gd name="T16" fmla="*/ 2147483647 w 108"/>
                <a:gd name="T17" fmla="*/ 2147483647 h 142"/>
                <a:gd name="T18" fmla="*/ 2147483647 w 108"/>
                <a:gd name="T19" fmla="*/ 2147483647 h 142"/>
                <a:gd name="T20" fmla="*/ 2147483647 w 108"/>
                <a:gd name="T21" fmla="*/ 2147483647 h 142"/>
                <a:gd name="T22" fmla="*/ 2147483647 w 108"/>
                <a:gd name="T23" fmla="*/ 2147483647 h 142"/>
                <a:gd name="T24" fmla="*/ 2147483647 w 108"/>
                <a:gd name="T25" fmla="*/ 2147483647 h 142"/>
                <a:gd name="T26" fmla="*/ 2147483647 w 108"/>
                <a:gd name="T27" fmla="*/ 2147483647 h 142"/>
                <a:gd name="T28" fmla="*/ 2147483647 w 108"/>
                <a:gd name="T29" fmla="*/ 2147483647 h 142"/>
                <a:gd name="T30" fmla="*/ 2147483647 w 108"/>
                <a:gd name="T31" fmla="*/ 2147483647 h 142"/>
                <a:gd name="T32" fmla="*/ 2147483647 w 108"/>
                <a:gd name="T33" fmla="*/ 2147483647 h 142"/>
                <a:gd name="T34" fmla="*/ 2147483647 w 108"/>
                <a:gd name="T35" fmla="*/ 0 h 142"/>
                <a:gd name="T36" fmla="*/ 2147483647 w 108"/>
                <a:gd name="T37" fmla="*/ 0 h 142"/>
                <a:gd name="T38" fmla="*/ 2147483647 w 108"/>
                <a:gd name="T39" fmla="*/ 0 h 142"/>
                <a:gd name="T40" fmla="*/ 2147483647 w 108"/>
                <a:gd name="T41" fmla="*/ 0 h 142"/>
                <a:gd name="T42" fmla="*/ 2147483647 w 108"/>
                <a:gd name="T43" fmla="*/ 0 h 142"/>
                <a:gd name="T44" fmla="*/ 2147483647 w 108"/>
                <a:gd name="T45" fmla="*/ 0 h 142"/>
                <a:gd name="T46" fmla="*/ 2147483647 w 108"/>
                <a:gd name="T47" fmla="*/ 2147483647 h 142"/>
                <a:gd name="T48" fmla="*/ 2147483647 w 108"/>
                <a:gd name="T49" fmla="*/ 2147483647 h 142"/>
                <a:gd name="T50" fmla="*/ 2147483647 w 108"/>
                <a:gd name="T51" fmla="*/ 2147483647 h 142"/>
                <a:gd name="T52" fmla="*/ 2147483647 w 108"/>
                <a:gd name="T53" fmla="*/ 2147483647 h 142"/>
                <a:gd name="T54" fmla="*/ 2147483647 w 108"/>
                <a:gd name="T55" fmla="*/ 2147483647 h 142"/>
                <a:gd name="T56" fmla="*/ 2147483647 w 108"/>
                <a:gd name="T57" fmla="*/ 2147483647 h 142"/>
                <a:gd name="T58" fmla="*/ 2147483647 w 108"/>
                <a:gd name="T59" fmla="*/ 2147483647 h 142"/>
                <a:gd name="T60" fmla="*/ 2147483647 w 108"/>
                <a:gd name="T61" fmla="*/ 2147483647 h 142"/>
                <a:gd name="T62" fmla="*/ 2147483647 w 108"/>
                <a:gd name="T63" fmla="*/ 2147483647 h 142"/>
                <a:gd name="T64" fmla="*/ 2147483647 w 108"/>
                <a:gd name="T65" fmla="*/ 2147483647 h 142"/>
                <a:gd name="T66" fmla="*/ 2147483647 w 108"/>
                <a:gd name="T67" fmla="*/ 2147483647 h 142"/>
                <a:gd name="T68" fmla="*/ 2147483647 w 108"/>
                <a:gd name="T69" fmla="*/ 2147483647 h 142"/>
                <a:gd name="T70" fmla="*/ 2147483647 w 108"/>
                <a:gd name="T71" fmla="*/ 2147483647 h 142"/>
                <a:gd name="T72" fmla="*/ 2147483647 w 108"/>
                <a:gd name="T73" fmla="*/ 2147483647 h 142"/>
                <a:gd name="T74" fmla="*/ 2147483647 w 108"/>
                <a:gd name="T75" fmla="*/ 2147483647 h 142"/>
                <a:gd name="T76" fmla="*/ 2147483647 w 108"/>
                <a:gd name="T77" fmla="*/ 2147483647 h 142"/>
                <a:gd name="T78" fmla="*/ 2147483647 w 108"/>
                <a:gd name="T79" fmla="*/ 2147483647 h 142"/>
                <a:gd name="T80" fmla="*/ 2147483647 w 108"/>
                <a:gd name="T81" fmla="*/ 2147483647 h 142"/>
                <a:gd name="T82" fmla="*/ 2147483647 w 108"/>
                <a:gd name="T83" fmla="*/ 2147483647 h 142"/>
                <a:gd name="T84" fmla="*/ 2147483647 w 108"/>
                <a:gd name="T85" fmla="*/ 2147483647 h 142"/>
                <a:gd name="T86" fmla="*/ 2147483647 w 108"/>
                <a:gd name="T87" fmla="*/ 2147483647 h 142"/>
                <a:gd name="T88" fmla="*/ 0 w 108"/>
                <a:gd name="T89" fmla="*/ 2147483647 h 142"/>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08"/>
                <a:gd name="T136" fmla="*/ 0 h 142"/>
                <a:gd name="T137" fmla="*/ 108 w 108"/>
                <a:gd name="T138" fmla="*/ 142 h 142"/>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08" h="142">
                  <a:moveTo>
                    <a:pt x="0" y="51"/>
                  </a:moveTo>
                  <a:lnTo>
                    <a:pt x="0" y="49"/>
                  </a:lnTo>
                  <a:lnTo>
                    <a:pt x="0" y="47"/>
                  </a:lnTo>
                  <a:lnTo>
                    <a:pt x="0" y="46"/>
                  </a:lnTo>
                  <a:lnTo>
                    <a:pt x="0" y="43"/>
                  </a:lnTo>
                  <a:lnTo>
                    <a:pt x="0" y="40"/>
                  </a:lnTo>
                  <a:lnTo>
                    <a:pt x="1" y="39"/>
                  </a:lnTo>
                  <a:lnTo>
                    <a:pt x="2" y="37"/>
                  </a:lnTo>
                  <a:lnTo>
                    <a:pt x="2" y="35"/>
                  </a:lnTo>
                  <a:lnTo>
                    <a:pt x="4" y="33"/>
                  </a:lnTo>
                  <a:lnTo>
                    <a:pt x="5" y="30"/>
                  </a:lnTo>
                  <a:lnTo>
                    <a:pt x="6" y="28"/>
                  </a:lnTo>
                  <a:lnTo>
                    <a:pt x="7" y="26"/>
                  </a:lnTo>
                  <a:lnTo>
                    <a:pt x="9" y="24"/>
                  </a:lnTo>
                  <a:lnTo>
                    <a:pt x="9" y="23"/>
                  </a:lnTo>
                  <a:lnTo>
                    <a:pt x="11" y="19"/>
                  </a:lnTo>
                  <a:lnTo>
                    <a:pt x="13" y="18"/>
                  </a:lnTo>
                  <a:lnTo>
                    <a:pt x="15" y="16"/>
                  </a:lnTo>
                  <a:lnTo>
                    <a:pt x="17" y="14"/>
                  </a:lnTo>
                  <a:lnTo>
                    <a:pt x="18" y="13"/>
                  </a:lnTo>
                  <a:lnTo>
                    <a:pt x="20" y="11"/>
                  </a:lnTo>
                  <a:lnTo>
                    <a:pt x="22" y="9"/>
                  </a:lnTo>
                  <a:lnTo>
                    <a:pt x="24" y="8"/>
                  </a:lnTo>
                  <a:lnTo>
                    <a:pt x="26" y="7"/>
                  </a:lnTo>
                  <a:lnTo>
                    <a:pt x="28" y="6"/>
                  </a:lnTo>
                  <a:lnTo>
                    <a:pt x="29" y="5"/>
                  </a:lnTo>
                  <a:lnTo>
                    <a:pt x="30" y="5"/>
                  </a:lnTo>
                  <a:lnTo>
                    <a:pt x="31" y="3"/>
                  </a:lnTo>
                  <a:lnTo>
                    <a:pt x="33" y="3"/>
                  </a:lnTo>
                  <a:lnTo>
                    <a:pt x="34" y="3"/>
                  </a:lnTo>
                  <a:lnTo>
                    <a:pt x="36" y="3"/>
                  </a:lnTo>
                  <a:lnTo>
                    <a:pt x="38" y="2"/>
                  </a:lnTo>
                  <a:lnTo>
                    <a:pt x="39" y="1"/>
                  </a:lnTo>
                  <a:lnTo>
                    <a:pt x="41" y="1"/>
                  </a:lnTo>
                  <a:lnTo>
                    <a:pt x="43" y="0"/>
                  </a:lnTo>
                  <a:lnTo>
                    <a:pt x="44" y="0"/>
                  </a:lnTo>
                  <a:lnTo>
                    <a:pt x="47" y="0"/>
                  </a:lnTo>
                  <a:lnTo>
                    <a:pt x="48" y="0"/>
                  </a:lnTo>
                  <a:lnTo>
                    <a:pt x="50" y="0"/>
                  </a:lnTo>
                  <a:lnTo>
                    <a:pt x="51" y="0"/>
                  </a:lnTo>
                  <a:lnTo>
                    <a:pt x="54" y="0"/>
                  </a:lnTo>
                  <a:lnTo>
                    <a:pt x="56" y="0"/>
                  </a:lnTo>
                  <a:lnTo>
                    <a:pt x="58" y="0"/>
                  </a:lnTo>
                  <a:lnTo>
                    <a:pt x="61" y="0"/>
                  </a:lnTo>
                  <a:lnTo>
                    <a:pt x="63" y="0"/>
                  </a:lnTo>
                  <a:lnTo>
                    <a:pt x="65" y="0"/>
                  </a:lnTo>
                  <a:lnTo>
                    <a:pt x="67" y="1"/>
                  </a:lnTo>
                  <a:lnTo>
                    <a:pt x="68" y="2"/>
                  </a:lnTo>
                  <a:lnTo>
                    <a:pt x="71" y="2"/>
                  </a:lnTo>
                  <a:lnTo>
                    <a:pt x="72" y="3"/>
                  </a:lnTo>
                  <a:lnTo>
                    <a:pt x="73" y="3"/>
                  </a:lnTo>
                  <a:lnTo>
                    <a:pt x="76" y="3"/>
                  </a:lnTo>
                  <a:lnTo>
                    <a:pt x="77" y="4"/>
                  </a:lnTo>
                  <a:lnTo>
                    <a:pt x="78" y="5"/>
                  </a:lnTo>
                  <a:lnTo>
                    <a:pt x="80" y="6"/>
                  </a:lnTo>
                  <a:lnTo>
                    <a:pt x="82" y="7"/>
                  </a:lnTo>
                  <a:lnTo>
                    <a:pt x="83" y="8"/>
                  </a:lnTo>
                  <a:lnTo>
                    <a:pt x="85" y="8"/>
                  </a:lnTo>
                  <a:lnTo>
                    <a:pt x="86" y="10"/>
                  </a:lnTo>
                  <a:lnTo>
                    <a:pt x="88" y="11"/>
                  </a:lnTo>
                  <a:lnTo>
                    <a:pt x="89" y="12"/>
                  </a:lnTo>
                  <a:lnTo>
                    <a:pt x="89" y="13"/>
                  </a:lnTo>
                  <a:lnTo>
                    <a:pt x="90" y="14"/>
                  </a:lnTo>
                  <a:lnTo>
                    <a:pt x="92" y="14"/>
                  </a:lnTo>
                  <a:lnTo>
                    <a:pt x="93" y="16"/>
                  </a:lnTo>
                  <a:lnTo>
                    <a:pt x="94" y="17"/>
                  </a:lnTo>
                  <a:lnTo>
                    <a:pt x="95" y="18"/>
                  </a:lnTo>
                  <a:lnTo>
                    <a:pt x="95" y="19"/>
                  </a:lnTo>
                  <a:lnTo>
                    <a:pt x="97" y="19"/>
                  </a:lnTo>
                  <a:lnTo>
                    <a:pt x="97" y="21"/>
                  </a:lnTo>
                  <a:lnTo>
                    <a:pt x="98" y="22"/>
                  </a:lnTo>
                  <a:lnTo>
                    <a:pt x="99" y="24"/>
                  </a:lnTo>
                  <a:lnTo>
                    <a:pt x="100" y="24"/>
                  </a:lnTo>
                  <a:lnTo>
                    <a:pt x="101" y="26"/>
                  </a:lnTo>
                  <a:lnTo>
                    <a:pt x="102" y="28"/>
                  </a:lnTo>
                  <a:lnTo>
                    <a:pt x="102" y="30"/>
                  </a:lnTo>
                  <a:lnTo>
                    <a:pt x="103" y="30"/>
                  </a:lnTo>
                  <a:lnTo>
                    <a:pt x="104" y="32"/>
                  </a:lnTo>
                  <a:lnTo>
                    <a:pt x="105" y="34"/>
                  </a:lnTo>
                  <a:lnTo>
                    <a:pt x="105" y="35"/>
                  </a:lnTo>
                  <a:lnTo>
                    <a:pt x="105" y="37"/>
                  </a:lnTo>
                  <a:lnTo>
                    <a:pt x="106" y="39"/>
                  </a:lnTo>
                  <a:lnTo>
                    <a:pt x="106" y="41"/>
                  </a:lnTo>
                  <a:lnTo>
                    <a:pt x="107" y="43"/>
                  </a:lnTo>
                  <a:lnTo>
                    <a:pt x="108" y="46"/>
                  </a:lnTo>
                  <a:lnTo>
                    <a:pt x="108" y="47"/>
                  </a:lnTo>
                  <a:lnTo>
                    <a:pt x="108" y="51"/>
                  </a:lnTo>
                  <a:lnTo>
                    <a:pt x="108" y="142"/>
                  </a:lnTo>
                  <a:lnTo>
                    <a:pt x="0" y="142"/>
                  </a:lnTo>
                  <a:lnTo>
                    <a:pt x="0" y="51"/>
                  </a:lnTo>
                </a:path>
              </a:pathLst>
            </a:custGeom>
            <a:noFill/>
            <a:ln w="12700">
              <a:solidFill>
                <a:srgbClr val="000000"/>
              </a:solidFill>
              <a:prstDash val="solid"/>
              <a:round/>
              <a:headEnd/>
              <a:tailEnd/>
            </a:ln>
          </p:spPr>
          <p:txBody>
            <a:bodyPr/>
            <a:lstStyle/>
            <a:p>
              <a:endParaRPr lang="nl-BE"/>
            </a:p>
          </p:txBody>
        </p:sp>
        <p:sp>
          <p:nvSpPr>
            <p:cNvPr id="12699" name="Freeform 29"/>
            <p:cNvSpPr>
              <a:spLocks/>
            </p:cNvSpPr>
            <p:nvPr/>
          </p:nvSpPr>
          <p:spPr bwMode="auto">
            <a:xfrm>
              <a:off x="3765550" y="3076575"/>
              <a:ext cx="1230313" cy="1238250"/>
            </a:xfrm>
            <a:custGeom>
              <a:avLst/>
              <a:gdLst>
                <a:gd name="T0" fmla="*/ 2147483647 w 775"/>
                <a:gd name="T1" fmla="*/ 2147483647 h 780"/>
                <a:gd name="T2" fmla="*/ 2147483647 w 775"/>
                <a:gd name="T3" fmla="*/ 2147483647 h 780"/>
                <a:gd name="T4" fmla="*/ 2147483647 w 775"/>
                <a:gd name="T5" fmla="*/ 2147483647 h 780"/>
                <a:gd name="T6" fmla="*/ 2147483647 w 775"/>
                <a:gd name="T7" fmla="*/ 2147483647 h 780"/>
                <a:gd name="T8" fmla="*/ 2147483647 w 775"/>
                <a:gd name="T9" fmla="*/ 2147483647 h 780"/>
                <a:gd name="T10" fmla="*/ 2147483647 w 775"/>
                <a:gd name="T11" fmla="*/ 2147483647 h 780"/>
                <a:gd name="T12" fmla="*/ 2147483647 w 775"/>
                <a:gd name="T13" fmla="*/ 2147483647 h 780"/>
                <a:gd name="T14" fmla="*/ 2147483647 w 775"/>
                <a:gd name="T15" fmla="*/ 2147483647 h 780"/>
                <a:gd name="T16" fmla="*/ 2147483647 w 775"/>
                <a:gd name="T17" fmla="*/ 2147483647 h 780"/>
                <a:gd name="T18" fmla="*/ 2147483647 w 775"/>
                <a:gd name="T19" fmla="*/ 2147483647 h 780"/>
                <a:gd name="T20" fmla="*/ 2147483647 w 775"/>
                <a:gd name="T21" fmla="*/ 2147483647 h 780"/>
                <a:gd name="T22" fmla="*/ 2147483647 w 775"/>
                <a:gd name="T23" fmla="*/ 2147483647 h 780"/>
                <a:gd name="T24" fmla="*/ 2147483647 w 775"/>
                <a:gd name="T25" fmla="*/ 2147483647 h 780"/>
                <a:gd name="T26" fmla="*/ 2147483647 w 775"/>
                <a:gd name="T27" fmla="*/ 2147483647 h 780"/>
                <a:gd name="T28" fmla="*/ 2147483647 w 775"/>
                <a:gd name="T29" fmla="*/ 2147483647 h 780"/>
                <a:gd name="T30" fmla="*/ 2147483647 w 775"/>
                <a:gd name="T31" fmla="*/ 2147483647 h 780"/>
                <a:gd name="T32" fmla="*/ 2147483647 w 775"/>
                <a:gd name="T33" fmla="*/ 2147483647 h 780"/>
                <a:gd name="T34" fmla="*/ 2147483647 w 775"/>
                <a:gd name="T35" fmla="*/ 2147483647 h 780"/>
                <a:gd name="T36" fmla="*/ 2147483647 w 775"/>
                <a:gd name="T37" fmla="*/ 2147483647 h 780"/>
                <a:gd name="T38" fmla="*/ 2147483647 w 775"/>
                <a:gd name="T39" fmla="*/ 2147483647 h 780"/>
                <a:gd name="T40" fmla="*/ 2147483647 w 775"/>
                <a:gd name="T41" fmla="*/ 2147483647 h 780"/>
                <a:gd name="T42" fmla="*/ 2147483647 w 775"/>
                <a:gd name="T43" fmla="*/ 2147483647 h 780"/>
                <a:gd name="T44" fmla="*/ 2147483647 w 775"/>
                <a:gd name="T45" fmla="*/ 2147483647 h 780"/>
                <a:gd name="T46" fmla="*/ 2147483647 w 775"/>
                <a:gd name="T47" fmla="*/ 2147483647 h 780"/>
                <a:gd name="T48" fmla="*/ 2147483647 w 775"/>
                <a:gd name="T49" fmla="*/ 2147483647 h 780"/>
                <a:gd name="T50" fmla="*/ 2147483647 w 775"/>
                <a:gd name="T51" fmla="*/ 2147483647 h 780"/>
                <a:gd name="T52" fmla="*/ 2147483647 w 775"/>
                <a:gd name="T53" fmla="*/ 2147483647 h 780"/>
                <a:gd name="T54" fmla="*/ 2147483647 w 775"/>
                <a:gd name="T55" fmla="*/ 2147483647 h 780"/>
                <a:gd name="T56" fmla="*/ 2147483647 w 775"/>
                <a:gd name="T57" fmla="*/ 2147483647 h 780"/>
                <a:gd name="T58" fmla="*/ 2147483647 w 775"/>
                <a:gd name="T59" fmla="*/ 2147483647 h 780"/>
                <a:gd name="T60" fmla="*/ 2147483647 w 775"/>
                <a:gd name="T61" fmla="*/ 2147483647 h 780"/>
                <a:gd name="T62" fmla="*/ 2147483647 w 775"/>
                <a:gd name="T63" fmla="*/ 2147483647 h 780"/>
                <a:gd name="T64" fmla="*/ 2147483647 w 775"/>
                <a:gd name="T65" fmla="*/ 2147483647 h 780"/>
                <a:gd name="T66" fmla="*/ 2147483647 w 775"/>
                <a:gd name="T67" fmla="*/ 2147483647 h 780"/>
                <a:gd name="T68" fmla="*/ 2147483647 w 775"/>
                <a:gd name="T69" fmla="*/ 2147483647 h 780"/>
                <a:gd name="T70" fmla="*/ 2147483647 w 775"/>
                <a:gd name="T71" fmla="*/ 2147483647 h 780"/>
                <a:gd name="T72" fmla="*/ 2147483647 w 775"/>
                <a:gd name="T73" fmla="*/ 2147483647 h 780"/>
                <a:gd name="T74" fmla="*/ 2147483647 w 775"/>
                <a:gd name="T75" fmla="*/ 2147483647 h 780"/>
                <a:gd name="T76" fmla="*/ 2147483647 w 775"/>
                <a:gd name="T77" fmla="*/ 2147483647 h 780"/>
                <a:gd name="T78" fmla="*/ 2147483647 w 775"/>
                <a:gd name="T79" fmla="*/ 2147483647 h 780"/>
                <a:gd name="T80" fmla="*/ 2147483647 w 775"/>
                <a:gd name="T81" fmla="*/ 2147483647 h 780"/>
                <a:gd name="T82" fmla="*/ 2147483647 w 775"/>
                <a:gd name="T83" fmla="*/ 2147483647 h 780"/>
                <a:gd name="T84" fmla="*/ 2147483647 w 775"/>
                <a:gd name="T85" fmla="*/ 2147483647 h 780"/>
                <a:gd name="T86" fmla="*/ 2147483647 w 775"/>
                <a:gd name="T87" fmla="*/ 2147483647 h 780"/>
                <a:gd name="T88" fmla="*/ 2147483647 w 775"/>
                <a:gd name="T89" fmla="*/ 2147483647 h 780"/>
                <a:gd name="T90" fmla="*/ 2147483647 w 775"/>
                <a:gd name="T91" fmla="*/ 2147483647 h 780"/>
                <a:gd name="T92" fmla="*/ 2147483647 w 775"/>
                <a:gd name="T93" fmla="*/ 0 h 780"/>
                <a:gd name="T94" fmla="*/ 0 w 775"/>
                <a:gd name="T95" fmla="*/ 2147483647 h 780"/>
                <a:gd name="T96" fmla="*/ 2147483647 w 775"/>
                <a:gd name="T97" fmla="*/ 2147483647 h 780"/>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775"/>
                <a:gd name="T148" fmla="*/ 0 h 780"/>
                <a:gd name="T149" fmla="*/ 775 w 775"/>
                <a:gd name="T150" fmla="*/ 780 h 780"/>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775" h="780">
                  <a:moveTo>
                    <a:pt x="134" y="363"/>
                  </a:moveTo>
                  <a:lnTo>
                    <a:pt x="136" y="353"/>
                  </a:lnTo>
                  <a:lnTo>
                    <a:pt x="136" y="344"/>
                  </a:lnTo>
                  <a:lnTo>
                    <a:pt x="137" y="335"/>
                  </a:lnTo>
                  <a:lnTo>
                    <a:pt x="140" y="324"/>
                  </a:lnTo>
                  <a:lnTo>
                    <a:pt x="141" y="315"/>
                  </a:lnTo>
                  <a:lnTo>
                    <a:pt x="144" y="306"/>
                  </a:lnTo>
                  <a:lnTo>
                    <a:pt x="147" y="299"/>
                  </a:lnTo>
                  <a:lnTo>
                    <a:pt x="148" y="292"/>
                  </a:lnTo>
                  <a:lnTo>
                    <a:pt x="152" y="285"/>
                  </a:lnTo>
                  <a:lnTo>
                    <a:pt x="154" y="278"/>
                  </a:lnTo>
                  <a:lnTo>
                    <a:pt x="159" y="267"/>
                  </a:lnTo>
                  <a:lnTo>
                    <a:pt x="166" y="256"/>
                  </a:lnTo>
                  <a:lnTo>
                    <a:pt x="170" y="247"/>
                  </a:lnTo>
                  <a:lnTo>
                    <a:pt x="177" y="237"/>
                  </a:lnTo>
                  <a:lnTo>
                    <a:pt x="182" y="230"/>
                  </a:lnTo>
                  <a:lnTo>
                    <a:pt x="190" y="218"/>
                  </a:lnTo>
                  <a:lnTo>
                    <a:pt x="199" y="207"/>
                  </a:lnTo>
                  <a:lnTo>
                    <a:pt x="207" y="199"/>
                  </a:lnTo>
                  <a:lnTo>
                    <a:pt x="214" y="193"/>
                  </a:lnTo>
                  <a:lnTo>
                    <a:pt x="223" y="185"/>
                  </a:lnTo>
                  <a:lnTo>
                    <a:pt x="231" y="178"/>
                  </a:lnTo>
                  <a:lnTo>
                    <a:pt x="242" y="171"/>
                  </a:lnTo>
                  <a:lnTo>
                    <a:pt x="251" y="165"/>
                  </a:lnTo>
                  <a:lnTo>
                    <a:pt x="260" y="158"/>
                  </a:lnTo>
                  <a:lnTo>
                    <a:pt x="267" y="155"/>
                  </a:lnTo>
                  <a:lnTo>
                    <a:pt x="272" y="152"/>
                  </a:lnTo>
                  <a:lnTo>
                    <a:pt x="278" y="149"/>
                  </a:lnTo>
                  <a:lnTo>
                    <a:pt x="284" y="145"/>
                  </a:lnTo>
                  <a:lnTo>
                    <a:pt x="292" y="143"/>
                  </a:lnTo>
                  <a:lnTo>
                    <a:pt x="298" y="140"/>
                  </a:lnTo>
                  <a:lnTo>
                    <a:pt x="306" y="138"/>
                  </a:lnTo>
                  <a:lnTo>
                    <a:pt x="314" y="135"/>
                  </a:lnTo>
                  <a:lnTo>
                    <a:pt x="323" y="133"/>
                  </a:lnTo>
                  <a:lnTo>
                    <a:pt x="329" y="130"/>
                  </a:lnTo>
                  <a:lnTo>
                    <a:pt x="339" y="128"/>
                  </a:lnTo>
                  <a:lnTo>
                    <a:pt x="345" y="128"/>
                  </a:lnTo>
                  <a:lnTo>
                    <a:pt x="356" y="126"/>
                  </a:lnTo>
                  <a:lnTo>
                    <a:pt x="362" y="125"/>
                  </a:lnTo>
                  <a:lnTo>
                    <a:pt x="371" y="124"/>
                  </a:lnTo>
                  <a:lnTo>
                    <a:pt x="378" y="123"/>
                  </a:lnTo>
                  <a:lnTo>
                    <a:pt x="389" y="123"/>
                  </a:lnTo>
                  <a:lnTo>
                    <a:pt x="400" y="123"/>
                  </a:lnTo>
                  <a:lnTo>
                    <a:pt x="411" y="124"/>
                  </a:lnTo>
                  <a:lnTo>
                    <a:pt x="422" y="125"/>
                  </a:lnTo>
                  <a:lnTo>
                    <a:pt x="427" y="126"/>
                  </a:lnTo>
                  <a:lnTo>
                    <a:pt x="437" y="128"/>
                  </a:lnTo>
                  <a:lnTo>
                    <a:pt x="443" y="129"/>
                  </a:lnTo>
                  <a:lnTo>
                    <a:pt x="451" y="131"/>
                  </a:lnTo>
                  <a:lnTo>
                    <a:pt x="459" y="133"/>
                  </a:lnTo>
                  <a:lnTo>
                    <a:pt x="466" y="135"/>
                  </a:lnTo>
                  <a:lnTo>
                    <a:pt x="476" y="138"/>
                  </a:lnTo>
                  <a:lnTo>
                    <a:pt x="483" y="140"/>
                  </a:lnTo>
                  <a:lnTo>
                    <a:pt x="492" y="144"/>
                  </a:lnTo>
                  <a:lnTo>
                    <a:pt x="499" y="147"/>
                  </a:lnTo>
                  <a:lnTo>
                    <a:pt x="505" y="150"/>
                  </a:lnTo>
                  <a:lnTo>
                    <a:pt x="514" y="154"/>
                  </a:lnTo>
                  <a:lnTo>
                    <a:pt x="521" y="158"/>
                  </a:lnTo>
                  <a:lnTo>
                    <a:pt x="528" y="162"/>
                  </a:lnTo>
                  <a:lnTo>
                    <a:pt x="536" y="168"/>
                  </a:lnTo>
                  <a:lnTo>
                    <a:pt x="542" y="172"/>
                  </a:lnTo>
                  <a:lnTo>
                    <a:pt x="548" y="177"/>
                  </a:lnTo>
                  <a:lnTo>
                    <a:pt x="554" y="182"/>
                  </a:lnTo>
                  <a:lnTo>
                    <a:pt x="560" y="186"/>
                  </a:lnTo>
                  <a:lnTo>
                    <a:pt x="564" y="190"/>
                  </a:lnTo>
                  <a:lnTo>
                    <a:pt x="570" y="195"/>
                  </a:lnTo>
                  <a:lnTo>
                    <a:pt x="575" y="200"/>
                  </a:lnTo>
                  <a:lnTo>
                    <a:pt x="580" y="204"/>
                  </a:lnTo>
                  <a:lnTo>
                    <a:pt x="582" y="208"/>
                  </a:lnTo>
                  <a:lnTo>
                    <a:pt x="588" y="214"/>
                  </a:lnTo>
                  <a:lnTo>
                    <a:pt x="591" y="218"/>
                  </a:lnTo>
                  <a:lnTo>
                    <a:pt x="595" y="223"/>
                  </a:lnTo>
                  <a:lnTo>
                    <a:pt x="597" y="227"/>
                  </a:lnTo>
                  <a:lnTo>
                    <a:pt x="602" y="234"/>
                  </a:lnTo>
                  <a:lnTo>
                    <a:pt x="608" y="241"/>
                  </a:lnTo>
                  <a:lnTo>
                    <a:pt x="611" y="247"/>
                  </a:lnTo>
                  <a:lnTo>
                    <a:pt x="615" y="255"/>
                  </a:lnTo>
                  <a:lnTo>
                    <a:pt x="618" y="261"/>
                  </a:lnTo>
                  <a:lnTo>
                    <a:pt x="621" y="267"/>
                  </a:lnTo>
                  <a:lnTo>
                    <a:pt x="625" y="273"/>
                  </a:lnTo>
                  <a:lnTo>
                    <a:pt x="628" y="282"/>
                  </a:lnTo>
                  <a:lnTo>
                    <a:pt x="631" y="288"/>
                  </a:lnTo>
                  <a:lnTo>
                    <a:pt x="634" y="296"/>
                  </a:lnTo>
                  <a:lnTo>
                    <a:pt x="637" y="305"/>
                  </a:lnTo>
                  <a:lnTo>
                    <a:pt x="640" y="317"/>
                  </a:lnTo>
                  <a:lnTo>
                    <a:pt x="642" y="326"/>
                  </a:lnTo>
                  <a:lnTo>
                    <a:pt x="643" y="335"/>
                  </a:lnTo>
                  <a:lnTo>
                    <a:pt x="645" y="347"/>
                  </a:lnTo>
                  <a:lnTo>
                    <a:pt x="648" y="363"/>
                  </a:lnTo>
                  <a:lnTo>
                    <a:pt x="648" y="780"/>
                  </a:lnTo>
                  <a:lnTo>
                    <a:pt x="134" y="780"/>
                  </a:lnTo>
                  <a:lnTo>
                    <a:pt x="775" y="780"/>
                  </a:lnTo>
                  <a:lnTo>
                    <a:pt x="775" y="86"/>
                  </a:lnTo>
                  <a:lnTo>
                    <a:pt x="688" y="0"/>
                  </a:lnTo>
                  <a:lnTo>
                    <a:pt x="86" y="0"/>
                  </a:lnTo>
                  <a:lnTo>
                    <a:pt x="0" y="86"/>
                  </a:lnTo>
                  <a:lnTo>
                    <a:pt x="0" y="780"/>
                  </a:lnTo>
                  <a:lnTo>
                    <a:pt x="133" y="780"/>
                  </a:lnTo>
                  <a:lnTo>
                    <a:pt x="134" y="363"/>
                  </a:lnTo>
                  <a:close/>
                </a:path>
              </a:pathLst>
            </a:custGeom>
            <a:solidFill>
              <a:srgbClr val="C0C0C0"/>
            </a:solidFill>
            <a:ln w="9525">
              <a:noFill/>
              <a:round/>
              <a:headEnd/>
              <a:tailEnd/>
            </a:ln>
          </p:spPr>
          <p:txBody>
            <a:bodyPr/>
            <a:lstStyle/>
            <a:p>
              <a:endParaRPr lang="nl-BE"/>
            </a:p>
          </p:txBody>
        </p:sp>
        <p:sp>
          <p:nvSpPr>
            <p:cNvPr id="12700" name="Line 30"/>
            <p:cNvSpPr>
              <a:spLocks noChangeShapeType="1"/>
            </p:cNvSpPr>
            <p:nvPr/>
          </p:nvSpPr>
          <p:spPr bwMode="auto">
            <a:xfrm>
              <a:off x="2992438" y="6234113"/>
              <a:ext cx="1166812" cy="1587"/>
            </a:xfrm>
            <a:prstGeom prst="line">
              <a:avLst/>
            </a:prstGeom>
            <a:noFill/>
            <a:ln w="12700">
              <a:solidFill>
                <a:srgbClr val="000000"/>
              </a:solidFill>
              <a:round/>
              <a:headEnd/>
              <a:tailEnd/>
            </a:ln>
          </p:spPr>
          <p:txBody>
            <a:bodyPr/>
            <a:lstStyle/>
            <a:p>
              <a:endParaRPr lang="nl-BE"/>
            </a:p>
          </p:txBody>
        </p:sp>
        <p:sp>
          <p:nvSpPr>
            <p:cNvPr id="12701" name="Freeform 31"/>
            <p:cNvSpPr>
              <a:spLocks/>
            </p:cNvSpPr>
            <p:nvPr/>
          </p:nvSpPr>
          <p:spPr bwMode="auto">
            <a:xfrm>
              <a:off x="4156075" y="3529013"/>
              <a:ext cx="542925" cy="623887"/>
            </a:xfrm>
            <a:custGeom>
              <a:avLst/>
              <a:gdLst>
                <a:gd name="T0" fmla="*/ 0 w 342"/>
                <a:gd name="T1" fmla="*/ 2147483647 h 393"/>
                <a:gd name="T2" fmla="*/ 2147483647 w 342"/>
                <a:gd name="T3" fmla="*/ 2147483647 h 393"/>
                <a:gd name="T4" fmla="*/ 2147483647 w 342"/>
                <a:gd name="T5" fmla="*/ 2147483647 h 393"/>
                <a:gd name="T6" fmla="*/ 2147483647 w 342"/>
                <a:gd name="T7" fmla="*/ 2147483647 h 393"/>
                <a:gd name="T8" fmla="*/ 2147483647 w 342"/>
                <a:gd name="T9" fmla="*/ 2147483647 h 393"/>
                <a:gd name="T10" fmla="*/ 2147483647 w 342"/>
                <a:gd name="T11" fmla="*/ 2147483647 h 393"/>
                <a:gd name="T12" fmla="*/ 2147483647 w 342"/>
                <a:gd name="T13" fmla="*/ 2147483647 h 393"/>
                <a:gd name="T14" fmla="*/ 2147483647 w 342"/>
                <a:gd name="T15" fmla="*/ 2147483647 h 393"/>
                <a:gd name="T16" fmla="*/ 2147483647 w 342"/>
                <a:gd name="T17" fmla="*/ 2147483647 h 393"/>
                <a:gd name="T18" fmla="*/ 2147483647 w 342"/>
                <a:gd name="T19" fmla="*/ 2147483647 h 393"/>
                <a:gd name="T20" fmla="*/ 2147483647 w 342"/>
                <a:gd name="T21" fmla="*/ 2147483647 h 393"/>
                <a:gd name="T22" fmla="*/ 2147483647 w 342"/>
                <a:gd name="T23" fmla="*/ 2147483647 h 393"/>
                <a:gd name="T24" fmla="*/ 2147483647 w 342"/>
                <a:gd name="T25" fmla="*/ 2147483647 h 393"/>
                <a:gd name="T26" fmla="*/ 2147483647 w 342"/>
                <a:gd name="T27" fmla="*/ 2147483647 h 393"/>
                <a:gd name="T28" fmla="*/ 2147483647 w 342"/>
                <a:gd name="T29" fmla="*/ 2147483647 h 393"/>
                <a:gd name="T30" fmla="*/ 2147483647 w 342"/>
                <a:gd name="T31" fmla="*/ 2147483647 h 393"/>
                <a:gd name="T32" fmla="*/ 2147483647 w 342"/>
                <a:gd name="T33" fmla="*/ 2147483647 h 393"/>
                <a:gd name="T34" fmla="*/ 2147483647 w 342"/>
                <a:gd name="T35" fmla="*/ 2147483647 h 393"/>
                <a:gd name="T36" fmla="*/ 2147483647 w 342"/>
                <a:gd name="T37" fmla="*/ 2147483647 h 393"/>
                <a:gd name="T38" fmla="*/ 2147483647 w 342"/>
                <a:gd name="T39" fmla="*/ 2147483647 h 393"/>
                <a:gd name="T40" fmla="*/ 2147483647 w 342"/>
                <a:gd name="T41" fmla="*/ 2147483647 h 393"/>
                <a:gd name="T42" fmla="*/ 2147483647 w 342"/>
                <a:gd name="T43" fmla="*/ 0 h 393"/>
                <a:gd name="T44" fmla="*/ 0 w 342"/>
                <a:gd name="T45" fmla="*/ 2147483647 h 39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342"/>
                <a:gd name="T70" fmla="*/ 0 h 393"/>
                <a:gd name="T71" fmla="*/ 342 w 342"/>
                <a:gd name="T72" fmla="*/ 393 h 393"/>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342" h="393">
                  <a:moveTo>
                    <a:pt x="0" y="383"/>
                  </a:moveTo>
                  <a:lnTo>
                    <a:pt x="22" y="376"/>
                  </a:lnTo>
                  <a:lnTo>
                    <a:pt x="50" y="369"/>
                  </a:lnTo>
                  <a:lnTo>
                    <a:pt x="86" y="362"/>
                  </a:lnTo>
                  <a:lnTo>
                    <a:pt x="126" y="358"/>
                  </a:lnTo>
                  <a:lnTo>
                    <a:pt x="155" y="358"/>
                  </a:lnTo>
                  <a:lnTo>
                    <a:pt x="177" y="358"/>
                  </a:lnTo>
                  <a:lnTo>
                    <a:pt x="192" y="358"/>
                  </a:lnTo>
                  <a:lnTo>
                    <a:pt x="200" y="359"/>
                  </a:lnTo>
                  <a:lnTo>
                    <a:pt x="211" y="360"/>
                  </a:lnTo>
                  <a:lnTo>
                    <a:pt x="222" y="361"/>
                  </a:lnTo>
                  <a:lnTo>
                    <a:pt x="233" y="362"/>
                  </a:lnTo>
                  <a:lnTo>
                    <a:pt x="247" y="364"/>
                  </a:lnTo>
                  <a:lnTo>
                    <a:pt x="261" y="367"/>
                  </a:lnTo>
                  <a:lnTo>
                    <a:pt x="275" y="369"/>
                  </a:lnTo>
                  <a:lnTo>
                    <a:pt x="291" y="372"/>
                  </a:lnTo>
                  <a:lnTo>
                    <a:pt x="303" y="376"/>
                  </a:lnTo>
                  <a:lnTo>
                    <a:pt x="313" y="380"/>
                  </a:lnTo>
                  <a:lnTo>
                    <a:pt x="322" y="383"/>
                  </a:lnTo>
                  <a:lnTo>
                    <a:pt x="333" y="388"/>
                  </a:lnTo>
                  <a:lnTo>
                    <a:pt x="342" y="393"/>
                  </a:lnTo>
                  <a:lnTo>
                    <a:pt x="218" y="0"/>
                  </a:lnTo>
                  <a:lnTo>
                    <a:pt x="0" y="383"/>
                  </a:lnTo>
                  <a:close/>
                </a:path>
              </a:pathLst>
            </a:custGeom>
            <a:solidFill>
              <a:srgbClr val="202020"/>
            </a:solidFill>
            <a:ln w="9525">
              <a:noFill/>
              <a:round/>
              <a:headEnd/>
              <a:tailEnd/>
            </a:ln>
          </p:spPr>
          <p:txBody>
            <a:bodyPr/>
            <a:lstStyle/>
            <a:p>
              <a:endParaRPr lang="nl-BE"/>
            </a:p>
          </p:txBody>
        </p:sp>
        <p:sp>
          <p:nvSpPr>
            <p:cNvPr id="12702" name="Freeform 32"/>
            <p:cNvSpPr>
              <a:spLocks/>
            </p:cNvSpPr>
            <p:nvPr/>
          </p:nvSpPr>
          <p:spPr bwMode="auto">
            <a:xfrm>
              <a:off x="4422775" y="3529013"/>
              <a:ext cx="77788" cy="569912"/>
            </a:xfrm>
            <a:custGeom>
              <a:avLst/>
              <a:gdLst>
                <a:gd name="T0" fmla="*/ 2147483647 w 49"/>
                <a:gd name="T1" fmla="*/ 0 h 359"/>
                <a:gd name="T2" fmla="*/ 0 w 49"/>
                <a:gd name="T3" fmla="*/ 2147483647 h 359"/>
                <a:gd name="T4" fmla="*/ 2147483647 w 49"/>
                <a:gd name="T5" fmla="*/ 2147483647 h 359"/>
                <a:gd name="T6" fmla="*/ 2147483647 w 49"/>
                <a:gd name="T7" fmla="*/ 0 h 359"/>
                <a:gd name="T8" fmla="*/ 0 60000 65536"/>
                <a:gd name="T9" fmla="*/ 0 60000 65536"/>
                <a:gd name="T10" fmla="*/ 0 60000 65536"/>
                <a:gd name="T11" fmla="*/ 0 60000 65536"/>
                <a:gd name="T12" fmla="*/ 0 w 49"/>
                <a:gd name="T13" fmla="*/ 0 h 359"/>
                <a:gd name="T14" fmla="*/ 49 w 49"/>
                <a:gd name="T15" fmla="*/ 359 h 359"/>
              </a:gdLst>
              <a:ahLst/>
              <a:cxnLst>
                <a:cxn ang="T8">
                  <a:pos x="T0" y="T1"/>
                </a:cxn>
                <a:cxn ang="T9">
                  <a:pos x="T2" y="T3"/>
                </a:cxn>
                <a:cxn ang="T10">
                  <a:pos x="T4" y="T5"/>
                </a:cxn>
                <a:cxn ang="T11">
                  <a:pos x="T6" y="T7"/>
                </a:cxn>
              </a:cxnLst>
              <a:rect l="T12" t="T13" r="T14" b="T15"/>
              <a:pathLst>
                <a:path w="49" h="359">
                  <a:moveTo>
                    <a:pt x="49" y="0"/>
                  </a:moveTo>
                  <a:lnTo>
                    <a:pt x="0" y="359"/>
                  </a:lnTo>
                  <a:lnTo>
                    <a:pt x="15" y="359"/>
                  </a:lnTo>
                  <a:lnTo>
                    <a:pt x="49" y="0"/>
                  </a:lnTo>
                  <a:close/>
                </a:path>
              </a:pathLst>
            </a:custGeom>
            <a:solidFill>
              <a:srgbClr val="404000"/>
            </a:solidFill>
            <a:ln w="9525">
              <a:noFill/>
              <a:round/>
              <a:headEnd/>
              <a:tailEnd/>
            </a:ln>
          </p:spPr>
          <p:txBody>
            <a:bodyPr/>
            <a:lstStyle/>
            <a:p>
              <a:endParaRPr lang="nl-BE"/>
            </a:p>
          </p:txBody>
        </p:sp>
        <p:sp>
          <p:nvSpPr>
            <p:cNvPr id="12703" name="Freeform 33"/>
            <p:cNvSpPr>
              <a:spLocks/>
            </p:cNvSpPr>
            <p:nvPr/>
          </p:nvSpPr>
          <p:spPr bwMode="auto">
            <a:xfrm>
              <a:off x="4089400" y="3529013"/>
              <a:ext cx="411163" cy="642937"/>
            </a:xfrm>
            <a:custGeom>
              <a:avLst/>
              <a:gdLst>
                <a:gd name="T0" fmla="*/ 0 w 259"/>
                <a:gd name="T1" fmla="*/ 2147483647 h 405"/>
                <a:gd name="T2" fmla="*/ 2147483647 w 259"/>
                <a:gd name="T3" fmla="*/ 2147483647 h 405"/>
                <a:gd name="T4" fmla="*/ 2147483647 w 259"/>
                <a:gd name="T5" fmla="*/ 2147483647 h 405"/>
                <a:gd name="T6" fmla="*/ 2147483647 w 259"/>
                <a:gd name="T7" fmla="*/ 2147483647 h 405"/>
                <a:gd name="T8" fmla="*/ 2147483647 w 259"/>
                <a:gd name="T9" fmla="*/ 0 h 405"/>
                <a:gd name="T10" fmla="*/ 0 w 259"/>
                <a:gd name="T11" fmla="*/ 2147483647 h 405"/>
                <a:gd name="T12" fmla="*/ 0 60000 65536"/>
                <a:gd name="T13" fmla="*/ 0 60000 65536"/>
                <a:gd name="T14" fmla="*/ 0 60000 65536"/>
                <a:gd name="T15" fmla="*/ 0 60000 65536"/>
                <a:gd name="T16" fmla="*/ 0 60000 65536"/>
                <a:gd name="T17" fmla="*/ 0 60000 65536"/>
                <a:gd name="T18" fmla="*/ 0 w 259"/>
                <a:gd name="T19" fmla="*/ 0 h 405"/>
                <a:gd name="T20" fmla="*/ 259 w 259"/>
                <a:gd name="T21" fmla="*/ 405 h 405"/>
              </a:gdLst>
              <a:ahLst/>
              <a:cxnLst>
                <a:cxn ang="T12">
                  <a:pos x="T0" y="T1"/>
                </a:cxn>
                <a:cxn ang="T13">
                  <a:pos x="T2" y="T3"/>
                </a:cxn>
                <a:cxn ang="T14">
                  <a:pos x="T4" y="T5"/>
                </a:cxn>
                <a:cxn ang="T15">
                  <a:pos x="T6" y="T7"/>
                </a:cxn>
                <a:cxn ang="T16">
                  <a:pos x="T8" y="T9"/>
                </a:cxn>
                <a:cxn ang="T17">
                  <a:pos x="T10" y="T11"/>
                </a:cxn>
              </a:cxnLst>
              <a:rect l="T18" t="T19" r="T20" b="T21"/>
              <a:pathLst>
                <a:path w="259" h="405">
                  <a:moveTo>
                    <a:pt x="0" y="405"/>
                  </a:moveTo>
                  <a:lnTo>
                    <a:pt x="19" y="393"/>
                  </a:lnTo>
                  <a:lnTo>
                    <a:pt x="32" y="387"/>
                  </a:lnTo>
                  <a:lnTo>
                    <a:pt x="45" y="383"/>
                  </a:lnTo>
                  <a:lnTo>
                    <a:pt x="259" y="0"/>
                  </a:lnTo>
                  <a:lnTo>
                    <a:pt x="0" y="405"/>
                  </a:lnTo>
                  <a:close/>
                </a:path>
              </a:pathLst>
            </a:custGeom>
            <a:solidFill>
              <a:srgbClr val="402000"/>
            </a:solidFill>
            <a:ln w="9525">
              <a:noFill/>
              <a:round/>
              <a:headEnd/>
              <a:tailEnd/>
            </a:ln>
          </p:spPr>
          <p:txBody>
            <a:bodyPr/>
            <a:lstStyle/>
            <a:p>
              <a:endParaRPr lang="nl-BE"/>
            </a:p>
          </p:txBody>
        </p:sp>
        <p:sp>
          <p:nvSpPr>
            <p:cNvPr id="12704" name="Freeform 34"/>
            <p:cNvSpPr>
              <a:spLocks/>
            </p:cNvSpPr>
            <p:nvPr/>
          </p:nvSpPr>
          <p:spPr bwMode="auto">
            <a:xfrm>
              <a:off x="4503738" y="3529013"/>
              <a:ext cx="252412" cy="673100"/>
            </a:xfrm>
            <a:custGeom>
              <a:avLst/>
              <a:gdLst>
                <a:gd name="T0" fmla="*/ 0 w 159"/>
                <a:gd name="T1" fmla="*/ 0 h 424"/>
                <a:gd name="T2" fmla="*/ 2147483647 w 159"/>
                <a:gd name="T3" fmla="*/ 2147483647 h 424"/>
                <a:gd name="T4" fmla="*/ 2147483647 w 159"/>
                <a:gd name="T5" fmla="*/ 2147483647 h 424"/>
                <a:gd name="T6" fmla="*/ 2147483647 w 159"/>
                <a:gd name="T7" fmla="*/ 2147483647 h 424"/>
                <a:gd name="T8" fmla="*/ 2147483647 w 159"/>
                <a:gd name="T9" fmla="*/ 2147483647 h 424"/>
                <a:gd name="T10" fmla="*/ 2147483647 w 159"/>
                <a:gd name="T11" fmla="*/ 2147483647 h 424"/>
                <a:gd name="T12" fmla="*/ 2147483647 w 159"/>
                <a:gd name="T13" fmla="*/ 2147483647 h 424"/>
                <a:gd name="T14" fmla="*/ 2147483647 w 159"/>
                <a:gd name="T15" fmla="*/ 2147483647 h 424"/>
                <a:gd name="T16" fmla="*/ 2147483647 w 159"/>
                <a:gd name="T17" fmla="*/ 2147483647 h 424"/>
                <a:gd name="T18" fmla="*/ 0 w 159"/>
                <a:gd name="T19" fmla="*/ 0 h 4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9"/>
                <a:gd name="T31" fmla="*/ 0 h 424"/>
                <a:gd name="T32" fmla="*/ 159 w 159"/>
                <a:gd name="T33" fmla="*/ 424 h 4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9" h="424">
                  <a:moveTo>
                    <a:pt x="0" y="0"/>
                  </a:moveTo>
                  <a:lnTo>
                    <a:pt x="159" y="424"/>
                  </a:lnTo>
                  <a:lnTo>
                    <a:pt x="151" y="414"/>
                  </a:lnTo>
                  <a:lnTo>
                    <a:pt x="148" y="410"/>
                  </a:lnTo>
                  <a:lnTo>
                    <a:pt x="144" y="407"/>
                  </a:lnTo>
                  <a:lnTo>
                    <a:pt x="138" y="402"/>
                  </a:lnTo>
                  <a:lnTo>
                    <a:pt x="134" y="399"/>
                  </a:lnTo>
                  <a:lnTo>
                    <a:pt x="128" y="395"/>
                  </a:lnTo>
                  <a:lnTo>
                    <a:pt x="121" y="391"/>
                  </a:lnTo>
                  <a:lnTo>
                    <a:pt x="0" y="0"/>
                  </a:lnTo>
                  <a:close/>
                </a:path>
              </a:pathLst>
            </a:custGeom>
            <a:solidFill>
              <a:srgbClr val="603000"/>
            </a:solidFill>
            <a:ln w="9525">
              <a:noFill/>
              <a:round/>
              <a:headEnd/>
              <a:tailEnd/>
            </a:ln>
          </p:spPr>
          <p:txBody>
            <a:bodyPr/>
            <a:lstStyle/>
            <a:p>
              <a:endParaRPr lang="nl-BE"/>
            </a:p>
          </p:txBody>
        </p:sp>
        <p:sp>
          <p:nvSpPr>
            <p:cNvPr id="12705" name="Oval 35"/>
            <p:cNvSpPr>
              <a:spLocks noChangeArrowheads="1"/>
            </p:cNvSpPr>
            <p:nvPr/>
          </p:nvSpPr>
          <p:spPr bwMode="auto">
            <a:xfrm>
              <a:off x="4948238" y="3963988"/>
              <a:ext cx="238125" cy="258762"/>
            </a:xfrm>
            <a:prstGeom prst="ellipse">
              <a:avLst/>
            </a:prstGeom>
            <a:solidFill>
              <a:srgbClr val="006000"/>
            </a:solidFill>
            <a:ln w="9525">
              <a:noFill/>
              <a:round/>
              <a:headEnd/>
              <a:tailEnd/>
            </a:ln>
          </p:spPr>
          <p:txBody>
            <a:bodyPr/>
            <a:lstStyle/>
            <a:p>
              <a:pPr algn="ctr" eaLnBrk="0" hangingPunct="0"/>
              <a:endParaRPr lang="nl-BE"/>
            </a:p>
          </p:txBody>
        </p:sp>
        <p:sp>
          <p:nvSpPr>
            <p:cNvPr id="12706" name="Oval 36"/>
            <p:cNvSpPr>
              <a:spLocks noChangeArrowheads="1"/>
            </p:cNvSpPr>
            <p:nvPr/>
          </p:nvSpPr>
          <p:spPr bwMode="auto">
            <a:xfrm>
              <a:off x="5114925" y="3927475"/>
              <a:ext cx="198438" cy="258763"/>
            </a:xfrm>
            <a:prstGeom prst="ellipse">
              <a:avLst/>
            </a:prstGeom>
            <a:solidFill>
              <a:srgbClr val="006000"/>
            </a:solidFill>
            <a:ln w="9525">
              <a:noFill/>
              <a:round/>
              <a:headEnd/>
              <a:tailEnd/>
            </a:ln>
          </p:spPr>
          <p:txBody>
            <a:bodyPr/>
            <a:lstStyle/>
            <a:p>
              <a:pPr algn="ctr" eaLnBrk="0" hangingPunct="0"/>
              <a:endParaRPr lang="nl-BE"/>
            </a:p>
          </p:txBody>
        </p:sp>
        <p:sp>
          <p:nvSpPr>
            <p:cNvPr id="12707" name="Oval 37"/>
            <p:cNvSpPr>
              <a:spLocks noChangeArrowheads="1"/>
            </p:cNvSpPr>
            <p:nvPr/>
          </p:nvSpPr>
          <p:spPr bwMode="auto">
            <a:xfrm>
              <a:off x="5021263" y="4113213"/>
              <a:ext cx="125412" cy="103187"/>
            </a:xfrm>
            <a:prstGeom prst="ellipse">
              <a:avLst/>
            </a:prstGeom>
            <a:solidFill>
              <a:srgbClr val="004000"/>
            </a:solidFill>
            <a:ln w="9525">
              <a:noFill/>
              <a:round/>
              <a:headEnd/>
              <a:tailEnd/>
            </a:ln>
          </p:spPr>
          <p:txBody>
            <a:bodyPr/>
            <a:lstStyle/>
            <a:p>
              <a:pPr algn="ctr" eaLnBrk="0" hangingPunct="0"/>
              <a:endParaRPr lang="nl-BE"/>
            </a:p>
          </p:txBody>
        </p:sp>
        <p:sp>
          <p:nvSpPr>
            <p:cNvPr id="12708" name="Oval 38"/>
            <p:cNvSpPr>
              <a:spLocks noChangeArrowheads="1"/>
            </p:cNvSpPr>
            <p:nvPr/>
          </p:nvSpPr>
          <p:spPr bwMode="auto">
            <a:xfrm>
              <a:off x="5162550" y="4051300"/>
              <a:ext cx="131763" cy="136525"/>
            </a:xfrm>
            <a:prstGeom prst="ellipse">
              <a:avLst/>
            </a:prstGeom>
            <a:solidFill>
              <a:srgbClr val="004000"/>
            </a:solidFill>
            <a:ln w="9525">
              <a:noFill/>
              <a:round/>
              <a:headEnd/>
              <a:tailEnd/>
            </a:ln>
          </p:spPr>
          <p:txBody>
            <a:bodyPr/>
            <a:lstStyle/>
            <a:p>
              <a:pPr algn="ctr" eaLnBrk="0" hangingPunct="0"/>
              <a:endParaRPr lang="nl-BE"/>
            </a:p>
          </p:txBody>
        </p:sp>
        <p:sp>
          <p:nvSpPr>
            <p:cNvPr id="12709" name="Oval 39"/>
            <p:cNvSpPr>
              <a:spLocks noChangeArrowheads="1"/>
            </p:cNvSpPr>
            <p:nvPr/>
          </p:nvSpPr>
          <p:spPr bwMode="auto">
            <a:xfrm>
              <a:off x="5014913" y="3902075"/>
              <a:ext cx="204787" cy="203200"/>
            </a:xfrm>
            <a:prstGeom prst="ellipse">
              <a:avLst/>
            </a:prstGeom>
            <a:solidFill>
              <a:srgbClr val="008000"/>
            </a:solidFill>
            <a:ln w="9525">
              <a:noFill/>
              <a:round/>
              <a:headEnd/>
              <a:tailEnd/>
            </a:ln>
          </p:spPr>
          <p:txBody>
            <a:bodyPr/>
            <a:lstStyle/>
            <a:p>
              <a:pPr algn="ctr" eaLnBrk="0" hangingPunct="0"/>
              <a:endParaRPr lang="nl-BE"/>
            </a:p>
          </p:txBody>
        </p:sp>
        <p:sp>
          <p:nvSpPr>
            <p:cNvPr id="12710" name="Oval 40"/>
            <p:cNvSpPr>
              <a:spLocks noChangeArrowheads="1"/>
            </p:cNvSpPr>
            <p:nvPr/>
          </p:nvSpPr>
          <p:spPr bwMode="auto">
            <a:xfrm>
              <a:off x="5068888" y="3970338"/>
              <a:ext cx="144462" cy="122237"/>
            </a:xfrm>
            <a:prstGeom prst="ellipse">
              <a:avLst/>
            </a:prstGeom>
            <a:solidFill>
              <a:srgbClr val="006000"/>
            </a:solidFill>
            <a:ln w="9525">
              <a:noFill/>
              <a:round/>
              <a:headEnd/>
              <a:tailEnd/>
            </a:ln>
          </p:spPr>
          <p:txBody>
            <a:bodyPr/>
            <a:lstStyle/>
            <a:p>
              <a:pPr algn="ctr" eaLnBrk="0" hangingPunct="0"/>
              <a:endParaRPr lang="nl-BE"/>
            </a:p>
          </p:txBody>
        </p:sp>
        <p:sp>
          <p:nvSpPr>
            <p:cNvPr id="12711" name="Oval 41"/>
            <p:cNvSpPr>
              <a:spLocks noChangeArrowheads="1"/>
            </p:cNvSpPr>
            <p:nvPr/>
          </p:nvSpPr>
          <p:spPr bwMode="auto">
            <a:xfrm>
              <a:off x="4921250" y="4049713"/>
              <a:ext cx="277813" cy="222250"/>
            </a:xfrm>
            <a:prstGeom prst="ellipse">
              <a:avLst/>
            </a:prstGeom>
            <a:solidFill>
              <a:srgbClr val="006000"/>
            </a:solidFill>
            <a:ln w="9525">
              <a:noFill/>
              <a:round/>
              <a:headEnd/>
              <a:tailEnd/>
            </a:ln>
          </p:spPr>
          <p:txBody>
            <a:bodyPr/>
            <a:lstStyle/>
            <a:p>
              <a:pPr algn="ctr" eaLnBrk="0" hangingPunct="0"/>
              <a:endParaRPr lang="nl-BE"/>
            </a:p>
          </p:txBody>
        </p:sp>
        <p:sp>
          <p:nvSpPr>
            <p:cNvPr id="12712" name="Oval 42"/>
            <p:cNvSpPr>
              <a:spLocks noChangeArrowheads="1"/>
            </p:cNvSpPr>
            <p:nvPr/>
          </p:nvSpPr>
          <p:spPr bwMode="auto">
            <a:xfrm>
              <a:off x="4959350" y="4206875"/>
              <a:ext cx="279400" cy="184150"/>
            </a:xfrm>
            <a:prstGeom prst="ellipse">
              <a:avLst/>
            </a:prstGeom>
            <a:solidFill>
              <a:srgbClr val="006000"/>
            </a:solidFill>
            <a:ln w="9525">
              <a:noFill/>
              <a:round/>
              <a:headEnd/>
              <a:tailEnd/>
            </a:ln>
          </p:spPr>
          <p:txBody>
            <a:bodyPr/>
            <a:lstStyle/>
            <a:p>
              <a:pPr algn="ctr" eaLnBrk="0" hangingPunct="0"/>
              <a:endParaRPr lang="nl-BE"/>
            </a:p>
          </p:txBody>
        </p:sp>
        <p:sp>
          <p:nvSpPr>
            <p:cNvPr id="12713" name="Oval 43"/>
            <p:cNvSpPr>
              <a:spLocks noChangeArrowheads="1"/>
            </p:cNvSpPr>
            <p:nvPr/>
          </p:nvSpPr>
          <p:spPr bwMode="auto">
            <a:xfrm>
              <a:off x="4926013" y="4117975"/>
              <a:ext cx="112712" cy="117475"/>
            </a:xfrm>
            <a:prstGeom prst="ellipse">
              <a:avLst/>
            </a:prstGeom>
            <a:solidFill>
              <a:srgbClr val="004000"/>
            </a:solidFill>
            <a:ln w="9525">
              <a:noFill/>
              <a:round/>
              <a:headEnd/>
              <a:tailEnd/>
            </a:ln>
          </p:spPr>
          <p:txBody>
            <a:bodyPr/>
            <a:lstStyle/>
            <a:p>
              <a:pPr algn="ctr" eaLnBrk="0" hangingPunct="0"/>
              <a:endParaRPr lang="nl-BE"/>
            </a:p>
          </p:txBody>
        </p:sp>
        <p:sp>
          <p:nvSpPr>
            <p:cNvPr id="12714" name="Oval 44"/>
            <p:cNvSpPr>
              <a:spLocks noChangeArrowheads="1"/>
            </p:cNvSpPr>
            <p:nvPr/>
          </p:nvSpPr>
          <p:spPr bwMode="auto">
            <a:xfrm>
              <a:off x="4938713" y="4238625"/>
              <a:ext cx="284162" cy="127000"/>
            </a:xfrm>
            <a:prstGeom prst="ellipse">
              <a:avLst/>
            </a:prstGeom>
            <a:solidFill>
              <a:srgbClr val="004000"/>
            </a:solidFill>
            <a:ln w="9525">
              <a:noFill/>
              <a:round/>
              <a:headEnd/>
              <a:tailEnd/>
            </a:ln>
          </p:spPr>
          <p:txBody>
            <a:bodyPr/>
            <a:lstStyle/>
            <a:p>
              <a:pPr algn="ctr" eaLnBrk="0" hangingPunct="0"/>
              <a:endParaRPr lang="nl-BE"/>
            </a:p>
          </p:txBody>
        </p:sp>
        <p:sp>
          <p:nvSpPr>
            <p:cNvPr id="12715" name="Oval 45"/>
            <p:cNvSpPr>
              <a:spLocks noChangeArrowheads="1"/>
            </p:cNvSpPr>
            <p:nvPr/>
          </p:nvSpPr>
          <p:spPr bwMode="auto">
            <a:xfrm>
              <a:off x="5046663" y="4113213"/>
              <a:ext cx="219075" cy="190500"/>
            </a:xfrm>
            <a:prstGeom prst="ellipse">
              <a:avLst/>
            </a:prstGeom>
            <a:solidFill>
              <a:srgbClr val="008000"/>
            </a:solidFill>
            <a:ln w="9525">
              <a:noFill/>
              <a:round/>
              <a:headEnd/>
              <a:tailEnd/>
            </a:ln>
          </p:spPr>
          <p:txBody>
            <a:bodyPr/>
            <a:lstStyle/>
            <a:p>
              <a:pPr algn="ctr" eaLnBrk="0" hangingPunct="0"/>
              <a:endParaRPr lang="nl-BE"/>
            </a:p>
          </p:txBody>
        </p:sp>
        <p:sp>
          <p:nvSpPr>
            <p:cNvPr id="12716" name="Oval 46"/>
            <p:cNvSpPr>
              <a:spLocks noChangeArrowheads="1"/>
            </p:cNvSpPr>
            <p:nvPr/>
          </p:nvSpPr>
          <p:spPr bwMode="auto">
            <a:xfrm>
              <a:off x="5060950" y="4162425"/>
              <a:ext cx="130175" cy="134938"/>
            </a:xfrm>
            <a:prstGeom prst="ellipse">
              <a:avLst/>
            </a:prstGeom>
            <a:solidFill>
              <a:srgbClr val="006000"/>
            </a:solidFill>
            <a:ln w="9525">
              <a:noFill/>
              <a:round/>
              <a:headEnd/>
              <a:tailEnd/>
            </a:ln>
          </p:spPr>
          <p:txBody>
            <a:bodyPr/>
            <a:lstStyle/>
            <a:p>
              <a:pPr algn="ctr" eaLnBrk="0" hangingPunct="0"/>
              <a:endParaRPr lang="nl-BE"/>
            </a:p>
          </p:txBody>
        </p:sp>
        <p:sp>
          <p:nvSpPr>
            <p:cNvPr id="12717" name="Oval 47"/>
            <p:cNvSpPr>
              <a:spLocks noChangeArrowheads="1"/>
            </p:cNvSpPr>
            <p:nvPr/>
          </p:nvSpPr>
          <p:spPr bwMode="auto">
            <a:xfrm>
              <a:off x="4976813" y="3563938"/>
              <a:ext cx="239712" cy="260350"/>
            </a:xfrm>
            <a:prstGeom prst="ellipse">
              <a:avLst/>
            </a:prstGeom>
            <a:solidFill>
              <a:srgbClr val="006000"/>
            </a:solidFill>
            <a:ln w="9525">
              <a:noFill/>
              <a:round/>
              <a:headEnd/>
              <a:tailEnd/>
            </a:ln>
          </p:spPr>
          <p:txBody>
            <a:bodyPr/>
            <a:lstStyle/>
            <a:p>
              <a:pPr algn="ctr" eaLnBrk="0" hangingPunct="0"/>
              <a:endParaRPr lang="nl-BE"/>
            </a:p>
          </p:txBody>
        </p:sp>
        <p:sp>
          <p:nvSpPr>
            <p:cNvPr id="12718" name="Oval 48"/>
            <p:cNvSpPr>
              <a:spLocks noChangeArrowheads="1"/>
            </p:cNvSpPr>
            <p:nvPr/>
          </p:nvSpPr>
          <p:spPr bwMode="auto">
            <a:xfrm>
              <a:off x="5145088" y="3527425"/>
              <a:ext cx="196850" cy="258763"/>
            </a:xfrm>
            <a:prstGeom prst="ellipse">
              <a:avLst/>
            </a:prstGeom>
            <a:solidFill>
              <a:srgbClr val="006000"/>
            </a:solidFill>
            <a:ln w="9525">
              <a:noFill/>
              <a:round/>
              <a:headEnd/>
              <a:tailEnd/>
            </a:ln>
          </p:spPr>
          <p:txBody>
            <a:bodyPr/>
            <a:lstStyle/>
            <a:p>
              <a:pPr algn="ctr" eaLnBrk="0" hangingPunct="0"/>
              <a:endParaRPr lang="nl-BE"/>
            </a:p>
          </p:txBody>
        </p:sp>
        <p:sp>
          <p:nvSpPr>
            <p:cNvPr id="12719" name="Oval 49"/>
            <p:cNvSpPr>
              <a:spLocks noChangeArrowheads="1"/>
            </p:cNvSpPr>
            <p:nvPr/>
          </p:nvSpPr>
          <p:spPr bwMode="auto">
            <a:xfrm>
              <a:off x="5051425" y="3714750"/>
              <a:ext cx="125413" cy="101600"/>
            </a:xfrm>
            <a:prstGeom prst="ellipse">
              <a:avLst/>
            </a:prstGeom>
            <a:solidFill>
              <a:srgbClr val="004000"/>
            </a:solidFill>
            <a:ln w="9525">
              <a:noFill/>
              <a:round/>
              <a:headEnd/>
              <a:tailEnd/>
            </a:ln>
          </p:spPr>
          <p:txBody>
            <a:bodyPr/>
            <a:lstStyle/>
            <a:p>
              <a:pPr algn="ctr" eaLnBrk="0" hangingPunct="0"/>
              <a:endParaRPr lang="nl-BE"/>
            </a:p>
          </p:txBody>
        </p:sp>
        <p:sp>
          <p:nvSpPr>
            <p:cNvPr id="12720" name="Oval 50"/>
            <p:cNvSpPr>
              <a:spLocks noChangeArrowheads="1"/>
            </p:cNvSpPr>
            <p:nvPr/>
          </p:nvSpPr>
          <p:spPr bwMode="auto">
            <a:xfrm>
              <a:off x="5191125" y="3651250"/>
              <a:ext cx="160338" cy="168275"/>
            </a:xfrm>
            <a:prstGeom prst="ellipse">
              <a:avLst/>
            </a:prstGeom>
            <a:solidFill>
              <a:srgbClr val="004000"/>
            </a:solidFill>
            <a:ln w="9525">
              <a:noFill/>
              <a:round/>
              <a:headEnd/>
              <a:tailEnd/>
            </a:ln>
          </p:spPr>
          <p:txBody>
            <a:bodyPr/>
            <a:lstStyle/>
            <a:p>
              <a:pPr algn="ctr" eaLnBrk="0" hangingPunct="0"/>
              <a:endParaRPr lang="nl-BE"/>
            </a:p>
          </p:txBody>
        </p:sp>
        <p:sp>
          <p:nvSpPr>
            <p:cNvPr id="12721" name="Oval 51"/>
            <p:cNvSpPr>
              <a:spLocks noChangeArrowheads="1"/>
            </p:cNvSpPr>
            <p:nvPr/>
          </p:nvSpPr>
          <p:spPr bwMode="auto">
            <a:xfrm>
              <a:off x="5043488" y="3502025"/>
              <a:ext cx="206375" cy="203200"/>
            </a:xfrm>
            <a:prstGeom prst="ellipse">
              <a:avLst/>
            </a:prstGeom>
            <a:solidFill>
              <a:srgbClr val="008000"/>
            </a:solidFill>
            <a:ln w="9525">
              <a:noFill/>
              <a:round/>
              <a:headEnd/>
              <a:tailEnd/>
            </a:ln>
          </p:spPr>
          <p:txBody>
            <a:bodyPr/>
            <a:lstStyle/>
            <a:p>
              <a:pPr algn="ctr" eaLnBrk="0" hangingPunct="0"/>
              <a:endParaRPr lang="nl-BE"/>
            </a:p>
          </p:txBody>
        </p:sp>
        <p:sp>
          <p:nvSpPr>
            <p:cNvPr id="12722" name="Oval 52"/>
            <p:cNvSpPr>
              <a:spLocks noChangeArrowheads="1"/>
            </p:cNvSpPr>
            <p:nvPr/>
          </p:nvSpPr>
          <p:spPr bwMode="auto">
            <a:xfrm>
              <a:off x="5095875" y="3570288"/>
              <a:ext cx="147638" cy="123825"/>
            </a:xfrm>
            <a:prstGeom prst="ellipse">
              <a:avLst/>
            </a:prstGeom>
            <a:solidFill>
              <a:srgbClr val="006000"/>
            </a:solidFill>
            <a:ln w="9525">
              <a:noFill/>
              <a:round/>
              <a:headEnd/>
              <a:tailEnd/>
            </a:ln>
          </p:spPr>
          <p:txBody>
            <a:bodyPr/>
            <a:lstStyle/>
            <a:p>
              <a:pPr algn="ctr" eaLnBrk="0" hangingPunct="0"/>
              <a:endParaRPr lang="nl-BE"/>
            </a:p>
          </p:txBody>
        </p:sp>
        <p:sp>
          <p:nvSpPr>
            <p:cNvPr id="12723" name="Oval 53"/>
            <p:cNvSpPr>
              <a:spLocks noChangeArrowheads="1"/>
            </p:cNvSpPr>
            <p:nvPr/>
          </p:nvSpPr>
          <p:spPr bwMode="auto">
            <a:xfrm>
              <a:off x="4948238" y="3657600"/>
              <a:ext cx="279400" cy="222250"/>
            </a:xfrm>
            <a:prstGeom prst="ellipse">
              <a:avLst/>
            </a:prstGeom>
            <a:solidFill>
              <a:srgbClr val="006000"/>
            </a:solidFill>
            <a:ln w="9525">
              <a:noFill/>
              <a:round/>
              <a:headEnd/>
              <a:tailEnd/>
            </a:ln>
          </p:spPr>
          <p:txBody>
            <a:bodyPr/>
            <a:lstStyle/>
            <a:p>
              <a:pPr algn="ctr" eaLnBrk="0" hangingPunct="0"/>
              <a:endParaRPr lang="nl-BE"/>
            </a:p>
          </p:txBody>
        </p:sp>
        <p:sp>
          <p:nvSpPr>
            <p:cNvPr id="12724" name="Oval 54"/>
            <p:cNvSpPr>
              <a:spLocks noChangeArrowheads="1"/>
            </p:cNvSpPr>
            <p:nvPr/>
          </p:nvSpPr>
          <p:spPr bwMode="auto">
            <a:xfrm>
              <a:off x="4989513" y="3805238"/>
              <a:ext cx="279400" cy="185737"/>
            </a:xfrm>
            <a:prstGeom prst="ellipse">
              <a:avLst/>
            </a:prstGeom>
            <a:solidFill>
              <a:srgbClr val="006000"/>
            </a:solidFill>
            <a:ln w="9525">
              <a:noFill/>
              <a:round/>
              <a:headEnd/>
              <a:tailEnd/>
            </a:ln>
          </p:spPr>
          <p:txBody>
            <a:bodyPr/>
            <a:lstStyle/>
            <a:p>
              <a:pPr algn="ctr" eaLnBrk="0" hangingPunct="0"/>
              <a:endParaRPr lang="nl-BE"/>
            </a:p>
          </p:txBody>
        </p:sp>
        <p:sp>
          <p:nvSpPr>
            <p:cNvPr id="12725" name="Oval 55"/>
            <p:cNvSpPr>
              <a:spLocks noChangeArrowheads="1"/>
            </p:cNvSpPr>
            <p:nvPr/>
          </p:nvSpPr>
          <p:spPr bwMode="auto">
            <a:xfrm>
              <a:off x="4956175" y="3719513"/>
              <a:ext cx="217488" cy="115887"/>
            </a:xfrm>
            <a:prstGeom prst="ellipse">
              <a:avLst/>
            </a:prstGeom>
            <a:solidFill>
              <a:srgbClr val="004000"/>
            </a:solidFill>
            <a:ln w="9525">
              <a:noFill/>
              <a:round/>
              <a:headEnd/>
              <a:tailEnd/>
            </a:ln>
          </p:spPr>
          <p:txBody>
            <a:bodyPr/>
            <a:lstStyle/>
            <a:p>
              <a:pPr algn="ctr" eaLnBrk="0" hangingPunct="0"/>
              <a:endParaRPr lang="nl-BE"/>
            </a:p>
          </p:txBody>
        </p:sp>
        <p:sp>
          <p:nvSpPr>
            <p:cNvPr id="12726" name="Oval 56"/>
            <p:cNvSpPr>
              <a:spLocks noChangeArrowheads="1"/>
            </p:cNvSpPr>
            <p:nvPr/>
          </p:nvSpPr>
          <p:spPr bwMode="auto">
            <a:xfrm>
              <a:off x="4989513" y="3808413"/>
              <a:ext cx="146050" cy="161925"/>
            </a:xfrm>
            <a:prstGeom prst="ellipse">
              <a:avLst/>
            </a:prstGeom>
            <a:solidFill>
              <a:srgbClr val="004000"/>
            </a:solidFill>
            <a:ln w="9525">
              <a:noFill/>
              <a:round/>
              <a:headEnd/>
              <a:tailEnd/>
            </a:ln>
          </p:spPr>
          <p:txBody>
            <a:bodyPr/>
            <a:lstStyle/>
            <a:p>
              <a:pPr algn="ctr" eaLnBrk="0" hangingPunct="0"/>
              <a:endParaRPr lang="nl-BE"/>
            </a:p>
          </p:txBody>
        </p:sp>
        <p:sp>
          <p:nvSpPr>
            <p:cNvPr id="12727" name="Oval 57"/>
            <p:cNvSpPr>
              <a:spLocks noChangeArrowheads="1"/>
            </p:cNvSpPr>
            <p:nvPr/>
          </p:nvSpPr>
          <p:spPr bwMode="auto">
            <a:xfrm>
              <a:off x="5076825" y="3713163"/>
              <a:ext cx="219075" cy="190500"/>
            </a:xfrm>
            <a:prstGeom prst="ellipse">
              <a:avLst/>
            </a:prstGeom>
            <a:solidFill>
              <a:srgbClr val="008000"/>
            </a:solidFill>
            <a:ln w="9525">
              <a:noFill/>
              <a:round/>
              <a:headEnd/>
              <a:tailEnd/>
            </a:ln>
          </p:spPr>
          <p:txBody>
            <a:bodyPr/>
            <a:lstStyle/>
            <a:p>
              <a:pPr algn="ctr" eaLnBrk="0" hangingPunct="0"/>
              <a:endParaRPr lang="nl-BE"/>
            </a:p>
          </p:txBody>
        </p:sp>
        <p:sp>
          <p:nvSpPr>
            <p:cNvPr id="12728" name="Oval 58"/>
            <p:cNvSpPr>
              <a:spLocks noChangeArrowheads="1"/>
            </p:cNvSpPr>
            <p:nvPr/>
          </p:nvSpPr>
          <p:spPr bwMode="auto">
            <a:xfrm>
              <a:off x="5087938" y="3762375"/>
              <a:ext cx="134937" cy="134938"/>
            </a:xfrm>
            <a:prstGeom prst="ellipse">
              <a:avLst/>
            </a:prstGeom>
            <a:solidFill>
              <a:srgbClr val="006000"/>
            </a:solidFill>
            <a:ln w="9525">
              <a:noFill/>
              <a:round/>
              <a:headEnd/>
              <a:tailEnd/>
            </a:ln>
          </p:spPr>
          <p:txBody>
            <a:bodyPr/>
            <a:lstStyle/>
            <a:p>
              <a:pPr algn="ctr" eaLnBrk="0" hangingPunct="0"/>
              <a:endParaRPr lang="nl-BE"/>
            </a:p>
          </p:txBody>
        </p:sp>
        <p:sp>
          <p:nvSpPr>
            <p:cNvPr id="12729" name="Oval 59"/>
            <p:cNvSpPr>
              <a:spLocks noChangeArrowheads="1"/>
            </p:cNvSpPr>
            <p:nvPr/>
          </p:nvSpPr>
          <p:spPr bwMode="auto">
            <a:xfrm>
              <a:off x="5200650" y="4141788"/>
              <a:ext cx="238125" cy="260350"/>
            </a:xfrm>
            <a:prstGeom prst="ellipse">
              <a:avLst/>
            </a:prstGeom>
            <a:solidFill>
              <a:srgbClr val="006000"/>
            </a:solidFill>
            <a:ln w="9525">
              <a:noFill/>
              <a:round/>
              <a:headEnd/>
              <a:tailEnd/>
            </a:ln>
          </p:spPr>
          <p:txBody>
            <a:bodyPr/>
            <a:lstStyle/>
            <a:p>
              <a:pPr algn="ctr" eaLnBrk="0" hangingPunct="0"/>
              <a:endParaRPr lang="nl-BE"/>
            </a:p>
          </p:txBody>
        </p:sp>
        <p:sp>
          <p:nvSpPr>
            <p:cNvPr id="12730" name="Oval 60"/>
            <p:cNvSpPr>
              <a:spLocks noChangeArrowheads="1"/>
            </p:cNvSpPr>
            <p:nvPr/>
          </p:nvSpPr>
          <p:spPr bwMode="auto">
            <a:xfrm>
              <a:off x="5367338" y="4105275"/>
              <a:ext cx="198437" cy="260350"/>
            </a:xfrm>
            <a:prstGeom prst="ellipse">
              <a:avLst/>
            </a:prstGeom>
            <a:solidFill>
              <a:srgbClr val="006000"/>
            </a:solidFill>
            <a:ln w="9525">
              <a:noFill/>
              <a:round/>
              <a:headEnd/>
              <a:tailEnd/>
            </a:ln>
          </p:spPr>
          <p:txBody>
            <a:bodyPr/>
            <a:lstStyle/>
            <a:p>
              <a:pPr algn="ctr" eaLnBrk="0" hangingPunct="0"/>
              <a:endParaRPr lang="nl-BE"/>
            </a:p>
          </p:txBody>
        </p:sp>
        <p:sp>
          <p:nvSpPr>
            <p:cNvPr id="12731" name="Oval 61"/>
            <p:cNvSpPr>
              <a:spLocks noChangeArrowheads="1"/>
            </p:cNvSpPr>
            <p:nvPr/>
          </p:nvSpPr>
          <p:spPr bwMode="auto">
            <a:xfrm>
              <a:off x="5157788" y="4265613"/>
              <a:ext cx="225425" cy="123825"/>
            </a:xfrm>
            <a:prstGeom prst="ellipse">
              <a:avLst/>
            </a:prstGeom>
            <a:solidFill>
              <a:srgbClr val="004000"/>
            </a:solidFill>
            <a:ln w="9525">
              <a:noFill/>
              <a:round/>
              <a:headEnd/>
              <a:tailEnd/>
            </a:ln>
          </p:spPr>
          <p:txBody>
            <a:bodyPr/>
            <a:lstStyle/>
            <a:p>
              <a:pPr algn="ctr" eaLnBrk="0" hangingPunct="0"/>
              <a:endParaRPr lang="nl-BE"/>
            </a:p>
          </p:txBody>
        </p:sp>
        <p:sp>
          <p:nvSpPr>
            <p:cNvPr id="12732" name="Oval 62"/>
            <p:cNvSpPr>
              <a:spLocks noChangeArrowheads="1"/>
            </p:cNvSpPr>
            <p:nvPr/>
          </p:nvSpPr>
          <p:spPr bwMode="auto">
            <a:xfrm>
              <a:off x="5413375" y="4229100"/>
              <a:ext cx="133350" cy="136525"/>
            </a:xfrm>
            <a:prstGeom prst="ellipse">
              <a:avLst/>
            </a:prstGeom>
            <a:solidFill>
              <a:srgbClr val="004000"/>
            </a:solidFill>
            <a:ln w="9525">
              <a:noFill/>
              <a:round/>
              <a:headEnd/>
              <a:tailEnd/>
            </a:ln>
          </p:spPr>
          <p:txBody>
            <a:bodyPr/>
            <a:lstStyle/>
            <a:p>
              <a:pPr algn="ctr" eaLnBrk="0" hangingPunct="0"/>
              <a:endParaRPr lang="nl-BE"/>
            </a:p>
          </p:txBody>
        </p:sp>
        <p:sp>
          <p:nvSpPr>
            <p:cNvPr id="12733" name="Oval 63"/>
            <p:cNvSpPr>
              <a:spLocks noChangeArrowheads="1"/>
            </p:cNvSpPr>
            <p:nvPr/>
          </p:nvSpPr>
          <p:spPr bwMode="auto">
            <a:xfrm>
              <a:off x="5267325" y="4079875"/>
              <a:ext cx="204788" cy="203200"/>
            </a:xfrm>
            <a:prstGeom prst="ellipse">
              <a:avLst/>
            </a:prstGeom>
            <a:solidFill>
              <a:srgbClr val="008000"/>
            </a:solidFill>
            <a:ln w="9525">
              <a:noFill/>
              <a:round/>
              <a:headEnd/>
              <a:tailEnd/>
            </a:ln>
          </p:spPr>
          <p:txBody>
            <a:bodyPr/>
            <a:lstStyle/>
            <a:p>
              <a:pPr algn="ctr" eaLnBrk="0" hangingPunct="0"/>
              <a:endParaRPr lang="nl-BE"/>
            </a:p>
          </p:txBody>
        </p:sp>
        <p:sp>
          <p:nvSpPr>
            <p:cNvPr id="12734" name="Oval 64"/>
            <p:cNvSpPr>
              <a:spLocks noChangeArrowheads="1"/>
            </p:cNvSpPr>
            <p:nvPr/>
          </p:nvSpPr>
          <p:spPr bwMode="auto">
            <a:xfrm>
              <a:off x="5319713" y="4148138"/>
              <a:ext cx="144462" cy="123825"/>
            </a:xfrm>
            <a:prstGeom prst="ellipse">
              <a:avLst/>
            </a:prstGeom>
            <a:solidFill>
              <a:srgbClr val="006000"/>
            </a:solidFill>
            <a:ln w="9525">
              <a:noFill/>
              <a:round/>
              <a:headEnd/>
              <a:tailEnd/>
            </a:ln>
          </p:spPr>
          <p:txBody>
            <a:bodyPr/>
            <a:lstStyle/>
            <a:p>
              <a:pPr algn="ctr" eaLnBrk="0" hangingPunct="0"/>
              <a:endParaRPr lang="nl-BE"/>
            </a:p>
          </p:txBody>
        </p:sp>
        <p:sp>
          <p:nvSpPr>
            <p:cNvPr id="12735" name="Oval 65"/>
            <p:cNvSpPr>
              <a:spLocks noChangeArrowheads="1"/>
            </p:cNvSpPr>
            <p:nvPr/>
          </p:nvSpPr>
          <p:spPr bwMode="auto">
            <a:xfrm>
              <a:off x="5172075" y="3905250"/>
              <a:ext cx="238125" cy="258763"/>
            </a:xfrm>
            <a:prstGeom prst="ellipse">
              <a:avLst/>
            </a:prstGeom>
            <a:solidFill>
              <a:srgbClr val="006000"/>
            </a:solidFill>
            <a:ln w="9525">
              <a:noFill/>
              <a:round/>
              <a:headEnd/>
              <a:tailEnd/>
            </a:ln>
          </p:spPr>
          <p:txBody>
            <a:bodyPr/>
            <a:lstStyle/>
            <a:p>
              <a:pPr algn="ctr" eaLnBrk="0" hangingPunct="0"/>
              <a:endParaRPr lang="nl-BE"/>
            </a:p>
          </p:txBody>
        </p:sp>
        <p:sp>
          <p:nvSpPr>
            <p:cNvPr id="12736" name="Oval 66"/>
            <p:cNvSpPr>
              <a:spLocks noChangeArrowheads="1"/>
            </p:cNvSpPr>
            <p:nvPr/>
          </p:nvSpPr>
          <p:spPr bwMode="auto">
            <a:xfrm>
              <a:off x="5338763" y="3943350"/>
              <a:ext cx="196850" cy="258763"/>
            </a:xfrm>
            <a:prstGeom prst="ellipse">
              <a:avLst/>
            </a:prstGeom>
            <a:solidFill>
              <a:srgbClr val="006000"/>
            </a:solidFill>
            <a:ln w="9525">
              <a:noFill/>
              <a:round/>
              <a:headEnd/>
              <a:tailEnd/>
            </a:ln>
          </p:spPr>
          <p:txBody>
            <a:bodyPr/>
            <a:lstStyle/>
            <a:p>
              <a:pPr algn="ctr" eaLnBrk="0" hangingPunct="0"/>
              <a:endParaRPr lang="nl-BE"/>
            </a:p>
          </p:txBody>
        </p:sp>
        <p:sp>
          <p:nvSpPr>
            <p:cNvPr id="12737" name="Oval 67"/>
            <p:cNvSpPr>
              <a:spLocks noChangeArrowheads="1"/>
            </p:cNvSpPr>
            <p:nvPr/>
          </p:nvSpPr>
          <p:spPr bwMode="auto">
            <a:xfrm>
              <a:off x="5384800" y="3941763"/>
              <a:ext cx="131763" cy="136525"/>
            </a:xfrm>
            <a:prstGeom prst="ellipse">
              <a:avLst/>
            </a:prstGeom>
            <a:solidFill>
              <a:srgbClr val="004000"/>
            </a:solidFill>
            <a:ln w="9525">
              <a:noFill/>
              <a:round/>
              <a:headEnd/>
              <a:tailEnd/>
            </a:ln>
          </p:spPr>
          <p:txBody>
            <a:bodyPr/>
            <a:lstStyle/>
            <a:p>
              <a:pPr algn="ctr" eaLnBrk="0" hangingPunct="0"/>
              <a:endParaRPr lang="nl-BE"/>
            </a:p>
          </p:txBody>
        </p:sp>
        <p:sp>
          <p:nvSpPr>
            <p:cNvPr id="12738" name="Oval 68"/>
            <p:cNvSpPr>
              <a:spLocks noChangeArrowheads="1"/>
            </p:cNvSpPr>
            <p:nvPr/>
          </p:nvSpPr>
          <p:spPr bwMode="auto">
            <a:xfrm>
              <a:off x="5237163" y="4022725"/>
              <a:ext cx="206375" cy="203200"/>
            </a:xfrm>
            <a:prstGeom prst="ellipse">
              <a:avLst/>
            </a:prstGeom>
            <a:solidFill>
              <a:srgbClr val="008000"/>
            </a:solidFill>
            <a:ln w="9525">
              <a:noFill/>
              <a:round/>
              <a:headEnd/>
              <a:tailEnd/>
            </a:ln>
          </p:spPr>
          <p:txBody>
            <a:bodyPr/>
            <a:lstStyle/>
            <a:p>
              <a:pPr algn="ctr" eaLnBrk="0" hangingPunct="0"/>
              <a:endParaRPr lang="nl-BE"/>
            </a:p>
          </p:txBody>
        </p:sp>
        <p:sp>
          <p:nvSpPr>
            <p:cNvPr id="12739" name="Oval 69"/>
            <p:cNvSpPr>
              <a:spLocks noChangeArrowheads="1"/>
            </p:cNvSpPr>
            <p:nvPr/>
          </p:nvSpPr>
          <p:spPr bwMode="auto">
            <a:xfrm>
              <a:off x="5291138" y="4035425"/>
              <a:ext cx="144462" cy="123825"/>
            </a:xfrm>
            <a:prstGeom prst="ellipse">
              <a:avLst/>
            </a:prstGeom>
            <a:solidFill>
              <a:srgbClr val="006000"/>
            </a:solidFill>
            <a:ln w="9525">
              <a:noFill/>
              <a:round/>
              <a:headEnd/>
              <a:tailEnd/>
            </a:ln>
          </p:spPr>
          <p:txBody>
            <a:bodyPr/>
            <a:lstStyle/>
            <a:p>
              <a:pPr algn="ctr" eaLnBrk="0" hangingPunct="0"/>
              <a:endParaRPr lang="nl-BE"/>
            </a:p>
          </p:txBody>
        </p:sp>
        <p:sp>
          <p:nvSpPr>
            <p:cNvPr id="12740" name="Oval 70"/>
            <p:cNvSpPr>
              <a:spLocks noChangeArrowheads="1"/>
            </p:cNvSpPr>
            <p:nvPr/>
          </p:nvSpPr>
          <p:spPr bwMode="auto">
            <a:xfrm>
              <a:off x="5568950" y="4298950"/>
              <a:ext cx="261938" cy="238125"/>
            </a:xfrm>
            <a:prstGeom prst="ellipse">
              <a:avLst/>
            </a:prstGeom>
            <a:solidFill>
              <a:srgbClr val="006000"/>
            </a:solidFill>
            <a:ln w="9525">
              <a:noFill/>
              <a:round/>
              <a:headEnd/>
              <a:tailEnd/>
            </a:ln>
          </p:spPr>
          <p:txBody>
            <a:bodyPr/>
            <a:lstStyle/>
            <a:p>
              <a:pPr algn="ctr" eaLnBrk="0" hangingPunct="0"/>
              <a:endParaRPr lang="nl-BE"/>
            </a:p>
          </p:txBody>
        </p:sp>
        <p:sp>
          <p:nvSpPr>
            <p:cNvPr id="12741" name="Oval 71"/>
            <p:cNvSpPr>
              <a:spLocks noChangeArrowheads="1"/>
            </p:cNvSpPr>
            <p:nvPr/>
          </p:nvSpPr>
          <p:spPr bwMode="auto">
            <a:xfrm>
              <a:off x="5532438" y="4173538"/>
              <a:ext cx="260350" cy="195262"/>
            </a:xfrm>
            <a:prstGeom prst="ellipse">
              <a:avLst/>
            </a:prstGeom>
            <a:solidFill>
              <a:srgbClr val="006000"/>
            </a:solidFill>
            <a:ln w="9525">
              <a:noFill/>
              <a:round/>
              <a:headEnd/>
              <a:tailEnd/>
            </a:ln>
          </p:spPr>
          <p:txBody>
            <a:bodyPr/>
            <a:lstStyle/>
            <a:p>
              <a:pPr algn="ctr" eaLnBrk="0" hangingPunct="0"/>
              <a:endParaRPr lang="nl-BE"/>
            </a:p>
          </p:txBody>
        </p:sp>
        <p:sp>
          <p:nvSpPr>
            <p:cNvPr id="12742" name="Oval 72"/>
            <p:cNvSpPr>
              <a:spLocks noChangeArrowheads="1"/>
            </p:cNvSpPr>
            <p:nvPr/>
          </p:nvSpPr>
          <p:spPr bwMode="auto">
            <a:xfrm>
              <a:off x="5656263" y="4192588"/>
              <a:ext cx="138112" cy="131762"/>
            </a:xfrm>
            <a:prstGeom prst="ellipse">
              <a:avLst/>
            </a:prstGeom>
            <a:solidFill>
              <a:srgbClr val="004000"/>
            </a:solidFill>
            <a:ln w="9525">
              <a:noFill/>
              <a:round/>
              <a:headEnd/>
              <a:tailEnd/>
            </a:ln>
          </p:spPr>
          <p:txBody>
            <a:bodyPr/>
            <a:lstStyle/>
            <a:p>
              <a:pPr algn="ctr" eaLnBrk="0" hangingPunct="0"/>
              <a:endParaRPr lang="nl-BE"/>
            </a:p>
          </p:txBody>
        </p:sp>
        <p:sp>
          <p:nvSpPr>
            <p:cNvPr id="12743" name="Oval 73"/>
            <p:cNvSpPr>
              <a:spLocks noChangeArrowheads="1"/>
            </p:cNvSpPr>
            <p:nvPr/>
          </p:nvSpPr>
          <p:spPr bwMode="auto">
            <a:xfrm>
              <a:off x="5507038" y="4265613"/>
              <a:ext cx="204787" cy="204787"/>
            </a:xfrm>
            <a:prstGeom prst="ellipse">
              <a:avLst/>
            </a:prstGeom>
            <a:solidFill>
              <a:srgbClr val="008000"/>
            </a:solidFill>
            <a:ln w="9525">
              <a:noFill/>
              <a:round/>
              <a:headEnd/>
              <a:tailEnd/>
            </a:ln>
          </p:spPr>
          <p:txBody>
            <a:bodyPr/>
            <a:lstStyle/>
            <a:p>
              <a:pPr algn="ctr" eaLnBrk="0" hangingPunct="0"/>
              <a:endParaRPr lang="nl-BE"/>
            </a:p>
          </p:txBody>
        </p:sp>
        <p:sp>
          <p:nvSpPr>
            <p:cNvPr id="12744" name="Oval 74"/>
            <p:cNvSpPr>
              <a:spLocks noChangeArrowheads="1"/>
            </p:cNvSpPr>
            <p:nvPr/>
          </p:nvSpPr>
          <p:spPr bwMode="auto">
            <a:xfrm>
              <a:off x="5576888" y="4271963"/>
              <a:ext cx="122237" cy="146050"/>
            </a:xfrm>
            <a:prstGeom prst="ellipse">
              <a:avLst/>
            </a:prstGeom>
            <a:solidFill>
              <a:srgbClr val="006000"/>
            </a:solidFill>
            <a:ln w="9525">
              <a:noFill/>
              <a:round/>
              <a:headEnd/>
              <a:tailEnd/>
            </a:ln>
          </p:spPr>
          <p:txBody>
            <a:bodyPr/>
            <a:lstStyle/>
            <a:p>
              <a:pPr algn="ctr" eaLnBrk="0" hangingPunct="0"/>
              <a:endParaRPr lang="nl-BE"/>
            </a:p>
          </p:txBody>
        </p:sp>
        <p:sp>
          <p:nvSpPr>
            <p:cNvPr id="12745" name="Oval 75"/>
            <p:cNvSpPr>
              <a:spLocks noChangeArrowheads="1"/>
            </p:cNvSpPr>
            <p:nvPr/>
          </p:nvSpPr>
          <p:spPr bwMode="auto">
            <a:xfrm>
              <a:off x="4959350" y="3319463"/>
              <a:ext cx="214313" cy="171450"/>
            </a:xfrm>
            <a:prstGeom prst="ellipse">
              <a:avLst/>
            </a:prstGeom>
            <a:solidFill>
              <a:srgbClr val="006000"/>
            </a:solidFill>
            <a:ln w="9525">
              <a:noFill/>
              <a:round/>
              <a:headEnd/>
              <a:tailEnd/>
            </a:ln>
          </p:spPr>
          <p:txBody>
            <a:bodyPr/>
            <a:lstStyle/>
            <a:p>
              <a:pPr algn="ctr" eaLnBrk="0" hangingPunct="0"/>
              <a:endParaRPr lang="nl-BE"/>
            </a:p>
          </p:txBody>
        </p:sp>
        <p:sp>
          <p:nvSpPr>
            <p:cNvPr id="12746" name="Oval 76"/>
            <p:cNvSpPr>
              <a:spLocks noChangeArrowheads="1"/>
            </p:cNvSpPr>
            <p:nvPr/>
          </p:nvSpPr>
          <p:spPr bwMode="auto">
            <a:xfrm>
              <a:off x="4991100" y="3438525"/>
              <a:ext cx="212725" cy="141288"/>
            </a:xfrm>
            <a:prstGeom prst="ellipse">
              <a:avLst/>
            </a:prstGeom>
            <a:solidFill>
              <a:srgbClr val="006000"/>
            </a:solidFill>
            <a:ln w="9525">
              <a:noFill/>
              <a:round/>
              <a:headEnd/>
              <a:tailEnd/>
            </a:ln>
          </p:spPr>
          <p:txBody>
            <a:bodyPr/>
            <a:lstStyle/>
            <a:p>
              <a:pPr algn="ctr" eaLnBrk="0" hangingPunct="0"/>
              <a:endParaRPr lang="nl-BE"/>
            </a:p>
          </p:txBody>
        </p:sp>
        <p:sp>
          <p:nvSpPr>
            <p:cNvPr id="12747" name="Oval 77"/>
            <p:cNvSpPr>
              <a:spLocks noChangeArrowheads="1"/>
            </p:cNvSpPr>
            <p:nvPr/>
          </p:nvSpPr>
          <p:spPr bwMode="auto">
            <a:xfrm>
              <a:off x="4991100" y="3471863"/>
              <a:ext cx="111125" cy="96837"/>
            </a:xfrm>
            <a:prstGeom prst="ellipse">
              <a:avLst/>
            </a:prstGeom>
            <a:solidFill>
              <a:srgbClr val="004000"/>
            </a:solidFill>
            <a:ln w="9525">
              <a:noFill/>
              <a:round/>
              <a:headEnd/>
              <a:tailEnd/>
            </a:ln>
          </p:spPr>
          <p:txBody>
            <a:bodyPr/>
            <a:lstStyle/>
            <a:p>
              <a:pPr algn="ctr" eaLnBrk="0" hangingPunct="0"/>
              <a:endParaRPr lang="nl-BE"/>
            </a:p>
          </p:txBody>
        </p:sp>
        <p:sp>
          <p:nvSpPr>
            <p:cNvPr id="12748" name="Oval 78"/>
            <p:cNvSpPr>
              <a:spLocks noChangeArrowheads="1"/>
            </p:cNvSpPr>
            <p:nvPr/>
          </p:nvSpPr>
          <p:spPr bwMode="auto">
            <a:xfrm>
              <a:off x="5057775" y="3367088"/>
              <a:ext cx="168275" cy="147637"/>
            </a:xfrm>
            <a:prstGeom prst="ellipse">
              <a:avLst/>
            </a:prstGeom>
            <a:solidFill>
              <a:srgbClr val="008000"/>
            </a:solidFill>
            <a:ln w="9525">
              <a:noFill/>
              <a:round/>
              <a:headEnd/>
              <a:tailEnd/>
            </a:ln>
          </p:spPr>
          <p:txBody>
            <a:bodyPr/>
            <a:lstStyle/>
            <a:p>
              <a:pPr algn="ctr" eaLnBrk="0" hangingPunct="0"/>
              <a:endParaRPr lang="nl-BE"/>
            </a:p>
          </p:txBody>
        </p:sp>
        <p:sp>
          <p:nvSpPr>
            <p:cNvPr id="12749" name="Oval 79"/>
            <p:cNvSpPr>
              <a:spLocks noChangeArrowheads="1"/>
            </p:cNvSpPr>
            <p:nvPr/>
          </p:nvSpPr>
          <p:spPr bwMode="auto">
            <a:xfrm>
              <a:off x="5068888" y="3405188"/>
              <a:ext cx="100012" cy="103187"/>
            </a:xfrm>
            <a:prstGeom prst="ellipse">
              <a:avLst/>
            </a:prstGeom>
            <a:solidFill>
              <a:srgbClr val="006000"/>
            </a:solidFill>
            <a:ln w="9525">
              <a:noFill/>
              <a:round/>
              <a:headEnd/>
              <a:tailEnd/>
            </a:ln>
          </p:spPr>
          <p:txBody>
            <a:bodyPr/>
            <a:lstStyle/>
            <a:p>
              <a:pPr algn="ctr" eaLnBrk="0" hangingPunct="0"/>
              <a:endParaRPr lang="nl-BE"/>
            </a:p>
          </p:txBody>
        </p:sp>
        <p:sp>
          <p:nvSpPr>
            <p:cNvPr id="12750" name="Oval 80"/>
            <p:cNvSpPr>
              <a:spLocks noChangeArrowheads="1"/>
            </p:cNvSpPr>
            <p:nvPr/>
          </p:nvSpPr>
          <p:spPr bwMode="auto">
            <a:xfrm>
              <a:off x="3467100" y="4105275"/>
              <a:ext cx="239713" cy="258763"/>
            </a:xfrm>
            <a:prstGeom prst="ellipse">
              <a:avLst/>
            </a:prstGeom>
            <a:solidFill>
              <a:srgbClr val="006000"/>
            </a:solidFill>
            <a:ln w="9525">
              <a:noFill/>
              <a:round/>
              <a:headEnd/>
              <a:tailEnd/>
            </a:ln>
          </p:spPr>
          <p:txBody>
            <a:bodyPr/>
            <a:lstStyle/>
            <a:p>
              <a:pPr algn="ctr" eaLnBrk="0" hangingPunct="0"/>
              <a:endParaRPr lang="nl-BE"/>
            </a:p>
          </p:txBody>
        </p:sp>
        <p:sp>
          <p:nvSpPr>
            <p:cNvPr id="12751" name="Oval 81"/>
            <p:cNvSpPr>
              <a:spLocks noChangeArrowheads="1"/>
            </p:cNvSpPr>
            <p:nvPr/>
          </p:nvSpPr>
          <p:spPr bwMode="auto">
            <a:xfrm>
              <a:off x="3633788" y="4067175"/>
              <a:ext cx="200025" cy="258763"/>
            </a:xfrm>
            <a:prstGeom prst="ellipse">
              <a:avLst/>
            </a:prstGeom>
            <a:solidFill>
              <a:srgbClr val="006000"/>
            </a:solidFill>
            <a:ln w="9525">
              <a:noFill/>
              <a:round/>
              <a:headEnd/>
              <a:tailEnd/>
            </a:ln>
          </p:spPr>
          <p:txBody>
            <a:bodyPr/>
            <a:lstStyle/>
            <a:p>
              <a:pPr algn="ctr" eaLnBrk="0" hangingPunct="0"/>
              <a:endParaRPr lang="nl-BE"/>
            </a:p>
          </p:txBody>
        </p:sp>
        <p:sp>
          <p:nvSpPr>
            <p:cNvPr id="12752" name="Oval 82"/>
            <p:cNvSpPr>
              <a:spLocks noChangeArrowheads="1"/>
            </p:cNvSpPr>
            <p:nvPr/>
          </p:nvSpPr>
          <p:spPr bwMode="auto">
            <a:xfrm>
              <a:off x="3540125" y="4252913"/>
              <a:ext cx="125413" cy="104775"/>
            </a:xfrm>
            <a:prstGeom prst="ellipse">
              <a:avLst/>
            </a:prstGeom>
            <a:solidFill>
              <a:srgbClr val="004000"/>
            </a:solidFill>
            <a:ln w="9525">
              <a:noFill/>
              <a:round/>
              <a:headEnd/>
              <a:tailEnd/>
            </a:ln>
          </p:spPr>
          <p:txBody>
            <a:bodyPr/>
            <a:lstStyle/>
            <a:p>
              <a:pPr algn="ctr" eaLnBrk="0" hangingPunct="0"/>
              <a:endParaRPr lang="nl-BE"/>
            </a:p>
          </p:txBody>
        </p:sp>
        <p:sp>
          <p:nvSpPr>
            <p:cNvPr id="12753" name="Oval 83"/>
            <p:cNvSpPr>
              <a:spLocks noChangeArrowheads="1"/>
            </p:cNvSpPr>
            <p:nvPr/>
          </p:nvSpPr>
          <p:spPr bwMode="auto">
            <a:xfrm>
              <a:off x="3681413" y="4191000"/>
              <a:ext cx="131762" cy="134938"/>
            </a:xfrm>
            <a:prstGeom prst="ellipse">
              <a:avLst/>
            </a:prstGeom>
            <a:solidFill>
              <a:srgbClr val="004000"/>
            </a:solidFill>
            <a:ln w="9525">
              <a:noFill/>
              <a:round/>
              <a:headEnd/>
              <a:tailEnd/>
            </a:ln>
          </p:spPr>
          <p:txBody>
            <a:bodyPr/>
            <a:lstStyle/>
            <a:p>
              <a:pPr algn="ctr" eaLnBrk="0" hangingPunct="0"/>
              <a:endParaRPr lang="nl-BE"/>
            </a:p>
          </p:txBody>
        </p:sp>
        <p:sp>
          <p:nvSpPr>
            <p:cNvPr id="12754" name="Oval 84"/>
            <p:cNvSpPr>
              <a:spLocks noChangeArrowheads="1"/>
            </p:cNvSpPr>
            <p:nvPr/>
          </p:nvSpPr>
          <p:spPr bwMode="auto">
            <a:xfrm>
              <a:off x="3533775" y="4041775"/>
              <a:ext cx="204788" cy="203200"/>
            </a:xfrm>
            <a:prstGeom prst="ellipse">
              <a:avLst/>
            </a:prstGeom>
            <a:solidFill>
              <a:srgbClr val="008000"/>
            </a:solidFill>
            <a:ln w="9525">
              <a:noFill/>
              <a:round/>
              <a:headEnd/>
              <a:tailEnd/>
            </a:ln>
          </p:spPr>
          <p:txBody>
            <a:bodyPr/>
            <a:lstStyle/>
            <a:p>
              <a:pPr algn="ctr" eaLnBrk="0" hangingPunct="0"/>
              <a:endParaRPr lang="nl-BE"/>
            </a:p>
          </p:txBody>
        </p:sp>
        <p:sp>
          <p:nvSpPr>
            <p:cNvPr id="12755" name="Oval 85"/>
            <p:cNvSpPr>
              <a:spLocks noChangeArrowheads="1"/>
            </p:cNvSpPr>
            <p:nvPr/>
          </p:nvSpPr>
          <p:spPr bwMode="auto">
            <a:xfrm>
              <a:off x="3586163" y="4110038"/>
              <a:ext cx="147637" cy="122237"/>
            </a:xfrm>
            <a:prstGeom prst="ellipse">
              <a:avLst/>
            </a:prstGeom>
            <a:solidFill>
              <a:srgbClr val="006000"/>
            </a:solidFill>
            <a:ln w="9525">
              <a:noFill/>
              <a:round/>
              <a:headEnd/>
              <a:tailEnd/>
            </a:ln>
          </p:spPr>
          <p:txBody>
            <a:bodyPr/>
            <a:lstStyle/>
            <a:p>
              <a:pPr algn="ctr" eaLnBrk="0" hangingPunct="0"/>
              <a:endParaRPr lang="nl-BE"/>
            </a:p>
          </p:txBody>
        </p:sp>
        <p:sp>
          <p:nvSpPr>
            <p:cNvPr id="12756" name="Oval 86"/>
            <p:cNvSpPr>
              <a:spLocks noChangeArrowheads="1"/>
            </p:cNvSpPr>
            <p:nvPr/>
          </p:nvSpPr>
          <p:spPr bwMode="auto">
            <a:xfrm>
              <a:off x="3438525" y="3867150"/>
              <a:ext cx="239713" cy="258763"/>
            </a:xfrm>
            <a:prstGeom prst="ellipse">
              <a:avLst/>
            </a:prstGeom>
            <a:solidFill>
              <a:srgbClr val="006000"/>
            </a:solidFill>
            <a:ln w="9525">
              <a:noFill/>
              <a:round/>
              <a:headEnd/>
              <a:tailEnd/>
            </a:ln>
          </p:spPr>
          <p:txBody>
            <a:bodyPr/>
            <a:lstStyle/>
            <a:p>
              <a:pPr algn="ctr" eaLnBrk="0" hangingPunct="0"/>
              <a:endParaRPr lang="nl-BE"/>
            </a:p>
          </p:txBody>
        </p:sp>
        <p:sp>
          <p:nvSpPr>
            <p:cNvPr id="12757" name="Oval 87"/>
            <p:cNvSpPr>
              <a:spLocks noChangeArrowheads="1"/>
            </p:cNvSpPr>
            <p:nvPr/>
          </p:nvSpPr>
          <p:spPr bwMode="auto">
            <a:xfrm>
              <a:off x="3605213" y="3903663"/>
              <a:ext cx="198437" cy="260350"/>
            </a:xfrm>
            <a:prstGeom prst="ellipse">
              <a:avLst/>
            </a:prstGeom>
            <a:solidFill>
              <a:srgbClr val="006000"/>
            </a:solidFill>
            <a:ln w="9525">
              <a:noFill/>
              <a:round/>
              <a:headEnd/>
              <a:tailEnd/>
            </a:ln>
          </p:spPr>
          <p:txBody>
            <a:bodyPr/>
            <a:lstStyle/>
            <a:p>
              <a:pPr algn="ctr" eaLnBrk="0" hangingPunct="0"/>
              <a:endParaRPr lang="nl-BE"/>
            </a:p>
          </p:txBody>
        </p:sp>
        <p:sp>
          <p:nvSpPr>
            <p:cNvPr id="12758" name="Oval 88"/>
            <p:cNvSpPr>
              <a:spLocks noChangeArrowheads="1"/>
            </p:cNvSpPr>
            <p:nvPr/>
          </p:nvSpPr>
          <p:spPr bwMode="auto">
            <a:xfrm>
              <a:off x="3511550" y="3871913"/>
              <a:ext cx="125413" cy="104775"/>
            </a:xfrm>
            <a:prstGeom prst="ellipse">
              <a:avLst/>
            </a:prstGeom>
            <a:solidFill>
              <a:srgbClr val="004000"/>
            </a:solidFill>
            <a:ln w="9525">
              <a:noFill/>
              <a:round/>
              <a:headEnd/>
              <a:tailEnd/>
            </a:ln>
          </p:spPr>
          <p:txBody>
            <a:bodyPr/>
            <a:lstStyle/>
            <a:p>
              <a:pPr algn="ctr" eaLnBrk="0" hangingPunct="0"/>
              <a:endParaRPr lang="nl-BE"/>
            </a:p>
          </p:txBody>
        </p:sp>
        <p:sp>
          <p:nvSpPr>
            <p:cNvPr id="12759" name="Oval 89"/>
            <p:cNvSpPr>
              <a:spLocks noChangeArrowheads="1"/>
            </p:cNvSpPr>
            <p:nvPr/>
          </p:nvSpPr>
          <p:spPr bwMode="auto">
            <a:xfrm>
              <a:off x="3652838" y="3902075"/>
              <a:ext cx="131762" cy="136525"/>
            </a:xfrm>
            <a:prstGeom prst="ellipse">
              <a:avLst/>
            </a:prstGeom>
            <a:solidFill>
              <a:srgbClr val="004000"/>
            </a:solidFill>
            <a:ln w="9525">
              <a:noFill/>
              <a:round/>
              <a:headEnd/>
              <a:tailEnd/>
            </a:ln>
          </p:spPr>
          <p:txBody>
            <a:bodyPr/>
            <a:lstStyle/>
            <a:p>
              <a:pPr algn="ctr" eaLnBrk="0" hangingPunct="0"/>
              <a:endParaRPr lang="nl-BE"/>
            </a:p>
          </p:txBody>
        </p:sp>
        <p:sp>
          <p:nvSpPr>
            <p:cNvPr id="12760" name="Oval 90"/>
            <p:cNvSpPr>
              <a:spLocks noChangeArrowheads="1"/>
            </p:cNvSpPr>
            <p:nvPr/>
          </p:nvSpPr>
          <p:spPr bwMode="auto">
            <a:xfrm>
              <a:off x="3506788" y="3984625"/>
              <a:ext cx="203200" cy="203200"/>
            </a:xfrm>
            <a:prstGeom prst="ellipse">
              <a:avLst/>
            </a:prstGeom>
            <a:solidFill>
              <a:srgbClr val="008000"/>
            </a:solidFill>
            <a:ln w="9525">
              <a:noFill/>
              <a:round/>
              <a:headEnd/>
              <a:tailEnd/>
            </a:ln>
          </p:spPr>
          <p:txBody>
            <a:bodyPr/>
            <a:lstStyle/>
            <a:p>
              <a:pPr algn="ctr" eaLnBrk="0" hangingPunct="0"/>
              <a:endParaRPr lang="nl-BE"/>
            </a:p>
          </p:txBody>
        </p:sp>
        <p:sp>
          <p:nvSpPr>
            <p:cNvPr id="12761" name="Oval 91"/>
            <p:cNvSpPr>
              <a:spLocks noChangeArrowheads="1"/>
            </p:cNvSpPr>
            <p:nvPr/>
          </p:nvSpPr>
          <p:spPr bwMode="auto">
            <a:xfrm>
              <a:off x="3559175" y="3995738"/>
              <a:ext cx="144463" cy="123825"/>
            </a:xfrm>
            <a:prstGeom prst="ellipse">
              <a:avLst/>
            </a:prstGeom>
            <a:solidFill>
              <a:srgbClr val="006000"/>
            </a:solidFill>
            <a:ln w="9525">
              <a:noFill/>
              <a:round/>
              <a:headEnd/>
              <a:tailEnd/>
            </a:ln>
          </p:spPr>
          <p:txBody>
            <a:bodyPr/>
            <a:lstStyle/>
            <a:p>
              <a:pPr algn="ctr" eaLnBrk="0" hangingPunct="0"/>
              <a:endParaRPr lang="nl-BE"/>
            </a:p>
          </p:txBody>
        </p:sp>
        <p:sp>
          <p:nvSpPr>
            <p:cNvPr id="12762" name="Oval 92"/>
            <p:cNvSpPr>
              <a:spLocks noChangeArrowheads="1"/>
            </p:cNvSpPr>
            <p:nvPr/>
          </p:nvSpPr>
          <p:spPr bwMode="auto">
            <a:xfrm>
              <a:off x="3459163" y="3676650"/>
              <a:ext cx="239712" cy="258763"/>
            </a:xfrm>
            <a:prstGeom prst="ellipse">
              <a:avLst/>
            </a:prstGeom>
            <a:solidFill>
              <a:srgbClr val="006000"/>
            </a:solidFill>
            <a:ln w="9525">
              <a:noFill/>
              <a:round/>
              <a:headEnd/>
              <a:tailEnd/>
            </a:ln>
          </p:spPr>
          <p:txBody>
            <a:bodyPr/>
            <a:lstStyle/>
            <a:p>
              <a:pPr algn="ctr" eaLnBrk="0" hangingPunct="0"/>
              <a:endParaRPr lang="nl-BE"/>
            </a:p>
          </p:txBody>
        </p:sp>
        <p:sp>
          <p:nvSpPr>
            <p:cNvPr id="12763" name="Oval 93"/>
            <p:cNvSpPr>
              <a:spLocks noChangeArrowheads="1"/>
            </p:cNvSpPr>
            <p:nvPr/>
          </p:nvSpPr>
          <p:spPr bwMode="auto">
            <a:xfrm>
              <a:off x="3643313" y="3687763"/>
              <a:ext cx="198437" cy="260350"/>
            </a:xfrm>
            <a:prstGeom prst="ellipse">
              <a:avLst/>
            </a:prstGeom>
            <a:solidFill>
              <a:srgbClr val="006000"/>
            </a:solidFill>
            <a:ln w="9525">
              <a:noFill/>
              <a:round/>
              <a:headEnd/>
              <a:tailEnd/>
            </a:ln>
          </p:spPr>
          <p:txBody>
            <a:bodyPr/>
            <a:lstStyle/>
            <a:p>
              <a:pPr algn="ctr" eaLnBrk="0" hangingPunct="0"/>
              <a:endParaRPr lang="nl-BE"/>
            </a:p>
          </p:txBody>
        </p:sp>
        <p:sp>
          <p:nvSpPr>
            <p:cNvPr id="12764" name="Oval 94"/>
            <p:cNvSpPr>
              <a:spLocks noChangeArrowheads="1"/>
            </p:cNvSpPr>
            <p:nvPr/>
          </p:nvSpPr>
          <p:spPr bwMode="auto">
            <a:xfrm>
              <a:off x="3562350" y="3641725"/>
              <a:ext cx="206375" cy="204788"/>
            </a:xfrm>
            <a:prstGeom prst="ellipse">
              <a:avLst/>
            </a:prstGeom>
            <a:solidFill>
              <a:srgbClr val="008000"/>
            </a:solidFill>
            <a:ln w="9525">
              <a:noFill/>
              <a:round/>
              <a:headEnd/>
              <a:tailEnd/>
            </a:ln>
          </p:spPr>
          <p:txBody>
            <a:bodyPr/>
            <a:lstStyle/>
            <a:p>
              <a:pPr algn="ctr" eaLnBrk="0" hangingPunct="0"/>
              <a:endParaRPr lang="nl-BE"/>
            </a:p>
          </p:txBody>
        </p:sp>
        <p:sp>
          <p:nvSpPr>
            <p:cNvPr id="12765" name="Oval 95"/>
            <p:cNvSpPr>
              <a:spLocks noChangeArrowheads="1"/>
            </p:cNvSpPr>
            <p:nvPr/>
          </p:nvSpPr>
          <p:spPr bwMode="auto">
            <a:xfrm>
              <a:off x="3616325" y="3711575"/>
              <a:ext cx="144463" cy="122238"/>
            </a:xfrm>
            <a:prstGeom prst="ellipse">
              <a:avLst/>
            </a:prstGeom>
            <a:solidFill>
              <a:srgbClr val="006000"/>
            </a:solidFill>
            <a:ln w="9525">
              <a:noFill/>
              <a:round/>
              <a:headEnd/>
              <a:tailEnd/>
            </a:ln>
          </p:spPr>
          <p:txBody>
            <a:bodyPr/>
            <a:lstStyle/>
            <a:p>
              <a:pPr algn="ctr" eaLnBrk="0" hangingPunct="0"/>
              <a:endParaRPr lang="nl-BE"/>
            </a:p>
          </p:txBody>
        </p:sp>
        <p:sp>
          <p:nvSpPr>
            <p:cNvPr id="12766" name="Oval 96"/>
            <p:cNvSpPr>
              <a:spLocks noChangeArrowheads="1"/>
            </p:cNvSpPr>
            <p:nvPr/>
          </p:nvSpPr>
          <p:spPr bwMode="auto">
            <a:xfrm>
              <a:off x="3467100" y="3467100"/>
              <a:ext cx="239713" cy="258763"/>
            </a:xfrm>
            <a:prstGeom prst="ellipse">
              <a:avLst/>
            </a:prstGeom>
            <a:solidFill>
              <a:srgbClr val="006000"/>
            </a:solidFill>
            <a:ln w="9525">
              <a:noFill/>
              <a:round/>
              <a:headEnd/>
              <a:tailEnd/>
            </a:ln>
          </p:spPr>
          <p:txBody>
            <a:bodyPr/>
            <a:lstStyle/>
            <a:p>
              <a:pPr algn="ctr" eaLnBrk="0" hangingPunct="0"/>
              <a:endParaRPr lang="nl-BE"/>
            </a:p>
          </p:txBody>
        </p:sp>
        <p:sp>
          <p:nvSpPr>
            <p:cNvPr id="12767" name="Oval 97"/>
            <p:cNvSpPr>
              <a:spLocks noChangeArrowheads="1"/>
            </p:cNvSpPr>
            <p:nvPr/>
          </p:nvSpPr>
          <p:spPr bwMode="auto">
            <a:xfrm>
              <a:off x="3635375" y="3503613"/>
              <a:ext cx="198438" cy="260350"/>
            </a:xfrm>
            <a:prstGeom prst="ellipse">
              <a:avLst/>
            </a:prstGeom>
            <a:solidFill>
              <a:srgbClr val="006000"/>
            </a:solidFill>
            <a:ln w="9525">
              <a:noFill/>
              <a:round/>
              <a:headEnd/>
              <a:tailEnd/>
            </a:ln>
          </p:spPr>
          <p:txBody>
            <a:bodyPr/>
            <a:lstStyle/>
            <a:p>
              <a:pPr algn="ctr" eaLnBrk="0" hangingPunct="0"/>
              <a:endParaRPr lang="nl-BE"/>
            </a:p>
          </p:txBody>
        </p:sp>
        <p:sp>
          <p:nvSpPr>
            <p:cNvPr id="12768" name="Oval 98"/>
            <p:cNvSpPr>
              <a:spLocks noChangeArrowheads="1"/>
            </p:cNvSpPr>
            <p:nvPr/>
          </p:nvSpPr>
          <p:spPr bwMode="auto">
            <a:xfrm>
              <a:off x="3533775" y="3584575"/>
              <a:ext cx="206375" cy="204788"/>
            </a:xfrm>
            <a:prstGeom prst="ellipse">
              <a:avLst/>
            </a:prstGeom>
            <a:solidFill>
              <a:srgbClr val="008000"/>
            </a:solidFill>
            <a:ln w="9525">
              <a:noFill/>
              <a:round/>
              <a:headEnd/>
              <a:tailEnd/>
            </a:ln>
          </p:spPr>
          <p:txBody>
            <a:bodyPr/>
            <a:lstStyle/>
            <a:p>
              <a:pPr algn="ctr" eaLnBrk="0" hangingPunct="0"/>
              <a:endParaRPr lang="nl-BE"/>
            </a:p>
          </p:txBody>
        </p:sp>
        <p:sp>
          <p:nvSpPr>
            <p:cNvPr id="12769" name="Oval 99"/>
            <p:cNvSpPr>
              <a:spLocks noChangeArrowheads="1"/>
            </p:cNvSpPr>
            <p:nvPr/>
          </p:nvSpPr>
          <p:spPr bwMode="auto">
            <a:xfrm>
              <a:off x="3586163" y="3595688"/>
              <a:ext cx="147637" cy="123825"/>
            </a:xfrm>
            <a:prstGeom prst="ellipse">
              <a:avLst/>
            </a:prstGeom>
            <a:solidFill>
              <a:srgbClr val="006000"/>
            </a:solidFill>
            <a:ln w="9525">
              <a:noFill/>
              <a:round/>
              <a:headEnd/>
              <a:tailEnd/>
            </a:ln>
          </p:spPr>
          <p:txBody>
            <a:bodyPr/>
            <a:lstStyle/>
            <a:p>
              <a:pPr algn="ctr" eaLnBrk="0" hangingPunct="0"/>
              <a:endParaRPr lang="nl-BE"/>
            </a:p>
          </p:txBody>
        </p:sp>
        <p:sp>
          <p:nvSpPr>
            <p:cNvPr id="12770" name="Oval 100"/>
            <p:cNvSpPr>
              <a:spLocks noChangeArrowheads="1"/>
            </p:cNvSpPr>
            <p:nvPr/>
          </p:nvSpPr>
          <p:spPr bwMode="auto">
            <a:xfrm>
              <a:off x="3279775" y="4230688"/>
              <a:ext cx="260350" cy="238125"/>
            </a:xfrm>
            <a:prstGeom prst="ellipse">
              <a:avLst/>
            </a:prstGeom>
            <a:solidFill>
              <a:srgbClr val="006000"/>
            </a:solidFill>
            <a:ln w="9525">
              <a:noFill/>
              <a:round/>
              <a:headEnd/>
              <a:tailEnd/>
            </a:ln>
          </p:spPr>
          <p:txBody>
            <a:bodyPr/>
            <a:lstStyle/>
            <a:p>
              <a:pPr algn="ctr" eaLnBrk="0" hangingPunct="0"/>
              <a:endParaRPr lang="nl-BE"/>
            </a:p>
          </p:txBody>
        </p:sp>
        <p:sp>
          <p:nvSpPr>
            <p:cNvPr id="12771" name="Oval 101"/>
            <p:cNvSpPr>
              <a:spLocks noChangeArrowheads="1"/>
            </p:cNvSpPr>
            <p:nvPr/>
          </p:nvSpPr>
          <p:spPr bwMode="auto">
            <a:xfrm>
              <a:off x="3241675" y="4105275"/>
              <a:ext cx="260350" cy="196850"/>
            </a:xfrm>
            <a:prstGeom prst="ellipse">
              <a:avLst/>
            </a:prstGeom>
            <a:solidFill>
              <a:srgbClr val="006000"/>
            </a:solidFill>
            <a:ln w="9525">
              <a:noFill/>
              <a:round/>
              <a:headEnd/>
              <a:tailEnd/>
            </a:ln>
          </p:spPr>
          <p:txBody>
            <a:bodyPr/>
            <a:lstStyle/>
            <a:p>
              <a:pPr algn="ctr" eaLnBrk="0" hangingPunct="0"/>
              <a:endParaRPr lang="nl-BE"/>
            </a:p>
          </p:txBody>
        </p:sp>
        <p:sp>
          <p:nvSpPr>
            <p:cNvPr id="12772" name="Oval 102"/>
            <p:cNvSpPr>
              <a:spLocks noChangeArrowheads="1"/>
            </p:cNvSpPr>
            <p:nvPr/>
          </p:nvSpPr>
          <p:spPr bwMode="auto">
            <a:xfrm>
              <a:off x="3429000" y="4241800"/>
              <a:ext cx="166688" cy="114300"/>
            </a:xfrm>
            <a:prstGeom prst="ellipse">
              <a:avLst/>
            </a:prstGeom>
            <a:solidFill>
              <a:srgbClr val="004000"/>
            </a:solidFill>
            <a:ln w="9525">
              <a:noFill/>
              <a:round/>
              <a:headEnd/>
              <a:tailEnd/>
            </a:ln>
          </p:spPr>
          <p:txBody>
            <a:bodyPr/>
            <a:lstStyle/>
            <a:p>
              <a:pPr algn="ctr" eaLnBrk="0" hangingPunct="0"/>
              <a:endParaRPr lang="nl-BE"/>
            </a:p>
          </p:txBody>
        </p:sp>
        <p:sp>
          <p:nvSpPr>
            <p:cNvPr id="12773" name="Oval 103"/>
            <p:cNvSpPr>
              <a:spLocks noChangeArrowheads="1"/>
            </p:cNvSpPr>
            <p:nvPr/>
          </p:nvSpPr>
          <p:spPr bwMode="auto">
            <a:xfrm>
              <a:off x="3367088" y="4124325"/>
              <a:ext cx="134937" cy="131763"/>
            </a:xfrm>
            <a:prstGeom prst="ellipse">
              <a:avLst/>
            </a:prstGeom>
            <a:solidFill>
              <a:srgbClr val="004000"/>
            </a:solidFill>
            <a:ln w="9525">
              <a:noFill/>
              <a:round/>
              <a:headEnd/>
              <a:tailEnd/>
            </a:ln>
          </p:spPr>
          <p:txBody>
            <a:bodyPr/>
            <a:lstStyle/>
            <a:p>
              <a:pPr algn="ctr" eaLnBrk="0" hangingPunct="0"/>
              <a:endParaRPr lang="nl-BE"/>
            </a:p>
          </p:txBody>
        </p:sp>
        <p:sp>
          <p:nvSpPr>
            <p:cNvPr id="12774" name="Oval 104"/>
            <p:cNvSpPr>
              <a:spLocks noChangeArrowheads="1"/>
            </p:cNvSpPr>
            <p:nvPr/>
          </p:nvSpPr>
          <p:spPr bwMode="auto">
            <a:xfrm>
              <a:off x="3217863" y="4197350"/>
              <a:ext cx="203200" cy="204788"/>
            </a:xfrm>
            <a:prstGeom prst="ellipse">
              <a:avLst/>
            </a:prstGeom>
            <a:solidFill>
              <a:srgbClr val="008000"/>
            </a:solidFill>
            <a:ln w="9525">
              <a:noFill/>
              <a:round/>
              <a:headEnd/>
              <a:tailEnd/>
            </a:ln>
          </p:spPr>
          <p:txBody>
            <a:bodyPr/>
            <a:lstStyle/>
            <a:p>
              <a:pPr algn="ctr" eaLnBrk="0" hangingPunct="0"/>
              <a:endParaRPr lang="nl-BE"/>
            </a:p>
          </p:txBody>
        </p:sp>
        <p:sp>
          <p:nvSpPr>
            <p:cNvPr id="12775" name="Oval 105"/>
            <p:cNvSpPr>
              <a:spLocks noChangeArrowheads="1"/>
            </p:cNvSpPr>
            <p:nvPr/>
          </p:nvSpPr>
          <p:spPr bwMode="auto">
            <a:xfrm>
              <a:off x="3286125" y="4203700"/>
              <a:ext cx="123825" cy="146050"/>
            </a:xfrm>
            <a:prstGeom prst="ellipse">
              <a:avLst/>
            </a:prstGeom>
            <a:solidFill>
              <a:srgbClr val="006000"/>
            </a:solidFill>
            <a:ln w="9525">
              <a:noFill/>
              <a:round/>
              <a:headEnd/>
              <a:tailEnd/>
            </a:ln>
          </p:spPr>
          <p:txBody>
            <a:bodyPr/>
            <a:lstStyle/>
            <a:p>
              <a:pPr algn="ctr" eaLnBrk="0" hangingPunct="0"/>
              <a:endParaRPr lang="nl-BE"/>
            </a:p>
          </p:txBody>
        </p:sp>
        <p:sp>
          <p:nvSpPr>
            <p:cNvPr id="12776" name="Oval 106"/>
            <p:cNvSpPr>
              <a:spLocks noChangeArrowheads="1"/>
            </p:cNvSpPr>
            <p:nvPr/>
          </p:nvSpPr>
          <p:spPr bwMode="auto">
            <a:xfrm>
              <a:off x="3597275" y="3281363"/>
              <a:ext cx="174625" cy="161925"/>
            </a:xfrm>
            <a:prstGeom prst="ellipse">
              <a:avLst/>
            </a:prstGeom>
            <a:solidFill>
              <a:srgbClr val="006000"/>
            </a:solidFill>
            <a:ln w="9525">
              <a:noFill/>
              <a:round/>
              <a:headEnd/>
              <a:tailEnd/>
            </a:ln>
          </p:spPr>
          <p:txBody>
            <a:bodyPr/>
            <a:lstStyle/>
            <a:p>
              <a:pPr algn="ctr" eaLnBrk="0" hangingPunct="0"/>
              <a:endParaRPr lang="nl-BE"/>
            </a:p>
          </p:txBody>
        </p:sp>
        <p:sp>
          <p:nvSpPr>
            <p:cNvPr id="12777" name="Oval 107"/>
            <p:cNvSpPr>
              <a:spLocks noChangeArrowheads="1"/>
            </p:cNvSpPr>
            <p:nvPr/>
          </p:nvSpPr>
          <p:spPr bwMode="auto">
            <a:xfrm>
              <a:off x="3589338" y="3400425"/>
              <a:ext cx="214312" cy="142875"/>
            </a:xfrm>
            <a:prstGeom prst="ellipse">
              <a:avLst/>
            </a:prstGeom>
            <a:solidFill>
              <a:srgbClr val="006000"/>
            </a:solidFill>
            <a:ln w="9525">
              <a:noFill/>
              <a:round/>
              <a:headEnd/>
              <a:tailEnd/>
            </a:ln>
          </p:spPr>
          <p:txBody>
            <a:bodyPr/>
            <a:lstStyle/>
            <a:p>
              <a:pPr algn="ctr" eaLnBrk="0" hangingPunct="0"/>
              <a:endParaRPr lang="nl-BE"/>
            </a:p>
          </p:txBody>
        </p:sp>
        <p:sp>
          <p:nvSpPr>
            <p:cNvPr id="12778" name="Oval 108"/>
            <p:cNvSpPr>
              <a:spLocks noChangeArrowheads="1"/>
            </p:cNvSpPr>
            <p:nvPr/>
          </p:nvSpPr>
          <p:spPr bwMode="auto">
            <a:xfrm>
              <a:off x="3657600" y="3327400"/>
              <a:ext cx="166688" cy="147638"/>
            </a:xfrm>
            <a:prstGeom prst="ellipse">
              <a:avLst/>
            </a:prstGeom>
            <a:solidFill>
              <a:srgbClr val="008000"/>
            </a:solidFill>
            <a:ln w="9525">
              <a:noFill/>
              <a:round/>
              <a:headEnd/>
              <a:tailEnd/>
            </a:ln>
          </p:spPr>
          <p:txBody>
            <a:bodyPr/>
            <a:lstStyle/>
            <a:p>
              <a:pPr algn="ctr" eaLnBrk="0" hangingPunct="0"/>
              <a:endParaRPr lang="nl-BE"/>
            </a:p>
          </p:txBody>
        </p:sp>
        <p:sp>
          <p:nvSpPr>
            <p:cNvPr id="12779" name="Oval 109"/>
            <p:cNvSpPr>
              <a:spLocks noChangeArrowheads="1"/>
            </p:cNvSpPr>
            <p:nvPr/>
          </p:nvSpPr>
          <p:spPr bwMode="auto">
            <a:xfrm>
              <a:off x="3667125" y="3365500"/>
              <a:ext cx="101600" cy="104775"/>
            </a:xfrm>
            <a:prstGeom prst="ellipse">
              <a:avLst/>
            </a:prstGeom>
            <a:solidFill>
              <a:srgbClr val="006000"/>
            </a:solidFill>
            <a:ln w="9525">
              <a:noFill/>
              <a:round/>
              <a:headEnd/>
              <a:tailEnd/>
            </a:ln>
          </p:spPr>
          <p:txBody>
            <a:bodyPr/>
            <a:lstStyle/>
            <a:p>
              <a:pPr algn="ctr" eaLnBrk="0" hangingPunct="0"/>
              <a:endParaRPr lang="nl-BE"/>
            </a:p>
          </p:txBody>
        </p:sp>
        <p:sp>
          <p:nvSpPr>
            <p:cNvPr id="12780" name="Oval 110"/>
            <p:cNvSpPr>
              <a:spLocks noChangeArrowheads="1"/>
            </p:cNvSpPr>
            <p:nvPr/>
          </p:nvSpPr>
          <p:spPr bwMode="auto">
            <a:xfrm>
              <a:off x="3343275" y="3884613"/>
              <a:ext cx="136525" cy="157162"/>
            </a:xfrm>
            <a:prstGeom prst="ellipse">
              <a:avLst/>
            </a:prstGeom>
            <a:solidFill>
              <a:srgbClr val="006000"/>
            </a:solidFill>
            <a:ln w="9525">
              <a:noFill/>
              <a:round/>
              <a:headEnd/>
              <a:tailEnd/>
            </a:ln>
          </p:spPr>
          <p:txBody>
            <a:bodyPr/>
            <a:lstStyle/>
            <a:p>
              <a:pPr algn="ctr" eaLnBrk="0" hangingPunct="0"/>
              <a:endParaRPr lang="nl-BE"/>
            </a:p>
          </p:txBody>
        </p:sp>
        <p:sp>
          <p:nvSpPr>
            <p:cNvPr id="12781" name="Oval 111"/>
            <p:cNvSpPr>
              <a:spLocks noChangeArrowheads="1"/>
            </p:cNvSpPr>
            <p:nvPr/>
          </p:nvSpPr>
          <p:spPr bwMode="auto">
            <a:xfrm>
              <a:off x="3297238" y="4003675"/>
              <a:ext cx="214312" cy="142875"/>
            </a:xfrm>
            <a:prstGeom prst="ellipse">
              <a:avLst/>
            </a:prstGeom>
            <a:solidFill>
              <a:srgbClr val="006000"/>
            </a:solidFill>
            <a:ln w="9525">
              <a:noFill/>
              <a:round/>
              <a:headEnd/>
              <a:tailEnd/>
            </a:ln>
          </p:spPr>
          <p:txBody>
            <a:bodyPr/>
            <a:lstStyle/>
            <a:p>
              <a:pPr algn="ctr" eaLnBrk="0" hangingPunct="0"/>
              <a:endParaRPr lang="nl-BE"/>
            </a:p>
          </p:txBody>
        </p:sp>
        <p:sp>
          <p:nvSpPr>
            <p:cNvPr id="12782" name="Oval 112"/>
            <p:cNvSpPr>
              <a:spLocks noChangeArrowheads="1"/>
            </p:cNvSpPr>
            <p:nvPr/>
          </p:nvSpPr>
          <p:spPr bwMode="auto">
            <a:xfrm>
              <a:off x="3363913" y="3932238"/>
              <a:ext cx="168275" cy="146050"/>
            </a:xfrm>
            <a:prstGeom prst="ellipse">
              <a:avLst/>
            </a:prstGeom>
            <a:solidFill>
              <a:srgbClr val="008000"/>
            </a:solidFill>
            <a:ln w="9525">
              <a:noFill/>
              <a:round/>
              <a:headEnd/>
              <a:tailEnd/>
            </a:ln>
          </p:spPr>
          <p:txBody>
            <a:bodyPr/>
            <a:lstStyle/>
            <a:p>
              <a:pPr algn="ctr" eaLnBrk="0" hangingPunct="0"/>
              <a:endParaRPr lang="nl-BE"/>
            </a:p>
          </p:txBody>
        </p:sp>
        <p:sp>
          <p:nvSpPr>
            <p:cNvPr id="12783" name="Oval 113"/>
            <p:cNvSpPr>
              <a:spLocks noChangeArrowheads="1"/>
            </p:cNvSpPr>
            <p:nvPr/>
          </p:nvSpPr>
          <p:spPr bwMode="auto">
            <a:xfrm>
              <a:off x="3373438" y="3970338"/>
              <a:ext cx="101600" cy="104775"/>
            </a:xfrm>
            <a:prstGeom prst="ellipse">
              <a:avLst/>
            </a:prstGeom>
            <a:solidFill>
              <a:srgbClr val="006000"/>
            </a:solidFill>
            <a:ln w="9525">
              <a:noFill/>
              <a:round/>
              <a:headEnd/>
              <a:tailEnd/>
            </a:ln>
          </p:spPr>
          <p:txBody>
            <a:bodyPr/>
            <a:lstStyle/>
            <a:p>
              <a:pPr algn="ctr" eaLnBrk="0" hangingPunct="0"/>
              <a:endParaRPr lang="nl-BE"/>
            </a:p>
          </p:txBody>
        </p:sp>
        <p:sp>
          <p:nvSpPr>
            <p:cNvPr id="12784" name="Oval 114"/>
            <p:cNvSpPr>
              <a:spLocks noChangeArrowheads="1"/>
            </p:cNvSpPr>
            <p:nvPr/>
          </p:nvSpPr>
          <p:spPr bwMode="auto">
            <a:xfrm>
              <a:off x="3070225" y="4265613"/>
              <a:ext cx="215900" cy="169862"/>
            </a:xfrm>
            <a:prstGeom prst="ellipse">
              <a:avLst/>
            </a:prstGeom>
            <a:solidFill>
              <a:srgbClr val="006000"/>
            </a:solidFill>
            <a:ln w="9525">
              <a:noFill/>
              <a:round/>
              <a:headEnd/>
              <a:tailEnd/>
            </a:ln>
          </p:spPr>
          <p:txBody>
            <a:bodyPr/>
            <a:lstStyle/>
            <a:p>
              <a:pPr algn="ctr" eaLnBrk="0" hangingPunct="0"/>
              <a:endParaRPr lang="nl-BE"/>
            </a:p>
          </p:txBody>
        </p:sp>
        <p:sp>
          <p:nvSpPr>
            <p:cNvPr id="12785" name="Oval 115"/>
            <p:cNvSpPr>
              <a:spLocks noChangeArrowheads="1"/>
            </p:cNvSpPr>
            <p:nvPr/>
          </p:nvSpPr>
          <p:spPr bwMode="auto">
            <a:xfrm>
              <a:off x="3100388" y="4384675"/>
              <a:ext cx="214312" cy="141288"/>
            </a:xfrm>
            <a:prstGeom prst="ellipse">
              <a:avLst/>
            </a:prstGeom>
            <a:solidFill>
              <a:srgbClr val="006000"/>
            </a:solidFill>
            <a:ln w="9525">
              <a:noFill/>
              <a:round/>
              <a:headEnd/>
              <a:tailEnd/>
            </a:ln>
          </p:spPr>
          <p:txBody>
            <a:bodyPr/>
            <a:lstStyle/>
            <a:p>
              <a:pPr algn="ctr" eaLnBrk="0" hangingPunct="0"/>
              <a:endParaRPr lang="nl-BE"/>
            </a:p>
          </p:txBody>
        </p:sp>
        <p:sp>
          <p:nvSpPr>
            <p:cNvPr id="12786" name="Oval 116"/>
            <p:cNvSpPr>
              <a:spLocks noChangeArrowheads="1"/>
            </p:cNvSpPr>
            <p:nvPr/>
          </p:nvSpPr>
          <p:spPr bwMode="auto">
            <a:xfrm>
              <a:off x="3073400" y="4297363"/>
              <a:ext cx="161925" cy="109537"/>
            </a:xfrm>
            <a:prstGeom prst="ellipse">
              <a:avLst/>
            </a:prstGeom>
            <a:solidFill>
              <a:srgbClr val="004000"/>
            </a:solidFill>
            <a:ln w="9525">
              <a:noFill/>
              <a:round/>
              <a:headEnd/>
              <a:tailEnd/>
            </a:ln>
          </p:spPr>
          <p:txBody>
            <a:bodyPr/>
            <a:lstStyle/>
            <a:p>
              <a:pPr algn="ctr" eaLnBrk="0" hangingPunct="0"/>
              <a:endParaRPr lang="nl-BE"/>
            </a:p>
          </p:txBody>
        </p:sp>
        <p:sp>
          <p:nvSpPr>
            <p:cNvPr id="12787" name="Oval 117"/>
            <p:cNvSpPr>
              <a:spLocks noChangeArrowheads="1"/>
            </p:cNvSpPr>
            <p:nvPr/>
          </p:nvSpPr>
          <p:spPr bwMode="auto">
            <a:xfrm>
              <a:off x="3100388" y="4418013"/>
              <a:ext cx="112712" cy="95250"/>
            </a:xfrm>
            <a:prstGeom prst="ellipse">
              <a:avLst/>
            </a:prstGeom>
            <a:solidFill>
              <a:srgbClr val="004000"/>
            </a:solidFill>
            <a:ln w="9525">
              <a:noFill/>
              <a:round/>
              <a:headEnd/>
              <a:tailEnd/>
            </a:ln>
          </p:spPr>
          <p:txBody>
            <a:bodyPr/>
            <a:lstStyle/>
            <a:p>
              <a:pPr algn="ctr" eaLnBrk="0" hangingPunct="0"/>
              <a:endParaRPr lang="nl-BE"/>
            </a:p>
          </p:txBody>
        </p:sp>
        <p:sp>
          <p:nvSpPr>
            <p:cNvPr id="12788" name="Oval 118"/>
            <p:cNvSpPr>
              <a:spLocks noChangeArrowheads="1"/>
            </p:cNvSpPr>
            <p:nvPr/>
          </p:nvSpPr>
          <p:spPr bwMode="auto">
            <a:xfrm>
              <a:off x="3167063" y="4311650"/>
              <a:ext cx="169862" cy="147638"/>
            </a:xfrm>
            <a:prstGeom prst="ellipse">
              <a:avLst/>
            </a:prstGeom>
            <a:solidFill>
              <a:srgbClr val="008000"/>
            </a:solidFill>
            <a:ln w="9525">
              <a:noFill/>
              <a:round/>
              <a:headEnd/>
              <a:tailEnd/>
            </a:ln>
          </p:spPr>
          <p:txBody>
            <a:bodyPr/>
            <a:lstStyle/>
            <a:p>
              <a:pPr algn="ctr" eaLnBrk="0" hangingPunct="0"/>
              <a:endParaRPr lang="nl-BE"/>
            </a:p>
          </p:txBody>
        </p:sp>
        <p:sp>
          <p:nvSpPr>
            <p:cNvPr id="12789" name="Oval 119"/>
            <p:cNvSpPr>
              <a:spLocks noChangeArrowheads="1"/>
            </p:cNvSpPr>
            <p:nvPr/>
          </p:nvSpPr>
          <p:spPr bwMode="auto">
            <a:xfrm>
              <a:off x="3178175" y="4351338"/>
              <a:ext cx="101600" cy="101600"/>
            </a:xfrm>
            <a:prstGeom prst="ellipse">
              <a:avLst/>
            </a:prstGeom>
            <a:solidFill>
              <a:srgbClr val="006000"/>
            </a:solidFill>
            <a:ln w="9525">
              <a:noFill/>
              <a:round/>
              <a:headEnd/>
              <a:tailEnd/>
            </a:ln>
          </p:spPr>
          <p:txBody>
            <a:bodyPr/>
            <a:lstStyle/>
            <a:p>
              <a:pPr algn="ctr" eaLnBrk="0" hangingPunct="0"/>
              <a:endParaRPr lang="nl-BE"/>
            </a:p>
          </p:txBody>
        </p:sp>
        <p:sp>
          <p:nvSpPr>
            <p:cNvPr id="12790" name="Oval 120"/>
            <p:cNvSpPr>
              <a:spLocks noChangeArrowheads="1"/>
            </p:cNvSpPr>
            <p:nvPr/>
          </p:nvSpPr>
          <p:spPr bwMode="auto">
            <a:xfrm>
              <a:off x="6148388" y="4003675"/>
              <a:ext cx="239712" cy="258763"/>
            </a:xfrm>
            <a:prstGeom prst="ellipse">
              <a:avLst/>
            </a:prstGeom>
            <a:solidFill>
              <a:srgbClr val="006000"/>
            </a:solidFill>
            <a:ln w="9525">
              <a:noFill/>
              <a:round/>
              <a:headEnd/>
              <a:tailEnd/>
            </a:ln>
          </p:spPr>
          <p:txBody>
            <a:bodyPr/>
            <a:lstStyle/>
            <a:p>
              <a:pPr algn="ctr" eaLnBrk="0" hangingPunct="0"/>
              <a:endParaRPr lang="nl-BE"/>
            </a:p>
          </p:txBody>
        </p:sp>
        <p:sp>
          <p:nvSpPr>
            <p:cNvPr id="12791" name="Oval 121"/>
            <p:cNvSpPr>
              <a:spLocks noChangeArrowheads="1"/>
            </p:cNvSpPr>
            <p:nvPr/>
          </p:nvSpPr>
          <p:spPr bwMode="auto">
            <a:xfrm>
              <a:off x="6315075" y="3965575"/>
              <a:ext cx="200025" cy="258763"/>
            </a:xfrm>
            <a:prstGeom prst="ellipse">
              <a:avLst/>
            </a:prstGeom>
            <a:solidFill>
              <a:srgbClr val="006000"/>
            </a:solidFill>
            <a:ln w="9525">
              <a:noFill/>
              <a:round/>
              <a:headEnd/>
              <a:tailEnd/>
            </a:ln>
          </p:spPr>
          <p:txBody>
            <a:bodyPr/>
            <a:lstStyle/>
            <a:p>
              <a:pPr algn="ctr" eaLnBrk="0" hangingPunct="0"/>
              <a:endParaRPr lang="nl-BE"/>
            </a:p>
          </p:txBody>
        </p:sp>
        <p:sp>
          <p:nvSpPr>
            <p:cNvPr id="12792" name="Oval 122"/>
            <p:cNvSpPr>
              <a:spLocks noChangeArrowheads="1"/>
            </p:cNvSpPr>
            <p:nvPr/>
          </p:nvSpPr>
          <p:spPr bwMode="auto">
            <a:xfrm>
              <a:off x="6223000" y="4151313"/>
              <a:ext cx="123825" cy="104775"/>
            </a:xfrm>
            <a:prstGeom prst="ellipse">
              <a:avLst/>
            </a:prstGeom>
            <a:solidFill>
              <a:srgbClr val="004000"/>
            </a:solidFill>
            <a:ln w="9525">
              <a:noFill/>
              <a:round/>
              <a:headEnd/>
              <a:tailEnd/>
            </a:ln>
          </p:spPr>
          <p:txBody>
            <a:bodyPr/>
            <a:lstStyle/>
            <a:p>
              <a:pPr algn="ctr" eaLnBrk="0" hangingPunct="0"/>
              <a:endParaRPr lang="nl-BE"/>
            </a:p>
          </p:txBody>
        </p:sp>
        <p:sp>
          <p:nvSpPr>
            <p:cNvPr id="12793" name="Oval 123"/>
            <p:cNvSpPr>
              <a:spLocks noChangeArrowheads="1"/>
            </p:cNvSpPr>
            <p:nvPr/>
          </p:nvSpPr>
          <p:spPr bwMode="auto">
            <a:xfrm>
              <a:off x="6364288" y="4089400"/>
              <a:ext cx="130175" cy="134938"/>
            </a:xfrm>
            <a:prstGeom prst="ellipse">
              <a:avLst/>
            </a:prstGeom>
            <a:solidFill>
              <a:srgbClr val="004000"/>
            </a:solidFill>
            <a:ln w="9525">
              <a:noFill/>
              <a:round/>
              <a:headEnd/>
              <a:tailEnd/>
            </a:ln>
          </p:spPr>
          <p:txBody>
            <a:bodyPr/>
            <a:lstStyle/>
            <a:p>
              <a:pPr algn="ctr" eaLnBrk="0" hangingPunct="0"/>
              <a:endParaRPr lang="nl-BE"/>
            </a:p>
          </p:txBody>
        </p:sp>
        <p:sp>
          <p:nvSpPr>
            <p:cNvPr id="12794" name="Oval 124"/>
            <p:cNvSpPr>
              <a:spLocks noChangeArrowheads="1"/>
            </p:cNvSpPr>
            <p:nvPr/>
          </p:nvSpPr>
          <p:spPr bwMode="auto">
            <a:xfrm>
              <a:off x="6216650" y="3940175"/>
              <a:ext cx="204788" cy="203200"/>
            </a:xfrm>
            <a:prstGeom prst="ellipse">
              <a:avLst/>
            </a:prstGeom>
            <a:solidFill>
              <a:srgbClr val="008000"/>
            </a:solidFill>
            <a:ln w="9525">
              <a:noFill/>
              <a:round/>
              <a:headEnd/>
              <a:tailEnd/>
            </a:ln>
          </p:spPr>
          <p:txBody>
            <a:bodyPr/>
            <a:lstStyle/>
            <a:p>
              <a:pPr algn="ctr" eaLnBrk="0" hangingPunct="0"/>
              <a:endParaRPr lang="nl-BE"/>
            </a:p>
          </p:txBody>
        </p:sp>
        <p:sp>
          <p:nvSpPr>
            <p:cNvPr id="12795" name="Oval 125"/>
            <p:cNvSpPr>
              <a:spLocks noChangeArrowheads="1"/>
            </p:cNvSpPr>
            <p:nvPr/>
          </p:nvSpPr>
          <p:spPr bwMode="auto">
            <a:xfrm>
              <a:off x="6269038" y="4008438"/>
              <a:ext cx="146050" cy="122237"/>
            </a:xfrm>
            <a:prstGeom prst="ellipse">
              <a:avLst/>
            </a:prstGeom>
            <a:solidFill>
              <a:srgbClr val="006000"/>
            </a:solidFill>
            <a:ln w="9525">
              <a:noFill/>
              <a:round/>
              <a:headEnd/>
              <a:tailEnd/>
            </a:ln>
          </p:spPr>
          <p:txBody>
            <a:bodyPr/>
            <a:lstStyle/>
            <a:p>
              <a:pPr algn="ctr" eaLnBrk="0" hangingPunct="0"/>
              <a:endParaRPr lang="nl-BE"/>
            </a:p>
          </p:txBody>
        </p:sp>
        <p:sp>
          <p:nvSpPr>
            <p:cNvPr id="12796" name="Oval 126"/>
            <p:cNvSpPr>
              <a:spLocks noChangeArrowheads="1"/>
            </p:cNvSpPr>
            <p:nvPr/>
          </p:nvSpPr>
          <p:spPr bwMode="auto">
            <a:xfrm>
              <a:off x="6121400" y="4089400"/>
              <a:ext cx="277813" cy="222250"/>
            </a:xfrm>
            <a:prstGeom prst="ellipse">
              <a:avLst/>
            </a:prstGeom>
            <a:solidFill>
              <a:srgbClr val="006000"/>
            </a:solidFill>
            <a:ln w="9525">
              <a:noFill/>
              <a:round/>
              <a:headEnd/>
              <a:tailEnd/>
            </a:ln>
          </p:spPr>
          <p:txBody>
            <a:bodyPr/>
            <a:lstStyle/>
            <a:p>
              <a:pPr algn="ctr" eaLnBrk="0" hangingPunct="0"/>
              <a:endParaRPr lang="nl-BE"/>
            </a:p>
          </p:txBody>
        </p:sp>
        <p:sp>
          <p:nvSpPr>
            <p:cNvPr id="12797" name="Oval 127"/>
            <p:cNvSpPr>
              <a:spLocks noChangeArrowheads="1"/>
            </p:cNvSpPr>
            <p:nvPr/>
          </p:nvSpPr>
          <p:spPr bwMode="auto">
            <a:xfrm>
              <a:off x="6161088" y="4243388"/>
              <a:ext cx="279400" cy="184150"/>
            </a:xfrm>
            <a:prstGeom prst="ellipse">
              <a:avLst/>
            </a:prstGeom>
            <a:solidFill>
              <a:srgbClr val="006000"/>
            </a:solidFill>
            <a:ln w="9525">
              <a:noFill/>
              <a:round/>
              <a:headEnd/>
              <a:tailEnd/>
            </a:ln>
          </p:spPr>
          <p:txBody>
            <a:bodyPr/>
            <a:lstStyle/>
            <a:p>
              <a:pPr algn="ctr" eaLnBrk="0" hangingPunct="0"/>
              <a:endParaRPr lang="nl-BE"/>
            </a:p>
          </p:txBody>
        </p:sp>
        <p:sp>
          <p:nvSpPr>
            <p:cNvPr id="12798" name="Oval 128"/>
            <p:cNvSpPr>
              <a:spLocks noChangeArrowheads="1"/>
            </p:cNvSpPr>
            <p:nvPr/>
          </p:nvSpPr>
          <p:spPr bwMode="auto">
            <a:xfrm>
              <a:off x="6119813" y="4173538"/>
              <a:ext cx="223837" cy="111125"/>
            </a:xfrm>
            <a:prstGeom prst="ellipse">
              <a:avLst/>
            </a:prstGeom>
            <a:solidFill>
              <a:srgbClr val="004000"/>
            </a:solidFill>
            <a:ln w="9525">
              <a:noFill/>
              <a:round/>
              <a:headEnd/>
              <a:tailEnd/>
            </a:ln>
          </p:spPr>
          <p:txBody>
            <a:bodyPr/>
            <a:lstStyle/>
            <a:p>
              <a:pPr algn="ctr" eaLnBrk="0" hangingPunct="0"/>
              <a:endParaRPr lang="nl-BE"/>
            </a:p>
          </p:txBody>
        </p:sp>
        <p:sp>
          <p:nvSpPr>
            <p:cNvPr id="12799" name="Oval 129"/>
            <p:cNvSpPr>
              <a:spLocks noChangeArrowheads="1"/>
            </p:cNvSpPr>
            <p:nvPr/>
          </p:nvSpPr>
          <p:spPr bwMode="auto">
            <a:xfrm>
              <a:off x="6248400" y="4149725"/>
              <a:ext cx="219075" cy="192088"/>
            </a:xfrm>
            <a:prstGeom prst="ellipse">
              <a:avLst/>
            </a:prstGeom>
            <a:solidFill>
              <a:srgbClr val="008000"/>
            </a:solidFill>
            <a:ln w="9525">
              <a:noFill/>
              <a:round/>
              <a:headEnd/>
              <a:tailEnd/>
            </a:ln>
          </p:spPr>
          <p:txBody>
            <a:bodyPr/>
            <a:lstStyle/>
            <a:p>
              <a:pPr algn="ctr" eaLnBrk="0" hangingPunct="0"/>
              <a:endParaRPr lang="nl-BE"/>
            </a:p>
          </p:txBody>
        </p:sp>
        <p:sp>
          <p:nvSpPr>
            <p:cNvPr id="12800" name="Oval 130"/>
            <p:cNvSpPr>
              <a:spLocks noChangeArrowheads="1"/>
            </p:cNvSpPr>
            <p:nvPr/>
          </p:nvSpPr>
          <p:spPr bwMode="auto">
            <a:xfrm>
              <a:off x="6261100" y="4200525"/>
              <a:ext cx="131763" cy="134938"/>
            </a:xfrm>
            <a:prstGeom prst="ellipse">
              <a:avLst/>
            </a:prstGeom>
            <a:solidFill>
              <a:srgbClr val="006000"/>
            </a:solidFill>
            <a:ln w="9525">
              <a:noFill/>
              <a:round/>
              <a:headEnd/>
              <a:tailEnd/>
            </a:ln>
          </p:spPr>
          <p:txBody>
            <a:bodyPr/>
            <a:lstStyle/>
            <a:p>
              <a:pPr algn="ctr" eaLnBrk="0" hangingPunct="0"/>
              <a:endParaRPr lang="nl-BE"/>
            </a:p>
          </p:txBody>
        </p:sp>
        <p:sp>
          <p:nvSpPr>
            <p:cNvPr id="12801" name="Oval 131"/>
            <p:cNvSpPr>
              <a:spLocks noChangeArrowheads="1"/>
            </p:cNvSpPr>
            <p:nvPr/>
          </p:nvSpPr>
          <p:spPr bwMode="auto">
            <a:xfrm>
              <a:off x="5875338" y="4130675"/>
              <a:ext cx="238125" cy="258763"/>
            </a:xfrm>
            <a:prstGeom prst="ellipse">
              <a:avLst/>
            </a:prstGeom>
            <a:solidFill>
              <a:srgbClr val="006000"/>
            </a:solidFill>
            <a:ln w="9525">
              <a:noFill/>
              <a:round/>
              <a:headEnd/>
              <a:tailEnd/>
            </a:ln>
          </p:spPr>
          <p:txBody>
            <a:bodyPr/>
            <a:lstStyle/>
            <a:p>
              <a:pPr algn="ctr" eaLnBrk="0" hangingPunct="0"/>
              <a:endParaRPr lang="nl-BE"/>
            </a:p>
          </p:txBody>
        </p:sp>
        <p:sp>
          <p:nvSpPr>
            <p:cNvPr id="12802" name="Oval 132"/>
            <p:cNvSpPr>
              <a:spLocks noChangeArrowheads="1"/>
            </p:cNvSpPr>
            <p:nvPr/>
          </p:nvSpPr>
          <p:spPr bwMode="auto">
            <a:xfrm>
              <a:off x="6042025" y="4092575"/>
              <a:ext cx="200025" cy="258763"/>
            </a:xfrm>
            <a:prstGeom prst="ellipse">
              <a:avLst/>
            </a:prstGeom>
            <a:solidFill>
              <a:srgbClr val="006000"/>
            </a:solidFill>
            <a:ln w="9525">
              <a:noFill/>
              <a:round/>
              <a:headEnd/>
              <a:tailEnd/>
            </a:ln>
          </p:spPr>
          <p:txBody>
            <a:bodyPr/>
            <a:lstStyle/>
            <a:p>
              <a:pPr algn="ctr" eaLnBrk="0" hangingPunct="0"/>
              <a:endParaRPr lang="nl-BE"/>
            </a:p>
          </p:txBody>
        </p:sp>
        <p:sp>
          <p:nvSpPr>
            <p:cNvPr id="12803" name="Oval 133"/>
            <p:cNvSpPr>
              <a:spLocks noChangeArrowheads="1"/>
            </p:cNvSpPr>
            <p:nvPr/>
          </p:nvSpPr>
          <p:spPr bwMode="auto">
            <a:xfrm>
              <a:off x="5948363" y="4278313"/>
              <a:ext cx="125412" cy="104775"/>
            </a:xfrm>
            <a:prstGeom prst="ellipse">
              <a:avLst/>
            </a:prstGeom>
            <a:solidFill>
              <a:srgbClr val="004000"/>
            </a:solidFill>
            <a:ln w="9525">
              <a:noFill/>
              <a:round/>
              <a:headEnd/>
              <a:tailEnd/>
            </a:ln>
          </p:spPr>
          <p:txBody>
            <a:bodyPr/>
            <a:lstStyle/>
            <a:p>
              <a:pPr algn="ctr" eaLnBrk="0" hangingPunct="0"/>
              <a:endParaRPr lang="nl-BE"/>
            </a:p>
          </p:txBody>
        </p:sp>
        <p:sp>
          <p:nvSpPr>
            <p:cNvPr id="12804" name="Oval 134"/>
            <p:cNvSpPr>
              <a:spLocks noChangeArrowheads="1"/>
            </p:cNvSpPr>
            <p:nvPr/>
          </p:nvSpPr>
          <p:spPr bwMode="auto">
            <a:xfrm>
              <a:off x="6089650" y="4216400"/>
              <a:ext cx="130175" cy="134938"/>
            </a:xfrm>
            <a:prstGeom prst="ellipse">
              <a:avLst/>
            </a:prstGeom>
            <a:solidFill>
              <a:srgbClr val="004000"/>
            </a:solidFill>
            <a:ln w="9525">
              <a:noFill/>
              <a:round/>
              <a:headEnd/>
              <a:tailEnd/>
            </a:ln>
          </p:spPr>
          <p:txBody>
            <a:bodyPr/>
            <a:lstStyle/>
            <a:p>
              <a:pPr algn="ctr" eaLnBrk="0" hangingPunct="0"/>
              <a:endParaRPr lang="nl-BE"/>
            </a:p>
          </p:txBody>
        </p:sp>
        <p:sp>
          <p:nvSpPr>
            <p:cNvPr id="12805" name="Oval 135"/>
            <p:cNvSpPr>
              <a:spLocks noChangeArrowheads="1"/>
            </p:cNvSpPr>
            <p:nvPr/>
          </p:nvSpPr>
          <p:spPr bwMode="auto">
            <a:xfrm>
              <a:off x="5942013" y="4067175"/>
              <a:ext cx="204787" cy="203200"/>
            </a:xfrm>
            <a:prstGeom prst="ellipse">
              <a:avLst/>
            </a:prstGeom>
            <a:solidFill>
              <a:srgbClr val="008000"/>
            </a:solidFill>
            <a:ln w="9525">
              <a:noFill/>
              <a:round/>
              <a:headEnd/>
              <a:tailEnd/>
            </a:ln>
          </p:spPr>
          <p:txBody>
            <a:bodyPr/>
            <a:lstStyle/>
            <a:p>
              <a:pPr algn="ctr" eaLnBrk="0" hangingPunct="0"/>
              <a:endParaRPr lang="nl-BE"/>
            </a:p>
          </p:txBody>
        </p:sp>
        <p:sp>
          <p:nvSpPr>
            <p:cNvPr id="12806" name="Oval 136"/>
            <p:cNvSpPr>
              <a:spLocks noChangeArrowheads="1"/>
            </p:cNvSpPr>
            <p:nvPr/>
          </p:nvSpPr>
          <p:spPr bwMode="auto">
            <a:xfrm>
              <a:off x="5994400" y="4135438"/>
              <a:ext cx="146050" cy="122237"/>
            </a:xfrm>
            <a:prstGeom prst="ellipse">
              <a:avLst/>
            </a:prstGeom>
            <a:solidFill>
              <a:srgbClr val="006000"/>
            </a:solidFill>
            <a:ln w="9525">
              <a:noFill/>
              <a:round/>
              <a:headEnd/>
              <a:tailEnd/>
            </a:ln>
          </p:spPr>
          <p:txBody>
            <a:bodyPr/>
            <a:lstStyle/>
            <a:p>
              <a:pPr algn="ctr" eaLnBrk="0" hangingPunct="0"/>
              <a:endParaRPr lang="nl-BE"/>
            </a:p>
          </p:txBody>
        </p:sp>
        <p:sp>
          <p:nvSpPr>
            <p:cNvPr id="12807" name="Oval 137"/>
            <p:cNvSpPr>
              <a:spLocks noChangeArrowheads="1"/>
            </p:cNvSpPr>
            <p:nvPr/>
          </p:nvSpPr>
          <p:spPr bwMode="auto">
            <a:xfrm>
              <a:off x="5846763" y="4216400"/>
              <a:ext cx="279400" cy="222250"/>
            </a:xfrm>
            <a:prstGeom prst="ellipse">
              <a:avLst/>
            </a:prstGeom>
            <a:solidFill>
              <a:srgbClr val="006000"/>
            </a:solidFill>
            <a:ln w="9525">
              <a:noFill/>
              <a:round/>
              <a:headEnd/>
              <a:tailEnd/>
            </a:ln>
          </p:spPr>
          <p:txBody>
            <a:bodyPr/>
            <a:lstStyle/>
            <a:p>
              <a:pPr algn="ctr" eaLnBrk="0" hangingPunct="0"/>
              <a:endParaRPr lang="nl-BE"/>
            </a:p>
          </p:txBody>
        </p:sp>
        <p:sp>
          <p:nvSpPr>
            <p:cNvPr id="12808" name="Oval 138"/>
            <p:cNvSpPr>
              <a:spLocks noChangeArrowheads="1"/>
            </p:cNvSpPr>
            <p:nvPr/>
          </p:nvSpPr>
          <p:spPr bwMode="auto">
            <a:xfrm>
              <a:off x="5886450" y="4370388"/>
              <a:ext cx="279400" cy="184150"/>
            </a:xfrm>
            <a:prstGeom prst="ellipse">
              <a:avLst/>
            </a:prstGeom>
            <a:solidFill>
              <a:srgbClr val="006000"/>
            </a:solidFill>
            <a:ln w="9525">
              <a:noFill/>
              <a:round/>
              <a:headEnd/>
              <a:tailEnd/>
            </a:ln>
          </p:spPr>
          <p:txBody>
            <a:bodyPr/>
            <a:lstStyle/>
            <a:p>
              <a:pPr algn="ctr" eaLnBrk="0" hangingPunct="0"/>
              <a:endParaRPr lang="nl-BE"/>
            </a:p>
          </p:txBody>
        </p:sp>
        <p:sp>
          <p:nvSpPr>
            <p:cNvPr id="12809" name="Oval 139"/>
            <p:cNvSpPr>
              <a:spLocks noChangeArrowheads="1"/>
            </p:cNvSpPr>
            <p:nvPr/>
          </p:nvSpPr>
          <p:spPr bwMode="auto">
            <a:xfrm>
              <a:off x="5845175" y="4300538"/>
              <a:ext cx="223838" cy="111125"/>
            </a:xfrm>
            <a:prstGeom prst="ellipse">
              <a:avLst/>
            </a:prstGeom>
            <a:solidFill>
              <a:srgbClr val="004000"/>
            </a:solidFill>
            <a:ln w="9525">
              <a:noFill/>
              <a:round/>
              <a:headEnd/>
              <a:tailEnd/>
            </a:ln>
          </p:spPr>
          <p:txBody>
            <a:bodyPr/>
            <a:lstStyle/>
            <a:p>
              <a:pPr algn="ctr" eaLnBrk="0" hangingPunct="0"/>
              <a:endParaRPr lang="nl-BE"/>
            </a:p>
          </p:txBody>
        </p:sp>
        <p:sp>
          <p:nvSpPr>
            <p:cNvPr id="12810" name="Oval 140"/>
            <p:cNvSpPr>
              <a:spLocks noChangeArrowheads="1"/>
            </p:cNvSpPr>
            <p:nvPr/>
          </p:nvSpPr>
          <p:spPr bwMode="auto">
            <a:xfrm>
              <a:off x="5973763" y="4276725"/>
              <a:ext cx="219075" cy="192088"/>
            </a:xfrm>
            <a:prstGeom prst="ellipse">
              <a:avLst/>
            </a:prstGeom>
            <a:solidFill>
              <a:srgbClr val="008000"/>
            </a:solidFill>
            <a:ln w="9525">
              <a:noFill/>
              <a:round/>
              <a:headEnd/>
              <a:tailEnd/>
            </a:ln>
          </p:spPr>
          <p:txBody>
            <a:bodyPr/>
            <a:lstStyle/>
            <a:p>
              <a:pPr algn="ctr" eaLnBrk="0" hangingPunct="0"/>
              <a:endParaRPr lang="nl-BE"/>
            </a:p>
          </p:txBody>
        </p:sp>
        <p:sp>
          <p:nvSpPr>
            <p:cNvPr id="12811" name="Oval 141"/>
            <p:cNvSpPr>
              <a:spLocks noChangeArrowheads="1"/>
            </p:cNvSpPr>
            <p:nvPr/>
          </p:nvSpPr>
          <p:spPr bwMode="auto">
            <a:xfrm>
              <a:off x="5988050" y="4327525"/>
              <a:ext cx="131763" cy="134938"/>
            </a:xfrm>
            <a:prstGeom prst="ellipse">
              <a:avLst/>
            </a:prstGeom>
            <a:solidFill>
              <a:srgbClr val="006000"/>
            </a:solidFill>
            <a:ln w="9525">
              <a:noFill/>
              <a:round/>
              <a:headEnd/>
              <a:tailEnd/>
            </a:ln>
          </p:spPr>
          <p:txBody>
            <a:bodyPr/>
            <a:lstStyle/>
            <a:p>
              <a:pPr algn="ctr" eaLnBrk="0" hangingPunct="0"/>
              <a:endParaRPr lang="nl-BE"/>
            </a:p>
          </p:txBody>
        </p:sp>
        <p:sp>
          <p:nvSpPr>
            <p:cNvPr id="12812" name="Oval 142"/>
            <p:cNvSpPr>
              <a:spLocks noChangeArrowheads="1"/>
            </p:cNvSpPr>
            <p:nvPr/>
          </p:nvSpPr>
          <p:spPr bwMode="auto">
            <a:xfrm>
              <a:off x="2519363" y="4130675"/>
              <a:ext cx="239712" cy="258763"/>
            </a:xfrm>
            <a:prstGeom prst="ellipse">
              <a:avLst/>
            </a:prstGeom>
            <a:solidFill>
              <a:srgbClr val="006000"/>
            </a:solidFill>
            <a:ln w="9525">
              <a:noFill/>
              <a:round/>
              <a:headEnd/>
              <a:tailEnd/>
            </a:ln>
          </p:spPr>
          <p:txBody>
            <a:bodyPr/>
            <a:lstStyle/>
            <a:p>
              <a:pPr algn="ctr" eaLnBrk="0" hangingPunct="0"/>
              <a:endParaRPr lang="nl-BE"/>
            </a:p>
          </p:txBody>
        </p:sp>
        <p:sp>
          <p:nvSpPr>
            <p:cNvPr id="12813" name="Oval 143"/>
            <p:cNvSpPr>
              <a:spLocks noChangeArrowheads="1"/>
            </p:cNvSpPr>
            <p:nvPr/>
          </p:nvSpPr>
          <p:spPr bwMode="auto">
            <a:xfrm>
              <a:off x="2392363" y="4092575"/>
              <a:ext cx="200025" cy="258763"/>
            </a:xfrm>
            <a:prstGeom prst="ellipse">
              <a:avLst/>
            </a:prstGeom>
            <a:solidFill>
              <a:srgbClr val="006000"/>
            </a:solidFill>
            <a:ln w="9525">
              <a:noFill/>
              <a:round/>
              <a:headEnd/>
              <a:tailEnd/>
            </a:ln>
          </p:spPr>
          <p:txBody>
            <a:bodyPr/>
            <a:lstStyle/>
            <a:p>
              <a:pPr algn="ctr" eaLnBrk="0" hangingPunct="0"/>
              <a:endParaRPr lang="nl-BE"/>
            </a:p>
          </p:txBody>
        </p:sp>
        <p:sp>
          <p:nvSpPr>
            <p:cNvPr id="12814" name="Oval 144"/>
            <p:cNvSpPr>
              <a:spLocks noChangeArrowheads="1"/>
            </p:cNvSpPr>
            <p:nvPr/>
          </p:nvSpPr>
          <p:spPr bwMode="auto">
            <a:xfrm>
              <a:off x="2560638" y="4278313"/>
              <a:ext cx="123825" cy="104775"/>
            </a:xfrm>
            <a:prstGeom prst="ellipse">
              <a:avLst/>
            </a:prstGeom>
            <a:solidFill>
              <a:srgbClr val="004000"/>
            </a:solidFill>
            <a:ln w="9525">
              <a:noFill/>
              <a:round/>
              <a:headEnd/>
              <a:tailEnd/>
            </a:ln>
          </p:spPr>
          <p:txBody>
            <a:bodyPr/>
            <a:lstStyle/>
            <a:p>
              <a:pPr algn="ctr" eaLnBrk="0" hangingPunct="0"/>
              <a:endParaRPr lang="nl-BE"/>
            </a:p>
          </p:txBody>
        </p:sp>
        <p:sp>
          <p:nvSpPr>
            <p:cNvPr id="12815" name="Oval 145"/>
            <p:cNvSpPr>
              <a:spLocks noChangeArrowheads="1"/>
            </p:cNvSpPr>
            <p:nvPr/>
          </p:nvSpPr>
          <p:spPr bwMode="auto">
            <a:xfrm>
              <a:off x="2413000" y="4216400"/>
              <a:ext cx="130175" cy="134938"/>
            </a:xfrm>
            <a:prstGeom prst="ellipse">
              <a:avLst/>
            </a:prstGeom>
            <a:solidFill>
              <a:srgbClr val="004000"/>
            </a:solidFill>
            <a:ln w="9525">
              <a:noFill/>
              <a:round/>
              <a:headEnd/>
              <a:tailEnd/>
            </a:ln>
          </p:spPr>
          <p:txBody>
            <a:bodyPr/>
            <a:lstStyle/>
            <a:p>
              <a:pPr algn="ctr" eaLnBrk="0" hangingPunct="0"/>
              <a:endParaRPr lang="nl-BE"/>
            </a:p>
          </p:txBody>
        </p:sp>
        <p:sp>
          <p:nvSpPr>
            <p:cNvPr id="12816" name="Oval 146"/>
            <p:cNvSpPr>
              <a:spLocks noChangeArrowheads="1"/>
            </p:cNvSpPr>
            <p:nvPr/>
          </p:nvSpPr>
          <p:spPr bwMode="auto">
            <a:xfrm>
              <a:off x="2486025" y="4067175"/>
              <a:ext cx="204788" cy="203200"/>
            </a:xfrm>
            <a:prstGeom prst="ellipse">
              <a:avLst/>
            </a:prstGeom>
            <a:solidFill>
              <a:srgbClr val="008000"/>
            </a:solidFill>
            <a:ln w="9525">
              <a:noFill/>
              <a:round/>
              <a:headEnd/>
              <a:tailEnd/>
            </a:ln>
          </p:spPr>
          <p:txBody>
            <a:bodyPr/>
            <a:lstStyle/>
            <a:p>
              <a:pPr algn="ctr" eaLnBrk="0" hangingPunct="0"/>
              <a:endParaRPr lang="nl-BE"/>
            </a:p>
          </p:txBody>
        </p:sp>
        <p:sp>
          <p:nvSpPr>
            <p:cNvPr id="12817" name="Oval 147"/>
            <p:cNvSpPr>
              <a:spLocks noChangeArrowheads="1"/>
            </p:cNvSpPr>
            <p:nvPr/>
          </p:nvSpPr>
          <p:spPr bwMode="auto">
            <a:xfrm>
              <a:off x="2492375" y="4135438"/>
              <a:ext cx="146050" cy="122237"/>
            </a:xfrm>
            <a:prstGeom prst="ellipse">
              <a:avLst/>
            </a:prstGeom>
            <a:solidFill>
              <a:srgbClr val="006000"/>
            </a:solidFill>
            <a:ln w="9525">
              <a:noFill/>
              <a:round/>
              <a:headEnd/>
              <a:tailEnd/>
            </a:ln>
          </p:spPr>
          <p:txBody>
            <a:bodyPr/>
            <a:lstStyle/>
            <a:p>
              <a:pPr algn="ctr" eaLnBrk="0" hangingPunct="0"/>
              <a:endParaRPr lang="nl-BE"/>
            </a:p>
          </p:txBody>
        </p:sp>
        <p:sp>
          <p:nvSpPr>
            <p:cNvPr id="12818" name="Oval 148"/>
            <p:cNvSpPr>
              <a:spLocks noChangeArrowheads="1"/>
            </p:cNvSpPr>
            <p:nvPr/>
          </p:nvSpPr>
          <p:spPr bwMode="auto">
            <a:xfrm>
              <a:off x="2508250" y="4216400"/>
              <a:ext cx="279400" cy="222250"/>
            </a:xfrm>
            <a:prstGeom prst="ellipse">
              <a:avLst/>
            </a:prstGeom>
            <a:solidFill>
              <a:srgbClr val="006000"/>
            </a:solidFill>
            <a:ln w="9525">
              <a:noFill/>
              <a:round/>
              <a:headEnd/>
              <a:tailEnd/>
            </a:ln>
          </p:spPr>
          <p:txBody>
            <a:bodyPr/>
            <a:lstStyle/>
            <a:p>
              <a:pPr algn="ctr" eaLnBrk="0" hangingPunct="0"/>
              <a:endParaRPr lang="nl-BE"/>
            </a:p>
          </p:txBody>
        </p:sp>
        <p:sp>
          <p:nvSpPr>
            <p:cNvPr id="12819" name="Oval 149"/>
            <p:cNvSpPr>
              <a:spLocks noChangeArrowheads="1"/>
            </p:cNvSpPr>
            <p:nvPr/>
          </p:nvSpPr>
          <p:spPr bwMode="auto">
            <a:xfrm>
              <a:off x="2466975" y="4370388"/>
              <a:ext cx="279400" cy="184150"/>
            </a:xfrm>
            <a:prstGeom prst="ellipse">
              <a:avLst/>
            </a:prstGeom>
            <a:solidFill>
              <a:srgbClr val="006000"/>
            </a:solidFill>
            <a:ln w="9525">
              <a:noFill/>
              <a:round/>
              <a:headEnd/>
              <a:tailEnd/>
            </a:ln>
          </p:spPr>
          <p:txBody>
            <a:bodyPr/>
            <a:lstStyle/>
            <a:p>
              <a:pPr algn="ctr" eaLnBrk="0" hangingPunct="0"/>
              <a:endParaRPr lang="nl-BE"/>
            </a:p>
          </p:txBody>
        </p:sp>
        <p:sp>
          <p:nvSpPr>
            <p:cNvPr id="12820" name="Oval 150"/>
            <p:cNvSpPr>
              <a:spLocks noChangeArrowheads="1"/>
            </p:cNvSpPr>
            <p:nvPr/>
          </p:nvSpPr>
          <p:spPr bwMode="auto">
            <a:xfrm>
              <a:off x="2563813" y="4300538"/>
              <a:ext cx="223837" cy="111125"/>
            </a:xfrm>
            <a:prstGeom prst="ellipse">
              <a:avLst/>
            </a:prstGeom>
            <a:solidFill>
              <a:srgbClr val="004000"/>
            </a:solidFill>
            <a:ln w="9525">
              <a:noFill/>
              <a:round/>
              <a:headEnd/>
              <a:tailEnd/>
            </a:ln>
          </p:spPr>
          <p:txBody>
            <a:bodyPr/>
            <a:lstStyle/>
            <a:p>
              <a:pPr algn="ctr" eaLnBrk="0" hangingPunct="0"/>
              <a:endParaRPr lang="nl-BE"/>
            </a:p>
          </p:txBody>
        </p:sp>
        <p:sp>
          <p:nvSpPr>
            <p:cNvPr id="12821" name="Oval 151"/>
            <p:cNvSpPr>
              <a:spLocks noChangeArrowheads="1"/>
            </p:cNvSpPr>
            <p:nvPr/>
          </p:nvSpPr>
          <p:spPr bwMode="auto">
            <a:xfrm>
              <a:off x="2439988" y="4276725"/>
              <a:ext cx="219075" cy="192088"/>
            </a:xfrm>
            <a:prstGeom prst="ellipse">
              <a:avLst/>
            </a:prstGeom>
            <a:solidFill>
              <a:srgbClr val="008000"/>
            </a:solidFill>
            <a:ln w="9525">
              <a:noFill/>
              <a:round/>
              <a:headEnd/>
              <a:tailEnd/>
            </a:ln>
          </p:spPr>
          <p:txBody>
            <a:bodyPr/>
            <a:lstStyle/>
            <a:p>
              <a:pPr algn="ctr" eaLnBrk="0" hangingPunct="0"/>
              <a:endParaRPr lang="nl-BE"/>
            </a:p>
          </p:txBody>
        </p:sp>
        <p:sp>
          <p:nvSpPr>
            <p:cNvPr id="12822" name="Oval 152"/>
            <p:cNvSpPr>
              <a:spLocks noChangeArrowheads="1"/>
            </p:cNvSpPr>
            <p:nvPr/>
          </p:nvSpPr>
          <p:spPr bwMode="auto">
            <a:xfrm>
              <a:off x="2514600" y="4327525"/>
              <a:ext cx="131763" cy="134938"/>
            </a:xfrm>
            <a:prstGeom prst="ellipse">
              <a:avLst/>
            </a:prstGeom>
            <a:solidFill>
              <a:srgbClr val="006000"/>
            </a:solidFill>
            <a:ln w="9525">
              <a:noFill/>
              <a:round/>
              <a:headEnd/>
              <a:tailEnd/>
            </a:ln>
          </p:spPr>
          <p:txBody>
            <a:bodyPr/>
            <a:lstStyle/>
            <a:p>
              <a:pPr algn="ctr" eaLnBrk="0" hangingPunct="0"/>
              <a:endParaRPr lang="nl-BE"/>
            </a:p>
          </p:txBody>
        </p:sp>
        <p:sp>
          <p:nvSpPr>
            <p:cNvPr id="12823" name="Oval 153"/>
            <p:cNvSpPr>
              <a:spLocks noChangeArrowheads="1"/>
            </p:cNvSpPr>
            <p:nvPr/>
          </p:nvSpPr>
          <p:spPr bwMode="auto">
            <a:xfrm>
              <a:off x="2819400" y="4141788"/>
              <a:ext cx="423863" cy="252412"/>
            </a:xfrm>
            <a:prstGeom prst="ellipse">
              <a:avLst/>
            </a:prstGeom>
            <a:solidFill>
              <a:srgbClr val="006000"/>
            </a:solidFill>
            <a:ln w="9525">
              <a:noFill/>
              <a:round/>
              <a:headEnd/>
              <a:tailEnd/>
            </a:ln>
          </p:spPr>
          <p:txBody>
            <a:bodyPr/>
            <a:lstStyle/>
            <a:p>
              <a:pPr algn="ctr" eaLnBrk="0" hangingPunct="0"/>
              <a:endParaRPr lang="nl-BE"/>
            </a:p>
          </p:txBody>
        </p:sp>
        <p:sp>
          <p:nvSpPr>
            <p:cNvPr id="12824" name="Oval 154"/>
            <p:cNvSpPr>
              <a:spLocks noChangeArrowheads="1"/>
            </p:cNvSpPr>
            <p:nvPr/>
          </p:nvSpPr>
          <p:spPr bwMode="auto">
            <a:xfrm>
              <a:off x="2593975" y="4105275"/>
              <a:ext cx="354013" cy="254000"/>
            </a:xfrm>
            <a:prstGeom prst="ellipse">
              <a:avLst/>
            </a:prstGeom>
            <a:solidFill>
              <a:srgbClr val="006000"/>
            </a:solidFill>
            <a:ln w="9525">
              <a:noFill/>
              <a:round/>
              <a:headEnd/>
              <a:tailEnd/>
            </a:ln>
          </p:spPr>
          <p:txBody>
            <a:bodyPr/>
            <a:lstStyle/>
            <a:p>
              <a:pPr algn="ctr" eaLnBrk="0" hangingPunct="0"/>
              <a:endParaRPr lang="nl-BE"/>
            </a:p>
          </p:txBody>
        </p:sp>
        <p:sp>
          <p:nvSpPr>
            <p:cNvPr id="12825" name="Oval 155"/>
            <p:cNvSpPr>
              <a:spLocks noChangeArrowheads="1"/>
            </p:cNvSpPr>
            <p:nvPr/>
          </p:nvSpPr>
          <p:spPr bwMode="auto">
            <a:xfrm>
              <a:off x="2890838" y="4286250"/>
              <a:ext cx="220662" cy="101600"/>
            </a:xfrm>
            <a:prstGeom prst="ellipse">
              <a:avLst/>
            </a:prstGeom>
            <a:solidFill>
              <a:srgbClr val="004000"/>
            </a:solidFill>
            <a:ln w="9525">
              <a:noFill/>
              <a:round/>
              <a:headEnd/>
              <a:tailEnd/>
            </a:ln>
          </p:spPr>
          <p:txBody>
            <a:bodyPr/>
            <a:lstStyle/>
            <a:p>
              <a:pPr algn="ctr" eaLnBrk="0" hangingPunct="0"/>
              <a:endParaRPr lang="nl-BE"/>
            </a:p>
          </p:txBody>
        </p:sp>
        <p:sp>
          <p:nvSpPr>
            <p:cNvPr id="12826" name="Oval 156"/>
            <p:cNvSpPr>
              <a:spLocks noChangeArrowheads="1"/>
            </p:cNvSpPr>
            <p:nvPr/>
          </p:nvSpPr>
          <p:spPr bwMode="auto">
            <a:xfrm>
              <a:off x="2632075" y="4225925"/>
              <a:ext cx="230188" cy="133350"/>
            </a:xfrm>
            <a:prstGeom prst="ellipse">
              <a:avLst/>
            </a:prstGeom>
            <a:solidFill>
              <a:srgbClr val="004000"/>
            </a:solidFill>
            <a:ln w="9525">
              <a:noFill/>
              <a:round/>
              <a:headEnd/>
              <a:tailEnd/>
            </a:ln>
          </p:spPr>
          <p:txBody>
            <a:bodyPr/>
            <a:lstStyle/>
            <a:p>
              <a:pPr algn="ctr" eaLnBrk="0" hangingPunct="0"/>
              <a:endParaRPr lang="nl-BE"/>
            </a:p>
          </p:txBody>
        </p:sp>
        <p:sp>
          <p:nvSpPr>
            <p:cNvPr id="12827" name="Oval 157"/>
            <p:cNvSpPr>
              <a:spLocks noChangeArrowheads="1"/>
            </p:cNvSpPr>
            <p:nvPr/>
          </p:nvSpPr>
          <p:spPr bwMode="auto">
            <a:xfrm>
              <a:off x="2759075" y="4081463"/>
              <a:ext cx="365125" cy="196850"/>
            </a:xfrm>
            <a:prstGeom prst="ellipse">
              <a:avLst/>
            </a:prstGeom>
            <a:solidFill>
              <a:srgbClr val="008000"/>
            </a:solidFill>
            <a:ln w="9525">
              <a:noFill/>
              <a:round/>
              <a:headEnd/>
              <a:tailEnd/>
            </a:ln>
          </p:spPr>
          <p:txBody>
            <a:bodyPr/>
            <a:lstStyle/>
            <a:p>
              <a:pPr algn="ctr" eaLnBrk="0" hangingPunct="0"/>
              <a:endParaRPr lang="nl-BE"/>
            </a:p>
          </p:txBody>
        </p:sp>
        <p:sp>
          <p:nvSpPr>
            <p:cNvPr id="12828" name="Oval 158"/>
            <p:cNvSpPr>
              <a:spLocks noChangeArrowheads="1"/>
            </p:cNvSpPr>
            <p:nvPr/>
          </p:nvSpPr>
          <p:spPr bwMode="auto">
            <a:xfrm>
              <a:off x="2771775" y="4148138"/>
              <a:ext cx="260350" cy="119062"/>
            </a:xfrm>
            <a:prstGeom prst="ellipse">
              <a:avLst/>
            </a:prstGeom>
            <a:solidFill>
              <a:srgbClr val="006000"/>
            </a:solidFill>
            <a:ln w="9525">
              <a:noFill/>
              <a:round/>
              <a:headEnd/>
              <a:tailEnd/>
            </a:ln>
          </p:spPr>
          <p:txBody>
            <a:bodyPr/>
            <a:lstStyle/>
            <a:p>
              <a:pPr algn="ctr" eaLnBrk="0" hangingPunct="0"/>
              <a:endParaRPr lang="nl-BE"/>
            </a:p>
          </p:txBody>
        </p:sp>
        <p:sp>
          <p:nvSpPr>
            <p:cNvPr id="12829" name="Oval 159"/>
            <p:cNvSpPr>
              <a:spLocks noChangeArrowheads="1"/>
            </p:cNvSpPr>
            <p:nvPr/>
          </p:nvSpPr>
          <p:spPr bwMode="auto">
            <a:xfrm>
              <a:off x="2798763" y="4225925"/>
              <a:ext cx="495300" cy="217488"/>
            </a:xfrm>
            <a:prstGeom prst="ellipse">
              <a:avLst/>
            </a:prstGeom>
            <a:solidFill>
              <a:srgbClr val="006000"/>
            </a:solidFill>
            <a:ln w="9525">
              <a:noFill/>
              <a:round/>
              <a:headEnd/>
              <a:tailEnd/>
            </a:ln>
          </p:spPr>
          <p:txBody>
            <a:bodyPr/>
            <a:lstStyle/>
            <a:p>
              <a:pPr algn="ctr" eaLnBrk="0" hangingPunct="0"/>
              <a:endParaRPr lang="nl-BE"/>
            </a:p>
          </p:txBody>
        </p:sp>
        <p:sp>
          <p:nvSpPr>
            <p:cNvPr id="12830" name="Oval 160"/>
            <p:cNvSpPr>
              <a:spLocks noChangeArrowheads="1"/>
            </p:cNvSpPr>
            <p:nvPr/>
          </p:nvSpPr>
          <p:spPr bwMode="auto">
            <a:xfrm>
              <a:off x="2727325" y="4376738"/>
              <a:ext cx="495300" cy="177800"/>
            </a:xfrm>
            <a:prstGeom prst="ellipse">
              <a:avLst/>
            </a:prstGeom>
            <a:solidFill>
              <a:srgbClr val="006000"/>
            </a:solidFill>
            <a:ln w="9525">
              <a:noFill/>
              <a:round/>
              <a:headEnd/>
              <a:tailEnd/>
            </a:ln>
          </p:spPr>
          <p:txBody>
            <a:bodyPr/>
            <a:lstStyle/>
            <a:p>
              <a:pPr algn="ctr" eaLnBrk="0" hangingPunct="0"/>
              <a:endParaRPr lang="nl-BE"/>
            </a:p>
          </p:txBody>
        </p:sp>
        <p:sp>
          <p:nvSpPr>
            <p:cNvPr id="12831" name="Oval 161"/>
            <p:cNvSpPr>
              <a:spLocks noChangeArrowheads="1"/>
            </p:cNvSpPr>
            <p:nvPr/>
          </p:nvSpPr>
          <p:spPr bwMode="auto">
            <a:xfrm>
              <a:off x="2897188" y="4308475"/>
              <a:ext cx="398462" cy="107950"/>
            </a:xfrm>
            <a:prstGeom prst="ellipse">
              <a:avLst/>
            </a:prstGeom>
            <a:solidFill>
              <a:srgbClr val="004000"/>
            </a:solidFill>
            <a:ln w="9525">
              <a:noFill/>
              <a:round/>
              <a:headEnd/>
              <a:tailEnd/>
            </a:ln>
          </p:spPr>
          <p:txBody>
            <a:bodyPr/>
            <a:lstStyle/>
            <a:p>
              <a:pPr algn="ctr" eaLnBrk="0" hangingPunct="0"/>
              <a:endParaRPr lang="nl-BE"/>
            </a:p>
          </p:txBody>
        </p:sp>
        <p:sp>
          <p:nvSpPr>
            <p:cNvPr id="12832" name="Oval 162"/>
            <p:cNvSpPr>
              <a:spLocks noChangeArrowheads="1"/>
            </p:cNvSpPr>
            <p:nvPr/>
          </p:nvSpPr>
          <p:spPr bwMode="auto">
            <a:xfrm>
              <a:off x="2678113" y="4284663"/>
              <a:ext cx="390525" cy="185737"/>
            </a:xfrm>
            <a:prstGeom prst="ellipse">
              <a:avLst/>
            </a:prstGeom>
            <a:solidFill>
              <a:srgbClr val="008000"/>
            </a:solidFill>
            <a:ln w="9525">
              <a:noFill/>
              <a:round/>
              <a:headEnd/>
              <a:tailEnd/>
            </a:ln>
          </p:spPr>
          <p:txBody>
            <a:bodyPr/>
            <a:lstStyle/>
            <a:p>
              <a:pPr algn="ctr" eaLnBrk="0" hangingPunct="0"/>
              <a:endParaRPr lang="nl-BE"/>
            </a:p>
          </p:txBody>
        </p:sp>
        <p:sp>
          <p:nvSpPr>
            <p:cNvPr id="12833" name="Oval 163"/>
            <p:cNvSpPr>
              <a:spLocks noChangeArrowheads="1"/>
            </p:cNvSpPr>
            <p:nvPr/>
          </p:nvSpPr>
          <p:spPr bwMode="auto">
            <a:xfrm>
              <a:off x="2809875" y="4335463"/>
              <a:ext cx="233363" cy="130175"/>
            </a:xfrm>
            <a:prstGeom prst="ellipse">
              <a:avLst/>
            </a:prstGeom>
            <a:solidFill>
              <a:srgbClr val="006000"/>
            </a:solidFill>
            <a:ln w="9525">
              <a:noFill/>
              <a:round/>
              <a:headEnd/>
              <a:tailEnd/>
            </a:ln>
          </p:spPr>
          <p:txBody>
            <a:bodyPr/>
            <a:lstStyle/>
            <a:p>
              <a:pPr algn="ctr" eaLnBrk="0" hangingPunct="0"/>
              <a:endParaRPr lang="nl-BE"/>
            </a:p>
          </p:txBody>
        </p:sp>
        <p:sp>
          <p:nvSpPr>
            <p:cNvPr id="12834" name="Freeform 164"/>
            <p:cNvSpPr>
              <a:spLocks/>
            </p:cNvSpPr>
            <p:nvPr/>
          </p:nvSpPr>
          <p:spPr bwMode="auto">
            <a:xfrm rot="-142965">
              <a:off x="2128838" y="4140200"/>
              <a:ext cx="230187" cy="115888"/>
            </a:xfrm>
            <a:custGeom>
              <a:avLst/>
              <a:gdLst>
                <a:gd name="T0" fmla="*/ 0 w 291"/>
                <a:gd name="T1" fmla="*/ 0 h 219"/>
                <a:gd name="T2" fmla="*/ 2147483647 w 291"/>
                <a:gd name="T3" fmla="*/ 0 h 219"/>
                <a:gd name="T4" fmla="*/ 2147483647 w 291"/>
                <a:gd name="T5" fmla="*/ 2147483647 h 219"/>
                <a:gd name="T6" fmla="*/ 0 w 291"/>
                <a:gd name="T7" fmla="*/ 2147483647 h 219"/>
                <a:gd name="T8" fmla="*/ 0 w 291"/>
                <a:gd name="T9" fmla="*/ 0 h 219"/>
                <a:gd name="T10" fmla="*/ 0 60000 65536"/>
                <a:gd name="T11" fmla="*/ 0 60000 65536"/>
                <a:gd name="T12" fmla="*/ 0 60000 65536"/>
                <a:gd name="T13" fmla="*/ 0 60000 65536"/>
                <a:gd name="T14" fmla="*/ 0 60000 65536"/>
                <a:gd name="T15" fmla="*/ 0 w 291"/>
                <a:gd name="T16" fmla="*/ 0 h 219"/>
                <a:gd name="T17" fmla="*/ 291 w 291"/>
                <a:gd name="T18" fmla="*/ 219 h 219"/>
              </a:gdLst>
              <a:ahLst/>
              <a:cxnLst>
                <a:cxn ang="T10">
                  <a:pos x="T0" y="T1"/>
                </a:cxn>
                <a:cxn ang="T11">
                  <a:pos x="T2" y="T3"/>
                </a:cxn>
                <a:cxn ang="T12">
                  <a:pos x="T4" y="T5"/>
                </a:cxn>
                <a:cxn ang="T13">
                  <a:pos x="T6" y="T7"/>
                </a:cxn>
                <a:cxn ang="T14">
                  <a:pos x="T8" y="T9"/>
                </a:cxn>
              </a:cxnLst>
              <a:rect l="T15" t="T16" r="T17" b="T18"/>
              <a:pathLst>
                <a:path w="291" h="219">
                  <a:moveTo>
                    <a:pt x="0" y="0"/>
                  </a:moveTo>
                  <a:lnTo>
                    <a:pt x="291" y="0"/>
                  </a:lnTo>
                  <a:lnTo>
                    <a:pt x="291" y="219"/>
                  </a:lnTo>
                  <a:lnTo>
                    <a:pt x="0" y="211"/>
                  </a:lnTo>
                  <a:lnTo>
                    <a:pt x="0" y="0"/>
                  </a:lnTo>
                  <a:close/>
                </a:path>
              </a:pathLst>
            </a:custGeom>
            <a:solidFill>
              <a:srgbClr val="808000"/>
            </a:solidFill>
            <a:ln w="6350">
              <a:solidFill>
                <a:srgbClr val="000000"/>
              </a:solidFill>
              <a:prstDash val="solid"/>
              <a:round/>
              <a:headEnd/>
              <a:tailEnd/>
            </a:ln>
          </p:spPr>
          <p:txBody>
            <a:bodyPr/>
            <a:lstStyle/>
            <a:p>
              <a:endParaRPr lang="nl-BE"/>
            </a:p>
          </p:txBody>
        </p:sp>
        <p:sp>
          <p:nvSpPr>
            <p:cNvPr id="12835" name="Freeform 165"/>
            <p:cNvSpPr>
              <a:spLocks/>
            </p:cNvSpPr>
            <p:nvPr/>
          </p:nvSpPr>
          <p:spPr bwMode="auto">
            <a:xfrm rot="-142965">
              <a:off x="2293938" y="4170363"/>
              <a:ext cx="26987" cy="47625"/>
            </a:xfrm>
            <a:custGeom>
              <a:avLst/>
              <a:gdLst>
                <a:gd name="T0" fmla="*/ 2147483647 w 35"/>
                <a:gd name="T1" fmla="*/ 0 h 90"/>
                <a:gd name="T2" fmla="*/ 2147483647 w 35"/>
                <a:gd name="T3" fmla="*/ 0 h 90"/>
                <a:gd name="T4" fmla="*/ 2147483647 w 35"/>
                <a:gd name="T5" fmla="*/ 2147483647 h 90"/>
                <a:gd name="T6" fmla="*/ 2147483647 w 35"/>
                <a:gd name="T7" fmla="*/ 2147483647 h 90"/>
                <a:gd name="T8" fmla="*/ 2147483647 w 35"/>
                <a:gd name="T9" fmla="*/ 2147483647 h 90"/>
                <a:gd name="T10" fmla="*/ 2147483647 w 35"/>
                <a:gd name="T11" fmla="*/ 2147483647 h 90"/>
                <a:gd name="T12" fmla="*/ 2147483647 w 35"/>
                <a:gd name="T13" fmla="*/ 2147483647 h 90"/>
                <a:gd name="T14" fmla="*/ 2147483647 w 35"/>
                <a:gd name="T15" fmla="*/ 2147483647 h 90"/>
                <a:gd name="T16" fmla="*/ 2147483647 w 35"/>
                <a:gd name="T17" fmla="*/ 2147483647 h 90"/>
                <a:gd name="T18" fmla="*/ 0 w 35"/>
                <a:gd name="T19" fmla="*/ 2147483647 h 90"/>
                <a:gd name="T20" fmla="*/ 0 w 35"/>
                <a:gd name="T21" fmla="*/ 2147483647 h 90"/>
                <a:gd name="T22" fmla="*/ 2147483647 w 35"/>
                <a:gd name="T23" fmla="*/ 2147483647 h 90"/>
                <a:gd name="T24" fmla="*/ 2147483647 w 35"/>
                <a:gd name="T25" fmla="*/ 2147483647 h 90"/>
                <a:gd name="T26" fmla="*/ 2147483647 w 35"/>
                <a:gd name="T27" fmla="*/ 2147483647 h 90"/>
                <a:gd name="T28" fmla="*/ 2147483647 w 35"/>
                <a:gd name="T29" fmla="*/ 2147483647 h 90"/>
                <a:gd name="T30" fmla="*/ 2147483647 w 35"/>
                <a:gd name="T31" fmla="*/ 2147483647 h 90"/>
                <a:gd name="T32" fmla="*/ 2147483647 w 35"/>
                <a:gd name="T33" fmla="*/ 2147483647 h 90"/>
                <a:gd name="T34" fmla="*/ 2147483647 w 35"/>
                <a:gd name="T35" fmla="*/ 2147483647 h 90"/>
                <a:gd name="T36" fmla="*/ 2147483647 w 35"/>
                <a:gd name="T37" fmla="*/ 2147483647 h 90"/>
                <a:gd name="T38" fmla="*/ 2147483647 w 35"/>
                <a:gd name="T39" fmla="*/ 2147483647 h 90"/>
                <a:gd name="T40" fmla="*/ 2147483647 w 35"/>
                <a:gd name="T41" fmla="*/ 2147483647 h 90"/>
                <a:gd name="T42" fmla="*/ 0 w 35"/>
                <a:gd name="T43" fmla="*/ 2147483647 h 90"/>
                <a:gd name="T44" fmla="*/ 0 w 35"/>
                <a:gd name="T45" fmla="*/ 2147483647 h 90"/>
                <a:gd name="T46" fmla="*/ 2147483647 w 35"/>
                <a:gd name="T47" fmla="*/ 0 h 9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35"/>
                <a:gd name="T73" fmla="*/ 0 h 90"/>
                <a:gd name="T74" fmla="*/ 35 w 35"/>
                <a:gd name="T75" fmla="*/ 90 h 9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35" h="90">
                  <a:moveTo>
                    <a:pt x="9" y="0"/>
                  </a:moveTo>
                  <a:lnTo>
                    <a:pt x="26" y="0"/>
                  </a:lnTo>
                  <a:lnTo>
                    <a:pt x="35" y="12"/>
                  </a:lnTo>
                  <a:lnTo>
                    <a:pt x="35" y="34"/>
                  </a:lnTo>
                  <a:lnTo>
                    <a:pt x="28" y="45"/>
                  </a:lnTo>
                  <a:lnTo>
                    <a:pt x="35" y="55"/>
                  </a:lnTo>
                  <a:lnTo>
                    <a:pt x="35" y="78"/>
                  </a:lnTo>
                  <a:lnTo>
                    <a:pt x="26" y="90"/>
                  </a:lnTo>
                  <a:lnTo>
                    <a:pt x="9" y="90"/>
                  </a:lnTo>
                  <a:lnTo>
                    <a:pt x="0" y="78"/>
                  </a:lnTo>
                  <a:lnTo>
                    <a:pt x="0" y="67"/>
                  </a:lnTo>
                  <a:lnTo>
                    <a:pt x="12" y="67"/>
                  </a:lnTo>
                  <a:lnTo>
                    <a:pt x="12" y="73"/>
                  </a:lnTo>
                  <a:lnTo>
                    <a:pt x="22" y="73"/>
                  </a:lnTo>
                  <a:lnTo>
                    <a:pt x="22" y="55"/>
                  </a:lnTo>
                  <a:lnTo>
                    <a:pt x="12" y="55"/>
                  </a:lnTo>
                  <a:lnTo>
                    <a:pt x="12" y="34"/>
                  </a:lnTo>
                  <a:lnTo>
                    <a:pt x="22" y="34"/>
                  </a:lnTo>
                  <a:lnTo>
                    <a:pt x="22" y="16"/>
                  </a:lnTo>
                  <a:lnTo>
                    <a:pt x="12" y="16"/>
                  </a:lnTo>
                  <a:lnTo>
                    <a:pt x="12" y="22"/>
                  </a:lnTo>
                  <a:lnTo>
                    <a:pt x="0" y="22"/>
                  </a:lnTo>
                  <a:lnTo>
                    <a:pt x="0" y="12"/>
                  </a:lnTo>
                  <a:lnTo>
                    <a:pt x="9" y="0"/>
                  </a:lnTo>
                  <a:close/>
                </a:path>
              </a:pathLst>
            </a:custGeom>
            <a:solidFill>
              <a:srgbClr val="000040"/>
            </a:solidFill>
            <a:ln w="9525">
              <a:noFill/>
              <a:round/>
              <a:headEnd/>
              <a:tailEnd/>
            </a:ln>
          </p:spPr>
          <p:txBody>
            <a:bodyPr/>
            <a:lstStyle/>
            <a:p>
              <a:endParaRPr lang="nl-BE"/>
            </a:p>
          </p:txBody>
        </p:sp>
        <p:sp>
          <p:nvSpPr>
            <p:cNvPr id="12836" name="Freeform 166"/>
            <p:cNvSpPr>
              <a:spLocks/>
            </p:cNvSpPr>
            <p:nvPr/>
          </p:nvSpPr>
          <p:spPr bwMode="auto">
            <a:xfrm rot="-142965">
              <a:off x="2259013" y="4171950"/>
              <a:ext cx="28575" cy="47625"/>
            </a:xfrm>
            <a:custGeom>
              <a:avLst/>
              <a:gdLst>
                <a:gd name="T0" fmla="*/ 0 w 36"/>
                <a:gd name="T1" fmla="*/ 0 h 91"/>
                <a:gd name="T2" fmla="*/ 2147483647 w 36"/>
                <a:gd name="T3" fmla="*/ 0 h 91"/>
                <a:gd name="T4" fmla="*/ 2147483647 w 36"/>
                <a:gd name="T5" fmla="*/ 2147483647 h 91"/>
                <a:gd name="T6" fmla="*/ 2147483647 w 36"/>
                <a:gd name="T7" fmla="*/ 2147483647 h 91"/>
                <a:gd name="T8" fmla="*/ 2147483647 w 36"/>
                <a:gd name="T9" fmla="*/ 2147483647 h 91"/>
                <a:gd name="T10" fmla="*/ 2147483647 w 36"/>
                <a:gd name="T11" fmla="*/ 2147483647 h 91"/>
                <a:gd name="T12" fmla="*/ 2147483647 w 36"/>
                <a:gd name="T13" fmla="*/ 2147483647 h 91"/>
                <a:gd name="T14" fmla="*/ 2147483647 w 36"/>
                <a:gd name="T15" fmla="*/ 2147483647 h 91"/>
                <a:gd name="T16" fmla="*/ 2147483647 w 36"/>
                <a:gd name="T17" fmla="*/ 2147483647 h 91"/>
                <a:gd name="T18" fmla="*/ 2147483647 w 36"/>
                <a:gd name="T19" fmla="*/ 2147483647 h 91"/>
                <a:gd name="T20" fmla="*/ 0 w 36"/>
                <a:gd name="T21" fmla="*/ 2147483647 h 91"/>
                <a:gd name="T22" fmla="*/ 0 w 36"/>
                <a:gd name="T23" fmla="*/ 2147483647 h 91"/>
                <a:gd name="T24" fmla="*/ 2147483647 w 36"/>
                <a:gd name="T25" fmla="*/ 2147483647 h 91"/>
                <a:gd name="T26" fmla="*/ 2147483647 w 36"/>
                <a:gd name="T27" fmla="*/ 2147483647 h 91"/>
                <a:gd name="T28" fmla="*/ 2147483647 w 36"/>
                <a:gd name="T29" fmla="*/ 2147483647 h 91"/>
                <a:gd name="T30" fmla="*/ 2147483647 w 36"/>
                <a:gd name="T31" fmla="*/ 2147483647 h 91"/>
                <a:gd name="T32" fmla="*/ 2147483647 w 36"/>
                <a:gd name="T33" fmla="*/ 2147483647 h 91"/>
                <a:gd name="T34" fmla="*/ 0 w 36"/>
                <a:gd name="T35" fmla="*/ 2147483647 h 91"/>
                <a:gd name="T36" fmla="*/ 0 w 36"/>
                <a:gd name="T37" fmla="*/ 0 h 9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6"/>
                <a:gd name="T58" fmla="*/ 0 h 91"/>
                <a:gd name="T59" fmla="*/ 36 w 36"/>
                <a:gd name="T60" fmla="*/ 91 h 9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6" h="91">
                  <a:moveTo>
                    <a:pt x="0" y="0"/>
                  </a:moveTo>
                  <a:lnTo>
                    <a:pt x="34" y="0"/>
                  </a:lnTo>
                  <a:lnTo>
                    <a:pt x="34" y="19"/>
                  </a:lnTo>
                  <a:lnTo>
                    <a:pt x="13" y="19"/>
                  </a:lnTo>
                  <a:lnTo>
                    <a:pt x="13" y="30"/>
                  </a:lnTo>
                  <a:lnTo>
                    <a:pt x="26" y="30"/>
                  </a:lnTo>
                  <a:lnTo>
                    <a:pt x="36" y="45"/>
                  </a:lnTo>
                  <a:lnTo>
                    <a:pt x="36" y="76"/>
                  </a:lnTo>
                  <a:lnTo>
                    <a:pt x="26" y="91"/>
                  </a:lnTo>
                  <a:lnTo>
                    <a:pt x="9" y="91"/>
                  </a:lnTo>
                  <a:lnTo>
                    <a:pt x="0" y="76"/>
                  </a:lnTo>
                  <a:lnTo>
                    <a:pt x="0" y="63"/>
                  </a:lnTo>
                  <a:lnTo>
                    <a:pt x="13" y="63"/>
                  </a:lnTo>
                  <a:lnTo>
                    <a:pt x="13" y="73"/>
                  </a:lnTo>
                  <a:lnTo>
                    <a:pt x="23" y="73"/>
                  </a:lnTo>
                  <a:lnTo>
                    <a:pt x="23" y="48"/>
                  </a:lnTo>
                  <a:lnTo>
                    <a:pt x="9" y="48"/>
                  </a:lnTo>
                  <a:lnTo>
                    <a:pt x="0" y="33"/>
                  </a:lnTo>
                  <a:lnTo>
                    <a:pt x="0" y="0"/>
                  </a:lnTo>
                  <a:close/>
                </a:path>
              </a:pathLst>
            </a:custGeom>
            <a:solidFill>
              <a:srgbClr val="000040"/>
            </a:solidFill>
            <a:ln w="9525">
              <a:noFill/>
              <a:round/>
              <a:headEnd/>
              <a:tailEnd/>
            </a:ln>
          </p:spPr>
          <p:txBody>
            <a:bodyPr/>
            <a:lstStyle/>
            <a:p>
              <a:endParaRPr lang="nl-BE"/>
            </a:p>
          </p:txBody>
        </p:sp>
        <p:sp>
          <p:nvSpPr>
            <p:cNvPr id="12837" name="Freeform 167"/>
            <p:cNvSpPr>
              <a:spLocks/>
            </p:cNvSpPr>
            <p:nvPr/>
          </p:nvSpPr>
          <p:spPr bwMode="auto">
            <a:xfrm rot="-142965">
              <a:off x="2165350" y="4175125"/>
              <a:ext cx="33338" cy="47625"/>
            </a:xfrm>
            <a:custGeom>
              <a:avLst/>
              <a:gdLst>
                <a:gd name="T0" fmla="*/ 2147483647 w 41"/>
                <a:gd name="T1" fmla="*/ 0 h 90"/>
                <a:gd name="T2" fmla="*/ 2147483647 w 41"/>
                <a:gd name="T3" fmla="*/ 0 h 90"/>
                <a:gd name="T4" fmla="*/ 2147483647 w 41"/>
                <a:gd name="T5" fmla="*/ 2147483647 h 90"/>
                <a:gd name="T6" fmla="*/ 2147483647 w 41"/>
                <a:gd name="T7" fmla="*/ 2147483647 h 90"/>
                <a:gd name="T8" fmla="*/ 2147483647 w 41"/>
                <a:gd name="T9" fmla="*/ 2147483647 h 90"/>
                <a:gd name="T10" fmla="*/ 2147483647 w 41"/>
                <a:gd name="T11" fmla="*/ 2147483647 h 90"/>
                <a:gd name="T12" fmla="*/ 2147483647 w 41"/>
                <a:gd name="T13" fmla="*/ 2147483647 h 90"/>
                <a:gd name="T14" fmla="*/ 2147483647 w 41"/>
                <a:gd name="T15" fmla="*/ 2147483647 h 90"/>
                <a:gd name="T16" fmla="*/ 2147483647 w 41"/>
                <a:gd name="T17" fmla="*/ 2147483647 h 90"/>
                <a:gd name="T18" fmla="*/ 2147483647 w 41"/>
                <a:gd name="T19" fmla="*/ 2147483647 h 90"/>
                <a:gd name="T20" fmla="*/ 2147483647 w 41"/>
                <a:gd name="T21" fmla="*/ 2147483647 h 90"/>
                <a:gd name="T22" fmla="*/ 2147483647 w 41"/>
                <a:gd name="T23" fmla="*/ 2147483647 h 90"/>
                <a:gd name="T24" fmla="*/ 0 w 41"/>
                <a:gd name="T25" fmla="*/ 2147483647 h 90"/>
                <a:gd name="T26" fmla="*/ 2147483647 w 41"/>
                <a:gd name="T27" fmla="*/ 0 h 9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1"/>
                <a:gd name="T43" fmla="*/ 0 h 90"/>
                <a:gd name="T44" fmla="*/ 41 w 41"/>
                <a:gd name="T45" fmla="*/ 90 h 9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1" h="90">
                  <a:moveTo>
                    <a:pt x="10" y="0"/>
                  </a:moveTo>
                  <a:lnTo>
                    <a:pt x="30" y="0"/>
                  </a:lnTo>
                  <a:lnTo>
                    <a:pt x="41" y="90"/>
                  </a:lnTo>
                  <a:lnTo>
                    <a:pt x="27" y="90"/>
                  </a:lnTo>
                  <a:lnTo>
                    <a:pt x="25" y="72"/>
                  </a:lnTo>
                  <a:lnTo>
                    <a:pt x="25" y="58"/>
                  </a:lnTo>
                  <a:lnTo>
                    <a:pt x="20" y="15"/>
                  </a:lnTo>
                  <a:lnTo>
                    <a:pt x="15" y="58"/>
                  </a:lnTo>
                  <a:lnTo>
                    <a:pt x="25" y="58"/>
                  </a:lnTo>
                  <a:lnTo>
                    <a:pt x="25" y="72"/>
                  </a:lnTo>
                  <a:lnTo>
                    <a:pt x="15" y="72"/>
                  </a:lnTo>
                  <a:lnTo>
                    <a:pt x="13" y="90"/>
                  </a:lnTo>
                  <a:lnTo>
                    <a:pt x="0" y="90"/>
                  </a:lnTo>
                  <a:lnTo>
                    <a:pt x="10" y="0"/>
                  </a:lnTo>
                  <a:close/>
                </a:path>
              </a:pathLst>
            </a:custGeom>
            <a:solidFill>
              <a:srgbClr val="000040"/>
            </a:solidFill>
            <a:ln w="9525">
              <a:noFill/>
              <a:round/>
              <a:headEnd/>
              <a:tailEnd/>
            </a:ln>
          </p:spPr>
          <p:txBody>
            <a:bodyPr/>
            <a:lstStyle/>
            <a:p>
              <a:endParaRPr lang="nl-BE"/>
            </a:p>
          </p:txBody>
        </p:sp>
        <p:sp>
          <p:nvSpPr>
            <p:cNvPr id="12838" name="Freeform 168"/>
            <p:cNvSpPr>
              <a:spLocks/>
            </p:cNvSpPr>
            <p:nvPr/>
          </p:nvSpPr>
          <p:spPr bwMode="auto">
            <a:xfrm rot="-142965">
              <a:off x="2197100" y="4173538"/>
              <a:ext cx="53975" cy="47625"/>
            </a:xfrm>
            <a:custGeom>
              <a:avLst/>
              <a:gdLst>
                <a:gd name="T0" fmla="*/ 0 w 67"/>
                <a:gd name="T1" fmla="*/ 0 h 90"/>
                <a:gd name="T2" fmla="*/ 2147483647 w 67"/>
                <a:gd name="T3" fmla="*/ 0 h 90"/>
                <a:gd name="T4" fmla="*/ 2147483647 w 67"/>
                <a:gd name="T5" fmla="*/ 2147483647 h 90"/>
                <a:gd name="T6" fmla="*/ 2147483647 w 67"/>
                <a:gd name="T7" fmla="*/ 0 h 90"/>
                <a:gd name="T8" fmla="*/ 2147483647 w 67"/>
                <a:gd name="T9" fmla="*/ 0 h 90"/>
                <a:gd name="T10" fmla="*/ 2147483647 w 67"/>
                <a:gd name="T11" fmla="*/ 2147483647 h 90"/>
                <a:gd name="T12" fmla="*/ 2147483647 w 67"/>
                <a:gd name="T13" fmla="*/ 0 h 90"/>
                <a:gd name="T14" fmla="*/ 2147483647 w 67"/>
                <a:gd name="T15" fmla="*/ 0 h 90"/>
                <a:gd name="T16" fmla="*/ 2147483647 w 67"/>
                <a:gd name="T17" fmla="*/ 2147483647 h 90"/>
                <a:gd name="T18" fmla="*/ 2147483647 w 67"/>
                <a:gd name="T19" fmla="*/ 2147483647 h 90"/>
                <a:gd name="T20" fmla="*/ 2147483647 w 67"/>
                <a:gd name="T21" fmla="*/ 2147483647 h 90"/>
                <a:gd name="T22" fmla="*/ 2147483647 w 67"/>
                <a:gd name="T23" fmla="*/ 2147483647 h 90"/>
                <a:gd name="T24" fmla="*/ 2147483647 w 67"/>
                <a:gd name="T25" fmla="*/ 2147483647 h 90"/>
                <a:gd name="T26" fmla="*/ 0 w 67"/>
                <a:gd name="T27" fmla="*/ 0 h 9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7"/>
                <a:gd name="T43" fmla="*/ 0 h 90"/>
                <a:gd name="T44" fmla="*/ 67 w 67"/>
                <a:gd name="T45" fmla="*/ 90 h 9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7" h="90">
                  <a:moveTo>
                    <a:pt x="0" y="0"/>
                  </a:moveTo>
                  <a:lnTo>
                    <a:pt x="15" y="0"/>
                  </a:lnTo>
                  <a:lnTo>
                    <a:pt x="20" y="58"/>
                  </a:lnTo>
                  <a:lnTo>
                    <a:pt x="27" y="0"/>
                  </a:lnTo>
                  <a:lnTo>
                    <a:pt x="40" y="0"/>
                  </a:lnTo>
                  <a:lnTo>
                    <a:pt x="47" y="60"/>
                  </a:lnTo>
                  <a:lnTo>
                    <a:pt x="52" y="0"/>
                  </a:lnTo>
                  <a:lnTo>
                    <a:pt x="67" y="0"/>
                  </a:lnTo>
                  <a:lnTo>
                    <a:pt x="57" y="90"/>
                  </a:lnTo>
                  <a:lnTo>
                    <a:pt x="39" y="90"/>
                  </a:lnTo>
                  <a:lnTo>
                    <a:pt x="33" y="52"/>
                  </a:lnTo>
                  <a:lnTo>
                    <a:pt x="30" y="90"/>
                  </a:lnTo>
                  <a:lnTo>
                    <a:pt x="10" y="90"/>
                  </a:lnTo>
                  <a:lnTo>
                    <a:pt x="0" y="0"/>
                  </a:lnTo>
                  <a:close/>
                </a:path>
              </a:pathLst>
            </a:custGeom>
            <a:solidFill>
              <a:srgbClr val="000040"/>
            </a:solidFill>
            <a:ln w="9525">
              <a:noFill/>
              <a:round/>
              <a:headEnd/>
              <a:tailEnd/>
            </a:ln>
          </p:spPr>
          <p:txBody>
            <a:bodyPr/>
            <a:lstStyle/>
            <a:p>
              <a:endParaRPr lang="nl-BE"/>
            </a:p>
          </p:txBody>
        </p:sp>
        <p:sp>
          <p:nvSpPr>
            <p:cNvPr id="12839" name="Line 169"/>
            <p:cNvSpPr>
              <a:spLocks noChangeShapeType="1"/>
            </p:cNvSpPr>
            <p:nvPr/>
          </p:nvSpPr>
          <p:spPr bwMode="auto">
            <a:xfrm rot="-142965">
              <a:off x="2138363" y="4151313"/>
              <a:ext cx="212725" cy="1587"/>
            </a:xfrm>
            <a:prstGeom prst="line">
              <a:avLst/>
            </a:prstGeom>
            <a:noFill/>
            <a:ln w="6350">
              <a:solidFill>
                <a:srgbClr val="000040"/>
              </a:solidFill>
              <a:round/>
              <a:headEnd/>
              <a:tailEnd/>
            </a:ln>
          </p:spPr>
          <p:txBody>
            <a:bodyPr/>
            <a:lstStyle/>
            <a:p>
              <a:endParaRPr lang="nl-BE"/>
            </a:p>
          </p:txBody>
        </p:sp>
        <p:sp>
          <p:nvSpPr>
            <p:cNvPr id="12840" name="Line 170"/>
            <p:cNvSpPr>
              <a:spLocks noChangeShapeType="1"/>
            </p:cNvSpPr>
            <p:nvPr/>
          </p:nvSpPr>
          <p:spPr bwMode="auto">
            <a:xfrm rot="-142965">
              <a:off x="2144713" y="4241800"/>
              <a:ext cx="73025" cy="1588"/>
            </a:xfrm>
            <a:prstGeom prst="line">
              <a:avLst/>
            </a:prstGeom>
            <a:noFill/>
            <a:ln w="6350">
              <a:solidFill>
                <a:srgbClr val="000040"/>
              </a:solidFill>
              <a:round/>
              <a:headEnd/>
              <a:tailEnd/>
            </a:ln>
          </p:spPr>
          <p:txBody>
            <a:bodyPr/>
            <a:lstStyle/>
            <a:p>
              <a:endParaRPr lang="nl-BE"/>
            </a:p>
          </p:txBody>
        </p:sp>
        <p:sp>
          <p:nvSpPr>
            <p:cNvPr id="12841" name="Line 171"/>
            <p:cNvSpPr>
              <a:spLocks noChangeShapeType="1"/>
            </p:cNvSpPr>
            <p:nvPr/>
          </p:nvSpPr>
          <p:spPr bwMode="auto">
            <a:xfrm rot="-142965">
              <a:off x="2246313" y="4237038"/>
              <a:ext cx="109537" cy="1587"/>
            </a:xfrm>
            <a:prstGeom prst="line">
              <a:avLst/>
            </a:prstGeom>
            <a:noFill/>
            <a:ln w="6350">
              <a:solidFill>
                <a:srgbClr val="000040"/>
              </a:solidFill>
              <a:round/>
              <a:headEnd/>
              <a:tailEnd/>
            </a:ln>
          </p:spPr>
          <p:txBody>
            <a:bodyPr/>
            <a:lstStyle/>
            <a:p>
              <a:endParaRPr lang="nl-BE"/>
            </a:p>
          </p:txBody>
        </p:sp>
        <p:sp>
          <p:nvSpPr>
            <p:cNvPr id="12842" name="Oval 172"/>
            <p:cNvSpPr>
              <a:spLocks noChangeArrowheads="1"/>
            </p:cNvSpPr>
            <p:nvPr/>
          </p:nvSpPr>
          <p:spPr bwMode="auto">
            <a:xfrm rot="-142965">
              <a:off x="2182813" y="4130675"/>
              <a:ext cx="4762" cy="4763"/>
            </a:xfrm>
            <a:prstGeom prst="ellipse">
              <a:avLst/>
            </a:prstGeom>
            <a:solidFill>
              <a:srgbClr val="808080"/>
            </a:solidFill>
            <a:ln w="6350">
              <a:solidFill>
                <a:srgbClr val="202020"/>
              </a:solidFill>
              <a:round/>
              <a:headEnd/>
              <a:tailEnd/>
            </a:ln>
          </p:spPr>
          <p:txBody>
            <a:bodyPr/>
            <a:lstStyle/>
            <a:p>
              <a:pPr algn="ctr" eaLnBrk="0" hangingPunct="0"/>
              <a:endParaRPr lang="nl-BE"/>
            </a:p>
          </p:txBody>
        </p:sp>
        <p:sp>
          <p:nvSpPr>
            <p:cNvPr id="12843" name="Oval 173"/>
            <p:cNvSpPr>
              <a:spLocks noChangeArrowheads="1"/>
            </p:cNvSpPr>
            <p:nvPr/>
          </p:nvSpPr>
          <p:spPr bwMode="auto">
            <a:xfrm rot="-142965">
              <a:off x="2298700" y="4125913"/>
              <a:ext cx="6350" cy="4762"/>
            </a:xfrm>
            <a:prstGeom prst="ellipse">
              <a:avLst/>
            </a:prstGeom>
            <a:solidFill>
              <a:srgbClr val="808080"/>
            </a:solidFill>
            <a:ln w="6350">
              <a:solidFill>
                <a:srgbClr val="202020"/>
              </a:solidFill>
              <a:round/>
              <a:headEnd/>
              <a:tailEnd/>
            </a:ln>
          </p:spPr>
          <p:txBody>
            <a:bodyPr/>
            <a:lstStyle/>
            <a:p>
              <a:pPr algn="ctr" eaLnBrk="0" hangingPunct="0"/>
              <a:endParaRPr lang="nl-BE"/>
            </a:p>
          </p:txBody>
        </p:sp>
        <p:sp>
          <p:nvSpPr>
            <p:cNvPr id="12844" name="Freeform 174"/>
            <p:cNvSpPr>
              <a:spLocks/>
            </p:cNvSpPr>
            <p:nvPr/>
          </p:nvSpPr>
          <p:spPr bwMode="auto">
            <a:xfrm>
              <a:off x="4191000" y="3314700"/>
              <a:ext cx="1295400" cy="914400"/>
            </a:xfrm>
            <a:custGeom>
              <a:avLst/>
              <a:gdLst>
                <a:gd name="T0" fmla="*/ 2147483647 w 816"/>
                <a:gd name="T1" fmla="*/ 2147483647 h 576"/>
                <a:gd name="T2" fmla="*/ 2147483647 w 816"/>
                <a:gd name="T3" fmla="*/ 2147483647 h 576"/>
                <a:gd name="T4" fmla="*/ 2147483647 w 816"/>
                <a:gd name="T5" fmla="*/ 2147483647 h 576"/>
                <a:gd name="T6" fmla="*/ 2147483647 w 816"/>
                <a:gd name="T7" fmla="*/ 2147483647 h 576"/>
                <a:gd name="T8" fmla="*/ 2147483647 w 816"/>
                <a:gd name="T9" fmla="*/ 2147483647 h 576"/>
                <a:gd name="T10" fmla="*/ 2147483647 w 816"/>
                <a:gd name="T11" fmla="*/ 2147483647 h 576"/>
                <a:gd name="T12" fmla="*/ 2147483647 w 816"/>
                <a:gd name="T13" fmla="*/ 2147483647 h 576"/>
                <a:gd name="T14" fmla="*/ 2147483647 w 816"/>
                <a:gd name="T15" fmla="*/ 2147483647 h 576"/>
                <a:gd name="T16" fmla="*/ 2147483647 w 816"/>
                <a:gd name="T17" fmla="*/ 2147483647 h 576"/>
                <a:gd name="T18" fmla="*/ 2147483647 w 816"/>
                <a:gd name="T19" fmla="*/ 2147483647 h 576"/>
                <a:gd name="T20" fmla="*/ 2147483647 w 816"/>
                <a:gd name="T21" fmla="*/ 2147483647 h 576"/>
                <a:gd name="T22" fmla="*/ 2147483647 w 816"/>
                <a:gd name="T23" fmla="*/ 2147483647 h 576"/>
                <a:gd name="T24" fmla="*/ 2147483647 w 816"/>
                <a:gd name="T25" fmla="*/ 2147483647 h 576"/>
                <a:gd name="T26" fmla="*/ 0 w 816"/>
                <a:gd name="T27" fmla="*/ 2147483647 h 576"/>
                <a:gd name="T28" fmla="*/ 2147483647 w 816"/>
                <a:gd name="T29" fmla="*/ 2147483647 h 576"/>
                <a:gd name="T30" fmla="*/ 2147483647 w 816"/>
                <a:gd name="T31" fmla="*/ 0 h 576"/>
                <a:gd name="T32" fmla="*/ 2147483647 w 816"/>
                <a:gd name="T33" fmla="*/ 2147483647 h 576"/>
                <a:gd name="T34" fmla="*/ 2147483647 w 816"/>
                <a:gd name="T35" fmla="*/ 2147483647 h 576"/>
                <a:gd name="T36" fmla="*/ 2147483647 w 816"/>
                <a:gd name="T37" fmla="*/ 2147483647 h 57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16"/>
                <a:gd name="T58" fmla="*/ 0 h 576"/>
                <a:gd name="T59" fmla="*/ 816 w 816"/>
                <a:gd name="T60" fmla="*/ 576 h 57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16" h="576">
                  <a:moveTo>
                    <a:pt x="384" y="192"/>
                  </a:moveTo>
                  <a:lnTo>
                    <a:pt x="576" y="48"/>
                  </a:lnTo>
                  <a:lnTo>
                    <a:pt x="432" y="240"/>
                  </a:lnTo>
                  <a:lnTo>
                    <a:pt x="576" y="240"/>
                  </a:lnTo>
                  <a:lnTo>
                    <a:pt x="432" y="288"/>
                  </a:lnTo>
                  <a:lnTo>
                    <a:pt x="816" y="384"/>
                  </a:lnTo>
                  <a:lnTo>
                    <a:pt x="432" y="336"/>
                  </a:lnTo>
                  <a:lnTo>
                    <a:pt x="576" y="528"/>
                  </a:lnTo>
                  <a:lnTo>
                    <a:pt x="384" y="384"/>
                  </a:lnTo>
                  <a:lnTo>
                    <a:pt x="336" y="528"/>
                  </a:lnTo>
                  <a:lnTo>
                    <a:pt x="288" y="384"/>
                  </a:lnTo>
                  <a:lnTo>
                    <a:pt x="96" y="576"/>
                  </a:lnTo>
                  <a:lnTo>
                    <a:pt x="240" y="336"/>
                  </a:lnTo>
                  <a:lnTo>
                    <a:pt x="0" y="192"/>
                  </a:lnTo>
                  <a:lnTo>
                    <a:pt x="240" y="240"/>
                  </a:lnTo>
                  <a:lnTo>
                    <a:pt x="192" y="0"/>
                  </a:lnTo>
                  <a:lnTo>
                    <a:pt x="336" y="288"/>
                  </a:lnTo>
                  <a:lnTo>
                    <a:pt x="336" y="96"/>
                  </a:lnTo>
                  <a:lnTo>
                    <a:pt x="384" y="192"/>
                  </a:lnTo>
                  <a:close/>
                </a:path>
              </a:pathLst>
            </a:custGeom>
            <a:solidFill>
              <a:srgbClr val="FFFF00"/>
            </a:solidFill>
            <a:ln w="9525">
              <a:solidFill>
                <a:schemeClr val="tx1"/>
              </a:solidFill>
              <a:round/>
              <a:headEnd/>
              <a:tailEnd/>
            </a:ln>
          </p:spPr>
          <p:txBody>
            <a:bodyPr wrap="none" anchor="ctr"/>
            <a:lstStyle/>
            <a:p>
              <a:endParaRPr lang="nl-BE"/>
            </a:p>
          </p:txBody>
        </p:sp>
        <p:sp>
          <p:nvSpPr>
            <p:cNvPr id="12845" name="Freeform 175"/>
            <p:cNvSpPr>
              <a:spLocks/>
            </p:cNvSpPr>
            <p:nvPr/>
          </p:nvSpPr>
          <p:spPr bwMode="auto">
            <a:xfrm>
              <a:off x="663575" y="4229100"/>
              <a:ext cx="4038600" cy="1981200"/>
            </a:xfrm>
            <a:custGeom>
              <a:avLst/>
              <a:gdLst>
                <a:gd name="T0" fmla="*/ 2147483647 w 2544"/>
                <a:gd name="T1" fmla="*/ 2147483647 h 1248"/>
                <a:gd name="T2" fmla="*/ 0 w 2544"/>
                <a:gd name="T3" fmla="*/ 2147483647 h 1248"/>
                <a:gd name="T4" fmla="*/ 0 w 2544"/>
                <a:gd name="T5" fmla="*/ 2147483647 h 1248"/>
                <a:gd name="T6" fmla="*/ 2147483647 w 2544"/>
                <a:gd name="T7" fmla="*/ 0 h 1248"/>
                <a:gd name="T8" fmla="*/ 2147483647 w 2544"/>
                <a:gd name="T9" fmla="*/ 0 h 1248"/>
                <a:gd name="T10" fmla="*/ 0 60000 65536"/>
                <a:gd name="T11" fmla="*/ 0 60000 65536"/>
                <a:gd name="T12" fmla="*/ 0 60000 65536"/>
                <a:gd name="T13" fmla="*/ 0 60000 65536"/>
                <a:gd name="T14" fmla="*/ 0 60000 65536"/>
                <a:gd name="T15" fmla="*/ 0 w 2544"/>
                <a:gd name="T16" fmla="*/ 0 h 1248"/>
                <a:gd name="T17" fmla="*/ 2544 w 2544"/>
                <a:gd name="T18" fmla="*/ 1248 h 1248"/>
              </a:gdLst>
              <a:ahLst/>
              <a:cxnLst>
                <a:cxn ang="T10">
                  <a:pos x="T0" y="T1"/>
                </a:cxn>
                <a:cxn ang="T11">
                  <a:pos x="T2" y="T3"/>
                </a:cxn>
                <a:cxn ang="T12">
                  <a:pos x="T4" y="T5"/>
                </a:cxn>
                <a:cxn ang="T13">
                  <a:pos x="T6" y="T7"/>
                </a:cxn>
                <a:cxn ang="T14">
                  <a:pos x="T8" y="T9"/>
                </a:cxn>
              </a:cxnLst>
              <a:rect l="T15" t="T16" r="T17" b="T18"/>
              <a:pathLst>
                <a:path w="2544" h="1248">
                  <a:moveTo>
                    <a:pt x="2544" y="48"/>
                  </a:moveTo>
                  <a:lnTo>
                    <a:pt x="0" y="1248"/>
                  </a:lnTo>
                  <a:lnTo>
                    <a:pt x="0" y="432"/>
                  </a:lnTo>
                  <a:lnTo>
                    <a:pt x="2064" y="0"/>
                  </a:lnTo>
                  <a:lnTo>
                    <a:pt x="2544" y="0"/>
                  </a:lnTo>
                </a:path>
              </a:pathLst>
            </a:custGeom>
            <a:solidFill>
              <a:schemeClr val="bg2"/>
            </a:solidFill>
            <a:ln w="9525">
              <a:solidFill>
                <a:schemeClr val="tx1"/>
              </a:solidFill>
              <a:round/>
              <a:headEnd/>
              <a:tailEnd/>
            </a:ln>
          </p:spPr>
          <p:txBody>
            <a:bodyPr wrap="none" anchor="ctr"/>
            <a:lstStyle/>
            <a:p>
              <a:endParaRPr lang="nl-BE"/>
            </a:p>
          </p:txBody>
        </p:sp>
        <p:sp>
          <p:nvSpPr>
            <p:cNvPr id="12846" name="Freeform 176"/>
            <p:cNvSpPr>
              <a:spLocks/>
            </p:cNvSpPr>
            <p:nvPr/>
          </p:nvSpPr>
          <p:spPr bwMode="auto">
            <a:xfrm>
              <a:off x="685800" y="4229100"/>
              <a:ext cx="3581400" cy="1371600"/>
            </a:xfrm>
            <a:custGeom>
              <a:avLst/>
              <a:gdLst>
                <a:gd name="T0" fmla="*/ 0 w 2256"/>
                <a:gd name="T1" fmla="*/ 2147483647 h 864"/>
                <a:gd name="T2" fmla="*/ 2147483647 w 2256"/>
                <a:gd name="T3" fmla="*/ 0 h 864"/>
                <a:gd name="T4" fmla="*/ 0 w 2256"/>
                <a:gd name="T5" fmla="*/ 2147483647 h 864"/>
                <a:gd name="T6" fmla="*/ 0 w 2256"/>
                <a:gd name="T7" fmla="*/ 2147483647 h 864"/>
                <a:gd name="T8" fmla="*/ 0 60000 65536"/>
                <a:gd name="T9" fmla="*/ 0 60000 65536"/>
                <a:gd name="T10" fmla="*/ 0 60000 65536"/>
                <a:gd name="T11" fmla="*/ 0 60000 65536"/>
                <a:gd name="T12" fmla="*/ 0 w 2256"/>
                <a:gd name="T13" fmla="*/ 0 h 864"/>
                <a:gd name="T14" fmla="*/ 2256 w 2256"/>
                <a:gd name="T15" fmla="*/ 864 h 864"/>
              </a:gdLst>
              <a:ahLst/>
              <a:cxnLst>
                <a:cxn ang="T8">
                  <a:pos x="T0" y="T1"/>
                </a:cxn>
                <a:cxn ang="T9">
                  <a:pos x="T2" y="T3"/>
                </a:cxn>
                <a:cxn ang="T10">
                  <a:pos x="T4" y="T5"/>
                </a:cxn>
                <a:cxn ang="T11">
                  <a:pos x="T6" y="T7"/>
                </a:cxn>
              </a:cxnLst>
              <a:rect l="T12" t="T13" r="T14" b="T15"/>
              <a:pathLst>
                <a:path w="2256" h="864">
                  <a:moveTo>
                    <a:pt x="0" y="768"/>
                  </a:moveTo>
                  <a:lnTo>
                    <a:pt x="2256" y="0"/>
                  </a:lnTo>
                  <a:lnTo>
                    <a:pt x="0" y="864"/>
                  </a:lnTo>
                  <a:lnTo>
                    <a:pt x="0" y="768"/>
                  </a:lnTo>
                  <a:close/>
                </a:path>
              </a:pathLst>
            </a:custGeom>
            <a:solidFill>
              <a:srgbClr val="FFFF00"/>
            </a:solidFill>
            <a:ln w="9525">
              <a:solidFill>
                <a:schemeClr val="tx1"/>
              </a:solidFill>
              <a:round/>
              <a:headEnd/>
              <a:tailEnd/>
            </a:ln>
          </p:spPr>
          <p:txBody>
            <a:bodyPr wrap="none" anchor="ctr"/>
            <a:lstStyle/>
            <a:p>
              <a:endParaRPr lang="nl-BE"/>
            </a:p>
          </p:txBody>
        </p:sp>
        <p:sp>
          <p:nvSpPr>
            <p:cNvPr id="12847" name="Freeform 177"/>
            <p:cNvSpPr>
              <a:spLocks/>
            </p:cNvSpPr>
            <p:nvPr/>
          </p:nvSpPr>
          <p:spPr bwMode="auto">
            <a:xfrm>
              <a:off x="647700" y="4762500"/>
              <a:ext cx="1143000" cy="1066800"/>
            </a:xfrm>
            <a:custGeom>
              <a:avLst/>
              <a:gdLst>
                <a:gd name="T0" fmla="*/ 2147483647 w 720"/>
                <a:gd name="T1" fmla="*/ 0 h 672"/>
                <a:gd name="T2" fmla="*/ 2147483647 w 720"/>
                <a:gd name="T3" fmla="*/ 2147483647 h 672"/>
                <a:gd name="T4" fmla="*/ 2147483647 w 720"/>
                <a:gd name="T5" fmla="*/ 2147483647 h 672"/>
                <a:gd name="T6" fmla="*/ 0 w 720"/>
                <a:gd name="T7" fmla="*/ 2147483647 h 672"/>
                <a:gd name="T8" fmla="*/ 0 60000 65536"/>
                <a:gd name="T9" fmla="*/ 0 60000 65536"/>
                <a:gd name="T10" fmla="*/ 0 60000 65536"/>
                <a:gd name="T11" fmla="*/ 0 60000 65536"/>
                <a:gd name="T12" fmla="*/ 0 w 720"/>
                <a:gd name="T13" fmla="*/ 0 h 672"/>
                <a:gd name="T14" fmla="*/ 720 w 720"/>
                <a:gd name="T15" fmla="*/ 672 h 672"/>
              </a:gdLst>
              <a:ahLst/>
              <a:cxnLst>
                <a:cxn ang="T8">
                  <a:pos x="T0" y="T1"/>
                </a:cxn>
                <a:cxn ang="T9">
                  <a:pos x="T2" y="T3"/>
                </a:cxn>
                <a:cxn ang="T10">
                  <a:pos x="T4" y="T5"/>
                </a:cxn>
                <a:cxn ang="T11">
                  <a:pos x="T6" y="T7"/>
                </a:cxn>
              </a:cxnLst>
              <a:rect l="T12" t="T13" r="T14" b="T15"/>
              <a:pathLst>
                <a:path w="720" h="672">
                  <a:moveTo>
                    <a:pt x="720" y="0"/>
                  </a:moveTo>
                  <a:cubicBezTo>
                    <a:pt x="600" y="80"/>
                    <a:pt x="480" y="160"/>
                    <a:pt x="432" y="240"/>
                  </a:cubicBezTo>
                  <a:cubicBezTo>
                    <a:pt x="384" y="320"/>
                    <a:pt x="504" y="408"/>
                    <a:pt x="432" y="480"/>
                  </a:cubicBezTo>
                  <a:cubicBezTo>
                    <a:pt x="360" y="552"/>
                    <a:pt x="72" y="640"/>
                    <a:pt x="0" y="672"/>
                  </a:cubicBezTo>
                </a:path>
              </a:pathLst>
            </a:custGeom>
            <a:noFill/>
            <a:ln w="9525">
              <a:solidFill>
                <a:schemeClr val="tx1"/>
              </a:solidFill>
              <a:round/>
              <a:headEnd/>
              <a:tailEnd/>
            </a:ln>
          </p:spPr>
          <p:txBody>
            <a:bodyPr wrap="none" anchor="ctr"/>
            <a:lstStyle/>
            <a:p>
              <a:endParaRPr lang="nl-BE"/>
            </a:p>
          </p:txBody>
        </p:sp>
        <p:sp>
          <p:nvSpPr>
            <p:cNvPr id="12848" name="Freeform 178"/>
            <p:cNvSpPr>
              <a:spLocks/>
            </p:cNvSpPr>
            <p:nvPr/>
          </p:nvSpPr>
          <p:spPr bwMode="auto">
            <a:xfrm>
              <a:off x="838200" y="4775200"/>
              <a:ext cx="1143000" cy="1066800"/>
            </a:xfrm>
            <a:custGeom>
              <a:avLst/>
              <a:gdLst>
                <a:gd name="T0" fmla="*/ 2147483647 w 720"/>
                <a:gd name="T1" fmla="*/ 0 h 672"/>
                <a:gd name="T2" fmla="*/ 2147483647 w 720"/>
                <a:gd name="T3" fmla="*/ 2147483647 h 672"/>
                <a:gd name="T4" fmla="*/ 2147483647 w 720"/>
                <a:gd name="T5" fmla="*/ 2147483647 h 672"/>
                <a:gd name="T6" fmla="*/ 0 w 720"/>
                <a:gd name="T7" fmla="*/ 2147483647 h 672"/>
                <a:gd name="T8" fmla="*/ 0 60000 65536"/>
                <a:gd name="T9" fmla="*/ 0 60000 65536"/>
                <a:gd name="T10" fmla="*/ 0 60000 65536"/>
                <a:gd name="T11" fmla="*/ 0 60000 65536"/>
                <a:gd name="T12" fmla="*/ 0 w 720"/>
                <a:gd name="T13" fmla="*/ 0 h 672"/>
                <a:gd name="T14" fmla="*/ 720 w 720"/>
                <a:gd name="T15" fmla="*/ 672 h 672"/>
              </a:gdLst>
              <a:ahLst/>
              <a:cxnLst>
                <a:cxn ang="T8">
                  <a:pos x="T0" y="T1"/>
                </a:cxn>
                <a:cxn ang="T9">
                  <a:pos x="T2" y="T3"/>
                </a:cxn>
                <a:cxn ang="T10">
                  <a:pos x="T4" y="T5"/>
                </a:cxn>
                <a:cxn ang="T11">
                  <a:pos x="T6" y="T7"/>
                </a:cxn>
              </a:cxnLst>
              <a:rect l="T12" t="T13" r="T14" b="T15"/>
              <a:pathLst>
                <a:path w="720" h="672">
                  <a:moveTo>
                    <a:pt x="720" y="0"/>
                  </a:moveTo>
                  <a:cubicBezTo>
                    <a:pt x="600" y="80"/>
                    <a:pt x="480" y="160"/>
                    <a:pt x="432" y="240"/>
                  </a:cubicBezTo>
                  <a:cubicBezTo>
                    <a:pt x="384" y="320"/>
                    <a:pt x="504" y="408"/>
                    <a:pt x="432" y="480"/>
                  </a:cubicBezTo>
                  <a:cubicBezTo>
                    <a:pt x="360" y="552"/>
                    <a:pt x="72" y="640"/>
                    <a:pt x="0" y="672"/>
                  </a:cubicBezTo>
                </a:path>
              </a:pathLst>
            </a:custGeom>
            <a:noFill/>
            <a:ln w="9525">
              <a:solidFill>
                <a:schemeClr val="tx1"/>
              </a:solidFill>
              <a:round/>
              <a:headEnd/>
              <a:tailEnd/>
            </a:ln>
          </p:spPr>
          <p:txBody>
            <a:bodyPr wrap="none" anchor="ctr"/>
            <a:lstStyle/>
            <a:p>
              <a:endParaRPr lang="nl-BE"/>
            </a:p>
          </p:txBody>
        </p:sp>
        <p:sp>
          <p:nvSpPr>
            <p:cNvPr id="12849" name="Freeform 179"/>
            <p:cNvSpPr>
              <a:spLocks/>
            </p:cNvSpPr>
            <p:nvPr/>
          </p:nvSpPr>
          <p:spPr bwMode="auto">
            <a:xfrm>
              <a:off x="1752600" y="4762500"/>
              <a:ext cx="1143000" cy="1358900"/>
            </a:xfrm>
            <a:custGeom>
              <a:avLst/>
              <a:gdLst>
                <a:gd name="T0" fmla="*/ 2147483647 w 720"/>
                <a:gd name="T1" fmla="*/ 0 h 672"/>
                <a:gd name="T2" fmla="*/ 2147483647 w 720"/>
                <a:gd name="T3" fmla="*/ 2147483647 h 672"/>
                <a:gd name="T4" fmla="*/ 2147483647 w 720"/>
                <a:gd name="T5" fmla="*/ 2147483647 h 672"/>
                <a:gd name="T6" fmla="*/ 0 w 720"/>
                <a:gd name="T7" fmla="*/ 2147483647 h 672"/>
                <a:gd name="T8" fmla="*/ 0 60000 65536"/>
                <a:gd name="T9" fmla="*/ 0 60000 65536"/>
                <a:gd name="T10" fmla="*/ 0 60000 65536"/>
                <a:gd name="T11" fmla="*/ 0 60000 65536"/>
                <a:gd name="T12" fmla="*/ 0 w 720"/>
                <a:gd name="T13" fmla="*/ 0 h 672"/>
                <a:gd name="T14" fmla="*/ 720 w 720"/>
                <a:gd name="T15" fmla="*/ 672 h 672"/>
              </a:gdLst>
              <a:ahLst/>
              <a:cxnLst>
                <a:cxn ang="T8">
                  <a:pos x="T0" y="T1"/>
                </a:cxn>
                <a:cxn ang="T9">
                  <a:pos x="T2" y="T3"/>
                </a:cxn>
                <a:cxn ang="T10">
                  <a:pos x="T4" y="T5"/>
                </a:cxn>
                <a:cxn ang="T11">
                  <a:pos x="T6" y="T7"/>
                </a:cxn>
              </a:cxnLst>
              <a:rect l="T12" t="T13" r="T14" b="T15"/>
              <a:pathLst>
                <a:path w="720" h="672">
                  <a:moveTo>
                    <a:pt x="720" y="0"/>
                  </a:moveTo>
                  <a:cubicBezTo>
                    <a:pt x="600" y="80"/>
                    <a:pt x="480" y="160"/>
                    <a:pt x="432" y="240"/>
                  </a:cubicBezTo>
                  <a:cubicBezTo>
                    <a:pt x="384" y="320"/>
                    <a:pt x="504" y="408"/>
                    <a:pt x="432" y="480"/>
                  </a:cubicBezTo>
                  <a:cubicBezTo>
                    <a:pt x="360" y="552"/>
                    <a:pt x="72" y="640"/>
                    <a:pt x="0" y="672"/>
                  </a:cubicBezTo>
                </a:path>
              </a:pathLst>
            </a:custGeom>
            <a:noFill/>
            <a:ln w="9525">
              <a:solidFill>
                <a:schemeClr val="tx1"/>
              </a:solidFill>
              <a:round/>
              <a:headEnd/>
              <a:tailEnd/>
            </a:ln>
          </p:spPr>
          <p:txBody>
            <a:bodyPr wrap="none" anchor="ctr"/>
            <a:lstStyle/>
            <a:p>
              <a:endParaRPr lang="nl-BE"/>
            </a:p>
          </p:txBody>
        </p:sp>
        <p:sp>
          <p:nvSpPr>
            <p:cNvPr id="12850" name="Freeform 180"/>
            <p:cNvSpPr>
              <a:spLocks/>
            </p:cNvSpPr>
            <p:nvPr/>
          </p:nvSpPr>
          <p:spPr bwMode="auto">
            <a:xfrm>
              <a:off x="1943100" y="4775200"/>
              <a:ext cx="1143000" cy="1358900"/>
            </a:xfrm>
            <a:custGeom>
              <a:avLst/>
              <a:gdLst>
                <a:gd name="T0" fmla="*/ 2147483647 w 720"/>
                <a:gd name="T1" fmla="*/ 0 h 672"/>
                <a:gd name="T2" fmla="*/ 2147483647 w 720"/>
                <a:gd name="T3" fmla="*/ 2147483647 h 672"/>
                <a:gd name="T4" fmla="*/ 2147483647 w 720"/>
                <a:gd name="T5" fmla="*/ 2147483647 h 672"/>
                <a:gd name="T6" fmla="*/ 0 w 720"/>
                <a:gd name="T7" fmla="*/ 2147483647 h 672"/>
                <a:gd name="T8" fmla="*/ 0 60000 65536"/>
                <a:gd name="T9" fmla="*/ 0 60000 65536"/>
                <a:gd name="T10" fmla="*/ 0 60000 65536"/>
                <a:gd name="T11" fmla="*/ 0 60000 65536"/>
                <a:gd name="T12" fmla="*/ 0 w 720"/>
                <a:gd name="T13" fmla="*/ 0 h 672"/>
                <a:gd name="T14" fmla="*/ 720 w 720"/>
                <a:gd name="T15" fmla="*/ 672 h 672"/>
              </a:gdLst>
              <a:ahLst/>
              <a:cxnLst>
                <a:cxn ang="T8">
                  <a:pos x="T0" y="T1"/>
                </a:cxn>
                <a:cxn ang="T9">
                  <a:pos x="T2" y="T3"/>
                </a:cxn>
                <a:cxn ang="T10">
                  <a:pos x="T4" y="T5"/>
                </a:cxn>
                <a:cxn ang="T11">
                  <a:pos x="T6" y="T7"/>
                </a:cxn>
              </a:cxnLst>
              <a:rect l="T12" t="T13" r="T14" b="T15"/>
              <a:pathLst>
                <a:path w="720" h="672">
                  <a:moveTo>
                    <a:pt x="720" y="0"/>
                  </a:moveTo>
                  <a:cubicBezTo>
                    <a:pt x="600" y="80"/>
                    <a:pt x="480" y="160"/>
                    <a:pt x="432" y="240"/>
                  </a:cubicBezTo>
                  <a:cubicBezTo>
                    <a:pt x="384" y="320"/>
                    <a:pt x="504" y="408"/>
                    <a:pt x="432" y="480"/>
                  </a:cubicBezTo>
                  <a:cubicBezTo>
                    <a:pt x="360" y="552"/>
                    <a:pt x="72" y="640"/>
                    <a:pt x="0" y="672"/>
                  </a:cubicBezTo>
                </a:path>
              </a:pathLst>
            </a:custGeom>
            <a:noFill/>
            <a:ln w="9525">
              <a:solidFill>
                <a:schemeClr val="tx1"/>
              </a:solidFill>
              <a:round/>
              <a:headEnd/>
              <a:tailEnd/>
            </a:ln>
          </p:spPr>
          <p:txBody>
            <a:bodyPr wrap="none" anchor="ctr"/>
            <a:lstStyle/>
            <a:p>
              <a:endParaRPr lang="nl-BE"/>
            </a:p>
          </p:txBody>
        </p:sp>
        <p:sp>
          <p:nvSpPr>
            <p:cNvPr id="12851" name="Freeform 181"/>
            <p:cNvSpPr>
              <a:spLocks/>
            </p:cNvSpPr>
            <p:nvPr/>
          </p:nvSpPr>
          <p:spPr bwMode="auto">
            <a:xfrm rot="-155667">
              <a:off x="1682750" y="4178300"/>
              <a:ext cx="3230563" cy="327025"/>
            </a:xfrm>
            <a:custGeom>
              <a:avLst/>
              <a:gdLst>
                <a:gd name="T0" fmla="*/ 2147483647 w 3610"/>
                <a:gd name="T1" fmla="*/ 0 h 746"/>
                <a:gd name="T2" fmla="*/ 2147483647 w 3610"/>
                <a:gd name="T3" fmla="*/ 2147483647 h 746"/>
                <a:gd name="T4" fmla="*/ 2147483647 w 3610"/>
                <a:gd name="T5" fmla="*/ 2147483647 h 746"/>
                <a:gd name="T6" fmla="*/ 2147483647 w 3610"/>
                <a:gd name="T7" fmla="*/ 2147483647 h 746"/>
                <a:gd name="T8" fmla="*/ 2147483647 w 3610"/>
                <a:gd name="T9" fmla="*/ 2147483647 h 746"/>
                <a:gd name="T10" fmla="*/ 2147483647 w 3610"/>
                <a:gd name="T11" fmla="*/ 2147483647 h 746"/>
                <a:gd name="T12" fmla="*/ 2147483647 w 3610"/>
                <a:gd name="T13" fmla="*/ 2147483647 h 746"/>
                <a:gd name="T14" fmla="*/ 2147483647 w 3610"/>
                <a:gd name="T15" fmla="*/ 2147483647 h 746"/>
                <a:gd name="T16" fmla="*/ 2147483647 w 3610"/>
                <a:gd name="T17" fmla="*/ 2147483647 h 746"/>
                <a:gd name="T18" fmla="*/ 2147483647 w 3610"/>
                <a:gd name="T19" fmla="*/ 2147483647 h 746"/>
                <a:gd name="T20" fmla="*/ 2147483647 w 3610"/>
                <a:gd name="T21" fmla="*/ 2147483647 h 746"/>
                <a:gd name="T22" fmla="*/ 2147483647 w 3610"/>
                <a:gd name="T23" fmla="*/ 2147483647 h 746"/>
                <a:gd name="T24" fmla="*/ 2147483647 w 3610"/>
                <a:gd name="T25" fmla="*/ 2147483647 h 746"/>
                <a:gd name="T26" fmla="*/ 2147483647 w 3610"/>
                <a:gd name="T27" fmla="*/ 2147483647 h 746"/>
                <a:gd name="T28" fmla="*/ 2147483647 w 3610"/>
                <a:gd name="T29" fmla="*/ 2147483647 h 746"/>
                <a:gd name="T30" fmla="*/ 2147483647 w 3610"/>
                <a:gd name="T31" fmla="*/ 2147483647 h 746"/>
                <a:gd name="T32" fmla="*/ 2147483647 w 3610"/>
                <a:gd name="T33" fmla="*/ 2147483647 h 746"/>
                <a:gd name="T34" fmla="*/ 2147483647 w 3610"/>
                <a:gd name="T35" fmla="*/ 2147483647 h 746"/>
                <a:gd name="T36" fmla="*/ 2147483647 w 3610"/>
                <a:gd name="T37" fmla="*/ 2147483647 h 746"/>
                <a:gd name="T38" fmla="*/ 2147483647 w 3610"/>
                <a:gd name="T39" fmla="*/ 2147483647 h 746"/>
                <a:gd name="T40" fmla="*/ 2147483647 w 3610"/>
                <a:gd name="T41" fmla="*/ 2147483647 h 746"/>
                <a:gd name="T42" fmla="*/ 2147483647 w 3610"/>
                <a:gd name="T43" fmla="*/ 2147483647 h 746"/>
                <a:gd name="T44" fmla="*/ 2147483647 w 3610"/>
                <a:gd name="T45" fmla="*/ 2147483647 h 746"/>
                <a:gd name="T46" fmla="*/ 2147483647 w 3610"/>
                <a:gd name="T47" fmla="*/ 2147483647 h 746"/>
                <a:gd name="T48" fmla="*/ 2147483647 w 3610"/>
                <a:gd name="T49" fmla="*/ 2147483647 h 746"/>
                <a:gd name="T50" fmla="*/ 2147483647 w 3610"/>
                <a:gd name="T51" fmla="*/ 2147483647 h 746"/>
                <a:gd name="T52" fmla="*/ 2147483647 w 3610"/>
                <a:gd name="T53" fmla="*/ 2147483647 h 746"/>
                <a:gd name="T54" fmla="*/ 2147483647 w 3610"/>
                <a:gd name="T55" fmla="*/ 2147483647 h 746"/>
                <a:gd name="T56" fmla="*/ 2147483647 w 3610"/>
                <a:gd name="T57" fmla="*/ 2147483647 h 746"/>
                <a:gd name="T58" fmla="*/ 2147483647 w 3610"/>
                <a:gd name="T59" fmla="*/ 2147483647 h 746"/>
                <a:gd name="T60" fmla="*/ 2147483647 w 3610"/>
                <a:gd name="T61" fmla="*/ 2147483647 h 746"/>
                <a:gd name="T62" fmla="*/ 2147483647 w 3610"/>
                <a:gd name="T63" fmla="*/ 2147483647 h 746"/>
                <a:gd name="T64" fmla="*/ 2147483647 w 3610"/>
                <a:gd name="T65" fmla="*/ 2147483647 h 746"/>
                <a:gd name="T66" fmla="*/ 2147483647 w 3610"/>
                <a:gd name="T67" fmla="*/ 2147483647 h 746"/>
                <a:gd name="T68" fmla="*/ 2147483647 w 3610"/>
                <a:gd name="T69" fmla="*/ 2147483647 h 746"/>
                <a:gd name="T70" fmla="*/ 2147483647 w 3610"/>
                <a:gd name="T71" fmla="*/ 2147483647 h 746"/>
                <a:gd name="T72" fmla="*/ 2147483647 w 3610"/>
                <a:gd name="T73" fmla="*/ 2147483647 h 746"/>
                <a:gd name="T74" fmla="*/ 2147483647 w 3610"/>
                <a:gd name="T75" fmla="*/ 2147483647 h 746"/>
                <a:gd name="T76" fmla="*/ 0 w 3610"/>
                <a:gd name="T77" fmla="*/ 2147483647 h 746"/>
                <a:gd name="T78" fmla="*/ 0 w 3610"/>
                <a:gd name="T79" fmla="*/ 2147483647 h 746"/>
                <a:gd name="T80" fmla="*/ 2147483647 w 3610"/>
                <a:gd name="T81" fmla="*/ 0 h 74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610"/>
                <a:gd name="T124" fmla="*/ 0 h 746"/>
                <a:gd name="T125" fmla="*/ 3610 w 3610"/>
                <a:gd name="T126" fmla="*/ 746 h 74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610" h="746">
                  <a:moveTo>
                    <a:pt x="3610" y="0"/>
                  </a:moveTo>
                  <a:lnTo>
                    <a:pt x="3610" y="282"/>
                  </a:lnTo>
                  <a:lnTo>
                    <a:pt x="3554" y="240"/>
                  </a:lnTo>
                  <a:lnTo>
                    <a:pt x="3179" y="249"/>
                  </a:lnTo>
                  <a:lnTo>
                    <a:pt x="3147" y="297"/>
                  </a:lnTo>
                  <a:lnTo>
                    <a:pt x="3110" y="344"/>
                  </a:lnTo>
                  <a:lnTo>
                    <a:pt x="3110" y="311"/>
                  </a:lnTo>
                  <a:lnTo>
                    <a:pt x="3138" y="282"/>
                  </a:lnTo>
                  <a:lnTo>
                    <a:pt x="3154" y="246"/>
                  </a:lnTo>
                  <a:lnTo>
                    <a:pt x="3043" y="260"/>
                  </a:lnTo>
                  <a:lnTo>
                    <a:pt x="2773" y="389"/>
                  </a:lnTo>
                  <a:lnTo>
                    <a:pt x="2638" y="564"/>
                  </a:lnTo>
                  <a:lnTo>
                    <a:pt x="2491" y="585"/>
                  </a:lnTo>
                  <a:lnTo>
                    <a:pt x="2387" y="578"/>
                  </a:lnTo>
                  <a:lnTo>
                    <a:pt x="2363" y="516"/>
                  </a:lnTo>
                  <a:lnTo>
                    <a:pt x="2330" y="438"/>
                  </a:lnTo>
                  <a:lnTo>
                    <a:pt x="2330" y="353"/>
                  </a:lnTo>
                  <a:lnTo>
                    <a:pt x="2245" y="381"/>
                  </a:lnTo>
                  <a:lnTo>
                    <a:pt x="2250" y="423"/>
                  </a:lnTo>
                  <a:lnTo>
                    <a:pt x="2198" y="417"/>
                  </a:lnTo>
                  <a:lnTo>
                    <a:pt x="2188" y="501"/>
                  </a:lnTo>
                  <a:lnTo>
                    <a:pt x="2141" y="572"/>
                  </a:lnTo>
                  <a:lnTo>
                    <a:pt x="2084" y="621"/>
                  </a:lnTo>
                  <a:lnTo>
                    <a:pt x="2019" y="650"/>
                  </a:lnTo>
                  <a:lnTo>
                    <a:pt x="1891" y="663"/>
                  </a:lnTo>
                  <a:lnTo>
                    <a:pt x="1763" y="635"/>
                  </a:lnTo>
                  <a:lnTo>
                    <a:pt x="1705" y="614"/>
                  </a:lnTo>
                  <a:lnTo>
                    <a:pt x="1648" y="516"/>
                  </a:lnTo>
                  <a:lnTo>
                    <a:pt x="1403" y="540"/>
                  </a:lnTo>
                  <a:lnTo>
                    <a:pt x="1337" y="687"/>
                  </a:lnTo>
                  <a:lnTo>
                    <a:pt x="1247" y="737"/>
                  </a:lnTo>
                  <a:lnTo>
                    <a:pt x="1128" y="737"/>
                  </a:lnTo>
                  <a:lnTo>
                    <a:pt x="1020" y="744"/>
                  </a:lnTo>
                  <a:lnTo>
                    <a:pt x="982" y="746"/>
                  </a:lnTo>
                  <a:lnTo>
                    <a:pt x="949" y="723"/>
                  </a:lnTo>
                  <a:lnTo>
                    <a:pt x="928" y="689"/>
                  </a:lnTo>
                  <a:lnTo>
                    <a:pt x="925" y="623"/>
                  </a:lnTo>
                  <a:lnTo>
                    <a:pt x="785" y="674"/>
                  </a:lnTo>
                  <a:lnTo>
                    <a:pt x="0" y="666"/>
                  </a:lnTo>
                  <a:lnTo>
                    <a:pt x="0" y="89"/>
                  </a:lnTo>
                  <a:lnTo>
                    <a:pt x="3610" y="0"/>
                  </a:lnTo>
                  <a:close/>
                </a:path>
              </a:pathLst>
            </a:custGeom>
            <a:solidFill>
              <a:srgbClr val="202020"/>
            </a:solidFill>
            <a:ln w="9525">
              <a:noFill/>
              <a:round/>
              <a:headEnd/>
              <a:tailEnd/>
            </a:ln>
          </p:spPr>
          <p:txBody>
            <a:bodyPr/>
            <a:lstStyle/>
            <a:p>
              <a:endParaRPr lang="nl-BE"/>
            </a:p>
          </p:txBody>
        </p:sp>
        <p:sp>
          <p:nvSpPr>
            <p:cNvPr id="12852" name="Freeform 182"/>
            <p:cNvSpPr>
              <a:spLocks/>
            </p:cNvSpPr>
            <p:nvPr/>
          </p:nvSpPr>
          <p:spPr bwMode="auto">
            <a:xfrm rot="-155667">
              <a:off x="3017838" y="4249738"/>
              <a:ext cx="274637" cy="393700"/>
            </a:xfrm>
            <a:custGeom>
              <a:avLst/>
              <a:gdLst>
                <a:gd name="T0" fmla="*/ 2147483647 w 307"/>
                <a:gd name="T1" fmla="*/ 0 h 904"/>
                <a:gd name="T2" fmla="*/ 2147483647 w 307"/>
                <a:gd name="T3" fmla="*/ 0 h 904"/>
                <a:gd name="T4" fmla="*/ 2147483647 w 307"/>
                <a:gd name="T5" fmla="*/ 2147483647 h 904"/>
                <a:gd name="T6" fmla="*/ 2147483647 w 307"/>
                <a:gd name="T7" fmla="*/ 2147483647 h 904"/>
                <a:gd name="T8" fmla="*/ 2147483647 w 307"/>
                <a:gd name="T9" fmla="*/ 2147483647 h 904"/>
                <a:gd name="T10" fmla="*/ 2147483647 w 307"/>
                <a:gd name="T11" fmla="*/ 2147483647 h 904"/>
                <a:gd name="T12" fmla="*/ 2147483647 w 307"/>
                <a:gd name="T13" fmla="*/ 2147483647 h 904"/>
                <a:gd name="T14" fmla="*/ 2147483647 w 307"/>
                <a:gd name="T15" fmla="*/ 2147483647 h 904"/>
                <a:gd name="T16" fmla="*/ 2147483647 w 307"/>
                <a:gd name="T17" fmla="*/ 2147483647 h 904"/>
                <a:gd name="T18" fmla="*/ 2147483647 w 307"/>
                <a:gd name="T19" fmla="*/ 2147483647 h 904"/>
                <a:gd name="T20" fmla="*/ 2147483647 w 307"/>
                <a:gd name="T21" fmla="*/ 2147483647 h 904"/>
                <a:gd name="T22" fmla="*/ 2147483647 w 307"/>
                <a:gd name="T23" fmla="*/ 2147483647 h 904"/>
                <a:gd name="T24" fmla="*/ 2147483647 w 307"/>
                <a:gd name="T25" fmla="*/ 2147483647 h 904"/>
                <a:gd name="T26" fmla="*/ 2147483647 w 307"/>
                <a:gd name="T27" fmla="*/ 2147483647 h 904"/>
                <a:gd name="T28" fmla="*/ 2147483647 w 307"/>
                <a:gd name="T29" fmla="*/ 2147483647 h 904"/>
                <a:gd name="T30" fmla="*/ 2147483647 w 307"/>
                <a:gd name="T31" fmla="*/ 2147483647 h 904"/>
                <a:gd name="T32" fmla="*/ 2147483647 w 307"/>
                <a:gd name="T33" fmla="*/ 2147483647 h 904"/>
                <a:gd name="T34" fmla="*/ 2147483647 w 307"/>
                <a:gd name="T35" fmla="*/ 2147483647 h 904"/>
                <a:gd name="T36" fmla="*/ 2147483647 w 307"/>
                <a:gd name="T37" fmla="*/ 2147483647 h 904"/>
                <a:gd name="T38" fmla="*/ 2147483647 w 307"/>
                <a:gd name="T39" fmla="*/ 2147483647 h 904"/>
                <a:gd name="T40" fmla="*/ 2147483647 w 307"/>
                <a:gd name="T41" fmla="*/ 2147483647 h 904"/>
                <a:gd name="T42" fmla="*/ 2147483647 w 307"/>
                <a:gd name="T43" fmla="*/ 2147483647 h 904"/>
                <a:gd name="T44" fmla="*/ 2147483647 w 307"/>
                <a:gd name="T45" fmla="*/ 2147483647 h 904"/>
                <a:gd name="T46" fmla="*/ 2147483647 w 307"/>
                <a:gd name="T47" fmla="*/ 2147483647 h 904"/>
                <a:gd name="T48" fmla="*/ 2147483647 w 307"/>
                <a:gd name="T49" fmla="*/ 2147483647 h 904"/>
                <a:gd name="T50" fmla="*/ 2147483647 w 307"/>
                <a:gd name="T51" fmla="*/ 2147483647 h 904"/>
                <a:gd name="T52" fmla="*/ 2147483647 w 307"/>
                <a:gd name="T53" fmla="*/ 2147483647 h 904"/>
                <a:gd name="T54" fmla="*/ 2147483647 w 307"/>
                <a:gd name="T55" fmla="*/ 2147483647 h 904"/>
                <a:gd name="T56" fmla="*/ 0 w 307"/>
                <a:gd name="T57" fmla="*/ 2147483647 h 904"/>
                <a:gd name="T58" fmla="*/ 0 w 307"/>
                <a:gd name="T59" fmla="*/ 2147483647 h 904"/>
                <a:gd name="T60" fmla="*/ 2147483647 w 307"/>
                <a:gd name="T61" fmla="*/ 2147483647 h 904"/>
                <a:gd name="T62" fmla="*/ 2147483647 w 307"/>
                <a:gd name="T63" fmla="*/ 2147483647 h 904"/>
                <a:gd name="T64" fmla="*/ 2147483647 w 307"/>
                <a:gd name="T65" fmla="*/ 2147483647 h 904"/>
                <a:gd name="T66" fmla="*/ 2147483647 w 307"/>
                <a:gd name="T67" fmla="*/ 2147483647 h 904"/>
                <a:gd name="T68" fmla="*/ 2147483647 w 307"/>
                <a:gd name="T69" fmla="*/ 2147483647 h 904"/>
                <a:gd name="T70" fmla="*/ 2147483647 w 307"/>
                <a:gd name="T71" fmla="*/ 2147483647 h 904"/>
                <a:gd name="T72" fmla="*/ 2147483647 w 307"/>
                <a:gd name="T73" fmla="*/ 2147483647 h 904"/>
                <a:gd name="T74" fmla="*/ 2147483647 w 307"/>
                <a:gd name="T75" fmla="*/ 2147483647 h 904"/>
                <a:gd name="T76" fmla="*/ 2147483647 w 307"/>
                <a:gd name="T77" fmla="*/ 2147483647 h 904"/>
                <a:gd name="T78" fmla="*/ 2147483647 w 307"/>
                <a:gd name="T79" fmla="*/ 2147483647 h 904"/>
                <a:gd name="T80" fmla="*/ 2147483647 w 307"/>
                <a:gd name="T81" fmla="*/ 2147483647 h 904"/>
                <a:gd name="T82" fmla="*/ 2147483647 w 307"/>
                <a:gd name="T83" fmla="*/ 2147483647 h 904"/>
                <a:gd name="T84" fmla="*/ 2147483647 w 307"/>
                <a:gd name="T85" fmla="*/ 2147483647 h 904"/>
                <a:gd name="T86" fmla="*/ 2147483647 w 307"/>
                <a:gd name="T87" fmla="*/ 2147483647 h 904"/>
                <a:gd name="T88" fmla="*/ 2147483647 w 307"/>
                <a:gd name="T89" fmla="*/ 2147483647 h 904"/>
                <a:gd name="T90" fmla="*/ 2147483647 w 307"/>
                <a:gd name="T91" fmla="*/ 2147483647 h 904"/>
                <a:gd name="T92" fmla="*/ 2147483647 w 307"/>
                <a:gd name="T93" fmla="*/ 2147483647 h 904"/>
                <a:gd name="T94" fmla="*/ 2147483647 w 307"/>
                <a:gd name="T95" fmla="*/ 2147483647 h 904"/>
                <a:gd name="T96" fmla="*/ 2147483647 w 307"/>
                <a:gd name="T97" fmla="*/ 2147483647 h 904"/>
                <a:gd name="T98" fmla="*/ 2147483647 w 307"/>
                <a:gd name="T99" fmla="*/ 2147483647 h 904"/>
                <a:gd name="T100" fmla="*/ 2147483647 w 307"/>
                <a:gd name="T101" fmla="*/ 2147483647 h 904"/>
                <a:gd name="T102" fmla="*/ 2147483647 w 307"/>
                <a:gd name="T103" fmla="*/ 2147483647 h 904"/>
                <a:gd name="T104" fmla="*/ 2147483647 w 307"/>
                <a:gd name="T105" fmla="*/ 2147483647 h 904"/>
                <a:gd name="T106" fmla="*/ 2147483647 w 307"/>
                <a:gd name="T107" fmla="*/ 0 h 904"/>
                <a:gd name="T108" fmla="*/ 2147483647 w 307"/>
                <a:gd name="T109" fmla="*/ 0 h 90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307"/>
                <a:gd name="T166" fmla="*/ 0 h 904"/>
                <a:gd name="T167" fmla="*/ 307 w 307"/>
                <a:gd name="T168" fmla="*/ 904 h 904"/>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307" h="904">
                  <a:moveTo>
                    <a:pt x="144" y="0"/>
                  </a:moveTo>
                  <a:lnTo>
                    <a:pt x="307" y="0"/>
                  </a:lnTo>
                  <a:lnTo>
                    <a:pt x="305" y="904"/>
                  </a:lnTo>
                  <a:lnTo>
                    <a:pt x="144" y="897"/>
                  </a:lnTo>
                  <a:lnTo>
                    <a:pt x="138" y="894"/>
                  </a:lnTo>
                  <a:lnTo>
                    <a:pt x="133" y="892"/>
                  </a:lnTo>
                  <a:lnTo>
                    <a:pt x="124" y="889"/>
                  </a:lnTo>
                  <a:lnTo>
                    <a:pt x="116" y="885"/>
                  </a:lnTo>
                  <a:lnTo>
                    <a:pt x="107" y="876"/>
                  </a:lnTo>
                  <a:lnTo>
                    <a:pt x="98" y="867"/>
                  </a:lnTo>
                  <a:lnTo>
                    <a:pt x="90" y="858"/>
                  </a:lnTo>
                  <a:lnTo>
                    <a:pt x="83" y="847"/>
                  </a:lnTo>
                  <a:lnTo>
                    <a:pt x="77" y="837"/>
                  </a:lnTo>
                  <a:lnTo>
                    <a:pt x="71" y="826"/>
                  </a:lnTo>
                  <a:lnTo>
                    <a:pt x="66" y="817"/>
                  </a:lnTo>
                  <a:lnTo>
                    <a:pt x="59" y="802"/>
                  </a:lnTo>
                  <a:lnTo>
                    <a:pt x="54" y="787"/>
                  </a:lnTo>
                  <a:lnTo>
                    <a:pt x="48" y="774"/>
                  </a:lnTo>
                  <a:lnTo>
                    <a:pt x="44" y="763"/>
                  </a:lnTo>
                  <a:lnTo>
                    <a:pt x="41" y="753"/>
                  </a:lnTo>
                  <a:lnTo>
                    <a:pt x="34" y="730"/>
                  </a:lnTo>
                  <a:lnTo>
                    <a:pt x="28" y="706"/>
                  </a:lnTo>
                  <a:lnTo>
                    <a:pt x="23" y="684"/>
                  </a:lnTo>
                  <a:lnTo>
                    <a:pt x="17" y="657"/>
                  </a:lnTo>
                  <a:lnTo>
                    <a:pt x="12" y="627"/>
                  </a:lnTo>
                  <a:lnTo>
                    <a:pt x="9" y="597"/>
                  </a:lnTo>
                  <a:lnTo>
                    <a:pt x="4" y="564"/>
                  </a:lnTo>
                  <a:lnTo>
                    <a:pt x="2" y="528"/>
                  </a:lnTo>
                  <a:lnTo>
                    <a:pt x="0" y="490"/>
                  </a:lnTo>
                  <a:lnTo>
                    <a:pt x="0" y="448"/>
                  </a:lnTo>
                  <a:lnTo>
                    <a:pt x="1" y="391"/>
                  </a:lnTo>
                  <a:lnTo>
                    <a:pt x="4" y="337"/>
                  </a:lnTo>
                  <a:lnTo>
                    <a:pt x="9" y="300"/>
                  </a:lnTo>
                  <a:lnTo>
                    <a:pt x="14" y="262"/>
                  </a:lnTo>
                  <a:lnTo>
                    <a:pt x="18" y="231"/>
                  </a:lnTo>
                  <a:lnTo>
                    <a:pt x="23" y="208"/>
                  </a:lnTo>
                  <a:lnTo>
                    <a:pt x="31" y="177"/>
                  </a:lnTo>
                  <a:lnTo>
                    <a:pt x="41" y="141"/>
                  </a:lnTo>
                  <a:lnTo>
                    <a:pt x="50" y="115"/>
                  </a:lnTo>
                  <a:lnTo>
                    <a:pt x="58" y="97"/>
                  </a:lnTo>
                  <a:lnTo>
                    <a:pt x="63" y="87"/>
                  </a:lnTo>
                  <a:lnTo>
                    <a:pt x="69" y="75"/>
                  </a:lnTo>
                  <a:lnTo>
                    <a:pt x="74" y="64"/>
                  </a:lnTo>
                  <a:lnTo>
                    <a:pt x="79" y="54"/>
                  </a:lnTo>
                  <a:lnTo>
                    <a:pt x="85" y="46"/>
                  </a:lnTo>
                  <a:lnTo>
                    <a:pt x="91" y="37"/>
                  </a:lnTo>
                  <a:lnTo>
                    <a:pt x="98" y="28"/>
                  </a:lnTo>
                  <a:lnTo>
                    <a:pt x="104" y="22"/>
                  </a:lnTo>
                  <a:lnTo>
                    <a:pt x="109" y="18"/>
                  </a:lnTo>
                  <a:lnTo>
                    <a:pt x="115" y="12"/>
                  </a:lnTo>
                  <a:lnTo>
                    <a:pt x="122" y="7"/>
                  </a:lnTo>
                  <a:lnTo>
                    <a:pt x="127" y="4"/>
                  </a:lnTo>
                  <a:lnTo>
                    <a:pt x="133" y="1"/>
                  </a:lnTo>
                  <a:lnTo>
                    <a:pt x="138" y="0"/>
                  </a:lnTo>
                  <a:lnTo>
                    <a:pt x="144" y="0"/>
                  </a:lnTo>
                  <a:close/>
                </a:path>
              </a:pathLst>
            </a:custGeom>
            <a:solidFill>
              <a:srgbClr val="202020"/>
            </a:solidFill>
            <a:ln w="9525">
              <a:noFill/>
              <a:round/>
              <a:headEnd/>
              <a:tailEnd/>
            </a:ln>
          </p:spPr>
          <p:txBody>
            <a:bodyPr/>
            <a:lstStyle/>
            <a:p>
              <a:endParaRPr lang="nl-BE"/>
            </a:p>
          </p:txBody>
        </p:sp>
        <p:sp>
          <p:nvSpPr>
            <p:cNvPr id="12853" name="Oval 183"/>
            <p:cNvSpPr>
              <a:spLocks noChangeArrowheads="1"/>
            </p:cNvSpPr>
            <p:nvPr/>
          </p:nvSpPr>
          <p:spPr bwMode="auto">
            <a:xfrm rot="-155667">
              <a:off x="3146425" y="4244975"/>
              <a:ext cx="277813" cy="395288"/>
            </a:xfrm>
            <a:prstGeom prst="ellipse">
              <a:avLst/>
            </a:prstGeom>
            <a:solidFill>
              <a:srgbClr val="404040"/>
            </a:solidFill>
            <a:ln w="9525">
              <a:noFill/>
              <a:round/>
              <a:headEnd/>
              <a:tailEnd/>
            </a:ln>
          </p:spPr>
          <p:txBody>
            <a:bodyPr/>
            <a:lstStyle/>
            <a:p>
              <a:pPr algn="ctr" eaLnBrk="0" hangingPunct="0"/>
              <a:endParaRPr lang="nl-BE"/>
            </a:p>
          </p:txBody>
        </p:sp>
        <p:sp>
          <p:nvSpPr>
            <p:cNvPr id="12854" name="Oval 184"/>
            <p:cNvSpPr>
              <a:spLocks noChangeArrowheads="1"/>
            </p:cNvSpPr>
            <p:nvPr/>
          </p:nvSpPr>
          <p:spPr bwMode="auto">
            <a:xfrm rot="-155667">
              <a:off x="3203575" y="4325938"/>
              <a:ext cx="163513" cy="233362"/>
            </a:xfrm>
            <a:prstGeom prst="ellipse">
              <a:avLst/>
            </a:prstGeom>
            <a:solidFill>
              <a:srgbClr val="A0A0A0"/>
            </a:solidFill>
            <a:ln w="9525">
              <a:noFill/>
              <a:round/>
              <a:headEnd/>
              <a:tailEnd/>
            </a:ln>
          </p:spPr>
          <p:txBody>
            <a:bodyPr/>
            <a:lstStyle/>
            <a:p>
              <a:pPr algn="ctr" eaLnBrk="0" hangingPunct="0"/>
              <a:endParaRPr lang="nl-BE"/>
            </a:p>
          </p:txBody>
        </p:sp>
        <p:sp>
          <p:nvSpPr>
            <p:cNvPr id="12855" name="Oval 185"/>
            <p:cNvSpPr>
              <a:spLocks noChangeArrowheads="1"/>
            </p:cNvSpPr>
            <p:nvPr/>
          </p:nvSpPr>
          <p:spPr bwMode="auto">
            <a:xfrm rot="-155667">
              <a:off x="3201988" y="4330700"/>
              <a:ext cx="150812" cy="219075"/>
            </a:xfrm>
            <a:prstGeom prst="ellipse">
              <a:avLst/>
            </a:prstGeom>
            <a:solidFill>
              <a:srgbClr val="808080"/>
            </a:solidFill>
            <a:ln w="9525">
              <a:noFill/>
              <a:round/>
              <a:headEnd/>
              <a:tailEnd/>
            </a:ln>
          </p:spPr>
          <p:txBody>
            <a:bodyPr/>
            <a:lstStyle/>
            <a:p>
              <a:pPr algn="ctr" eaLnBrk="0" hangingPunct="0"/>
              <a:endParaRPr lang="nl-BE"/>
            </a:p>
          </p:txBody>
        </p:sp>
        <p:sp>
          <p:nvSpPr>
            <p:cNvPr id="12856" name="Oval 186"/>
            <p:cNvSpPr>
              <a:spLocks noChangeArrowheads="1"/>
            </p:cNvSpPr>
            <p:nvPr/>
          </p:nvSpPr>
          <p:spPr bwMode="auto">
            <a:xfrm rot="-155667">
              <a:off x="3271838" y="4422775"/>
              <a:ext cx="26987" cy="39688"/>
            </a:xfrm>
            <a:prstGeom prst="ellipse">
              <a:avLst/>
            </a:prstGeom>
            <a:solidFill>
              <a:srgbClr val="404040"/>
            </a:solidFill>
            <a:ln w="9525">
              <a:noFill/>
              <a:round/>
              <a:headEnd/>
              <a:tailEnd/>
            </a:ln>
          </p:spPr>
          <p:txBody>
            <a:bodyPr/>
            <a:lstStyle/>
            <a:p>
              <a:pPr algn="ctr" eaLnBrk="0" hangingPunct="0"/>
              <a:endParaRPr lang="nl-BE"/>
            </a:p>
          </p:txBody>
        </p:sp>
        <p:sp>
          <p:nvSpPr>
            <p:cNvPr id="12857" name="Freeform 187"/>
            <p:cNvSpPr>
              <a:spLocks/>
            </p:cNvSpPr>
            <p:nvPr/>
          </p:nvSpPr>
          <p:spPr bwMode="auto">
            <a:xfrm rot="-155667">
              <a:off x="3178175" y="4241800"/>
              <a:ext cx="274638" cy="403225"/>
            </a:xfrm>
            <a:custGeom>
              <a:avLst/>
              <a:gdLst>
                <a:gd name="T0" fmla="*/ 2147483647 w 306"/>
                <a:gd name="T1" fmla="*/ 0 h 925"/>
                <a:gd name="T2" fmla="*/ 2147483647 w 306"/>
                <a:gd name="T3" fmla="*/ 0 h 925"/>
                <a:gd name="T4" fmla="*/ 2147483647 w 306"/>
                <a:gd name="T5" fmla="*/ 2147483647 h 925"/>
                <a:gd name="T6" fmla="*/ 2147483647 w 306"/>
                <a:gd name="T7" fmla="*/ 2147483647 h 925"/>
                <a:gd name="T8" fmla="*/ 2147483647 w 306"/>
                <a:gd name="T9" fmla="*/ 2147483647 h 925"/>
                <a:gd name="T10" fmla="*/ 2147483647 w 306"/>
                <a:gd name="T11" fmla="*/ 2147483647 h 925"/>
                <a:gd name="T12" fmla="*/ 2147483647 w 306"/>
                <a:gd name="T13" fmla="*/ 2147483647 h 925"/>
                <a:gd name="T14" fmla="*/ 2147483647 w 306"/>
                <a:gd name="T15" fmla="*/ 2147483647 h 925"/>
                <a:gd name="T16" fmla="*/ 2147483647 w 306"/>
                <a:gd name="T17" fmla="*/ 2147483647 h 925"/>
                <a:gd name="T18" fmla="*/ 2147483647 w 306"/>
                <a:gd name="T19" fmla="*/ 2147483647 h 925"/>
                <a:gd name="T20" fmla="*/ 2147483647 w 306"/>
                <a:gd name="T21" fmla="*/ 2147483647 h 925"/>
                <a:gd name="T22" fmla="*/ 2147483647 w 306"/>
                <a:gd name="T23" fmla="*/ 2147483647 h 925"/>
                <a:gd name="T24" fmla="*/ 2147483647 w 306"/>
                <a:gd name="T25" fmla="*/ 2147483647 h 925"/>
                <a:gd name="T26" fmla="*/ 2147483647 w 306"/>
                <a:gd name="T27" fmla="*/ 2147483647 h 925"/>
                <a:gd name="T28" fmla="*/ 2147483647 w 306"/>
                <a:gd name="T29" fmla="*/ 2147483647 h 925"/>
                <a:gd name="T30" fmla="*/ 2147483647 w 306"/>
                <a:gd name="T31" fmla="*/ 2147483647 h 925"/>
                <a:gd name="T32" fmla="*/ 2147483647 w 306"/>
                <a:gd name="T33" fmla="*/ 2147483647 h 925"/>
                <a:gd name="T34" fmla="*/ 2147483647 w 306"/>
                <a:gd name="T35" fmla="*/ 2147483647 h 925"/>
                <a:gd name="T36" fmla="*/ 2147483647 w 306"/>
                <a:gd name="T37" fmla="*/ 2147483647 h 925"/>
                <a:gd name="T38" fmla="*/ 2147483647 w 306"/>
                <a:gd name="T39" fmla="*/ 2147483647 h 925"/>
                <a:gd name="T40" fmla="*/ 2147483647 w 306"/>
                <a:gd name="T41" fmla="*/ 2147483647 h 925"/>
                <a:gd name="T42" fmla="*/ 2147483647 w 306"/>
                <a:gd name="T43" fmla="*/ 2147483647 h 925"/>
                <a:gd name="T44" fmla="*/ 2147483647 w 306"/>
                <a:gd name="T45" fmla="*/ 2147483647 h 925"/>
                <a:gd name="T46" fmla="*/ 2147483647 w 306"/>
                <a:gd name="T47" fmla="*/ 2147483647 h 925"/>
                <a:gd name="T48" fmla="*/ 2147483647 w 306"/>
                <a:gd name="T49" fmla="*/ 2147483647 h 925"/>
                <a:gd name="T50" fmla="*/ 2147483647 w 306"/>
                <a:gd name="T51" fmla="*/ 2147483647 h 925"/>
                <a:gd name="T52" fmla="*/ 2147483647 w 306"/>
                <a:gd name="T53" fmla="*/ 2147483647 h 925"/>
                <a:gd name="T54" fmla="*/ 2147483647 w 306"/>
                <a:gd name="T55" fmla="*/ 2147483647 h 925"/>
                <a:gd name="T56" fmla="*/ 0 w 306"/>
                <a:gd name="T57" fmla="*/ 2147483647 h 925"/>
                <a:gd name="T58" fmla="*/ 0 w 306"/>
                <a:gd name="T59" fmla="*/ 2147483647 h 925"/>
                <a:gd name="T60" fmla="*/ 2147483647 w 306"/>
                <a:gd name="T61" fmla="*/ 2147483647 h 925"/>
                <a:gd name="T62" fmla="*/ 2147483647 w 306"/>
                <a:gd name="T63" fmla="*/ 2147483647 h 925"/>
                <a:gd name="T64" fmla="*/ 2147483647 w 306"/>
                <a:gd name="T65" fmla="*/ 2147483647 h 925"/>
                <a:gd name="T66" fmla="*/ 2147483647 w 306"/>
                <a:gd name="T67" fmla="*/ 2147483647 h 925"/>
                <a:gd name="T68" fmla="*/ 2147483647 w 306"/>
                <a:gd name="T69" fmla="*/ 2147483647 h 925"/>
                <a:gd name="T70" fmla="*/ 2147483647 w 306"/>
                <a:gd name="T71" fmla="*/ 2147483647 h 925"/>
                <a:gd name="T72" fmla="*/ 2147483647 w 306"/>
                <a:gd name="T73" fmla="*/ 2147483647 h 925"/>
                <a:gd name="T74" fmla="*/ 2147483647 w 306"/>
                <a:gd name="T75" fmla="*/ 2147483647 h 925"/>
                <a:gd name="T76" fmla="*/ 2147483647 w 306"/>
                <a:gd name="T77" fmla="*/ 2147483647 h 925"/>
                <a:gd name="T78" fmla="*/ 2147483647 w 306"/>
                <a:gd name="T79" fmla="*/ 2147483647 h 925"/>
                <a:gd name="T80" fmla="*/ 2147483647 w 306"/>
                <a:gd name="T81" fmla="*/ 2147483647 h 925"/>
                <a:gd name="T82" fmla="*/ 2147483647 w 306"/>
                <a:gd name="T83" fmla="*/ 2147483647 h 925"/>
                <a:gd name="T84" fmla="*/ 2147483647 w 306"/>
                <a:gd name="T85" fmla="*/ 2147483647 h 925"/>
                <a:gd name="T86" fmla="*/ 2147483647 w 306"/>
                <a:gd name="T87" fmla="*/ 2147483647 h 925"/>
                <a:gd name="T88" fmla="*/ 2147483647 w 306"/>
                <a:gd name="T89" fmla="*/ 2147483647 h 925"/>
                <a:gd name="T90" fmla="*/ 2147483647 w 306"/>
                <a:gd name="T91" fmla="*/ 2147483647 h 925"/>
                <a:gd name="T92" fmla="*/ 2147483647 w 306"/>
                <a:gd name="T93" fmla="*/ 2147483647 h 925"/>
                <a:gd name="T94" fmla="*/ 2147483647 w 306"/>
                <a:gd name="T95" fmla="*/ 2147483647 h 925"/>
                <a:gd name="T96" fmla="*/ 2147483647 w 306"/>
                <a:gd name="T97" fmla="*/ 2147483647 h 925"/>
                <a:gd name="T98" fmla="*/ 2147483647 w 306"/>
                <a:gd name="T99" fmla="*/ 2147483647 h 925"/>
                <a:gd name="T100" fmla="*/ 2147483647 w 306"/>
                <a:gd name="T101" fmla="*/ 2147483647 h 925"/>
                <a:gd name="T102" fmla="*/ 2147483647 w 306"/>
                <a:gd name="T103" fmla="*/ 2147483647 h 925"/>
                <a:gd name="T104" fmla="*/ 2147483647 w 306"/>
                <a:gd name="T105" fmla="*/ 2147483647 h 925"/>
                <a:gd name="T106" fmla="*/ 2147483647 w 306"/>
                <a:gd name="T107" fmla="*/ 0 h 925"/>
                <a:gd name="T108" fmla="*/ 2147483647 w 306"/>
                <a:gd name="T109" fmla="*/ 0 h 925"/>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306"/>
                <a:gd name="T166" fmla="*/ 0 h 925"/>
                <a:gd name="T167" fmla="*/ 306 w 306"/>
                <a:gd name="T168" fmla="*/ 925 h 925"/>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306" h="925">
                  <a:moveTo>
                    <a:pt x="145" y="0"/>
                  </a:moveTo>
                  <a:lnTo>
                    <a:pt x="306" y="0"/>
                  </a:lnTo>
                  <a:lnTo>
                    <a:pt x="304" y="925"/>
                  </a:lnTo>
                  <a:lnTo>
                    <a:pt x="145" y="916"/>
                  </a:lnTo>
                  <a:lnTo>
                    <a:pt x="139" y="915"/>
                  </a:lnTo>
                  <a:lnTo>
                    <a:pt x="133" y="913"/>
                  </a:lnTo>
                  <a:lnTo>
                    <a:pt x="125" y="909"/>
                  </a:lnTo>
                  <a:lnTo>
                    <a:pt x="117" y="904"/>
                  </a:lnTo>
                  <a:lnTo>
                    <a:pt x="108" y="895"/>
                  </a:lnTo>
                  <a:lnTo>
                    <a:pt x="99" y="888"/>
                  </a:lnTo>
                  <a:lnTo>
                    <a:pt x="90" y="877"/>
                  </a:lnTo>
                  <a:lnTo>
                    <a:pt x="83" y="867"/>
                  </a:lnTo>
                  <a:lnTo>
                    <a:pt x="76" y="856"/>
                  </a:lnTo>
                  <a:lnTo>
                    <a:pt x="71" y="844"/>
                  </a:lnTo>
                  <a:lnTo>
                    <a:pt x="66" y="837"/>
                  </a:lnTo>
                  <a:lnTo>
                    <a:pt x="59" y="822"/>
                  </a:lnTo>
                  <a:lnTo>
                    <a:pt x="54" y="805"/>
                  </a:lnTo>
                  <a:lnTo>
                    <a:pt x="48" y="792"/>
                  </a:lnTo>
                  <a:lnTo>
                    <a:pt x="44" y="780"/>
                  </a:lnTo>
                  <a:lnTo>
                    <a:pt x="41" y="769"/>
                  </a:lnTo>
                  <a:lnTo>
                    <a:pt x="34" y="747"/>
                  </a:lnTo>
                  <a:lnTo>
                    <a:pt x="28" y="723"/>
                  </a:lnTo>
                  <a:lnTo>
                    <a:pt x="22" y="697"/>
                  </a:lnTo>
                  <a:lnTo>
                    <a:pt x="17" y="672"/>
                  </a:lnTo>
                  <a:lnTo>
                    <a:pt x="12" y="642"/>
                  </a:lnTo>
                  <a:lnTo>
                    <a:pt x="9" y="610"/>
                  </a:lnTo>
                  <a:lnTo>
                    <a:pt x="4" y="577"/>
                  </a:lnTo>
                  <a:lnTo>
                    <a:pt x="2" y="540"/>
                  </a:lnTo>
                  <a:lnTo>
                    <a:pt x="0" y="502"/>
                  </a:lnTo>
                  <a:lnTo>
                    <a:pt x="0" y="459"/>
                  </a:lnTo>
                  <a:lnTo>
                    <a:pt x="1" y="400"/>
                  </a:lnTo>
                  <a:lnTo>
                    <a:pt x="4" y="346"/>
                  </a:lnTo>
                  <a:lnTo>
                    <a:pt x="9" y="307"/>
                  </a:lnTo>
                  <a:lnTo>
                    <a:pt x="13" y="268"/>
                  </a:lnTo>
                  <a:lnTo>
                    <a:pt x="18" y="237"/>
                  </a:lnTo>
                  <a:lnTo>
                    <a:pt x="22" y="213"/>
                  </a:lnTo>
                  <a:lnTo>
                    <a:pt x="30" y="181"/>
                  </a:lnTo>
                  <a:lnTo>
                    <a:pt x="41" y="144"/>
                  </a:lnTo>
                  <a:lnTo>
                    <a:pt x="50" y="118"/>
                  </a:lnTo>
                  <a:lnTo>
                    <a:pt x="57" y="100"/>
                  </a:lnTo>
                  <a:lnTo>
                    <a:pt x="63" y="90"/>
                  </a:lnTo>
                  <a:lnTo>
                    <a:pt x="69" y="76"/>
                  </a:lnTo>
                  <a:lnTo>
                    <a:pt x="74" y="66"/>
                  </a:lnTo>
                  <a:lnTo>
                    <a:pt x="79" y="55"/>
                  </a:lnTo>
                  <a:lnTo>
                    <a:pt x="84" y="46"/>
                  </a:lnTo>
                  <a:lnTo>
                    <a:pt x="91" y="39"/>
                  </a:lnTo>
                  <a:lnTo>
                    <a:pt x="99" y="30"/>
                  </a:lnTo>
                  <a:lnTo>
                    <a:pt x="104" y="24"/>
                  </a:lnTo>
                  <a:lnTo>
                    <a:pt x="110" y="18"/>
                  </a:lnTo>
                  <a:lnTo>
                    <a:pt x="116" y="12"/>
                  </a:lnTo>
                  <a:lnTo>
                    <a:pt x="123" y="7"/>
                  </a:lnTo>
                  <a:lnTo>
                    <a:pt x="128" y="4"/>
                  </a:lnTo>
                  <a:lnTo>
                    <a:pt x="134" y="1"/>
                  </a:lnTo>
                  <a:lnTo>
                    <a:pt x="138" y="0"/>
                  </a:lnTo>
                  <a:lnTo>
                    <a:pt x="145" y="0"/>
                  </a:lnTo>
                  <a:close/>
                </a:path>
              </a:pathLst>
            </a:custGeom>
            <a:solidFill>
              <a:srgbClr val="202020"/>
            </a:solidFill>
            <a:ln w="9525">
              <a:noFill/>
              <a:round/>
              <a:headEnd/>
              <a:tailEnd/>
            </a:ln>
          </p:spPr>
          <p:txBody>
            <a:bodyPr/>
            <a:lstStyle/>
            <a:p>
              <a:endParaRPr lang="nl-BE"/>
            </a:p>
          </p:txBody>
        </p:sp>
        <p:sp>
          <p:nvSpPr>
            <p:cNvPr id="12858" name="Oval 188"/>
            <p:cNvSpPr>
              <a:spLocks noChangeArrowheads="1"/>
            </p:cNvSpPr>
            <p:nvPr/>
          </p:nvSpPr>
          <p:spPr bwMode="auto">
            <a:xfrm rot="-155667">
              <a:off x="3308350" y="4237038"/>
              <a:ext cx="276225" cy="404812"/>
            </a:xfrm>
            <a:prstGeom prst="ellipse">
              <a:avLst/>
            </a:prstGeom>
            <a:solidFill>
              <a:srgbClr val="404040"/>
            </a:solidFill>
            <a:ln w="9525">
              <a:noFill/>
              <a:round/>
              <a:headEnd/>
              <a:tailEnd/>
            </a:ln>
          </p:spPr>
          <p:txBody>
            <a:bodyPr/>
            <a:lstStyle/>
            <a:p>
              <a:pPr algn="ctr" eaLnBrk="0" hangingPunct="0"/>
              <a:endParaRPr lang="nl-BE"/>
            </a:p>
          </p:txBody>
        </p:sp>
        <p:sp>
          <p:nvSpPr>
            <p:cNvPr id="12859" name="Oval 189"/>
            <p:cNvSpPr>
              <a:spLocks noChangeArrowheads="1"/>
            </p:cNvSpPr>
            <p:nvPr/>
          </p:nvSpPr>
          <p:spPr bwMode="auto">
            <a:xfrm rot="-155667">
              <a:off x="3365500" y="4319588"/>
              <a:ext cx="161925" cy="238125"/>
            </a:xfrm>
            <a:prstGeom prst="ellipse">
              <a:avLst/>
            </a:prstGeom>
            <a:solidFill>
              <a:srgbClr val="A0A0A0"/>
            </a:solidFill>
            <a:ln w="9525">
              <a:noFill/>
              <a:round/>
              <a:headEnd/>
              <a:tailEnd/>
            </a:ln>
          </p:spPr>
          <p:txBody>
            <a:bodyPr/>
            <a:lstStyle/>
            <a:p>
              <a:pPr algn="ctr" eaLnBrk="0" hangingPunct="0"/>
              <a:endParaRPr lang="nl-BE"/>
            </a:p>
          </p:txBody>
        </p:sp>
        <p:sp>
          <p:nvSpPr>
            <p:cNvPr id="12860" name="Oval 190"/>
            <p:cNvSpPr>
              <a:spLocks noChangeArrowheads="1"/>
            </p:cNvSpPr>
            <p:nvPr/>
          </p:nvSpPr>
          <p:spPr bwMode="auto">
            <a:xfrm rot="-155667">
              <a:off x="3363913" y="4325938"/>
              <a:ext cx="150812" cy="222250"/>
            </a:xfrm>
            <a:prstGeom prst="ellipse">
              <a:avLst/>
            </a:prstGeom>
            <a:solidFill>
              <a:srgbClr val="808080"/>
            </a:solidFill>
            <a:ln w="9525">
              <a:noFill/>
              <a:round/>
              <a:headEnd/>
              <a:tailEnd/>
            </a:ln>
          </p:spPr>
          <p:txBody>
            <a:bodyPr/>
            <a:lstStyle/>
            <a:p>
              <a:pPr algn="ctr" eaLnBrk="0" hangingPunct="0"/>
              <a:endParaRPr lang="nl-BE"/>
            </a:p>
          </p:txBody>
        </p:sp>
        <p:sp>
          <p:nvSpPr>
            <p:cNvPr id="12861" name="Oval 191"/>
            <p:cNvSpPr>
              <a:spLocks noChangeArrowheads="1"/>
            </p:cNvSpPr>
            <p:nvPr/>
          </p:nvSpPr>
          <p:spPr bwMode="auto">
            <a:xfrm rot="-155667">
              <a:off x="3432175" y="4418013"/>
              <a:ext cx="26988" cy="39687"/>
            </a:xfrm>
            <a:prstGeom prst="ellipse">
              <a:avLst/>
            </a:prstGeom>
            <a:solidFill>
              <a:srgbClr val="404040"/>
            </a:solidFill>
            <a:ln w="9525">
              <a:noFill/>
              <a:round/>
              <a:headEnd/>
              <a:tailEnd/>
            </a:ln>
          </p:spPr>
          <p:txBody>
            <a:bodyPr/>
            <a:lstStyle/>
            <a:p>
              <a:pPr algn="ctr" eaLnBrk="0" hangingPunct="0"/>
              <a:endParaRPr lang="nl-BE"/>
            </a:p>
          </p:txBody>
        </p:sp>
        <p:sp>
          <p:nvSpPr>
            <p:cNvPr id="12862" name="Freeform 192"/>
            <p:cNvSpPr>
              <a:spLocks/>
            </p:cNvSpPr>
            <p:nvPr/>
          </p:nvSpPr>
          <p:spPr bwMode="auto">
            <a:xfrm rot="-155667">
              <a:off x="2732088" y="4273550"/>
              <a:ext cx="284162" cy="414338"/>
            </a:xfrm>
            <a:custGeom>
              <a:avLst/>
              <a:gdLst>
                <a:gd name="T0" fmla="*/ 2147483647 w 319"/>
                <a:gd name="T1" fmla="*/ 0 h 947"/>
                <a:gd name="T2" fmla="*/ 2147483647 w 319"/>
                <a:gd name="T3" fmla="*/ 0 h 947"/>
                <a:gd name="T4" fmla="*/ 2147483647 w 319"/>
                <a:gd name="T5" fmla="*/ 2147483647 h 947"/>
                <a:gd name="T6" fmla="*/ 2147483647 w 319"/>
                <a:gd name="T7" fmla="*/ 2147483647 h 947"/>
                <a:gd name="T8" fmla="*/ 2147483647 w 319"/>
                <a:gd name="T9" fmla="*/ 2147483647 h 947"/>
                <a:gd name="T10" fmla="*/ 2147483647 w 319"/>
                <a:gd name="T11" fmla="*/ 2147483647 h 947"/>
                <a:gd name="T12" fmla="*/ 2147483647 w 319"/>
                <a:gd name="T13" fmla="*/ 2147483647 h 947"/>
                <a:gd name="T14" fmla="*/ 2147483647 w 319"/>
                <a:gd name="T15" fmla="*/ 2147483647 h 947"/>
                <a:gd name="T16" fmla="*/ 2147483647 w 319"/>
                <a:gd name="T17" fmla="*/ 2147483647 h 947"/>
                <a:gd name="T18" fmla="*/ 2147483647 w 319"/>
                <a:gd name="T19" fmla="*/ 2147483647 h 947"/>
                <a:gd name="T20" fmla="*/ 2147483647 w 319"/>
                <a:gd name="T21" fmla="*/ 2147483647 h 947"/>
                <a:gd name="T22" fmla="*/ 2147483647 w 319"/>
                <a:gd name="T23" fmla="*/ 2147483647 h 947"/>
                <a:gd name="T24" fmla="*/ 2147483647 w 319"/>
                <a:gd name="T25" fmla="*/ 2147483647 h 947"/>
                <a:gd name="T26" fmla="*/ 2147483647 w 319"/>
                <a:gd name="T27" fmla="*/ 2147483647 h 947"/>
                <a:gd name="T28" fmla="*/ 2147483647 w 319"/>
                <a:gd name="T29" fmla="*/ 2147483647 h 947"/>
                <a:gd name="T30" fmla="*/ 2147483647 w 319"/>
                <a:gd name="T31" fmla="*/ 2147483647 h 947"/>
                <a:gd name="T32" fmla="*/ 2147483647 w 319"/>
                <a:gd name="T33" fmla="*/ 2147483647 h 947"/>
                <a:gd name="T34" fmla="*/ 2147483647 w 319"/>
                <a:gd name="T35" fmla="*/ 2147483647 h 947"/>
                <a:gd name="T36" fmla="*/ 2147483647 w 319"/>
                <a:gd name="T37" fmla="*/ 2147483647 h 947"/>
                <a:gd name="T38" fmla="*/ 2147483647 w 319"/>
                <a:gd name="T39" fmla="*/ 2147483647 h 947"/>
                <a:gd name="T40" fmla="*/ 2147483647 w 319"/>
                <a:gd name="T41" fmla="*/ 2147483647 h 947"/>
                <a:gd name="T42" fmla="*/ 2147483647 w 319"/>
                <a:gd name="T43" fmla="*/ 2147483647 h 947"/>
                <a:gd name="T44" fmla="*/ 2147483647 w 319"/>
                <a:gd name="T45" fmla="*/ 2147483647 h 947"/>
                <a:gd name="T46" fmla="*/ 2147483647 w 319"/>
                <a:gd name="T47" fmla="*/ 2147483647 h 947"/>
                <a:gd name="T48" fmla="*/ 2147483647 w 319"/>
                <a:gd name="T49" fmla="*/ 2147483647 h 947"/>
                <a:gd name="T50" fmla="*/ 2147483647 w 319"/>
                <a:gd name="T51" fmla="*/ 2147483647 h 947"/>
                <a:gd name="T52" fmla="*/ 2147483647 w 319"/>
                <a:gd name="T53" fmla="*/ 2147483647 h 947"/>
                <a:gd name="T54" fmla="*/ 2147483647 w 319"/>
                <a:gd name="T55" fmla="*/ 2147483647 h 947"/>
                <a:gd name="T56" fmla="*/ 0 w 319"/>
                <a:gd name="T57" fmla="*/ 2147483647 h 947"/>
                <a:gd name="T58" fmla="*/ 0 w 319"/>
                <a:gd name="T59" fmla="*/ 2147483647 h 947"/>
                <a:gd name="T60" fmla="*/ 2147483647 w 319"/>
                <a:gd name="T61" fmla="*/ 2147483647 h 947"/>
                <a:gd name="T62" fmla="*/ 2147483647 w 319"/>
                <a:gd name="T63" fmla="*/ 2147483647 h 947"/>
                <a:gd name="T64" fmla="*/ 2147483647 w 319"/>
                <a:gd name="T65" fmla="*/ 2147483647 h 947"/>
                <a:gd name="T66" fmla="*/ 2147483647 w 319"/>
                <a:gd name="T67" fmla="*/ 2147483647 h 947"/>
                <a:gd name="T68" fmla="*/ 2147483647 w 319"/>
                <a:gd name="T69" fmla="*/ 2147483647 h 947"/>
                <a:gd name="T70" fmla="*/ 2147483647 w 319"/>
                <a:gd name="T71" fmla="*/ 2147483647 h 947"/>
                <a:gd name="T72" fmla="*/ 2147483647 w 319"/>
                <a:gd name="T73" fmla="*/ 2147483647 h 947"/>
                <a:gd name="T74" fmla="*/ 2147483647 w 319"/>
                <a:gd name="T75" fmla="*/ 2147483647 h 947"/>
                <a:gd name="T76" fmla="*/ 2147483647 w 319"/>
                <a:gd name="T77" fmla="*/ 2147483647 h 947"/>
                <a:gd name="T78" fmla="*/ 2147483647 w 319"/>
                <a:gd name="T79" fmla="*/ 2147483647 h 947"/>
                <a:gd name="T80" fmla="*/ 2147483647 w 319"/>
                <a:gd name="T81" fmla="*/ 2147483647 h 947"/>
                <a:gd name="T82" fmla="*/ 2147483647 w 319"/>
                <a:gd name="T83" fmla="*/ 2147483647 h 947"/>
                <a:gd name="T84" fmla="*/ 2147483647 w 319"/>
                <a:gd name="T85" fmla="*/ 2147483647 h 947"/>
                <a:gd name="T86" fmla="*/ 2147483647 w 319"/>
                <a:gd name="T87" fmla="*/ 2147483647 h 947"/>
                <a:gd name="T88" fmla="*/ 2147483647 w 319"/>
                <a:gd name="T89" fmla="*/ 2147483647 h 947"/>
                <a:gd name="T90" fmla="*/ 2147483647 w 319"/>
                <a:gd name="T91" fmla="*/ 2147483647 h 947"/>
                <a:gd name="T92" fmla="*/ 2147483647 w 319"/>
                <a:gd name="T93" fmla="*/ 2147483647 h 947"/>
                <a:gd name="T94" fmla="*/ 2147483647 w 319"/>
                <a:gd name="T95" fmla="*/ 2147483647 h 947"/>
                <a:gd name="T96" fmla="*/ 2147483647 w 319"/>
                <a:gd name="T97" fmla="*/ 2147483647 h 947"/>
                <a:gd name="T98" fmla="*/ 2147483647 w 319"/>
                <a:gd name="T99" fmla="*/ 2147483647 h 947"/>
                <a:gd name="T100" fmla="*/ 2147483647 w 319"/>
                <a:gd name="T101" fmla="*/ 2147483647 h 947"/>
                <a:gd name="T102" fmla="*/ 2147483647 w 319"/>
                <a:gd name="T103" fmla="*/ 2147483647 h 947"/>
                <a:gd name="T104" fmla="*/ 2147483647 w 319"/>
                <a:gd name="T105" fmla="*/ 2147483647 h 947"/>
                <a:gd name="T106" fmla="*/ 2147483647 w 319"/>
                <a:gd name="T107" fmla="*/ 0 h 947"/>
                <a:gd name="T108" fmla="*/ 2147483647 w 319"/>
                <a:gd name="T109" fmla="*/ 0 h 947"/>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319"/>
                <a:gd name="T166" fmla="*/ 0 h 947"/>
                <a:gd name="T167" fmla="*/ 319 w 319"/>
                <a:gd name="T168" fmla="*/ 947 h 947"/>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319" h="947">
                  <a:moveTo>
                    <a:pt x="151" y="0"/>
                  </a:moveTo>
                  <a:lnTo>
                    <a:pt x="319" y="0"/>
                  </a:lnTo>
                  <a:lnTo>
                    <a:pt x="317" y="947"/>
                  </a:lnTo>
                  <a:lnTo>
                    <a:pt x="151" y="938"/>
                  </a:lnTo>
                  <a:lnTo>
                    <a:pt x="145" y="936"/>
                  </a:lnTo>
                  <a:lnTo>
                    <a:pt x="139" y="935"/>
                  </a:lnTo>
                  <a:lnTo>
                    <a:pt x="130" y="930"/>
                  </a:lnTo>
                  <a:lnTo>
                    <a:pt x="121" y="926"/>
                  </a:lnTo>
                  <a:lnTo>
                    <a:pt x="112" y="917"/>
                  </a:lnTo>
                  <a:lnTo>
                    <a:pt x="102" y="908"/>
                  </a:lnTo>
                  <a:lnTo>
                    <a:pt x="94" y="897"/>
                  </a:lnTo>
                  <a:lnTo>
                    <a:pt x="87" y="887"/>
                  </a:lnTo>
                  <a:lnTo>
                    <a:pt x="80" y="876"/>
                  </a:lnTo>
                  <a:lnTo>
                    <a:pt x="75" y="864"/>
                  </a:lnTo>
                  <a:lnTo>
                    <a:pt x="69" y="857"/>
                  </a:lnTo>
                  <a:lnTo>
                    <a:pt x="62" y="840"/>
                  </a:lnTo>
                  <a:lnTo>
                    <a:pt x="56" y="825"/>
                  </a:lnTo>
                  <a:lnTo>
                    <a:pt x="50" y="810"/>
                  </a:lnTo>
                  <a:lnTo>
                    <a:pt x="46" y="798"/>
                  </a:lnTo>
                  <a:lnTo>
                    <a:pt x="43" y="788"/>
                  </a:lnTo>
                  <a:lnTo>
                    <a:pt x="35" y="764"/>
                  </a:lnTo>
                  <a:lnTo>
                    <a:pt x="30" y="740"/>
                  </a:lnTo>
                  <a:lnTo>
                    <a:pt x="24" y="714"/>
                  </a:lnTo>
                  <a:lnTo>
                    <a:pt x="18" y="686"/>
                  </a:lnTo>
                  <a:lnTo>
                    <a:pt x="13" y="657"/>
                  </a:lnTo>
                  <a:lnTo>
                    <a:pt x="9" y="626"/>
                  </a:lnTo>
                  <a:lnTo>
                    <a:pt x="5" y="590"/>
                  </a:lnTo>
                  <a:lnTo>
                    <a:pt x="2" y="552"/>
                  </a:lnTo>
                  <a:lnTo>
                    <a:pt x="0" y="515"/>
                  </a:lnTo>
                  <a:lnTo>
                    <a:pt x="0" y="470"/>
                  </a:lnTo>
                  <a:lnTo>
                    <a:pt x="1" y="410"/>
                  </a:lnTo>
                  <a:lnTo>
                    <a:pt x="5" y="354"/>
                  </a:lnTo>
                  <a:lnTo>
                    <a:pt x="9" y="315"/>
                  </a:lnTo>
                  <a:lnTo>
                    <a:pt x="14" y="275"/>
                  </a:lnTo>
                  <a:lnTo>
                    <a:pt x="19" y="243"/>
                  </a:lnTo>
                  <a:lnTo>
                    <a:pt x="24" y="219"/>
                  </a:lnTo>
                  <a:lnTo>
                    <a:pt x="32" y="185"/>
                  </a:lnTo>
                  <a:lnTo>
                    <a:pt x="43" y="149"/>
                  </a:lnTo>
                  <a:lnTo>
                    <a:pt x="53" y="122"/>
                  </a:lnTo>
                  <a:lnTo>
                    <a:pt x="60" y="102"/>
                  </a:lnTo>
                  <a:lnTo>
                    <a:pt x="66" y="90"/>
                  </a:lnTo>
                  <a:lnTo>
                    <a:pt x="72" y="77"/>
                  </a:lnTo>
                  <a:lnTo>
                    <a:pt x="78" y="66"/>
                  </a:lnTo>
                  <a:lnTo>
                    <a:pt x="83" y="57"/>
                  </a:lnTo>
                  <a:lnTo>
                    <a:pt x="89" y="48"/>
                  </a:lnTo>
                  <a:lnTo>
                    <a:pt x="96" y="39"/>
                  </a:lnTo>
                  <a:lnTo>
                    <a:pt x="103" y="30"/>
                  </a:lnTo>
                  <a:lnTo>
                    <a:pt x="109" y="24"/>
                  </a:lnTo>
                  <a:lnTo>
                    <a:pt x="115" y="18"/>
                  </a:lnTo>
                  <a:lnTo>
                    <a:pt x="120" y="12"/>
                  </a:lnTo>
                  <a:lnTo>
                    <a:pt x="128" y="8"/>
                  </a:lnTo>
                  <a:lnTo>
                    <a:pt x="134" y="5"/>
                  </a:lnTo>
                  <a:lnTo>
                    <a:pt x="139" y="2"/>
                  </a:lnTo>
                  <a:lnTo>
                    <a:pt x="144" y="0"/>
                  </a:lnTo>
                  <a:lnTo>
                    <a:pt x="151" y="0"/>
                  </a:lnTo>
                  <a:close/>
                </a:path>
              </a:pathLst>
            </a:custGeom>
            <a:solidFill>
              <a:srgbClr val="202020"/>
            </a:solidFill>
            <a:ln w="9525">
              <a:noFill/>
              <a:round/>
              <a:headEnd/>
              <a:tailEnd/>
            </a:ln>
          </p:spPr>
          <p:txBody>
            <a:bodyPr/>
            <a:lstStyle/>
            <a:p>
              <a:endParaRPr lang="nl-BE"/>
            </a:p>
          </p:txBody>
        </p:sp>
        <p:sp>
          <p:nvSpPr>
            <p:cNvPr id="12863" name="Oval 193"/>
            <p:cNvSpPr>
              <a:spLocks noChangeArrowheads="1"/>
            </p:cNvSpPr>
            <p:nvPr/>
          </p:nvSpPr>
          <p:spPr bwMode="auto">
            <a:xfrm rot="-155667">
              <a:off x="2867025" y="4268788"/>
              <a:ext cx="287338" cy="415925"/>
            </a:xfrm>
            <a:prstGeom prst="ellipse">
              <a:avLst/>
            </a:prstGeom>
            <a:solidFill>
              <a:srgbClr val="404040"/>
            </a:solidFill>
            <a:ln w="9525">
              <a:noFill/>
              <a:round/>
              <a:headEnd/>
              <a:tailEnd/>
            </a:ln>
          </p:spPr>
          <p:txBody>
            <a:bodyPr/>
            <a:lstStyle/>
            <a:p>
              <a:pPr algn="ctr" eaLnBrk="0" hangingPunct="0"/>
              <a:endParaRPr lang="nl-BE"/>
            </a:p>
          </p:txBody>
        </p:sp>
        <p:sp>
          <p:nvSpPr>
            <p:cNvPr id="12864" name="Oval 194"/>
            <p:cNvSpPr>
              <a:spLocks noChangeArrowheads="1"/>
            </p:cNvSpPr>
            <p:nvPr/>
          </p:nvSpPr>
          <p:spPr bwMode="auto">
            <a:xfrm rot="-155667">
              <a:off x="2925763" y="4354513"/>
              <a:ext cx="169862" cy="242887"/>
            </a:xfrm>
            <a:prstGeom prst="ellipse">
              <a:avLst/>
            </a:prstGeom>
            <a:solidFill>
              <a:srgbClr val="A0A0A0"/>
            </a:solidFill>
            <a:ln w="9525">
              <a:noFill/>
              <a:round/>
              <a:headEnd/>
              <a:tailEnd/>
            </a:ln>
          </p:spPr>
          <p:txBody>
            <a:bodyPr/>
            <a:lstStyle/>
            <a:p>
              <a:pPr algn="ctr" eaLnBrk="0" hangingPunct="0"/>
              <a:endParaRPr lang="nl-BE"/>
            </a:p>
          </p:txBody>
        </p:sp>
        <p:sp>
          <p:nvSpPr>
            <p:cNvPr id="12865" name="Oval 195"/>
            <p:cNvSpPr>
              <a:spLocks noChangeArrowheads="1"/>
            </p:cNvSpPr>
            <p:nvPr/>
          </p:nvSpPr>
          <p:spPr bwMode="auto">
            <a:xfrm rot="-155667">
              <a:off x="2924175" y="4360863"/>
              <a:ext cx="157163" cy="227012"/>
            </a:xfrm>
            <a:prstGeom prst="ellipse">
              <a:avLst/>
            </a:prstGeom>
            <a:solidFill>
              <a:srgbClr val="808080"/>
            </a:solidFill>
            <a:ln w="9525">
              <a:noFill/>
              <a:round/>
              <a:headEnd/>
              <a:tailEnd/>
            </a:ln>
          </p:spPr>
          <p:txBody>
            <a:bodyPr/>
            <a:lstStyle/>
            <a:p>
              <a:pPr algn="ctr" eaLnBrk="0" hangingPunct="0"/>
              <a:endParaRPr lang="nl-BE"/>
            </a:p>
          </p:txBody>
        </p:sp>
        <p:sp>
          <p:nvSpPr>
            <p:cNvPr id="12866" name="Oval 196"/>
            <p:cNvSpPr>
              <a:spLocks noChangeArrowheads="1"/>
            </p:cNvSpPr>
            <p:nvPr/>
          </p:nvSpPr>
          <p:spPr bwMode="auto">
            <a:xfrm rot="-155667">
              <a:off x="2995613" y="4454525"/>
              <a:ext cx="28575" cy="42863"/>
            </a:xfrm>
            <a:prstGeom prst="ellipse">
              <a:avLst/>
            </a:prstGeom>
            <a:solidFill>
              <a:srgbClr val="404040"/>
            </a:solidFill>
            <a:ln w="9525">
              <a:noFill/>
              <a:round/>
              <a:headEnd/>
              <a:tailEnd/>
            </a:ln>
          </p:spPr>
          <p:txBody>
            <a:bodyPr/>
            <a:lstStyle/>
            <a:p>
              <a:pPr algn="ctr" eaLnBrk="0" hangingPunct="0"/>
              <a:endParaRPr lang="nl-BE"/>
            </a:p>
          </p:txBody>
        </p:sp>
        <p:sp>
          <p:nvSpPr>
            <p:cNvPr id="12867" name="Freeform 197"/>
            <p:cNvSpPr>
              <a:spLocks/>
            </p:cNvSpPr>
            <p:nvPr/>
          </p:nvSpPr>
          <p:spPr bwMode="auto">
            <a:xfrm rot="-155667">
              <a:off x="2900363" y="4265613"/>
              <a:ext cx="285750" cy="423862"/>
            </a:xfrm>
            <a:custGeom>
              <a:avLst/>
              <a:gdLst>
                <a:gd name="T0" fmla="*/ 2147483647 w 320"/>
                <a:gd name="T1" fmla="*/ 0 h 968"/>
                <a:gd name="T2" fmla="*/ 2147483647 w 320"/>
                <a:gd name="T3" fmla="*/ 0 h 968"/>
                <a:gd name="T4" fmla="*/ 2147483647 w 320"/>
                <a:gd name="T5" fmla="*/ 2147483647 h 968"/>
                <a:gd name="T6" fmla="*/ 2147483647 w 320"/>
                <a:gd name="T7" fmla="*/ 2147483647 h 968"/>
                <a:gd name="T8" fmla="*/ 2147483647 w 320"/>
                <a:gd name="T9" fmla="*/ 2147483647 h 968"/>
                <a:gd name="T10" fmla="*/ 2147483647 w 320"/>
                <a:gd name="T11" fmla="*/ 2147483647 h 968"/>
                <a:gd name="T12" fmla="*/ 2147483647 w 320"/>
                <a:gd name="T13" fmla="*/ 2147483647 h 968"/>
                <a:gd name="T14" fmla="*/ 2147483647 w 320"/>
                <a:gd name="T15" fmla="*/ 2147483647 h 968"/>
                <a:gd name="T16" fmla="*/ 2147483647 w 320"/>
                <a:gd name="T17" fmla="*/ 2147483647 h 968"/>
                <a:gd name="T18" fmla="*/ 2147483647 w 320"/>
                <a:gd name="T19" fmla="*/ 2147483647 h 968"/>
                <a:gd name="T20" fmla="*/ 2147483647 w 320"/>
                <a:gd name="T21" fmla="*/ 2147483647 h 968"/>
                <a:gd name="T22" fmla="*/ 2147483647 w 320"/>
                <a:gd name="T23" fmla="*/ 2147483647 h 968"/>
                <a:gd name="T24" fmla="*/ 2147483647 w 320"/>
                <a:gd name="T25" fmla="*/ 2147483647 h 968"/>
                <a:gd name="T26" fmla="*/ 2147483647 w 320"/>
                <a:gd name="T27" fmla="*/ 2147483647 h 968"/>
                <a:gd name="T28" fmla="*/ 2147483647 w 320"/>
                <a:gd name="T29" fmla="*/ 2147483647 h 968"/>
                <a:gd name="T30" fmla="*/ 2147483647 w 320"/>
                <a:gd name="T31" fmla="*/ 2147483647 h 968"/>
                <a:gd name="T32" fmla="*/ 2147483647 w 320"/>
                <a:gd name="T33" fmla="*/ 2147483647 h 968"/>
                <a:gd name="T34" fmla="*/ 2147483647 w 320"/>
                <a:gd name="T35" fmla="*/ 2147483647 h 968"/>
                <a:gd name="T36" fmla="*/ 2147483647 w 320"/>
                <a:gd name="T37" fmla="*/ 2147483647 h 968"/>
                <a:gd name="T38" fmla="*/ 2147483647 w 320"/>
                <a:gd name="T39" fmla="*/ 2147483647 h 968"/>
                <a:gd name="T40" fmla="*/ 2147483647 w 320"/>
                <a:gd name="T41" fmla="*/ 2147483647 h 968"/>
                <a:gd name="T42" fmla="*/ 2147483647 w 320"/>
                <a:gd name="T43" fmla="*/ 2147483647 h 968"/>
                <a:gd name="T44" fmla="*/ 2147483647 w 320"/>
                <a:gd name="T45" fmla="*/ 2147483647 h 968"/>
                <a:gd name="T46" fmla="*/ 2147483647 w 320"/>
                <a:gd name="T47" fmla="*/ 2147483647 h 968"/>
                <a:gd name="T48" fmla="*/ 2147483647 w 320"/>
                <a:gd name="T49" fmla="*/ 2147483647 h 968"/>
                <a:gd name="T50" fmla="*/ 2147483647 w 320"/>
                <a:gd name="T51" fmla="*/ 2147483647 h 968"/>
                <a:gd name="T52" fmla="*/ 2147483647 w 320"/>
                <a:gd name="T53" fmla="*/ 2147483647 h 968"/>
                <a:gd name="T54" fmla="*/ 2147483647 w 320"/>
                <a:gd name="T55" fmla="*/ 2147483647 h 968"/>
                <a:gd name="T56" fmla="*/ 0 w 320"/>
                <a:gd name="T57" fmla="*/ 2147483647 h 968"/>
                <a:gd name="T58" fmla="*/ 2147483647 w 320"/>
                <a:gd name="T59" fmla="*/ 2147483647 h 968"/>
                <a:gd name="T60" fmla="*/ 2147483647 w 320"/>
                <a:gd name="T61" fmla="*/ 2147483647 h 968"/>
                <a:gd name="T62" fmla="*/ 2147483647 w 320"/>
                <a:gd name="T63" fmla="*/ 2147483647 h 968"/>
                <a:gd name="T64" fmla="*/ 2147483647 w 320"/>
                <a:gd name="T65" fmla="*/ 2147483647 h 968"/>
                <a:gd name="T66" fmla="*/ 2147483647 w 320"/>
                <a:gd name="T67" fmla="*/ 2147483647 h 968"/>
                <a:gd name="T68" fmla="*/ 2147483647 w 320"/>
                <a:gd name="T69" fmla="*/ 2147483647 h 968"/>
                <a:gd name="T70" fmla="*/ 2147483647 w 320"/>
                <a:gd name="T71" fmla="*/ 2147483647 h 968"/>
                <a:gd name="T72" fmla="*/ 2147483647 w 320"/>
                <a:gd name="T73" fmla="*/ 2147483647 h 968"/>
                <a:gd name="T74" fmla="*/ 2147483647 w 320"/>
                <a:gd name="T75" fmla="*/ 2147483647 h 968"/>
                <a:gd name="T76" fmla="*/ 2147483647 w 320"/>
                <a:gd name="T77" fmla="*/ 2147483647 h 968"/>
                <a:gd name="T78" fmla="*/ 2147483647 w 320"/>
                <a:gd name="T79" fmla="*/ 2147483647 h 968"/>
                <a:gd name="T80" fmla="*/ 2147483647 w 320"/>
                <a:gd name="T81" fmla="*/ 2147483647 h 968"/>
                <a:gd name="T82" fmla="*/ 2147483647 w 320"/>
                <a:gd name="T83" fmla="*/ 2147483647 h 968"/>
                <a:gd name="T84" fmla="*/ 2147483647 w 320"/>
                <a:gd name="T85" fmla="*/ 2147483647 h 968"/>
                <a:gd name="T86" fmla="*/ 2147483647 w 320"/>
                <a:gd name="T87" fmla="*/ 2147483647 h 968"/>
                <a:gd name="T88" fmla="*/ 2147483647 w 320"/>
                <a:gd name="T89" fmla="*/ 2147483647 h 968"/>
                <a:gd name="T90" fmla="*/ 2147483647 w 320"/>
                <a:gd name="T91" fmla="*/ 2147483647 h 968"/>
                <a:gd name="T92" fmla="*/ 2147483647 w 320"/>
                <a:gd name="T93" fmla="*/ 2147483647 h 968"/>
                <a:gd name="T94" fmla="*/ 2147483647 w 320"/>
                <a:gd name="T95" fmla="*/ 2147483647 h 968"/>
                <a:gd name="T96" fmla="*/ 2147483647 w 320"/>
                <a:gd name="T97" fmla="*/ 2147483647 h 968"/>
                <a:gd name="T98" fmla="*/ 2147483647 w 320"/>
                <a:gd name="T99" fmla="*/ 2147483647 h 968"/>
                <a:gd name="T100" fmla="*/ 2147483647 w 320"/>
                <a:gd name="T101" fmla="*/ 2147483647 h 968"/>
                <a:gd name="T102" fmla="*/ 2147483647 w 320"/>
                <a:gd name="T103" fmla="*/ 2147483647 h 968"/>
                <a:gd name="T104" fmla="*/ 2147483647 w 320"/>
                <a:gd name="T105" fmla="*/ 2147483647 h 968"/>
                <a:gd name="T106" fmla="*/ 2147483647 w 320"/>
                <a:gd name="T107" fmla="*/ 2147483647 h 968"/>
                <a:gd name="T108" fmla="*/ 2147483647 w 320"/>
                <a:gd name="T109" fmla="*/ 0 h 96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320"/>
                <a:gd name="T166" fmla="*/ 0 h 968"/>
                <a:gd name="T167" fmla="*/ 320 w 320"/>
                <a:gd name="T168" fmla="*/ 968 h 96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320" h="968">
                  <a:moveTo>
                    <a:pt x="150" y="0"/>
                  </a:moveTo>
                  <a:lnTo>
                    <a:pt x="320" y="0"/>
                  </a:lnTo>
                  <a:lnTo>
                    <a:pt x="317" y="968"/>
                  </a:lnTo>
                  <a:lnTo>
                    <a:pt x="150" y="960"/>
                  </a:lnTo>
                  <a:lnTo>
                    <a:pt x="144" y="957"/>
                  </a:lnTo>
                  <a:lnTo>
                    <a:pt x="138" y="956"/>
                  </a:lnTo>
                  <a:lnTo>
                    <a:pt x="130" y="951"/>
                  </a:lnTo>
                  <a:lnTo>
                    <a:pt x="121" y="947"/>
                  </a:lnTo>
                  <a:lnTo>
                    <a:pt x="112" y="938"/>
                  </a:lnTo>
                  <a:lnTo>
                    <a:pt x="102" y="929"/>
                  </a:lnTo>
                  <a:lnTo>
                    <a:pt x="94" y="918"/>
                  </a:lnTo>
                  <a:lnTo>
                    <a:pt x="86" y="908"/>
                  </a:lnTo>
                  <a:lnTo>
                    <a:pt x="80" y="897"/>
                  </a:lnTo>
                  <a:lnTo>
                    <a:pt x="75" y="884"/>
                  </a:lnTo>
                  <a:lnTo>
                    <a:pt x="69" y="876"/>
                  </a:lnTo>
                  <a:lnTo>
                    <a:pt x="62" y="860"/>
                  </a:lnTo>
                  <a:lnTo>
                    <a:pt x="57" y="843"/>
                  </a:lnTo>
                  <a:lnTo>
                    <a:pt x="51" y="828"/>
                  </a:lnTo>
                  <a:lnTo>
                    <a:pt x="47" y="816"/>
                  </a:lnTo>
                  <a:lnTo>
                    <a:pt x="43" y="806"/>
                  </a:lnTo>
                  <a:lnTo>
                    <a:pt x="36" y="782"/>
                  </a:lnTo>
                  <a:lnTo>
                    <a:pt x="30" y="758"/>
                  </a:lnTo>
                  <a:lnTo>
                    <a:pt x="24" y="731"/>
                  </a:lnTo>
                  <a:lnTo>
                    <a:pt x="18" y="702"/>
                  </a:lnTo>
                  <a:lnTo>
                    <a:pt x="13" y="669"/>
                  </a:lnTo>
                  <a:lnTo>
                    <a:pt x="10" y="639"/>
                  </a:lnTo>
                  <a:lnTo>
                    <a:pt x="5" y="605"/>
                  </a:lnTo>
                  <a:lnTo>
                    <a:pt x="3" y="564"/>
                  </a:lnTo>
                  <a:lnTo>
                    <a:pt x="0" y="525"/>
                  </a:lnTo>
                  <a:lnTo>
                    <a:pt x="1" y="480"/>
                  </a:lnTo>
                  <a:lnTo>
                    <a:pt x="2" y="419"/>
                  </a:lnTo>
                  <a:lnTo>
                    <a:pt x="5" y="363"/>
                  </a:lnTo>
                  <a:lnTo>
                    <a:pt x="10" y="321"/>
                  </a:lnTo>
                  <a:lnTo>
                    <a:pt x="15" y="281"/>
                  </a:lnTo>
                  <a:lnTo>
                    <a:pt x="19" y="249"/>
                  </a:lnTo>
                  <a:lnTo>
                    <a:pt x="24" y="224"/>
                  </a:lnTo>
                  <a:lnTo>
                    <a:pt x="32" y="191"/>
                  </a:lnTo>
                  <a:lnTo>
                    <a:pt x="44" y="152"/>
                  </a:lnTo>
                  <a:lnTo>
                    <a:pt x="53" y="125"/>
                  </a:lnTo>
                  <a:lnTo>
                    <a:pt x="61" y="105"/>
                  </a:lnTo>
                  <a:lnTo>
                    <a:pt x="66" y="93"/>
                  </a:lnTo>
                  <a:lnTo>
                    <a:pt x="73" y="78"/>
                  </a:lnTo>
                  <a:lnTo>
                    <a:pt x="78" y="68"/>
                  </a:lnTo>
                  <a:lnTo>
                    <a:pt x="82" y="59"/>
                  </a:lnTo>
                  <a:lnTo>
                    <a:pt x="88" y="50"/>
                  </a:lnTo>
                  <a:lnTo>
                    <a:pt x="95" y="41"/>
                  </a:lnTo>
                  <a:lnTo>
                    <a:pt x="102" y="32"/>
                  </a:lnTo>
                  <a:lnTo>
                    <a:pt x="108" y="24"/>
                  </a:lnTo>
                  <a:lnTo>
                    <a:pt x="114" y="20"/>
                  </a:lnTo>
                  <a:lnTo>
                    <a:pt x="120" y="14"/>
                  </a:lnTo>
                  <a:lnTo>
                    <a:pt x="127" y="9"/>
                  </a:lnTo>
                  <a:lnTo>
                    <a:pt x="133" y="5"/>
                  </a:lnTo>
                  <a:lnTo>
                    <a:pt x="139" y="3"/>
                  </a:lnTo>
                  <a:lnTo>
                    <a:pt x="144" y="2"/>
                  </a:lnTo>
                  <a:lnTo>
                    <a:pt x="150" y="0"/>
                  </a:lnTo>
                  <a:close/>
                </a:path>
              </a:pathLst>
            </a:custGeom>
            <a:solidFill>
              <a:srgbClr val="202020"/>
            </a:solidFill>
            <a:ln w="9525">
              <a:noFill/>
              <a:round/>
              <a:headEnd/>
              <a:tailEnd/>
            </a:ln>
          </p:spPr>
          <p:txBody>
            <a:bodyPr/>
            <a:lstStyle/>
            <a:p>
              <a:endParaRPr lang="nl-BE"/>
            </a:p>
          </p:txBody>
        </p:sp>
        <p:sp>
          <p:nvSpPr>
            <p:cNvPr id="12868" name="Oval 198"/>
            <p:cNvSpPr>
              <a:spLocks noChangeArrowheads="1"/>
            </p:cNvSpPr>
            <p:nvPr/>
          </p:nvSpPr>
          <p:spPr bwMode="auto">
            <a:xfrm rot="-155667">
              <a:off x="3035300" y="4260850"/>
              <a:ext cx="288925" cy="425450"/>
            </a:xfrm>
            <a:prstGeom prst="ellipse">
              <a:avLst/>
            </a:prstGeom>
            <a:solidFill>
              <a:srgbClr val="404040"/>
            </a:solidFill>
            <a:ln w="9525">
              <a:noFill/>
              <a:round/>
              <a:headEnd/>
              <a:tailEnd/>
            </a:ln>
          </p:spPr>
          <p:txBody>
            <a:bodyPr/>
            <a:lstStyle/>
            <a:p>
              <a:pPr algn="ctr" eaLnBrk="0" hangingPunct="0"/>
              <a:endParaRPr lang="nl-BE"/>
            </a:p>
          </p:txBody>
        </p:sp>
        <p:sp>
          <p:nvSpPr>
            <p:cNvPr id="12869" name="Oval 199"/>
            <p:cNvSpPr>
              <a:spLocks noChangeArrowheads="1"/>
            </p:cNvSpPr>
            <p:nvPr/>
          </p:nvSpPr>
          <p:spPr bwMode="auto">
            <a:xfrm rot="-155667">
              <a:off x="3094038" y="4348163"/>
              <a:ext cx="169862" cy="250825"/>
            </a:xfrm>
            <a:prstGeom prst="ellipse">
              <a:avLst/>
            </a:prstGeom>
            <a:solidFill>
              <a:srgbClr val="A0A0A0"/>
            </a:solidFill>
            <a:ln w="9525">
              <a:noFill/>
              <a:round/>
              <a:headEnd/>
              <a:tailEnd/>
            </a:ln>
          </p:spPr>
          <p:txBody>
            <a:bodyPr/>
            <a:lstStyle/>
            <a:p>
              <a:pPr algn="ctr" eaLnBrk="0" hangingPunct="0"/>
              <a:endParaRPr lang="nl-BE"/>
            </a:p>
          </p:txBody>
        </p:sp>
        <p:sp>
          <p:nvSpPr>
            <p:cNvPr id="12870" name="Oval 200"/>
            <p:cNvSpPr>
              <a:spLocks noChangeArrowheads="1"/>
            </p:cNvSpPr>
            <p:nvPr/>
          </p:nvSpPr>
          <p:spPr bwMode="auto">
            <a:xfrm rot="-155667">
              <a:off x="3094038" y="4354513"/>
              <a:ext cx="157162" cy="234950"/>
            </a:xfrm>
            <a:prstGeom prst="ellipse">
              <a:avLst/>
            </a:prstGeom>
            <a:solidFill>
              <a:srgbClr val="808080"/>
            </a:solidFill>
            <a:ln w="9525">
              <a:noFill/>
              <a:round/>
              <a:headEnd/>
              <a:tailEnd/>
            </a:ln>
          </p:spPr>
          <p:txBody>
            <a:bodyPr/>
            <a:lstStyle/>
            <a:p>
              <a:pPr algn="ctr" eaLnBrk="0" hangingPunct="0"/>
              <a:endParaRPr lang="nl-BE"/>
            </a:p>
          </p:txBody>
        </p:sp>
        <p:sp>
          <p:nvSpPr>
            <p:cNvPr id="12871" name="Oval 201"/>
            <p:cNvSpPr>
              <a:spLocks noChangeArrowheads="1"/>
            </p:cNvSpPr>
            <p:nvPr/>
          </p:nvSpPr>
          <p:spPr bwMode="auto">
            <a:xfrm rot="-155667">
              <a:off x="3165475" y="4452938"/>
              <a:ext cx="28575" cy="41275"/>
            </a:xfrm>
            <a:prstGeom prst="ellipse">
              <a:avLst/>
            </a:prstGeom>
            <a:solidFill>
              <a:srgbClr val="404040"/>
            </a:solidFill>
            <a:ln w="9525">
              <a:noFill/>
              <a:round/>
              <a:headEnd/>
              <a:tailEnd/>
            </a:ln>
          </p:spPr>
          <p:txBody>
            <a:bodyPr/>
            <a:lstStyle/>
            <a:p>
              <a:pPr algn="ctr" eaLnBrk="0" hangingPunct="0"/>
              <a:endParaRPr lang="nl-BE"/>
            </a:p>
          </p:txBody>
        </p:sp>
        <p:sp>
          <p:nvSpPr>
            <p:cNvPr id="12872" name="Freeform 202"/>
            <p:cNvSpPr>
              <a:spLocks/>
            </p:cNvSpPr>
            <p:nvPr/>
          </p:nvSpPr>
          <p:spPr bwMode="auto">
            <a:xfrm rot="-155667">
              <a:off x="4297363" y="3606800"/>
              <a:ext cx="474662" cy="149225"/>
            </a:xfrm>
            <a:custGeom>
              <a:avLst/>
              <a:gdLst>
                <a:gd name="T0" fmla="*/ 2147483647 w 531"/>
                <a:gd name="T1" fmla="*/ 0 h 342"/>
                <a:gd name="T2" fmla="*/ 2147483647 w 531"/>
                <a:gd name="T3" fmla="*/ 2147483647 h 342"/>
                <a:gd name="T4" fmla="*/ 2147483647 w 531"/>
                <a:gd name="T5" fmla="*/ 2147483647 h 342"/>
                <a:gd name="T6" fmla="*/ 2147483647 w 531"/>
                <a:gd name="T7" fmla="*/ 2147483647 h 342"/>
                <a:gd name="T8" fmla="*/ 2147483647 w 531"/>
                <a:gd name="T9" fmla="*/ 2147483647 h 342"/>
                <a:gd name="T10" fmla="*/ 2147483647 w 531"/>
                <a:gd name="T11" fmla="*/ 2147483647 h 342"/>
                <a:gd name="T12" fmla="*/ 2147483647 w 531"/>
                <a:gd name="T13" fmla="*/ 2147483647 h 342"/>
                <a:gd name="T14" fmla="*/ 2147483647 w 531"/>
                <a:gd name="T15" fmla="*/ 2147483647 h 342"/>
                <a:gd name="T16" fmla="*/ 2147483647 w 531"/>
                <a:gd name="T17" fmla="*/ 2147483647 h 342"/>
                <a:gd name="T18" fmla="*/ 0 w 531"/>
                <a:gd name="T19" fmla="*/ 2147483647 h 342"/>
                <a:gd name="T20" fmla="*/ 0 w 531"/>
                <a:gd name="T21" fmla="*/ 0 h 342"/>
                <a:gd name="T22" fmla="*/ 2147483647 w 531"/>
                <a:gd name="T23" fmla="*/ 0 h 34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31"/>
                <a:gd name="T37" fmla="*/ 0 h 342"/>
                <a:gd name="T38" fmla="*/ 531 w 531"/>
                <a:gd name="T39" fmla="*/ 342 h 34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31" h="342">
                  <a:moveTo>
                    <a:pt x="397" y="0"/>
                  </a:moveTo>
                  <a:lnTo>
                    <a:pt x="412" y="3"/>
                  </a:lnTo>
                  <a:lnTo>
                    <a:pt x="424" y="9"/>
                  </a:lnTo>
                  <a:lnTo>
                    <a:pt x="434" y="15"/>
                  </a:lnTo>
                  <a:lnTo>
                    <a:pt x="442" y="27"/>
                  </a:lnTo>
                  <a:lnTo>
                    <a:pt x="448" y="39"/>
                  </a:lnTo>
                  <a:lnTo>
                    <a:pt x="454" y="54"/>
                  </a:lnTo>
                  <a:lnTo>
                    <a:pt x="531" y="342"/>
                  </a:lnTo>
                  <a:lnTo>
                    <a:pt x="384" y="260"/>
                  </a:lnTo>
                  <a:lnTo>
                    <a:pt x="0" y="260"/>
                  </a:lnTo>
                  <a:lnTo>
                    <a:pt x="0" y="0"/>
                  </a:lnTo>
                  <a:lnTo>
                    <a:pt x="397" y="0"/>
                  </a:lnTo>
                  <a:close/>
                </a:path>
              </a:pathLst>
            </a:custGeom>
            <a:solidFill>
              <a:srgbClr val="E0E0E0"/>
            </a:solidFill>
            <a:ln w="6350">
              <a:solidFill>
                <a:srgbClr val="000000"/>
              </a:solidFill>
              <a:prstDash val="solid"/>
              <a:round/>
              <a:headEnd/>
              <a:tailEnd/>
            </a:ln>
          </p:spPr>
          <p:txBody>
            <a:bodyPr/>
            <a:lstStyle/>
            <a:p>
              <a:endParaRPr lang="nl-BE"/>
            </a:p>
          </p:txBody>
        </p:sp>
        <p:sp>
          <p:nvSpPr>
            <p:cNvPr id="12873" name="Freeform 203"/>
            <p:cNvSpPr>
              <a:spLocks/>
            </p:cNvSpPr>
            <p:nvPr/>
          </p:nvSpPr>
          <p:spPr bwMode="auto">
            <a:xfrm rot="-155667">
              <a:off x="4376738" y="3616325"/>
              <a:ext cx="333375" cy="120650"/>
            </a:xfrm>
            <a:custGeom>
              <a:avLst/>
              <a:gdLst>
                <a:gd name="T0" fmla="*/ 2147483647 w 372"/>
                <a:gd name="T1" fmla="*/ 2147483647 h 278"/>
                <a:gd name="T2" fmla="*/ 2147483647 w 372"/>
                <a:gd name="T3" fmla="*/ 2147483647 h 278"/>
                <a:gd name="T4" fmla="*/ 2147483647 w 372"/>
                <a:gd name="T5" fmla="*/ 2147483647 h 278"/>
                <a:gd name="T6" fmla="*/ 2147483647 w 372"/>
                <a:gd name="T7" fmla="*/ 2147483647 h 278"/>
                <a:gd name="T8" fmla="*/ 2147483647 w 372"/>
                <a:gd name="T9" fmla="*/ 2147483647 h 278"/>
                <a:gd name="T10" fmla="*/ 2147483647 w 372"/>
                <a:gd name="T11" fmla="*/ 2147483647 h 278"/>
                <a:gd name="T12" fmla="*/ 2147483647 w 372"/>
                <a:gd name="T13" fmla="*/ 2147483647 h 278"/>
                <a:gd name="T14" fmla="*/ 2147483647 w 372"/>
                <a:gd name="T15" fmla="*/ 0 h 278"/>
                <a:gd name="T16" fmla="*/ 2147483647 w 372"/>
                <a:gd name="T17" fmla="*/ 0 h 278"/>
                <a:gd name="T18" fmla="*/ 2147483647 w 372"/>
                <a:gd name="T19" fmla="*/ 2147483647 h 278"/>
                <a:gd name="T20" fmla="*/ 2147483647 w 372"/>
                <a:gd name="T21" fmla="*/ 2147483647 h 278"/>
                <a:gd name="T22" fmla="*/ 0 w 372"/>
                <a:gd name="T23" fmla="*/ 2147483647 h 278"/>
                <a:gd name="T24" fmla="*/ 0 w 372"/>
                <a:gd name="T25" fmla="*/ 2147483647 h 278"/>
                <a:gd name="T26" fmla="*/ 2147483647 w 372"/>
                <a:gd name="T27" fmla="*/ 2147483647 h 27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72"/>
                <a:gd name="T43" fmla="*/ 0 h 278"/>
                <a:gd name="T44" fmla="*/ 372 w 372"/>
                <a:gd name="T45" fmla="*/ 278 h 27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72" h="278">
                  <a:moveTo>
                    <a:pt x="372" y="278"/>
                  </a:moveTo>
                  <a:lnTo>
                    <a:pt x="349" y="72"/>
                  </a:lnTo>
                  <a:lnTo>
                    <a:pt x="345" y="50"/>
                  </a:lnTo>
                  <a:lnTo>
                    <a:pt x="339" y="33"/>
                  </a:lnTo>
                  <a:lnTo>
                    <a:pt x="333" y="20"/>
                  </a:lnTo>
                  <a:lnTo>
                    <a:pt x="325" y="9"/>
                  </a:lnTo>
                  <a:lnTo>
                    <a:pt x="315" y="3"/>
                  </a:lnTo>
                  <a:lnTo>
                    <a:pt x="305" y="0"/>
                  </a:lnTo>
                  <a:lnTo>
                    <a:pt x="32" y="0"/>
                  </a:lnTo>
                  <a:lnTo>
                    <a:pt x="18" y="8"/>
                  </a:lnTo>
                  <a:lnTo>
                    <a:pt x="6" y="18"/>
                  </a:lnTo>
                  <a:lnTo>
                    <a:pt x="0" y="38"/>
                  </a:lnTo>
                  <a:lnTo>
                    <a:pt x="0" y="278"/>
                  </a:lnTo>
                  <a:lnTo>
                    <a:pt x="372" y="278"/>
                  </a:lnTo>
                  <a:close/>
                </a:path>
              </a:pathLst>
            </a:custGeom>
            <a:solidFill>
              <a:srgbClr val="202020"/>
            </a:solidFill>
            <a:ln w="6350">
              <a:solidFill>
                <a:srgbClr val="000000"/>
              </a:solidFill>
              <a:prstDash val="solid"/>
              <a:round/>
              <a:headEnd/>
              <a:tailEnd/>
            </a:ln>
          </p:spPr>
          <p:txBody>
            <a:bodyPr/>
            <a:lstStyle/>
            <a:p>
              <a:endParaRPr lang="nl-BE"/>
            </a:p>
          </p:txBody>
        </p:sp>
        <p:sp>
          <p:nvSpPr>
            <p:cNvPr id="12874" name="Freeform 204"/>
            <p:cNvSpPr>
              <a:spLocks/>
            </p:cNvSpPr>
            <p:nvPr/>
          </p:nvSpPr>
          <p:spPr bwMode="auto">
            <a:xfrm rot="-155667">
              <a:off x="4584700" y="4083050"/>
              <a:ext cx="368300" cy="153988"/>
            </a:xfrm>
            <a:custGeom>
              <a:avLst/>
              <a:gdLst>
                <a:gd name="T0" fmla="*/ 0 w 413"/>
                <a:gd name="T1" fmla="*/ 2147483647 h 352"/>
                <a:gd name="T2" fmla="*/ 2147483647 w 413"/>
                <a:gd name="T3" fmla="*/ 0 h 352"/>
                <a:gd name="T4" fmla="*/ 2147483647 w 413"/>
                <a:gd name="T5" fmla="*/ 2147483647 h 352"/>
                <a:gd name="T6" fmla="*/ 2147483647 w 413"/>
                <a:gd name="T7" fmla="*/ 2147483647 h 352"/>
                <a:gd name="T8" fmla="*/ 2147483647 w 413"/>
                <a:gd name="T9" fmla="*/ 2147483647 h 352"/>
                <a:gd name="T10" fmla="*/ 2147483647 w 413"/>
                <a:gd name="T11" fmla="*/ 2147483647 h 352"/>
                <a:gd name="T12" fmla="*/ 2147483647 w 413"/>
                <a:gd name="T13" fmla="*/ 2147483647 h 352"/>
                <a:gd name="T14" fmla="*/ 2147483647 w 413"/>
                <a:gd name="T15" fmla="*/ 2147483647 h 352"/>
                <a:gd name="T16" fmla="*/ 2147483647 w 413"/>
                <a:gd name="T17" fmla="*/ 2147483647 h 352"/>
                <a:gd name="T18" fmla="*/ 2147483647 w 413"/>
                <a:gd name="T19" fmla="*/ 2147483647 h 352"/>
                <a:gd name="T20" fmla="*/ 2147483647 w 413"/>
                <a:gd name="T21" fmla="*/ 2147483647 h 352"/>
                <a:gd name="T22" fmla="*/ 2147483647 w 413"/>
                <a:gd name="T23" fmla="*/ 2147483647 h 352"/>
                <a:gd name="T24" fmla="*/ 2147483647 w 413"/>
                <a:gd name="T25" fmla="*/ 2147483647 h 352"/>
                <a:gd name="T26" fmla="*/ 2147483647 w 413"/>
                <a:gd name="T27" fmla="*/ 2147483647 h 352"/>
                <a:gd name="T28" fmla="*/ 2147483647 w 413"/>
                <a:gd name="T29" fmla="*/ 2147483647 h 352"/>
                <a:gd name="T30" fmla="*/ 0 w 413"/>
                <a:gd name="T31" fmla="*/ 2147483647 h 352"/>
                <a:gd name="T32" fmla="*/ 0 w 413"/>
                <a:gd name="T33" fmla="*/ 2147483647 h 35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13"/>
                <a:gd name="T52" fmla="*/ 0 h 352"/>
                <a:gd name="T53" fmla="*/ 413 w 413"/>
                <a:gd name="T54" fmla="*/ 352 h 35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13" h="352">
                  <a:moveTo>
                    <a:pt x="0" y="33"/>
                  </a:moveTo>
                  <a:lnTo>
                    <a:pt x="387" y="0"/>
                  </a:lnTo>
                  <a:lnTo>
                    <a:pt x="413" y="33"/>
                  </a:lnTo>
                  <a:lnTo>
                    <a:pt x="413" y="156"/>
                  </a:lnTo>
                  <a:lnTo>
                    <a:pt x="384" y="165"/>
                  </a:lnTo>
                  <a:lnTo>
                    <a:pt x="413" y="222"/>
                  </a:lnTo>
                  <a:lnTo>
                    <a:pt x="413" y="324"/>
                  </a:lnTo>
                  <a:lnTo>
                    <a:pt x="398" y="342"/>
                  </a:lnTo>
                  <a:lnTo>
                    <a:pt x="353" y="352"/>
                  </a:lnTo>
                  <a:lnTo>
                    <a:pt x="353" y="132"/>
                  </a:lnTo>
                  <a:lnTo>
                    <a:pt x="350" y="112"/>
                  </a:lnTo>
                  <a:lnTo>
                    <a:pt x="345" y="94"/>
                  </a:lnTo>
                  <a:lnTo>
                    <a:pt x="336" y="84"/>
                  </a:lnTo>
                  <a:lnTo>
                    <a:pt x="326" y="76"/>
                  </a:lnTo>
                  <a:lnTo>
                    <a:pt x="321" y="75"/>
                  </a:lnTo>
                  <a:lnTo>
                    <a:pt x="0" y="94"/>
                  </a:lnTo>
                  <a:lnTo>
                    <a:pt x="0" y="33"/>
                  </a:lnTo>
                  <a:close/>
                </a:path>
              </a:pathLst>
            </a:custGeom>
            <a:solidFill>
              <a:srgbClr val="C0C0C0"/>
            </a:solidFill>
            <a:ln w="6350">
              <a:solidFill>
                <a:srgbClr val="000000"/>
              </a:solidFill>
              <a:prstDash val="solid"/>
              <a:round/>
              <a:headEnd/>
              <a:tailEnd/>
            </a:ln>
          </p:spPr>
          <p:txBody>
            <a:bodyPr/>
            <a:lstStyle/>
            <a:p>
              <a:endParaRPr lang="nl-BE"/>
            </a:p>
          </p:txBody>
        </p:sp>
        <p:sp>
          <p:nvSpPr>
            <p:cNvPr id="12875" name="Freeform 205"/>
            <p:cNvSpPr>
              <a:spLocks/>
            </p:cNvSpPr>
            <p:nvPr/>
          </p:nvSpPr>
          <p:spPr bwMode="auto">
            <a:xfrm rot="-155667">
              <a:off x="4435475" y="3719513"/>
              <a:ext cx="211138" cy="414337"/>
            </a:xfrm>
            <a:custGeom>
              <a:avLst/>
              <a:gdLst>
                <a:gd name="T0" fmla="*/ 0 w 237"/>
                <a:gd name="T1" fmla="*/ 0 h 949"/>
                <a:gd name="T2" fmla="*/ 2147483647 w 237"/>
                <a:gd name="T3" fmla="*/ 2147483647 h 949"/>
                <a:gd name="T4" fmla="*/ 2147483647 w 237"/>
                <a:gd name="T5" fmla="*/ 2147483647 h 949"/>
                <a:gd name="T6" fmla="*/ 0 w 237"/>
                <a:gd name="T7" fmla="*/ 2147483647 h 949"/>
                <a:gd name="T8" fmla="*/ 0 w 237"/>
                <a:gd name="T9" fmla="*/ 0 h 949"/>
                <a:gd name="T10" fmla="*/ 0 60000 65536"/>
                <a:gd name="T11" fmla="*/ 0 60000 65536"/>
                <a:gd name="T12" fmla="*/ 0 60000 65536"/>
                <a:gd name="T13" fmla="*/ 0 60000 65536"/>
                <a:gd name="T14" fmla="*/ 0 60000 65536"/>
                <a:gd name="T15" fmla="*/ 0 w 237"/>
                <a:gd name="T16" fmla="*/ 0 h 949"/>
                <a:gd name="T17" fmla="*/ 237 w 237"/>
                <a:gd name="T18" fmla="*/ 949 h 949"/>
              </a:gdLst>
              <a:ahLst/>
              <a:cxnLst>
                <a:cxn ang="T10">
                  <a:pos x="T0" y="T1"/>
                </a:cxn>
                <a:cxn ang="T11">
                  <a:pos x="T2" y="T3"/>
                </a:cxn>
                <a:cxn ang="T12">
                  <a:pos x="T4" y="T5"/>
                </a:cxn>
                <a:cxn ang="T13">
                  <a:pos x="T6" y="T7"/>
                </a:cxn>
                <a:cxn ang="T14">
                  <a:pos x="T8" y="T9"/>
                </a:cxn>
              </a:cxnLst>
              <a:rect l="T15" t="T16" r="T17" b="T18"/>
              <a:pathLst>
                <a:path w="237" h="949">
                  <a:moveTo>
                    <a:pt x="0" y="0"/>
                  </a:moveTo>
                  <a:lnTo>
                    <a:pt x="237" y="4"/>
                  </a:lnTo>
                  <a:lnTo>
                    <a:pt x="237" y="949"/>
                  </a:lnTo>
                  <a:lnTo>
                    <a:pt x="0" y="949"/>
                  </a:lnTo>
                  <a:lnTo>
                    <a:pt x="0" y="0"/>
                  </a:lnTo>
                  <a:close/>
                </a:path>
              </a:pathLst>
            </a:custGeom>
            <a:solidFill>
              <a:srgbClr val="E0E0E0"/>
            </a:solidFill>
            <a:ln w="6350">
              <a:solidFill>
                <a:srgbClr val="000000"/>
              </a:solidFill>
              <a:prstDash val="solid"/>
              <a:round/>
              <a:headEnd/>
              <a:tailEnd/>
            </a:ln>
          </p:spPr>
          <p:txBody>
            <a:bodyPr/>
            <a:lstStyle/>
            <a:p>
              <a:endParaRPr lang="nl-BE"/>
            </a:p>
          </p:txBody>
        </p:sp>
        <p:sp>
          <p:nvSpPr>
            <p:cNvPr id="12876" name="Rectangle 206"/>
            <p:cNvSpPr>
              <a:spLocks noChangeArrowheads="1"/>
            </p:cNvSpPr>
            <p:nvPr/>
          </p:nvSpPr>
          <p:spPr bwMode="auto">
            <a:xfrm rot="-155667">
              <a:off x="4438650" y="3779838"/>
              <a:ext cx="204788" cy="349250"/>
            </a:xfrm>
            <a:prstGeom prst="rect">
              <a:avLst/>
            </a:prstGeom>
            <a:solidFill>
              <a:srgbClr val="A0A0A0"/>
            </a:solidFill>
            <a:ln w="6350">
              <a:solidFill>
                <a:srgbClr val="000000"/>
              </a:solidFill>
              <a:miter lim="800000"/>
              <a:headEnd/>
              <a:tailEnd/>
            </a:ln>
          </p:spPr>
          <p:txBody>
            <a:bodyPr/>
            <a:lstStyle/>
            <a:p>
              <a:pPr algn="ctr" eaLnBrk="0" hangingPunct="0"/>
              <a:endParaRPr lang="nl-BE"/>
            </a:p>
          </p:txBody>
        </p:sp>
        <p:sp>
          <p:nvSpPr>
            <p:cNvPr id="12877" name="Freeform 207"/>
            <p:cNvSpPr>
              <a:spLocks/>
            </p:cNvSpPr>
            <p:nvPr/>
          </p:nvSpPr>
          <p:spPr bwMode="auto">
            <a:xfrm rot="-155667">
              <a:off x="4645025" y="3706813"/>
              <a:ext cx="265113" cy="411162"/>
            </a:xfrm>
            <a:custGeom>
              <a:avLst/>
              <a:gdLst>
                <a:gd name="T0" fmla="*/ 0 w 296"/>
                <a:gd name="T1" fmla="*/ 0 h 941"/>
                <a:gd name="T2" fmla="*/ 2147483647 w 296"/>
                <a:gd name="T3" fmla="*/ 2147483647 h 941"/>
                <a:gd name="T4" fmla="*/ 2147483647 w 296"/>
                <a:gd name="T5" fmla="*/ 2147483647 h 941"/>
                <a:gd name="T6" fmla="*/ 2147483647 w 296"/>
                <a:gd name="T7" fmla="*/ 2147483647 h 941"/>
                <a:gd name="T8" fmla="*/ 2147483647 w 296"/>
                <a:gd name="T9" fmla="*/ 2147483647 h 941"/>
                <a:gd name="T10" fmla="*/ 2147483647 w 296"/>
                <a:gd name="T11" fmla="*/ 2147483647 h 941"/>
                <a:gd name="T12" fmla="*/ 2147483647 w 296"/>
                <a:gd name="T13" fmla="*/ 2147483647 h 941"/>
                <a:gd name="T14" fmla="*/ 2147483647 w 296"/>
                <a:gd name="T15" fmla="*/ 2147483647 h 941"/>
                <a:gd name="T16" fmla="*/ 2147483647 w 296"/>
                <a:gd name="T17" fmla="*/ 2147483647 h 941"/>
                <a:gd name="T18" fmla="*/ 2147483647 w 296"/>
                <a:gd name="T19" fmla="*/ 2147483647 h 941"/>
                <a:gd name="T20" fmla="*/ 2147483647 w 296"/>
                <a:gd name="T21" fmla="*/ 2147483647 h 941"/>
                <a:gd name="T22" fmla="*/ 2147483647 w 296"/>
                <a:gd name="T23" fmla="*/ 2147483647 h 941"/>
                <a:gd name="T24" fmla="*/ 2147483647 w 296"/>
                <a:gd name="T25" fmla="*/ 2147483647 h 941"/>
                <a:gd name="T26" fmla="*/ 2147483647 w 296"/>
                <a:gd name="T27" fmla="*/ 2147483647 h 941"/>
                <a:gd name="T28" fmla="*/ 2147483647 w 296"/>
                <a:gd name="T29" fmla="*/ 2147483647 h 941"/>
                <a:gd name="T30" fmla="*/ 2147483647 w 296"/>
                <a:gd name="T31" fmla="*/ 2147483647 h 941"/>
                <a:gd name="T32" fmla="*/ 2147483647 w 296"/>
                <a:gd name="T33" fmla="*/ 2147483647 h 941"/>
                <a:gd name="T34" fmla="*/ 2147483647 w 296"/>
                <a:gd name="T35" fmla="*/ 2147483647 h 941"/>
                <a:gd name="T36" fmla="*/ 2147483647 w 296"/>
                <a:gd name="T37" fmla="*/ 2147483647 h 941"/>
                <a:gd name="T38" fmla="*/ 2147483647 w 296"/>
                <a:gd name="T39" fmla="*/ 2147483647 h 941"/>
                <a:gd name="T40" fmla="*/ 0 w 296"/>
                <a:gd name="T41" fmla="*/ 2147483647 h 941"/>
                <a:gd name="T42" fmla="*/ 0 w 296"/>
                <a:gd name="T43" fmla="*/ 0 h 94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96"/>
                <a:gd name="T67" fmla="*/ 0 h 941"/>
                <a:gd name="T68" fmla="*/ 296 w 296"/>
                <a:gd name="T69" fmla="*/ 941 h 941"/>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96" h="941">
                  <a:moveTo>
                    <a:pt x="0" y="0"/>
                  </a:moveTo>
                  <a:lnTo>
                    <a:pt x="205" y="110"/>
                  </a:lnTo>
                  <a:lnTo>
                    <a:pt x="223" y="158"/>
                  </a:lnTo>
                  <a:lnTo>
                    <a:pt x="264" y="389"/>
                  </a:lnTo>
                  <a:lnTo>
                    <a:pt x="267" y="425"/>
                  </a:lnTo>
                  <a:lnTo>
                    <a:pt x="255" y="417"/>
                  </a:lnTo>
                  <a:lnTo>
                    <a:pt x="200" y="417"/>
                  </a:lnTo>
                  <a:lnTo>
                    <a:pt x="103" y="413"/>
                  </a:lnTo>
                  <a:lnTo>
                    <a:pt x="103" y="149"/>
                  </a:lnTo>
                  <a:lnTo>
                    <a:pt x="200" y="179"/>
                  </a:lnTo>
                  <a:lnTo>
                    <a:pt x="201" y="417"/>
                  </a:lnTo>
                  <a:lnTo>
                    <a:pt x="211" y="417"/>
                  </a:lnTo>
                  <a:lnTo>
                    <a:pt x="211" y="183"/>
                  </a:lnTo>
                  <a:lnTo>
                    <a:pt x="255" y="417"/>
                  </a:lnTo>
                  <a:lnTo>
                    <a:pt x="267" y="425"/>
                  </a:lnTo>
                  <a:lnTo>
                    <a:pt x="270" y="467"/>
                  </a:lnTo>
                  <a:lnTo>
                    <a:pt x="284" y="504"/>
                  </a:lnTo>
                  <a:lnTo>
                    <a:pt x="296" y="531"/>
                  </a:lnTo>
                  <a:lnTo>
                    <a:pt x="296" y="861"/>
                  </a:lnTo>
                  <a:lnTo>
                    <a:pt x="296" y="923"/>
                  </a:lnTo>
                  <a:lnTo>
                    <a:pt x="0" y="941"/>
                  </a:lnTo>
                  <a:lnTo>
                    <a:pt x="0" y="0"/>
                  </a:lnTo>
                  <a:close/>
                </a:path>
              </a:pathLst>
            </a:custGeom>
            <a:solidFill>
              <a:srgbClr val="E0E0E0"/>
            </a:solidFill>
            <a:ln w="6350">
              <a:solidFill>
                <a:srgbClr val="000000"/>
              </a:solidFill>
              <a:prstDash val="solid"/>
              <a:round/>
              <a:headEnd/>
              <a:tailEnd/>
            </a:ln>
          </p:spPr>
          <p:txBody>
            <a:bodyPr/>
            <a:lstStyle/>
            <a:p>
              <a:endParaRPr lang="nl-BE"/>
            </a:p>
          </p:txBody>
        </p:sp>
        <p:sp>
          <p:nvSpPr>
            <p:cNvPr id="12878" name="Freeform 208"/>
            <p:cNvSpPr>
              <a:spLocks/>
            </p:cNvSpPr>
            <p:nvPr/>
          </p:nvSpPr>
          <p:spPr bwMode="auto">
            <a:xfrm rot="-155667">
              <a:off x="4719638" y="3911600"/>
              <a:ext cx="147637" cy="157163"/>
            </a:xfrm>
            <a:custGeom>
              <a:avLst/>
              <a:gdLst>
                <a:gd name="T0" fmla="*/ 0 w 165"/>
                <a:gd name="T1" fmla="*/ 0 h 361"/>
                <a:gd name="T2" fmla="*/ 2147483647 w 165"/>
                <a:gd name="T3" fmla="*/ 2147483647 h 361"/>
                <a:gd name="T4" fmla="*/ 2147483647 w 165"/>
                <a:gd name="T5" fmla="*/ 2147483647 h 361"/>
                <a:gd name="T6" fmla="*/ 0 w 165"/>
                <a:gd name="T7" fmla="*/ 2147483647 h 361"/>
                <a:gd name="T8" fmla="*/ 0 w 165"/>
                <a:gd name="T9" fmla="*/ 0 h 361"/>
                <a:gd name="T10" fmla="*/ 0 60000 65536"/>
                <a:gd name="T11" fmla="*/ 0 60000 65536"/>
                <a:gd name="T12" fmla="*/ 0 60000 65536"/>
                <a:gd name="T13" fmla="*/ 0 60000 65536"/>
                <a:gd name="T14" fmla="*/ 0 60000 65536"/>
                <a:gd name="T15" fmla="*/ 0 w 165"/>
                <a:gd name="T16" fmla="*/ 0 h 361"/>
                <a:gd name="T17" fmla="*/ 165 w 165"/>
                <a:gd name="T18" fmla="*/ 361 h 361"/>
              </a:gdLst>
              <a:ahLst/>
              <a:cxnLst>
                <a:cxn ang="T10">
                  <a:pos x="T0" y="T1"/>
                </a:cxn>
                <a:cxn ang="T11">
                  <a:pos x="T2" y="T3"/>
                </a:cxn>
                <a:cxn ang="T12">
                  <a:pos x="T4" y="T5"/>
                </a:cxn>
                <a:cxn ang="T13">
                  <a:pos x="T6" y="T7"/>
                </a:cxn>
                <a:cxn ang="T14">
                  <a:pos x="T8" y="T9"/>
                </a:cxn>
              </a:cxnLst>
              <a:rect l="T15" t="T16" r="T17" b="T18"/>
              <a:pathLst>
                <a:path w="165" h="361">
                  <a:moveTo>
                    <a:pt x="0" y="0"/>
                  </a:moveTo>
                  <a:lnTo>
                    <a:pt x="165" y="6"/>
                  </a:lnTo>
                  <a:lnTo>
                    <a:pt x="165" y="354"/>
                  </a:lnTo>
                  <a:lnTo>
                    <a:pt x="0" y="361"/>
                  </a:lnTo>
                  <a:lnTo>
                    <a:pt x="0" y="0"/>
                  </a:lnTo>
                  <a:close/>
                </a:path>
              </a:pathLst>
            </a:custGeom>
            <a:solidFill>
              <a:srgbClr val="E0E0E0"/>
            </a:solidFill>
            <a:ln w="6350">
              <a:solidFill>
                <a:srgbClr val="000000"/>
              </a:solidFill>
              <a:prstDash val="solid"/>
              <a:round/>
              <a:headEnd/>
              <a:tailEnd/>
            </a:ln>
          </p:spPr>
          <p:txBody>
            <a:bodyPr/>
            <a:lstStyle/>
            <a:p>
              <a:endParaRPr lang="nl-BE"/>
            </a:p>
          </p:txBody>
        </p:sp>
        <p:sp>
          <p:nvSpPr>
            <p:cNvPr id="12879" name="Freeform 209"/>
            <p:cNvSpPr>
              <a:spLocks/>
            </p:cNvSpPr>
            <p:nvPr/>
          </p:nvSpPr>
          <p:spPr bwMode="auto">
            <a:xfrm rot="-155667">
              <a:off x="4740275" y="3895725"/>
              <a:ext cx="36513" cy="7938"/>
            </a:xfrm>
            <a:custGeom>
              <a:avLst/>
              <a:gdLst>
                <a:gd name="T0" fmla="*/ 0 w 39"/>
                <a:gd name="T1" fmla="*/ 0 h 17"/>
                <a:gd name="T2" fmla="*/ 2147483647 w 39"/>
                <a:gd name="T3" fmla="*/ 2147483647 h 17"/>
                <a:gd name="T4" fmla="*/ 2147483647 w 39"/>
                <a:gd name="T5" fmla="*/ 2147483647 h 17"/>
                <a:gd name="T6" fmla="*/ 2147483647 w 39"/>
                <a:gd name="T7" fmla="*/ 2147483647 h 17"/>
                <a:gd name="T8" fmla="*/ 0 w 39"/>
                <a:gd name="T9" fmla="*/ 0 h 17"/>
                <a:gd name="T10" fmla="*/ 0 60000 65536"/>
                <a:gd name="T11" fmla="*/ 0 60000 65536"/>
                <a:gd name="T12" fmla="*/ 0 60000 65536"/>
                <a:gd name="T13" fmla="*/ 0 60000 65536"/>
                <a:gd name="T14" fmla="*/ 0 60000 65536"/>
                <a:gd name="T15" fmla="*/ 0 w 39"/>
                <a:gd name="T16" fmla="*/ 0 h 17"/>
                <a:gd name="T17" fmla="*/ 39 w 39"/>
                <a:gd name="T18" fmla="*/ 17 h 17"/>
              </a:gdLst>
              <a:ahLst/>
              <a:cxnLst>
                <a:cxn ang="T10">
                  <a:pos x="T0" y="T1"/>
                </a:cxn>
                <a:cxn ang="T11">
                  <a:pos x="T2" y="T3"/>
                </a:cxn>
                <a:cxn ang="T12">
                  <a:pos x="T4" y="T5"/>
                </a:cxn>
                <a:cxn ang="T13">
                  <a:pos x="T6" y="T7"/>
                </a:cxn>
                <a:cxn ang="T14">
                  <a:pos x="T8" y="T9"/>
                </a:cxn>
              </a:cxnLst>
              <a:rect l="T15" t="T16" r="T17" b="T18"/>
              <a:pathLst>
                <a:path w="39" h="17">
                  <a:moveTo>
                    <a:pt x="0" y="0"/>
                  </a:moveTo>
                  <a:lnTo>
                    <a:pt x="39" y="2"/>
                  </a:lnTo>
                  <a:lnTo>
                    <a:pt x="39" y="17"/>
                  </a:lnTo>
                  <a:lnTo>
                    <a:pt x="1" y="15"/>
                  </a:lnTo>
                  <a:lnTo>
                    <a:pt x="0" y="0"/>
                  </a:lnTo>
                  <a:close/>
                </a:path>
              </a:pathLst>
            </a:custGeom>
            <a:solidFill>
              <a:srgbClr val="C0C0C0"/>
            </a:solidFill>
            <a:ln w="6350">
              <a:solidFill>
                <a:srgbClr val="000000"/>
              </a:solidFill>
              <a:prstDash val="solid"/>
              <a:round/>
              <a:headEnd/>
              <a:tailEnd/>
            </a:ln>
          </p:spPr>
          <p:txBody>
            <a:bodyPr/>
            <a:lstStyle/>
            <a:p>
              <a:endParaRPr lang="nl-BE"/>
            </a:p>
          </p:txBody>
        </p:sp>
        <p:sp>
          <p:nvSpPr>
            <p:cNvPr id="12880" name="Line 210"/>
            <p:cNvSpPr>
              <a:spLocks noChangeShapeType="1"/>
            </p:cNvSpPr>
            <p:nvPr/>
          </p:nvSpPr>
          <p:spPr bwMode="auto">
            <a:xfrm rot="-155667">
              <a:off x="4646613" y="3740150"/>
              <a:ext cx="196850" cy="38100"/>
            </a:xfrm>
            <a:prstGeom prst="line">
              <a:avLst/>
            </a:prstGeom>
            <a:noFill/>
            <a:ln w="6350">
              <a:solidFill>
                <a:srgbClr val="000000"/>
              </a:solidFill>
              <a:round/>
              <a:headEnd/>
              <a:tailEnd/>
            </a:ln>
          </p:spPr>
          <p:txBody>
            <a:bodyPr/>
            <a:lstStyle/>
            <a:p>
              <a:endParaRPr lang="nl-BE"/>
            </a:p>
          </p:txBody>
        </p:sp>
        <p:sp>
          <p:nvSpPr>
            <p:cNvPr id="12881" name="Line 211"/>
            <p:cNvSpPr>
              <a:spLocks noChangeShapeType="1"/>
            </p:cNvSpPr>
            <p:nvPr/>
          </p:nvSpPr>
          <p:spPr bwMode="auto">
            <a:xfrm rot="-155667">
              <a:off x="4716463" y="3757613"/>
              <a:ext cx="1587" cy="334962"/>
            </a:xfrm>
            <a:prstGeom prst="line">
              <a:avLst/>
            </a:prstGeom>
            <a:noFill/>
            <a:ln w="6350">
              <a:solidFill>
                <a:srgbClr val="000000"/>
              </a:solidFill>
              <a:round/>
              <a:headEnd/>
              <a:tailEnd/>
            </a:ln>
          </p:spPr>
          <p:txBody>
            <a:bodyPr/>
            <a:lstStyle/>
            <a:p>
              <a:endParaRPr lang="nl-BE"/>
            </a:p>
          </p:txBody>
        </p:sp>
        <p:sp>
          <p:nvSpPr>
            <p:cNvPr id="12882" name="Line 212"/>
            <p:cNvSpPr>
              <a:spLocks noChangeShapeType="1"/>
            </p:cNvSpPr>
            <p:nvPr/>
          </p:nvSpPr>
          <p:spPr bwMode="auto">
            <a:xfrm rot="-155667" flipH="1" flipV="1">
              <a:off x="4808538" y="3754438"/>
              <a:ext cx="107950" cy="31750"/>
            </a:xfrm>
            <a:prstGeom prst="line">
              <a:avLst/>
            </a:prstGeom>
            <a:noFill/>
            <a:ln w="6350">
              <a:solidFill>
                <a:srgbClr val="A0A0A0"/>
              </a:solidFill>
              <a:round/>
              <a:headEnd/>
              <a:tailEnd/>
            </a:ln>
          </p:spPr>
          <p:txBody>
            <a:bodyPr/>
            <a:lstStyle/>
            <a:p>
              <a:endParaRPr lang="nl-BE"/>
            </a:p>
          </p:txBody>
        </p:sp>
        <p:sp>
          <p:nvSpPr>
            <p:cNvPr id="12883" name="Line 213"/>
            <p:cNvSpPr>
              <a:spLocks noChangeShapeType="1"/>
            </p:cNvSpPr>
            <p:nvPr/>
          </p:nvSpPr>
          <p:spPr bwMode="auto">
            <a:xfrm rot="21444333" flipV="1">
              <a:off x="4868863" y="3913188"/>
              <a:ext cx="53975" cy="14287"/>
            </a:xfrm>
            <a:prstGeom prst="line">
              <a:avLst/>
            </a:prstGeom>
            <a:noFill/>
            <a:ln w="6350">
              <a:solidFill>
                <a:srgbClr val="A0A0A0"/>
              </a:solidFill>
              <a:round/>
              <a:headEnd/>
              <a:tailEnd/>
            </a:ln>
          </p:spPr>
          <p:txBody>
            <a:bodyPr/>
            <a:lstStyle/>
            <a:p>
              <a:endParaRPr lang="nl-BE"/>
            </a:p>
          </p:txBody>
        </p:sp>
        <p:sp>
          <p:nvSpPr>
            <p:cNvPr id="12884" name="Freeform 214"/>
            <p:cNvSpPr>
              <a:spLocks/>
            </p:cNvSpPr>
            <p:nvPr/>
          </p:nvSpPr>
          <p:spPr bwMode="auto">
            <a:xfrm rot="-155667">
              <a:off x="4883150" y="3781425"/>
              <a:ext cx="60325" cy="133350"/>
            </a:xfrm>
            <a:custGeom>
              <a:avLst/>
              <a:gdLst>
                <a:gd name="T0" fmla="*/ 0 w 66"/>
                <a:gd name="T1" fmla="*/ 0 h 303"/>
                <a:gd name="T2" fmla="*/ 2147483647 w 66"/>
                <a:gd name="T3" fmla="*/ 0 h 303"/>
                <a:gd name="T4" fmla="*/ 2147483647 w 66"/>
                <a:gd name="T5" fmla="*/ 2147483647 h 303"/>
                <a:gd name="T6" fmla="*/ 0 w 66"/>
                <a:gd name="T7" fmla="*/ 2147483647 h 303"/>
                <a:gd name="T8" fmla="*/ 0 w 66"/>
                <a:gd name="T9" fmla="*/ 0 h 303"/>
                <a:gd name="T10" fmla="*/ 0 60000 65536"/>
                <a:gd name="T11" fmla="*/ 0 60000 65536"/>
                <a:gd name="T12" fmla="*/ 0 60000 65536"/>
                <a:gd name="T13" fmla="*/ 0 60000 65536"/>
                <a:gd name="T14" fmla="*/ 0 60000 65536"/>
                <a:gd name="T15" fmla="*/ 0 w 66"/>
                <a:gd name="T16" fmla="*/ 0 h 303"/>
                <a:gd name="T17" fmla="*/ 66 w 66"/>
                <a:gd name="T18" fmla="*/ 303 h 303"/>
              </a:gdLst>
              <a:ahLst/>
              <a:cxnLst>
                <a:cxn ang="T10">
                  <a:pos x="T0" y="T1"/>
                </a:cxn>
                <a:cxn ang="T11">
                  <a:pos x="T2" y="T3"/>
                </a:cxn>
                <a:cxn ang="T12">
                  <a:pos x="T4" y="T5"/>
                </a:cxn>
                <a:cxn ang="T13">
                  <a:pos x="T6" y="T7"/>
                </a:cxn>
                <a:cxn ang="T14">
                  <a:pos x="T8" y="T9"/>
                </a:cxn>
              </a:cxnLst>
              <a:rect l="T15" t="T16" r="T17" b="T18"/>
              <a:pathLst>
                <a:path w="66" h="303">
                  <a:moveTo>
                    <a:pt x="0" y="0"/>
                  </a:moveTo>
                  <a:lnTo>
                    <a:pt x="66" y="0"/>
                  </a:lnTo>
                  <a:lnTo>
                    <a:pt x="66" y="303"/>
                  </a:lnTo>
                  <a:lnTo>
                    <a:pt x="0" y="292"/>
                  </a:lnTo>
                  <a:lnTo>
                    <a:pt x="0" y="0"/>
                  </a:lnTo>
                  <a:close/>
                </a:path>
              </a:pathLst>
            </a:custGeom>
            <a:solidFill>
              <a:srgbClr val="C0C0C0"/>
            </a:solidFill>
            <a:ln w="6350">
              <a:solidFill>
                <a:srgbClr val="000000"/>
              </a:solidFill>
              <a:prstDash val="solid"/>
              <a:round/>
              <a:headEnd/>
              <a:tailEnd/>
            </a:ln>
          </p:spPr>
          <p:txBody>
            <a:bodyPr/>
            <a:lstStyle/>
            <a:p>
              <a:endParaRPr lang="nl-BE"/>
            </a:p>
          </p:txBody>
        </p:sp>
        <p:sp>
          <p:nvSpPr>
            <p:cNvPr id="12885" name="Line 215"/>
            <p:cNvSpPr>
              <a:spLocks noChangeShapeType="1"/>
            </p:cNvSpPr>
            <p:nvPr/>
          </p:nvSpPr>
          <p:spPr bwMode="auto">
            <a:xfrm rot="-155667">
              <a:off x="4889500" y="3790950"/>
              <a:ext cx="57150" cy="42863"/>
            </a:xfrm>
            <a:prstGeom prst="line">
              <a:avLst/>
            </a:prstGeom>
            <a:noFill/>
            <a:ln w="6350">
              <a:solidFill>
                <a:srgbClr val="E0E0E0"/>
              </a:solidFill>
              <a:round/>
              <a:headEnd/>
              <a:tailEnd/>
            </a:ln>
          </p:spPr>
          <p:txBody>
            <a:bodyPr/>
            <a:lstStyle/>
            <a:p>
              <a:endParaRPr lang="nl-BE"/>
            </a:p>
          </p:txBody>
        </p:sp>
        <p:sp>
          <p:nvSpPr>
            <p:cNvPr id="12886" name="Line 216"/>
            <p:cNvSpPr>
              <a:spLocks noChangeShapeType="1"/>
            </p:cNvSpPr>
            <p:nvPr/>
          </p:nvSpPr>
          <p:spPr bwMode="auto">
            <a:xfrm rot="-155667">
              <a:off x="4895850" y="3852863"/>
              <a:ext cx="50800" cy="36512"/>
            </a:xfrm>
            <a:prstGeom prst="line">
              <a:avLst/>
            </a:prstGeom>
            <a:noFill/>
            <a:ln w="6350">
              <a:solidFill>
                <a:srgbClr val="E0E0E0"/>
              </a:solidFill>
              <a:round/>
              <a:headEnd/>
              <a:tailEnd/>
            </a:ln>
          </p:spPr>
          <p:txBody>
            <a:bodyPr/>
            <a:lstStyle/>
            <a:p>
              <a:endParaRPr lang="nl-BE"/>
            </a:p>
          </p:txBody>
        </p:sp>
        <p:sp>
          <p:nvSpPr>
            <p:cNvPr id="12887" name="Line 217"/>
            <p:cNvSpPr>
              <a:spLocks noChangeShapeType="1"/>
            </p:cNvSpPr>
            <p:nvPr/>
          </p:nvSpPr>
          <p:spPr bwMode="auto">
            <a:xfrm rot="-155667">
              <a:off x="4892675" y="3811588"/>
              <a:ext cx="52388" cy="36512"/>
            </a:xfrm>
            <a:prstGeom prst="line">
              <a:avLst/>
            </a:prstGeom>
            <a:noFill/>
            <a:ln w="6350">
              <a:solidFill>
                <a:srgbClr val="E0E0E0"/>
              </a:solidFill>
              <a:round/>
              <a:headEnd/>
              <a:tailEnd/>
            </a:ln>
          </p:spPr>
          <p:txBody>
            <a:bodyPr/>
            <a:lstStyle/>
            <a:p>
              <a:endParaRPr lang="nl-BE"/>
            </a:p>
          </p:txBody>
        </p:sp>
        <p:sp>
          <p:nvSpPr>
            <p:cNvPr id="12888" name="Freeform 218"/>
            <p:cNvSpPr>
              <a:spLocks/>
            </p:cNvSpPr>
            <p:nvPr/>
          </p:nvSpPr>
          <p:spPr bwMode="auto">
            <a:xfrm rot="-155667">
              <a:off x="4618038" y="4122738"/>
              <a:ext cx="138112" cy="227012"/>
            </a:xfrm>
            <a:custGeom>
              <a:avLst/>
              <a:gdLst>
                <a:gd name="T0" fmla="*/ 2147483647 w 153"/>
                <a:gd name="T1" fmla="*/ 0 h 519"/>
                <a:gd name="T2" fmla="*/ 2147483647 w 153"/>
                <a:gd name="T3" fmla="*/ 0 h 519"/>
                <a:gd name="T4" fmla="*/ 2147483647 w 153"/>
                <a:gd name="T5" fmla="*/ 2147483647 h 519"/>
                <a:gd name="T6" fmla="*/ 2147483647 w 153"/>
                <a:gd name="T7" fmla="*/ 2147483647 h 519"/>
                <a:gd name="T8" fmla="*/ 2147483647 w 153"/>
                <a:gd name="T9" fmla="*/ 2147483647 h 519"/>
                <a:gd name="T10" fmla="*/ 2147483647 w 153"/>
                <a:gd name="T11" fmla="*/ 2147483647 h 519"/>
                <a:gd name="T12" fmla="*/ 2147483647 w 153"/>
                <a:gd name="T13" fmla="*/ 2147483647 h 519"/>
                <a:gd name="T14" fmla="*/ 2147483647 w 153"/>
                <a:gd name="T15" fmla="*/ 2147483647 h 519"/>
                <a:gd name="T16" fmla="*/ 2147483647 w 153"/>
                <a:gd name="T17" fmla="*/ 2147483647 h 519"/>
                <a:gd name="T18" fmla="*/ 2147483647 w 153"/>
                <a:gd name="T19" fmla="*/ 2147483647 h 519"/>
                <a:gd name="T20" fmla="*/ 2147483647 w 153"/>
                <a:gd name="T21" fmla="*/ 2147483647 h 519"/>
                <a:gd name="T22" fmla="*/ 2147483647 w 153"/>
                <a:gd name="T23" fmla="*/ 2147483647 h 519"/>
                <a:gd name="T24" fmla="*/ 2147483647 w 153"/>
                <a:gd name="T25" fmla="*/ 2147483647 h 519"/>
                <a:gd name="T26" fmla="*/ 2147483647 w 153"/>
                <a:gd name="T27" fmla="*/ 2147483647 h 519"/>
                <a:gd name="T28" fmla="*/ 2147483647 w 153"/>
                <a:gd name="T29" fmla="*/ 2147483647 h 519"/>
                <a:gd name="T30" fmla="*/ 2147483647 w 153"/>
                <a:gd name="T31" fmla="*/ 2147483647 h 519"/>
                <a:gd name="T32" fmla="*/ 2147483647 w 153"/>
                <a:gd name="T33" fmla="*/ 2147483647 h 519"/>
                <a:gd name="T34" fmla="*/ 2147483647 w 153"/>
                <a:gd name="T35" fmla="*/ 2147483647 h 519"/>
                <a:gd name="T36" fmla="*/ 2147483647 w 153"/>
                <a:gd name="T37" fmla="*/ 2147483647 h 519"/>
                <a:gd name="T38" fmla="*/ 2147483647 w 153"/>
                <a:gd name="T39" fmla="*/ 2147483647 h 519"/>
                <a:gd name="T40" fmla="*/ 2147483647 w 153"/>
                <a:gd name="T41" fmla="*/ 2147483647 h 519"/>
                <a:gd name="T42" fmla="*/ 2147483647 w 153"/>
                <a:gd name="T43" fmla="*/ 2147483647 h 519"/>
                <a:gd name="T44" fmla="*/ 2147483647 w 153"/>
                <a:gd name="T45" fmla="*/ 2147483647 h 519"/>
                <a:gd name="T46" fmla="*/ 2147483647 w 153"/>
                <a:gd name="T47" fmla="*/ 2147483647 h 519"/>
                <a:gd name="T48" fmla="*/ 2147483647 w 153"/>
                <a:gd name="T49" fmla="*/ 2147483647 h 519"/>
                <a:gd name="T50" fmla="*/ 2147483647 w 153"/>
                <a:gd name="T51" fmla="*/ 2147483647 h 519"/>
                <a:gd name="T52" fmla="*/ 2147483647 w 153"/>
                <a:gd name="T53" fmla="*/ 2147483647 h 519"/>
                <a:gd name="T54" fmla="*/ 2147483647 w 153"/>
                <a:gd name="T55" fmla="*/ 2147483647 h 519"/>
                <a:gd name="T56" fmla="*/ 0 w 153"/>
                <a:gd name="T57" fmla="*/ 2147483647 h 519"/>
                <a:gd name="T58" fmla="*/ 0 w 153"/>
                <a:gd name="T59" fmla="*/ 2147483647 h 519"/>
                <a:gd name="T60" fmla="*/ 0 w 153"/>
                <a:gd name="T61" fmla="*/ 2147483647 h 519"/>
                <a:gd name="T62" fmla="*/ 2147483647 w 153"/>
                <a:gd name="T63" fmla="*/ 2147483647 h 519"/>
                <a:gd name="T64" fmla="*/ 2147483647 w 153"/>
                <a:gd name="T65" fmla="*/ 2147483647 h 519"/>
                <a:gd name="T66" fmla="*/ 2147483647 w 153"/>
                <a:gd name="T67" fmla="*/ 2147483647 h 519"/>
                <a:gd name="T68" fmla="*/ 2147483647 w 153"/>
                <a:gd name="T69" fmla="*/ 2147483647 h 519"/>
                <a:gd name="T70" fmla="*/ 2147483647 w 153"/>
                <a:gd name="T71" fmla="*/ 2147483647 h 519"/>
                <a:gd name="T72" fmla="*/ 2147483647 w 153"/>
                <a:gd name="T73" fmla="*/ 2147483647 h 519"/>
                <a:gd name="T74" fmla="*/ 2147483647 w 153"/>
                <a:gd name="T75" fmla="*/ 2147483647 h 519"/>
                <a:gd name="T76" fmla="*/ 2147483647 w 153"/>
                <a:gd name="T77" fmla="*/ 2147483647 h 519"/>
                <a:gd name="T78" fmla="*/ 2147483647 w 153"/>
                <a:gd name="T79" fmla="*/ 2147483647 h 519"/>
                <a:gd name="T80" fmla="*/ 2147483647 w 153"/>
                <a:gd name="T81" fmla="*/ 2147483647 h 519"/>
                <a:gd name="T82" fmla="*/ 2147483647 w 153"/>
                <a:gd name="T83" fmla="*/ 2147483647 h 519"/>
                <a:gd name="T84" fmla="*/ 2147483647 w 153"/>
                <a:gd name="T85" fmla="*/ 2147483647 h 519"/>
                <a:gd name="T86" fmla="*/ 2147483647 w 153"/>
                <a:gd name="T87" fmla="*/ 2147483647 h 519"/>
                <a:gd name="T88" fmla="*/ 2147483647 w 153"/>
                <a:gd name="T89" fmla="*/ 2147483647 h 519"/>
                <a:gd name="T90" fmla="*/ 2147483647 w 153"/>
                <a:gd name="T91" fmla="*/ 2147483647 h 519"/>
                <a:gd name="T92" fmla="*/ 2147483647 w 153"/>
                <a:gd name="T93" fmla="*/ 2147483647 h 519"/>
                <a:gd name="T94" fmla="*/ 2147483647 w 153"/>
                <a:gd name="T95" fmla="*/ 2147483647 h 519"/>
                <a:gd name="T96" fmla="*/ 2147483647 w 153"/>
                <a:gd name="T97" fmla="*/ 2147483647 h 519"/>
                <a:gd name="T98" fmla="*/ 2147483647 w 153"/>
                <a:gd name="T99" fmla="*/ 2147483647 h 519"/>
                <a:gd name="T100" fmla="*/ 2147483647 w 153"/>
                <a:gd name="T101" fmla="*/ 2147483647 h 519"/>
                <a:gd name="T102" fmla="*/ 2147483647 w 153"/>
                <a:gd name="T103" fmla="*/ 2147483647 h 519"/>
                <a:gd name="T104" fmla="*/ 2147483647 w 153"/>
                <a:gd name="T105" fmla="*/ 0 h 519"/>
                <a:gd name="T106" fmla="*/ 2147483647 w 153"/>
                <a:gd name="T107" fmla="*/ 0 h 519"/>
                <a:gd name="T108" fmla="*/ 2147483647 w 153"/>
                <a:gd name="T109" fmla="*/ 0 h 51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53"/>
                <a:gd name="T166" fmla="*/ 0 h 519"/>
                <a:gd name="T167" fmla="*/ 153 w 153"/>
                <a:gd name="T168" fmla="*/ 519 h 51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53" h="519">
                  <a:moveTo>
                    <a:pt x="72" y="0"/>
                  </a:moveTo>
                  <a:lnTo>
                    <a:pt x="153" y="0"/>
                  </a:lnTo>
                  <a:lnTo>
                    <a:pt x="152" y="519"/>
                  </a:lnTo>
                  <a:lnTo>
                    <a:pt x="72" y="513"/>
                  </a:lnTo>
                  <a:lnTo>
                    <a:pt x="70" y="513"/>
                  </a:lnTo>
                  <a:lnTo>
                    <a:pt x="67" y="511"/>
                  </a:lnTo>
                  <a:lnTo>
                    <a:pt x="63" y="508"/>
                  </a:lnTo>
                  <a:lnTo>
                    <a:pt x="58" y="507"/>
                  </a:lnTo>
                  <a:lnTo>
                    <a:pt x="54" y="502"/>
                  </a:lnTo>
                  <a:lnTo>
                    <a:pt x="49" y="496"/>
                  </a:lnTo>
                  <a:lnTo>
                    <a:pt x="45" y="490"/>
                  </a:lnTo>
                  <a:lnTo>
                    <a:pt x="41" y="486"/>
                  </a:lnTo>
                  <a:lnTo>
                    <a:pt x="38" y="480"/>
                  </a:lnTo>
                  <a:lnTo>
                    <a:pt x="36" y="474"/>
                  </a:lnTo>
                  <a:lnTo>
                    <a:pt x="33" y="468"/>
                  </a:lnTo>
                  <a:lnTo>
                    <a:pt x="30" y="459"/>
                  </a:lnTo>
                  <a:lnTo>
                    <a:pt x="27" y="451"/>
                  </a:lnTo>
                  <a:lnTo>
                    <a:pt x="24" y="442"/>
                  </a:lnTo>
                  <a:lnTo>
                    <a:pt x="22" y="436"/>
                  </a:lnTo>
                  <a:lnTo>
                    <a:pt x="20" y="430"/>
                  </a:lnTo>
                  <a:lnTo>
                    <a:pt x="17" y="418"/>
                  </a:lnTo>
                  <a:lnTo>
                    <a:pt x="14" y="405"/>
                  </a:lnTo>
                  <a:lnTo>
                    <a:pt x="11" y="390"/>
                  </a:lnTo>
                  <a:lnTo>
                    <a:pt x="8" y="375"/>
                  </a:lnTo>
                  <a:lnTo>
                    <a:pt x="6" y="358"/>
                  </a:lnTo>
                  <a:lnTo>
                    <a:pt x="4" y="342"/>
                  </a:lnTo>
                  <a:lnTo>
                    <a:pt x="2" y="322"/>
                  </a:lnTo>
                  <a:lnTo>
                    <a:pt x="1" y="301"/>
                  </a:lnTo>
                  <a:lnTo>
                    <a:pt x="0" y="280"/>
                  </a:lnTo>
                  <a:lnTo>
                    <a:pt x="0" y="255"/>
                  </a:lnTo>
                  <a:lnTo>
                    <a:pt x="0" y="225"/>
                  </a:lnTo>
                  <a:lnTo>
                    <a:pt x="2" y="193"/>
                  </a:lnTo>
                  <a:lnTo>
                    <a:pt x="4" y="172"/>
                  </a:lnTo>
                  <a:lnTo>
                    <a:pt x="6" y="150"/>
                  </a:lnTo>
                  <a:lnTo>
                    <a:pt x="9" y="132"/>
                  </a:lnTo>
                  <a:lnTo>
                    <a:pt x="11" y="120"/>
                  </a:lnTo>
                  <a:lnTo>
                    <a:pt x="15" y="102"/>
                  </a:lnTo>
                  <a:lnTo>
                    <a:pt x="21" y="82"/>
                  </a:lnTo>
                  <a:lnTo>
                    <a:pt x="25" y="67"/>
                  </a:lnTo>
                  <a:lnTo>
                    <a:pt x="29" y="57"/>
                  </a:lnTo>
                  <a:lnTo>
                    <a:pt x="32" y="49"/>
                  </a:lnTo>
                  <a:lnTo>
                    <a:pt x="35" y="43"/>
                  </a:lnTo>
                  <a:lnTo>
                    <a:pt x="38" y="36"/>
                  </a:lnTo>
                  <a:lnTo>
                    <a:pt x="39" y="30"/>
                  </a:lnTo>
                  <a:lnTo>
                    <a:pt x="43" y="27"/>
                  </a:lnTo>
                  <a:lnTo>
                    <a:pt x="46" y="21"/>
                  </a:lnTo>
                  <a:lnTo>
                    <a:pt x="49" y="16"/>
                  </a:lnTo>
                  <a:lnTo>
                    <a:pt x="52" y="13"/>
                  </a:lnTo>
                  <a:lnTo>
                    <a:pt x="55" y="10"/>
                  </a:lnTo>
                  <a:lnTo>
                    <a:pt x="58" y="6"/>
                  </a:lnTo>
                  <a:lnTo>
                    <a:pt x="61" y="4"/>
                  </a:lnTo>
                  <a:lnTo>
                    <a:pt x="64" y="3"/>
                  </a:lnTo>
                  <a:lnTo>
                    <a:pt x="67" y="0"/>
                  </a:lnTo>
                  <a:lnTo>
                    <a:pt x="69" y="0"/>
                  </a:lnTo>
                  <a:lnTo>
                    <a:pt x="72" y="0"/>
                  </a:lnTo>
                  <a:close/>
                </a:path>
              </a:pathLst>
            </a:custGeom>
            <a:solidFill>
              <a:srgbClr val="202020"/>
            </a:solidFill>
            <a:ln w="9525">
              <a:noFill/>
              <a:round/>
              <a:headEnd/>
              <a:tailEnd/>
            </a:ln>
          </p:spPr>
          <p:txBody>
            <a:bodyPr/>
            <a:lstStyle/>
            <a:p>
              <a:endParaRPr lang="nl-BE"/>
            </a:p>
          </p:txBody>
        </p:sp>
        <p:sp>
          <p:nvSpPr>
            <p:cNvPr id="12889" name="Oval 219"/>
            <p:cNvSpPr>
              <a:spLocks noChangeArrowheads="1"/>
            </p:cNvSpPr>
            <p:nvPr/>
          </p:nvSpPr>
          <p:spPr bwMode="auto">
            <a:xfrm rot="-155667">
              <a:off x="4683125" y="4121150"/>
              <a:ext cx="139700" cy="227013"/>
            </a:xfrm>
            <a:prstGeom prst="ellipse">
              <a:avLst/>
            </a:prstGeom>
            <a:solidFill>
              <a:srgbClr val="404040"/>
            </a:solidFill>
            <a:ln w="9525">
              <a:noFill/>
              <a:round/>
              <a:headEnd/>
              <a:tailEnd/>
            </a:ln>
          </p:spPr>
          <p:txBody>
            <a:bodyPr/>
            <a:lstStyle/>
            <a:p>
              <a:pPr algn="ctr" eaLnBrk="0" hangingPunct="0"/>
              <a:endParaRPr lang="nl-BE"/>
            </a:p>
          </p:txBody>
        </p:sp>
        <p:sp>
          <p:nvSpPr>
            <p:cNvPr id="12890" name="Oval 220"/>
            <p:cNvSpPr>
              <a:spLocks noChangeArrowheads="1"/>
            </p:cNvSpPr>
            <p:nvPr/>
          </p:nvSpPr>
          <p:spPr bwMode="auto">
            <a:xfrm rot="-155667">
              <a:off x="4711700" y="4167188"/>
              <a:ext cx="82550" cy="133350"/>
            </a:xfrm>
            <a:prstGeom prst="ellipse">
              <a:avLst/>
            </a:prstGeom>
            <a:solidFill>
              <a:srgbClr val="A0A0A0"/>
            </a:solidFill>
            <a:ln w="9525">
              <a:noFill/>
              <a:round/>
              <a:headEnd/>
              <a:tailEnd/>
            </a:ln>
          </p:spPr>
          <p:txBody>
            <a:bodyPr/>
            <a:lstStyle/>
            <a:p>
              <a:pPr algn="ctr" eaLnBrk="0" hangingPunct="0"/>
              <a:endParaRPr lang="nl-BE"/>
            </a:p>
          </p:txBody>
        </p:sp>
        <p:sp>
          <p:nvSpPr>
            <p:cNvPr id="12891" name="Oval 221"/>
            <p:cNvSpPr>
              <a:spLocks noChangeArrowheads="1"/>
            </p:cNvSpPr>
            <p:nvPr/>
          </p:nvSpPr>
          <p:spPr bwMode="auto">
            <a:xfrm rot="-155667">
              <a:off x="4711700" y="4170363"/>
              <a:ext cx="74613" cy="127000"/>
            </a:xfrm>
            <a:prstGeom prst="ellipse">
              <a:avLst/>
            </a:prstGeom>
            <a:solidFill>
              <a:srgbClr val="808080"/>
            </a:solidFill>
            <a:ln w="9525">
              <a:noFill/>
              <a:round/>
              <a:headEnd/>
              <a:tailEnd/>
            </a:ln>
          </p:spPr>
          <p:txBody>
            <a:bodyPr/>
            <a:lstStyle/>
            <a:p>
              <a:pPr algn="ctr" eaLnBrk="0" hangingPunct="0"/>
              <a:endParaRPr lang="nl-BE"/>
            </a:p>
          </p:txBody>
        </p:sp>
        <p:sp>
          <p:nvSpPr>
            <p:cNvPr id="12892" name="Oval 222"/>
            <p:cNvSpPr>
              <a:spLocks noChangeArrowheads="1"/>
            </p:cNvSpPr>
            <p:nvPr/>
          </p:nvSpPr>
          <p:spPr bwMode="auto">
            <a:xfrm rot="-155667">
              <a:off x="4745038" y="4222750"/>
              <a:ext cx="12700" cy="22225"/>
            </a:xfrm>
            <a:prstGeom prst="ellipse">
              <a:avLst/>
            </a:prstGeom>
            <a:solidFill>
              <a:srgbClr val="404040"/>
            </a:solidFill>
            <a:ln w="9525">
              <a:noFill/>
              <a:round/>
              <a:headEnd/>
              <a:tailEnd/>
            </a:ln>
          </p:spPr>
          <p:txBody>
            <a:bodyPr/>
            <a:lstStyle/>
            <a:p>
              <a:pPr algn="ctr" eaLnBrk="0" hangingPunct="0"/>
              <a:endParaRPr lang="nl-BE"/>
            </a:p>
          </p:txBody>
        </p:sp>
        <p:sp>
          <p:nvSpPr>
            <p:cNvPr id="12893" name="Freeform 223"/>
            <p:cNvSpPr>
              <a:spLocks/>
            </p:cNvSpPr>
            <p:nvPr/>
          </p:nvSpPr>
          <p:spPr bwMode="auto">
            <a:xfrm rot="-155667">
              <a:off x="4700588" y="4117975"/>
              <a:ext cx="138112" cy="230188"/>
            </a:xfrm>
            <a:custGeom>
              <a:avLst/>
              <a:gdLst>
                <a:gd name="T0" fmla="*/ 2147483647 w 154"/>
                <a:gd name="T1" fmla="*/ 0 h 529"/>
                <a:gd name="T2" fmla="*/ 2147483647 w 154"/>
                <a:gd name="T3" fmla="*/ 0 h 529"/>
                <a:gd name="T4" fmla="*/ 2147483647 w 154"/>
                <a:gd name="T5" fmla="*/ 2147483647 h 529"/>
                <a:gd name="T6" fmla="*/ 2147483647 w 154"/>
                <a:gd name="T7" fmla="*/ 2147483647 h 529"/>
                <a:gd name="T8" fmla="*/ 2147483647 w 154"/>
                <a:gd name="T9" fmla="*/ 2147483647 h 529"/>
                <a:gd name="T10" fmla="*/ 2147483647 w 154"/>
                <a:gd name="T11" fmla="*/ 2147483647 h 529"/>
                <a:gd name="T12" fmla="*/ 2147483647 w 154"/>
                <a:gd name="T13" fmla="*/ 2147483647 h 529"/>
                <a:gd name="T14" fmla="*/ 2147483647 w 154"/>
                <a:gd name="T15" fmla="*/ 2147483647 h 529"/>
                <a:gd name="T16" fmla="*/ 2147483647 w 154"/>
                <a:gd name="T17" fmla="*/ 2147483647 h 529"/>
                <a:gd name="T18" fmla="*/ 2147483647 w 154"/>
                <a:gd name="T19" fmla="*/ 2147483647 h 529"/>
                <a:gd name="T20" fmla="*/ 2147483647 w 154"/>
                <a:gd name="T21" fmla="*/ 2147483647 h 529"/>
                <a:gd name="T22" fmla="*/ 2147483647 w 154"/>
                <a:gd name="T23" fmla="*/ 2147483647 h 529"/>
                <a:gd name="T24" fmla="*/ 2147483647 w 154"/>
                <a:gd name="T25" fmla="*/ 2147483647 h 529"/>
                <a:gd name="T26" fmla="*/ 2147483647 w 154"/>
                <a:gd name="T27" fmla="*/ 2147483647 h 529"/>
                <a:gd name="T28" fmla="*/ 2147483647 w 154"/>
                <a:gd name="T29" fmla="*/ 2147483647 h 529"/>
                <a:gd name="T30" fmla="*/ 2147483647 w 154"/>
                <a:gd name="T31" fmla="*/ 2147483647 h 529"/>
                <a:gd name="T32" fmla="*/ 2147483647 w 154"/>
                <a:gd name="T33" fmla="*/ 2147483647 h 529"/>
                <a:gd name="T34" fmla="*/ 2147483647 w 154"/>
                <a:gd name="T35" fmla="*/ 2147483647 h 529"/>
                <a:gd name="T36" fmla="*/ 2147483647 w 154"/>
                <a:gd name="T37" fmla="*/ 2147483647 h 529"/>
                <a:gd name="T38" fmla="*/ 2147483647 w 154"/>
                <a:gd name="T39" fmla="*/ 2147483647 h 529"/>
                <a:gd name="T40" fmla="*/ 2147483647 w 154"/>
                <a:gd name="T41" fmla="*/ 2147483647 h 529"/>
                <a:gd name="T42" fmla="*/ 2147483647 w 154"/>
                <a:gd name="T43" fmla="*/ 2147483647 h 529"/>
                <a:gd name="T44" fmla="*/ 2147483647 w 154"/>
                <a:gd name="T45" fmla="*/ 2147483647 h 529"/>
                <a:gd name="T46" fmla="*/ 2147483647 w 154"/>
                <a:gd name="T47" fmla="*/ 2147483647 h 529"/>
                <a:gd name="T48" fmla="*/ 2147483647 w 154"/>
                <a:gd name="T49" fmla="*/ 2147483647 h 529"/>
                <a:gd name="T50" fmla="*/ 2147483647 w 154"/>
                <a:gd name="T51" fmla="*/ 2147483647 h 529"/>
                <a:gd name="T52" fmla="*/ 2147483647 w 154"/>
                <a:gd name="T53" fmla="*/ 2147483647 h 529"/>
                <a:gd name="T54" fmla="*/ 2147483647 w 154"/>
                <a:gd name="T55" fmla="*/ 2147483647 h 529"/>
                <a:gd name="T56" fmla="*/ 0 w 154"/>
                <a:gd name="T57" fmla="*/ 2147483647 h 529"/>
                <a:gd name="T58" fmla="*/ 0 w 154"/>
                <a:gd name="T59" fmla="*/ 2147483647 h 529"/>
                <a:gd name="T60" fmla="*/ 0 w 154"/>
                <a:gd name="T61" fmla="*/ 2147483647 h 529"/>
                <a:gd name="T62" fmla="*/ 2147483647 w 154"/>
                <a:gd name="T63" fmla="*/ 2147483647 h 529"/>
                <a:gd name="T64" fmla="*/ 2147483647 w 154"/>
                <a:gd name="T65" fmla="*/ 2147483647 h 529"/>
                <a:gd name="T66" fmla="*/ 2147483647 w 154"/>
                <a:gd name="T67" fmla="*/ 2147483647 h 529"/>
                <a:gd name="T68" fmla="*/ 2147483647 w 154"/>
                <a:gd name="T69" fmla="*/ 2147483647 h 529"/>
                <a:gd name="T70" fmla="*/ 2147483647 w 154"/>
                <a:gd name="T71" fmla="*/ 2147483647 h 529"/>
                <a:gd name="T72" fmla="*/ 2147483647 w 154"/>
                <a:gd name="T73" fmla="*/ 2147483647 h 529"/>
                <a:gd name="T74" fmla="*/ 2147483647 w 154"/>
                <a:gd name="T75" fmla="*/ 2147483647 h 529"/>
                <a:gd name="T76" fmla="*/ 2147483647 w 154"/>
                <a:gd name="T77" fmla="*/ 2147483647 h 529"/>
                <a:gd name="T78" fmla="*/ 2147483647 w 154"/>
                <a:gd name="T79" fmla="*/ 2147483647 h 529"/>
                <a:gd name="T80" fmla="*/ 2147483647 w 154"/>
                <a:gd name="T81" fmla="*/ 2147483647 h 529"/>
                <a:gd name="T82" fmla="*/ 2147483647 w 154"/>
                <a:gd name="T83" fmla="*/ 2147483647 h 529"/>
                <a:gd name="T84" fmla="*/ 2147483647 w 154"/>
                <a:gd name="T85" fmla="*/ 2147483647 h 529"/>
                <a:gd name="T86" fmla="*/ 2147483647 w 154"/>
                <a:gd name="T87" fmla="*/ 2147483647 h 529"/>
                <a:gd name="T88" fmla="*/ 2147483647 w 154"/>
                <a:gd name="T89" fmla="*/ 2147483647 h 529"/>
                <a:gd name="T90" fmla="*/ 2147483647 w 154"/>
                <a:gd name="T91" fmla="*/ 2147483647 h 529"/>
                <a:gd name="T92" fmla="*/ 2147483647 w 154"/>
                <a:gd name="T93" fmla="*/ 2147483647 h 529"/>
                <a:gd name="T94" fmla="*/ 2147483647 w 154"/>
                <a:gd name="T95" fmla="*/ 2147483647 h 529"/>
                <a:gd name="T96" fmla="*/ 2147483647 w 154"/>
                <a:gd name="T97" fmla="*/ 2147483647 h 529"/>
                <a:gd name="T98" fmla="*/ 2147483647 w 154"/>
                <a:gd name="T99" fmla="*/ 2147483647 h 529"/>
                <a:gd name="T100" fmla="*/ 2147483647 w 154"/>
                <a:gd name="T101" fmla="*/ 2147483647 h 529"/>
                <a:gd name="T102" fmla="*/ 2147483647 w 154"/>
                <a:gd name="T103" fmla="*/ 2147483647 h 529"/>
                <a:gd name="T104" fmla="*/ 2147483647 w 154"/>
                <a:gd name="T105" fmla="*/ 2147483647 h 529"/>
                <a:gd name="T106" fmla="*/ 2147483647 w 154"/>
                <a:gd name="T107" fmla="*/ 0 h 529"/>
                <a:gd name="T108" fmla="*/ 2147483647 w 154"/>
                <a:gd name="T109" fmla="*/ 0 h 52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54"/>
                <a:gd name="T166" fmla="*/ 0 h 529"/>
                <a:gd name="T167" fmla="*/ 154 w 154"/>
                <a:gd name="T168" fmla="*/ 529 h 52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54" h="529">
                  <a:moveTo>
                    <a:pt x="72" y="0"/>
                  </a:moveTo>
                  <a:lnTo>
                    <a:pt x="154" y="0"/>
                  </a:lnTo>
                  <a:lnTo>
                    <a:pt x="153" y="529"/>
                  </a:lnTo>
                  <a:lnTo>
                    <a:pt x="72" y="525"/>
                  </a:lnTo>
                  <a:lnTo>
                    <a:pt x="69" y="523"/>
                  </a:lnTo>
                  <a:lnTo>
                    <a:pt x="67" y="522"/>
                  </a:lnTo>
                  <a:lnTo>
                    <a:pt x="63" y="520"/>
                  </a:lnTo>
                  <a:lnTo>
                    <a:pt x="58" y="519"/>
                  </a:lnTo>
                  <a:lnTo>
                    <a:pt x="54" y="513"/>
                  </a:lnTo>
                  <a:lnTo>
                    <a:pt x="49" y="508"/>
                  </a:lnTo>
                  <a:lnTo>
                    <a:pt x="45" y="502"/>
                  </a:lnTo>
                  <a:lnTo>
                    <a:pt x="42" y="496"/>
                  </a:lnTo>
                  <a:lnTo>
                    <a:pt x="39" y="490"/>
                  </a:lnTo>
                  <a:lnTo>
                    <a:pt x="36" y="483"/>
                  </a:lnTo>
                  <a:lnTo>
                    <a:pt x="33" y="480"/>
                  </a:lnTo>
                  <a:lnTo>
                    <a:pt x="30" y="469"/>
                  </a:lnTo>
                  <a:lnTo>
                    <a:pt x="27" y="462"/>
                  </a:lnTo>
                  <a:lnTo>
                    <a:pt x="25" y="453"/>
                  </a:lnTo>
                  <a:lnTo>
                    <a:pt x="22" y="447"/>
                  </a:lnTo>
                  <a:lnTo>
                    <a:pt x="20" y="441"/>
                  </a:lnTo>
                  <a:lnTo>
                    <a:pt x="17" y="427"/>
                  </a:lnTo>
                  <a:lnTo>
                    <a:pt x="14" y="414"/>
                  </a:lnTo>
                  <a:lnTo>
                    <a:pt x="11" y="399"/>
                  </a:lnTo>
                  <a:lnTo>
                    <a:pt x="8" y="384"/>
                  </a:lnTo>
                  <a:lnTo>
                    <a:pt x="6" y="366"/>
                  </a:lnTo>
                  <a:lnTo>
                    <a:pt x="4" y="349"/>
                  </a:lnTo>
                  <a:lnTo>
                    <a:pt x="2" y="330"/>
                  </a:lnTo>
                  <a:lnTo>
                    <a:pt x="1" y="309"/>
                  </a:lnTo>
                  <a:lnTo>
                    <a:pt x="0" y="286"/>
                  </a:lnTo>
                  <a:lnTo>
                    <a:pt x="0" y="262"/>
                  </a:lnTo>
                  <a:lnTo>
                    <a:pt x="0" y="229"/>
                  </a:lnTo>
                  <a:lnTo>
                    <a:pt x="2" y="199"/>
                  </a:lnTo>
                  <a:lnTo>
                    <a:pt x="4" y="177"/>
                  </a:lnTo>
                  <a:lnTo>
                    <a:pt x="7" y="154"/>
                  </a:lnTo>
                  <a:lnTo>
                    <a:pt x="9" y="136"/>
                  </a:lnTo>
                  <a:lnTo>
                    <a:pt x="11" y="123"/>
                  </a:lnTo>
                  <a:lnTo>
                    <a:pt x="15" y="105"/>
                  </a:lnTo>
                  <a:lnTo>
                    <a:pt x="21" y="84"/>
                  </a:lnTo>
                  <a:lnTo>
                    <a:pt x="25" y="69"/>
                  </a:lnTo>
                  <a:lnTo>
                    <a:pt x="29" y="58"/>
                  </a:lnTo>
                  <a:lnTo>
                    <a:pt x="32" y="51"/>
                  </a:lnTo>
                  <a:lnTo>
                    <a:pt x="35" y="45"/>
                  </a:lnTo>
                  <a:lnTo>
                    <a:pt x="37" y="37"/>
                  </a:lnTo>
                  <a:lnTo>
                    <a:pt x="40" y="31"/>
                  </a:lnTo>
                  <a:lnTo>
                    <a:pt x="42" y="27"/>
                  </a:lnTo>
                  <a:lnTo>
                    <a:pt x="46" y="22"/>
                  </a:lnTo>
                  <a:lnTo>
                    <a:pt x="49" y="16"/>
                  </a:lnTo>
                  <a:lnTo>
                    <a:pt x="52" y="13"/>
                  </a:lnTo>
                  <a:lnTo>
                    <a:pt x="55" y="10"/>
                  </a:lnTo>
                  <a:lnTo>
                    <a:pt x="58" y="7"/>
                  </a:lnTo>
                  <a:lnTo>
                    <a:pt x="61" y="4"/>
                  </a:lnTo>
                  <a:lnTo>
                    <a:pt x="64" y="3"/>
                  </a:lnTo>
                  <a:lnTo>
                    <a:pt x="67" y="1"/>
                  </a:lnTo>
                  <a:lnTo>
                    <a:pt x="69" y="0"/>
                  </a:lnTo>
                  <a:lnTo>
                    <a:pt x="72" y="0"/>
                  </a:lnTo>
                  <a:close/>
                </a:path>
              </a:pathLst>
            </a:custGeom>
            <a:solidFill>
              <a:srgbClr val="202020"/>
            </a:solidFill>
            <a:ln w="9525">
              <a:noFill/>
              <a:round/>
              <a:headEnd/>
              <a:tailEnd/>
            </a:ln>
          </p:spPr>
          <p:txBody>
            <a:bodyPr/>
            <a:lstStyle/>
            <a:p>
              <a:endParaRPr lang="nl-BE"/>
            </a:p>
          </p:txBody>
        </p:sp>
        <p:sp>
          <p:nvSpPr>
            <p:cNvPr id="12894" name="Oval 224"/>
            <p:cNvSpPr>
              <a:spLocks noChangeArrowheads="1"/>
            </p:cNvSpPr>
            <p:nvPr/>
          </p:nvSpPr>
          <p:spPr bwMode="auto">
            <a:xfrm rot="-155667">
              <a:off x="4764088" y="4116388"/>
              <a:ext cx="141287" cy="231775"/>
            </a:xfrm>
            <a:prstGeom prst="ellipse">
              <a:avLst/>
            </a:prstGeom>
            <a:solidFill>
              <a:srgbClr val="404040"/>
            </a:solidFill>
            <a:ln w="9525">
              <a:noFill/>
              <a:round/>
              <a:headEnd/>
              <a:tailEnd/>
            </a:ln>
          </p:spPr>
          <p:txBody>
            <a:bodyPr/>
            <a:lstStyle/>
            <a:p>
              <a:pPr algn="ctr" eaLnBrk="0" hangingPunct="0"/>
              <a:endParaRPr lang="nl-BE"/>
            </a:p>
          </p:txBody>
        </p:sp>
        <p:sp>
          <p:nvSpPr>
            <p:cNvPr id="12895" name="Oval 225"/>
            <p:cNvSpPr>
              <a:spLocks noChangeArrowheads="1"/>
            </p:cNvSpPr>
            <p:nvPr/>
          </p:nvSpPr>
          <p:spPr bwMode="auto">
            <a:xfrm rot="-155667">
              <a:off x="4794250" y="4164013"/>
              <a:ext cx="82550" cy="136525"/>
            </a:xfrm>
            <a:prstGeom prst="ellipse">
              <a:avLst/>
            </a:prstGeom>
            <a:solidFill>
              <a:srgbClr val="A0A0A0"/>
            </a:solidFill>
            <a:ln w="9525">
              <a:noFill/>
              <a:round/>
              <a:headEnd/>
              <a:tailEnd/>
            </a:ln>
          </p:spPr>
          <p:txBody>
            <a:bodyPr/>
            <a:lstStyle/>
            <a:p>
              <a:pPr algn="ctr" eaLnBrk="0" hangingPunct="0"/>
              <a:endParaRPr lang="nl-BE"/>
            </a:p>
          </p:txBody>
        </p:sp>
        <p:sp>
          <p:nvSpPr>
            <p:cNvPr id="12896" name="Oval 226"/>
            <p:cNvSpPr>
              <a:spLocks noChangeArrowheads="1"/>
            </p:cNvSpPr>
            <p:nvPr/>
          </p:nvSpPr>
          <p:spPr bwMode="auto">
            <a:xfrm rot="-155667">
              <a:off x="4794250" y="4167188"/>
              <a:ext cx="74613" cy="128587"/>
            </a:xfrm>
            <a:prstGeom prst="ellipse">
              <a:avLst/>
            </a:prstGeom>
            <a:solidFill>
              <a:srgbClr val="808080"/>
            </a:solidFill>
            <a:ln w="9525">
              <a:noFill/>
              <a:round/>
              <a:headEnd/>
              <a:tailEnd/>
            </a:ln>
          </p:spPr>
          <p:txBody>
            <a:bodyPr/>
            <a:lstStyle/>
            <a:p>
              <a:pPr algn="ctr" eaLnBrk="0" hangingPunct="0"/>
              <a:endParaRPr lang="nl-BE"/>
            </a:p>
          </p:txBody>
        </p:sp>
        <p:sp>
          <p:nvSpPr>
            <p:cNvPr id="12897" name="Oval 227"/>
            <p:cNvSpPr>
              <a:spLocks noChangeArrowheads="1"/>
            </p:cNvSpPr>
            <p:nvPr/>
          </p:nvSpPr>
          <p:spPr bwMode="auto">
            <a:xfrm rot="-155667">
              <a:off x="4827588" y="4219575"/>
              <a:ext cx="12700" cy="23813"/>
            </a:xfrm>
            <a:prstGeom prst="ellipse">
              <a:avLst/>
            </a:prstGeom>
            <a:solidFill>
              <a:srgbClr val="404040"/>
            </a:solidFill>
            <a:ln w="9525">
              <a:noFill/>
              <a:round/>
              <a:headEnd/>
              <a:tailEnd/>
            </a:ln>
          </p:spPr>
          <p:txBody>
            <a:bodyPr/>
            <a:lstStyle/>
            <a:p>
              <a:pPr algn="ctr" eaLnBrk="0" hangingPunct="0"/>
              <a:endParaRPr lang="nl-BE"/>
            </a:p>
          </p:txBody>
        </p:sp>
        <p:sp>
          <p:nvSpPr>
            <p:cNvPr id="12898" name="Oval 228"/>
            <p:cNvSpPr>
              <a:spLocks noChangeArrowheads="1"/>
            </p:cNvSpPr>
            <p:nvPr/>
          </p:nvSpPr>
          <p:spPr bwMode="auto">
            <a:xfrm rot="-155667">
              <a:off x="4603750" y="4159250"/>
              <a:ext cx="120650" cy="95250"/>
            </a:xfrm>
            <a:prstGeom prst="ellipse">
              <a:avLst/>
            </a:prstGeom>
            <a:solidFill>
              <a:srgbClr val="606060"/>
            </a:solidFill>
            <a:ln w="6350">
              <a:solidFill>
                <a:srgbClr val="000000"/>
              </a:solidFill>
              <a:round/>
              <a:headEnd/>
              <a:tailEnd/>
            </a:ln>
          </p:spPr>
          <p:txBody>
            <a:bodyPr/>
            <a:lstStyle/>
            <a:p>
              <a:pPr algn="ctr" eaLnBrk="0" hangingPunct="0"/>
              <a:endParaRPr lang="nl-BE"/>
            </a:p>
          </p:txBody>
        </p:sp>
        <p:sp>
          <p:nvSpPr>
            <p:cNvPr id="12899" name="Oval 229"/>
            <p:cNvSpPr>
              <a:spLocks noChangeArrowheads="1"/>
            </p:cNvSpPr>
            <p:nvPr/>
          </p:nvSpPr>
          <p:spPr bwMode="auto">
            <a:xfrm rot="-155667">
              <a:off x="4587875" y="4160838"/>
              <a:ext cx="120650" cy="95250"/>
            </a:xfrm>
            <a:prstGeom prst="ellipse">
              <a:avLst/>
            </a:prstGeom>
            <a:solidFill>
              <a:srgbClr val="606060"/>
            </a:solidFill>
            <a:ln w="6350">
              <a:solidFill>
                <a:srgbClr val="000000"/>
              </a:solidFill>
              <a:round/>
              <a:headEnd/>
              <a:tailEnd/>
            </a:ln>
          </p:spPr>
          <p:txBody>
            <a:bodyPr/>
            <a:lstStyle/>
            <a:p>
              <a:pPr algn="ctr" eaLnBrk="0" hangingPunct="0"/>
              <a:endParaRPr lang="nl-BE"/>
            </a:p>
          </p:txBody>
        </p:sp>
        <p:sp>
          <p:nvSpPr>
            <p:cNvPr id="12900" name="Oval 230"/>
            <p:cNvSpPr>
              <a:spLocks noChangeArrowheads="1"/>
            </p:cNvSpPr>
            <p:nvPr/>
          </p:nvSpPr>
          <p:spPr bwMode="auto">
            <a:xfrm rot="-155667">
              <a:off x="4570413" y="4160838"/>
              <a:ext cx="120650" cy="95250"/>
            </a:xfrm>
            <a:prstGeom prst="ellipse">
              <a:avLst/>
            </a:prstGeom>
            <a:solidFill>
              <a:srgbClr val="808080"/>
            </a:solidFill>
            <a:ln w="6350">
              <a:solidFill>
                <a:srgbClr val="000000"/>
              </a:solidFill>
              <a:round/>
              <a:headEnd/>
              <a:tailEnd/>
            </a:ln>
          </p:spPr>
          <p:txBody>
            <a:bodyPr/>
            <a:lstStyle/>
            <a:p>
              <a:pPr algn="ctr" eaLnBrk="0" hangingPunct="0"/>
              <a:endParaRPr lang="nl-BE"/>
            </a:p>
          </p:txBody>
        </p:sp>
        <p:sp>
          <p:nvSpPr>
            <p:cNvPr id="12901" name="Oval 231"/>
            <p:cNvSpPr>
              <a:spLocks noChangeArrowheads="1"/>
            </p:cNvSpPr>
            <p:nvPr/>
          </p:nvSpPr>
          <p:spPr bwMode="auto">
            <a:xfrm rot="-155667">
              <a:off x="4554538" y="4160838"/>
              <a:ext cx="119062" cy="95250"/>
            </a:xfrm>
            <a:prstGeom prst="ellipse">
              <a:avLst/>
            </a:prstGeom>
            <a:solidFill>
              <a:srgbClr val="808080"/>
            </a:solidFill>
            <a:ln w="6350">
              <a:solidFill>
                <a:srgbClr val="000000"/>
              </a:solidFill>
              <a:round/>
              <a:headEnd/>
              <a:tailEnd/>
            </a:ln>
          </p:spPr>
          <p:txBody>
            <a:bodyPr/>
            <a:lstStyle/>
            <a:p>
              <a:pPr algn="ctr" eaLnBrk="0" hangingPunct="0"/>
              <a:endParaRPr lang="nl-BE"/>
            </a:p>
          </p:txBody>
        </p:sp>
        <p:sp>
          <p:nvSpPr>
            <p:cNvPr id="12902" name="Oval 232"/>
            <p:cNvSpPr>
              <a:spLocks noChangeArrowheads="1"/>
            </p:cNvSpPr>
            <p:nvPr/>
          </p:nvSpPr>
          <p:spPr bwMode="auto">
            <a:xfrm rot="-155667">
              <a:off x="4537075" y="4162425"/>
              <a:ext cx="122238" cy="95250"/>
            </a:xfrm>
            <a:prstGeom prst="ellipse">
              <a:avLst/>
            </a:prstGeom>
            <a:solidFill>
              <a:srgbClr val="808080"/>
            </a:solidFill>
            <a:ln w="6350">
              <a:solidFill>
                <a:srgbClr val="000000"/>
              </a:solidFill>
              <a:round/>
              <a:headEnd/>
              <a:tailEnd/>
            </a:ln>
          </p:spPr>
          <p:txBody>
            <a:bodyPr/>
            <a:lstStyle/>
            <a:p>
              <a:pPr algn="ctr" eaLnBrk="0" hangingPunct="0"/>
              <a:endParaRPr lang="nl-BE"/>
            </a:p>
          </p:txBody>
        </p:sp>
        <p:sp>
          <p:nvSpPr>
            <p:cNvPr id="12903" name="Oval 233"/>
            <p:cNvSpPr>
              <a:spLocks noChangeArrowheads="1"/>
            </p:cNvSpPr>
            <p:nvPr/>
          </p:nvSpPr>
          <p:spPr bwMode="auto">
            <a:xfrm rot="-155667">
              <a:off x="4521200" y="4162425"/>
              <a:ext cx="120650" cy="95250"/>
            </a:xfrm>
            <a:prstGeom prst="ellipse">
              <a:avLst/>
            </a:prstGeom>
            <a:solidFill>
              <a:srgbClr val="808080"/>
            </a:solidFill>
            <a:ln w="6350">
              <a:solidFill>
                <a:srgbClr val="000000"/>
              </a:solidFill>
              <a:round/>
              <a:headEnd/>
              <a:tailEnd/>
            </a:ln>
          </p:spPr>
          <p:txBody>
            <a:bodyPr/>
            <a:lstStyle/>
            <a:p>
              <a:pPr algn="ctr" eaLnBrk="0" hangingPunct="0"/>
              <a:endParaRPr lang="nl-BE"/>
            </a:p>
          </p:txBody>
        </p:sp>
        <p:sp>
          <p:nvSpPr>
            <p:cNvPr id="12904" name="Oval 234"/>
            <p:cNvSpPr>
              <a:spLocks noChangeArrowheads="1"/>
            </p:cNvSpPr>
            <p:nvPr/>
          </p:nvSpPr>
          <p:spPr bwMode="auto">
            <a:xfrm rot="-155667">
              <a:off x="4503738" y="4164013"/>
              <a:ext cx="122237" cy="95250"/>
            </a:xfrm>
            <a:prstGeom prst="ellipse">
              <a:avLst/>
            </a:prstGeom>
            <a:solidFill>
              <a:srgbClr val="404040"/>
            </a:solidFill>
            <a:ln w="6350">
              <a:solidFill>
                <a:srgbClr val="000000"/>
              </a:solidFill>
              <a:round/>
              <a:headEnd/>
              <a:tailEnd/>
            </a:ln>
          </p:spPr>
          <p:txBody>
            <a:bodyPr/>
            <a:lstStyle/>
            <a:p>
              <a:pPr algn="ctr" eaLnBrk="0" hangingPunct="0"/>
              <a:endParaRPr lang="nl-BE"/>
            </a:p>
          </p:txBody>
        </p:sp>
        <p:sp>
          <p:nvSpPr>
            <p:cNvPr id="12905" name="Freeform 235"/>
            <p:cNvSpPr>
              <a:spLocks/>
            </p:cNvSpPr>
            <p:nvPr/>
          </p:nvSpPr>
          <p:spPr bwMode="auto">
            <a:xfrm rot="-155667">
              <a:off x="4086225" y="4165600"/>
              <a:ext cx="187325" cy="271463"/>
            </a:xfrm>
            <a:custGeom>
              <a:avLst/>
              <a:gdLst>
                <a:gd name="T0" fmla="*/ 2147483647 w 209"/>
                <a:gd name="T1" fmla="*/ 0 h 621"/>
                <a:gd name="T2" fmla="*/ 2147483647 w 209"/>
                <a:gd name="T3" fmla="*/ 0 h 621"/>
                <a:gd name="T4" fmla="*/ 2147483647 w 209"/>
                <a:gd name="T5" fmla="*/ 2147483647 h 621"/>
                <a:gd name="T6" fmla="*/ 2147483647 w 209"/>
                <a:gd name="T7" fmla="*/ 2147483647 h 621"/>
                <a:gd name="T8" fmla="*/ 2147483647 w 209"/>
                <a:gd name="T9" fmla="*/ 2147483647 h 621"/>
                <a:gd name="T10" fmla="*/ 2147483647 w 209"/>
                <a:gd name="T11" fmla="*/ 2147483647 h 621"/>
                <a:gd name="T12" fmla="*/ 2147483647 w 209"/>
                <a:gd name="T13" fmla="*/ 2147483647 h 621"/>
                <a:gd name="T14" fmla="*/ 2147483647 w 209"/>
                <a:gd name="T15" fmla="*/ 2147483647 h 621"/>
                <a:gd name="T16" fmla="*/ 2147483647 w 209"/>
                <a:gd name="T17" fmla="*/ 2147483647 h 621"/>
                <a:gd name="T18" fmla="*/ 2147483647 w 209"/>
                <a:gd name="T19" fmla="*/ 2147483647 h 621"/>
                <a:gd name="T20" fmla="*/ 2147483647 w 209"/>
                <a:gd name="T21" fmla="*/ 2147483647 h 621"/>
                <a:gd name="T22" fmla="*/ 2147483647 w 209"/>
                <a:gd name="T23" fmla="*/ 2147483647 h 621"/>
                <a:gd name="T24" fmla="*/ 2147483647 w 209"/>
                <a:gd name="T25" fmla="*/ 2147483647 h 621"/>
                <a:gd name="T26" fmla="*/ 2147483647 w 209"/>
                <a:gd name="T27" fmla="*/ 2147483647 h 621"/>
                <a:gd name="T28" fmla="*/ 2147483647 w 209"/>
                <a:gd name="T29" fmla="*/ 2147483647 h 621"/>
                <a:gd name="T30" fmla="*/ 2147483647 w 209"/>
                <a:gd name="T31" fmla="*/ 2147483647 h 621"/>
                <a:gd name="T32" fmla="*/ 2147483647 w 209"/>
                <a:gd name="T33" fmla="*/ 2147483647 h 621"/>
                <a:gd name="T34" fmla="*/ 2147483647 w 209"/>
                <a:gd name="T35" fmla="*/ 2147483647 h 621"/>
                <a:gd name="T36" fmla="*/ 2147483647 w 209"/>
                <a:gd name="T37" fmla="*/ 2147483647 h 621"/>
                <a:gd name="T38" fmla="*/ 2147483647 w 209"/>
                <a:gd name="T39" fmla="*/ 2147483647 h 621"/>
                <a:gd name="T40" fmla="*/ 2147483647 w 209"/>
                <a:gd name="T41" fmla="*/ 2147483647 h 621"/>
                <a:gd name="T42" fmla="*/ 2147483647 w 209"/>
                <a:gd name="T43" fmla="*/ 2147483647 h 621"/>
                <a:gd name="T44" fmla="*/ 2147483647 w 209"/>
                <a:gd name="T45" fmla="*/ 2147483647 h 621"/>
                <a:gd name="T46" fmla="*/ 2147483647 w 209"/>
                <a:gd name="T47" fmla="*/ 2147483647 h 621"/>
                <a:gd name="T48" fmla="*/ 2147483647 w 209"/>
                <a:gd name="T49" fmla="*/ 2147483647 h 621"/>
                <a:gd name="T50" fmla="*/ 2147483647 w 209"/>
                <a:gd name="T51" fmla="*/ 2147483647 h 621"/>
                <a:gd name="T52" fmla="*/ 2147483647 w 209"/>
                <a:gd name="T53" fmla="*/ 2147483647 h 621"/>
                <a:gd name="T54" fmla="*/ 2147483647 w 209"/>
                <a:gd name="T55" fmla="*/ 2147483647 h 621"/>
                <a:gd name="T56" fmla="*/ 0 w 209"/>
                <a:gd name="T57" fmla="*/ 2147483647 h 621"/>
                <a:gd name="T58" fmla="*/ 0 w 209"/>
                <a:gd name="T59" fmla="*/ 2147483647 h 621"/>
                <a:gd name="T60" fmla="*/ 2147483647 w 209"/>
                <a:gd name="T61" fmla="*/ 2147483647 h 621"/>
                <a:gd name="T62" fmla="*/ 2147483647 w 209"/>
                <a:gd name="T63" fmla="*/ 2147483647 h 621"/>
                <a:gd name="T64" fmla="*/ 2147483647 w 209"/>
                <a:gd name="T65" fmla="*/ 2147483647 h 621"/>
                <a:gd name="T66" fmla="*/ 2147483647 w 209"/>
                <a:gd name="T67" fmla="*/ 2147483647 h 621"/>
                <a:gd name="T68" fmla="*/ 2147483647 w 209"/>
                <a:gd name="T69" fmla="*/ 2147483647 h 621"/>
                <a:gd name="T70" fmla="*/ 2147483647 w 209"/>
                <a:gd name="T71" fmla="*/ 2147483647 h 621"/>
                <a:gd name="T72" fmla="*/ 2147483647 w 209"/>
                <a:gd name="T73" fmla="*/ 2147483647 h 621"/>
                <a:gd name="T74" fmla="*/ 2147483647 w 209"/>
                <a:gd name="T75" fmla="*/ 2147483647 h 621"/>
                <a:gd name="T76" fmla="*/ 2147483647 w 209"/>
                <a:gd name="T77" fmla="*/ 2147483647 h 621"/>
                <a:gd name="T78" fmla="*/ 2147483647 w 209"/>
                <a:gd name="T79" fmla="*/ 2147483647 h 621"/>
                <a:gd name="T80" fmla="*/ 2147483647 w 209"/>
                <a:gd name="T81" fmla="*/ 2147483647 h 621"/>
                <a:gd name="T82" fmla="*/ 2147483647 w 209"/>
                <a:gd name="T83" fmla="*/ 2147483647 h 621"/>
                <a:gd name="T84" fmla="*/ 2147483647 w 209"/>
                <a:gd name="T85" fmla="*/ 2147483647 h 621"/>
                <a:gd name="T86" fmla="*/ 2147483647 w 209"/>
                <a:gd name="T87" fmla="*/ 2147483647 h 621"/>
                <a:gd name="T88" fmla="*/ 2147483647 w 209"/>
                <a:gd name="T89" fmla="*/ 2147483647 h 621"/>
                <a:gd name="T90" fmla="*/ 2147483647 w 209"/>
                <a:gd name="T91" fmla="*/ 2147483647 h 621"/>
                <a:gd name="T92" fmla="*/ 2147483647 w 209"/>
                <a:gd name="T93" fmla="*/ 2147483647 h 621"/>
                <a:gd name="T94" fmla="*/ 2147483647 w 209"/>
                <a:gd name="T95" fmla="*/ 2147483647 h 621"/>
                <a:gd name="T96" fmla="*/ 2147483647 w 209"/>
                <a:gd name="T97" fmla="*/ 2147483647 h 621"/>
                <a:gd name="T98" fmla="*/ 2147483647 w 209"/>
                <a:gd name="T99" fmla="*/ 2147483647 h 621"/>
                <a:gd name="T100" fmla="*/ 2147483647 w 209"/>
                <a:gd name="T101" fmla="*/ 2147483647 h 621"/>
                <a:gd name="T102" fmla="*/ 2147483647 w 209"/>
                <a:gd name="T103" fmla="*/ 2147483647 h 621"/>
                <a:gd name="T104" fmla="*/ 2147483647 w 209"/>
                <a:gd name="T105" fmla="*/ 0 h 621"/>
                <a:gd name="T106" fmla="*/ 2147483647 w 209"/>
                <a:gd name="T107" fmla="*/ 0 h 621"/>
                <a:gd name="T108" fmla="*/ 2147483647 w 209"/>
                <a:gd name="T109" fmla="*/ 0 h 621"/>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09"/>
                <a:gd name="T166" fmla="*/ 0 h 621"/>
                <a:gd name="T167" fmla="*/ 209 w 209"/>
                <a:gd name="T168" fmla="*/ 621 h 621"/>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09" h="621">
                  <a:moveTo>
                    <a:pt x="98" y="0"/>
                  </a:moveTo>
                  <a:lnTo>
                    <a:pt x="209" y="0"/>
                  </a:lnTo>
                  <a:lnTo>
                    <a:pt x="207" y="621"/>
                  </a:lnTo>
                  <a:lnTo>
                    <a:pt x="98" y="617"/>
                  </a:lnTo>
                  <a:lnTo>
                    <a:pt x="94" y="615"/>
                  </a:lnTo>
                  <a:lnTo>
                    <a:pt x="90" y="614"/>
                  </a:lnTo>
                  <a:lnTo>
                    <a:pt x="84" y="611"/>
                  </a:lnTo>
                  <a:lnTo>
                    <a:pt x="78" y="608"/>
                  </a:lnTo>
                  <a:lnTo>
                    <a:pt x="73" y="602"/>
                  </a:lnTo>
                  <a:lnTo>
                    <a:pt x="66" y="596"/>
                  </a:lnTo>
                  <a:lnTo>
                    <a:pt x="61" y="590"/>
                  </a:lnTo>
                  <a:lnTo>
                    <a:pt x="56" y="582"/>
                  </a:lnTo>
                  <a:lnTo>
                    <a:pt x="52" y="576"/>
                  </a:lnTo>
                  <a:lnTo>
                    <a:pt x="48" y="569"/>
                  </a:lnTo>
                  <a:lnTo>
                    <a:pt x="44" y="563"/>
                  </a:lnTo>
                  <a:lnTo>
                    <a:pt x="40" y="551"/>
                  </a:lnTo>
                  <a:lnTo>
                    <a:pt x="36" y="542"/>
                  </a:lnTo>
                  <a:lnTo>
                    <a:pt x="32" y="531"/>
                  </a:lnTo>
                  <a:lnTo>
                    <a:pt x="29" y="524"/>
                  </a:lnTo>
                  <a:lnTo>
                    <a:pt x="28" y="516"/>
                  </a:lnTo>
                  <a:lnTo>
                    <a:pt x="23" y="501"/>
                  </a:lnTo>
                  <a:lnTo>
                    <a:pt x="19" y="486"/>
                  </a:lnTo>
                  <a:lnTo>
                    <a:pt x="15" y="468"/>
                  </a:lnTo>
                  <a:lnTo>
                    <a:pt x="12" y="450"/>
                  </a:lnTo>
                  <a:lnTo>
                    <a:pt x="9" y="431"/>
                  </a:lnTo>
                  <a:lnTo>
                    <a:pt x="6" y="410"/>
                  </a:lnTo>
                  <a:lnTo>
                    <a:pt x="3" y="387"/>
                  </a:lnTo>
                  <a:lnTo>
                    <a:pt x="2" y="362"/>
                  </a:lnTo>
                  <a:lnTo>
                    <a:pt x="0" y="336"/>
                  </a:lnTo>
                  <a:lnTo>
                    <a:pt x="0" y="306"/>
                  </a:lnTo>
                  <a:lnTo>
                    <a:pt x="1" y="267"/>
                  </a:lnTo>
                  <a:lnTo>
                    <a:pt x="3" y="231"/>
                  </a:lnTo>
                  <a:lnTo>
                    <a:pt x="6" y="206"/>
                  </a:lnTo>
                  <a:lnTo>
                    <a:pt x="9" y="180"/>
                  </a:lnTo>
                  <a:lnTo>
                    <a:pt x="13" y="159"/>
                  </a:lnTo>
                  <a:lnTo>
                    <a:pt x="15" y="144"/>
                  </a:lnTo>
                  <a:lnTo>
                    <a:pt x="21" y="122"/>
                  </a:lnTo>
                  <a:lnTo>
                    <a:pt x="28" y="98"/>
                  </a:lnTo>
                  <a:lnTo>
                    <a:pt x="34" y="80"/>
                  </a:lnTo>
                  <a:lnTo>
                    <a:pt x="39" y="68"/>
                  </a:lnTo>
                  <a:lnTo>
                    <a:pt x="42" y="60"/>
                  </a:lnTo>
                  <a:lnTo>
                    <a:pt x="47" y="51"/>
                  </a:lnTo>
                  <a:lnTo>
                    <a:pt x="50" y="44"/>
                  </a:lnTo>
                  <a:lnTo>
                    <a:pt x="53" y="36"/>
                  </a:lnTo>
                  <a:lnTo>
                    <a:pt x="57" y="32"/>
                  </a:lnTo>
                  <a:lnTo>
                    <a:pt x="62" y="26"/>
                  </a:lnTo>
                  <a:lnTo>
                    <a:pt x="66" y="20"/>
                  </a:lnTo>
                  <a:lnTo>
                    <a:pt x="70" y="15"/>
                  </a:lnTo>
                  <a:lnTo>
                    <a:pt x="74" y="12"/>
                  </a:lnTo>
                  <a:lnTo>
                    <a:pt x="78" y="8"/>
                  </a:lnTo>
                  <a:lnTo>
                    <a:pt x="83" y="5"/>
                  </a:lnTo>
                  <a:lnTo>
                    <a:pt x="86" y="2"/>
                  </a:lnTo>
                  <a:lnTo>
                    <a:pt x="90" y="0"/>
                  </a:lnTo>
                  <a:lnTo>
                    <a:pt x="94" y="0"/>
                  </a:lnTo>
                  <a:lnTo>
                    <a:pt x="98" y="0"/>
                  </a:lnTo>
                  <a:close/>
                </a:path>
              </a:pathLst>
            </a:custGeom>
            <a:solidFill>
              <a:srgbClr val="202020"/>
            </a:solidFill>
            <a:ln w="9525">
              <a:noFill/>
              <a:round/>
              <a:headEnd/>
              <a:tailEnd/>
            </a:ln>
          </p:spPr>
          <p:txBody>
            <a:bodyPr/>
            <a:lstStyle/>
            <a:p>
              <a:endParaRPr lang="nl-BE"/>
            </a:p>
          </p:txBody>
        </p:sp>
        <p:sp>
          <p:nvSpPr>
            <p:cNvPr id="12906" name="Oval 236"/>
            <p:cNvSpPr>
              <a:spLocks noChangeArrowheads="1"/>
            </p:cNvSpPr>
            <p:nvPr/>
          </p:nvSpPr>
          <p:spPr bwMode="auto">
            <a:xfrm rot="-155667">
              <a:off x="4173538" y="4160838"/>
              <a:ext cx="190500" cy="273050"/>
            </a:xfrm>
            <a:prstGeom prst="ellipse">
              <a:avLst/>
            </a:prstGeom>
            <a:solidFill>
              <a:srgbClr val="404040"/>
            </a:solidFill>
            <a:ln w="9525">
              <a:noFill/>
              <a:round/>
              <a:headEnd/>
              <a:tailEnd/>
            </a:ln>
          </p:spPr>
          <p:txBody>
            <a:bodyPr/>
            <a:lstStyle/>
            <a:p>
              <a:pPr algn="ctr" eaLnBrk="0" hangingPunct="0"/>
              <a:endParaRPr lang="nl-BE"/>
            </a:p>
          </p:txBody>
        </p:sp>
        <p:sp>
          <p:nvSpPr>
            <p:cNvPr id="12907" name="Oval 237"/>
            <p:cNvSpPr>
              <a:spLocks noChangeArrowheads="1"/>
            </p:cNvSpPr>
            <p:nvPr/>
          </p:nvSpPr>
          <p:spPr bwMode="auto">
            <a:xfrm rot="-155667">
              <a:off x="4213225" y="4217988"/>
              <a:ext cx="111125" cy="158750"/>
            </a:xfrm>
            <a:prstGeom prst="ellipse">
              <a:avLst/>
            </a:prstGeom>
            <a:solidFill>
              <a:srgbClr val="A0A0A0"/>
            </a:solidFill>
            <a:ln w="9525">
              <a:noFill/>
              <a:round/>
              <a:headEnd/>
              <a:tailEnd/>
            </a:ln>
          </p:spPr>
          <p:txBody>
            <a:bodyPr/>
            <a:lstStyle/>
            <a:p>
              <a:pPr algn="ctr" eaLnBrk="0" hangingPunct="0"/>
              <a:endParaRPr lang="nl-BE"/>
            </a:p>
          </p:txBody>
        </p:sp>
        <p:sp>
          <p:nvSpPr>
            <p:cNvPr id="12908" name="Oval 238"/>
            <p:cNvSpPr>
              <a:spLocks noChangeArrowheads="1"/>
            </p:cNvSpPr>
            <p:nvPr/>
          </p:nvSpPr>
          <p:spPr bwMode="auto">
            <a:xfrm rot="-155667">
              <a:off x="4213225" y="4221163"/>
              <a:ext cx="101600" cy="150812"/>
            </a:xfrm>
            <a:prstGeom prst="ellipse">
              <a:avLst/>
            </a:prstGeom>
            <a:solidFill>
              <a:srgbClr val="808080"/>
            </a:solidFill>
            <a:ln w="9525">
              <a:noFill/>
              <a:round/>
              <a:headEnd/>
              <a:tailEnd/>
            </a:ln>
          </p:spPr>
          <p:txBody>
            <a:bodyPr/>
            <a:lstStyle/>
            <a:p>
              <a:pPr algn="ctr" eaLnBrk="0" hangingPunct="0"/>
              <a:endParaRPr lang="nl-BE"/>
            </a:p>
          </p:txBody>
        </p:sp>
        <p:sp>
          <p:nvSpPr>
            <p:cNvPr id="12909" name="Oval 239"/>
            <p:cNvSpPr>
              <a:spLocks noChangeArrowheads="1"/>
            </p:cNvSpPr>
            <p:nvPr/>
          </p:nvSpPr>
          <p:spPr bwMode="auto">
            <a:xfrm rot="-155667">
              <a:off x="4259263" y="4283075"/>
              <a:ext cx="19050" cy="26988"/>
            </a:xfrm>
            <a:prstGeom prst="ellipse">
              <a:avLst/>
            </a:prstGeom>
            <a:solidFill>
              <a:srgbClr val="404040"/>
            </a:solidFill>
            <a:ln w="9525">
              <a:noFill/>
              <a:round/>
              <a:headEnd/>
              <a:tailEnd/>
            </a:ln>
          </p:spPr>
          <p:txBody>
            <a:bodyPr/>
            <a:lstStyle/>
            <a:p>
              <a:pPr algn="ctr" eaLnBrk="0" hangingPunct="0"/>
              <a:endParaRPr lang="nl-BE"/>
            </a:p>
          </p:txBody>
        </p:sp>
        <p:sp>
          <p:nvSpPr>
            <p:cNvPr id="12910" name="Freeform 240"/>
            <p:cNvSpPr>
              <a:spLocks/>
            </p:cNvSpPr>
            <p:nvPr/>
          </p:nvSpPr>
          <p:spPr bwMode="auto">
            <a:xfrm rot="-155667">
              <a:off x="4197350" y="4160838"/>
              <a:ext cx="187325" cy="277812"/>
            </a:xfrm>
            <a:custGeom>
              <a:avLst/>
              <a:gdLst>
                <a:gd name="T0" fmla="*/ 2147483647 w 210"/>
                <a:gd name="T1" fmla="*/ 0 h 635"/>
                <a:gd name="T2" fmla="*/ 2147483647 w 210"/>
                <a:gd name="T3" fmla="*/ 0 h 635"/>
                <a:gd name="T4" fmla="*/ 2147483647 w 210"/>
                <a:gd name="T5" fmla="*/ 2147483647 h 635"/>
                <a:gd name="T6" fmla="*/ 2147483647 w 210"/>
                <a:gd name="T7" fmla="*/ 2147483647 h 635"/>
                <a:gd name="T8" fmla="*/ 2147483647 w 210"/>
                <a:gd name="T9" fmla="*/ 2147483647 h 635"/>
                <a:gd name="T10" fmla="*/ 2147483647 w 210"/>
                <a:gd name="T11" fmla="*/ 2147483647 h 635"/>
                <a:gd name="T12" fmla="*/ 2147483647 w 210"/>
                <a:gd name="T13" fmla="*/ 2147483647 h 635"/>
                <a:gd name="T14" fmla="*/ 2147483647 w 210"/>
                <a:gd name="T15" fmla="*/ 2147483647 h 635"/>
                <a:gd name="T16" fmla="*/ 2147483647 w 210"/>
                <a:gd name="T17" fmla="*/ 2147483647 h 635"/>
                <a:gd name="T18" fmla="*/ 2147483647 w 210"/>
                <a:gd name="T19" fmla="*/ 2147483647 h 635"/>
                <a:gd name="T20" fmla="*/ 2147483647 w 210"/>
                <a:gd name="T21" fmla="*/ 2147483647 h 635"/>
                <a:gd name="T22" fmla="*/ 2147483647 w 210"/>
                <a:gd name="T23" fmla="*/ 2147483647 h 635"/>
                <a:gd name="T24" fmla="*/ 2147483647 w 210"/>
                <a:gd name="T25" fmla="*/ 2147483647 h 635"/>
                <a:gd name="T26" fmla="*/ 2147483647 w 210"/>
                <a:gd name="T27" fmla="*/ 2147483647 h 635"/>
                <a:gd name="T28" fmla="*/ 2147483647 w 210"/>
                <a:gd name="T29" fmla="*/ 2147483647 h 635"/>
                <a:gd name="T30" fmla="*/ 2147483647 w 210"/>
                <a:gd name="T31" fmla="*/ 2147483647 h 635"/>
                <a:gd name="T32" fmla="*/ 2147483647 w 210"/>
                <a:gd name="T33" fmla="*/ 2147483647 h 635"/>
                <a:gd name="T34" fmla="*/ 2147483647 w 210"/>
                <a:gd name="T35" fmla="*/ 2147483647 h 635"/>
                <a:gd name="T36" fmla="*/ 2147483647 w 210"/>
                <a:gd name="T37" fmla="*/ 2147483647 h 635"/>
                <a:gd name="T38" fmla="*/ 2147483647 w 210"/>
                <a:gd name="T39" fmla="*/ 2147483647 h 635"/>
                <a:gd name="T40" fmla="*/ 2147483647 w 210"/>
                <a:gd name="T41" fmla="*/ 2147483647 h 635"/>
                <a:gd name="T42" fmla="*/ 2147483647 w 210"/>
                <a:gd name="T43" fmla="*/ 2147483647 h 635"/>
                <a:gd name="T44" fmla="*/ 2147483647 w 210"/>
                <a:gd name="T45" fmla="*/ 2147483647 h 635"/>
                <a:gd name="T46" fmla="*/ 2147483647 w 210"/>
                <a:gd name="T47" fmla="*/ 2147483647 h 635"/>
                <a:gd name="T48" fmla="*/ 2147483647 w 210"/>
                <a:gd name="T49" fmla="*/ 2147483647 h 635"/>
                <a:gd name="T50" fmla="*/ 2147483647 w 210"/>
                <a:gd name="T51" fmla="*/ 2147483647 h 635"/>
                <a:gd name="T52" fmla="*/ 2147483647 w 210"/>
                <a:gd name="T53" fmla="*/ 2147483647 h 635"/>
                <a:gd name="T54" fmla="*/ 2147483647 w 210"/>
                <a:gd name="T55" fmla="*/ 2147483647 h 635"/>
                <a:gd name="T56" fmla="*/ 0 w 210"/>
                <a:gd name="T57" fmla="*/ 2147483647 h 635"/>
                <a:gd name="T58" fmla="*/ 2147483647 w 210"/>
                <a:gd name="T59" fmla="*/ 2147483647 h 635"/>
                <a:gd name="T60" fmla="*/ 2147483647 w 210"/>
                <a:gd name="T61" fmla="*/ 2147483647 h 635"/>
                <a:gd name="T62" fmla="*/ 2147483647 w 210"/>
                <a:gd name="T63" fmla="*/ 2147483647 h 635"/>
                <a:gd name="T64" fmla="*/ 2147483647 w 210"/>
                <a:gd name="T65" fmla="*/ 2147483647 h 635"/>
                <a:gd name="T66" fmla="*/ 2147483647 w 210"/>
                <a:gd name="T67" fmla="*/ 2147483647 h 635"/>
                <a:gd name="T68" fmla="*/ 2147483647 w 210"/>
                <a:gd name="T69" fmla="*/ 2147483647 h 635"/>
                <a:gd name="T70" fmla="*/ 2147483647 w 210"/>
                <a:gd name="T71" fmla="*/ 2147483647 h 635"/>
                <a:gd name="T72" fmla="*/ 2147483647 w 210"/>
                <a:gd name="T73" fmla="*/ 2147483647 h 635"/>
                <a:gd name="T74" fmla="*/ 2147483647 w 210"/>
                <a:gd name="T75" fmla="*/ 2147483647 h 635"/>
                <a:gd name="T76" fmla="*/ 2147483647 w 210"/>
                <a:gd name="T77" fmla="*/ 2147483647 h 635"/>
                <a:gd name="T78" fmla="*/ 2147483647 w 210"/>
                <a:gd name="T79" fmla="*/ 2147483647 h 635"/>
                <a:gd name="T80" fmla="*/ 2147483647 w 210"/>
                <a:gd name="T81" fmla="*/ 2147483647 h 635"/>
                <a:gd name="T82" fmla="*/ 2147483647 w 210"/>
                <a:gd name="T83" fmla="*/ 2147483647 h 635"/>
                <a:gd name="T84" fmla="*/ 2147483647 w 210"/>
                <a:gd name="T85" fmla="*/ 2147483647 h 635"/>
                <a:gd name="T86" fmla="*/ 2147483647 w 210"/>
                <a:gd name="T87" fmla="*/ 2147483647 h 635"/>
                <a:gd name="T88" fmla="*/ 2147483647 w 210"/>
                <a:gd name="T89" fmla="*/ 2147483647 h 635"/>
                <a:gd name="T90" fmla="*/ 2147483647 w 210"/>
                <a:gd name="T91" fmla="*/ 2147483647 h 635"/>
                <a:gd name="T92" fmla="*/ 2147483647 w 210"/>
                <a:gd name="T93" fmla="*/ 2147483647 h 635"/>
                <a:gd name="T94" fmla="*/ 2147483647 w 210"/>
                <a:gd name="T95" fmla="*/ 2147483647 h 635"/>
                <a:gd name="T96" fmla="*/ 2147483647 w 210"/>
                <a:gd name="T97" fmla="*/ 2147483647 h 635"/>
                <a:gd name="T98" fmla="*/ 2147483647 w 210"/>
                <a:gd name="T99" fmla="*/ 2147483647 h 635"/>
                <a:gd name="T100" fmla="*/ 2147483647 w 210"/>
                <a:gd name="T101" fmla="*/ 2147483647 h 635"/>
                <a:gd name="T102" fmla="*/ 2147483647 w 210"/>
                <a:gd name="T103" fmla="*/ 2147483647 h 635"/>
                <a:gd name="T104" fmla="*/ 2147483647 w 210"/>
                <a:gd name="T105" fmla="*/ 0 h 635"/>
                <a:gd name="T106" fmla="*/ 2147483647 w 210"/>
                <a:gd name="T107" fmla="*/ 0 h 635"/>
                <a:gd name="T108" fmla="*/ 2147483647 w 210"/>
                <a:gd name="T109" fmla="*/ 0 h 635"/>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10"/>
                <a:gd name="T166" fmla="*/ 0 h 635"/>
                <a:gd name="T167" fmla="*/ 210 w 210"/>
                <a:gd name="T168" fmla="*/ 635 h 635"/>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10" h="635">
                  <a:moveTo>
                    <a:pt x="99" y="0"/>
                  </a:moveTo>
                  <a:lnTo>
                    <a:pt x="210" y="0"/>
                  </a:lnTo>
                  <a:lnTo>
                    <a:pt x="209" y="635"/>
                  </a:lnTo>
                  <a:lnTo>
                    <a:pt x="99" y="630"/>
                  </a:lnTo>
                  <a:lnTo>
                    <a:pt x="95" y="629"/>
                  </a:lnTo>
                  <a:lnTo>
                    <a:pt x="91" y="627"/>
                  </a:lnTo>
                  <a:lnTo>
                    <a:pt x="86" y="624"/>
                  </a:lnTo>
                  <a:lnTo>
                    <a:pt x="80" y="621"/>
                  </a:lnTo>
                  <a:lnTo>
                    <a:pt x="74" y="615"/>
                  </a:lnTo>
                  <a:lnTo>
                    <a:pt x="68" y="609"/>
                  </a:lnTo>
                  <a:lnTo>
                    <a:pt x="62" y="603"/>
                  </a:lnTo>
                  <a:lnTo>
                    <a:pt x="57" y="596"/>
                  </a:lnTo>
                  <a:lnTo>
                    <a:pt x="53" y="588"/>
                  </a:lnTo>
                  <a:lnTo>
                    <a:pt x="49" y="581"/>
                  </a:lnTo>
                  <a:lnTo>
                    <a:pt x="46" y="575"/>
                  </a:lnTo>
                  <a:lnTo>
                    <a:pt x="41" y="564"/>
                  </a:lnTo>
                  <a:lnTo>
                    <a:pt x="38" y="554"/>
                  </a:lnTo>
                  <a:lnTo>
                    <a:pt x="34" y="543"/>
                  </a:lnTo>
                  <a:lnTo>
                    <a:pt x="31" y="536"/>
                  </a:lnTo>
                  <a:lnTo>
                    <a:pt x="28" y="528"/>
                  </a:lnTo>
                  <a:lnTo>
                    <a:pt x="24" y="513"/>
                  </a:lnTo>
                  <a:lnTo>
                    <a:pt x="20" y="497"/>
                  </a:lnTo>
                  <a:lnTo>
                    <a:pt x="16" y="479"/>
                  </a:lnTo>
                  <a:lnTo>
                    <a:pt x="12" y="461"/>
                  </a:lnTo>
                  <a:lnTo>
                    <a:pt x="9" y="440"/>
                  </a:lnTo>
                  <a:lnTo>
                    <a:pt x="7" y="419"/>
                  </a:lnTo>
                  <a:lnTo>
                    <a:pt x="4" y="396"/>
                  </a:lnTo>
                  <a:lnTo>
                    <a:pt x="2" y="371"/>
                  </a:lnTo>
                  <a:lnTo>
                    <a:pt x="0" y="344"/>
                  </a:lnTo>
                  <a:lnTo>
                    <a:pt x="1" y="314"/>
                  </a:lnTo>
                  <a:lnTo>
                    <a:pt x="1" y="275"/>
                  </a:lnTo>
                  <a:lnTo>
                    <a:pt x="4" y="237"/>
                  </a:lnTo>
                  <a:lnTo>
                    <a:pt x="7" y="210"/>
                  </a:lnTo>
                  <a:lnTo>
                    <a:pt x="10" y="183"/>
                  </a:lnTo>
                  <a:lnTo>
                    <a:pt x="13" y="164"/>
                  </a:lnTo>
                  <a:lnTo>
                    <a:pt x="16" y="147"/>
                  </a:lnTo>
                  <a:lnTo>
                    <a:pt x="21" y="126"/>
                  </a:lnTo>
                  <a:lnTo>
                    <a:pt x="29" y="99"/>
                  </a:lnTo>
                  <a:lnTo>
                    <a:pt x="35" y="83"/>
                  </a:lnTo>
                  <a:lnTo>
                    <a:pt x="40" y="69"/>
                  </a:lnTo>
                  <a:lnTo>
                    <a:pt x="44" y="60"/>
                  </a:lnTo>
                  <a:lnTo>
                    <a:pt x="48" y="53"/>
                  </a:lnTo>
                  <a:lnTo>
                    <a:pt x="51" y="45"/>
                  </a:lnTo>
                  <a:lnTo>
                    <a:pt x="55" y="38"/>
                  </a:lnTo>
                  <a:lnTo>
                    <a:pt x="59" y="32"/>
                  </a:lnTo>
                  <a:lnTo>
                    <a:pt x="63" y="26"/>
                  </a:lnTo>
                  <a:lnTo>
                    <a:pt x="68" y="20"/>
                  </a:lnTo>
                  <a:lnTo>
                    <a:pt x="72" y="15"/>
                  </a:lnTo>
                  <a:lnTo>
                    <a:pt x="76" y="12"/>
                  </a:lnTo>
                  <a:lnTo>
                    <a:pt x="79" y="8"/>
                  </a:lnTo>
                  <a:lnTo>
                    <a:pt x="84" y="5"/>
                  </a:lnTo>
                  <a:lnTo>
                    <a:pt x="88" y="3"/>
                  </a:lnTo>
                  <a:lnTo>
                    <a:pt x="92" y="0"/>
                  </a:lnTo>
                  <a:lnTo>
                    <a:pt x="95" y="0"/>
                  </a:lnTo>
                  <a:lnTo>
                    <a:pt x="99" y="0"/>
                  </a:lnTo>
                  <a:close/>
                </a:path>
              </a:pathLst>
            </a:custGeom>
            <a:solidFill>
              <a:srgbClr val="202020"/>
            </a:solidFill>
            <a:ln w="9525">
              <a:noFill/>
              <a:round/>
              <a:headEnd/>
              <a:tailEnd/>
            </a:ln>
          </p:spPr>
          <p:txBody>
            <a:bodyPr/>
            <a:lstStyle/>
            <a:p>
              <a:endParaRPr lang="nl-BE"/>
            </a:p>
          </p:txBody>
        </p:sp>
        <p:sp>
          <p:nvSpPr>
            <p:cNvPr id="12911" name="Oval 241"/>
            <p:cNvSpPr>
              <a:spLocks noChangeArrowheads="1"/>
            </p:cNvSpPr>
            <p:nvPr/>
          </p:nvSpPr>
          <p:spPr bwMode="auto">
            <a:xfrm rot="-155667">
              <a:off x="4284663" y="4156075"/>
              <a:ext cx="190500" cy="279400"/>
            </a:xfrm>
            <a:prstGeom prst="ellipse">
              <a:avLst/>
            </a:prstGeom>
            <a:solidFill>
              <a:srgbClr val="404040"/>
            </a:solidFill>
            <a:ln w="9525">
              <a:noFill/>
              <a:round/>
              <a:headEnd/>
              <a:tailEnd/>
            </a:ln>
          </p:spPr>
          <p:txBody>
            <a:bodyPr/>
            <a:lstStyle/>
            <a:p>
              <a:pPr algn="ctr" eaLnBrk="0" hangingPunct="0"/>
              <a:endParaRPr lang="nl-BE"/>
            </a:p>
          </p:txBody>
        </p:sp>
        <p:sp>
          <p:nvSpPr>
            <p:cNvPr id="12912" name="Oval 242"/>
            <p:cNvSpPr>
              <a:spLocks noChangeArrowheads="1"/>
            </p:cNvSpPr>
            <p:nvPr/>
          </p:nvSpPr>
          <p:spPr bwMode="auto">
            <a:xfrm rot="-155667">
              <a:off x="4324350" y="4213225"/>
              <a:ext cx="111125" cy="165100"/>
            </a:xfrm>
            <a:prstGeom prst="ellipse">
              <a:avLst/>
            </a:prstGeom>
            <a:solidFill>
              <a:srgbClr val="A0A0A0"/>
            </a:solidFill>
            <a:ln w="9525">
              <a:noFill/>
              <a:round/>
              <a:headEnd/>
              <a:tailEnd/>
            </a:ln>
          </p:spPr>
          <p:txBody>
            <a:bodyPr/>
            <a:lstStyle/>
            <a:p>
              <a:pPr algn="ctr" eaLnBrk="0" hangingPunct="0"/>
              <a:endParaRPr lang="nl-BE"/>
            </a:p>
          </p:txBody>
        </p:sp>
        <p:sp>
          <p:nvSpPr>
            <p:cNvPr id="12913" name="Oval 243"/>
            <p:cNvSpPr>
              <a:spLocks noChangeArrowheads="1"/>
            </p:cNvSpPr>
            <p:nvPr/>
          </p:nvSpPr>
          <p:spPr bwMode="auto">
            <a:xfrm rot="-155667">
              <a:off x="4322763" y="4216400"/>
              <a:ext cx="103187" cy="155575"/>
            </a:xfrm>
            <a:prstGeom prst="ellipse">
              <a:avLst/>
            </a:prstGeom>
            <a:solidFill>
              <a:srgbClr val="808080"/>
            </a:solidFill>
            <a:ln w="9525">
              <a:noFill/>
              <a:round/>
              <a:headEnd/>
              <a:tailEnd/>
            </a:ln>
          </p:spPr>
          <p:txBody>
            <a:bodyPr/>
            <a:lstStyle/>
            <a:p>
              <a:pPr algn="ctr" eaLnBrk="0" hangingPunct="0"/>
              <a:endParaRPr lang="nl-BE"/>
            </a:p>
          </p:txBody>
        </p:sp>
        <p:sp>
          <p:nvSpPr>
            <p:cNvPr id="12914" name="Oval 244"/>
            <p:cNvSpPr>
              <a:spLocks noChangeArrowheads="1"/>
            </p:cNvSpPr>
            <p:nvPr/>
          </p:nvSpPr>
          <p:spPr bwMode="auto">
            <a:xfrm rot="-155667">
              <a:off x="4370388" y="4279900"/>
              <a:ext cx="19050" cy="30163"/>
            </a:xfrm>
            <a:prstGeom prst="ellipse">
              <a:avLst/>
            </a:prstGeom>
            <a:solidFill>
              <a:srgbClr val="404040"/>
            </a:solidFill>
            <a:ln w="9525">
              <a:noFill/>
              <a:round/>
              <a:headEnd/>
              <a:tailEnd/>
            </a:ln>
          </p:spPr>
          <p:txBody>
            <a:bodyPr/>
            <a:lstStyle/>
            <a:p>
              <a:pPr algn="ctr" eaLnBrk="0" hangingPunct="0"/>
              <a:endParaRPr lang="nl-BE"/>
            </a:p>
          </p:txBody>
        </p:sp>
        <p:sp>
          <p:nvSpPr>
            <p:cNvPr id="12915" name="Freeform 245"/>
            <p:cNvSpPr>
              <a:spLocks/>
            </p:cNvSpPr>
            <p:nvPr/>
          </p:nvSpPr>
          <p:spPr bwMode="auto">
            <a:xfrm rot="-155667">
              <a:off x="3876675" y="4179888"/>
              <a:ext cx="204788" cy="296862"/>
            </a:xfrm>
            <a:custGeom>
              <a:avLst/>
              <a:gdLst>
                <a:gd name="T0" fmla="*/ 2147483647 w 228"/>
                <a:gd name="T1" fmla="*/ 0 h 678"/>
                <a:gd name="T2" fmla="*/ 2147483647 w 228"/>
                <a:gd name="T3" fmla="*/ 0 h 678"/>
                <a:gd name="T4" fmla="*/ 2147483647 w 228"/>
                <a:gd name="T5" fmla="*/ 2147483647 h 678"/>
                <a:gd name="T6" fmla="*/ 2147483647 w 228"/>
                <a:gd name="T7" fmla="*/ 2147483647 h 678"/>
                <a:gd name="T8" fmla="*/ 2147483647 w 228"/>
                <a:gd name="T9" fmla="*/ 2147483647 h 678"/>
                <a:gd name="T10" fmla="*/ 2147483647 w 228"/>
                <a:gd name="T11" fmla="*/ 2147483647 h 678"/>
                <a:gd name="T12" fmla="*/ 2147483647 w 228"/>
                <a:gd name="T13" fmla="*/ 2147483647 h 678"/>
                <a:gd name="T14" fmla="*/ 2147483647 w 228"/>
                <a:gd name="T15" fmla="*/ 2147483647 h 678"/>
                <a:gd name="T16" fmla="*/ 2147483647 w 228"/>
                <a:gd name="T17" fmla="*/ 2147483647 h 678"/>
                <a:gd name="T18" fmla="*/ 2147483647 w 228"/>
                <a:gd name="T19" fmla="*/ 2147483647 h 678"/>
                <a:gd name="T20" fmla="*/ 2147483647 w 228"/>
                <a:gd name="T21" fmla="*/ 2147483647 h 678"/>
                <a:gd name="T22" fmla="*/ 2147483647 w 228"/>
                <a:gd name="T23" fmla="*/ 2147483647 h 678"/>
                <a:gd name="T24" fmla="*/ 2147483647 w 228"/>
                <a:gd name="T25" fmla="*/ 2147483647 h 678"/>
                <a:gd name="T26" fmla="*/ 2147483647 w 228"/>
                <a:gd name="T27" fmla="*/ 2147483647 h 678"/>
                <a:gd name="T28" fmla="*/ 2147483647 w 228"/>
                <a:gd name="T29" fmla="*/ 2147483647 h 678"/>
                <a:gd name="T30" fmla="*/ 2147483647 w 228"/>
                <a:gd name="T31" fmla="*/ 2147483647 h 678"/>
                <a:gd name="T32" fmla="*/ 2147483647 w 228"/>
                <a:gd name="T33" fmla="*/ 2147483647 h 678"/>
                <a:gd name="T34" fmla="*/ 2147483647 w 228"/>
                <a:gd name="T35" fmla="*/ 2147483647 h 678"/>
                <a:gd name="T36" fmla="*/ 2147483647 w 228"/>
                <a:gd name="T37" fmla="*/ 2147483647 h 678"/>
                <a:gd name="T38" fmla="*/ 2147483647 w 228"/>
                <a:gd name="T39" fmla="*/ 2147483647 h 678"/>
                <a:gd name="T40" fmla="*/ 2147483647 w 228"/>
                <a:gd name="T41" fmla="*/ 2147483647 h 678"/>
                <a:gd name="T42" fmla="*/ 2147483647 w 228"/>
                <a:gd name="T43" fmla="*/ 2147483647 h 678"/>
                <a:gd name="T44" fmla="*/ 2147483647 w 228"/>
                <a:gd name="T45" fmla="*/ 2147483647 h 678"/>
                <a:gd name="T46" fmla="*/ 2147483647 w 228"/>
                <a:gd name="T47" fmla="*/ 2147483647 h 678"/>
                <a:gd name="T48" fmla="*/ 2147483647 w 228"/>
                <a:gd name="T49" fmla="*/ 2147483647 h 678"/>
                <a:gd name="T50" fmla="*/ 2147483647 w 228"/>
                <a:gd name="T51" fmla="*/ 2147483647 h 678"/>
                <a:gd name="T52" fmla="*/ 2147483647 w 228"/>
                <a:gd name="T53" fmla="*/ 2147483647 h 678"/>
                <a:gd name="T54" fmla="*/ 2147483647 w 228"/>
                <a:gd name="T55" fmla="*/ 2147483647 h 678"/>
                <a:gd name="T56" fmla="*/ 0 w 228"/>
                <a:gd name="T57" fmla="*/ 2147483647 h 678"/>
                <a:gd name="T58" fmla="*/ 0 w 228"/>
                <a:gd name="T59" fmla="*/ 2147483647 h 678"/>
                <a:gd name="T60" fmla="*/ 2147483647 w 228"/>
                <a:gd name="T61" fmla="*/ 2147483647 h 678"/>
                <a:gd name="T62" fmla="*/ 2147483647 w 228"/>
                <a:gd name="T63" fmla="*/ 2147483647 h 678"/>
                <a:gd name="T64" fmla="*/ 2147483647 w 228"/>
                <a:gd name="T65" fmla="*/ 2147483647 h 678"/>
                <a:gd name="T66" fmla="*/ 2147483647 w 228"/>
                <a:gd name="T67" fmla="*/ 2147483647 h 678"/>
                <a:gd name="T68" fmla="*/ 2147483647 w 228"/>
                <a:gd name="T69" fmla="*/ 2147483647 h 678"/>
                <a:gd name="T70" fmla="*/ 2147483647 w 228"/>
                <a:gd name="T71" fmla="*/ 2147483647 h 678"/>
                <a:gd name="T72" fmla="*/ 2147483647 w 228"/>
                <a:gd name="T73" fmla="*/ 2147483647 h 678"/>
                <a:gd name="T74" fmla="*/ 2147483647 w 228"/>
                <a:gd name="T75" fmla="*/ 2147483647 h 678"/>
                <a:gd name="T76" fmla="*/ 2147483647 w 228"/>
                <a:gd name="T77" fmla="*/ 2147483647 h 678"/>
                <a:gd name="T78" fmla="*/ 2147483647 w 228"/>
                <a:gd name="T79" fmla="*/ 2147483647 h 678"/>
                <a:gd name="T80" fmla="*/ 2147483647 w 228"/>
                <a:gd name="T81" fmla="*/ 2147483647 h 678"/>
                <a:gd name="T82" fmla="*/ 2147483647 w 228"/>
                <a:gd name="T83" fmla="*/ 2147483647 h 678"/>
                <a:gd name="T84" fmla="*/ 2147483647 w 228"/>
                <a:gd name="T85" fmla="*/ 2147483647 h 678"/>
                <a:gd name="T86" fmla="*/ 2147483647 w 228"/>
                <a:gd name="T87" fmla="*/ 2147483647 h 678"/>
                <a:gd name="T88" fmla="*/ 2147483647 w 228"/>
                <a:gd name="T89" fmla="*/ 2147483647 h 678"/>
                <a:gd name="T90" fmla="*/ 2147483647 w 228"/>
                <a:gd name="T91" fmla="*/ 2147483647 h 678"/>
                <a:gd name="T92" fmla="*/ 2147483647 w 228"/>
                <a:gd name="T93" fmla="*/ 2147483647 h 678"/>
                <a:gd name="T94" fmla="*/ 2147483647 w 228"/>
                <a:gd name="T95" fmla="*/ 2147483647 h 678"/>
                <a:gd name="T96" fmla="*/ 2147483647 w 228"/>
                <a:gd name="T97" fmla="*/ 2147483647 h 678"/>
                <a:gd name="T98" fmla="*/ 2147483647 w 228"/>
                <a:gd name="T99" fmla="*/ 2147483647 h 678"/>
                <a:gd name="T100" fmla="*/ 2147483647 w 228"/>
                <a:gd name="T101" fmla="*/ 2147483647 h 678"/>
                <a:gd name="T102" fmla="*/ 2147483647 w 228"/>
                <a:gd name="T103" fmla="*/ 2147483647 h 678"/>
                <a:gd name="T104" fmla="*/ 2147483647 w 228"/>
                <a:gd name="T105" fmla="*/ 2147483647 h 678"/>
                <a:gd name="T106" fmla="*/ 2147483647 w 228"/>
                <a:gd name="T107" fmla="*/ 0 h 678"/>
                <a:gd name="T108" fmla="*/ 2147483647 w 228"/>
                <a:gd name="T109" fmla="*/ 0 h 67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28"/>
                <a:gd name="T166" fmla="*/ 0 h 678"/>
                <a:gd name="T167" fmla="*/ 228 w 228"/>
                <a:gd name="T168" fmla="*/ 678 h 67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28" h="678">
                  <a:moveTo>
                    <a:pt x="107" y="0"/>
                  </a:moveTo>
                  <a:lnTo>
                    <a:pt x="228" y="0"/>
                  </a:lnTo>
                  <a:lnTo>
                    <a:pt x="227" y="678"/>
                  </a:lnTo>
                  <a:lnTo>
                    <a:pt x="107" y="672"/>
                  </a:lnTo>
                  <a:lnTo>
                    <a:pt x="103" y="670"/>
                  </a:lnTo>
                  <a:lnTo>
                    <a:pt x="99" y="669"/>
                  </a:lnTo>
                  <a:lnTo>
                    <a:pt x="93" y="666"/>
                  </a:lnTo>
                  <a:lnTo>
                    <a:pt x="86" y="663"/>
                  </a:lnTo>
                  <a:lnTo>
                    <a:pt x="80" y="657"/>
                  </a:lnTo>
                  <a:lnTo>
                    <a:pt x="73" y="649"/>
                  </a:lnTo>
                  <a:lnTo>
                    <a:pt x="67" y="642"/>
                  </a:lnTo>
                  <a:lnTo>
                    <a:pt x="62" y="636"/>
                  </a:lnTo>
                  <a:lnTo>
                    <a:pt x="57" y="627"/>
                  </a:lnTo>
                  <a:lnTo>
                    <a:pt x="53" y="619"/>
                  </a:lnTo>
                  <a:lnTo>
                    <a:pt x="49" y="613"/>
                  </a:lnTo>
                  <a:lnTo>
                    <a:pt x="44" y="601"/>
                  </a:lnTo>
                  <a:lnTo>
                    <a:pt x="40" y="591"/>
                  </a:lnTo>
                  <a:lnTo>
                    <a:pt x="36" y="579"/>
                  </a:lnTo>
                  <a:lnTo>
                    <a:pt x="33" y="571"/>
                  </a:lnTo>
                  <a:lnTo>
                    <a:pt x="30" y="564"/>
                  </a:lnTo>
                  <a:lnTo>
                    <a:pt x="25" y="547"/>
                  </a:lnTo>
                  <a:lnTo>
                    <a:pt x="21" y="529"/>
                  </a:lnTo>
                  <a:lnTo>
                    <a:pt x="16" y="511"/>
                  </a:lnTo>
                  <a:lnTo>
                    <a:pt x="13" y="492"/>
                  </a:lnTo>
                  <a:lnTo>
                    <a:pt x="9" y="469"/>
                  </a:lnTo>
                  <a:lnTo>
                    <a:pt x="7" y="447"/>
                  </a:lnTo>
                  <a:lnTo>
                    <a:pt x="3" y="421"/>
                  </a:lnTo>
                  <a:lnTo>
                    <a:pt x="2" y="394"/>
                  </a:lnTo>
                  <a:lnTo>
                    <a:pt x="0" y="367"/>
                  </a:lnTo>
                  <a:lnTo>
                    <a:pt x="0" y="334"/>
                  </a:lnTo>
                  <a:lnTo>
                    <a:pt x="1" y="292"/>
                  </a:lnTo>
                  <a:lnTo>
                    <a:pt x="3" y="253"/>
                  </a:lnTo>
                  <a:lnTo>
                    <a:pt x="7" y="225"/>
                  </a:lnTo>
                  <a:lnTo>
                    <a:pt x="10" y="195"/>
                  </a:lnTo>
                  <a:lnTo>
                    <a:pt x="13" y="172"/>
                  </a:lnTo>
                  <a:lnTo>
                    <a:pt x="16" y="157"/>
                  </a:lnTo>
                  <a:lnTo>
                    <a:pt x="22" y="133"/>
                  </a:lnTo>
                  <a:lnTo>
                    <a:pt x="31" y="108"/>
                  </a:lnTo>
                  <a:lnTo>
                    <a:pt x="37" y="88"/>
                  </a:lnTo>
                  <a:lnTo>
                    <a:pt x="43" y="75"/>
                  </a:lnTo>
                  <a:lnTo>
                    <a:pt x="47" y="66"/>
                  </a:lnTo>
                  <a:lnTo>
                    <a:pt x="52" y="57"/>
                  </a:lnTo>
                  <a:lnTo>
                    <a:pt x="56" y="48"/>
                  </a:lnTo>
                  <a:lnTo>
                    <a:pt x="59" y="40"/>
                  </a:lnTo>
                  <a:lnTo>
                    <a:pt x="63" y="34"/>
                  </a:lnTo>
                  <a:lnTo>
                    <a:pt x="68" y="28"/>
                  </a:lnTo>
                  <a:lnTo>
                    <a:pt x="73" y="22"/>
                  </a:lnTo>
                  <a:lnTo>
                    <a:pt x="77" y="18"/>
                  </a:lnTo>
                  <a:lnTo>
                    <a:pt x="81" y="13"/>
                  </a:lnTo>
                  <a:lnTo>
                    <a:pt x="86" y="9"/>
                  </a:lnTo>
                  <a:lnTo>
                    <a:pt x="91" y="6"/>
                  </a:lnTo>
                  <a:lnTo>
                    <a:pt x="95" y="3"/>
                  </a:lnTo>
                  <a:lnTo>
                    <a:pt x="99" y="1"/>
                  </a:lnTo>
                  <a:lnTo>
                    <a:pt x="103" y="0"/>
                  </a:lnTo>
                  <a:lnTo>
                    <a:pt x="107" y="0"/>
                  </a:lnTo>
                  <a:close/>
                </a:path>
              </a:pathLst>
            </a:custGeom>
            <a:solidFill>
              <a:srgbClr val="202020"/>
            </a:solidFill>
            <a:ln w="9525">
              <a:noFill/>
              <a:round/>
              <a:headEnd/>
              <a:tailEnd/>
            </a:ln>
          </p:spPr>
          <p:txBody>
            <a:bodyPr/>
            <a:lstStyle/>
            <a:p>
              <a:endParaRPr lang="nl-BE"/>
            </a:p>
          </p:txBody>
        </p:sp>
        <p:sp>
          <p:nvSpPr>
            <p:cNvPr id="12916" name="Oval 246"/>
            <p:cNvSpPr>
              <a:spLocks noChangeArrowheads="1"/>
            </p:cNvSpPr>
            <p:nvPr/>
          </p:nvSpPr>
          <p:spPr bwMode="auto">
            <a:xfrm rot="-155667">
              <a:off x="3971925" y="4175125"/>
              <a:ext cx="207963" cy="296863"/>
            </a:xfrm>
            <a:prstGeom prst="ellipse">
              <a:avLst/>
            </a:prstGeom>
            <a:solidFill>
              <a:srgbClr val="404040"/>
            </a:solidFill>
            <a:ln w="9525">
              <a:noFill/>
              <a:round/>
              <a:headEnd/>
              <a:tailEnd/>
            </a:ln>
          </p:spPr>
          <p:txBody>
            <a:bodyPr/>
            <a:lstStyle/>
            <a:p>
              <a:pPr algn="ctr" eaLnBrk="0" hangingPunct="0"/>
              <a:endParaRPr lang="nl-BE"/>
            </a:p>
          </p:txBody>
        </p:sp>
        <p:sp>
          <p:nvSpPr>
            <p:cNvPr id="12917" name="Oval 247"/>
            <p:cNvSpPr>
              <a:spLocks noChangeArrowheads="1"/>
            </p:cNvSpPr>
            <p:nvPr/>
          </p:nvSpPr>
          <p:spPr bwMode="auto">
            <a:xfrm rot="-155667">
              <a:off x="4014788" y="4237038"/>
              <a:ext cx="120650" cy="174625"/>
            </a:xfrm>
            <a:prstGeom prst="ellipse">
              <a:avLst/>
            </a:prstGeom>
            <a:solidFill>
              <a:srgbClr val="A0A0A0"/>
            </a:solidFill>
            <a:ln w="9525">
              <a:noFill/>
              <a:round/>
              <a:headEnd/>
              <a:tailEnd/>
            </a:ln>
          </p:spPr>
          <p:txBody>
            <a:bodyPr/>
            <a:lstStyle/>
            <a:p>
              <a:pPr algn="ctr" eaLnBrk="0" hangingPunct="0"/>
              <a:endParaRPr lang="nl-BE"/>
            </a:p>
          </p:txBody>
        </p:sp>
        <p:sp>
          <p:nvSpPr>
            <p:cNvPr id="12918" name="Oval 248"/>
            <p:cNvSpPr>
              <a:spLocks noChangeArrowheads="1"/>
            </p:cNvSpPr>
            <p:nvPr/>
          </p:nvSpPr>
          <p:spPr bwMode="auto">
            <a:xfrm rot="-155667">
              <a:off x="4013200" y="4240213"/>
              <a:ext cx="111125" cy="165100"/>
            </a:xfrm>
            <a:prstGeom prst="ellipse">
              <a:avLst/>
            </a:prstGeom>
            <a:solidFill>
              <a:srgbClr val="808080"/>
            </a:solidFill>
            <a:ln w="9525">
              <a:noFill/>
              <a:round/>
              <a:headEnd/>
              <a:tailEnd/>
            </a:ln>
          </p:spPr>
          <p:txBody>
            <a:bodyPr/>
            <a:lstStyle/>
            <a:p>
              <a:pPr algn="ctr" eaLnBrk="0" hangingPunct="0"/>
              <a:endParaRPr lang="nl-BE"/>
            </a:p>
          </p:txBody>
        </p:sp>
        <p:sp>
          <p:nvSpPr>
            <p:cNvPr id="12919" name="Oval 249"/>
            <p:cNvSpPr>
              <a:spLocks noChangeArrowheads="1"/>
            </p:cNvSpPr>
            <p:nvPr/>
          </p:nvSpPr>
          <p:spPr bwMode="auto">
            <a:xfrm rot="-155667">
              <a:off x="4065588" y="4308475"/>
              <a:ext cx="19050" cy="30163"/>
            </a:xfrm>
            <a:prstGeom prst="ellipse">
              <a:avLst/>
            </a:prstGeom>
            <a:solidFill>
              <a:srgbClr val="404040"/>
            </a:solidFill>
            <a:ln w="9525">
              <a:noFill/>
              <a:round/>
              <a:headEnd/>
              <a:tailEnd/>
            </a:ln>
          </p:spPr>
          <p:txBody>
            <a:bodyPr/>
            <a:lstStyle/>
            <a:p>
              <a:pPr algn="ctr" eaLnBrk="0" hangingPunct="0"/>
              <a:endParaRPr lang="nl-BE"/>
            </a:p>
          </p:txBody>
        </p:sp>
        <p:sp>
          <p:nvSpPr>
            <p:cNvPr id="12920" name="Freeform 250"/>
            <p:cNvSpPr>
              <a:spLocks/>
            </p:cNvSpPr>
            <p:nvPr/>
          </p:nvSpPr>
          <p:spPr bwMode="auto">
            <a:xfrm rot="-155667">
              <a:off x="3995738" y="4175125"/>
              <a:ext cx="204787" cy="303213"/>
            </a:xfrm>
            <a:custGeom>
              <a:avLst/>
              <a:gdLst>
                <a:gd name="T0" fmla="*/ 2147483647 w 228"/>
                <a:gd name="T1" fmla="*/ 0 h 693"/>
                <a:gd name="T2" fmla="*/ 2147483647 w 228"/>
                <a:gd name="T3" fmla="*/ 0 h 693"/>
                <a:gd name="T4" fmla="*/ 2147483647 w 228"/>
                <a:gd name="T5" fmla="*/ 2147483647 h 693"/>
                <a:gd name="T6" fmla="*/ 2147483647 w 228"/>
                <a:gd name="T7" fmla="*/ 2147483647 h 693"/>
                <a:gd name="T8" fmla="*/ 2147483647 w 228"/>
                <a:gd name="T9" fmla="*/ 2147483647 h 693"/>
                <a:gd name="T10" fmla="*/ 2147483647 w 228"/>
                <a:gd name="T11" fmla="*/ 2147483647 h 693"/>
                <a:gd name="T12" fmla="*/ 2147483647 w 228"/>
                <a:gd name="T13" fmla="*/ 2147483647 h 693"/>
                <a:gd name="T14" fmla="*/ 2147483647 w 228"/>
                <a:gd name="T15" fmla="*/ 2147483647 h 693"/>
                <a:gd name="T16" fmla="*/ 2147483647 w 228"/>
                <a:gd name="T17" fmla="*/ 2147483647 h 693"/>
                <a:gd name="T18" fmla="*/ 2147483647 w 228"/>
                <a:gd name="T19" fmla="*/ 2147483647 h 693"/>
                <a:gd name="T20" fmla="*/ 2147483647 w 228"/>
                <a:gd name="T21" fmla="*/ 2147483647 h 693"/>
                <a:gd name="T22" fmla="*/ 2147483647 w 228"/>
                <a:gd name="T23" fmla="*/ 2147483647 h 693"/>
                <a:gd name="T24" fmla="*/ 2147483647 w 228"/>
                <a:gd name="T25" fmla="*/ 2147483647 h 693"/>
                <a:gd name="T26" fmla="*/ 2147483647 w 228"/>
                <a:gd name="T27" fmla="*/ 2147483647 h 693"/>
                <a:gd name="T28" fmla="*/ 2147483647 w 228"/>
                <a:gd name="T29" fmla="*/ 2147483647 h 693"/>
                <a:gd name="T30" fmla="*/ 2147483647 w 228"/>
                <a:gd name="T31" fmla="*/ 2147483647 h 693"/>
                <a:gd name="T32" fmla="*/ 2147483647 w 228"/>
                <a:gd name="T33" fmla="*/ 2147483647 h 693"/>
                <a:gd name="T34" fmla="*/ 2147483647 w 228"/>
                <a:gd name="T35" fmla="*/ 2147483647 h 693"/>
                <a:gd name="T36" fmla="*/ 2147483647 w 228"/>
                <a:gd name="T37" fmla="*/ 2147483647 h 693"/>
                <a:gd name="T38" fmla="*/ 2147483647 w 228"/>
                <a:gd name="T39" fmla="*/ 2147483647 h 693"/>
                <a:gd name="T40" fmla="*/ 2147483647 w 228"/>
                <a:gd name="T41" fmla="*/ 2147483647 h 693"/>
                <a:gd name="T42" fmla="*/ 2147483647 w 228"/>
                <a:gd name="T43" fmla="*/ 2147483647 h 693"/>
                <a:gd name="T44" fmla="*/ 2147483647 w 228"/>
                <a:gd name="T45" fmla="*/ 2147483647 h 693"/>
                <a:gd name="T46" fmla="*/ 2147483647 w 228"/>
                <a:gd name="T47" fmla="*/ 2147483647 h 693"/>
                <a:gd name="T48" fmla="*/ 2147483647 w 228"/>
                <a:gd name="T49" fmla="*/ 2147483647 h 693"/>
                <a:gd name="T50" fmla="*/ 2147483647 w 228"/>
                <a:gd name="T51" fmla="*/ 2147483647 h 693"/>
                <a:gd name="T52" fmla="*/ 2147483647 w 228"/>
                <a:gd name="T53" fmla="*/ 2147483647 h 693"/>
                <a:gd name="T54" fmla="*/ 2147483647 w 228"/>
                <a:gd name="T55" fmla="*/ 2147483647 h 693"/>
                <a:gd name="T56" fmla="*/ 0 w 228"/>
                <a:gd name="T57" fmla="*/ 2147483647 h 693"/>
                <a:gd name="T58" fmla="*/ 2147483647 w 228"/>
                <a:gd name="T59" fmla="*/ 2147483647 h 693"/>
                <a:gd name="T60" fmla="*/ 2147483647 w 228"/>
                <a:gd name="T61" fmla="*/ 2147483647 h 693"/>
                <a:gd name="T62" fmla="*/ 2147483647 w 228"/>
                <a:gd name="T63" fmla="*/ 2147483647 h 693"/>
                <a:gd name="T64" fmla="*/ 2147483647 w 228"/>
                <a:gd name="T65" fmla="*/ 2147483647 h 693"/>
                <a:gd name="T66" fmla="*/ 2147483647 w 228"/>
                <a:gd name="T67" fmla="*/ 2147483647 h 693"/>
                <a:gd name="T68" fmla="*/ 2147483647 w 228"/>
                <a:gd name="T69" fmla="*/ 2147483647 h 693"/>
                <a:gd name="T70" fmla="*/ 2147483647 w 228"/>
                <a:gd name="T71" fmla="*/ 2147483647 h 693"/>
                <a:gd name="T72" fmla="*/ 2147483647 w 228"/>
                <a:gd name="T73" fmla="*/ 2147483647 h 693"/>
                <a:gd name="T74" fmla="*/ 2147483647 w 228"/>
                <a:gd name="T75" fmla="*/ 2147483647 h 693"/>
                <a:gd name="T76" fmla="*/ 2147483647 w 228"/>
                <a:gd name="T77" fmla="*/ 2147483647 h 693"/>
                <a:gd name="T78" fmla="*/ 2147483647 w 228"/>
                <a:gd name="T79" fmla="*/ 2147483647 h 693"/>
                <a:gd name="T80" fmla="*/ 2147483647 w 228"/>
                <a:gd name="T81" fmla="*/ 2147483647 h 693"/>
                <a:gd name="T82" fmla="*/ 2147483647 w 228"/>
                <a:gd name="T83" fmla="*/ 2147483647 h 693"/>
                <a:gd name="T84" fmla="*/ 2147483647 w 228"/>
                <a:gd name="T85" fmla="*/ 2147483647 h 693"/>
                <a:gd name="T86" fmla="*/ 2147483647 w 228"/>
                <a:gd name="T87" fmla="*/ 2147483647 h 693"/>
                <a:gd name="T88" fmla="*/ 2147483647 w 228"/>
                <a:gd name="T89" fmla="*/ 2147483647 h 693"/>
                <a:gd name="T90" fmla="*/ 2147483647 w 228"/>
                <a:gd name="T91" fmla="*/ 2147483647 h 693"/>
                <a:gd name="T92" fmla="*/ 2147483647 w 228"/>
                <a:gd name="T93" fmla="*/ 2147483647 h 693"/>
                <a:gd name="T94" fmla="*/ 2147483647 w 228"/>
                <a:gd name="T95" fmla="*/ 2147483647 h 693"/>
                <a:gd name="T96" fmla="*/ 2147483647 w 228"/>
                <a:gd name="T97" fmla="*/ 2147483647 h 693"/>
                <a:gd name="T98" fmla="*/ 2147483647 w 228"/>
                <a:gd name="T99" fmla="*/ 2147483647 h 693"/>
                <a:gd name="T100" fmla="*/ 2147483647 w 228"/>
                <a:gd name="T101" fmla="*/ 2147483647 h 693"/>
                <a:gd name="T102" fmla="*/ 2147483647 w 228"/>
                <a:gd name="T103" fmla="*/ 2147483647 h 693"/>
                <a:gd name="T104" fmla="*/ 2147483647 w 228"/>
                <a:gd name="T105" fmla="*/ 2147483647 h 693"/>
                <a:gd name="T106" fmla="*/ 2147483647 w 228"/>
                <a:gd name="T107" fmla="*/ 2147483647 h 693"/>
                <a:gd name="T108" fmla="*/ 2147483647 w 228"/>
                <a:gd name="T109" fmla="*/ 0 h 693"/>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28"/>
                <a:gd name="T166" fmla="*/ 0 h 693"/>
                <a:gd name="T167" fmla="*/ 228 w 228"/>
                <a:gd name="T168" fmla="*/ 693 h 693"/>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28" h="693">
                  <a:moveTo>
                    <a:pt x="108" y="0"/>
                  </a:moveTo>
                  <a:lnTo>
                    <a:pt x="228" y="0"/>
                  </a:lnTo>
                  <a:lnTo>
                    <a:pt x="227" y="693"/>
                  </a:lnTo>
                  <a:lnTo>
                    <a:pt x="108" y="687"/>
                  </a:lnTo>
                  <a:lnTo>
                    <a:pt x="103" y="685"/>
                  </a:lnTo>
                  <a:lnTo>
                    <a:pt x="100" y="684"/>
                  </a:lnTo>
                  <a:lnTo>
                    <a:pt x="94" y="681"/>
                  </a:lnTo>
                  <a:lnTo>
                    <a:pt x="87" y="678"/>
                  </a:lnTo>
                  <a:lnTo>
                    <a:pt x="81" y="672"/>
                  </a:lnTo>
                  <a:lnTo>
                    <a:pt x="73" y="664"/>
                  </a:lnTo>
                  <a:lnTo>
                    <a:pt x="68" y="657"/>
                  </a:lnTo>
                  <a:lnTo>
                    <a:pt x="62" y="649"/>
                  </a:lnTo>
                  <a:lnTo>
                    <a:pt x="57" y="642"/>
                  </a:lnTo>
                  <a:lnTo>
                    <a:pt x="54" y="633"/>
                  </a:lnTo>
                  <a:lnTo>
                    <a:pt x="50" y="627"/>
                  </a:lnTo>
                  <a:lnTo>
                    <a:pt x="45" y="615"/>
                  </a:lnTo>
                  <a:lnTo>
                    <a:pt x="41" y="604"/>
                  </a:lnTo>
                  <a:lnTo>
                    <a:pt x="37" y="592"/>
                  </a:lnTo>
                  <a:lnTo>
                    <a:pt x="33" y="585"/>
                  </a:lnTo>
                  <a:lnTo>
                    <a:pt x="31" y="576"/>
                  </a:lnTo>
                  <a:lnTo>
                    <a:pt x="26" y="559"/>
                  </a:lnTo>
                  <a:lnTo>
                    <a:pt x="22" y="541"/>
                  </a:lnTo>
                  <a:lnTo>
                    <a:pt x="17" y="523"/>
                  </a:lnTo>
                  <a:lnTo>
                    <a:pt x="13" y="502"/>
                  </a:lnTo>
                  <a:lnTo>
                    <a:pt x="10" y="480"/>
                  </a:lnTo>
                  <a:lnTo>
                    <a:pt x="7" y="457"/>
                  </a:lnTo>
                  <a:lnTo>
                    <a:pt x="4" y="432"/>
                  </a:lnTo>
                  <a:lnTo>
                    <a:pt x="2" y="403"/>
                  </a:lnTo>
                  <a:lnTo>
                    <a:pt x="0" y="376"/>
                  </a:lnTo>
                  <a:lnTo>
                    <a:pt x="1" y="343"/>
                  </a:lnTo>
                  <a:lnTo>
                    <a:pt x="1" y="300"/>
                  </a:lnTo>
                  <a:lnTo>
                    <a:pt x="4" y="259"/>
                  </a:lnTo>
                  <a:lnTo>
                    <a:pt x="7" y="229"/>
                  </a:lnTo>
                  <a:lnTo>
                    <a:pt x="11" y="199"/>
                  </a:lnTo>
                  <a:lnTo>
                    <a:pt x="14" y="177"/>
                  </a:lnTo>
                  <a:lnTo>
                    <a:pt x="17" y="160"/>
                  </a:lnTo>
                  <a:lnTo>
                    <a:pt x="23" y="138"/>
                  </a:lnTo>
                  <a:lnTo>
                    <a:pt x="31" y="109"/>
                  </a:lnTo>
                  <a:lnTo>
                    <a:pt x="38" y="90"/>
                  </a:lnTo>
                  <a:lnTo>
                    <a:pt x="44" y="76"/>
                  </a:lnTo>
                  <a:lnTo>
                    <a:pt x="48" y="67"/>
                  </a:lnTo>
                  <a:lnTo>
                    <a:pt x="52" y="57"/>
                  </a:lnTo>
                  <a:lnTo>
                    <a:pt x="56" y="49"/>
                  </a:lnTo>
                  <a:lnTo>
                    <a:pt x="60" y="42"/>
                  </a:lnTo>
                  <a:lnTo>
                    <a:pt x="64" y="36"/>
                  </a:lnTo>
                  <a:lnTo>
                    <a:pt x="69" y="28"/>
                  </a:lnTo>
                  <a:lnTo>
                    <a:pt x="73" y="22"/>
                  </a:lnTo>
                  <a:lnTo>
                    <a:pt x="78" y="18"/>
                  </a:lnTo>
                  <a:lnTo>
                    <a:pt x="82" y="13"/>
                  </a:lnTo>
                  <a:lnTo>
                    <a:pt x="86" y="9"/>
                  </a:lnTo>
                  <a:lnTo>
                    <a:pt x="92" y="6"/>
                  </a:lnTo>
                  <a:lnTo>
                    <a:pt x="96" y="4"/>
                  </a:lnTo>
                  <a:lnTo>
                    <a:pt x="100" y="1"/>
                  </a:lnTo>
                  <a:lnTo>
                    <a:pt x="103" y="1"/>
                  </a:lnTo>
                  <a:lnTo>
                    <a:pt x="108" y="0"/>
                  </a:lnTo>
                  <a:close/>
                </a:path>
              </a:pathLst>
            </a:custGeom>
            <a:solidFill>
              <a:srgbClr val="202020"/>
            </a:solidFill>
            <a:ln w="9525">
              <a:noFill/>
              <a:round/>
              <a:headEnd/>
              <a:tailEnd/>
            </a:ln>
          </p:spPr>
          <p:txBody>
            <a:bodyPr/>
            <a:lstStyle/>
            <a:p>
              <a:endParaRPr lang="nl-BE"/>
            </a:p>
          </p:txBody>
        </p:sp>
        <p:sp>
          <p:nvSpPr>
            <p:cNvPr id="12921" name="Oval 251"/>
            <p:cNvSpPr>
              <a:spLocks noChangeArrowheads="1"/>
            </p:cNvSpPr>
            <p:nvPr/>
          </p:nvSpPr>
          <p:spPr bwMode="auto">
            <a:xfrm rot="-155667">
              <a:off x="4092575" y="4170363"/>
              <a:ext cx="206375" cy="304800"/>
            </a:xfrm>
            <a:prstGeom prst="ellipse">
              <a:avLst/>
            </a:prstGeom>
            <a:solidFill>
              <a:srgbClr val="404040"/>
            </a:solidFill>
            <a:ln w="9525">
              <a:noFill/>
              <a:round/>
              <a:headEnd/>
              <a:tailEnd/>
            </a:ln>
          </p:spPr>
          <p:txBody>
            <a:bodyPr/>
            <a:lstStyle/>
            <a:p>
              <a:pPr algn="ctr" eaLnBrk="0" hangingPunct="0"/>
              <a:endParaRPr lang="nl-BE"/>
            </a:p>
          </p:txBody>
        </p:sp>
        <p:sp>
          <p:nvSpPr>
            <p:cNvPr id="12922" name="Oval 252"/>
            <p:cNvSpPr>
              <a:spLocks noChangeArrowheads="1"/>
            </p:cNvSpPr>
            <p:nvPr/>
          </p:nvSpPr>
          <p:spPr bwMode="auto">
            <a:xfrm rot="-155667">
              <a:off x="4133850" y="4233863"/>
              <a:ext cx="122238" cy="177800"/>
            </a:xfrm>
            <a:prstGeom prst="ellipse">
              <a:avLst/>
            </a:prstGeom>
            <a:solidFill>
              <a:srgbClr val="A0A0A0"/>
            </a:solidFill>
            <a:ln w="9525">
              <a:noFill/>
              <a:round/>
              <a:headEnd/>
              <a:tailEnd/>
            </a:ln>
          </p:spPr>
          <p:txBody>
            <a:bodyPr/>
            <a:lstStyle/>
            <a:p>
              <a:pPr algn="ctr" eaLnBrk="0" hangingPunct="0"/>
              <a:endParaRPr lang="nl-BE"/>
            </a:p>
          </p:txBody>
        </p:sp>
        <p:sp>
          <p:nvSpPr>
            <p:cNvPr id="12923" name="Oval 253"/>
            <p:cNvSpPr>
              <a:spLocks noChangeArrowheads="1"/>
            </p:cNvSpPr>
            <p:nvPr/>
          </p:nvSpPr>
          <p:spPr bwMode="auto">
            <a:xfrm rot="-155667">
              <a:off x="4132263" y="4237038"/>
              <a:ext cx="112712" cy="168275"/>
            </a:xfrm>
            <a:prstGeom prst="ellipse">
              <a:avLst/>
            </a:prstGeom>
            <a:solidFill>
              <a:srgbClr val="808080"/>
            </a:solidFill>
            <a:ln w="9525">
              <a:noFill/>
              <a:round/>
              <a:headEnd/>
              <a:tailEnd/>
            </a:ln>
          </p:spPr>
          <p:txBody>
            <a:bodyPr/>
            <a:lstStyle/>
            <a:p>
              <a:pPr algn="ctr" eaLnBrk="0" hangingPunct="0"/>
              <a:endParaRPr lang="nl-BE"/>
            </a:p>
          </p:txBody>
        </p:sp>
        <p:sp>
          <p:nvSpPr>
            <p:cNvPr id="12924" name="Oval 254"/>
            <p:cNvSpPr>
              <a:spLocks noChangeArrowheads="1"/>
            </p:cNvSpPr>
            <p:nvPr/>
          </p:nvSpPr>
          <p:spPr bwMode="auto">
            <a:xfrm rot="-155667">
              <a:off x="4186238" y="4306888"/>
              <a:ext cx="19050" cy="30162"/>
            </a:xfrm>
            <a:prstGeom prst="ellipse">
              <a:avLst/>
            </a:prstGeom>
            <a:solidFill>
              <a:srgbClr val="404040"/>
            </a:solidFill>
            <a:ln w="9525">
              <a:noFill/>
              <a:round/>
              <a:headEnd/>
              <a:tailEnd/>
            </a:ln>
          </p:spPr>
          <p:txBody>
            <a:bodyPr/>
            <a:lstStyle/>
            <a:p>
              <a:pPr algn="ctr" eaLnBrk="0" hangingPunct="0"/>
              <a:endParaRPr lang="nl-BE"/>
            </a:p>
          </p:txBody>
        </p:sp>
        <p:sp>
          <p:nvSpPr>
            <p:cNvPr id="12925" name="Freeform 255"/>
            <p:cNvSpPr>
              <a:spLocks/>
            </p:cNvSpPr>
            <p:nvPr/>
          </p:nvSpPr>
          <p:spPr bwMode="auto">
            <a:xfrm rot="-155667">
              <a:off x="3887788" y="4205288"/>
              <a:ext cx="193675" cy="207962"/>
            </a:xfrm>
            <a:custGeom>
              <a:avLst/>
              <a:gdLst>
                <a:gd name="T0" fmla="*/ 0 w 216"/>
                <a:gd name="T1" fmla="*/ 2147483647 h 478"/>
                <a:gd name="T2" fmla="*/ 0 w 216"/>
                <a:gd name="T3" fmla="*/ 2147483647 h 478"/>
                <a:gd name="T4" fmla="*/ 2147483647 w 216"/>
                <a:gd name="T5" fmla="*/ 2147483647 h 478"/>
                <a:gd name="T6" fmla="*/ 2147483647 w 216"/>
                <a:gd name="T7" fmla="*/ 0 h 478"/>
                <a:gd name="T8" fmla="*/ 0 w 216"/>
                <a:gd name="T9" fmla="*/ 2147483647 h 478"/>
                <a:gd name="T10" fmla="*/ 0 60000 65536"/>
                <a:gd name="T11" fmla="*/ 0 60000 65536"/>
                <a:gd name="T12" fmla="*/ 0 60000 65536"/>
                <a:gd name="T13" fmla="*/ 0 60000 65536"/>
                <a:gd name="T14" fmla="*/ 0 60000 65536"/>
                <a:gd name="T15" fmla="*/ 0 w 216"/>
                <a:gd name="T16" fmla="*/ 0 h 478"/>
                <a:gd name="T17" fmla="*/ 216 w 216"/>
                <a:gd name="T18" fmla="*/ 478 h 478"/>
              </a:gdLst>
              <a:ahLst/>
              <a:cxnLst>
                <a:cxn ang="T10">
                  <a:pos x="T0" y="T1"/>
                </a:cxn>
                <a:cxn ang="T11">
                  <a:pos x="T2" y="T3"/>
                </a:cxn>
                <a:cxn ang="T12">
                  <a:pos x="T4" y="T5"/>
                </a:cxn>
                <a:cxn ang="T13">
                  <a:pos x="T6" y="T7"/>
                </a:cxn>
                <a:cxn ang="T14">
                  <a:pos x="T8" y="T9"/>
                </a:cxn>
              </a:cxnLst>
              <a:rect l="T15" t="T16" r="T17" b="T18"/>
              <a:pathLst>
                <a:path w="216" h="478">
                  <a:moveTo>
                    <a:pt x="0" y="28"/>
                  </a:moveTo>
                  <a:lnTo>
                    <a:pt x="0" y="465"/>
                  </a:lnTo>
                  <a:lnTo>
                    <a:pt x="216" y="478"/>
                  </a:lnTo>
                  <a:lnTo>
                    <a:pt x="216" y="0"/>
                  </a:lnTo>
                  <a:lnTo>
                    <a:pt x="0" y="28"/>
                  </a:lnTo>
                  <a:close/>
                </a:path>
              </a:pathLst>
            </a:custGeom>
            <a:solidFill>
              <a:srgbClr val="202020"/>
            </a:solidFill>
            <a:ln w="9525">
              <a:noFill/>
              <a:round/>
              <a:headEnd/>
              <a:tailEnd/>
            </a:ln>
          </p:spPr>
          <p:txBody>
            <a:bodyPr/>
            <a:lstStyle/>
            <a:p>
              <a:endParaRPr lang="nl-BE"/>
            </a:p>
          </p:txBody>
        </p:sp>
        <p:sp>
          <p:nvSpPr>
            <p:cNvPr id="12926" name="Freeform 256"/>
            <p:cNvSpPr>
              <a:spLocks/>
            </p:cNvSpPr>
            <p:nvPr/>
          </p:nvSpPr>
          <p:spPr bwMode="auto">
            <a:xfrm rot="-155667">
              <a:off x="2824163" y="3082925"/>
              <a:ext cx="1658937" cy="1146175"/>
            </a:xfrm>
            <a:custGeom>
              <a:avLst/>
              <a:gdLst>
                <a:gd name="T0" fmla="*/ 2147483647 w 1855"/>
                <a:gd name="T1" fmla="*/ 0 h 2621"/>
                <a:gd name="T2" fmla="*/ 2147483647 w 1855"/>
                <a:gd name="T3" fmla="*/ 2147483647 h 2621"/>
                <a:gd name="T4" fmla="*/ 2147483647 w 1855"/>
                <a:gd name="T5" fmla="*/ 2147483647 h 2621"/>
                <a:gd name="T6" fmla="*/ 0 w 1855"/>
                <a:gd name="T7" fmla="*/ 2147483647 h 2621"/>
                <a:gd name="T8" fmla="*/ 2147483647 w 1855"/>
                <a:gd name="T9" fmla="*/ 0 h 2621"/>
                <a:gd name="T10" fmla="*/ 0 60000 65536"/>
                <a:gd name="T11" fmla="*/ 0 60000 65536"/>
                <a:gd name="T12" fmla="*/ 0 60000 65536"/>
                <a:gd name="T13" fmla="*/ 0 60000 65536"/>
                <a:gd name="T14" fmla="*/ 0 60000 65536"/>
                <a:gd name="T15" fmla="*/ 0 w 1855"/>
                <a:gd name="T16" fmla="*/ 0 h 2621"/>
                <a:gd name="T17" fmla="*/ 1855 w 1855"/>
                <a:gd name="T18" fmla="*/ 2621 h 2621"/>
              </a:gdLst>
              <a:ahLst/>
              <a:cxnLst>
                <a:cxn ang="T10">
                  <a:pos x="T0" y="T1"/>
                </a:cxn>
                <a:cxn ang="T11">
                  <a:pos x="T2" y="T3"/>
                </a:cxn>
                <a:cxn ang="T12">
                  <a:pos x="T4" y="T5"/>
                </a:cxn>
                <a:cxn ang="T13">
                  <a:pos x="T6" y="T7"/>
                </a:cxn>
                <a:cxn ang="T14">
                  <a:pos x="T8" y="T9"/>
                </a:cxn>
              </a:cxnLst>
              <a:rect l="T15" t="T16" r="T17" b="T18"/>
              <a:pathLst>
                <a:path w="1855" h="2621">
                  <a:moveTo>
                    <a:pt x="3" y="0"/>
                  </a:moveTo>
                  <a:lnTo>
                    <a:pt x="1855" y="1212"/>
                  </a:lnTo>
                  <a:lnTo>
                    <a:pt x="1855" y="2529"/>
                  </a:lnTo>
                  <a:lnTo>
                    <a:pt x="0" y="2621"/>
                  </a:lnTo>
                  <a:lnTo>
                    <a:pt x="3" y="0"/>
                  </a:lnTo>
                  <a:close/>
                </a:path>
              </a:pathLst>
            </a:custGeom>
            <a:solidFill>
              <a:srgbClr val="A0A0A0"/>
            </a:solidFill>
            <a:ln w="6350">
              <a:solidFill>
                <a:srgbClr val="000000"/>
              </a:solidFill>
              <a:prstDash val="solid"/>
              <a:round/>
              <a:headEnd/>
              <a:tailEnd/>
            </a:ln>
          </p:spPr>
          <p:txBody>
            <a:bodyPr/>
            <a:lstStyle/>
            <a:p>
              <a:endParaRPr lang="nl-BE"/>
            </a:p>
          </p:txBody>
        </p:sp>
        <p:sp>
          <p:nvSpPr>
            <p:cNvPr id="12927" name="Freeform 257"/>
            <p:cNvSpPr>
              <a:spLocks/>
            </p:cNvSpPr>
            <p:nvPr/>
          </p:nvSpPr>
          <p:spPr bwMode="auto">
            <a:xfrm rot="-155667">
              <a:off x="2822575" y="3125788"/>
              <a:ext cx="1658938" cy="1054100"/>
            </a:xfrm>
            <a:custGeom>
              <a:avLst/>
              <a:gdLst>
                <a:gd name="T0" fmla="*/ 2147483647 w 1855"/>
                <a:gd name="T1" fmla="*/ 0 h 2408"/>
                <a:gd name="T2" fmla="*/ 2147483647 w 1855"/>
                <a:gd name="T3" fmla="*/ 2147483647 h 2408"/>
                <a:gd name="T4" fmla="*/ 2147483647 w 1855"/>
                <a:gd name="T5" fmla="*/ 2147483647 h 2408"/>
                <a:gd name="T6" fmla="*/ 0 w 1855"/>
                <a:gd name="T7" fmla="*/ 2147483647 h 2408"/>
                <a:gd name="T8" fmla="*/ 2147483647 w 1855"/>
                <a:gd name="T9" fmla="*/ 0 h 2408"/>
                <a:gd name="T10" fmla="*/ 0 60000 65536"/>
                <a:gd name="T11" fmla="*/ 0 60000 65536"/>
                <a:gd name="T12" fmla="*/ 0 60000 65536"/>
                <a:gd name="T13" fmla="*/ 0 60000 65536"/>
                <a:gd name="T14" fmla="*/ 0 60000 65536"/>
                <a:gd name="T15" fmla="*/ 0 w 1855"/>
                <a:gd name="T16" fmla="*/ 0 h 2408"/>
                <a:gd name="T17" fmla="*/ 1855 w 1855"/>
                <a:gd name="T18" fmla="*/ 2408 h 2408"/>
              </a:gdLst>
              <a:ahLst/>
              <a:cxnLst>
                <a:cxn ang="T10">
                  <a:pos x="T0" y="T1"/>
                </a:cxn>
                <a:cxn ang="T11">
                  <a:pos x="T2" y="T3"/>
                </a:cxn>
                <a:cxn ang="T12">
                  <a:pos x="T4" y="T5"/>
                </a:cxn>
                <a:cxn ang="T13">
                  <a:pos x="T6" y="T7"/>
                </a:cxn>
                <a:cxn ang="T14">
                  <a:pos x="T8" y="T9"/>
                </a:cxn>
              </a:cxnLst>
              <a:rect l="T15" t="T16" r="T17" b="T18"/>
              <a:pathLst>
                <a:path w="1855" h="2408">
                  <a:moveTo>
                    <a:pt x="3" y="0"/>
                  </a:moveTo>
                  <a:lnTo>
                    <a:pt x="1855" y="1170"/>
                  </a:lnTo>
                  <a:lnTo>
                    <a:pt x="1855" y="2352"/>
                  </a:lnTo>
                  <a:lnTo>
                    <a:pt x="0" y="2408"/>
                  </a:lnTo>
                  <a:lnTo>
                    <a:pt x="3" y="0"/>
                  </a:lnTo>
                  <a:close/>
                </a:path>
              </a:pathLst>
            </a:custGeom>
            <a:solidFill>
              <a:srgbClr val="E0E0E0"/>
            </a:solidFill>
            <a:ln w="6350">
              <a:solidFill>
                <a:srgbClr val="000000"/>
              </a:solidFill>
              <a:prstDash val="solid"/>
              <a:round/>
              <a:headEnd/>
              <a:tailEnd/>
            </a:ln>
          </p:spPr>
          <p:txBody>
            <a:bodyPr/>
            <a:lstStyle/>
            <a:p>
              <a:endParaRPr lang="nl-BE"/>
            </a:p>
          </p:txBody>
        </p:sp>
        <p:sp>
          <p:nvSpPr>
            <p:cNvPr id="12928" name="Rectangle 258"/>
            <p:cNvSpPr>
              <a:spLocks noChangeArrowheads="1"/>
            </p:cNvSpPr>
            <p:nvPr/>
          </p:nvSpPr>
          <p:spPr bwMode="auto">
            <a:xfrm rot="-155667">
              <a:off x="2876550" y="4224338"/>
              <a:ext cx="77788" cy="15875"/>
            </a:xfrm>
            <a:prstGeom prst="rect">
              <a:avLst/>
            </a:prstGeom>
            <a:solidFill>
              <a:srgbClr val="E0E0E0"/>
            </a:solidFill>
            <a:ln w="6350">
              <a:solidFill>
                <a:srgbClr val="000000"/>
              </a:solidFill>
              <a:miter lim="800000"/>
              <a:headEnd/>
              <a:tailEnd/>
            </a:ln>
          </p:spPr>
          <p:txBody>
            <a:bodyPr/>
            <a:lstStyle/>
            <a:p>
              <a:pPr algn="ctr" eaLnBrk="0" hangingPunct="0"/>
              <a:endParaRPr lang="nl-BE"/>
            </a:p>
          </p:txBody>
        </p:sp>
        <p:sp>
          <p:nvSpPr>
            <p:cNvPr id="12929" name="Oval 259"/>
            <p:cNvSpPr>
              <a:spLocks noChangeArrowheads="1"/>
            </p:cNvSpPr>
            <p:nvPr/>
          </p:nvSpPr>
          <p:spPr bwMode="auto">
            <a:xfrm rot="-155667">
              <a:off x="2898775" y="4221163"/>
              <a:ext cx="31750" cy="22225"/>
            </a:xfrm>
            <a:prstGeom prst="ellipse">
              <a:avLst/>
            </a:prstGeom>
            <a:solidFill>
              <a:srgbClr val="E0E0E0"/>
            </a:solidFill>
            <a:ln w="6350">
              <a:solidFill>
                <a:srgbClr val="000000"/>
              </a:solidFill>
              <a:round/>
              <a:headEnd/>
              <a:tailEnd/>
            </a:ln>
          </p:spPr>
          <p:txBody>
            <a:bodyPr/>
            <a:lstStyle/>
            <a:p>
              <a:pPr algn="ctr" eaLnBrk="0" hangingPunct="0"/>
              <a:endParaRPr lang="nl-BE"/>
            </a:p>
          </p:txBody>
        </p:sp>
        <p:sp>
          <p:nvSpPr>
            <p:cNvPr id="12930" name="Oval 260"/>
            <p:cNvSpPr>
              <a:spLocks noChangeArrowheads="1"/>
            </p:cNvSpPr>
            <p:nvPr/>
          </p:nvSpPr>
          <p:spPr bwMode="auto">
            <a:xfrm rot="-155667">
              <a:off x="2906713" y="4225925"/>
              <a:ext cx="14287" cy="12700"/>
            </a:xfrm>
            <a:prstGeom prst="ellipse">
              <a:avLst/>
            </a:prstGeom>
            <a:solidFill>
              <a:srgbClr val="E0E0E0"/>
            </a:solidFill>
            <a:ln w="6350">
              <a:solidFill>
                <a:srgbClr val="000000"/>
              </a:solidFill>
              <a:round/>
              <a:headEnd/>
              <a:tailEnd/>
            </a:ln>
          </p:spPr>
          <p:txBody>
            <a:bodyPr/>
            <a:lstStyle/>
            <a:p>
              <a:pPr algn="ctr" eaLnBrk="0" hangingPunct="0"/>
              <a:endParaRPr lang="nl-BE"/>
            </a:p>
          </p:txBody>
        </p:sp>
        <p:sp>
          <p:nvSpPr>
            <p:cNvPr id="12931" name="Freeform 261"/>
            <p:cNvSpPr>
              <a:spLocks/>
            </p:cNvSpPr>
            <p:nvPr/>
          </p:nvSpPr>
          <p:spPr bwMode="auto">
            <a:xfrm rot="-155667">
              <a:off x="2830513" y="3135313"/>
              <a:ext cx="84137" cy="50800"/>
            </a:xfrm>
            <a:custGeom>
              <a:avLst/>
              <a:gdLst>
                <a:gd name="T0" fmla="*/ 0 w 93"/>
                <a:gd name="T1" fmla="*/ 0 h 114"/>
                <a:gd name="T2" fmla="*/ 2147483647 w 93"/>
                <a:gd name="T3" fmla="*/ 2147483647 h 114"/>
                <a:gd name="T4" fmla="*/ 2147483647 w 93"/>
                <a:gd name="T5" fmla="*/ 2147483647 h 114"/>
                <a:gd name="T6" fmla="*/ 0 w 93"/>
                <a:gd name="T7" fmla="*/ 2147483647 h 114"/>
                <a:gd name="T8" fmla="*/ 0 w 93"/>
                <a:gd name="T9" fmla="*/ 0 h 114"/>
                <a:gd name="T10" fmla="*/ 0 60000 65536"/>
                <a:gd name="T11" fmla="*/ 0 60000 65536"/>
                <a:gd name="T12" fmla="*/ 0 60000 65536"/>
                <a:gd name="T13" fmla="*/ 0 60000 65536"/>
                <a:gd name="T14" fmla="*/ 0 60000 65536"/>
                <a:gd name="T15" fmla="*/ 0 w 93"/>
                <a:gd name="T16" fmla="*/ 0 h 114"/>
                <a:gd name="T17" fmla="*/ 93 w 93"/>
                <a:gd name="T18" fmla="*/ 114 h 114"/>
              </a:gdLst>
              <a:ahLst/>
              <a:cxnLst>
                <a:cxn ang="T10">
                  <a:pos x="T0" y="T1"/>
                </a:cxn>
                <a:cxn ang="T11">
                  <a:pos x="T2" y="T3"/>
                </a:cxn>
                <a:cxn ang="T12">
                  <a:pos x="T4" y="T5"/>
                </a:cxn>
                <a:cxn ang="T13">
                  <a:pos x="T6" y="T7"/>
                </a:cxn>
                <a:cxn ang="T14">
                  <a:pos x="T8" y="T9"/>
                </a:cxn>
              </a:cxnLst>
              <a:rect l="T15" t="T16" r="T17" b="T18"/>
              <a:pathLst>
                <a:path w="93" h="114">
                  <a:moveTo>
                    <a:pt x="0" y="0"/>
                  </a:moveTo>
                  <a:lnTo>
                    <a:pt x="93" y="63"/>
                  </a:lnTo>
                  <a:lnTo>
                    <a:pt x="93" y="114"/>
                  </a:lnTo>
                  <a:lnTo>
                    <a:pt x="0" y="54"/>
                  </a:lnTo>
                  <a:lnTo>
                    <a:pt x="0" y="0"/>
                  </a:lnTo>
                  <a:close/>
                </a:path>
              </a:pathLst>
            </a:custGeom>
            <a:solidFill>
              <a:srgbClr val="E0E0E0"/>
            </a:solidFill>
            <a:ln w="6350">
              <a:solidFill>
                <a:srgbClr val="000000"/>
              </a:solidFill>
              <a:prstDash val="solid"/>
              <a:round/>
              <a:headEnd/>
              <a:tailEnd/>
            </a:ln>
          </p:spPr>
          <p:txBody>
            <a:bodyPr/>
            <a:lstStyle/>
            <a:p>
              <a:endParaRPr lang="nl-BE"/>
            </a:p>
          </p:txBody>
        </p:sp>
        <p:sp>
          <p:nvSpPr>
            <p:cNvPr id="12932" name="Oval 262"/>
            <p:cNvSpPr>
              <a:spLocks noChangeArrowheads="1"/>
            </p:cNvSpPr>
            <p:nvPr/>
          </p:nvSpPr>
          <p:spPr bwMode="auto">
            <a:xfrm rot="-155667">
              <a:off x="2859088" y="3149600"/>
              <a:ext cx="25400" cy="23813"/>
            </a:xfrm>
            <a:prstGeom prst="ellipse">
              <a:avLst/>
            </a:prstGeom>
            <a:solidFill>
              <a:srgbClr val="E0E0E0"/>
            </a:solidFill>
            <a:ln w="6350">
              <a:solidFill>
                <a:srgbClr val="000000"/>
              </a:solidFill>
              <a:round/>
              <a:headEnd/>
              <a:tailEnd/>
            </a:ln>
          </p:spPr>
          <p:txBody>
            <a:bodyPr/>
            <a:lstStyle/>
            <a:p>
              <a:pPr algn="ctr" eaLnBrk="0" hangingPunct="0"/>
              <a:endParaRPr lang="nl-BE"/>
            </a:p>
          </p:txBody>
        </p:sp>
        <p:sp>
          <p:nvSpPr>
            <p:cNvPr id="12933" name="Oval 263"/>
            <p:cNvSpPr>
              <a:spLocks noChangeArrowheads="1"/>
            </p:cNvSpPr>
            <p:nvPr/>
          </p:nvSpPr>
          <p:spPr bwMode="auto">
            <a:xfrm rot="-155667">
              <a:off x="2863850" y="3155950"/>
              <a:ext cx="12700" cy="11113"/>
            </a:xfrm>
            <a:prstGeom prst="ellipse">
              <a:avLst/>
            </a:prstGeom>
            <a:solidFill>
              <a:srgbClr val="E0E0E0"/>
            </a:solidFill>
            <a:ln w="6350">
              <a:solidFill>
                <a:srgbClr val="000000"/>
              </a:solidFill>
              <a:round/>
              <a:headEnd/>
              <a:tailEnd/>
            </a:ln>
          </p:spPr>
          <p:txBody>
            <a:bodyPr/>
            <a:lstStyle/>
            <a:p>
              <a:pPr algn="ctr" eaLnBrk="0" hangingPunct="0"/>
              <a:endParaRPr lang="nl-BE"/>
            </a:p>
          </p:txBody>
        </p:sp>
        <p:sp>
          <p:nvSpPr>
            <p:cNvPr id="12934" name="Freeform 264"/>
            <p:cNvSpPr>
              <a:spLocks/>
            </p:cNvSpPr>
            <p:nvPr/>
          </p:nvSpPr>
          <p:spPr bwMode="auto">
            <a:xfrm rot="-155667">
              <a:off x="1514475" y="3151188"/>
              <a:ext cx="1312863" cy="1146175"/>
            </a:xfrm>
            <a:custGeom>
              <a:avLst/>
              <a:gdLst>
                <a:gd name="T0" fmla="*/ 2147483647 w 1468"/>
                <a:gd name="T1" fmla="*/ 0 h 2621"/>
                <a:gd name="T2" fmla="*/ 2147483647 w 1468"/>
                <a:gd name="T3" fmla="*/ 2147483647 h 2621"/>
                <a:gd name="T4" fmla="*/ 2147483647 w 1468"/>
                <a:gd name="T5" fmla="*/ 2147483647 h 2621"/>
                <a:gd name="T6" fmla="*/ 0 w 1468"/>
                <a:gd name="T7" fmla="*/ 2147483647 h 2621"/>
                <a:gd name="T8" fmla="*/ 2147483647 w 1468"/>
                <a:gd name="T9" fmla="*/ 0 h 2621"/>
                <a:gd name="T10" fmla="*/ 0 60000 65536"/>
                <a:gd name="T11" fmla="*/ 0 60000 65536"/>
                <a:gd name="T12" fmla="*/ 0 60000 65536"/>
                <a:gd name="T13" fmla="*/ 0 60000 65536"/>
                <a:gd name="T14" fmla="*/ 0 60000 65536"/>
                <a:gd name="T15" fmla="*/ 0 w 1468"/>
                <a:gd name="T16" fmla="*/ 0 h 2621"/>
                <a:gd name="T17" fmla="*/ 1468 w 1468"/>
                <a:gd name="T18" fmla="*/ 2621 h 2621"/>
              </a:gdLst>
              <a:ahLst/>
              <a:cxnLst>
                <a:cxn ang="T10">
                  <a:pos x="T0" y="T1"/>
                </a:cxn>
                <a:cxn ang="T11">
                  <a:pos x="T2" y="T3"/>
                </a:cxn>
                <a:cxn ang="T12">
                  <a:pos x="T4" y="T5"/>
                </a:cxn>
                <a:cxn ang="T13">
                  <a:pos x="T6" y="T7"/>
                </a:cxn>
                <a:cxn ang="T14">
                  <a:pos x="T8" y="T9"/>
                </a:cxn>
              </a:cxnLst>
              <a:rect l="T15" t="T16" r="T17" b="T18"/>
              <a:pathLst>
                <a:path w="1468" h="2621">
                  <a:moveTo>
                    <a:pt x="1468" y="0"/>
                  </a:moveTo>
                  <a:lnTo>
                    <a:pt x="1465" y="2621"/>
                  </a:lnTo>
                  <a:lnTo>
                    <a:pt x="3" y="2562"/>
                  </a:lnTo>
                  <a:lnTo>
                    <a:pt x="0" y="164"/>
                  </a:lnTo>
                  <a:lnTo>
                    <a:pt x="1468" y="0"/>
                  </a:lnTo>
                  <a:close/>
                </a:path>
              </a:pathLst>
            </a:custGeom>
            <a:solidFill>
              <a:srgbClr val="A0A0A0"/>
            </a:solidFill>
            <a:ln w="6350">
              <a:solidFill>
                <a:srgbClr val="000000"/>
              </a:solidFill>
              <a:prstDash val="solid"/>
              <a:round/>
              <a:headEnd/>
              <a:tailEnd/>
            </a:ln>
          </p:spPr>
          <p:txBody>
            <a:bodyPr/>
            <a:lstStyle/>
            <a:p>
              <a:endParaRPr lang="nl-BE"/>
            </a:p>
          </p:txBody>
        </p:sp>
        <p:sp>
          <p:nvSpPr>
            <p:cNvPr id="12935" name="Freeform 265"/>
            <p:cNvSpPr>
              <a:spLocks/>
            </p:cNvSpPr>
            <p:nvPr/>
          </p:nvSpPr>
          <p:spPr bwMode="auto">
            <a:xfrm rot="-155667">
              <a:off x="1593850" y="3257550"/>
              <a:ext cx="525463" cy="928688"/>
            </a:xfrm>
            <a:custGeom>
              <a:avLst/>
              <a:gdLst>
                <a:gd name="T0" fmla="*/ 2147483647 w 589"/>
                <a:gd name="T1" fmla="*/ 0 h 2124"/>
                <a:gd name="T2" fmla="*/ 2147483647 w 589"/>
                <a:gd name="T3" fmla="*/ 2147483647 h 2124"/>
                <a:gd name="T4" fmla="*/ 0 w 589"/>
                <a:gd name="T5" fmla="*/ 2147483647 h 2124"/>
                <a:gd name="T6" fmla="*/ 0 w 589"/>
                <a:gd name="T7" fmla="*/ 2147483647 h 2124"/>
                <a:gd name="T8" fmla="*/ 2147483647 w 589"/>
                <a:gd name="T9" fmla="*/ 0 h 2124"/>
                <a:gd name="T10" fmla="*/ 0 60000 65536"/>
                <a:gd name="T11" fmla="*/ 0 60000 65536"/>
                <a:gd name="T12" fmla="*/ 0 60000 65536"/>
                <a:gd name="T13" fmla="*/ 0 60000 65536"/>
                <a:gd name="T14" fmla="*/ 0 60000 65536"/>
                <a:gd name="T15" fmla="*/ 0 w 589"/>
                <a:gd name="T16" fmla="*/ 0 h 2124"/>
                <a:gd name="T17" fmla="*/ 589 w 589"/>
                <a:gd name="T18" fmla="*/ 2124 h 2124"/>
              </a:gdLst>
              <a:ahLst/>
              <a:cxnLst>
                <a:cxn ang="T10">
                  <a:pos x="T0" y="T1"/>
                </a:cxn>
                <a:cxn ang="T11">
                  <a:pos x="T2" y="T3"/>
                </a:cxn>
                <a:cxn ang="T12">
                  <a:pos x="T4" y="T5"/>
                </a:cxn>
                <a:cxn ang="T13">
                  <a:pos x="T6" y="T7"/>
                </a:cxn>
                <a:cxn ang="T14">
                  <a:pos x="T8" y="T9"/>
                </a:cxn>
              </a:cxnLst>
              <a:rect l="T15" t="T16" r="T17" b="T18"/>
              <a:pathLst>
                <a:path w="589" h="2124">
                  <a:moveTo>
                    <a:pt x="589" y="0"/>
                  </a:moveTo>
                  <a:lnTo>
                    <a:pt x="589" y="2124"/>
                  </a:lnTo>
                  <a:lnTo>
                    <a:pt x="0" y="2124"/>
                  </a:lnTo>
                  <a:lnTo>
                    <a:pt x="0" y="65"/>
                  </a:lnTo>
                  <a:lnTo>
                    <a:pt x="589" y="0"/>
                  </a:lnTo>
                  <a:close/>
                </a:path>
              </a:pathLst>
            </a:custGeom>
            <a:solidFill>
              <a:srgbClr val="C0C0C0"/>
            </a:solidFill>
            <a:ln w="6350">
              <a:solidFill>
                <a:srgbClr val="000000"/>
              </a:solidFill>
              <a:prstDash val="solid"/>
              <a:round/>
              <a:headEnd/>
              <a:tailEnd/>
            </a:ln>
          </p:spPr>
          <p:txBody>
            <a:bodyPr/>
            <a:lstStyle/>
            <a:p>
              <a:endParaRPr lang="nl-BE"/>
            </a:p>
          </p:txBody>
        </p:sp>
        <p:sp>
          <p:nvSpPr>
            <p:cNvPr id="12936" name="Line 266"/>
            <p:cNvSpPr>
              <a:spLocks noChangeShapeType="1"/>
            </p:cNvSpPr>
            <p:nvPr/>
          </p:nvSpPr>
          <p:spPr bwMode="auto">
            <a:xfrm rot="-155667">
              <a:off x="1851025" y="3276600"/>
              <a:ext cx="1588" cy="914400"/>
            </a:xfrm>
            <a:prstGeom prst="line">
              <a:avLst/>
            </a:prstGeom>
            <a:noFill/>
            <a:ln w="6350">
              <a:solidFill>
                <a:srgbClr val="000000"/>
              </a:solidFill>
              <a:round/>
              <a:headEnd/>
              <a:tailEnd/>
            </a:ln>
          </p:spPr>
          <p:txBody>
            <a:bodyPr/>
            <a:lstStyle/>
            <a:p>
              <a:endParaRPr lang="nl-BE"/>
            </a:p>
          </p:txBody>
        </p:sp>
        <p:sp>
          <p:nvSpPr>
            <p:cNvPr id="12937" name="Freeform 267"/>
            <p:cNvSpPr>
              <a:spLocks/>
            </p:cNvSpPr>
            <p:nvPr/>
          </p:nvSpPr>
          <p:spPr bwMode="auto">
            <a:xfrm rot="-155667">
              <a:off x="2185988" y="3197225"/>
              <a:ext cx="557212" cy="962025"/>
            </a:xfrm>
            <a:custGeom>
              <a:avLst/>
              <a:gdLst>
                <a:gd name="T0" fmla="*/ 2147483647 w 624"/>
                <a:gd name="T1" fmla="*/ 0 h 2200"/>
                <a:gd name="T2" fmla="*/ 2147483647 w 624"/>
                <a:gd name="T3" fmla="*/ 2147483647 h 2200"/>
                <a:gd name="T4" fmla="*/ 0 w 624"/>
                <a:gd name="T5" fmla="*/ 2147483647 h 2200"/>
                <a:gd name="T6" fmla="*/ 0 w 624"/>
                <a:gd name="T7" fmla="*/ 2147483647 h 2200"/>
                <a:gd name="T8" fmla="*/ 2147483647 w 624"/>
                <a:gd name="T9" fmla="*/ 0 h 2200"/>
                <a:gd name="T10" fmla="*/ 0 60000 65536"/>
                <a:gd name="T11" fmla="*/ 0 60000 65536"/>
                <a:gd name="T12" fmla="*/ 0 60000 65536"/>
                <a:gd name="T13" fmla="*/ 0 60000 65536"/>
                <a:gd name="T14" fmla="*/ 0 60000 65536"/>
                <a:gd name="T15" fmla="*/ 0 w 624"/>
                <a:gd name="T16" fmla="*/ 0 h 2200"/>
                <a:gd name="T17" fmla="*/ 624 w 624"/>
                <a:gd name="T18" fmla="*/ 2200 h 2200"/>
              </a:gdLst>
              <a:ahLst/>
              <a:cxnLst>
                <a:cxn ang="T10">
                  <a:pos x="T0" y="T1"/>
                </a:cxn>
                <a:cxn ang="T11">
                  <a:pos x="T2" y="T3"/>
                </a:cxn>
                <a:cxn ang="T12">
                  <a:pos x="T4" y="T5"/>
                </a:cxn>
                <a:cxn ang="T13">
                  <a:pos x="T6" y="T7"/>
                </a:cxn>
                <a:cxn ang="T14">
                  <a:pos x="T8" y="T9"/>
                </a:cxn>
              </a:cxnLst>
              <a:rect l="T15" t="T16" r="T17" b="T18"/>
              <a:pathLst>
                <a:path w="624" h="2200">
                  <a:moveTo>
                    <a:pt x="624" y="0"/>
                  </a:moveTo>
                  <a:lnTo>
                    <a:pt x="622" y="2194"/>
                  </a:lnTo>
                  <a:lnTo>
                    <a:pt x="0" y="2200"/>
                  </a:lnTo>
                  <a:lnTo>
                    <a:pt x="0" y="69"/>
                  </a:lnTo>
                  <a:lnTo>
                    <a:pt x="624" y="0"/>
                  </a:lnTo>
                  <a:close/>
                </a:path>
              </a:pathLst>
            </a:custGeom>
            <a:solidFill>
              <a:srgbClr val="C0C0C0"/>
            </a:solidFill>
            <a:ln w="6350">
              <a:solidFill>
                <a:srgbClr val="000000"/>
              </a:solidFill>
              <a:prstDash val="solid"/>
              <a:round/>
              <a:headEnd/>
              <a:tailEnd/>
            </a:ln>
          </p:spPr>
          <p:txBody>
            <a:bodyPr/>
            <a:lstStyle/>
            <a:p>
              <a:endParaRPr lang="nl-BE"/>
            </a:p>
          </p:txBody>
        </p:sp>
        <p:sp>
          <p:nvSpPr>
            <p:cNvPr id="12938" name="Line 268"/>
            <p:cNvSpPr>
              <a:spLocks noChangeShapeType="1"/>
            </p:cNvSpPr>
            <p:nvPr/>
          </p:nvSpPr>
          <p:spPr bwMode="auto">
            <a:xfrm rot="-155667">
              <a:off x="2474913" y="3216275"/>
              <a:ext cx="1587" cy="946150"/>
            </a:xfrm>
            <a:prstGeom prst="line">
              <a:avLst/>
            </a:prstGeom>
            <a:noFill/>
            <a:ln w="6350">
              <a:solidFill>
                <a:srgbClr val="000000"/>
              </a:solidFill>
              <a:round/>
              <a:headEnd/>
              <a:tailEnd/>
            </a:ln>
          </p:spPr>
          <p:txBody>
            <a:bodyPr/>
            <a:lstStyle/>
            <a:p>
              <a:endParaRPr lang="nl-BE"/>
            </a:p>
          </p:txBody>
        </p:sp>
        <p:sp>
          <p:nvSpPr>
            <p:cNvPr id="12939" name="Freeform 269"/>
            <p:cNvSpPr>
              <a:spLocks/>
            </p:cNvSpPr>
            <p:nvPr/>
          </p:nvSpPr>
          <p:spPr bwMode="auto">
            <a:xfrm rot="-155667">
              <a:off x="2054225" y="3475038"/>
              <a:ext cx="179388" cy="33337"/>
            </a:xfrm>
            <a:custGeom>
              <a:avLst/>
              <a:gdLst>
                <a:gd name="T0" fmla="*/ 0 w 199"/>
                <a:gd name="T1" fmla="*/ 2147483647 h 76"/>
                <a:gd name="T2" fmla="*/ 2147483647 w 199"/>
                <a:gd name="T3" fmla="*/ 0 h 76"/>
                <a:gd name="T4" fmla="*/ 2147483647 w 199"/>
                <a:gd name="T5" fmla="*/ 2147483647 h 76"/>
                <a:gd name="T6" fmla="*/ 2147483647 w 199"/>
                <a:gd name="T7" fmla="*/ 2147483647 h 76"/>
                <a:gd name="T8" fmla="*/ 0 w 199"/>
                <a:gd name="T9" fmla="*/ 2147483647 h 76"/>
                <a:gd name="T10" fmla="*/ 0 60000 65536"/>
                <a:gd name="T11" fmla="*/ 0 60000 65536"/>
                <a:gd name="T12" fmla="*/ 0 60000 65536"/>
                <a:gd name="T13" fmla="*/ 0 60000 65536"/>
                <a:gd name="T14" fmla="*/ 0 60000 65536"/>
                <a:gd name="T15" fmla="*/ 0 w 199"/>
                <a:gd name="T16" fmla="*/ 0 h 76"/>
                <a:gd name="T17" fmla="*/ 199 w 199"/>
                <a:gd name="T18" fmla="*/ 76 h 76"/>
              </a:gdLst>
              <a:ahLst/>
              <a:cxnLst>
                <a:cxn ang="T10">
                  <a:pos x="T0" y="T1"/>
                </a:cxn>
                <a:cxn ang="T11">
                  <a:pos x="T2" y="T3"/>
                </a:cxn>
                <a:cxn ang="T12">
                  <a:pos x="T4" y="T5"/>
                </a:cxn>
                <a:cxn ang="T13">
                  <a:pos x="T6" y="T7"/>
                </a:cxn>
                <a:cxn ang="T14">
                  <a:pos x="T8" y="T9"/>
                </a:cxn>
              </a:cxnLst>
              <a:rect l="T15" t="T16" r="T17" b="T18"/>
              <a:pathLst>
                <a:path w="199" h="76">
                  <a:moveTo>
                    <a:pt x="0" y="13"/>
                  </a:moveTo>
                  <a:lnTo>
                    <a:pt x="199" y="0"/>
                  </a:lnTo>
                  <a:lnTo>
                    <a:pt x="199" y="64"/>
                  </a:lnTo>
                  <a:lnTo>
                    <a:pt x="1" y="76"/>
                  </a:lnTo>
                  <a:lnTo>
                    <a:pt x="0" y="13"/>
                  </a:lnTo>
                  <a:close/>
                </a:path>
              </a:pathLst>
            </a:custGeom>
            <a:solidFill>
              <a:srgbClr val="E0E0E0"/>
            </a:solidFill>
            <a:ln w="6350">
              <a:solidFill>
                <a:srgbClr val="000000"/>
              </a:solidFill>
              <a:prstDash val="solid"/>
              <a:round/>
              <a:headEnd/>
              <a:tailEnd/>
            </a:ln>
          </p:spPr>
          <p:txBody>
            <a:bodyPr/>
            <a:lstStyle/>
            <a:p>
              <a:endParaRPr lang="nl-BE"/>
            </a:p>
          </p:txBody>
        </p:sp>
        <p:sp>
          <p:nvSpPr>
            <p:cNvPr id="12940" name="Freeform 270"/>
            <p:cNvSpPr>
              <a:spLocks/>
            </p:cNvSpPr>
            <p:nvPr/>
          </p:nvSpPr>
          <p:spPr bwMode="auto">
            <a:xfrm rot="-155667">
              <a:off x="2074863" y="3919538"/>
              <a:ext cx="179387" cy="33337"/>
            </a:xfrm>
            <a:custGeom>
              <a:avLst/>
              <a:gdLst>
                <a:gd name="T0" fmla="*/ 0 w 199"/>
                <a:gd name="T1" fmla="*/ 2147483647 h 76"/>
                <a:gd name="T2" fmla="*/ 2147483647 w 199"/>
                <a:gd name="T3" fmla="*/ 0 h 76"/>
                <a:gd name="T4" fmla="*/ 2147483647 w 199"/>
                <a:gd name="T5" fmla="*/ 2147483647 h 76"/>
                <a:gd name="T6" fmla="*/ 2147483647 w 199"/>
                <a:gd name="T7" fmla="*/ 2147483647 h 76"/>
                <a:gd name="T8" fmla="*/ 0 w 199"/>
                <a:gd name="T9" fmla="*/ 2147483647 h 76"/>
                <a:gd name="T10" fmla="*/ 0 60000 65536"/>
                <a:gd name="T11" fmla="*/ 0 60000 65536"/>
                <a:gd name="T12" fmla="*/ 0 60000 65536"/>
                <a:gd name="T13" fmla="*/ 0 60000 65536"/>
                <a:gd name="T14" fmla="*/ 0 60000 65536"/>
                <a:gd name="T15" fmla="*/ 0 w 199"/>
                <a:gd name="T16" fmla="*/ 0 h 76"/>
                <a:gd name="T17" fmla="*/ 199 w 199"/>
                <a:gd name="T18" fmla="*/ 76 h 76"/>
              </a:gdLst>
              <a:ahLst/>
              <a:cxnLst>
                <a:cxn ang="T10">
                  <a:pos x="T0" y="T1"/>
                </a:cxn>
                <a:cxn ang="T11">
                  <a:pos x="T2" y="T3"/>
                </a:cxn>
                <a:cxn ang="T12">
                  <a:pos x="T4" y="T5"/>
                </a:cxn>
                <a:cxn ang="T13">
                  <a:pos x="T6" y="T7"/>
                </a:cxn>
                <a:cxn ang="T14">
                  <a:pos x="T8" y="T9"/>
                </a:cxn>
              </a:cxnLst>
              <a:rect l="T15" t="T16" r="T17" b="T18"/>
              <a:pathLst>
                <a:path w="199" h="76">
                  <a:moveTo>
                    <a:pt x="0" y="12"/>
                  </a:moveTo>
                  <a:lnTo>
                    <a:pt x="199" y="0"/>
                  </a:lnTo>
                  <a:lnTo>
                    <a:pt x="199" y="63"/>
                  </a:lnTo>
                  <a:lnTo>
                    <a:pt x="1" y="76"/>
                  </a:lnTo>
                  <a:lnTo>
                    <a:pt x="0" y="12"/>
                  </a:lnTo>
                  <a:close/>
                </a:path>
              </a:pathLst>
            </a:custGeom>
            <a:solidFill>
              <a:srgbClr val="E0E0E0"/>
            </a:solidFill>
            <a:ln w="6350">
              <a:solidFill>
                <a:srgbClr val="000000"/>
              </a:solidFill>
              <a:prstDash val="solid"/>
              <a:round/>
              <a:headEnd/>
              <a:tailEnd/>
            </a:ln>
          </p:spPr>
          <p:txBody>
            <a:bodyPr/>
            <a:lstStyle/>
            <a:p>
              <a:endParaRPr lang="nl-BE"/>
            </a:p>
          </p:txBody>
        </p:sp>
        <p:sp>
          <p:nvSpPr>
            <p:cNvPr id="12941" name="Oval 271"/>
            <p:cNvSpPr>
              <a:spLocks noChangeArrowheads="1"/>
            </p:cNvSpPr>
            <p:nvPr/>
          </p:nvSpPr>
          <p:spPr bwMode="auto">
            <a:xfrm rot="-155667">
              <a:off x="1555750" y="4214813"/>
              <a:ext cx="80963" cy="58737"/>
            </a:xfrm>
            <a:prstGeom prst="ellipse">
              <a:avLst/>
            </a:prstGeom>
            <a:solidFill>
              <a:srgbClr val="FF0000"/>
            </a:solidFill>
            <a:ln w="6350">
              <a:solidFill>
                <a:srgbClr val="000000"/>
              </a:solidFill>
              <a:round/>
              <a:headEnd/>
              <a:tailEnd/>
            </a:ln>
          </p:spPr>
          <p:txBody>
            <a:bodyPr/>
            <a:lstStyle/>
            <a:p>
              <a:pPr algn="ctr" eaLnBrk="0" hangingPunct="0"/>
              <a:endParaRPr lang="nl-BE"/>
            </a:p>
          </p:txBody>
        </p:sp>
        <p:sp>
          <p:nvSpPr>
            <p:cNvPr id="12942" name="Oval 272"/>
            <p:cNvSpPr>
              <a:spLocks noChangeArrowheads="1"/>
            </p:cNvSpPr>
            <p:nvPr/>
          </p:nvSpPr>
          <p:spPr bwMode="auto">
            <a:xfrm rot="-155667">
              <a:off x="1655763" y="4210050"/>
              <a:ext cx="80962" cy="58738"/>
            </a:xfrm>
            <a:prstGeom prst="ellipse">
              <a:avLst/>
            </a:prstGeom>
            <a:solidFill>
              <a:srgbClr val="FF0000"/>
            </a:solidFill>
            <a:ln w="6350">
              <a:solidFill>
                <a:srgbClr val="000000"/>
              </a:solidFill>
              <a:round/>
              <a:headEnd/>
              <a:tailEnd/>
            </a:ln>
          </p:spPr>
          <p:txBody>
            <a:bodyPr/>
            <a:lstStyle/>
            <a:p>
              <a:pPr algn="ctr" eaLnBrk="0" hangingPunct="0"/>
              <a:endParaRPr lang="nl-BE"/>
            </a:p>
          </p:txBody>
        </p:sp>
        <p:sp>
          <p:nvSpPr>
            <p:cNvPr id="12943" name="Oval 273"/>
            <p:cNvSpPr>
              <a:spLocks noChangeArrowheads="1"/>
            </p:cNvSpPr>
            <p:nvPr/>
          </p:nvSpPr>
          <p:spPr bwMode="auto">
            <a:xfrm rot="-155667">
              <a:off x="1739900" y="4206875"/>
              <a:ext cx="79375" cy="58738"/>
            </a:xfrm>
            <a:prstGeom prst="ellipse">
              <a:avLst/>
            </a:prstGeom>
            <a:solidFill>
              <a:srgbClr val="E0E000"/>
            </a:solidFill>
            <a:ln w="6350">
              <a:solidFill>
                <a:srgbClr val="000000"/>
              </a:solidFill>
              <a:round/>
              <a:headEnd/>
              <a:tailEnd/>
            </a:ln>
          </p:spPr>
          <p:txBody>
            <a:bodyPr/>
            <a:lstStyle/>
            <a:p>
              <a:pPr algn="ctr" eaLnBrk="0" hangingPunct="0"/>
              <a:endParaRPr lang="nl-BE"/>
            </a:p>
          </p:txBody>
        </p:sp>
        <p:sp>
          <p:nvSpPr>
            <p:cNvPr id="12944" name="Oval 274"/>
            <p:cNvSpPr>
              <a:spLocks noChangeArrowheads="1"/>
            </p:cNvSpPr>
            <p:nvPr/>
          </p:nvSpPr>
          <p:spPr bwMode="auto">
            <a:xfrm rot="-155667">
              <a:off x="2711450" y="4181475"/>
              <a:ext cx="80963" cy="58738"/>
            </a:xfrm>
            <a:prstGeom prst="ellipse">
              <a:avLst/>
            </a:prstGeom>
            <a:solidFill>
              <a:srgbClr val="FF0000"/>
            </a:solidFill>
            <a:ln w="6350">
              <a:solidFill>
                <a:srgbClr val="000000"/>
              </a:solidFill>
              <a:round/>
              <a:headEnd/>
              <a:tailEnd/>
            </a:ln>
          </p:spPr>
          <p:txBody>
            <a:bodyPr/>
            <a:lstStyle/>
            <a:p>
              <a:pPr algn="ctr" eaLnBrk="0" hangingPunct="0"/>
              <a:endParaRPr lang="nl-BE"/>
            </a:p>
          </p:txBody>
        </p:sp>
        <p:sp>
          <p:nvSpPr>
            <p:cNvPr id="12945" name="Oval 275"/>
            <p:cNvSpPr>
              <a:spLocks noChangeArrowheads="1"/>
            </p:cNvSpPr>
            <p:nvPr/>
          </p:nvSpPr>
          <p:spPr bwMode="auto">
            <a:xfrm rot="-155667">
              <a:off x="2613025" y="4186238"/>
              <a:ext cx="80963" cy="58737"/>
            </a:xfrm>
            <a:prstGeom prst="ellipse">
              <a:avLst/>
            </a:prstGeom>
            <a:solidFill>
              <a:srgbClr val="FF0000"/>
            </a:solidFill>
            <a:ln w="6350">
              <a:solidFill>
                <a:srgbClr val="000000"/>
              </a:solidFill>
              <a:round/>
              <a:headEnd/>
              <a:tailEnd/>
            </a:ln>
          </p:spPr>
          <p:txBody>
            <a:bodyPr/>
            <a:lstStyle/>
            <a:p>
              <a:pPr algn="ctr" eaLnBrk="0" hangingPunct="0"/>
              <a:endParaRPr lang="nl-BE"/>
            </a:p>
          </p:txBody>
        </p:sp>
        <p:sp>
          <p:nvSpPr>
            <p:cNvPr id="12946" name="Oval 276"/>
            <p:cNvSpPr>
              <a:spLocks noChangeArrowheads="1"/>
            </p:cNvSpPr>
            <p:nvPr/>
          </p:nvSpPr>
          <p:spPr bwMode="auto">
            <a:xfrm rot="-155667">
              <a:off x="2527300" y="4189413"/>
              <a:ext cx="80963" cy="58737"/>
            </a:xfrm>
            <a:prstGeom prst="ellipse">
              <a:avLst/>
            </a:prstGeom>
            <a:solidFill>
              <a:srgbClr val="E0E000"/>
            </a:solidFill>
            <a:ln w="6350">
              <a:solidFill>
                <a:srgbClr val="000000"/>
              </a:solidFill>
              <a:round/>
              <a:headEnd/>
              <a:tailEnd/>
            </a:ln>
          </p:spPr>
          <p:txBody>
            <a:bodyPr/>
            <a:lstStyle/>
            <a:p>
              <a:pPr algn="ctr" eaLnBrk="0" hangingPunct="0"/>
              <a:endParaRPr lang="nl-BE"/>
            </a:p>
          </p:txBody>
        </p:sp>
        <p:sp>
          <p:nvSpPr>
            <p:cNvPr id="12947" name="Freeform 277"/>
            <p:cNvSpPr>
              <a:spLocks/>
            </p:cNvSpPr>
            <p:nvPr/>
          </p:nvSpPr>
          <p:spPr bwMode="auto">
            <a:xfrm rot="-155667">
              <a:off x="4546600" y="3517900"/>
              <a:ext cx="93663" cy="646113"/>
            </a:xfrm>
            <a:custGeom>
              <a:avLst/>
              <a:gdLst>
                <a:gd name="T0" fmla="*/ 0 w 104"/>
                <a:gd name="T1" fmla="*/ 2147483647 h 1478"/>
                <a:gd name="T2" fmla="*/ 2147483647 w 104"/>
                <a:gd name="T3" fmla="*/ 2147483647 h 1478"/>
                <a:gd name="T4" fmla="*/ 2147483647 w 104"/>
                <a:gd name="T5" fmla="*/ 2147483647 h 1478"/>
                <a:gd name="T6" fmla="*/ 2147483647 w 104"/>
                <a:gd name="T7" fmla="*/ 2147483647 h 1478"/>
                <a:gd name="T8" fmla="*/ 2147483647 w 104"/>
                <a:gd name="T9" fmla="*/ 2147483647 h 1478"/>
                <a:gd name="T10" fmla="*/ 2147483647 w 104"/>
                <a:gd name="T11" fmla="*/ 2147483647 h 1478"/>
                <a:gd name="T12" fmla="*/ 2147483647 w 104"/>
                <a:gd name="T13" fmla="*/ 2147483647 h 1478"/>
                <a:gd name="T14" fmla="*/ 2147483647 w 104"/>
                <a:gd name="T15" fmla="*/ 0 h 1478"/>
                <a:gd name="T16" fmla="*/ 2147483647 w 104"/>
                <a:gd name="T17" fmla="*/ 0 h 1478"/>
                <a:gd name="T18" fmla="*/ 2147483647 w 104"/>
                <a:gd name="T19" fmla="*/ 2147483647 h 1478"/>
                <a:gd name="T20" fmla="*/ 2147483647 w 104"/>
                <a:gd name="T21" fmla="*/ 2147483647 h 1478"/>
                <a:gd name="T22" fmla="*/ 2147483647 w 104"/>
                <a:gd name="T23" fmla="*/ 2147483647 h 1478"/>
                <a:gd name="T24" fmla="*/ 2147483647 w 104"/>
                <a:gd name="T25" fmla="*/ 2147483647 h 1478"/>
                <a:gd name="T26" fmla="*/ 2147483647 w 104"/>
                <a:gd name="T27" fmla="*/ 2147483647 h 1478"/>
                <a:gd name="T28" fmla="*/ 2147483647 w 104"/>
                <a:gd name="T29" fmla="*/ 2147483647 h 1478"/>
                <a:gd name="T30" fmla="*/ 2147483647 w 104"/>
                <a:gd name="T31" fmla="*/ 2147483647 h 1478"/>
                <a:gd name="T32" fmla="*/ 2147483647 w 104"/>
                <a:gd name="T33" fmla="*/ 2147483647 h 1478"/>
                <a:gd name="T34" fmla="*/ 2147483647 w 104"/>
                <a:gd name="T35" fmla="*/ 2147483647 h 1478"/>
                <a:gd name="T36" fmla="*/ 2147483647 w 104"/>
                <a:gd name="T37" fmla="*/ 2147483647 h 1478"/>
                <a:gd name="T38" fmla="*/ 2147483647 w 104"/>
                <a:gd name="T39" fmla="*/ 2147483647 h 1478"/>
                <a:gd name="T40" fmla="*/ 0 w 104"/>
                <a:gd name="T41" fmla="*/ 2147483647 h 1478"/>
                <a:gd name="T42" fmla="*/ 0 w 104"/>
                <a:gd name="T43" fmla="*/ 2147483647 h 147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4"/>
                <a:gd name="T67" fmla="*/ 0 h 1478"/>
                <a:gd name="T68" fmla="*/ 104 w 104"/>
                <a:gd name="T69" fmla="*/ 1478 h 147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4" h="1478">
                  <a:moveTo>
                    <a:pt x="0" y="1421"/>
                  </a:moveTo>
                  <a:lnTo>
                    <a:pt x="40" y="1421"/>
                  </a:lnTo>
                  <a:lnTo>
                    <a:pt x="45" y="1419"/>
                  </a:lnTo>
                  <a:lnTo>
                    <a:pt x="49" y="1418"/>
                  </a:lnTo>
                  <a:lnTo>
                    <a:pt x="54" y="1415"/>
                  </a:lnTo>
                  <a:lnTo>
                    <a:pt x="56" y="1410"/>
                  </a:lnTo>
                  <a:lnTo>
                    <a:pt x="59" y="1403"/>
                  </a:lnTo>
                  <a:lnTo>
                    <a:pt x="59" y="0"/>
                  </a:lnTo>
                  <a:lnTo>
                    <a:pt x="104" y="0"/>
                  </a:lnTo>
                  <a:lnTo>
                    <a:pt x="104" y="1410"/>
                  </a:lnTo>
                  <a:lnTo>
                    <a:pt x="103" y="1421"/>
                  </a:lnTo>
                  <a:lnTo>
                    <a:pt x="103" y="1430"/>
                  </a:lnTo>
                  <a:lnTo>
                    <a:pt x="101" y="1440"/>
                  </a:lnTo>
                  <a:lnTo>
                    <a:pt x="97" y="1449"/>
                  </a:lnTo>
                  <a:lnTo>
                    <a:pt x="91" y="1458"/>
                  </a:lnTo>
                  <a:lnTo>
                    <a:pt x="85" y="1464"/>
                  </a:lnTo>
                  <a:lnTo>
                    <a:pt x="79" y="1470"/>
                  </a:lnTo>
                  <a:lnTo>
                    <a:pt x="73" y="1473"/>
                  </a:lnTo>
                  <a:lnTo>
                    <a:pt x="66" y="1476"/>
                  </a:lnTo>
                  <a:lnTo>
                    <a:pt x="59" y="1478"/>
                  </a:lnTo>
                  <a:lnTo>
                    <a:pt x="0" y="1478"/>
                  </a:lnTo>
                  <a:lnTo>
                    <a:pt x="0" y="1421"/>
                  </a:lnTo>
                  <a:close/>
                </a:path>
              </a:pathLst>
            </a:custGeom>
            <a:solidFill>
              <a:srgbClr val="C0C0C0"/>
            </a:solidFill>
            <a:ln w="6350">
              <a:solidFill>
                <a:srgbClr val="000000"/>
              </a:solidFill>
              <a:prstDash val="solid"/>
              <a:round/>
              <a:headEnd/>
              <a:tailEnd/>
            </a:ln>
          </p:spPr>
          <p:txBody>
            <a:bodyPr/>
            <a:lstStyle/>
            <a:p>
              <a:endParaRPr lang="nl-BE"/>
            </a:p>
          </p:txBody>
        </p:sp>
        <p:sp>
          <p:nvSpPr>
            <p:cNvPr id="12948" name="Oval 278"/>
            <p:cNvSpPr>
              <a:spLocks noChangeArrowheads="1"/>
            </p:cNvSpPr>
            <p:nvPr/>
          </p:nvSpPr>
          <p:spPr bwMode="auto">
            <a:xfrm rot="-155667">
              <a:off x="4583113" y="3514725"/>
              <a:ext cx="39687" cy="4763"/>
            </a:xfrm>
            <a:prstGeom prst="ellipse">
              <a:avLst/>
            </a:prstGeom>
            <a:solidFill>
              <a:srgbClr val="404040"/>
            </a:solidFill>
            <a:ln w="6350">
              <a:solidFill>
                <a:srgbClr val="000000"/>
              </a:solidFill>
              <a:round/>
              <a:headEnd/>
              <a:tailEnd/>
            </a:ln>
          </p:spPr>
          <p:txBody>
            <a:bodyPr/>
            <a:lstStyle/>
            <a:p>
              <a:pPr algn="ctr" eaLnBrk="0" hangingPunct="0"/>
              <a:endParaRPr lang="nl-BE"/>
            </a:p>
          </p:txBody>
        </p:sp>
        <p:sp>
          <p:nvSpPr>
            <p:cNvPr id="12949" name="Freeform 279"/>
            <p:cNvSpPr>
              <a:spLocks/>
            </p:cNvSpPr>
            <p:nvPr/>
          </p:nvSpPr>
          <p:spPr bwMode="auto">
            <a:xfrm rot="-155667">
              <a:off x="4581525" y="3495675"/>
              <a:ext cx="36513" cy="22225"/>
            </a:xfrm>
            <a:custGeom>
              <a:avLst/>
              <a:gdLst>
                <a:gd name="T0" fmla="*/ 0 w 39"/>
                <a:gd name="T1" fmla="*/ 2147483647 h 50"/>
                <a:gd name="T2" fmla="*/ 2147483647 w 39"/>
                <a:gd name="T3" fmla="*/ 2147483647 h 50"/>
                <a:gd name="T4" fmla="*/ 2147483647 w 39"/>
                <a:gd name="T5" fmla="*/ 2147483647 h 50"/>
                <a:gd name="T6" fmla="*/ 2147483647 w 39"/>
                <a:gd name="T7" fmla="*/ 2147483647 h 50"/>
                <a:gd name="T8" fmla="*/ 2147483647 w 39"/>
                <a:gd name="T9" fmla="*/ 2147483647 h 50"/>
                <a:gd name="T10" fmla="*/ 2147483647 w 39"/>
                <a:gd name="T11" fmla="*/ 2147483647 h 50"/>
                <a:gd name="T12" fmla="*/ 2147483647 w 39"/>
                <a:gd name="T13" fmla="*/ 0 h 50"/>
                <a:gd name="T14" fmla="*/ 2147483647 w 39"/>
                <a:gd name="T15" fmla="*/ 0 h 50"/>
                <a:gd name="T16" fmla="*/ 2147483647 w 39"/>
                <a:gd name="T17" fmla="*/ 2147483647 h 50"/>
                <a:gd name="T18" fmla="*/ 2147483647 w 39"/>
                <a:gd name="T19" fmla="*/ 2147483647 h 50"/>
                <a:gd name="T20" fmla="*/ 2147483647 w 39"/>
                <a:gd name="T21" fmla="*/ 2147483647 h 50"/>
                <a:gd name="T22" fmla="*/ 2147483647 w 39"/>
                <a:gd name="T23" fmla="*/ 2147483647 h 50"/>
                <a:gd name="T24" fmla="*/ 2147483647 w 39"/>
                <a:gd name="T25" fmla="*/ 2147483647 h 50"/>
                <a:gd name="T26" fmla="*/ 2147483647 w 39"/>
                <a:gd name="T27" fmla="*/ 2147483647 h 50"/>
                <a:gd name="T28" fmla="*/ 2147483647 w 39"/>
                <a:gd name="T29" fmla="*/ 2147483647 h 50"/>
                <a:gd name="T30" fmla="*/ 0 w 39"/>
                <a:gd name="T31" fmla="*/ 2147483647 h 5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9"/>
                <a:gd name="T49" fmla="*/ 0 h 50"/>
                <a:gd name="T50" fmla="*/ 39 w 39"/>
                <a:gd name="T51" fmla="*/ 50 h 5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9" h="50">
                  <a:moveTo>
                    <a:pt x="0" y="50"/>
                  </a:moveTo>
                  <a:lnTo>
                    <a:pt x="7" y="35"/>
                  </a:lnTo>
                  <a:lnTo>
                    <a:pt x="14" y="21"/>
                  </a:lnTo>
                  <a:lnTo>
                    <a:pt x="19" y="14"/>
                  </a:lnTo>
                  <a:lnTo>
                    <a:pt x="24" y="9"/>
                  </a:lnTo>
                  <a:lnTo>
                    <a:pt x="29" y="5"/>
                  </a:lnTo>
                  <a:lnTo>
                    <a:pt x="34" y="0"/>
                  </a:lnTo>
                  <a:lnTo>
                    <a:pt x="38" y="0"/>
                  </a:lnTo>
                  <a:lnTo>
                    <a:pt x="39" y="6"/>
                  </a:lnTo>
                  <a:lnTo>
                    <a:pt x="35" y="17"/>
                  </a:lnTo>
                  <a:lnTo>
                    <a:pt x="31" y="23"/>
                  </a:lnTo>
                  <a:lnTo>
                    <a:pt x="25" y="32"/>
                  </a:lnTo>
                  <a:lnTo>
                    <a:pt x="19" y="38"/>
                  </a:lnTo>
                  <a:lnTo>
                    <a:pt x="11" y="47"/>
                  </a:lnTo>
                  <a:lnTo>
                    <a:pt x="5" y="50"/>
                  </a:lnTo>
                  <a:lnTo>
                    <a:pt x="0" y="50"/>
                  </a:lnTo>
                  <a:close/>
                </a:path>
              </a:pathLst>
            </a:custGeom>
            <a:solidFill>
              <a:srgbClr val="FFFFFF"/>
            </a:solidFill>
            <a:ln w="6350">
              <a:solidFill>
                <a:srgbClr val="000000"/>
              </a:solidFill>
              <a:prstDash val="solid"/>
              <a:round/>
              <a:headEnd/>
              <a:tailEnd/>
            </a:ln>
          </p:spPr>
          <p:txBody>
            <a:bodyPr/>
            <a:lstStyle/>
            <a:p>
              <a:endParaRPr lang="nl-BE"/>
            </a:p>
          </p:txBody>
        </p:sp>
        <p:sp>
          <p:nvSpPr>
            <p:cNvPr id="12950" name="Freeform 280"/>
            <p:cNvSpPr>
              <a:spLocks/>
            </p:cNvSpPr>
            <p:nvPr/>
          </p:nvSpPr>
          <p:spPr bwMode="auto">
            <a:xfrm rot="-155667">
              <a:off x="4621213" y="3794125"/>
              <a:ext cx="33337" cy="209550"/>
            </a:xfrm>
            <a:custGeom>
              <a:avLst/>
              <a:gdLst>
                <a:gd name="T0" fmla="*/ 0 w 39"/>
                <a:gd name="T1" fmla="*/ 0 h 479"/>
                <a:gd name="T2" fmla="*/ 2147483647 w 39"/>
                <a:gd name="T3" fmla="*/ 2147483647 h 479"/>
                <a:gd name="T4" fmla="*/ 2147483647 w 39"/>
                <a:gd name="T5" fmla="*/ 2147483647 h 479"/>
                <a:gd name="T6" fmla="*/ 0 w 39"/>
                <a:gd name="T7" fmla="*/ 2147483647 h 479"/>
                <a:gd name="T8" fmla="*/ 0 w 39"/>
                <a:gd name="T9" fmla="*/ 0 h 479"/>
                <a:gd name="T10" fmla="*/ 0 60000 65536"/>
                <a:gd name="T11" fmla="*/ 0 60000 65536"/>
                <a:gd name="T12" fmla="*/ 0 60000 65536"/>
                <a:gd name="T13" fmla="*/ 0 60000 65536"/>
                <a:gd name="T14" fmla="*/ 0 60000 65536"/>
                <a:gd name="T15" fmla="*/ 0 w 39"/>
                <a:gd name="T16" fmla="*/ 0 h 479"/>
                <a:gd name="T17" fmla="*/ 39 w 39"/>
                <a:gd name="T18" fmla="*/ 479 h 479"/>
              </a:gdLst>
              <a:ahLst/>
              <a:cxnLst>
                <a:cxn ang="T10">
                  <a:pos x="T0" y="T1"/>
                </a:cxn>
                <a:cxn ang="T11">
                  <a:pos x="T2" y="T3"/>
                </a:cxn>
                <a:cxn ang="T12">
                  <a:pos x="T4" y="T5"/>
                </a:cxn>
                <a:cxn ang="T13">
                  <a:pos x="T6" y="T7"/>
                </a:cxn>
                <a:cxn ang="T14">
                  <a:pos x="T8" y="T9"/>
                </a:cxn>
              </a:cxnLst>
              <a:rect l="T15" t="T16" r="T17" b="T18"/>
              <a:pathLst>
                <a:path w="39" h="479">
                  <a:moveTo>
                    <a:pt x="0" y="0"/>
                  </a:moveTo>
                  <a:lnTo>
                    <a:pt x="39" y="14"/>
                  </a:lnTo>
                  <a:lnTo>
                    <a:pt x="39" y="464"/>
                  </a:lnTo>
                  <a:lnTo>
                    <a:pt x="0" y="479"/>
                  </a:lnTo>
                  <a:lnTo>
                    <a:pt x="0" y="0"/>
                  </a:lnTo>
                  <a:close/>
                </a:path>
              </a:pathLst>
            </a:custGeom>
            <a:solidFill>
              <a:srgbClr val="606060"/>
            </a:solidFill>
            <a:ln w="6350">
              <a:solidFill>
                <a:srgbClr val="000000"/>
              </a:solidFill>
              <a:prstDash val="solid"/>
              <a:round/>
              <a:headEnd/>
              <a:tailEnd/>
            </a:ln>
          </p:spPr>
          <p:txBody>
            <a:bodyPr/>
            <a:lstStyle/>
            <a:p>
              <a:endParaRPr lang="nl-BE"/>
            </a:p>
          </p:txBody>
        </p:sp>
        <p:sp>
          <p:nvSpPr>
            <p:cNvPr id="12951" name="Freeform 281"/>
            <p:cNvSpPr>
              <a:spLocks/>
            </p:cNvSpPr>
            <p:nvPr/>
          </p:nvSpPr>
          <p:spPr bwMode="auto">
            <a:xfrm rot="-155667">
              <a:off x="4584700" y="3795713"/>
              <a:ext cx="38100" cy="209550"/>
            </a:xfrm>
            <a:custGeom>
              <a:avLst/>
              <a:gdLst>
                <a:gd name="T0" fmla="*/ 2147483647 w 42"/>
                <a:gd name="T1" fmla="*/ 2147483647 h 480"/>
                <a:gd name="T2" fmla="*/ 2147483647 w 42"/>
                <a:gd name="T3" fmla="*/ 2147483647 h 480"/>
                <a:gd name="T4" fmla="*/ 0 w 42"/>
                <a:gd name="T5" fmla="*/ 2147483647 h 480"/>
                <a:gd name="T6" fmla="*/ 0 w 42"/>
                <a:gd name="T7" fmla="*/ 0 h 480"/>
                <a:gd name="T8" fmla="*/ 2147483647 w 42"/>
                <a:gd name="T9" fmla="*/ 2147483647 h 480"/>
                <a:gd name="T10" fmla="*/ 0 60000 65536"/>
                <a:gd name="T11" fmla="*/ 0 60000 65536"/>
                <a:gd name="T12" fmla="*/ 0 60000 65536"/>
                <a:gd name="T13" fmla="*/ 0 60000 65536"/>
                <a:gd name="T14" fmla="*/ 0 60000 65536"/>
                <a:gd name="T15" fmla="*/ 0 w 42"/>
                <a:gd name="T16" fmla="*/ 0 h 480"/>
                <a:gd name="T17" fmla="*/ 42 w 42"/>
                <a:gd name="T18" fmla="*/ 480 h 480"/>
              </a:gdLst>
              <a:ahLst/>
              <a:cxnLst>
                <a:cxn ang="T10">
                  <a:pos x="T0" y="T1"/>
                </a:cxn>
                <a:cxn ang="T11">
                  <a:pos x="T2" y="T3"/>
                </a:cxn>
                <a:cxn ang="T12">
                  <a:pos x="T4" y="T5"/>
                </a:cxn>
                <a:cxn ang="T13">
                  <a:pos x="T6" y="T7"/>
                </a:cxn>
                <a:cxn ang="T14">
                  <a:pos x="T8" y="T9"/>
                </a:cxn>
              </a:cxnLst>
              <a:rect l="T15" t="T16" r="T17" b="T18"/>
              <a:pathLst>
                <a:path w="42" h="480">
                  <a:moveTo>
                    <a:pt x="42" y="1"/>
                  </a:moveTo>
                  <a:lnTo>
                    <a:pt x="42" y="480"/>
                  </a:lnTo>
                  <a:lnTo>
                    <a:pt x="0" y="480"/>
                  </a:lnTo>
                  <a:lnTo>
                    <a:pt x="0" y="0"/>
                  </a:lnTo>
                  <a:lnTo>
                    <a:pt x="42" y="1"/>
                  </a:lnTo>
                  <a:close/>
                </a:path>
              </a:pathLst>
            </a:custGeom>
            <a:solidFill>
              <a:srgbClr val="202020"/>
            </a:solidFill>
            <a:ln w="6350">
              <a:solidFill>
                <a:srgbClr val="000000"/>
              </a:solidFill>
              <a:prstDash val="solid"/>
              <a:round/>
              <a:headEnd/>
              <a:tailEnd/>
            </a:ln>
          </p:spPr>
          <p:txBody>
            <a:bodyPr/>
            <a:lstStyle/>
            <a:p>
              <a:endParaRPr lang="nl-BE"/>
            </a:p>
          </p:txBody>
        </p:sp>
        <p:sp>
          <p:nvSpPr>
            <p:cNvPr id="12952" name="Freeform 282"/>
            <p:cNvSpPr>
              <a:spLocks/>
            </p:cNvSpPr>
            <p:nvPr/>
          </p:nvSpPr>
          <p:spPr bwMode="auto">
            <a:xfrm rot="-155667">
              <a:off x="1911350" y="4305300"/>
              <a:ext cx="249238" cy="365125"/>
            </a:xfrm>
            <a:custGeom>
              <a:avLst/>
              <a:gdLst>
                <a:gd name="T0" fmla="*/ 2147483647 w 281"/>
                <a:gd name="T1" fmla="*/ 0 h 834"/>
                <a:gd name="T2" fmla="*/ 2147483647 w 281"/>
                <a:gd name="T3" fmla="*/ 0 h 834"/>
                <a:gd name="T4" fmla="*/ 2147483647 w 281"/>
                <a:gd name="T5" fmla="*/ 2147483647 h 834"/>
                <a:gd name="T6" fmla="*/ 2147483647 w 281"/>
                <a:gd name="T7" fmla="*/ 2147483647 h 834"/>
                <a:gd name="T8" fmla="*/ 2147483647 w 281"/>
                <a:gd name="T9" fmla="*/ 2147483647 h 834"/>
                <a:gd name="T10" fmla="*/ 2147483647 w 281"/>
                <a:gd name="T11" fmla="*/ 2147483647 h 834"/>
                <a:gd name="T12" fmla="*/ 2147483647 w 281"/>
                <a:gd name="T13" fmla="*/ 2147483647 h 834"/>
                <a:gd name="T14" fmla="*/ 2147483647 w 281"/>
                <a:gd name="T15" fmla="*/ 2147483647 h 834"/>
                <a:gd name="T16" fmla="*/ 2147483647 w 281"/>
                <a:gd name="T17" fmla="*/ 2147483647 h 834"/>
                <a:gd name="T18" fmla="*/ 2147483647 w 281"/>
                <a:gd name="T19" fmla="*/ 2147483647 h 834"/>
                <a:gd name="T20" fmla="*/ 2147483647 w 281"/>
                <a:gd name="T21" fmla="*/ 2147483647 h 834"/>
                <a:gd name="T22" fmla="*/ 2147483647 w 281"/>
                <a:gd name="T23" fmla="*/ 2147483647 h 834"/>
                <a:gd name="T24" fmla="*/ 2147483647 w 281"/>
                <a:gd name="T25" fmla="*/ 2147483647 h 834"/>
                <a:gd name="T26" fmla="*/ 2147483647 w 281"/>
                <a:gd name="T27" fmla="*/ 2147483647 h 834"/>
                <a:gd name="T28" fmla="*/ 2147483647 w 281"/>
                <a:gd name="T29" fmla="*/ 2147483647 h 834"/>
                <a:gd name="T30" fmla="*/ 2147483647 w 281"/>
                <a:gd name="T31" fmla="*/ 2147483647 h 834"/>
                <a:gd name="T32" fmla="*/ 2147483647 w 281"/>
                <a:gd name="T33" fmla="*/ 2147483647 h 834"/>
                <a:gd name="T34" fmla="*/ 2147483647 w 281"/>
                <a:gd name="T35" fmla="*/ 2147483647 h 834"/>
                <a:gd name="T36" fmla="*/ 2147483647 w 281"/>
                <a:gd name="T37" fmla="*/ 2147483647 h 834"/>
                <a:gd name="T38" fmla="*/ 2147483647 w 281"/>
                <a:gd name="T39" fmla="*/ 2147483647 h 834"/>
                <a:gd name="T40" fmla="*/ 2147483647 w 281"/>
                <a:gd name="T41" fmla="*/ 2147483647 h 834"/>
                <a:gd name="T42" fmla="*/ 2147483647 w 281"/>
                <a:gd name="T43" fmla="*/ 2147483647 h 834"/>
                <a:gd name="T44" fmla="*/ 2147483647 w 281"/>
                <a:gd name="T45" fmla="*/ 2147483647 h 834"/>
                <a:gd name="T46" fmla="*/ 2147483647 w 281"/>
                <a:gd name="T47" fmla="*/ 2147483647 h 834"/>
                <a:gd name="T48" fmla="*/ 2147483647 w 281"/>
                <a:gd name="T49" fmla="*/ 2147483647 h 834"/>
                <a:gd name="T50" fmla="*/ 2147483647 w 281"/>
                <a:gd name="T51" fmla="*/ 2147483647 h 834"/>
                <a:gd name="T52" fmla="*/ 2147483647 w 281"/>
                <a:gd name="T53" fmla="*/ 2147483647 h 834"/>
                <a:gd name="T54" fmla="*/ 2147483647 w 281"/>
                <a:gd name="T55" fmla="*/ 2147483647 h 834"/>
                <a:gd name="T56" fmla="*/ 0 w 281"/>
                <a:gd name="T57" fmla="*/ 2147483647 h 834"/>
                <a:gd name="T58" fmla="*/ 0 w 281"/>
                <a:gd name="T59" fmla="*/ 2147483647 h 834"/>
                <a:gd name="T60" fmla="*/ 2147483647 w 281"/>
                <a:gd name="T61" fmla="*/ 2147483647 h 834"/>
                <a:gd name="T62" fmla="*/ 2147483647 w 281"/>
                <a:gd name="T63" fmla="*/ 2147483647 h 834"/>
                <a:gd name="T64" fmla="*/ 2147483647 w 281"/>
                <a:gd name="T65" fmla="*/ 2147483647 h 834"/>
                <a:gd name="T66" fmla="*/ 2147483647 w 281"/>
                <a:gd name="T67" fmla="*/ 2147483647 h 834"/>
                <a:gd name="T68" fmla="*/ 2147483647 w 281"/>
                <a:gd name="T69" fmla="*/ 2147483647 h 834"/>
                <a:gd name="T70" fmla="*/ 2147483647 w 281"/>
                <a:gd name="T71" fmla="*/ 2147483647 h 834"/>
                <a:gd name="T72" fmla="*/ 2147483647 w 281"/>
                <a:gd name="T73" fmla="*/ 2147483647 h 834"/>
                <a:gd name="T74" fmla="*/ 2147483647 w 281"/>
                <a:gd name="T75" fmla="*/ 2147483647 h 834"/>
                <a:gd name="T76" fmla="*/ 2147483647 w 281"/>
                <a:gd name="T77" fmla="*/ 2147483647 h 834"/>
                <a:gd name="T78" fmla="*/ 2147483647 w 281"/>
                <a:gd name="T79" fmla="*/ 2147483647 h 834"/>
                <a:gd name="T80" fmla="*/ 2147483647 w 281"/>
                <a:gd name="T81" fmla="*/ 2147483647 h 834"/>
                <a:gd name="T82" fmla="*/ 2147483647 w 281"/>
                <a:gd name="T83" fmla="*/ 2147483647 h 834"/>
                <a:gd name="T84" fmla="*/ 2147483647 w 281"/>
                <a:gd name="T85" fmla="*/ 2147483647 h 834"/>
                <a:gd name="T86" fmla="*/ 2147483647 w 281"/>
                <a:gd name="T87" fmla="*/ 2147483647 h 834"/>
                <a:gd name="T88" fmla="*/ 2147483647 w 281"/>
                <a:gd name="T89" fmla="*/ 2147483647 h 834"/>
                <a:gd name="T90" fmla="*/ 2147483647 w 281"/>
                <a:gd name="T91" fmla="*/ 2147483647 h 834"/>
                <a:gd name="T92" fmla="*/ 2147483647 w 281"/>
                <a:gd name="T93" fmla="*/ 2147483647 h 834"/>
                <a:gd name="T94" fmla="*/ 2147483647 w 281"/>
                <a:gd name="T95" fmla="*/ 2147483647 h 834"/>
                <a:gd name="T96" fmla="*/ 2147483647 w 281"/>
                <a:gd name="T97" fmla="*/ 2147483647 h 834"/>
                <a:gd name="T98" fmla="*/ 2147483647 w 281"/>
                <a:gd name="T99" fmla="*/ 2147483647 h 834"/>
                <a:gd name="T100" fmla="*/ 2147483647 w 281"/>
                <a:gd name="T101" fmla="*/ 2147483647 h 834"/>
                <a:gd name="T102" fmla="*/ 2147483647 w 281"/>
                <a:gd name="T103" fmla="*/ 2147483647 h 834"/>
                <a:gd name="T104" fmla="*/ 2147483647 w 281"/>
                <a:gd name="T105" fmla="*/ 2147483647 h 834"/>
                <a:gd name="T106" fmla="*/ 2147483647 w 281"/>
                <a:gd name="T107" fmla="*/ 0 h 834"/>
                <a:gd name="T108" fmla="*/ 2147483647 w 281"/>
                <a:gd name="T109" fmla="*/ 0 h 83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81"/>
                <a:gd name="T166" fmla="*/ 0 h 834"/>
                <a:gd name="T167" fmla="*/ 281 w 281"/>
                <a:gd name="T168" fmla="*/ 834 h 834"/>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81" h="834">
                  <a:moveTo>
                    <a:pt x="133" y="0"/>
                  </a:moveTo>
                  <a:lnTo>
                    <a:pt x="281" y="0"/>
                  </a:lnTo>
                  <a:lnTo>
                    <a:pt x="280" y="834"/>
                  </a:lnTo>
                  <a:lnTo>
                    <a:pt x="133" y="827"/>
                  </a:lnTo>
                  <a:lnTo>
                    <a:pt x="127" y="824"/>
                  </a:lnTo>
                  <a:lnTo>
                    <a:pt x="122" y="824"/>
                  </a:lnTo>
                  <a:lnTo>
                    <a:pt x="114" y="819"/>
                  </a:lnTo>
                  <a:lnTo>
                    <a:pt x="107" y="815"/>
                  </a:lnTo>
                  <a:lnTo>
                    <a:pt x="98" y="807"/>
                  </a:lnTo>
                  <a:lnTo>
                    <a:pt x="90" y="800"/>
                  </a:lnTo>
                  <a:lnTo>
                    <a:pt x="83" y="791"/>
                  </a:lnTo>
                  <a:lnTo>
                    <a:pt x="76" y="782"/>
                  </a:lnTo>
                  <a:lnTo>
                    <a:pt x="70" y="773"/>
                  </a:lnTo>
                  <a:lnTo>
                    <a:pt x="66" y="762"/>
                  </a:lnTo>
                  <a:lnTo>
                    <a:pt x="61" y="753"/>
                  </a:lnTo>
                  <a:lnTo>
                    <a:pt x="54" y="740"/>
                  </a:lnTo>
                  <a:lnTo>
                    <a:pt x="50" y="726"/>
                  </a:lnTo>
                  <a:lnTo>
                    <a:pt x="44" y="713"/>
                  </a:lnTo>
                  <a:lnTo>
                    <a:pt x="41" y="704"/>
                  </a:lnTo>
                  <a:lnTo>
                    <a:pt x="38" y="693"/>
                  </a:lnTo>
                  <a:lnTo>
                    <a:pt x="31" y="675"/>
                  </a:lnTo>
                  <a:lnTo>
                    <a:pt x="26" y="653"/>
                  </a:lnTo>
                  <a:lnTo>
                    <a:pt x="21" y="630"/>
                  </a:lnTo>
                  <a:lnTo>
                    <a:pt x="16" y="606"/>
                  </a:lnTo>
                  <a:lnTo>
                    <a:pt x="11" y="579"/>
                  </a:lnTo>
                  <a:lnTo>
                    <a:pt x="8" y="551"/>
                  </a:lnTo>
                  <a:lnTo>
                    <a:pt x="4" y="521"/>
                  </a:lnTo>
                  <a:lnTo>
                    <a:pt x="2" y="488"/>
                  </a:lnTo>
                  <a:lnTo>
                    <a:pt x="0" y="453"/>
                  </a:lnTo>
                  <a:lnTo>
                    <a:pt x="0" y="413"/>
                  </a:lnTo>
                  <a:lnTo>
                    <a:pt x="1" y="362"/>
                  </a:lnTo>
                  <a:lnTo>
                    <a:pt x="4" y="312"/>
                  </a:lnTo>
                  <a:lnTo>
                    <a:pt x="8" y="278"/>
                  </a:lnTo>
                  <a:lnTo>
                    <a:pt x="13" y="242"/>
                  </a:lnTo>
                  <a:lnTo>
                    <a:pt x="16" y="213"/>
                  </a:lnTo>
                  <a:lnTo>
                    <a:pt x="21" y="192"/>
                  </a:lnTo>
                  <a:lnTo>
                    <a:pt x="28" y="164"/>
                  </a:lnTo>
                  <a:lnTo>
                    <a:pt x="38" y="131"/>
                  </a:lnTo>
                  <a:lnTo>
                    <a:pt x="46" y="107"/>
                  </a:lnTo>
                  <a:lnTo>
                    <a:pt x="53" y="90"/>
                  </a:lnTo>
                  <a:lnTo>
                    <a:pt x="58" y="81"/>
                  </a:lnTo>
                  <a:lnTo>
                    <a:pt x="63" y="69"/>
                  </a:lnTo>
                  <a:lnTo>
                    <a:pt x="69" y="59"/>
                  </a:lnTo>
                  <a:lnTo>
                    <a:pt x="73" y="50"/>
                  </a:lnTo>
                  <a:lnTo>
                    <a:pt x="78" y="42"/>
                  </a:lnTo>
                  <a:lnTo>
                    <a:pt x="84" y="35"/>
                  </a:lnTo>
                  <a:lnTo>
                    <a:pt x="90" y="27"/>
                  </a:lnTo>
                  <a:lnTo>
                    <a:pt x="96" y="21"/>
                  </a:lnTo>
                  <a:lnTo>
                    <a:pt x="101" y="17"/>
                  </a:lnTo>
                  <a:lnTo>
                    <a:pt x="106" y="11"/>
                  </a:lnTo>
                  <a:lnTo>
                    <a:pt x="112" y="6"/>
                  </a:lnTo>
                  <a:lnTo>
                    <a:pt x="117" y="3"/>
                  </a:lnTo>
                  <a:lnTo>
                    <a:pt x="122" y="2"/>
                  </a:lnTo>
                  <a:lnTo>
                    <a:pt x="127" y="0"/>
                  </a:lnTo>
                  <a:lnTo>
                    <a:pt x="133" y="0"/>
                  </a:lnTo>
                  <a:close/>
                </a:path>
              </a:pathLst>
            </a:custGeom>
            <a:solidFill>
              <a:srgbClr val="202020"/>
            </a:solidFill>
            <a:ln w="9525">
              <a:noFill/>
              <a:round/>
              <a:headEnd/>
              <a:tailEnd/>
            </a:ln>
          </p:spPr>
          <p:txBody>
            <a:bodyPr/>
            <a:lstStyle/>
            <a:p>
              <a:endParaRPr lang="nl-BE"/>
            </a:p>
          </p:txBody>
        </p:sp>
        <p:sp>
          <p:nvSpPr>
            <p:cNvPr id="12953" name="Oval 283"/>
            <p:cNvSpPr>
              <a:spLocks noChangeArrowheads="1"/>
            </p:cNvSpPr>
            <p:nvPr/>
          </p:nvSpPr>
          <p:spPr bwMode="auto">
            <a:xfrm rot="-155667">
              <a:off x="2030413" y="4300538"/>
              <a:ext cx="254000" cy="366712"/>
            </a:xfrm>
            <a:prstGeom prst="ellipse">
              <a:avLst/>
            </a:prstGeom>
            <a:solidFill>
              <a:srgbClr val="404040"/>
            </a:solidFill>
            <a:ln w="9525">
              <a:noFill/>
              <a:round/>
              <a:headEnd/>
              <a:tailEnd/>
            </a:ln>
          </p:spPr>
          <p:txBody>
            <a:bodyPr/>
            <a:lstStyle/>
            <a:p>
              <a:pPr algn="ctr" eaLnBrk="0" hangingPunct="0"/>
              <a:endParaRPr lang="nl-BE"/>
            </a:p>
          </p:txBody>
        </p:sp>
        <p:sp>
          <p:nvSpPr>
            <p:cNvPr id="12954" name="Oval 284"/>
            <p:cNvSpPr>
              <a:spLocks noChangeArrowheads="1"/>
            </p:cNvSpPr>
            <p:nvPr/>
          </p:nvSpPr>
          <p:spPr bwMode="auto">
            <a:xfrm rot="-155667">
              <a:off x="2082800" y="4375150"/>
              <a:ext cx="147638" cy="217488"/>
            </a:xfrm>
            <a:prstGeom prst="ellipse">
              <a:avLst/>
            </a:prstGeom>
            <a:solidFill>
              <a:srgbClr val="A0A0A0"/>
            </a:solidFill>
            <a:ln w="9525">
              <a:noFill/>
              <a:round/>
              <a:headEnd/>
              <a:tailEnd/>
            </a:ln>
          </p:spPr>
          <p:txBody>
            <a:bodyPr/>
            <a:lstStyle/>
            <a:p>
              <a:pPr algn="ctr" eaLnBrk="0" hangingPunct="0"/>
              <a:endParaRPr lang="nl-BE"/>
            </a:p>
          </p:txBody>
        </p:sp>
        <p:sp>
          <p:nvSpPr>
            <p:cNvPr id="12955" name="Oval 285"/>
            <p:cNvSpPr>
              <a:spLocks noChangeArrowheads="1"/>
            </p:cNvSpPr>
            <p:nvPr/>
          </p:nvSpPr>
          <p:spPr bwMode="auto">
            <a:xfrm rot="-155667">
              <a:off x="2081213" y="4381500"/>
              <a:ext cx="136525" cy="203200"/>
            </a:xfrm>
            <a:prstGeom prst="ellipse">
              <a:avLst/>
            </a:prstGeom>
            <a:solidFill>
              <a:srgbClr val="808080"/>
            </a:solidFill>
            <a:ln w="9525">
              <a:noFill/>
              <a:round/>
              <a:headEnd/>
              <a:tailEnd/>
            </a:ln>
          </p:spPr>
          <p:txBody>
            <a:bodyPr/>
            <a:lstStyle/>
            <a:p>
              <a:pPr algn="ctr" eaLnBrk="0" hangingPunct="0"/>
              <a:endParaRPr lang="nl-BE"/>
            </a:p>
          </p:txBody>
        </p:sp>
        <p:sp>
          <p:nvSpPr>
            <p:cNvPr id="12956" name="Oval 286"/>
            <p:cNvSpPr>
              <a:spLocks noChangeArrowheads="1"/>
            </p:cNvSpPr>
            <p:nvPr/>
          </p:nvSpPr>
          <p:spPr bwMode="auto">
            <a:xfrm rot="-155667">
              <a:off x="2144713" y="4465638"/>
              <a:ext cx="23812" cy="36512"/>
            </a:xfrm>
            <a:prstGeom prst="ellipse">
              <a:avLst/>
            </a:prstGeom>
            <a:solidFill>
              <a:srgbClr val="404040"/>
            </a:solidFill>
            <a:ln w="9525">
              <a:noFill/>
              <a:round/>
              <a:headEnd/>
              <a:tailEnd/>
            </a:ln>
          </p:spPr>
          <p:txBody>
            <a:bodyPr/>
            <a:lstStyle/>
            <a:p>
              <a:pPr algn="ctr" eaLnBrk="0" hangingPunct="0"/>
              <a:endParaRPr lang="nl-BE"/>
            </a:p>
          </p:txBody>
        </p:sp>
        <p:sp>
          <p:nvSpPr>
            <p:cNvPr id="12957" name="Oval 287"/>
            <p:cNvSpPr>
              <a:spLocks noChangeArrowheads="1"/>
            </p:cNvSpPr>
            <p:nvPr/>
          </p:nvSpPr>
          <p:spPr bwMode="auto">
            <a:xfrm rot="-155667">
              <a:off x="2179638" y="4292600"/>
              <a:ext cx="254000" cy="376238"/>
            </a:xfrm>
            <a:prstGeom prst="ellipse">
              <a:avLst/>
            </a:prstGeom>
            <a:solidFill>
              <a:srgbClr val="202020"/>
            </a:solidFill>
            <a:ln w="9525">
              <a:noFill/>
              <a:round/>
              <a:headEnd/>
              <a:tailEnd/>
            </a:ln>
          </p:spPr>
          <p:txBody>
            <a:bodyPr/>
            <a:lstStyle/>
            <a:p>
              <a:pPr algn="ctr" eaLnBrk="0" hangingPunct="0"/>
              <a:endParaRPr lang="nl-BE"/>
            </a:p>
          </p:txBody>
        </p:sp>
        <p:sp>
          <p:nvSpPr>
            <p:cNvPr id="12958" name="Freeform 288"/>
            <p:cNvSpPr>
              <a:spLocks/>
            </p:cNvSpPr>
            <p:nvPr/>
          </p:nvSpPr>
          <p:spPr bwMode="auto">
            <a:xfrm rot="-155667">
              <a:off x="2060575" y="4295775"/>
              <a:ext cx="250825" cy="373063"/>
            </a:xfrm>
            <a:custGeom>
              <a:avLst/>
              <a:gdLst>
                <a:gd name="T0" fmla="*/ 2147483647 w 281"/>
                <a:gd name="T1" fmla="*/ 0 h 852"/>
                <a:gd name="T2" fmla="*/ 2147483647 w 281"/>
                <a:gd name="T3" fmla="*/ 0 h 852"/>
                <a:gd name="T4" fmla="*/ 2147483647 w 281"/>
                <a:gd name="T5" fmla="*/ 2147483647 h 852"/>
                <a:gd name="T6" fmla="*/ 2147483647 w 281"/>
                <a:gd name="T7" fmla="*/ 2147483647 h 852"/>
                <a:gd name="T8" fmla="*/ 2147483647 w 281"/>
                <a:gd name="T9" fmla="*/ 2147483647 h 852"/>
                <a:gd name="T10" fmla="*/ 2147483647 w 281"/>
                <a:gd name="T11" fmla="*/ 2147483647 h 852"/>
                <a:gd name="T12" fmla="*/ 2147483647 w 281"/>
                <a:gd name="T13" fmla="*/ 2147483647 h 852"/>
                <a:gd name="T14" fmla="*/ 2147483647 w 281"/>
                <a:gd name="T15" fmla="*/ 2147483647 h 852"/>
                <a:gd name="T16" fmla="*/ 2147483647 w 281"/>
                <a:gd name="T17" fmla="*/ 2147483647 h 852"/>
                <a:gd name="T18" fmla="*/ 2147483647 w 281"/>
                <a:gd name="T19" fmla="*/ 2147483647 h 852"/>
                <a:gd name="T20" fmla="*/ 2147483647 w 281"/>
                <a:gd name="T21" fmla="*/ 2147483647 h 852"/>
                <a:gd name="T22" fmla="*/ 2147483647 w 281"/>
                <a:gd name="T23" fmla="*/ 2147483647 h 852"/>
                <a:gd name="T24" fmla="*/ 2147483647 w 281"/>
                <a:gd name="T25" fmla="*/ 2147483647 h 852"/>
                <a:gd name="T26" fmla="*/ 2147483647 w 281"/>
                <a:gd name="T27" fmla="*/ 2147483647 h 852"/>
                <a:gd name="T28" fmla="*/ 2147483647 w 281"/>
                <a:gd name="T29" fmla="*/ 2147483647 h 852"/>
                <a:gd name="T30" fmla="*/ 2147483647 w 281"/>
                <a:gd name="T31" fmla="*/ 2147483647 h 852"/>
                <a:gd name="T32" fmla="*/ 2147483647 w 281"/>
                <a:gd name="T33" fmla="*/ 2147483647 h 852"/>
                <a:gd name="T34" fmla="*/ 2147483647 w 281"/>
                <a:gd name="T35" fmla="*/ 2147483647 h 852"/>
                <a:gd name="T36" fmla="*/ 2147483647 w 281"/>
                <a:gd name="T37" fmla="*/ 2147483647 h 852"/>
                <a:gd name="T38" fmla="*/ 2147483647 w 281"/>
                <a:gd name="T39" fmla="*/ 2147483647 h 852"/>
                <a:gd name="T40" fmla="*/ 2147483647 w 281"/>
                <a:gd name="T41" fmla="*/ 2147483647 h 852"/>
                <a:gd name="T42" fmla="*/ 2147483647 w 281"/>
                <a:gd name="T43" fmla="*/ 2147483647 h 852"/>
                <a:gd name="T44" fmla="*/ 2147483647 w 281"/>
                <a:gd name="T45" fmla="*/ 2147483647 h 852"/>
                <a:gd name="T46" fmla="*/ 2147483647 w 281"/>
                <a:gd name="T47" fmla="*/ 2147483647 h 852"/>
                <a:gd name="T48" fmla="*/ 2147483647 w 281"/>
                <a:gd name="T49" fmla="*/ 2147483647 h 852"/>
                <a:gd name="T50" fmla="*/ 2147483647 w 281"/>
                <a:gd name="T51" fmla="*/ 2147483647 h 852"/>
                <a:gd name="T52" fmla="*/ 2147483647 w 281"/>
                <a:gd name="T53" fmla="*/ 2147483647 h 852"/>
                <a:gd name="T54" fmla="*/ 2147483647 w 281"/>
                <a:gd name="T55" fmla="*/ 2147483647 h 852"/>
                <a:gd name="T56" fmla="*/ 0 w 281"/>
                <a:gd name="T57" fmla="*/ 2147483647 h 852"/>
                <a:gd name="T58" fmla="*/ 0 w 281"/>
                <a:gd name="T59" fmla="*/ 2147483647 h 852"/>
                <a:gd name="T60" fmla="*/ 2147483647 w 281"/>
                <a:gd name="T61" fmla="*/ 2147483647 h 852"/>
                <a:gd name="T62" fmla="*/ 2147483647 w 281"/>
                <a:gd name="T63" fmla="*/ 2147483647 h 852"/>
                <a:gd name="T64" fmla="*/ 2147483647 w 281"/>
                <a:gd name="T65" fmla="*/ 2147483647 h 852"/>
                <a:gd name="T66" fmla="*/ 2147483647 w 281"/>
                <a:gd name="T67" fmla="*/ 2147483647 h 852"/>
                <a:gd name="T68" fmla="*/ 2147483647 w 281"/>
                <a:gd name="T69" fmla="*/ 2147483647 h 852"/>
                <a:gd name="T70" fmla="*/ 2147483647 w 281"/>
                <a:gd name="T71" fmla="*/ 2147483647 h 852"/>
                <a:gd name="T72" fmla="*/ 2147483647 w 281"/>
                <a:gd name="T73" fmla="*/ 2147483647 h 852"/>
                <a:gd name="T74" fmla="*/ 2147483647 w 281"/>
                <a:gd name="T75" fmla="*/ 2147483647 h 852"/>
                <a:gd name="T76" fmla="*/ 2147483647 w 281"/>
                <a:gd name="T77" fmla="*/ 2147483647 h 852"/>
                <a:gd name="T78" fmla="*/ 2147483647 w 281"/>
                <a:gd name="T79" fmla="*/ 2147483647 h 852"/>
                <a:gd name="T80" fmla="*/ 2147483647 w 281"/>
                <a:gd name="T81" fmla="*/ 2147483647 h 852"/>
                <a:gd name="T82" fmla="*/ 2147483647 w 281"/>
                <a:gd name="T83" fmla="*/ 2147483647 h 852"/>
                <a:gd name="T84" fmla="*/ 2147483647 w 281"/>
                <a:gd name="T85" fmla="*/ 2147483647 h 852"/>
                <a:gd name="T86" fmla="*/ 2147483647 w 281"/>
                <a:gd name="T87" fmla="*/ 2147483647 h 852"/>
                <a:gd name="T88" fmla="*/ 2147483647 w 281"/>
                <a:gd name="T89" fmla="*/ 2147483647 h 852"/>
                <a:gd name="T90" fmla="*/ 2147483647 w 281"/>
                <a:gd name="T91" fmla="*/ 2147483647 h 852"/>
                <a:gd name="T92" fmla="*/ 2147483647 w 281"/>
                <a:gd name="T93" fmla="*/ 2147483647 h 852"/>
                <a:gd name="T94" fmla="*/ 2147483647 w 281"/>
                <a:gd name="T95" fmla="*/ 2147483647 h 852"/>
                <a:gd name="T96" fmla="*/ 2147483647 w 281"/>
                <a:gd name="T97" fmla="*/ 2147483647 h 852"/>
                <a:gd name="T98" fmla="*/ 2147483647 w 281"/>
                <a:gd name="T99" fmla="*/ 2147483647 h 852"/>
                <a:gd name="T100" fmla="*/ 2147483647 w 281"/>
                <a:gd name="T101" fmla="*/ 2147483647 h 852"/>
                <a:gd name="T102" fmla="*/ 2147483647 w 281"/>
                <a:gd name="T103" fmla="*/ 2147483647 h 852"/>
                <a:gd name="T104" fmla="*/ 2147483647 w 281"/>
                <a:gd name="T105" fmla="*/ 2147483647 h 852"/>
                <a:gd name="T106" fmla="*/ 2147483647 w 281"/>
                <a:gd name="T107" fmla="*/ 0 h 852"/>
                <a:gd name="T108" fmla="*/ 2147483647 w 281"/>
                <a:gd name="T109" fmla="*/ 0 h 8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81"/>
                <a:gd name="T166" fmla="*/ 0 h 852"/>
                <a:gd name="T167" fmla="*/ 281 w 281"/>
                <a:gd name="T168" fmla="*/ 852 h 852"/>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81" h="852">
                  <a:moveTo>
                    <a:pt x="132" y="0"/>
                  </a:moveTo>
                  <a:lnTo>
                    <a:pt x="281" y="0"/>
                  </a:lnTo>
                  <a:lnTo>
                    <a:pt x="279" y="852"/>
                  </a:lnTo>
                  <a:lnTo>
                    <a:pt x="132" y="845"/>
                  </a:lnTo>
                  <a:lnTo>
                    <a:pt x="127" y="843"/>
                  </a:lnTo>
                  <a:lnTo>
                    <a:pt x="122" y="842"/>
                  </a:lnTo>
                  <a:lnTo>
                    <a:pt x="114" y="839"/>
                  </a:lnTo>
                  <a:lnTo>
                    <a:pt x="106" y="834"/>
                  </a:lnTo>
                  <a:lnTo>
                    <a:pt x="98" y="827"/>
                  </a:lnTo>
                  <a:lnTo>
                    <a:pt x="90" y="818"/>
                  </a:lnTo>
                  <a:lnTo>
                    <a:pt x="83" y="809"/>
                  </a:lnTo>
                  <a:lnTo>
                    <a:pt x="76" y="800"/>
                  </a:lnTo>
                  <a:lnTo>
                    <a:pt x="70" y="791"/>
                  </a:lnTo>
                  <a:lnTo>
                    <a:pt x="65" y="779"/>
                  </a:lnTo>
                  <a:lnTo>
                    <a:pt x="61" y="771"/>
                  </a:lnTo>
                  <a:lnTo>
                    <a:pt x="54" y="758"/>
                  </a:lnTo>
                  <a:lnTo>
                    <a:pt x="49" y="743"/>
                  </a:lnTo>
                  <a:lnTo>
                    <a:pt x="44" y="729"/>
                  </a:lnTo>
                  <a:lnTo>
                    <a:pt x="40" y="720"/>
                  </a:lnTo>
                  <a:lnTo>
                    <a:pt x="37" y="710"/>
                  </a:lnTo>
                  <a:lnTo>
                    <a:pt x="31" y="689"/>
                  </a:lnTo>
                  <a:lnTo>
                    <a:pt x="25" y="668"/>
                  </a:lnTo>
                  <a:lnTo>
                    <a:pt x="20" y="645"/>
                  </a:lnTo>
                  <a:lnTo>
                    <a:pt x="15" y="620"/>
                  </a:lnTo>
                  <a:lnTo>
                    <a:pt x="11" y="591"/>
                  </a:lnTo>
                  <a:lnTo>
                    <a:pt x="8" y="563"/>
                  </a:lnTo>
                  <a:lnTo>
                    <a:pt x="4" y="533"/>
                  </a:lnTo>
                  <a:lnTo>
                    <a:pt x="1" y="498"/>
                  </a:lnTo>
                  <a:lnTo>
                    <a:pt x="0" y="462"/>
                  </a:lnTo>
                  <a:lnTo>
                    <a:pt x="0" y="423"/>
                  </a:lnTo>
                  <a:lnTo>
                    <a:pt x="1" y="369"/>
                  </a:lnTo>
                  <a:lnTo>
                    <a:pt x="4" y="320"/>
                  </a:lnTo>
                  <a:lnTo>
                    <a:pt x="8" y="284"/>
                  </a:lnTo>
                  <a:lnTo>
                    <a:pt x="12" y="248"/>
                  </a:lnTo>
                  <a:lnTo>
                    <a:pt x="16" y="219"/>
                  </a:lnTo>
                  <a:lnTo>
                    <a:pt x="20" y="197"/>
                  </a:lnTo>
                  <a:lnTo>
                    <a:pt x="28" y="167"/>
                  </a:lnTo>
                  <a:lnTo>
                    <a:pt x="38" y="134"/>
                  </a:lnTo>
                  <a:lnTo>
                    <a:pt x="46" y="110"/>
                  </a:lnTo>
                  <a:lnTo>
                    <a:pt x="53" y="92"/>
                  </a:lnTo>
                  <a:lnTo>
                    <a:pt x="57" y="83"/>
                  </a:lnTo>
                  <a:lnTo>
                    <a:pt x="63" y="71"/>
                  </a:lnTo>
                  <a:lnTo>
                    <a:pt x="68" y="60"/>
                  </a:lnTo>
                  <a:lnTo>
                    <a:pt x="73" y="51"/>
                  </a:lnTo>
                  <a:lnTo>
                    <a:pt x="78" y="44"/>
                  </a:lnTo>
                  <a:lnTo>
                    <a:pt x="83" y="35"/>
                  </a:lnTo>
                  <a:lnTo>
                    <a:pt x="90" y="29"/>
                  </a:lnTo>
                  <a:lnTo>
                    <a:pt x="95" y="21"/>
                  </a:lnTo>
                  <a:lnTo>
                    <a:pt x="100" y="17"/>
                  </a:lnTo>
                  <a:lnTo>
                    <a:pt x="106" y="11"/>
                  </a:lnTo>
                  <a:lnTo>
                    <a:pt x="112" y="8"/>
                  </a:lnTo>
                  <a:lnTo>
                    <a:pt x="117" y="5"/>
                  </a:lnTo>
                  <a:lnTo>
                    <a:pt x="122" y="2"/>
                  </a:lnTo>
                  <a:lnTo>
                    <a:pt x="126" y="0"/>
                  </a:lnTo>
                  <a:lnTo>
                    <a:pt x="132" y="0"/>
                  </a:lnTo>
                  <a:close/>
                </a:path>
              </a:pathLst>
            </a:custGeom>
            <a:solidFill>
              <a:srgbClr val="202020"/>
            </a:solidFill>
            <a:ln w="9525">
              <a:noFill/>
              <a:round/>
              <a:headEnd/>
              <a:tailEnd/>
            </a:ln>
          </p:spPr>
          <p:txBody>
            <a:bodyPr/>
            <a:lstStyle/>
            <a:p>
              <a:endParaRPr lang="nl-BE"/>
            </a:p>
          </p:txBody>
        </p:sp>
        <p:sp>
          <p:nvSpPr>
            <p:cNvPr id="12959" name="Oval 289"/>
            <p:cNvSpPr>
              <a:spLocks noChangeArrowheads="1"/>
            </p:cNvSpPr>
            <p:nvPr/>
          </p:nvSpPr>
          <p:spPr bwMode="auto">
            <a:xfrm rot="-155667">
              <a:off x="2230438" y="4368800"/>
              <a:ext cx="149225" cy="220663"/>
            </a:xfrm>
            <a:prstGeom prst="ellipse">
              <a:avLst/>
            </a:prstGeom>
            <a:solidFill>
              <a:srgbClr val="606060"/>
            </a:solidFill>
            <a:ln w="9525">
              <a:noFill/>
              <a:round/>
              <a:headEnd/>
              <a:tailEnd/>
            </a:ln>
          </p:spPr>
          <p:txBody>
            <a:bodyPr/>
            <a:lstStyle/>
            <a:p>
              <a:pPr algn="ctr" eaLnBrk="0" hangingPunct="0"/>
              <a:endParaRPr lang="nl-BE"/>
            </a:p>
          </p:txBody>
        </p:sp>
        <p:sp>
          <p:nvSpPr>
            <p:cNvPr id="12960" name="Oval 290"/>
            <p:cNvSpPr>
              <a:spLocks noChangeArrowheads="1"/>
            </p:cNvSpPr>
            <p:nvPr/>
          </p:nvSpPr>
          <p:spPr bwMode="auto">
            <a:xfrm rot="-155667">
              <a:off x="2228850" y="4373563"/>
              <a:ext cx="138113" cy="207962"/>
            </a:xfrm>
            <a:prstGeom prst="ellipse">
              <a:avLst/>
            </a:prstGeom>
            <a:solidFill>
              <a:srgbClr val="404040"/>
            </a:solidFill>
            <a:ln w="9525">
              <a:noFill/>
              <a:round/>
              <a:headEnd/>
              <a:tailEnd/>
            </a:ln>
          </p:spPr>
          <p:txBody>
            <a:bodyPr/>
            <a:lstStyle/>
            <a:p>
              <a:pPr algn="ctr" eaLnBrk="0" hangingPunct="0"/>
              <a:endParaRPr lang="nl-BE"/>
            </a:p>
          </p:txBody>
        </p:sp>
        <p:sp>
          <p:nvSpPr>
            <p:cNvPr id="12961" name="Oval 291"/>
            <p:cNvSpPr>
              <a:spLocks noChangeArrowheads="1"/>
            </p:cNvSpPr>
            <p:nvPr/>
          </p:nvSpPr>
          <p:spPr bwMode="auto">
            <a:xfrm rot="-155667">
              <a:off x="2292350" y="4460875"/>
              <a:ext cx="25400" cy="36513"/>
            </a:xfrm>
            <a:prstGeom prst="ellipse">
              <a:avLst/>
            </a:prstGeom>
            <a:solidFill>
              <a:srgbClr val="202020"/>
            </a:solidFill>
            <a:ln w="9525">
              <a:noFill/>
              <a:round/>
              <a:headEnd/>
              <a:tailEnd/>
            </a:ln>
          </p:spPr>
          <p:txBody>
            <a:bodyPr/>
            <a:lstStyle/>
            <a:p>
              <a:pPr algn="ctr" eaLnBrk="0" hangingPunct="0"/>
              <a:endParaRPr lang="nl-BE"/>
            </a:p>
          </p:txBody>
        </p:sp>
        <p:sp>
          <p:nvSpPr>
            <p:cNvPr id="12962" name="Oval 292"/>
            <p:cNvSpPr>
              <a:spLocks noChangeArrowheads="1"/>
            </p:cNvSpPr>
            <p:nvPr/>
          </p:nvSpPr>
          <p:spPr bwMode="auto">
            <a:xfrm rot="-155667">
              <a:off x="1928813" y="4316413"/>
              <a:ext cx="268287" cy="392112"/>
            </a:xfrm>
            <a:prstGeom prst="ellipse">
              <a:avLst/>
            </a:prstGeom>
            <a:solidFill>
              <a:srgbClr val="202020"/>
            </a:solidFill>
            <a:ln w="9525">
              <a:noFill/>
              <a:round/>
              <a:headEnd/>
              <a:tailEnd/>
            </a:ln>
          </p:spPr>
          <p:txBody>
            <a:bodyPr/>
            <a:lstStyle/>
            <a:p>
              <a:pPr algn="ctr" eaLnBrk="0" hangingPunct="0"/>
              <a:endParaRPr lang="nl-BE"/>
            </a:p>
          </p:txBody>
        </p:sp>
        <p:sp>
          <p:nvSpPr>
            <p:cNvPr id="12963" name="Freeform 293"/>
            <p:cNvSpPr>
              <a:spLocks/>
            </p:cNvSpPr>
            <p:nvPr/>
          </p:nvSpPr>
          <p:spPr bwMode="auto">
            <a:xfrm rot="-155667">
              <a:off x="1647825" y="4325938"/>
              <a:ext cx="261938" cy="382587"/>
            </a:xfrm>
            <a:custGeom>
              <a:avLst/>
              <a:gdLst>
                <a:gd name="T0" fmla="*/ 2147483647 w 293"/>
                <a:gd name="T1" fmla="*/ 0 h 873"/>
                <a:gd name="T2" fmla="*/ 2147483647 w 293"/>
                <a:gd name="T3" fmla="*/ 0 h 873"/>
                <a:gd name="T4" fmla="*/ 2147483647 w 293"/>
                <a:gd name="T5" fmla="*/ 2147483647 h 873"/>
                <a:gd name="T6" fmla="*/ 2147483647 w 293"/>
                <a:gd name="T7" fmla="*/ 2147483647 h 873"/>
                <a:gd name="T8" fmla="*/ 2147483647 w 293"/>
                <a:gd name="T9" fmla="*/ 2147483647 h 873"/>
                <a:gd name="T10" fmla="*/ 2147483647 w 293"/>
                <a:gd name="T11" fmla="*/ 2147483647 h 873"/>
                <a:gd name="T12" fmla="*/ 2147483647 w 293"/>
                <a:gd name="T13" fmla="*/ 2147483647 h 873"/>
                <a:gd name="T14" fmla="*/ 2147483647 w 293"/>
                <a:gd name="T15" fmla="*/ 2147483647 h 873"/>
                <a:gd name="T16" fmla="*/ 2147483647 w 293"/>
                <a:gd name="T17" fmla="*/ 2147483647 h 873"/>
                <a:gd name="T18" fmla="*/ 2147483647 w 293"/>
                <a:gd name="T19" fmla="*/ 2147483647 h 873"/>
                <a:gd name="T20" fmla="*/ 2147483647 w 293"/>
                <a:gd name="T21" fmla="*/ 2147483647 h 873"/>
                <a:gd name="T22" fmla="*/ 2147483647 w 293"/>
                <a:gd name="T23" fmla="*/ 2147483647 h 873"/>
                <a:gd name="T24" fmla="*/ 2147483647 w 293"/>
                <a:gd name="T25" fmla="*/ 2147483647 h 873"/>
                <a:gd name="T26" fmla="*/ 2147483647 w 293"/>
                <a:gd name="T27" fmla="*/ 2147483647 h 873"/>
                <a:gd name="T28" fmla="*/ 2147483647 w 293"/>
                <a:gd name="T29" fmla="*/ 2147483647 h 873"/>
                <a:gd name="T30" fmla="*/ 2147483647 w 293"/>
                <a:gd name="T31" fmla="*/ 2147483647 h 873"/>
                <a:gd name="T32" fmla="*/ 2147483647 w 293"/>
                <a:gd name="T33" fmla="*/ 2147483647 h 873"/>
                <a:gd name="T34" fmla="*/ 2147483647 w 293"/>
                <a:gd name="T35" fmla="*/ 2147483647 h 873"/>
                <a:gd name="T36" fmla="*/ 2147483647 w 293"/>
                <a:gd name="T37" fmla="*/ 2147483647 h 873"/>
                <a:gd name="T38" fmla="*/ 2147483647 w 293"/>
                <a:gd name="T39" fmla="*/ 2147483647 h 873"/>
                <a:gd name="T40" fmla="*/ 2147483647 w 293"/>
                <a:gd name="T41" fmla="*/ 2147483647 h 873"/>
                <a:gd name="T42" fmla="*/ 2147483647 w 293"/>
                <a:gd name="T43" fmla="*/ 2147483647 h 873"/>
                <a:gd name="T44" fmla="*/ 2147483647 w 293"/>
                <a:gd name="T45" fmla="*/ 2147483647 h 873"/>
                <a:gd name="T46" fmla="*/ 2147483647 w 293"/>
                <a:gd name="T47" fmla="*/ 2147483647 h 873"/>
                <a:gd name="T48" fmla="*/ 2147483647 w 293"/>
                <a:gd name="T49" fmla="*/ 2147483647 h 873"/>
                <a:gd name="T50" fmla="*/ 2147483647 w 293"/>
                <a:gd name="T51" fmla="*/ 2147483647 h 873"/>
                <a:gd name="T52" fmla="*/ 2147483647 w 293"/>
                <a:gd name="T53" fmla="*/ 2147483647 h 873"/>
                <a:gd name="T54" fmla="*/ 2147483647 w 293"/>
                <a:gd name="T55" fmla="*/ 2147483647 h 873"/>
                <a:gd name="T56" fmla="*/ 0 w 293"/>
                <a:gd name="T57" fmla="*/ 2147483647 h 873"/>
                <a:gd name="T58" fmla="*/ 0 w 293"/>
                <a:gd name="T59" fmla="*/ 2147483647 h 873"/>
                <a:gd name="T60" fmla="*/ 2147483647 w 293"/>
                <a:gd name="T61" fmla="*/ 2147483647 h 873"/>
                <a:gd name="T62" fmla="*/ 2147483647 w 293"/>
                <a:gd name="T63" fmla="*/ 2147483647 h 873"/>
                <a:gd name="T64" fmla="*/ 2147483647 w 293"/>
                <a:gd name="T65" fmla="*/ 2147483647 h 873"/>
                <a:gd name="T66" fmla="*/ 2147483647 w 293"/>
                <a:gd name="T67" fmla="*/ 2147483647 h 873"/>
                <a:gd name="T68" fmla="*/ 2147483647 w 293"/>
                <a:gd name="T69" fmla="*/ 2147483647 h 873"/>
                <a:gd name="T70" fmla="*/ 2147483647 w 293"/>
                <a:gd name="T71" fmla="*/ 2147483647 h 873"/>
                <a:gd name="T72" fmla="*/ 2147483647 w 293"/>
                <a:gd name="T73" fmla="*/ 2147483647 h 873"/>
                <a:gd name="T74" fmla="*/ 2147483647 w 293"/>
                <a:gd name="T75" fmla="*/ 2147483647 h 873"/>
                <a:gd name="T76" fmla="*/ 2147483647 w 293"/>
                <a:gd name="T77" fmla="*/ 2147483647 h 873"/>
                <a:gd name="T78" fmla="*/ 2147483647 w 293"/>
                <a:gd name="T79" fmla="*/ 2147483647 h 873"/>
                <a:gd name="T80" fmla="*/ 2147483647 w 293"/>
                <a:gd name="T81" fmla="*/ 2147483647 h 873"/>
                <a:gd name="T82" fmla="*/ 2147483647 w 293"/>
                <a:gd name="T83" fmla="*/ 2147483647 h 873"/>
                <a:gd name="T84" fmla="*/ 2147483647 w 293"/>
                <a:gd name="T85" fmla="*/ 2147483647 h 873"/>
                <a:gd name="T86" fmla="*/ 2147483647 w 293"/>
                <a:gd name="T87" fmla="*/ 2147483647 h 873"/>
                <a:gd name="T88" fmla="*/ 2147483647 w 293"/>
                <a:gd name="T89" fmla="*/ 2147483647 h 873"/>
                <a:gd name="T90" fmla="*/ 2147483647 w 293"/>
                <a:gd name="T91" fmla="*/ 2147483647 h 873"/>
                <a:gd name="T92" fmla="*/ 2147483647 w 293"/>
                <a:gd name="T93" fmla="*/ 2147483647 h 873"/>
                <a:gd name="T94" fmla="*/ 2147483647 w 293"/>
                <a:gd name="T95" fmla="*/ 2147483647 h 873"/>
                <a:gd name="T96" fmla="*/ 2147483647 w 293"/>
                <a:gd name="T97" fmla="*/ 2147483647 h 873"/>
                <a:gd name="T98" fmla="*/ 2147483647 w 293"/>
                <a:gd name="T99" fmla="*/ 2147483647 h 873"/>
                <a:gd name="T100" fmla="*/ 2147483647 w 293"/>
                <a:gd name="T101" fmla="*/ 2147483647 h 873"/>
                <a:gd name="T102" fmla="*/ 2147483647 w 293"/>
                <a:gd name="T103" fmla="*/ 2147483647 h 873"/>
                <a:gd name="T104" fmla="*/ 2147483647 w 293"/>
                <a:gd name="T105" fmla="*/ 2147483647 h 873"/>
                <a:gd name="T106" fmla="*/ 2147483647 w 293"/>
                <a:gd name="T107" fmla="*/ 2147483647 h 873"/>
                <a:gd name="T108" fmla="*/ 2147483647 w 293"/>
                <a:gd name="T109" fmla="*/ 0 h 873"/>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93"/>
                <a:gd name="T166" fmla="*/ 0 h 873"/>
                <a:gd name="T167" fmla="*/ 293 w 293"/>
                <a:gd name="T168" fmla="*/ 873 h 873"/>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93" h="873">
                  <a:moveTo>
                    <a:pt x="138" y="0"/>
                  </a:moveTo>
                  <a:lnTo>
                    <a:pt x="293" y="0"/>
                  </a:lnTo>
                  <a:lnTo>
                    <a:pt x="292" y="873"/>
                  </a:lnTo>
                  <a:lnTo>
                    <a:pt x="138" y="865"/>
                  </a:lnTo>
                  <a:lnTo>
                    <a:pt x="133" y="862"/>
                  </a:lnTo>
                  <a:lnTo>
                    <a:pt x="127" y="861"/>
                  </a:lnTo>
                  <a:lnTo>
                    <a:pt x="119" y="858"/>
                  </a:lnTo>
                  <a:lnTo>
                    <a:pt x="111" y="853"/>
                  </a:lnTo>
                  <a:lnTo>
                    <a:pt x="103" y="846"/>
                  </a:lnTo>
                  <a:lnTo>
                    <a:pt x="94" y="837"/>
                  </a:lnTo>
                  <a:lnTo>
                    <a:pt x="86" y="828"/>
                  </a:lnTo>
                  <a:lnTo>
                    <a:pt x="80" y="817"/>
                  </a:lnTo>
                  <a:lnTo>
                    <a:pt x="73" y="808"/>
                  </a:lnTo>
                  <a:lnTo>
                    <a:pt x="68" y="798"/>
                  </a:lnTo>
                  <a:lnTo>
                    <a:pt x="63" y="789"/>
                  </a:lnTo>
                  <a:lnTo>
                    <a:pt x="57" y="775"/>
                  </a:lnTo>
                  <a:lnTo>
                    <a:pt x="51" y="760"/>
                  </a:lnTo>
                  <a:lnTo>
                    <a:pt x="46" y="747"/>
                  </a:lnTo>
                  <a:lnTo>
                    <a:pt x="42" y="736"/>
                  </a:lnTo>
                  <a:lnTo>
                    <a:pt x="39" y="726"/>
                  </a:lnTo>
                  <a:lnTo>
                    <a:pt x="32" y="705"/>
                  </a:lnTo>
                  <a:lnTo>
                    <a:pt x="27" y="682"/>
                  </a:lnTo>
                  <a:lnTo>
                    <a:pt x="21" y="658"/>
                  </a:lnTo>
                  <a:lnTo>
                    <a:pt x="16" y="634"/>
                  </a:lnTo>
                  <a:lnTo>
                    <a:pt x="12" y="606"/>
                  </a:lnTo>
                  <a:lnTo>
                    <a:pt x="8" y="576"/>
                  </a:lnTo>
                  <a:lnTo>
                    <a:pt x="4" y="544"/>
                  </a:lnTo>
                  <a:lnTo>
                    <a:pt x="2" y="510"/>
                  </a:lnTo>
                  <a:lnTo>
                    <a:pt x="0" y="474"/>
                  </a:lnTo>
                  <a:lnTo>
                    <a:pt x="0" y="433"/>
                  </a:lnTo>
                  <a:lnTo>
                    <a:pt x="1" y="378"/>
                  </a:lnTo>
                  <a:lnTo>
                    <a:pt x="4" y="327"/>
                  </a:lnTo>
                  <a:lnTo>
                    <a:pt x="8" y="291"/>
                  </a:lnTo>
                  <a:lnTo>
                    <a:pt x="13" y="253"/>
                  </a:lnTo>
                  <a:lnTo>
                    <a:pt x="17" y="223"/>
                  </a:lnTo>
                  <a:lnTo>
                    <a:pt x="21" y="202"/>
                  </a:lnTo>
                  <a:lnTo>
                    <a:pt x="29" y="171"/>
                  </a:lnTo>
                  <a:lnTo>
                    <a:pt x="40" y="136"/>
                  </a:lnTo>
                  <a:lnTo>
                    <a:pt x="48" y="112"/>
                  </a:lnTo>
                  <a:lnTo>
                    <a:pt x="55" y="94"/>
                  </a:lnTo>
                  <a:lnTo>
                    <a:pt x="60" y="84"/>
                  </a:lnTo>
                  <a:lnTo>
                    <a:pt x="66" y="70"/>
                  </a:lnTo>
                  <a:lnTo>
                    <a:pt x="71" y="61"/>
                  </a:lnTo>
                  <a:lnTo>
                    <a:pt x="76" y="52"/>
                  </a:lnTo>
                  <a:lnTo>
                    <a:pt x="82" y="45"/>
                  </a:lnTo>
                  <a:lnTo>
                    <a:pt x="88" y="37"/>
                  </a:lnTo>
                  <a:lnTo>
                    <a:pt x="94" y="28"/>
                  </a:lnTo>
                  <a:lnTo>
                    <a:pt x="100" y="22"/>
                  </a:lnTo>
                  <a:lnTo>
                    <a:pt x="105" y="18"/>
                  </a:lnTo>
                  <a:lnTo>
                    <a:pt x="110" y="12"/>
                  </a:lnTo>
                  <a:lnTo>
                    <a:pt x="117" y="7"/>
                  </a:lnTo>
                  <a:lnTo>
                    <a:pt x="123" y="4"/>
                  </a:lnTo>
                  <a:lnTo>
                    <a:pt x="128" y="3"/>
                  </a:lnTo>
                  <a:lnTo>
                    <a:pt x="132" y="1"/>
                  </a:lnTo>
                  <a:lnTo>
                    <a:pt x="138" y="0"/>
                  </a:lnTo>
                  <a:close/>
                </a:path>
              </a:pathLst>
            </a:custGeom>
            <a:solidFill>
              <a:srgbClr val="202020"/>
            </a:solidFill>
            <a:ln w="9525">
              <a:noFill/>
              <a:round/>
              <a:headEnd/>
              <a:tailEnd/>
            </a:ln>
          </p:spPr>
          <p:txBody>
            <a:bodyPr/>
            <a:lstStyle/>
            <a:p>
              <a:endParaRPr lang="nl-BE"/>
            </a:p>
          </p:txBody>
        </p:sp>
        <p:sp>
          <p:nvSpPr>
            <p:cNvPr id="12964" name="Oval 294"/>
            <p:cNvSpPr>
              <a:spLocks noChangeArrowheads="1"/>
            </p:cNvSpPr>
            <p:nvPr/>
          </p:nvSpPr>
          <p:spPr bwMode="auto">
            <a:xfrm rot="-155667">
              <a:off x="1770063" y="4321175"/>
              <a:ext cx="266700" cy="384175"/>
            </a:xfrm>
            <a:prstGeom prst="ellipse">
              <a:avLst/>
            </a:prstGeom>
            <a:solidFill>
              <a:srgbClr val="404040"/>
            </a:solidFill>
            <a:ln w="9525">
              <a:noFill/>
              <a:round/>
              <a:headEnd/>
              <a:tailEnd/>
            </a:ln>
          </p:spPr>
          <p:txBody>
            <a:bodyPr/>
            <a:lstStyle/>
            <a:p>
              <a:pPr algn="ctr" eaLnBrk="0" hangingPunct="0"/>
              <a:endParaRPr lang="nl-BE"/>
            </a:p>
          </p:txBody>
        </p:sp>
        <p:sp>
          <p:nvSpPr>
            <p:cNvPr id="12965" name="Oval 295"/>
            <p:cNvSpPr>
              <a:spLocks noChangeArrowheads="1"/>
            </p:cNvSpPr>
            <p:nvPr/>
          </p:nvSpPr>
          <p:spPr bwMode="auto">
            <a:xfrm rot="-155667">
              <a:off x="1825625" y="4400550"/>
              <a:ext cx="155575" cy="223838"/>
            </a:xfrm>
            <a:prstGeom prst="ellipse">
              <a:avLst/>
            </a:prstGeom>
            <a:solidFill>
              <a:srgbClr val="A0A0A0"/>
            </a:solidFill>
            <a:ln w="9525">
              <a:noFill/>
              <a:round/>
              <a:headEnd/>
              <a:tailEnd/>
            </a:ln>
          </p:spPr>
          <p:txBody>
            <a:bodyPr/>
            <a:lstStyle/>
            <a:p>
              <a:pPr algn="ctr" eaLnBrk="0" hangingPunct="0"/>
              <a:endParaRPr lang="nl-BE"/>
            </a:p>
          </p:txBody>
        </p:sp>
        <p:sp>
          <p:nvSpPr>
            <p:cNvPr id="12966" name="Oval 296"/>
            <p:cNvSpPr>
              <a:spLocks noChangeArrowheads="1"/>
            </p:cNvSpPr>
            <p:nvPr/>
          </p:nvSpPr>
          <p:spPr bwMode="auto">
            <a:xfrm rot="-155667">
              <a:off x="1824038" y="4405313"/>
              <a:ext cx="144462" cy="211137"/>
            </a:xfrm>
            <a:prstGeom prst="ellipse">
              <a:avLst/>
            </a:prstGeom>
            <a:solidFill>
              <a:srgbClr val="808080"/>
            </a:solidFill>
            <a:ln w="9525">
              <a:noFill/>
              <a:round/>
              <a:headEnd/>
              <a:tailEnd/>
            </a:ln>
          </p:spPr>
          <p:txBody>
            <a:bodyPr/>
            <a:lstStyle/>
            <a:p>
              <a:pPr algn="ctr" eaLnBrk="0" hangingPunct="0"/>
              <a:endParaRPr lang="nl-BE"/>
            </a:p>
          </p:txBody>
        </p:sp>
        <p:sp>
          <p:nvSpPr>
            <p:cNvPr id="12967" name="Oval 297"/>
            <p:cNvSpPr>
              <a:spLocks noChangeArrowheads="1"/>
            </p:cNvSpPr>
            <p:nvPr/>
          </p:nvSpPr>
          <p:spPr bwMode="auto">
            <a:xfrm rot="-155667">
              <a:off x="1890713" y="4494213"/>
              <a:ext cx="25400" cy="36512"/>
            </a:xfrm>
            <a:prstGeom prst="ellipse">
              <a:avLst/>
            </a:prstGeom>
            <a:solidFill>
              <a:srgbClr val="404040"/>
            </a:solidFill>
            <a:ln w="9525">
              <a:noFill/>
              <a:round/>
              <a:headEnd/>
              <a:tailEnd/>
            </a:ln>
          </p:spPr>
          <p:txBody>
            <a:bodyPr/>
            <a:lstStyle/>
            <a:p>
              <a:pPr algn="ctr" eaLnBrk="0" hangingPunct="0"/>
              <a:endParaRPr lang="nl-BE"/>
            </a:p>
          </p:txBody>
        </p:sp>
        <p:sp>
          <p:nvSpPr>
            <p:cNvPr id="12968" name="Freeform 298"/>
            <p:cNvSpPr>
              <a:spLocks/>
            </p:cNvSpPr>
            <p:nvPr/>
          </p:nvSpPr>
          <p:spPr bwMode="auto">
            <a:xfrm rot="-155667">
              <a:off x="1803400" y="4319588"/>
              <a:ext cx="263525" cy="390525"/>
            </a:xfrm>
            <a:custGeom>
              <a:avLst/>
              <a:gdLst>
                <a:gd name="T0" fmla="*/ 2147483647 w 294"/>
                <a:gd name="T1" fmla="*/ 0 h 892"/>
                <a:gd name="T2" fmla="*/ 2147483647 w 294"/>
                <a:gd name="T3" fmla="*/ 0 h 892"/>
                <a:gd name="T4" fmla="*/ 2147483647 w 294"/>
                <a:gd name="T5" fmla="*/ 2147483647 h 892"/>
                <a:gd name="T6" fmla="*/ 2147483647 w 294"/>
                <a:gd name="T7" fmla="*/ 2147483647 h 892"/>
                <a:gd name="T8" fmla="*/ 2147483647 w 294"/>
                <a:gd name="T9" fmla="*/ 2147483647 h 892"/>
                <a:gd name="T10" fmla="*/ 2147483647 w 294"/>
                <a:gd name="T11" fmla="*/ 2147483647 h 892"/>
                <a:gd name="T12" fmla="*/ 2147483647 w 294"/>
                <a:gd name="T13" fmla="*/ 2147483647 h 892"/>
                <a:gd name="T14" fmla="*/ 2147483647 w 294"/>
                <a:gd name="T15" fmla="*/ 2147483647 h 892"/>
                <a:gd name="T16" fmla="*/ 2147483647 w 294"/>
                <a:gd name="T17" fmla="*/ 2147483647 h 892"/>
                <a:gd name="T18" fmla="*/ 2147483647 w 294"/>
                <a:gd name="T19" fmla="*/ 2147483647 h 892"/>
                <a:gd name="T20" fmla="*/ 2147483647 w 294"/>
                <a:gd name="T21" fmla="*/ 2147483647 h 892"/>
                <a:gd name="T22" fmla="*/ 2147483647 w 294"/>
                <a:gd name="T23" fmla="*/ 2147483647 h 892"/>
                <a:gd name="T24" fmla="*/ 2147483647 w 294"/>
                <a:gd name="T25" fmla="*/ 2147483647 h 892"/>
                <a:gd name="T26" fmla="*/ 2147483647 w 294"/>
                <a:gd name="T27" fmla="*/ 2147483647 h 892"/>
                <a:gd name="T28" fmla="*/ 2147483647 w 294"/>
                <a:gd name="T29" fmla="*/ 2147483647 h 892"/>
                <a:gd name="T30" fmla="*/ 2147483647 w 294"/>
                <a:gd name="T31" fmla="*/ 2147483647 h 892"/>
                <a:gd name="T32" fmla="*/ 2147483647 w 294"/>
                <a:gd name="T33" fmla="*/ 2147483647 h 892"/>
                <a:gd name="T34" fmla="*/ 2147483647 w 294"/>
                <a:gd name="T35" fmla="*/ 2147483647 h 892"/>
                <a:gd name="T36" fmla="*/ 2147483647 w 294"/>
                <a:gd name="T37" fmla="*/ 2147483647 h 892"/>
                <a:gd name="T38" fmla="*/ 2147483647 w 294"/>
                <a:gd name="T39" fmla="*/ 2147483647 h 892"/>
                <a:gd name="T40" fmla="*/ 2147483647 w 294"/>
                <a:gd name="T41" fmla="*/ 2147483647 h 892"/>
                <a:gd name="T42" fmla="*/ 2147483647 w 294"/>
                <a:gd name="T43" fmla="*/ 2147483647 h 892"/>
                <a:gd name="T44" fmla="*/ 2147483647 w 294"/>
                <a:gd name="T45" fmla="*/ 2147483647 h 892"/>
                <a:gd name="T46" fmla="*/ 2147483647 w 294"/>
                <a:gd name="T47" fmla="*/ 2147483647 h 892"/>
                <a:gd name="T48" fmla="*/ 2147483647 w 294"/>
                <a:gd name="T49" fmla="*/ 2147483647 h 892"/>
                <a:gd name="T50" fmla="*/ 2147483647 w 294"/>
                <a:gd name="T51" fmla="*/ 2147483647 h 892"/>
                <a:gd name="T52" fmla="*/ 2147483647 w 294"/>
                <a:gd name="T53" fmla="*/ 2147483647 h 892"/>
                <a:gd name="T54" fmla="*/ 2147483647 w 294"/>
                <a:gd name="T55" fmla="*/ 2147483647 h 892"/>
                <a:gd name="T56" fmla="*/ 0 w 294"/>
                <a:gd name="T57" fmla="*/ 2147483647 h 892"/>
                <a:gd name="T58" fmla="*/ 2147483647 w 294"/>
                <a:gd name="T59" fmla="*/ 2147483647 h 892"/>
                <a:gd name="T60" fmla="*/ 2147483647 w 294"/>
                <a:gd name="T61" fmla="*/ 2147483647 h 892"/>
                <a:gd name="T62" fmla="*/ 2147483647 w 294"/>
                <a:gd name="T63" fmla="*/ 2147483647 h 892"/>
                <a:gd name="T64" fmla="*/ 2147483647 w 294"/>
                <a:gd name="T65" fmla="*/ 2147483647 h 892"/>
                <a:gd name="T66" fmla="*/ 2147483647 w 294"/>
                <a:gd name="T67" fmla="*/ 2147483647 h 892"/>
                <a:gd name="T68" fmla="*/ 2147483647 w 294"/>
                <a:gd name="T69" fmla="*/ 2147483647 h 892"/>
                <a:gd name="T70" fmla="*/ 2147483647 w 294"/>
                <a:gd name="T71" fmla="*/ 2147483647 h 892"/>
                <a:gd name="T72" fmla="*/ 2147483647 w 294"/>
                <a:gd name="T73" fmla="*/ 2147483647 h 892"/>
                <a:gd name="T74" fmla="*/ 2147483647 w 294"/>
                <a:gd name="T75" fmla="*/ 2147483647 h 892"/>
                <a:gd name="T76" fmla="*/ 2147483647 w 294"/>
                <a:gd name="T77" fmla="*/ 2147483647 h 892"/>
                <a:gd name="T78" fmla="*/ 2147483647 w 294"/>
                <a:gd name="T79" fmla="*/ 2147483647 h 892"/>
                <a:gd name="T80" fmla="*/ 2147483647 w 294"/>
                <a:gd name="T81" fmla="*/ 2147483647 h 892"/>
                <a:gd name="T82" fmla="*/ 2147483647 w 294"/>
                <a:gd name="T83" fmla="*/ 2147483647 h 892"/>
                <a:gd name="T84" fmla="*/ 2147483647 w 294"/>
                <a:gd name="T85" fmla="*/ 2147483647 h 892"/>
                <a:gd name="T86" fmla="*/ 2147483647 w 294"/>
                <a:gd name="T87" fmla="*/ 2147483647 h 892"/>
                <a:gd name="T88" fmla="*/ 2147483647 w 294"/>
                <a:gd name="T89" fmla="*/ 2147483647 h 892"/>
                <a:gd name="T90" fmla="*/ 2147483647 w 294"/>
                <a:gd name="T91" fmla="*/ 2147483647 h 892"/>
                <a:gd name="T92" fmla="*/ 2147483647 w 294"/>
                <a:gd name="T93" fmla="*/ 2147483647 h 892"/>
                <a:gd name="T94" fmla="*/ 2147483647 w 294"/>
                <a:gd name="T95" fmla="*/ 2147483647 h 892"/>
                <a:gd name="T96" fmla="*/ 2147483647 w 294"/>
                <a:gd name="T97" fmla="*/ 2147483647 h 892"/>
                <a:gd name="T98" fmla="*/ 2147483647 w 294"/>
                <a:gd name="T99" fmla="*/ 2147483647 h 892"/>
                <a:gd name="T100" fmla="*/ 2147483647 w 294"/>
                <a:gd name="T101" fmla="*/ 2147483647 h 892"/>
                <a:gd name="T102" fmla="*/ 2147483647 w 294"/>
                <a:gd name="T103" fmla="*/ 2147483647 h 892"/>
                <a:gd name="T104" fmla="*/ 2147483647 w 294"/>
                <a:gd name="T105" fmla="*/ 2147483647 h 892"/>
                <a:gd name="T106" fmla="*/ 2147483647 w 294"/>
                <a:gd name="T107" fmla="*/ 2147483647 h 892"/>
                <a:gd name="T108" fmla="*/ 2147483647 w 294"/>
                <a:gd name="T109" fmla="*/ 0 h 89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94"/>
                <a:gd name="T166" fmla="*/ 0 h 892"/>
                <a:gd name="T167" fmla="*/ 294 w 294"/>
                <a:gd name="T168" fmla="*/ 892 h 892"/>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94" h="892">
                  <a:moveTo>
                    <a:pt x="138" y="0"/>
                  </a:moveTo>
                  <a:lnTo>
                    <a:pt x="294" y="0"/>
                  </a:lnTo>
                  <a:lnTo>
                    <a:pt x="292" y="892"/>
                  </a:lnTo>
                  <a:lnTo>
                    <a:pt x="138" y="885"/>
                  </a:lnTo>
                  <a:lnTo>
                    <a:pt x="132" y="882"/>
                  </a:lnTo>
                  <a:lnTo>
                    <a:pt x="127" y="882"/>
                  </a:lnTo>
                  <a:lnTo>
                    <a:pt x="119" y="877"/>
                  </a:lnTo>
                  <a:lnTo>
                    <a:pt x="111" y="873"/>
                  </a:lnTo>
                  <a:lnTo>
                    <a:pt x="102" y="865"/>
                  </a:lnTo>
                  <a:lnTo>
                    <a:pt x="93" y="856"/>
                  </a:lnTo>
                  <a:lnTo>
                    <a:pt x="86" y="846"/>
                  </a:lnTo>
                  <a:lnTo>
                    <a:pt x="79" y="837"/>
                  </a:lnTo>
                  <a:lnTo>
                    <a:pt x="73" y="826"/>
                  </a:lnTo>
                  <a:lnTo>
                    <a:pt x="68" y="816"/>
                  </a:lnTo>
                  <a:lnTo>
                    <a:pt x="63" y="807"/>
                  </a:lnTo>
                  <a:lnTo>
                    <a:pt x="56" y="792"/>
                  </a:lnTo>
                  <a:lnTo>
                    <a:pt x="51" y="778"/>
                  </a:lnTo>
                  <a:lnTo>
                    <a:pt x="46" y="763"/>
                  </a:lnTo>
                  <a:lnTo>
                    <a:pt x="41" y="753"/>
                  </a:lnTo>
                  <a:lnTo>
                    <a:pt x="38" y="742"/>
                  </a:lnTo>
                  <a:lnTo>
                    <a:pt x="32" y="721"/>
                  </a:lnTo>
                  <a:lnTo>
                    <a:pt x="26" y="699"/>
                  </a:lnTo>
                  <a:lnTo>
                    <a:pt x="22" y="673"/>
                  </a:lnTo>
                  <a:lnTo>
                    <a:pt x="16" y="649"/>
                  </a:lnTo>
                  <a:lnTo>
                    <a:pt x="12" y="619"/>
                  </a:lnTo>
                  <a:lnTo>
                    <a:pt x="9" y="589"/>
                  </a:lnTo>
                  <a:lnTo>
                    <a:pt x="5" y="556"/>
                  </a:lnTo>
                  <a:lnTo>
                    <a:pt x="2" y="520"/>
                  </a:lnTo>
                  <a:lnTo>
                    <a:pt x="0" y="484"/>
                  </a:lnTo>
                  <a:lnTo>
                    <a:pt x="1" y="442"/>
                  </a:lnTo>
                  <a:lnTo>
                    <a:pt x="1" y="387"/>
                  </a:lnTo>
                  <a:lnTo>
                    <a:pt x="5" y="334"/>
                  </a:lnTo>
                  <a:lnTo>
                    <a:pt x="9" y="297"/>
                  </a:lnTo>
                  <a:lnTo>
                    <a:pt x="13" y="259"/>
                  </a:lnTo>
                  <a:lnTo>
                    <a:pt x="18" y="229"/>
                  </a:lnTo>
                  <a:lnTo>
                    <a:pt x="22" y="207"/>
                  </a:lnTo>
                  <a:lnTo>
                    <a:pt x="28" y="175"/>
                  </a:lnTo>
                  <a:lnTo>
                    <a:pt x="39" y="141"/>
                  </a:lnTo>
                  <a:lnTo>
                    <a:pt x="48" y="115"/>
                  </a:lnTo>
                  <a:lnTo>
                    <a:pt x="55" y="97"/>
                  </a:lnTo>
                  <a:lnTo>
                    <a:pt x="60" y="85"/>
                  </a:lnTo>
                  <a:lnTo>
                    <a:pt x="65" y="73"/>
                  </a:lnTo>
                  <a:lnTo>
                    <a:pt x="71" y="63"/>
                  </a:lnTo>
                  <a:lnTo>
                    <a:pt x="76" y="54"/>
                  </a:lnTo>
                  <a:lnTo>
                    <a:pt x="81" y="46"/>
                  </a:lnTo>
                  <a:lnTo>
                    <a:pt x="87" y="37"/>
                  </a:lnTo>
                  <a:lnTo>
                    <a:pt x="94" y="30"/>
                  </a:lnTo>
                  <a:lnTo>
                    <a:pt x="99" y="24"/>
                  </a:lnTo>
                  <a:lnTo>
                    <a:pt x="105" y="18"/>
                  </a:lnTo>
                  <a:lnTo>
                    <a:pt x="110" y="13"/>
                  </a:lnTo>
                  <a:lnTo>
                    <a:pt x="117" y="9"/>
                  </a:lnTo>
                  <a:lnTo>
                    <a:pt x="122" y="4"/>
                  </a:lnTo>
                  <a:lnTo>
                    <a:pt x="128" y="3"/>
                  </a:lnTo>
                  <a:lnTo>
                    <a:pt x="132" y="1"/>
                  </a:lnTo>
                  <a:lnTo>
                    <a:pt x="138" y="0"/>
                  </a:lnTo>
                  <a:close/>
                </a:path>
              </a:pathLst>
            </a:custGeom>
            <a:solidFill>
              <a:srgbClr val="202020"/>
            </a:solidFill>
            <a:ln w="9525">
              <a:noFill/>
              <a:round/>
              <a:headEnd/>
              <a:tailEnd/>
            </a:ln>
          </p:spPr>
          <p:txBody>
            <a:bodyPr/>
            <a:lstStyle/>
            <a:p>
              <a:endParaRPr lang="nl-BE"/>
            </a:p>
          </p:txBody>
        </p:sp>
        <p:sp>
          <p:nvSpPr>
            <p:cNvPr id="12969" name="Oval 299"/>
            <p:cNvSpPr>
              <a:spLocks noChangeArrowheads="1"/>
            </p:cNvSpPr>
            <p:nvPr/>
          </p:nvSpPr>
          <p:spPr bwMode="auto">
            <a:xfrm rot="-155667">
              <a:off x="1981200" y="4394200"/>
              <a:ext cx="155575" cy="230188"/>
            </a:xfrm>
            <a:prstGeom prst="ellipse">
              <a:avLst/>
            </a:prstGeom>
            <a:solidFill>
              <a:srgbClr val="606060"/>
            </a:solidFill>
            <a:ln w="9525">
              <a:noFill/>
              <a:round/>
              <a:headEnd/>
              <a:tailEnd/>
            </a:ln>
          </p:spPr>
          <p:txBody>
            <a:bodyPr/>
            <a:lstStyle/>
            <a:p>
              <a:pPr algn="ctr" eaLnBrk="0" hangingPunct="0"/>
              <a:endParaRPr lang="nl-BE"/>
            </a:p>
          </p:txBody>
        </p:sp>
        <p:sp>
          <p:nvSpPr>
            <p:cNvPr id="12970" name="Oval 300"/>
            <p:cNvSpPr>
              <a:spLocks noChangeArrowheads="1"/>
            </p:cNvSpPr>
            <p:nvPr/>
          </p:nvSpPr>
          <p:spPr bwMode="auto">
            <a:xfrm rot="-155667">
              <a:off x="1979613" y="4400550"/>
              <a:ext cx="144462" cy="214313"/>
            </a:xfrm>
            <a:prstGeom prst="ellipse">
              <a:avLst/>
            </a:prstGeom>
            <a:solidFill>
              <a:srgbClr val="404040"/>
            </a:solidFill>
            <a:ln w="9525">
              <a:noFill/>
              <a:round/>
              <a:headEnd/>
              <a:tailEnd/>
            </a:ln>
          </p:spPr>
          <p:txBody>
            <a:bodyPr/>
            <a:lstStyle/>
            <a:p>
              <a:pPr algn="ctr" eaLnBrk="0" hangingPunct="0"/>
              <a:endParaRPr lang="nl-BE"/>
            </a:p>
          </p:txBody>
        </p:sp>
        <p:sp>
          <p:nvSpPr>
            <p:cNvPr id="12971" name="Oval 301"/>
            <p:cNvSpPr>
              <a:spLocks noChangeArrowheads="1"/>
            </p:cNvSpPr>
            <p:nvPr/>
          </p:nvSpPr>
          <p:spPr bwMode="auto">
            <a:xfrm rot="-155667">
              <a:off x="2046288" y="4489450"/>
              <a:ext cx="25400" cy="39688"/>
            </a:xfrm>
            <a:prstGeom prst="ellipse">
              <a:avLst/>
            </a:prstGeom>
            <a:solidFill>
              <a:srgbClr val="202020"/>
            </a:solidFill>
            <a:ln w="9525">
              <a:noFill/>
              <a:round/>
              <a:headEnd/>
              <a:tailEnd/>
            </a:ln>
          </p:spPr>
          <p:txBody>
            <a:bodyPr/>
            <a:lstStyle/>
            <a:p>
              <a:pPr algn="ctr" eaLnBrk="0" hangingPunct="0"/>
              <a:endParaRPr lang="nl-BE"/>
            </a:p>
          </p:txBody>
        </p:sp>
        <p:sp>
          <p:nvSpPr>
            <p:cNvPr id="12972" name="Freeform 302"/>
            <p:cNvSpPr>
              <a:spLocks/>
            </p:cNvSpPr>
            <p:nvPr/>
          </p:nvSpPr>
          <p:spPr bwMode="auto">
            <a:xfrm rot="-155667">
              <a:off x="2587625" y="4281488"/>
              <a:ext cx="282575" cy="339725"/>
            </a:xfrm>
            <a:custGeom>
              <a:avLst/>
              <a:gdLst>
                <a:gd name="T0" fmla="*/ 0 w 315"/>
                <a:gd name="T1" fmla="*/ 0 h 778"/>
                <a:gd name="T2" fmla="*/ 2147483647 w 315"/>
                <a:gd name="T3" fmla="*/ 2147483647 h 778"/>
                <a:gd name="T4" fmla="*/ 2147483647 w 315"/>
                <a:gd name="T5" fmla="*/ 2147483647 h 778"/>
                <a:gd name="T6" fmla="*/ 2147483647 w 315"/>
                <a:gd name="T7" fmla="*/ 2147483647 h 778"/>
                <a:gd name="T8" fmla="*/ 0 w 315"/>
                <a:gd name="T9" fmla="*/ 0 h 778"/>
                <a:gd name="T10" fmla="*/ 0 60000 65536"/>
                <a:gd name="T11" fmla="*/ 0 60000 65536"/>
                <a:gd name="T12" fmla="*/ 0 60000 65536"/>
                <a:gd name="T13" fmla="*/ 0 60000 65536"/>
                <a:gd name="T14" fmla="*/ 0 60000 65536"/>
                <a:gd name="T15" fmla="*/ 0 w 315"/>
                <a:gd name="T16" fmla="*/ 0 h 778"/>
                <a:gd name="T17" fmla="*/ 315 w 315"/>
                <a:gd name="T18" fmla="*/ 778 h 778"/>
              </a:gdLst>
              <a:ahLst/>
              <a:cxnLst>
                <a:cxn ang="T10">
                  <a:pos x="T0" y="T1"/>
                </a:cxn>
                <a:cxn ang="T11">
                  <a:pos x="T2" y="T3"/>
                </a:cxn>
                <a:cxn ang="T12">
                  <a:pos x="T4" y="T5"/>
                </a:cxn>
                <a:cxn ang="T13">
                  <a:pos x="T6" y="T7"/>
                </a:cxn>
                <a:cxn ang="T14">
                  <a:pos x="T8" y="T9"/>
                </a:cxn>
              </a:cxnLst>
              <a:rect l="T15" t="T16" r="T17" b="T18"/>
              <a:pathLst>
                <a:path w="315" h="778">
                  <a:moveTo>
                    <a:pt x="0" y="0"/>
                  </a:moveTo>
                  <a:lnTo>
                    <a:pt x="315" y="10"/>
                  </a:lnTo>
                  <a:lnTo>
                    <a:pt x="315" y="778"/>
                  </a:lnTo>
                  <a:lnTo>
                    <a:pt x="5" y="762"/>
                  </a:lnTo>
                  <a:lnTo>
                    <a:pt x="0" y="0"/>
                  </a:lnTo>
                  <a:close/>
                </a:path>
              </a:pathLst>
            </a:custGeom>
            <a:solidFill>
              <a:srgbClr val="606060"/>
            </a:solidFill>
            <a:ln w="9525">
              <a:noFill/>
              <a:round/>
              <a:headEnd/>
              <a:tailEnd/>
            </a:ln>
          </p:spPr>
          <p:txBody>
            <a:bodyPr/>
            <a:lstStyle/>
            <a:p>
              <a:endParaRPr lang="nl-BE"/>
            </a:p>
          </p:txBody>
        </p:sp>
        <p:sp>
          <p:nvSpPr>
            <p:cNvPr id="12973" name="Freeform 303"/>
            <p:cNvSpPr>
              <a:spLocks/>
            </p:cNvSpPr>
            <p:nvPr/>
          </p:nvSpPr>
          <p:spPr bwMode="auto">
            <a:xfrm rot="-155667">
              <a:off x="2584450" y="4281488"/>
              <a:ext cx="282575" cy="238125"/>
            </a:xfrm>
            <a:custGeom>
              <a:avLst/>
              <a:gdLst>
                <a:gd name="T0" fmla="*/ 0 w 315"/>
                <a:gd name="T1" fmla="*/ 0 h 544"/>
                <a:gd name="T2" fmla="*/ 2147483647 w 315"/>
                <a:gd name="T3" fmla="*/ 2147483647 h 544"/>
                <a:gd name="T4" fmla="*/ 2147483647 w 315"/>
                <a:gd name="T5" fmla="*/ 2147483647 h 544"/>
                <a:gd name="T6" fmla="*/ 2147483647 w 315"/>
                <a:gd name="T7" fmla="*/ 2147483647 h 544"/>
                <a:gd name="T8" fmla="*/ 0 w 315"/>
                <a:gd name="T9" fmla="*/ 0 h 544"/>
                <a:gd name="T10" fmla="*/ 0 60000 65536"/>
                <a:gd name="T11" fmla="*/ 0 60000 65536"/>
                <a:gd name="T12" fmla="*/ 0 60000 65536"/>
                <a:gd name="T13" fmla="*/ 0 60000 65536"/>
                <a:gd name="T14" fmla="*/ 0 60000 65536"/>
                <a:gd name="T15" fmla="*/ 0 w 315"/>
                <a:gd name="T16" fmla="*/ 0 h 544"/>
                <a:gd name="T17" fmla="*/ 315 w 315"/>
                <a:gd name="T18" fmla="*/ 544 h 544"/>
              </a:gdLst>
              <a:ahLst/>
              <a:cxnLst>
                <a:cxn ang="T10">
                  <a:pos x="T0" y="T1"/>
                </a:cxn>
                <a:cxn ang="T11">
                  <a:pos x="T2" y="T3"/>
                </a:cxn>
                <a:cxn ang="T12">
                  <a:pos x="T4" y="T5"/>
                </a:cxn>
                <a:cxn ang="T13">
                  <a:pos x="T6" y="T7"/>
                </a:cxn>
                <a:cxn ang="T14">
                  <a:pos x="T8" y="T9"/>
                </a:cxn>
              </a:cxnLst>
              <a:rect l="T15" t="T16" r="T17" b="T18"/>
              <a:pathLst>
                <a:path w="315" h="544">
                  <a:moveTo>
                    <a:pt x="0" y="0"/>
                  </a:moveTo>
                  <a:lnTo>
                    <a:pt x="315" y="10"/>
                  </a:lnTo>
                  <a:lnTo>
                    <a:pt x="315" y="544"/>
                  </a:lnTo>
                  <a:lnTo>
                    <a:pt x="2" y="514"/>
                  </a:lnTo>
                  <a:lnTo>
                    <a:pt x="0" y="0"/>
                  </a:lnTo>
                  <a:close/>
                </a:path>
              </a:pathLst>
            </a:custGeom>
            <a:solidFill>
              <a:srgbClr val="404040"/>
            </a:solidFill>
            <a:ln w="9525">
              <a:noFill/>
              <a:round/>
              <a:headEnd/>
              <a:tailEnd/>
            </a:ln>
          </p:spPr>
          <p:txBody>
            <a:bodyPr/>
            <a:lstStyle/>
            <a:p>
              <a:endParaRPr lang="nl-BE"/>
            </a:p>
          </p:txBody>
        </p:sp>
        <p:sp>
          <p:nvSpPr>
            <p:cNvPr id="12974" name="Freeform 304"/>
            <p:cNvSpPr>
              <a:spLocks/>
            </p:cNvSpPr>
            <p:nvPr/>
          </p:nvSpPr>
          <p:spPr bwMode="auto">
            <a:xfrm rot="-155667">
              <a:off x="1617663" y="4298950"/>
              <a:ext cx="271462" cy="307975"/>
            </a:xfrm>
            <a:custGeom>
              <a:avLst/>
              <a:gdLst>
                <a:gd name="T0" fmla="*/ 0 w 304"/>
                <a:gd name="T1" fmla="*/ 0 h 702"/>
                <a:gd name="T2" fmla="*/ 2147483647 w 304"/>
                <a:gd name="T3" fmla="*/ 2147483647 h 702"/>
                <a:gd name="T4" fmla="*/ 2147483647 w 304"/>
                <a:gd name="T5" fmla="*/ 2147483647 h 702"/>
                <a:gd name="T6" fmla="*/ 0 w 304"/>
                <a:gd name="T7" fmla="*/ 2147483647 h 702"/>
                <a:gd name="T8" fmla="*/ 0 w 304"/>
                <a:gd name="T9" fmla="*/ 0 h 702"/>
                <a:gd name="T10" fmla="*/ 0 60000 65536"/>
                <a:gd name="T11" fmla="*/ 0 60000 65536"/>
                <a:gd name="T12" fmla="*/ 0 60000 65536"/>
                <a:gd name="T13" fmla="*/ 0 60000 65536"/>
                <a:gd name="T14" fmla="*/ 0 60000 65536"/>
                <a:gd name="T15" fmla="*/ 0 w 304"/>
                <a:gd name="T16" fmla="*/ 0 h 702"/>
                <a:gd name="T17" fmla="*/ 304 w 304"/>
                <a:gd name="T18" fmla="*/ 702 h 702"/>
              </a:gdLst>
              <a:ahLst/>
              <a:cxnLst>
                <a:cxn ang="T10">
                  <a:pos x="T0" y="T1"/>
                </a:cxn>
                <a:cxn ang="T11">
                  <a:pos x="T2" y="T3"/>
                </a:cxn>
                <a:cxn ang="T12">
                  <a:pos x="T4" y="T5"/>
                </a:cxn>
                <a:cxn ang="T13">
                  <a:pos x="T6" y="T7"/>
                </a:cxn>
                <a:cxn ang="T14">
                  <a:pos x="T8" y="T9"/>
                </a:cxn>
              </a:cxnLst>
              <a:rect l="T15" t="T16" r="T17" b="T18"/>
              <a:pathLst>
                <a:path w="304" h="702">
                  <a:moveTo>
                    <a:pt x="0" y="0"/>
                  </a:moveTo>
                  <a:lnTo>
                    <a:pt x="304" y="4"/>
                  </a:lnTo>
                  <a:lnTo>
                    <a:pt x="304" y="702"/>
                  </a:lnTo>
                  <a:lnTo>
                    <a:pt x="0" y="687"/>
                  </a:lnTo>
                  <a:lnTo>
                    <a:pt x="0" y="0"/>
                  </a:lnTo>
                  <a:close/>
                </a:path>
              </a:pathLst>
            </a:custGeom>
            <a:solidFill>
              <a:srgbClr val="606060"/>
            </a:solidFill>
            <a:ln w="9525">
              <a:noFill/>
              <a:round/>
              <a:headEnd/>
              <a:tailEnd/>
            </a:ln>
          </p:spPr>
          <p:txBody>
            <a:bodyPr/>
            <a:lstStyle/>
            <a:p>
              <a:endParaRPr lang="nl-BE"/>
            </a:p>
          </p:txBody>
        </p:sp>
        <p:sp>
          <p:nvSpPr>
            <p:cNvPr id="12975" name="Freeform 305"/>
            <p:cNvSpPr>
              <a:spLocks/>
            </p:cNvSpPr>
            <p:nvPr/>
          </p:nvSpPr>
          <p:spPr bwMode="auto">
            <a:xfrm rot="-155667">
              <a:off x="1612900" y="4298950"/>
              <a:ext cx="271463" cy="165100"/>
            </a:xfrm>
            <a:custGeom>
              <a:avLst/>
              <a:gdLst>
                <a:gd name="T0" fmla="*/ 0 w 304"/>
                <a:gd name="T1" fmla="*/ 0 h 378"/>
                <a:gd name="T2" fmla="*/ 2147483647 w 304"/>
                <a:gd name="T3" fmla="*/ 2147483647 h 378"/>
                <a:gd name="T4" fmla="*/ 2147483647 w 304"/>
                <a:gd name="T5" fmla="*/ 2147483647 h 378"/>
                <a:gd name="T6" fmla="*/ 0 w 304"/>
                <a:gd name="T7" fmla="*/ 2147483647 h 378"/>
                <a:gd name="T8" fmla="*/ 0 w 304"/>
                <a:gd name="T9" fmla="*/ 0 h 378"/>
                <a:gd name="T10" fmla="*/ 0 60000 65536"/>
                <a:gd name="T11" fmla="*/ 0 60000 65536"/>
                <a:gd name="T12" fmla="*/ 0 60000 65536"/>
                <a:gd name="T13" fmla="*/ 0 60000 65536"/>
                <a:gd name="T14" fmla="*/ 0 60000 65536"/>
                <a:gd name="T15" fmla="*/ 0 w 304"/>
                <a:gd name="T16" fmla="*/ 0 h 378"/>
                <a:gd name="T17" fmla="*/ 304 w 304"/>
                <a:gd name="T18" fmla="*/ 378 h 378"/>
              </a:gdLst>
              <a:ahLst/>
              <a:cxnLst>
                <a:cxn ang="T10">
                  <a:pos x="T0" y="T1"/>
                </a:cxn>
                <a:cxn ang="T11">
                  <a:pos x="T2" y="T3"/>
                </a:cxn>
                <a:cxn ang="T12">
                  <a:pos x="T4" y="T5"/>
                </a:cxn>
                <a:cxn ang="T13">
                  <a:pos x="T6" y="T7"/>
                </a:cxn>
                <a:cxn ang="T14">
                  <a:pos x="T8" y="T9"/>
                </a:cxn>
              </a:cxnLst>
              <a:rect l="T15" t="T16" r="T17" b="T18"/>
              <a:pathLst>
                <a:path w="304" h="378">
                  <a:moveTo>
                    <a:pt x="0" y="0"/>
                  </a:moveTo>
                  <a:lnTo>
                    <a:pt x="304" y="4"/>
                  </a:lnTo>
                  <a:lnTo>
                    <a:pt x="304" y="378"/>
                  </a:lnTo>
                  <a:lnTo>
                    <a:pt x="0" y="333"/>
                  </a:lnTo>
                  <a:lnTo>
                    <a:pt x="0" y="0"/>
                  </a:lnTo>
                  <a:close/>
                </a:path>
              </a:pathLst>
            </a:custGeom>
            <a:solidFill>
              <a:srgbClr val="404040"/>
            </a:solidFill>
            <a:ln w="9525">
              <a:noFill/>
              <a:round/>
              <a:headEnd/>
              <a:tailEnd/>
            </a:ln>
          </p:spPr>
          <p:txBody>
            <a:bodyPr/>
            <a:lstStyle/>
            <a:p>
              <a:endParaRPr lang="nl-BE"/>
            </a:p>
          </p:txBody>
        </p:sp>
        <p:sp>
          <p:nvSpPr>
            <p:cNvPr id="12976" name="Freeform 306"/>
            <p:cNvSpPr>
              <a:spLocks/>
            </p:cNvSpPr>
            <p:nvPr/>
          </p:nvSpPr>
          <p:spPr bwMode="auto">
            <a:xfrm rot="-155667">
              <a:off x="1709738" y="4292600"/>
              <a:ext cx="925512" cy="179388"/>
            </a:xfrm>
            <a:custGeom>
              <a:avLst/>
              <a:gdLst>
                <a:gd name="T0" fmla="*/ 2147483647 w 1034"/>
                <a:gd name="T1" fmla="*/ 0 h 412"/>
                <a:gd name="T2" fmla="*/ 2147483647 w 1034"/>
                <a:gd name="T3" fmla="*/ 2147483647 h 412"/>
                <a:gd name="T4" fmla="*/ 2147483647 w 1034"/>
                <a:gd name="T5" fmla="*/ 2147483647 h 412"/>
                <a:gd name="T6" fmla="*/ 2147483647 w 1034"/>
                <a:gd name="T7" fmla="*/ 2147483647 h 412"/>
                <a:gd name="T8" fmla="*/ 2147483647 w 1034"/>
                <a:gd name="T9" fmla="*/ 2147483647 h 412"/>
                <a:gd name="T10" fmla="*/ 2147483647 w 1034"/>
                <a:gd name="T11" fmla="*/ 2147483647 h 412"/>
                <a:gd name="T12" fmla="*/ 2147483647 w 1034"/>
                <a:gd name="T13" fmla="*/ 2147483647 h 412"/>
                <a:gd name="T14" fmla="*/ 2147483647 w 1034"/>
                <a:gd name="T15" fmla="*/ 2147483647 h 412"/>
                <a:gd name="T16" fmla="*/ 2147483647 w 1034"/>
                <a:gd name="T17" fmla="*/ 2147483647 h 412"/>
                <a:gd name="T18" fmla="*/ 0 w 1034"/>
                <a:gd name="T19" fmla="*/ 2147483647 h 412"/>
                <a:gd name="T20" fmla="*/ 0 w 1034"/>
                <a:gd name="T21" fmla="*/ 2147483647 h 412"/>
                <a:gd name="T22" fmla="*/ 2147483647 w 1034"/>
                <a:gd name="T23" fmla="*/ 2147483647 h 412"/>
                <a:gd name="T24" fmla="*/ 2147483647 w 1034"/>
                <a:gd name="T25" fmla="*/ 0 h 41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34"/>
                <a:gd name="T40" fmla="*/ 0 h 412"/>
                <a:gd name="T41" fmla="*/ 1034 w 1034"/>
                <a:gd name="T42" fmla="*/ 412 h 41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34" h="412">
                  <a:moveTo>
                    <a:pt x="151" y="0"/>
                  </a:moveTo>
                  <a:lnTo>
                    <a:pt x="217" y="4"/>
                  </a:lnTo>
                  <a:lnTo>
                    <a:pt x="217" y="208"/>
                  </a:lnTo>
                  <a:lnTo>
                    <a:pt x="819" y="237"/>
                  </a:lnTo>
                  <a:lnTo>
                    <a:pt x="819" y="27"/>
                  </a:lnTo>
                  <a:lnTo>
                    <a:pt x="888" y="30"/>
                  </a:lnTo>
                  <a:lnTo>
                    <a:pt x="888" y="241"/>
                  </a:lnTo>
                  <a:lnTo>
                    <a:pt x="1034" y="247"/>
                  </a:lnTo>
                  <a:lnTo>
                    <a:pt x="1034" y="412"/>
                  </a:lnTo>
                  <a:lnTo>
                    <a:pt x="0" y="351"/>
                  </a:lnTo>
                  <a:lnTo>
                    <a:pt x="0" y="208"/>
                  </a:lnTo>
                  <a:lnTo>
                    <a:pt x="151" y="214"/>
                  </a:lnTo>
                  <a:lnTo>
                    <a:pt x="151" y="0"/>
                  </a:lnTo>
                  <a:close/>
                </a:path>
              </a:pathLst>
            </a:custGeom>
            <a:solidFill>
              <a:srgbClr val="A0A0A0"/>
            </a:solidFill>
            <a:ln w="6350">
              <a:solidFill>
                <a:srgbClr val="000000"/>
              </a:solidFill>
              <a:prstDash val="solid"/>
              <a:round/>
              <a:headEnd/>
              <a:tailEnd/>
            </a:ln>
          </p:spPr>
          <p:txBody>
            <a:bodyPr/>
            <a:lstStyle/>
            <a:p>
              <a:endParaRPr lang="nl-BE"/>
            </a:p>
          </p:txBody>
        </p:sp>
        <p:sp>
          <p:nvSpPr>
            <p:cNvPr id="12977" name="Freeform 307"/>
            <p:cNvSpPr>
              <a:spLocks/>
            </p:cNvSpPr>
            <p:nvPr/>
          </p:nvSpPr>
          <p:spPr bwMode="auto">
            <a:xfrm rot="-155667">
              <a:off x="1901825" y="4305300"/>
              <a:ext cx="28575" cy="88900"/>
            </a:xfrm>
            <a:custGeom>
              <a:avLst/>
              <a:gdLst>
                <a:gd name="T0" fmla="*/ 0 w 32"/>
                <a:gd name="T1" fmla="*/ 0 h 205"/>
                <a:gd name="T2" fmla="*/ 2147483647 w 32"/>
                <a:gd name="T3" fmla="*/ 2147483647 h 205"/>
                <a:gd name="T4" fmla="*/ 2147483647 w 32"/>
                <a:gd name="T5" fmla="*/ 2147483647 h 205"/>
                <a:gd name="T6" fmla="*/ 0 w 32"/>
                <a:gd name="T7" fmla="*/ 2147483647 h 205"/>
                <a:gd name="T8" fmla="*/ 0 w 32"/>
                <a:gd name="T9" fmla="*/ 0 h 205"/>
                <a:gd name="T10" fmla="*/ 0 60000 65536"/>
                <a:gd name="T11" fmla="*/ 0 60000 65536"/>
                <a:gd name="T12" fmla="*/ 0 60000 65536"/>
                <a:gd name="T13" fmla="*/ 0 60000 65536"/>
                <a:gd name="T14" fmla="*/ 0 60000 65536"/>
                <a:gd name="T15" fmla="*/ 0 w 32"/>
                <a:gd name="T16" fmla="*/ 0 h 205"/>
                <a:gd name="T17" fmla="*/ 32 w 32"/>
                <a:gd name="T18" fmla="*/ 205 h 205"/>
              </a:gdLst>
              <a:ahLst/>
              <a:cxnLst>
                <a:cxn ang="T10">
                  <a:pos x="T0" y="T1"/>
                </a:cxn>
                <a:cxn ang="T11">
                  <a:pos x="T2" y="T3"/>
                </a:cxn>
                <a:cxn ang="T12">
                  <a:pos x="T4" y="T5"/>
                </a:cxn>
                <a:cxn ang="T13">
                  <a:pos x="T6" y="T7"/>
                </a:cxn>
                <a:cxn ang="T14">
                  <a:pos x="T8" y="T9"/>
                </a:cxn>
              </a:cxnLst>
              <a:rect l="T15" t="T16" r="T17" b="T18"/>
              <a:pathLst>
                <a:path w="32" h="205">
                  <a:moveTo>
                    <a:pt x="0" y="0"/>
                  </a:moveTo>
                  <a:lnTo>
                    <a:pt x="32" y="4"/>
                  </a:lnTo>
                  <a:lnTo>
                    <a:pt x="32" y="178"/>
                  </a:lnTo>
                  <a:lnTo>
                    <a:pt x="0" y="205"/>
                  </a:lnTo>
                  <a:lnTo>
                    <a:pt x="0" y="0"/>
                  </a:lnTo>
                  <a:close/>
                </a:path>
              </a:pathLst>
            </a:custGeom>
            <a:solidFill>
              <a:srgbClr val="606060"/>
            </a:solidFill>
            <a:ln w="6350">
              <a:solidFill>
                <a:srgbClr val="000000"/>
              </a:solidFill>
              <a:prstDash val="solid"/>
              <a:round/>
              <a:headEnd/>
              <a:tailEnd/>
            </a:ln>
          </p:spPr>
          <p:txBody>
            <a:bodyPr/>
            <a:lstStyle/>
            <a:p>
              <a:endParaRPr lang="nl-BE"/>
            </a:p>
          </p:txBody>
        </p:sp>
        <p:sp>
          <p:nvSpPr>
            <p:cNvPr id="12978" name="Freeform 308"/>
            <p:cNvSpPr>
              <a:spLocks/>
            </p:cNvSpPr>
            <p:nvPr/>
          </p:nvSpPr>
          <p:spPr bwMode="auto">
            <a:xfrm rot="-155667">
              <a:off x="1711325" y="4387850"/>
              <a:ext cx="134938" cy="14288"/>
            </a:xfrm>
            <a:custGeom>
              <a:avLst/>
              <a:gdLst>
                <a:gd name="T0" fmla="*/ 0 w 150"/>
                <a:gd name="T1" fmla="*/ 2147483647 h 32"/>
                <a:gd name="T2" fmla="*/ 2147483647 w 150"/>
                <a:gd name="T3" fmla="*/ 2147483647 h 32"/>
                <a:gd name="T4" fmla="*/ 2147483647 w 150"/>
                <a:gd name="T5" fmla="*/ 2147483647 h 32"/>
                <a:gd name="T6" fmla="*/ 2147483647 w 150"/>
                <a:gd name="T7" fmla="*/ 0 h 32"/>
                <a:gd name="T8" fmla="*/ 0 w 150"/>
                <a:gd name="T9" fmla="*/ 2147483647 h 32"/>
                <a:gd name="T10" fmla="*/ 0 60000 65536"/>
                <a:gd name="T11" fmla="*/ 0 60000 65536"/>
                <a:gd name="T12" fmla="*/ 0 60000 65536"/>
                <a:gd name="T13" fmla="*/ 0 60000 65536"/>
                <a:gd name="T14" fmla="*/ 0 60000 65536"/>
                <a:gd name="T15" fmla="*/ 0 w 150"/>
                <a:gd name="T16" fmla="*/ 0 h 32"/>
                <a:gd name="T17" fmla="*/ 150 w 150"/>
                <a:gd name="T18" fmla="*/ 32 h 32"/>
              </a:gdLst>
              <a:ahLst/>
              <a:cxnLst>
                <a:cxn ang="T10">
                  <a:pos x="T0" y="T1"/>
                </a:cxn>
                <a:cxn ang="T11">
                  <a:pos x="T2" y="T3"/>
                </a:cxn>
                <a:cxn ang="T12">
                  <a:pos x="T4" y="T5"/>
                </a:cxn>
                <a:cxn ang="T13">
                  <a:pos x="T6" y="T7"/>
                </a:cxn>
                <a:cxn ang="T14">
                  <a:pos x="T8" y="T9"/>
                </a:cxn>
              </a:cxnLst>
              <a:rect l="T15" t="T16" r="T17" b="T18"/>
              <a:pathLst>
                <a:path w="150" h="32">
                  <a:moveTo>
                    <a:pt x="0" y="29"/>
                  </a:moveTo>
                  <a:lnTo>
                    <a:pt x="150" y="32"/>
                  </a:lnTo>
                  <a:lnTo>
                    <a:pt x="150" y="2"/>
                  </a:lnTo>
                  <a:lnTo>
                    <a:pt x="30" y="0"/>
                  </a:lnTo>
                  <a:lnTo>
                    <a:pt x="0" y="29"/>
                  </a:lnTo>
                  <a:close/>
                </a:path>
              </a:pathLst>
            </a:custGeom>
            <a:solidFill>
              <a:srgbClr val="808080"/>
            </a:solidFill>
            <a:ln w="6350">
              <a:solidFill>
                <a:srgbClr val="000000"/>
              </a:solidFill>
              <a:prstDash val="solid"/>
              <a:round/>
              <a:headEnd/>
              <a:tailEnd/>
            </a:ln>
          </p:spPr>
          <p:txBody>
            <a:bodyPr/>
            <a:lstStyle/>
            <a:p>
              <a:endParaRPr lang="nl-BE"/>
            </a:p>
          </p:txBody>
        </p:sp>
        <p:sp>
          <p:nvSpPr>
            <p:cNvPr id="12979" name="Freeform 309"/>
            <p:cNvSpPr>
              <a:spLocks/>
            </p:cNvSpPr>
            <p:nvPr/>
          </p:nvSpPr>
          <p:spPr bwMode="auto">
            <a:xfrm rot="-155667">
              <a:off x="1905000" y="4371975"/>
              <a:ext cx="536575" cy="22225"/>
            </a:xfrm>
            <a:custGeom>
              <a:avLst/>
              <a:gdLst>
                <a:gd name="T0" fmla="*/ 0 w 600"/>
                <a:gd name="T1" fmla="*/ 2147483647 h 54"/>
                <a:gd name="T2" fmla="*/ 2147483647 w 600"/>
                <a:gd name="T3" fmla="*/ 0 h 54"/>
                <a:gd name="T4" fmla="*/ 2147483647 w 600"/>
                <a:gd name="T5" fmla="*/ 2147483647 h 54"/>
                <a:gd name="T6" fmla="*/ 2147483647 w 600"/>
                <a:gd name="T7" fmla="*/ 2147483647 h 54"/>
                <a:gd name="T8" fmla="*/ 0 w 600"/>
                <a:gd name="T9" fmla="*/ 2147483647 h 54"/>
                <a:gd name="T10" fmla="*/ 0 60000 65536"/>
                <a:gd name="T11" fmla="*/ 0 60000 65536"/>
                <a:gd name="T12" fmla="*/ 0 60000 65536"/>
                <a:gd name="T13" fmla="*/ 0 60000 65536"/>
                <a:gd name="T14" fmla="*/ 0 60000 65536"/>
                <a:gd name="T15" fmla="*/ 0 w 600"/>
                <a:gd name="T16" fmla="*/ 0 h 54"/>
                <a:gd name="T17" fmla="*/ 600 w 600"/>
                <a:gd name="T18" fmla="*/ 54 h 54"/>
              </a:gdLst>
              <a:ahLst/>
              <a:cxnLst>
                <a:cxn ang="T10">
                  <a:pos x="T0" y="T1"/>
                </a:cxn>
                <a:cxn ang="T11">
                  <a:pos x="T2" y="T3"/>
                </a:cxn>
                <a:cxn ang="T12">
                  <a:pos x="T4" y="T5"/>
                </a:cxn>
                <a:cxn ang="T13">
                  <a:pos x="T6" y="T7"/>
                </a:cxn>
                <a:cxn ang="T14">
                  <a:pos x="T8" y="T9"/>
                </a:cxn>
              </a:cxnLst>
              <a:rect l="T15" t="T16" r="T17" b="T18"/>
              <a:pathLst>
                <a:path w="600" h="54">
                  <a:moveTo>
                    <a:pt x="0" y="28"/>
                  </a:moveTo>
                  <a:lnTo>
                    <a:pt x="32" y="0"/>
                  </a:lnTo>
                  <a:lnTo>
                    <a:pt x="600" y="22"/>
                  </a:lnTo>
                  <a:lnTo>
                    <a:pt x="600" y="54"/>
                  </a:lnTo>
                  <a:lnTo>
                    <a:pt x="0" y="28"/>
                  </a:lnTo>
                  <a:close/>
                </a:path>
              </a:pathLst>
            </a:custGeom>
            <a:solidFill>
              <a:srgbClr val="808080"/>
            </a:solidFill>
            <a:ln w="6350">
              <a:solidFill>
                <a:srgbClr val="000000"/>
              </a:solidFill>
              <a:prstDash val="solid"/>
              <a:round/>
              <a:headEnd/>
              <a:tailEnd/>
            </a:ln>
          </p:spPr>
          <p:txBody>
            <a:bodyPr/>
            <a:lstStyle/>
            <a:p>
              <a:endParaRPr lang="nl-BE"/>
            </a:p>
          </p:txBody>
        </p:sp>
        <p:sp>
          <p:nvSpPr>
            <p:cNvPr id="12980" name="Freeform 310"/>
            <p:cNvSpPr>
              <a:spLocks/>
            </p:cNvSpPr>
            <p:nvPr/>
          </p:nvSpPr>
          <p:spPr bwMode="auto">
            <a:xfrm rot="-155667">
              <a:off x="2501900" y="4287838"/>
              <a:ext cx="28575" cy="93662"/>
            </a:xfrm>
            <a:custGeom>
              <a:avLst/>
              <a:gdLst>
                <a:gd name="T0" fmla="*/ 0 w 32"/>
                <a:gd name="T1" fmla="*/ 2147483647 h 217"/>
                <a:gd name="T2" fmla="*/ 2147483647 w 32"/>
                <a:gd name="T3" fmla="*/ 0 h 217"/>
                <a:gd name="T4" fmla="*/ 2147483647 w 32"/>
                <a:gd name="T5" fmla="*/ 2147483647 h 217"/>
                <a:gd name="T6" fmla="*/ 0 w 32"/>
                <a:gd name="T7" fmla="*/ 2147483647 h 217"/>
                <a:gd name="T8" fmla="*/ 0 w 32"/>
                <a:gd name="T9" fmla="*/ 2147483647 h 217"/>
                <a:gd name="T10" fmla="*/ 0 60000 65536"/>
                <a:gd name="T11" fmla="*/ 0 60000 65536"/>
                <a:gd name="T12" fmla="*/ 0 60000 65536"/>
                <a:gd name="T13" fmla="*/ 0 60000 65536"/>
                <a:gd name="T14" fmla="*/ 0 60000 65536"/>
                <a:gd name="T15" fmla="*/ 0 w 32"/>
                <a:gd name="T16" fmla="*/ 0 h 217"/>
                <a:gd name="T17" fmla="*/ 32 w 32"/>
                <a:gd name="T18" fmla="*/ 217 h 217"/>
              </a:gdLst>
              <a:ahLst/>
              <a:cxnLst>
                <a:cxn ang="T10">
                  <a:pos x="T0" y="T1"/>
                </a:cxn>
                <a:cxn ang="T11">
                  <a:pos x="T2" y="T3"/>
                </a:cxn>
                <a:cxn ang="T12">
                  <a:pos x="T4" y="T5"/>
                </a:cxn>
                <a:cxn ang="T13">
                  <a:pos x="T6" y="T7"/>
                </a:cxn>
                <a:cxn ang="T14">
                  <a:pos x="T8" y="T9"/>
                </a:cxn>
              </a:cxnLst>
              <a:rect l="T15" t="T16" r="T17" b="T18"/>
              <a:pathLst>
                <a:path w="32" h="217">
                  <a:moveTo>
                    <a:pt x="0" y="1"/>
                  </a:moveTo>
                  <a:lnTo>
                    <a:pt x="32" y="0"/>
                  </a:lnTo>
                  <a:lnTo>
                    <a:pt x="32" y="187"/>
                  </a:lnTo>
                  <a:lnTo>
                    <a:pt x="0" y="217"/>
                  </a:lnTo>
                  <a:lnTo>
                    <a:pt x="0" y="1"/>
                  </a:lnTo>
                  <a:close/>
                </a:path>
              </a:pathLst>
            </a:custGeom>
            <a:solidFill>
              <a:srgbClr val="606060"/>
            </a:solidFill>
            <a:ln w="6350">
              <a:solidFill>
                <a:srgbClr val="000000"/>
              </a:solidFill>
              <a:prstDash val="solid"/>
              <a:round/>
              <a:headEnd/>
              <a:tailEnd/>
            </a:ln>
          </p:spPr>
          <p:txBody>
            <a:bodyPr/>
            <a:lstStyle/>
            <a:p>
              <a:endParaRPr lang="nl-BE"/>
            </a:p>
          </p:txBody>
        </p:sp>
        <p:sp>
          <p:nvSpPr>
            <p:cNvPr id="12981" name="Freeform 311"/>
            <p:cNvSpPr>
              <a:spLocks/>
            </p:cNvSpPr>
            <p:nvPr/>
          </p:nvSpPr>
          <p:spPr bwMode="auto">
            <a:xfrm rot="-155667">
              <a:off x="2506663" y="4365625"/>
              <a:ext cx="157162" cy="14288"/>
            </a:xfrm>
            <a:custGeom>
              <a:avLst/>
              <a:gdLst>
                <a:gd name="T0" fmla="*/ 0 w 176"/>
                <a:gd name="T1" fmla="*/ 2147483647 h 34"/>
                <a:gd name="T2" fmla="*/ 2147483647 w 176"/>
                <a:gd name="T3" fmla="*/ 0 h 34"/>
                <a:gd name="T4" fmla="*/ 2147483647 w 176"/>
                <a:gd name="T5" fmla="*/ 2147483647 h 34"/>
                <a:gd name="T6" fmla="*/ 2147483647 w 176"/>
                <a:gd name="T7" fmla="*/ 2147483647 h 34"/>
                <a:gd name="T8" fmla="*/ 0 w 176"/>
                <a:gd name="T9" fmla="*/ 2147483647 h 34"/>
                <a:gd name="T10" fmla="*/ 0 60000 65536"/>
                <a:gd name="T11" fmla="*/ 0 60000 65536"/>
                <a:gd name="T12" fmla="*/ 0 60000 65536"/>
                <a:gd name="T13" fmla="*/ 0 60000 65536"/>
                <a:gd name="T14" fmla="*/ 0 60000 65536"/>
                <a:gd name="T15" fmla="*/ 0 w 176"/>
                <a:gd name="T16" fmla="*/ 0 h 34"/>
                <a:gd name="T17" fmla="*/ 176 w 176"/>
                <a:gd name="T18" fmla="*/ 34 h 34"/>
              </a:gdLst>
              <a:ahLst/>
              <a:cxnLst>
                <a:cxn ang="T10">
                  <a:pos x="T0" y="T1"/>
                </a:cxn>
                <a:cxn ang="T11">
                  <a:pos x="T2" y="T3"/>
                </a:cxn>
                <a:cxn ang="T12">
                  <a:pos x="T4" y="T5"/>
                </a:cxn>
                <a:cxn ang="T13">
                  <a:pos x="T6" y="T7"/>
                </a:cxn>
                <a:cxn ang="T14">
                  <a:pos x="T8" y="T9"/>
                </a:cxn>
              </a:cxnLst>
              <a:rect l="T15" t="T16" r="T17" b="T18"/>
              <a:pathLst>
                <a:path w="176" h="34">
                  <a:moveTo>
                    <a:pt x="0" y="31"/>
                  </a:moveTo>
                  <a:lnTo>
                    <a:pt x="30" y="0"/>
                  </a:lnTo>
                  <a:lnTo>
                    <a:pt x="176" y="6"/>
                  </a:lnTo>
                  <a:lnTo>
                    <a:pt x="144" y="34"/>
                  </a:lnTo>
                  <a:lnTo>
                    <a:pt x="0" y="31"/>
                  </a:lnTo>
                  <a:close/>
                </a:path>
              </a:pathLst>
            </a:custGeom>
            <a:solidFill>
              <a:srgbClr val="808080"/>
            </a:solidFill>
            <a:ln w="6350">
              <a:solidFill>
                <a:srgbClr val="000000"/>
              </a:solidFill>
              <a:prstDash val="solid"/>
              <a:round/>
              <a:headEnd/>
              <a:tailEnd/>
            </a:ln>
          </p:spPr>
          <p:txBody>
            <a:bodyPr/>
            <a:lstStyle/>
            <a:p>
              <a:endParaRPr lang="nl-BE"/>
            </a:p>
          </p:txBody>
        </p:sp>
        <p:sp>
          <p:nvSpPr>
            <p:cNvPr id="12982" name="Freeform 312"/>
            <p:cNvSpPr>
              <a:spLocks/>
            </p:cNvSpPr>
            <p:nvPr/>
          </p:nvSpPr>
          <p:spPr bwMode="auto">
            <a:xfrm rot="-155667">
              <a:off x="2636838" y="4364038"/>
              <a:ext cx="28575" cy="84137"/>
            </a:xfrm>
            <a:custGeom>
              <a:avLst/>
              <a:gdLst>
                <a:gd name="T0" fmla="*/ 2147483647 w 33"/>
                <a:gd name="T1" fmla="*/ 0 h 192"/>
                <a:gd name="T2" fmla="*/ 0 w 33"/>
                <a:gd name="T3" fmla="*/ 2147483647 h 192"/>
                <a:gd name="T4" fmla="*/ 0 w 33"/>
                <a:gd name="T5" fmla="*/ 2147483647 h 192"/>
                <a:gd name="T6" fmla="*/ 2147483647 w 33"/>
                <a:gd name="T7" fmla="*/ 2147483647 h 192"/>
                <a:gd name="T8" fmla="*/ 2147483647 w 33"/>
                <a:gd name="T9" fmla="*/ 0 h 192"/>
                <a:gd name="T10" fmla="*/ 0 60000 65536"/>
                <a:gd name="T11" fmla="*/ 0 60000 65536"/>
                <a:gd name="T12" fmla="*/ 0 60000 65536"/>
                <a:gd name="T13" fmla="*/ 0 60000 65536"/>
                <a:gd name="T14" fmla="*/ 0 60000 65536"/>
                <a:gd name="T15" fmla="*/ 0 w 33"/>
                <a:gd name="T16" fmla="*/ 0 h 192"/>
                <a:gd name="T17" fmla="*/ 33 w 33"/>
                <a:gd name="T18" fmla="*/ 192 h 192"/>
              </a:gdLst>
              <a:ahLst/>
              <a:cxnLst>
                <a:cxn ang="T10">
                  <a:pos x="T0" y="T1"/>
                </a:cxn>
                <a:cxn ang="T11">
                  <a:pos x="T2" y="T3"/>
                </a:cxn>
                <a:cxn ang="T12">
                  <a:pos x="T4" y="T5"/>
                </a:cxn>
                <a:cxn ang="T13">
                  <a:pos x="T6" y="T7"/>
                </a:cxn>
                <a:cxn ang="T14">
                  <a:pos x="T8" y="T9"/>
                </a:cxn>
              </a:cxnLst>
              <a:rect l="T15" t="T16" r="T17" b="T18"/>
              <a:pathLst>
                <a:path w="33" h="192">
                  <a:moveTo>
                    <a:pt x="33" y="0"/>
                  </a:moveTo>
                  <a:lnTo>
                    <a:pt x="0" y="30"/>
                  </a:lnTo>
                  <a:lnTo>
                    <a:pt x="0" y="192"/>
                  </a:lnTo>
                  <a:lnTo>
                    <a:pt x="33" y="156"/>
                  </a:lnTo>
                  <a:lnTo>
                    <a:pt x="33" y="0"/>
                  </a:lnTo>
                  <a:close/>
                </a:path>
              </a:pathLst>
            </a:custGeom>
            <a:solidFill>
              <a:srgbClr val="606060"/>
            </a:solidFill>
            <a:ln w="6350">
              <a:solidFill>
                <a:srgbClr val="000000"/>
              </a:solidFill>
              <a:prstDash val="solid"/>
              <a:round/>
              <a:headEnd/>
              <a:tailEnd/>
            </a:ln>
          </p:spPr>
          <p:txBody>
            <a:bodyPr/>
            <a:lstStyle/>
            <a:p>
              <a:endParaRPr lang="nl-BE"/>
            </a:p>
          </p:txBody>
        </p:sp>
        <p:sp>
          <p:nvSpPr>
            <p:cNvPr id="12983" name="Freeform 313"/>
            <p:cNvSpPr>
              <a:spLocks/>
            </p:cNvSpPr>
            <p:nvPr/>
          </p:nvSpPr>
          <p:spPr bwMode="auto">
            <a:xfrm>
              <a:off x="2033588" y="4297363"/>
              <a:ext cx="300037" cy="74612"/>
            </a:xfrm>
            <a:custGeom>
              <a:avLst/>
              <a:gdLst>
                <a:gd name="T0" fmla="*/ 0 w 189"/>
                <a:gd name="T1" fmla="*/ 2147483647 h 66"/>
                <a:gd name="T2" fmla="*/ 2147483647 w 189"/>
                <a:gd name="T3" fmla="*/ 2147483647 h 66"/>
                <a:gd name="T4" fmla="*/ 2147483647 w 189"/>
                <a:gd name="T5" fmla="*/ 2147483647 h 66"/>
                <a:gd name="T6" fmla="*/ 2147483647 w 189"/>
                <a:gd name="T7" fmla="*/ 0 h 66"/>
                <a:gd name="T8" fmla="*/ 0 w 189"/>
                <a:gd name="T9" fmla="*/ 2147483647 h 66"/>
                <a:gd name="T10" fmla="*/ 0 60000 65536"/>
                <a:gd name="T11" fmla="*/ 0 60000 65536"/>
                <a:gd name="T12" fmla="*/ 0 60000 65536"/>
                <a:gd name="T13" fmla="*/ 0 60000 65536"/>
                <a:gd name="T14" fmla="*/ 0 60000 65536"/>
                <a:gd name="T15" fmla="*/ 0 w 189"/>
                <a:gd name="T16" fmla="*/ 0 h 66"/>
                <a:gd name="T17" fmla="*/ 189 w 189"/>
                <a:gd name="T18" fmla="*/ 66 h 66"/>
              </a:gdLst>
              <a:ahLst/>
              <a:cxnLst>
                <a:cxn ang="T10">
                  <a:pos x="T0" y="T1"/>
                </a:cxn>
                <a:cxn ang="T11">
                  <a:pos x="T2" y="T3"/>
                </a:cxn>
                <a:cxn ang="T12">
                  <a:pos x="T4" y="T5"/>
                </a:cxn>
                <a:cxn ang="T13">
                  <a:pos x="T6" y="T7"/>
                </a:cxn>
                <a:cxn ang="T14">
                  <a:pos x="T8" y="T9"/>
                </a:cxn>
              </a:cxnLst>
              <a:rect l="T15" t="T16" r="T17" b="T18"/>
              <a:pathLst>
                <a:path w="189" h="66">
                  <a:moveTo>
                    <a:pt x="0" y="5"/>
                  </a:moveTo>
                  <a:lnTo>
                    <a:pt x="2" y="66"/>
                  </a:lnTo>
                  <a:lnTo>
                    <a:pt x="189" y="66"/>
                  </a:lnTo>
                  <a:lnTo>
                    <a:pt x="189" y="0"/>
                  </a:lnTo>
                  <a:lnTo>
                    <a:pt x="0" y="5"/>
                  </a:lnTo>
                  <a:close/>
                </a:path>
              </a:pathLst>
            </a:custGeom>
            <a:solidFill>
              <a:srgbClr val="FFCC00"/>
            </a:solidFill>
            <a:ln w="9525">
              <a:solidFill>
                <a:schemeClr val="tx1"/>
              </a:solidFill>
              <a:round/>
              <a:headEnd/>
              <a:tailEnd/>
            </a:ln>
          </p:spPr>
          <p:txBody>
            <a:bodyPr wrap="none" anchor="ctr"/>
            <a:lstStyle/>
            <a:p>
              <a:endParaRPr lang="nl-BE"/>
            </a:p>
          </p:txBody>
        </p:sp>
        <p:sp>
          <p:nvSpPr>
            <p:cNvPr id="12984" name="Text Box 314"/>
            <p:cNvSpPr txBox="1">
              <a:spLocks noChangeArrowheads="1"/>
            </p:cNvSpPr>
            <p:nvPr/>
          </p:nvSpPr>
          <p:spPr bwMode="auto">
            <a:xfrm>
              <a:off x="1981199" y="4264025"/>
              <a:ext cx="533399" cy="586690"/>
            </a:xfrm>
            <a:prstGeom prst="rect">
              <a:avLst/>
            </a:prstGeom>
            <a:noFill/>
            <a:ln w="9525">
              <a:noFill/>
              <a:miter lim="800000"/>
              <a:headEnd/>
              <a:tailEnd/>
            </a:ln>
          </p:spPr>
          <p:txBody>
            <a:bodyPr>
              <a:spAutoFit/>
            </a:bodyPr>
            <a:lstStyle/>
            <a:p>
              <a:pPr eaLnBrk="0" hangingPunct="0">
                <a:spcBef>
                  <a:spcPct val="50000"/>
                </a:spcBef>
              </a:pPr>
              <a:r>
                <a:rPr lang="en-GB" sz="300" b="1">
                  <a:solidFill>
                    <a:schemeClr val="bg2"/>
                  </a:solidFill>
                  <a:latin typeface="Garamond" pitchFamily="18" charset="0"/>
                </a:rPr>
                <a:t>TQM 2001 RD</a:t>
              </a:r>
              <a:endParaRPr lang="en-GB" sz="300" b="1">
                <a:solidFill>
                  <a:schemeClr val="bg2"/>
                </a:solidFill>
              </a:endParaRPr>
            </a:p>
          </p:txBody>
        </p:sp>
      </p:grpSp>
      <p:grpSp>
        <p:nvGrpSpPr>
          <p:cNvPr id="3" name="Group 1305"/>
          <p:cNvGrpSpPr>
            <a:grpSpLocks noChangeAspect="1"/>
          </p:cNvGrpSpPr>
          <p:nvPr/>
        </p:nvGrpSpPr>
        <p:grpSpPr bwMode="auto">
          <a:xfrm>
            <a:off x="252413" y="1317625"/>
            <a:ext cx="3702050" cy="2339975"/>
            <a:chOff x="655638" y="1338263"/>
            <a:chExt cx="7832725" cy="4951412"/>
          </a:xfrm>
        </p:grpSpPr>
        <p:sp>
          <p:nvSpPr>
            <p:cNvPr id="12301" name="Freeform 2"/>
            <p:cNvSpPr>
              <a:spLocks/>
            </p:cNvSpPr>
            <p:nvPr/>
          </p:nvSpPr>
          <p:spPr bwMode="auto">
            <a:xfrm>
              <a:off x="655638" y="1338263"/>
              <a:ext cx="7832725" cy="3249612"/>
            </a:xfrm>
            <a:custGeom>
              <a:avLst/>
              <a:gdLst>
                <a:gd name="T0" fmla="*/ 2147483647 w 4934"/>
                <a:gd name="T1" fmla="*/ 2147483647 h 2047"/>
                <a:gd name="T2" fmla="*/ 2147483647 w 4934"/>
                <a:gd name="T3" fmla="*/ 2147483647 h 2047"/>
                <a:gd name="T4" fmla="*/ 2147483647 w 4934"/>
                <a:gd name="T5" fmla="*/ 2147483647 h 2047"/>
                <a:gd name="T6" fmla="*/ 2147483647 w 4934"/>
                <a:gd name="T7" fmla="*/ 2147483647 h 2047"/>
                <a:gd name="T8" fmla="*/ 2147483647 w 4934"/>
                <a:gd name="T9" fmla="*/ 2147483647 h 2047"/>
                <a:gd name="T10" fmla="*/ 2147483647 w 4934"/>
                <a:gd name="T11" fmla="*/ 2147483647 h 2047"/>
                <a:gd name="T12" fmla="*/ 2147483647 w 4934"/>
                <a:gd name="T13" fmla="*/ 2147483647 h 2047"/>
                <a:gd name="T14" fmla="*/ 2147483647 w 4934"/>
                <a:gd name="T15" fmla="*/ 2147483647 h 2047"/>
                <a:gd name="T16" fmla="*/ 2147483647 w 4934"/>
                <a:gd name="T17" fmla="*/ 2147483647 h 2047"/>
                <a:gd name="T18" fmla="*/ 2147483647 w 4934"/>
                <a:gd name="T19" fmla="*/ 2147483647 h 2047"/>
                <a:gd name="T20" fmla="*/ 2147483647 w 4934"/>
                <a:gd name="T21" fmla="*/ 2147483647 h 2047"/>
                <a:gd name="T22" fmla="*/ 2147483647 w 4934"/>
                <a:gd name="T23" fmla="*/ 2147483647 h 2047"/>
                <a:gd name="T24" fmla="*/ 2147483647 w 4934"/>
                <a:gd name="T25" fmla="*/ 2147483647 h 2047"/>
                <a:gd name="T26" fmla="*/ 2147483647 w 4934"/>
                <a:gd name="T27" fmla="*/ 2147483647 h 2047"/>
                <a:gd name="T28" fmla="*/ 2147483647 w 4934"/>
                <a:gd name="T29" fmla="*/ 2147483647 h 2047"/>
                <a:gd name="T30" fmla="*/ 2147483647 w 4934"/>
                <a:gd name="T31" fmla="*/ 2147483647 h 2047"/>
                <a:gd name="T32" fmla="*/ 2147483647 w 4934"/>
                <a:gd name="T33" fmla="*/ 2147483647 h 2047"/>
                <a:gd name="T34" fmla="*/ 2147483647 w 4934"/>
                <a:gd name="T35" fmla="*/ 2147483647 h 2047"/>
                <a:gd name="T36" fmla="*/ 2147483647 w 4934"/>
                <a:gd name="T37" fmla="*/ 0 h 2047"/>
                <a:gd name="T38" fmla="*/ 2147483647 w 4934"/>
                <a:gd name="T39" fmla="*/ 2147483647 h 2047"/>
                <a:gd name="T40" fmla="*/ 2147483647 w 4934"/>
                <a:gd name="T41" fmla="*/ 2147483647 h 2047"/>
                <a:gd name="T42" fmla="*/ 2147483647 w 4934"/>
                <a:gd name="T43" fmla="*/ 2147483647 h 2047"/>
                <a:gd name="T44" fmla="*/ 2147483647 w 4934"/>
                <a:gd name="T45" fmla="*/ 2147483647 h 2047"/>
                <a:gd name="T46" fmla="*/ 2147483647 w 4934"/>
                <a:gd name="T47" fmla="*/ 2147483647 h 2047"/>
                <a:gd name="T48" fmla="*/ 2147483647 w 4934"/>
                <a:gd name="T49" fmla="*/ 2147483647 h 2047"/>
                <a:gd name="T50" fmla="*/ 2147483647 w 4934"/>
                <a:gd name="T51" fmla="*/ 2147483647 h 2047"/>
                <a:gd name="T52" fmla="*/ 2147483647 w 4934"/>
                <a:gd name="T53" fmla="*/ 2147483647 h 2047"/>
                <a:gd name="T54" fmla="*/ 0 w 4934"/>
                <a:gd name="T55" fmla="*/ 2147483647 h 2047"/>
                <a:gd name="T56" fmla="*/ 2147483647 w 4934"/>
                <a:gd name="T57" fmla="*/ 2147483647 h 2047"/>
                <a:gd name="T58" fmla="*/ 2147483647 w 4934"/>
                <a:gd name="T59" fmla="*/ 2147483647 h 2047"/>
                <a:gd name="T60" fmla="*/ 2147483647 w 4934"/>
                <a:gd name="T61" fmla="*/ 2147483647 h 2047"/>
                <a:gd name="T62" fmla="*/ 2147483647 w 4934"/>
                <a:gd name="T63" fmla="*/ 2147483647 h 2047"/>
                <a:gd name="T64" fmla="*/ 2147483647 w 4934"/>
                <a:gd name="T65" fmla="*/ 2147483647 h 2047"/>
                <a:gd name="T66" fmla="*/ 2147483647 w 4934"/>
                <a:gd name="T67" fmla="*/ 2147483647 h 2047"/>
                <a:gd name="T68" fmla="*/ 2147483647 w 4934"/>
                <a:gd name="T69" fmla="*/ 2147483647 h 204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4934"/>
                <a:gd name="T106" fmla="*/ 0 h 2047"/>
                <a:gd name="T107" fmla="*/ 4934 w 4934"/>
                <a:gd name="T108" fmla="*/ 2047 h 204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4934" h="2047">
                  <a:moveTo>
                    <a:pt x="2942" y="1869"/>
                  </a:moveTo>
                  <a:lnTo>
                    <a:pt x="3271" y="1894"/>
                  </a:lnTo>
                  <a:lnTo>
                    <a:pt x="3506" y="1956"/>
                  </a:lnTo>
                  <a:lnTo>
                    <a:pt x="3657" y="1962"/>
                  </a:lnTo>
                  <a:lnTo>
                    <a:pt x="3843" y="1986"/>
                  </a:lnTo>
                  <a:lnTo>
                    <a:pt x="3975" y="1986"/>
                  </a:lnTo>
                  <a:lnTo>
                    <a:pt x="4107" y="1979"/>
                  </a:lnTo>
                  <a:lnTo>
                    <a:pt x="4219" y="1956"/>
                  </a:lnTo>
                  <a:lnTo>
                    <a:pt x="4323" y="1924"/>
                  </a:lnTo>
                  <a:lnTo>
                    <a:pt x="4473" y="1906"/>
                  </a:lnTo>
                  <a:lnTo>
                    <a:pt x="4577" y="1894"/>
                  </a:lnTo>
                  <a:lnTo>
                    <a:pt x="4624" y="1888"/>
                  </a:lnTo>
                  <a:lnTo>
                    <a:pt x="4783" y="1906"/>
                  </a:lnTo>
                  <a:lnTo>
                    <a:pt x="4934" y="1906"/>
                  </a:lnTo>
                  <a:lnTo>
                    <a:pt x="4934" y="735"/>
                  </a:lnTo>
                  <a:lnTo>
                    <a:pt x="4839" y="661"/>
                  </a:lnTo>
                  <a:lnTo>
                    <a:pt x="4727" y="564"/>
                  </a:lnTo>
                  <a:lnTo>
                    <a:pt x="4577" y="466"/>
                  </a:lnTo>
                  <a:lnTo>
                    <a:pt x="4369" y="374"/>
                  </a:lnTo>
                  <a:lnTo>
                    <a:pt x="4247" y="319"/>
                  </a:lnTo>
                  <a:lnTo>
                    <a:pt x="4173" y="288"/>
                  </a:lnTo>
                  <a:lnTo>
                    <a:pt x="4088" y="264"/>
                  </a:lnTo>
                  <a:lnTo>
                    <a:pt x="4013" y="245"/>
                  </a:lnTo>
                  <a:lnTo>
                    <a:pt x="3881" y="239"/>
                  </a:lnTo>
                  <a:lnTo>
                    <a:pt x="3787" y="239"/>
                  </a:lnTo>
                  <a:lnTo>
                    <a:pt x="3721" y="239"/>
                  </a:lnTo>
                  <a:lnTo>
                    <a:pt x="3534" y="233"/>
                  </a:lnTo>
                  <a:lnTo>
                    <a:pt x="3346" y="196"/>
                  </a:lnTo>
                  <a:lnTo>
                    <a:pt x="3224" y="165"/>
                  </a:lnTo>
                  <a:lnTo>
                    <a:pt x="3102" y="153"/>
                  </a:lnTo>
                  <a:lnTo>
                    <a:pt x="2895" y="147"/>
                  </a:lnTo>
                  <a:lnTo>
                    <a:pt x="2744" y="141"/>
                  </a:lnTo>
                  <a:lnTo>
                    <a:pt x="2622" y="110"/>
                  </a:lnTo>
                  <a:lnTo>
                    <a:pt x="2519" y="86"/>
                  </a:lnTo>
                  <a:lnTo>
                    <a:pt x="2428" y="73"/>
                  </a:lnTo>
                  <a:lnTo>
                    <a:pt x="2226" y="30"/>
                  </a:lnTo>
                  <a:lnTo>
                    <a:pt x="2142" y="12"/>
                  </a:lnTo>
                  <a:lnTo>
                    <a:pt x="2001" y="0"/>
                  </a:lnTo>
                  <a:lnTo>
                    <a:pt x="1851" y="18"/>
                  </a:lnTo>
                  <a:lnTo>
                    <a:pt x="1671" y="55"/>
                  </a:lnTo>
                  <a:lnTo>
                    <a:pt x="1512" y="91"/>
                  </a:lnTo>
                  <a:lnTo>
                    <a:pt x="1184" y="165"/>
                  </a:lnTo>
                  <a:lnTo>
                    <a:pt x="1024" y="190"/>
                  </a:lnTo>
                  <a:lnTo>
                    <a:pt x="817" y="239"/>
                  </a:lnTo>
                  <a:lnTo>
                    <a:pt x="695" y="270"/>
                  </a:lnTo>
                  <a:lnTo>
                    <a:pt x="544" y="313"/>
                  </a:lnTo>
                  <a:lnTo>
                    <a:pt x="460" y="350"/>
                  </a:lnTo>
                  <a:lnTo>
                    <a:pt x="356" y="417"/>
                  </a:lnTo>
                  <a:lnTo>
                    <a:pt x="290" y="478"/>
                  </a:lnTo>
                  <a:lnTo>
                    <a:pt x="210" y="508"/>
                  </a:lnTo>
                  <a:lnTo>
                    <a:pt x="140" y="551"/>
                  </a:lnTo>
                  <a:lnTo>
                    <a:pt x="93" y="600"/>
                  </a:lnTo>
                  <a:lnTo>
                    <a:pt x="52" y="639"/>
                  </a:lnTo>
                  <a:lnTo>
                    <a:pt x="9" y="698"/>
                  </a:lnTo>
                  <a:lnTo>
                    <a:pt x="0" y="741"/>
                  </a:lnTo>
                  <a:lnTo>
                    <a:pt x="0" y="1999"/>
                  </a:lnTo>
                  <a:lnTo>
                    <a:pt x="178" y="2035"/>
                  </a:lnTo>
                  <a:lnTo>
                    <a:pt x="328" y="2035"/>
                  </a:lnTo>
                  <a:lnTo>
                    <a:pt x="460" y="2042"/>
                  </a:lnTo>
                  <a:lnTo>
                    <a:pt x="554" y="2047"/>
                  </a:lnTo>
                  <a:lnTo>
                    <a:pt x="648" y="2042"/>
                  </a:lnTo>
                  <a:lnTo>
                    <a:pt x="760" y="2035"/>
                  </a:lnTo>
                  <a:lnTo>
                    <a:pt x="855" y="2016"/>
                  </a:lnTo>
                  <a:lnTo>
                    <a:pt x="996" y="1992"/>
                  </a:lnTo>
                  <a:lnTo>
                    <a:pt x="1099" y="1973"/>
                  </a:lnTo>
                  <a:lnTo>
                    <a:pt x="1193" y="1962"/>
                  </a:lnTo>
                  <a:lnTo>
                    <a:pt x="1305" y="1930"/>
                  </a:lnTo>
                  <a:lnTo>
                    <a:pt x="1446" y="1888"/>
                  </a:lnTo>
                  <a:lnTo>
                    <a:pt x="1587" y="1881"/>
                  </a:lnTo>
                  <a:lnTo>
                    <a:pt x="1756" y="1869"/>
                  </a:lnTo>
                  <a:lnTo>
                    <a:pt x="2942" y="1869"/>
                  </a:lnTo>
                  <a:close/>
                </a:path>
              </a:pathLst>
            </a:custGeom>
            <a:solidFill>
              <a:srgbClr val="A05000"/>
            </a:solidFill>
            <a:ln w="9525">
              <a:noFill/>
              <a:round/>
              <a:headEnd/>
              <a:tailEnd/>
            </a:ln>
          </p:spPr>
          <p:txBody>
            <a:bodyPr/>
            <a:lstStyle/>
            <a:p>
              <a:endParaRPr lang="nl-BE"/>
            </a:p>
          </p:txBody>
        </p:sp>
        <p:sp>
          <p:nvSpPr>
            <p:cNvPr id="12302" name="Freeform 3"/>
            <p:cNvSpPr>
              <a:spLocks/>
            </p:cNvSpPr>
            <p:nvPr/>
          </p:nvSpPr>
          <p:spPr bwMode="auto">
            <a:xfrm>
              <a:off x="7148513" y="1773238"/>
              <a:ext cx="1339850" cy="1311275"/>
            </a:xfrm>
            <a:custGeom>
              <a:avLst/>
              <a:gdLst>
                <a:gd name="T0" fmla="*/ 2147483647 w 844"/>
                <a:gd name="T1" fmla="*/ 2147483647 h 826"/>
                <a:gd name="T2" fmla="*/ 2147483647 w 844"/>
                <a:gd name="T3" fmla="*/ 2147483647 h 826"/>
                <a:gd name="T4" fmla="*/ 2147483647 w 844"/>
                <a:gd name="T5" fmla="*/ 2147483647 h 826"/>
                <a:gd name="T6" fmla="*/ 2147483647 w 844"/>
                <a:gd name="T7" fmla="*/ 2147483647 h 826"/>
                <a:gd name="T8" fmla="*/ 2147483647 w 844"/>
                <a:gd name="T9" fmla="*/ 2147483647 h 826"/>
                <a:gd name="T10" fmla="*/ 2147483647 w 844"/>
                <a:gd name="T11" fmla="*/ 2147483647 h 826"/>
                <a:gd name="T12" fmla="*/ 2147483647 w 844"/>
                <a:gd name="T13" fmla="*/ 2147483647 h 826"/>
                <a:gd name="T14" fmla="*/ 0 w 844"/>
                <a:gd name="T15" fmla="*/ 0 h 826"/>
                <a:gd name="T16" fmla="*/ 2147483647 w 844"/>
                <a:gd name="T17" fmla="*/ 2147483647 h 826"/>
                <a:gd name="T18" fmla="*/ 2147483647 w 844"/>
                <a:gd name="T19" fmla="*/ 2147483647 h 826"/>
                <a:gd name="T20" fmla="*/ 2147483647 w 844"/>
                <a:gd name="T21" fmla="*/ 2147483647 h 826"/>
                <a:gd name="T22" fmla="*/ 2147483647 w 844"/>
                <a:gd name="T23" fmla="*/ 2147483647 h 826"/>
                <a:gd name="T24" fmla="*/ 2147483647 w 844"/>
                <a:gd name="T25" fmla="*/ 2147483647 h 826"/>
                <a:gd name="T26" fmla="*/ 2147483647 w 844"/>
                <a:gd name="T27" fmla="*/ 2147483647 h 826"/>
                <a:gd name="T28" fmla="*/ 2147483647 w 844"/>
                <a:gd name="T29" fmla="*/ 2147483647 h 826"/>
                <a:gd name="T30" fmla="*/ 2147483647 w 844"/>
                <a:gd name="T31" fmla="*/ 2147483647 h 826"/>
                <a:gd name="T32" fmla="*/ 2147483647 w 844"/>
                <a:gd name="T33" fmla="*/ 2147483647 h 826"/>
                <a:gd name="T34" fmla="*/ 2147483647 w 844"/>
                <a:gd name="T35" fmla="*/ 2147483647 h 826"/>
                <a:gd name="T36" fmla="*/ 2147483647 w 844"/>
                <a:gd name="T37" fmla="*/ 2147483647 h 826"/>
                <a:gd name="T38" fmla="*/ 2147483647 w 844"/>
                <a:gd name="T39" fmla="*/ 2147483647 h 826"/>
                <a:gd name="T40" fmla="*/ 2147483647 w 844"/>
                <a:gd name="T41" fmla="*/ 2147483647 h 826"/>
                <a:gd name="T42" fmla="*/ 2147483647 w 844"/>
                <a:gd name="T43" fmla="*/ 2147483647 h 826"/>
                <a:gd name="T44" fmla="*/ 2147483647 w 844"/>
                <a:gd name="T45" fmla="*/ 2147483647 h 826"/>
                <a:gd name="T46" fmla="*/ 2147483647 w 844"/>
                <a:gd name="T47" fmla="*/ 2147483647 h 82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844"/>
                <a:gd name="T73" fmla="*/ 0 h 826"/>
                <a:gd name="T74" fmla="*/ 844 w 844"/>
                <a:gd name="T75" fmla="*/ 826 h 82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844" h="826">
                  <a:moveTo>
                    <a:pt x="844" y="471"/>
                  </a:moveTo>
                  <a:lnTo>
                    <a:pt x="749" y="397"/>
                  </a:lnTo>
                  <a:lnTo>
                    <a:pt x="637" y="300"/>
                  </a:lnTo>
                  <a:lnTo>
                    <a:pt x="488" y="202"/>
                  </a:lnTo>
                  <a:lnTo>
                    <a:pt x="280" y="110"/>
                  </a:lnTo>
                  <a:lnTo>
                    <a:pt x="159" y="55"/>
                  </a:lnTo>
                  <a:lnTo>
                    <a:pt x="85" y="24"/>
                  </a:lnTo>
                  <a:lnTo>
                    <a:pt x="0" y="0"/>
                  </a:lnTo>
                  <a:lnTo>
                    <a:pt x="99" y="93"/>
                  </a:lnTo>
                  <a:lnTo>
                    <a:pt x="181" y="107"/>
                  </a:lnTo>
                  <a:lnTo>
                    <a:pt x="241" y="201"/>
                  </a:lnTo>
                  <a:lnTo>
                    <a:pt x="423" y="274"/>
                  </a:lnTo>
                  <a:lnTo>
                    <a:pt x="356" y="274"/>
                  </a:lnTo>
                  <a:lnTo>
                    <a:pt x="471" y="369"/>
                  </a:lnTo>
                  <a:lnTo>
                    <a:pt x="410" y="436"/>
                  </a:lnTo>
                  <a:lnTo>
                    <a:pt x="532" y="429"/>
                  </a:lnTo>
                  <a:lnTo>
                    <a:pt x="572" y="504"/>
                  </a:lnTo>
                  <a:lnTo>
                    <a:pt x="599" y="557"/>
                  </a:lnTo>
                  <a:lnTo>
                    <a:pt x="653" y="571"/>
                  </a:lnTo>
                  <a:lnTo>
                    <a:pt x="707" y="551"/>
                  </a:lnTo>
                  <a:lnTo>
                    <a:pt x="747" y="591"/>
                  </a:lnTo>
                  <a:lnTo>
                    <a:pt x="761" y="678"/>
                  </a:lnTo>
                  <a:lnTo>
                    <a:pt x="842" y="826"/>
                  </a:lnTo>
                  <a:lnTo>
                    <a:pt x="844" y="471"/>
                  </a:lnTo>
                  <a:close/>
                </a:path>
              </a:pathLst>
            </a:custGeom>
            <a:solidFill>
              <a:srgbClr val="402000"/>
            </a:solidFill>
            <a:ln w="9525">
              <a:noFill/>
              <a:round/>
              <a:headEnd/>
              <a:tailEnd/>
            </a:ln>
          </p:spPr>
          <p:txBody>
            <a:bodyPr/>
            <a:lstStyle/>
            <a:p>
              <a:endParaRPr lang="nl-BE"/>
            </a:p>
          </p:txBody>
        </p:sp>
        <p:sp>
          <p:nvSpPr>
            <p:cNvPr id="12303" name="Freeform 4"/>
            <p:cNvSpPr>
              <a:spLocks/>
            </p:cNvSpPr>
            <p:nvPr/>
          </p:nvSpPr>
          <p:spPr bwMode="auto">
            <a:xfrm>
              <a:off x="5402263" y="1592263"/>
              <a:ext cx="852487" cy="595312"/>
            </a:xfrm>
            <a:custGeom>
              <a:avLst/>
              <a:gdLst>
                <a:gd name="T0" fmla="*/ 2147483647 w 537"/>
                <a:gd name="T1" fmla="*/ 2147483647 h 375"/>
                <a:gd name="T2" fmla="*/ 2147483647 w 537"/>
                <a:gd name="T3" fmla="*/ 2147483647 h 375"/>
                <a:gd name="T4" fmla="*/ 2147483647 w 537"/>
                <a:gd name="T5" fmla="*/ 2147483647 h 375"/>
                <a:gd name="T6" fmla="*/ 2147483647 w 537"/>
                <a:gd name="T7" fmla="*/ 2147483647 h 375"/>
                <a:gd name="T8" fmla="*/ 2147483647 w 537"/>
                <a:gd name="T9" fmla="*/ 2147483647 h 375"/>
                <a:gd name="T10" fmla="*/ 2147483647 w 537"/>
                <a:gd name="T11" fmla="*/ 2147483647 h 375"/>
                <a:gd name="T12" fmla="*/ 2147483647 w 537"/>
                <a:gd name="T13" fmla="*/ 2147483647 h 375"/>
                <a:gd name="T14" fmla="*/ 0 w 537"/>
                <a:gd name="T15" fmla="*/ 2147483647 h 375"/>
                <a:gd name="T16" fmla="*/ 2147483647 w 537"/>
                <a:gd name="T17" fmla="*/ 2147483647 h 375"/>
                <a:gd name="T18" fmla="*/ 2147483647 w 537"/>
                <a:gd name="T19" fmla="*/ 2147483647 h 375"/>
                <a:gd name="T20" fmla="*/ 2147483647 w 537"/>
                <a:gd name="T21" fmla="*/ 2147483647 h 375"/>
                <a:gd name="T22" fmla="*/ 2147483647 w 537"/>
                <a:gd name="T23" fmla="*/ 2147483647 h 375"/>
                <a:gd name="T24" fmla="*/ 2147483647 w 537"/>
                <a:gd name="T25" fmla="*/ 2147483647 h 375"/>
                <a:gd name="T26" fmla="*/ 2147483647 w 537"/>
                <a:gd name="T27" fmla="*/ 2147483647 h 375"/>
                <a:gd name="T28" fmla="*/ 2147483647 w 537"/>
                <a:gd name="T29" fmla="*/ 2147483647 h 375"/>
                <a:gd name="T30" fmla="*/ 0 w 537"/>
                <a:gd name="T31" fmla="*/ 2147483647 h 375"/>
                <a:gd name="T32" fmla="*/ 2147483647 w 537"/>
                <a:gd name="T33" fmla="*/ 0 h 375"/>
                <a:gd name="T34" fmla="*/ 2147483647 w 537"/>
                <a:gd name="T35" fmla="*/ 2147483647 h 375"/>
                <a:gd name="T36" fmla="*/ 2147483647 w 537"/>
                <a:gd name="T37" fmla="*/ 2147483647 h 37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537"/>
                <a:gd name="T58" fmla="*/ 0 h 375"/>
                <a:gd name="T59" fmla="*/ 537 w 537"/>
                <a:gd name="T60" fmla="*/ 375 h 37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537" h="375">
                  <a:moveTo>
                    <a:pt x="218" y="18"/>
                  </a:moveTo>
                  <a:lnTo>
                    <a:pt x="360" y="53"/>
                  </a:lnTo>
                  <a:lnTo>
                    <a:pt x="537" y="83"/>
                  </a:lnTo>
                  <a:lnTo>
                    <a:pt x="325" y="153"/>
                  </a:lnTo>
                  <a:lnTo>
                    <a:pt x="228" y="204"/>
                  </a:lnTo>
                  <a:lnTo>
                    <a:pt x="137" y="264"/>
                  </a:lnTo>
                  <a:lnTo>
                    <a:pt x="112" y="294"/>
                  </a:lnTo>
                  <a:lnTo>
                    <a:pt x="0" y="375"/>
                  </a:lnTo>
                  <a:lnTo>
                    <a:pt x="36" y="284"/>
                  </a:lnTo>
                  <a:lnTo>
                    <a:pt x="16" y="209"/>
                  </a:lnTo>
                  <a:lnTo>
                    <a:pt x="72" y="204"/>
                  </a:lnTo>
                  <a:lnTo>
                    <a:pt x="97" y="158"/>
                  </a:lnTo>
                  <a:lnTo>
                    <a:pt x="21" y="118"/>
                  </a:lnTo>
                  <a:lnTo>
                    <a:pt x="102" y="83"/>
                  </a:lnTo>
                  <a:lnTo>
                    <a:pt x="82" y="43"/>
                  </a:lnTo>
                  <a:lnTo>
                    <a:pt x="0" y="3"/>
                  </a:lnTo>
                  <a:lnTo>
                    <a:pt x="88" y="0"/>
                  </a:lnTo>
                  <a:lnTo>
                    <a:pt x="152" y="8"/>
                  </a:lnTo>
                  <a:lnTo>
                    <a:pt x="218" y="18"/>
                  </a:lnTo>
                  <a:close/>
                </a:path>
              </a:pathLst>
            </a:custGeom>
            <a:solidFill>
              <a:srgbClr val="603000"/>
            </a:solidFill>
            <a:ln w="9525">
              <a:noFill/>
              <a:round/>
              <a:headEnd/>
              <a:tailEnd/>
            </a:ln>
          </p:spPr>
          <p:txBody>
            <a:bodyPr/>
            <a:lstStyle/>
            <a:p>
              <a:endParaRPr lang="nl-BE"/>
            </a:p>
          </p:txBody>
        </p:sp>
        <p:sp>
          <p:nvSpPr>
            <p:cNvPr id="12304" name="Freeform 5"/>
            <p:cNvSpPr>
              <a:spLocks/>
            </p:cNvSpPr>
            <p:nvPr/>
          </p:nvSpPr>
          <p:spPr bwMode="auto">
            <a:xfrm>
              <a:off x="4305300" y="1484313"/>
              <a:ext cx="708025" cy="646112"/>
            </a:xfrm>
            <a:custGeom>
              <a:avLst/>
              <a:gdLst>
                <a:gd name="T0" fmla="*/ 2147483647 w 446"/>
                <a:gd name="T1" fmla="*/ 2147483647 h 407"/>
                <a:gd name="T2" fmla="*/ 2147483647 w 446"/>
                <a:gd name="T3" fmla="*/ 2147483647 h 407"/>
                <a:gd name="T4" fmla="*/ 2147483647 w 446"/>
                <a:gd name="T5" fmla="*/ 0 h 407"/>
                <a:gd name="T6" fmla="*/ 2147483647 w 446"/>
                <a:gd name="T7" fmla="*/ 0 h 407"/>
                <a:gd name="T8" fmla="*/ 2147483647 w 446"/>
                <a:gd name="T9" fmla="*/ 2147483647 h 407"/>
                <a:gd name="T10" fmla="*/ 2147483647 w 446"/>
                <a:gd name="T11" fmla="*/ 2147483647 h 407"/>
                <a:gd name="T12" fmla="*/ 2147483647 w 446"/>
                <a:gd name="T13" fmla="*/ 2147483647 h 407"/>
                <a:gd name="T14" fmla="*/ 2147483647 w 446"/>
                <a:gd name="T15" fmla="*/ 2147483647 h 407"/>
                <a:gd name="T16" fmla="*/ 2147483647 w 446"/>
                <a:gd name="T17" fmla="*/ 2147483647 h 407"/>
                <a:gd name="T18" fmla="*/ 2147483647 w 446"/>
                <a:gd name="T19" fmla="*/ 2147483647 h 407"/>
                <a:gd name="T20" fmla="*/ 2147483647 w 446"/>
                <a:gd name="T21" fmla="*/ 2147483647 h 407"/>
                <a:gd name="T22" fmla="*/ 2147483647 w 446"/>
                <a:gd name="T23" fmla="*/ 2147483647 h 407"/>
                <a:gd name="T24" fmla="*/ 2147483647 w 446"/>
                <a:gd name="T25" fmla="*/ 2147483647 h 407"/>
                <a:gd name="T26" fmla="*/ 2147483647 w 446"/>
                <a:gd name="T27" fmla="*/ 2147483647 h 407"/>
                <a:gd name="T28" fmla="*/ 0 w 446"/>
                <a:gd name="T29" fmla="*/ 2147483647 h 407"/>
                <a:gd name="T30" fmla="*/ 2147483647 w 446"/>
                <a:gd name="T31" fmla="*/ 2147483647 h 407"/>
                <a:gd name="T32" fmla="*/ 2147483647 w 446"/>
                <a:gd name="T33" fmla="*/ 2147483647 h 407"/>
                <a:gd name="T34" fmla="*/ 2147483647 w 446"/>
                <a:gd name="T35" fmla="*/ 2147483647 h 407"/>
                <a:gd name="T36" fmla="*/ 2147483647 w 446"/>
                <a:gd name="T37" fmla="*/ 2147483647 h 407"/>
                <a:gd name="T38" fmla="*/ 2147483647 w 446"/>
                <a:gd name="T39" fmla="*/ 2147483647 h 407"/>
                <a:gd name="T40" fmla="*/ 2147483647 w 446"/>
                <a:gd name="T41" fmla="*/ 2147483647 h 407"/>
                <a:gd name="T42" fmla="*/ 2147483647 w 446"/>
                <a:gd name="T43" fmla="*/ 2147483647 h 407"/>
                <a:gd name="T44" fmla="*/ 2147483647 w 446"/>
                <a:gd name="T45" fmla="*/ 2147483647 h 407"/>
                <a:gd name="T46" fmla="*/ 2147483647 w 446"/>
                <a:gd name="T47" fmla="*/ 2147483647 h 40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446"/>
                <a:gd name="T73" fmla="*/ 0 h 407"/>
                <a:gd name="T74" fmla="*/ 446 w 446"/>
                <a:gd name="T75" fmla="*/ 407 h 407"/>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446" h="407">
                  <a:moveTo>
                    <a:pt x="446" y="65"/>
                  </a:moveTo>
                  <a:lnTo>
                    <a:pt x="326" y="28"/>
                  </a:lnTo>
                  <a:lnTo>
                    <a:pt x="186" y="0"/>
                  </a:lnTo>
                  <a:lnTo>
                    <a:pt x="126" y="0"/>
                  </a:lnTo>
                  <a:lnTo>
                    <a:pt x="146" y="40"/>
                  </a:lnTo>
                  <a:lnTo>
                    <a:pt x="188" y="40"/>
                  </a:lnTo>
                  <a:lnTo>
                    <a:pt x="172" y="96"/>
                  </a:lnTo>
                  <a:lnTo>
                    <a:pt x="228" y="91"/>
                  </a:lnTo>
                  <a:lnTo>
                    <a:pt x="182" y="120"/>
                  </a:lnTo>
                  <a:lnTo>
                    <a:pt x="136" y="176"/>
                  </a:lnTo>
                  <a:lnTo>
                    <a:pt x="177" y="171"/>
                  </a:lnTo>
                  <a:lnTo>
                    <a:pt x="86" y="247"/>
                  </a:lnTo>
                  <a:lnTo>
                    <a:pt x="141" y="221"/>
                  </a:lnTo>
                  <a:lnTo>
                    <a:pt x="106" y="257"/>
                  </a:lnTo>
                  <a:lnTo>
                    <a:pt x="0" y="326"/>
                  </a:lnTo>
                  <a:lnTo>
                    <a:pt x="50" y="326"/>
                  </a:lnTo>
                  <a:lnTo>
                    <a:pt x="20" y="367"/>
                  </a:lnTo>
                  <a:lnTo>
                    <a:pt x="30" y="407"/>
                  </a:lnTo>
                  <a:lnTo>
                    <a:pt x="86" y="352"/>
                  </a:lnTo>
                  <a:lnTo>
                    <a:pt x="136" y="272"/>
                  </a:lnTo>
                  <a:lnTo>
                    <a:pt x="259" y="231"/>
                  </a:lnTo>
                  <a:lnTo>
                    <a:pt x="284" y="171"/>
                  </a:lnTo>
                  <a:lnTo>
                    <a:pt x="349" y="96"/>
                  </a:lnTo>
                  <a:lnTo>
                    <a:pt x="446" y="65"/>
                  </a:lnTo>
                  <a:close/>
                </a:path>
              </a:pathLst>
            </a:custGeom>
            <a:solidFill>
              <a:srgbClr val="603000"/>
            </a:solidFill>
            <a:ln w="9525">
              <a:noFill/>
              <a:round/>
              <a:headEnd/>
              <a:tailEnd/>
            </a:ln>
          </p:spPr>
          <p:txBody>
            <a:bodyPr/>
            <a:lstStyle/>
            <a:p>
              <a:endParaRPr lang="nl-BE"/>
            </a:p>
          </p:txBody>
        </p:sp>
        <p:sp>
          <p:nvSpPr>
            <p:cNvPr id="12305" name="Freeform 6"/>
            <p:cNvSpPr>
              <a:spLocks/>
            </p:cNvSpPr>
            <p:nvPr/>
          </p:nvSpPr>
          <p:spPr bwMode="auto">
            <a:xfrm>
              <a:off x="2271713" y="1617663"/>
              <a:ext cx="1116012" cy="787400"/>
            </a:xfrm>
            <a:custGeom>
              <a:avLst/>
              <a:gdLst>
                <a:gd name="T0" fmla="*/ 2147483647 w 703"/>
                <a:gd name="T1" fmla="*/ 0 h 496"/>
                <a:gd name="T2" fmla="*/ 2147483647 w 703"/>
                <a:gd name="T3" fmla="*/ 2147483647 h 496"/>
                <a:gd name="T4" fmla="*/ 2147483647 w 703"/>
                <a:gd name="T5" fmla="*/ 2147483647 h 496"/>
                <a:gd name="T6" fmla="*/ 2147483647 w 703"/>
                <a:gd name="T7" fmla="*/ 2147483647 h 496"/>
                <a:gd name="T8" fmla="*/ 2147483647 w 703"/>
                <a:gd name="T9" fmla="*/ 2147483647 h 496"/>
                <a:gd name="T10" fmla="*/ 2147483647 w 703"/>
                <a:gd name="T11" fmla="*/ 2147483647 h 496"/>
                <a:gd name="T12" fmla="*/ 2147483647 w 703"/>
                <a:gd name="T13" fmla="*/ 2147483647 h 496"/>
                <a:gd name="T14" fmla="*/ 2147483647 w 703"/>
                <a:gd name="T15" fmla="*/ 2147483647 h 496"/>
                <a:gd name="T16" fmla="*/ 2147483647 w 703"/>
                <a:gd name="T17" fmla="*/ 2147483647 h 496"/>
                <a:gd name="T18" fmla="*/ 2147483647 w 703"/>
                <a:gd name="T19" fmla="*/ 2147483647 h 496"/>
                <a:gd name="T20" fmla="*/ 2147483647 w 703"/>
                <a:gd name="T21" fmla="*/ 2147483647 h 496"/>
                <a:gd name="T22" fmla="*/ 2147483647 w 703"/>
                <a:gd name="T23" fmla="*/ 2147483647 h 496"/>
                <a:gd name="T24" fmla="*/ 2147483647 w 703"/>
                <a:gd name="T25" fmla="*/ 2147483647 h 496"/>
                <a:gd name="T26" fmla="*/ 2147483647 w 703"/>
                <a:gd name="T27" fmla="*/ 2147483647 h 496"/>
                <a:gd name="T28" fmla="*/ 2147483647 w 703"/>
                <a:gd name="T29" fmla="*/ 2147483647 h 496"/>
                <a:gd name="T30" fmla="*/ 2147483647 w 703"/>
                <a:gd name="T31" fmla="*/ 2147483647 h 496"/>
                <a:gd name="T32" fmla="*/ 2147483647 w 703"/>
                <a:gd name="T33" fmla="*/ 2147483647 h 496"/>
                <a:gd name="T34" fmla="*/ 2147483647 w 703"/>
                <a:gd name="T35" fmla="*/ 2147483647 h 496"/>
                <a:gd name="T36" fmla="*/ 0 w 703"/>
                <a:gd name="T37" fmla="*/ 2147483647 h 496"/>
                <a:gd name="T38" fmla="*/ 2147483647 w 703"/>
                <a:gd name="T39" fmla="*/ 2147483647 h 496"/>
                <a:gd name="T40" fmla="*/ 2147483647 w 703"/>
                <a:gd name="T41" fmla="*/ 0 h 49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03"/>
                <a:gd name="T64" fmla="*/ 0 h 496"/>
                <a:gd name="T65" fmla="*/ 703 w 703"/>
                <a:gd name="T66" fmla="*/ 496 h 49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03" h="496">
                  <a:moveTo>
                    <a:pt x="161" y="0"/>
                  </a:moveTo>
                  <a:lnTo>
                    <a:pt x="311" y="73"/>
                  </a:lnTo>
                  <a:lnTo>
                    <a:pt x="440" y="167"/>
                  </a:lnTo>
                  <a:lnTo>
                    <a:pt x="540" y="254"/>
                  </a:lnTo>
                  <a:lnTo>
                    <a:pt x="628" y="375"/>
                  </a:lnTo>
                  <a:lnTo>
                    <a:pt x="703" y="496"/>
                  </a:lnTo>
                  <a:lnTo>
                    <a:pt x="474" y="402"/>
                  </a:lnTo>
                  <a:lnTo>
                    <a:pt x="547" y="362"/>
                  </a:lnTo>
                  <a:lnTo>
                    <a:pt x="460" y="302"/>
                  </a:lnTo>
                  <a:lnTo>
                    <a:pt x="494" y="281"/>
                  </a:lnTo>
                  <a:lnTo>
                    <a:pt x="318" y="268"/>
                  </a:lnTo>
                  <a:lnTo>
                    <a:pt x="413" y="221"/>
                  </a:lnTo>
                  <a:lnTo>
                    <a:pt x="291" y="187"/>
                  </a:lnTo>
                  <a:lnTo>
                    <a:pt x="345" y="160"/>
                  </a:lnTo>
                  <a:lnTo>
                    <a:pt x="203" y="133"/>
                  </a:lnTo>
                  <a:lnTo>
                    <a:pt x="270" y="87"/>
                  </a:lnTo>
                  <a:lnTo>
                    <a:pt x="138" y="66"/>
                  </a:lnTo>
                  <a:lnTo>
                    <a:pt x="61" y="80"/>
                  </a:lnTo>
                  <a:lnTo>
                    <a:pt x="0" y="48"/>
                  </a:lnTo>
                  <a:lnTo>
                    <a:pt x="57" y="17"/>
                  </a:lnTo>
                  <a:lnTo>
                    <a:pt x="161" y="0"/>
                  </a:lnTo>
                  <a:close/>
                </a:path>
              </a:pathLst>
            </a:custGeom>
            <a:solidFill>
              <a:srgbClr val="603000"/>
            </a:solidFill>
            <a:ln w="9525">
              <a:noFill/>
              <a:round/>
              <a:headEnd/>
              <a:tailEnd/>
            </a:ln>
          </p:spPr>
          <p:txBody>
            <a:bodyPr/>
            <a:lstStyle/>
            <a:p>
              <a:endParaRPr lang="nl-BE"/>
            </a:p>
          </p:txBody>
        </p:sp>
        <p:sp>
          <p:nvSpPr>
            <p:cNvPr id="12306" name="Freeform 7"/>
            <p:cNvSpPr>
              <a:spLocks/>
            </p:cNvSpPr>
            <p:nvPr/>
          </p:nvSpPr>
          <p:spPr bwMode="auto">
            <a:xfrm>
              <a:off x="984250" y="2116138"/>
              <a:ext cx="1031875" cy="695325"/>
            </a:xfrm>
            <a:custGeom>
              <a:avLst/>
              <a:gdLst>
                <a:gd name="T0" fmla="*/ 0 w 650"/>
                <a:gd name="T1" fmla="*/ 2147483647 h 438"/>
                <a:gd name="T2" fmla="*/ 2147483647 w 650"/>
                <a:gd name="T3" fmla="*/ 2147483647 h 438"/>
                <a:gd name="T4" fmla="*/ 2147483647 w 650"/>
                <a:gd name="T5" fmla="*/ 0 h 438"/>
                <a:gd name="T6" fmla="*/ 2147483647 w 650"/>
                <a:gd name="T7" fmla="*/ 0 h 438"/>
                <a:gd name="T8" fmla="*/ 2147483647 w 650"/>
                <a:gd name="T9" fmla="*/ 2147483647 h 438"/>
                <a:gd name="T10" fmla="*/ 2147483647 w 650"/>
                <a:gd name="T11" fmla="*/ 2147483647 h 438"/>
                <a:gd name="T12" fmla="*/ 2147483647 w 650"/>
                <a:gd name="T13" fmla="*/ 2147483647 h 438"/>
                <a:gd name="T14" fmla="*/ 2147483647 w 650"/>
                <a:gd name="T15" fmla="*/ 2147483647 h 438"/>
                <a:gd name="T16" fmla="*/ 2147483647 w 650"/>
                <a:gd name="T17" fmla="*/ 2147483647 h 438"/>
                <a:gd name="T18" fmla="*/ 2147483647 w 650"/>
                <a:gd name="T19" fmla="*/ 2147483647 h 438"/>
                <a:gd name="T20" fmla="*/ 2147483647 w 650"/>
                <a:gd name="T21" fmla="*/ 2147483647 h 438"/>
                <a:gd name="T22" fmla="*/ 2147483647 w 650"/>
                <a:gd name="T23" fmla="*/ 2147483647 h 438"/>
                <a:gd name="T24" fmla="*/ 2147483647 w 650"/>
                <a:gd name="T25" fmla="*/ 2147483647 h 438"/>
                <a:gd name="T26" fmla="*/ 2147483647 w 650"/>
                <a:gd name="T27" fmla="*/ 2147483647 h 438"/>
                <a:gd name="T28" fmla="*/ 2147483647 w 650"/>
                <a:gd name="T29" fmla="*/ 2147483647 h 438"/>
                <a:gd name="T30" fmla="*/ 2147483647 w 650"/>
                <a:gd name="T31" fmla="*/ 2147483647 h 438"/>
                <a:gd name="T32" fmla="*/ 2147483647 w 650"/>
                <a:gd name="T33" fmla="*/ 2147483647 h 438"/>
                <a:gd name="T34" fmla="*/ 2147483647 w 650"/>
                <a:gd name="T35" fmla="*/ 2147483647 h 438"/>
                <a:gd name="T36" fmla="*/ 2147483647 w 650"/>
                <a:gd name="T37" fmla="*/ 2147483647 h 438"/>
                <a:gd name="T38" fmla="*/ 2147483647 w 650"/>
                <a:gd name="T39" fmla="*/ 2147483647 h 438"/>
                <a:gd name="T40" fmla="*/ 2147483647 w 650"/>
                <a:gd name="T41" fmla="*/ 2147483647 h 438"/>
                <a:gd name="T42" fmla="*/ 2147483647 w 650"/>
                <a:gd name="T43" fmla="*/ 2147483647 h 438"/>
                <a:gd name="T44" fmla="*/ 2147483647 w 650"/>
                <a:gd name="T45" fmla="*/ 2147483647 h 438"/>
                <a:gd name="T46" fmla="*/ 2147483647 w 650"/>
                <a:gd name="T47" fmla="*/ 2147483647 h 438"/>
                <a:gd name="T48" fmla="*/ 2147483647 w 650"/>
                <a:gd name="T49" fmla="*/ 2147483647 h 438"/>
                <a:gd name="T50" fmla="*/ 2147483647 w 650"/>
                <a:gd name="T51" fmla="*/ 2147483647 h 438"/>
                <a:gd name="T52" fmla="*/ 2147483647 w 650"/>
                <a:gd name="T53" fmla="*/ 2147483647 h 438"/>
                <a:gd name="T54" fmla="*/ 2147483647 w 650"/>
                <a:gd name="T55" fmla="*/ 2147483647 h 438"/>
                <a:gd name="T56" fmla="*/ 2147483647 w 650"/>
                <a:gd name="T57" fmla="*/ 2147483647 h 438"/>
                <a:gd name="T58" fmla="*/ 2147483647 w 650"/>
                <a:gd name="T59" fmla="*/ 2147483647 h 438"/>
                <a:gd name="T60" fmla="*/ 2147483647 w 650"/>
                <a:gd name="T61" fmla="*/ 2147483647 h 438"/>
                <a:gd name="T62" fmla="*/ 2147483647 w 650"/>
                <a:gd name="T63" fmla="*/ 2147483647 h 438"/>
                <a:gd name="T64" fmla="*/ 2147483647 w 650"/>
                <a:gd name="T65" fmla="*/ 2147483647 h 438"/>
                <a:gd name="T66" fmla="*/ 2147483647 w 650"/>
                <a:gd name="T67" fmla="*/ 2147483647 h 438"/>
                <a:gd name="T68" fmla="*/ 2147483647 w 650"/>
                <a:gd name="T69" fmla="*/ 2147483647 h 438"/>
                <a:gd name="T70" fmla="*/ 2147483647 w 650"/>
                <a:gd name="T71" fmla="*/ 2147483647 h 438"/>
                <a:gd name="T72" fmla="*/ 2147483647 w 650"/>
                <a:gd name="T73" fmla="*/ 2147483647 h 438"/>
                <a:gd name="T74" fmla="*/ 0 w 650"/>
                <a:gd name="T75" fmla="*/ 2147483647 h 43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650"/>
                <a:gd name="T115" fmla="*/ 0 h 438"/>
                <a:gd name="T116" fmla="*/ 650 w 650"/>
                <a:gd name="T117" fmla="*/ 438 h 438"/>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650" h="438">
                  <a:moveTo>
                    <a:pt x="0" y="31"/>
                  </a:moveTo>
                  <a:lnTo>
                    <a:pt x="35" y="16"/>
                  </a:lnTo>
                  <a:lnTo>
                    <a:pt x="78" y="0"/>
                  </a:lnTo>
                  <a:lnTo>
                    <a:pt x="114" y="0"/>
                  </a:lnTo>
                  <a:lnTo>
                    <a:pt x="152" y="10"/>
                  </a:lnTo>
                  <a:lnTo>
                    <a:pt x="207" y="33"/>
                  </a:lnTo>
                  <a:lnTo>
                    <a:pt x="268" y="86"/>
                  </a:lnTo>
                  <a:lnTo>
                    <a:pt x="344" y="128"/>
                  </a:lnTo>
                  <a:lnTo>
                    <a:pt x="420" y="171"/>
                  </a:lnTo>
                  <a:lnTo>
                    <a:pt x="466" y="217"/>
                  </a:lnTo>
                  <a:lnTo>
                    <a:pt x="498" y="260"/>
                  </a:lnTo>
                  <a:lnTo>
                    <a:pt x="567" y="332"/>
                  </a:lnTo>
                  <a:lnTo>
                    <a:pt x="617" y="390"/>
                  </a:lnTo>
                  <a:lnTo>
                    <a:pt x="650" y="438"/>
                  </a:lnTo>
                  <a:lnTo>
                    <a:pt x="610" y="436"/>
                  </a:lnTo>
                  <a:lnTo>
                    <a:pt x="567" y="403"/>
                  </a:lnTo>
                  <a:lnTo>
                    <a:pt x="584" y="383"/>
                  </a:lnTo>
                  <a:lnTo>
                    <a:pt x="526" y="362"/>
                  </a:lnTo>
                  <a:lnTo>
                    <a:pt x="536" y="350"/>
                  </a:lnTo>
                  <a:lnTo>
                    <a:pt x="490" y="335"/>
                  </a:lnTo>
                  <a:lnTo>
                    <a:pt x="500" y="303"/>
                  </a:lnTo>
                  <a:lnTo>
                    <a:pt x="446" y="288"/>
                  </a:lnTo>
                  <a:lnTo>
                    <a:pt x="446" y="255"/>
                  </a:lnTo>
                  <a:lnTo>
                    <a:pt x="369" y="242"/>
                  </a:lnTo>
                  <a:lnTo>
                    <a:pt x="420" y="219"/>
                  </a:lnTo>
                  <a:lnTo>
                    <a:pt x="357" y="202"/>
                  </a:lnTo>
                  <a:lnTo>
                    <a:pt x="349" y="164"/>
                  </a:lnTo>
                  <a:lnTo>
                    <a:pt x="250" y="161"/>
                  </a:lnTo>
                  <a:lnTo>
                    <a:pt x="291" y="126"/>
                  </a:lnTo>
                  <a:lnTo>
                    <a:pt x="207" y="123"/>
                  </a:lnTo>
                  <a:lnTo>
                    <a:pt x="222" y="99"/>
                  </a:lnTo>
                  <a:lnTo>
                    <a:pt x="119" y="86"/>
                  </a:lnTo>
                  <a:lnTo>
                    <a:pt x="162" y="56"/>
                  </a:lnTo>
                  <a:lnTo>
                    <a:pt x="91" y="33"/>
                  </a:lnTo>
                  <a:lnTo>
                    <a:pt x="99" y="16"/>
                  </a:lnTo>
                  <a:lnTo>
                    <a:pt x="33" y="48"/>
                  </a:lnTo>
                  <a:lnTo>
                    <a:pt x="38" y="31"/>
                  </a:lnTo>
                  <a:lnTo>
                    <a:pt x="0" y="31"/>
                  </a:lnTo>
                  <a:close/>
                </a:path>
              </a:pathLst>
            </a:custGeom>
            <a:solidFill>
              <a:srgbClr val="402000"/>
            </a:solidFill>
            <a:ln w="9525">
              <a:noFill/>
              <a:round/>
              <a:headEnd/>
              <a:tailEnd/>
            </a:ln>
          </p:spPr>
          <p:txBody>
            <a:bodyPr/>
            <a:lstStyle/>
            <a:p>
              <a:endParaRPr lang="nl-BE"/>
            </a:p>
          </p:txBody>
        </p:sp>
        <p:sp>
          <p:nvSpPr>
            <p:cNvPr id="12307" name="Freeform 8"/>
            <p:cNvSpPr>
              <a:spLocks/>
            </p:cNvSpPr>
            <p:nvPr/>
          </p:nvSpPr>
          <p:spPr bwMode="auto">
            <a:xfrm>
              <a:off x="655638" y="4318000"/>
              <a:ext cx="7832725" cy="1970088"/>
            </a:xfrm>
            <a:custGeom>
              <a:avLst/>
              <a:gdLst>
                <a:gd name="T0" fmla="*/ 0 w 4934"/>
                <a:gd name="T1" fmla="*/ 0 h 1241"/>
                <a:gd name="T2" fmla="*/ 2147483647 w 4934"/>
                <a:gd name="T3" fmla="*/ 0 h 1241"/>
                <a:gd name="T4" fmla="*/ 2147483647 w 4934"/>
                <a:gd name="T5" fmla="*/ 2147483647 h 1241"/>
                <a:gd name="T6" fmla="*/ 2147483647 w 4934"/>
                <a:gd name="T7" fmla="*/ 2147483647 h 1241"/>
                <a:gd name="T8" fmla="*/ 0 w 4934"/>
                <a:gd name="T9" fmla="*/ 0 h 1241"/>
                <a:gd name="T10" fmla="*/ 0 60000 65536"/>
                <a:gd name="T11" fmla="*/ 0 60000 65536"/>
                <a:gd name="T12" fmla="*/ 0 60000 65536"/>
                <a:gd name="T13" fmla="*/ 0 60000 65536"/>
                <a:gd name="T14" fmla="*/ 0 60000 65536"/>
                <a:gd name="T15" fmla="*/ 0 w 4934"/>
                <a:gd name="T16" fmla="*/ 0 h 1241"/>
                <a:gd name="T17" fmla="*/ 4934 w 4934"/>
                <a:gd name="T18" fmla="*/ 1241 h 1241"/>
              </a:gdLst>
              <a:ahLst/>
              <a:cxnLst>
                <a:cxn ang="T10">
                  <a:pos x="T0" y="T1"/>
                </a:cxn>
                <a:cxn ang="T11">
                  <a:pos x="T2" y="T3"/>
                </a:cxn>
                <a:cxn ang="T12">
                  <a:pos x="T4" y="T5"/>
                </a:cxn>
                <a:cxn ang="T13">
                  <a:pos x="T6" y="T7"/>
                </a:cxn>
                <a:cxn ang="T14">
                  <a:pos x="T8" y="T9"/>
                </a:cxn>
              </a:cxnLst>
              <a:rect l="T15" t="T16" r="T17" b="T18"/>
              <a:pathLst>
                <a:path w="4934" h="1241">
                  <a:moveTo>
                    <a:pt x="0" y="0"/>
                  </a:moveTo>
                  <a:lnTo>
                    <a:pt x="4934" y="0"/>
                  </a:lnTo>
                  <a:lnTo>
                    <a:pt x="4934" y="1241"/>
                  </a:lnTo>
                  <a:lnTo>
                    <a:pt x="2" y="1241"/>
                  </a:lnTo>
                  <a:lnTo>
                    <a:pt x="0" y="0"/>
                  </a:lnTo>
                  <a:close/>
                </a:path>
              </a:pathLst>
            </a:custGeom>
            <a:solidFill>
              <a:srgbClr val="008000"/>
            </a:solidFill>
            <a:ln w="9525">
              <a:noFill/>
              <a:round/>
              <a:headEnd/>
              <a:tailEnd/>
            </a:ln>
          </p:spPr>
          <p:txBody>
            <a:bodyPr/>
            <a:lstStyle/>
            <a:p>
              <a:endParaRPr lang="nl-BE"/>
            </a:p>
          </p:txBody>
        </p:sp>
        <p:sp>
          <p:nvSpPr>
            <p:cNvPr id="12308" name="Line 9"/>
            <p:cNvSpPr>
              <a:spLocks noChangeShapeType="1"/>
            </p:cNvSpPr>
            <p:nvPr/>
          </p:nvSpPr>
          <p:spPr bwMode="auto">
            <a:xfrm>
              <a:off x="2192338" y="6261100"/>
              <a:ext cx="1166812" cy="1588"/>
            </a:xfrm>
            <a:prstGeom prst="line">
              <a:avLst/>
            </a:prstGeom>
            <a:noFill/>
            <a:ln w="12700">
              <a:solidFill>
                <a:srgbClr val="000000"/>
              </a:solidFill>
              <a:round/>
              <a:headEnd/>
              <a:tailEnd/>
            </a:ln>
          </p:spPr>
          <p:txBody>
            <a:bodyPr/>
            <a:lstStyle/>
            <a:p>
              <a:endParaRPr lang="nl-BE"/>
            </a:p>
          </p:txBody>
        </p:sp>
        <p:sp>
          <p:nvSpPr>
            <p:cNvPr id="12309" name="Oval 10"/>
            <p:cNvSpPr>
              <a:spLocks noChangeArrowheads="1"/>
            </p:cNvSpPr>
            <p:nvPr/>
          </p:nvSpPr>
          <p:spPr bwMode="auto">
            <a:xfrm>
              <a:off x="2667000" y="4156075"/>
              <a:ext cx="239713" cy="258763"/>
            </a:xfrm>
            <a:prstGeom prst="ellipse">
              <a:avLst/>
            </a:prstGeom>
            <a:solidFill>
              <a:srgbClr val="006000"/>
            </a:solidFill>
            <a:ln w="9525">
              <a:noFill/>
              <a:round/>
              <a:headEnd/>
              <a:tailEnd/>
            </a:ln>
          </p:spPr>
          <p:txBody>
            <a:bodyPr/>
            <a:lstStyle/>
            <a:p>
              <a:pPr algn="ctr" eaLnBrk="0" hangingPunct="0"/>
              <a:endParaRPr lang="nl-BE"/>
            </a:p>
          </p:txBody>
        </p:sp>
        <p:sp>
          <p:nvSpPr>
            <p:cNvPr id="12310" name="Oval 11"/>
            <p:cNvSpPr>
              <a:spLocks noChangeArrowheads="1"/>
            </p:cNvSpPr>
            <p:nvPr/>
          </p:nvSpPr>
          <p:spPr bwMode="auto">
            <a:xfrm>
              <a:off x="2833688" y="4117975"/>
              <a:ext cx="200025" cy="258763"/>
            </a:xfrm>
            <a:prstGeom prst="ellipse">
              <a:avLst/>
            </a:prstGeom>
            <a:solidFill>
              <a:srgbClr val="006000"/>
            </a:solidFill>
            <a:ln w="9525">
              <a:noFill/>
              <a:round/>
              <a:headEnd/>
              <a:tailEnd/>
            </a:ln>
          </p:spPr>
          <p:txBody>
            <a:bodyPr/>
            <a:lstStyle/>
            <a:p>
              <a:pPr algn="ctr" eaLnBrk="0" hangingPunct="0"/>
              <a:endParaRPr lang="nl-BE"/>
            </a:p>
          </p:txBody>
        </p:sp>
        <p:sp>
          <p:nvSpPr>
            <p:cNvPr id="12311" name="Oval 12"/>
            <p:cNvSpPr>
              <a:spLocks noChangeArrowheads="1"/>
            </p:cNvSpPr>
            <p:nvPr/>
          </p:nvSpPr>
          <p:spPr bwMode="auto">
            <a:xfrm>
              <a:off x="2740025" y="4303713"/>
              <a:ext cx="125413" cy="104775"/>
            </a:xfrm>
            <a:prstGeom prst="ellipse">
              <a:avLst/>
            </a:prstGeom>
            <a:solidFill>
              <a:srgbClr val="004000"/>
            </a:solidFill>
            <a:ln w="9525">
              <a:noFill/>
              <a:round/>
              <a:headEnd/>
              <a:tailEnd/>
            </a:ln>
          </p:spPr>
          <p:txBody>
            <a:bodyPr/>
            <a:lstStyle/>
            <a:p>
              <a:pPr algn="ctr" eaLnBrk="0" hangingPunct="0"/>
              <a:endParaRPr lang="nl-BE"/>
            </a:p>
          </p:txBody>
        </p:sp>
        <p:sp>
          <p:nvSpPr>
            <p:cNvPr id="12312" name="Oval 13"/>
            <p:cNvSpPr>
              <a:spLocks noChangeArrowheads="1"/>
            </p:cNvSpPr>
            <p:nvPr/>
          </p:nvSpPr>
          <p:spPr bwMode="auto">
            <a:xfrm>
              <a:off x="2881313" y="4241800"/>
              <a:ext cx="131762" cy="134938"/>
            </a:xfrm>
            <a:prstGeom prst="ellipse">
              <a:avLst/>
            </a:prstGeom>
            <a:solidFill>
              <a:srgbClr val="004000"/>
            </a:solidFill>
            <a:ln w="9525">
              <a:noFill/>
              <a:round/>
              <a:headEnd/>
              <a:tailEnd/>
            </a:ln>
          </p:spPr>
          <p:txBody>
            <a:bodyPr/>
            <a:lstStyle/>
            <a:p>
              <a:pPr algn="ctr" eaLnBrk="0" hangingPunct="0"/>
              <a:endParaRPr lang="nl-BE"/>
            </a:p>
          </p:txBody>
        </p:sp>
        <p:sp>
          <p:nvSpPr>
            <p:cNvPr id="12313" name="Oval 14"/>
            <p:cNvSpPr>
              <a:spLocks noChangeArrowheads="1"/>
            </p:cNvSpPr>
            <p:nvPr/>
          </p:nvSpPr>
          <p:spPr bwMode="auto">
            <a:xfrm>
              <a:off x="2733675" y="4092575"/>
              <a:ext cx="204788" cy="203200"/>
            </a:xfrm>
            <a:prstGeom prst="ellipse">
              <a:avLst/>
            </a:prstGeom>
            <a:solidFill>
              <a:srgbClr val="008000"/>
            </a:solidFill>
            <a:ln w="9525">
              <a:noFill/>
              <a:round/>
              <a:headEnd/>
              <a:tailEnd/>
            </a:ln>
          </p:spPr>
          <p:txBody>
            <a:bodyPr/>
            <a:lstStyle/>
            <a:p>
              <a:pPr algn="ctr" eaLnBrk="0" hangingPunct="0"/>
              <a:endParaRPr lang="nl-BE"/>
            </a:p>
          </p:txBody>
        </p:sp>
        <p:sp>
          <p:nvSpPr>
            <p:cNvPr id="12314" name="Oval 15"/>
            <p:cNvSpPr>
              <a:spLocks noChangeArrowheads="1"/>
            </p:cNvSpPr>
            <p:nvPr/>
          </p:nvSpPr>
          <p:spPr bwMode="auto">
            <a:xfrm>
              <a:off x="2786063" y="4160838"/>
              <a:ext cx="147637" cy="122237"/>
            </a:xfrm>
            <a:prstGeom prst="ellipse">
              <a:avLst/>
            </a:prstGeom>
            <a:solidFill>
              <a:srgbClr val="006000"/>
            </a:solidFill>
            <a:ln w="9525">
              <a:noFill/>
              <a:round/>
              <a:headEnd/>
              <a:tailEnd/>
            </a:ln>
          </p:spPr>
          <p:txBody>
            <a:bodyPr/>
            <a:lstStyle/>
            <a:p>
              <a:pPr algn="ctr" eaLnBrk="0" hangingPunct="0"/>
              <a:endParaRPr lang="nl-BE"/>
            </a:p>
          </p:txBody>
        </p:sp>
        <p:sp>
          <p:nvSpPr>
            <p:cNvPr id="12315" name="Oval 16"/>
            <p:cNvSpPr>
              <a:spLocks noChangeArrowheads="1"/>
            </p:cNvSpPr>
            <p:nvPr/>
          </p:nvSpPr>
          <p:spPr bwMode="auto">
            <a:xfrm>
              <a:off x="2638425" y="3917950"/>
              <a:ext cx="239713" cy="258763"/>
            </a:xfrm>
            <a:prstGeom prst="ellipse">
              <a:avLst/>
            </a:prstGeom>
            <a:solidFill>
              <a:srgbClr val="006000"/>
            </a:solidFill>
            <a:ln w="9525">
              <a:noFill/>
              <a:round/>
              <a:headEnd/>
              <a:tailEnd/>
            </a:ln>
          </p:spPr>
          <p:txBody>
            <a:bodyPr/>
            <a:lstStyle/>
            <a:p>
              <a:pPr algn="ctr" eaLnBrk="0" hangingPunct="0"/>
              <a:endParaRPr lang="nl-BE"/>
            </a:p>
          </p:txBody>
        </p:sp>
        <p:sp>
          <p:nvSpPr>
            <p:cNvPr id="12316" name="Oval 17"/>
            <p:cNvSpPr>
              <a:spLocks noChangeArrowheads="1"/>
            </p:cNvSpPr>
            <p:nvPr/>
          </p:nvSpPr>
          <p:spPr bwMode="auto">
            <a:xfrm>
              <a:off x="2805113" y="3954463"/>
              <a:ext cx="198437" cy="260350"/>
            </a:xfrm>
            <a:prstGeom prst="ellipse">
              <a:avLst/>
            </a:prstGeom>
            <a:solidFill>
              <a:srgbClr val="006000"/>
            </a:solidFill>
            <a:ln w="9525">
              <a:noFill/>
              <a:round/>
              <a:headEnd/>
              <a:tailEnd/>
            </a:ln>
          </p:spPr>
          <p:txBody>
            <a:bodyPr/>
            <a:lstStyle/>
            <a:p>
              <a:pPr algn="ctr" eaLnBrk="0" hangingPunct="0"/>
              <a:endParaRPr lang="nl-BE"/>
            </a:p>
          </p:txBody>
        </p:sp>
        <p:sp>
          <p:nvSpPr>
            <p:cNvPr id="12317" name="Oval 18"/>
            <p:cNvSpPr>
              <a:spLocks noChangeArrowheads="1"/>
            </p:cNvSpPr>
            <p:nvPr/>
          </p:nvSpPr>
          <p:spPr bwMode="auto">
            <a:xfrm>
              <a:off x="2711450" y="3922713"/>
              <a:ext cx="125413" cy="104775"/>
            </a:xfrm>
            <a:prstGeom prst="ellipse">
              <a:avLst/>
            </a:prstGeom>
            <a:solidFill>
              <a:srgbClr val="004000"/>
            </a:solidFill>
            <a:ln w="9525">
              <a:noFill/>
              <a:round/>
              <a:headEnd/>
              <a:tailEnd/>
            </a:ln>
          </p:spPr>
          <p:txBody>
            <a:bodyPr/>
            <a:lstStyle/>
            <a:p>
              <a:pPr algn="ctr" eaLnBrk="0" hangingPunct="0"/>
              <a:endParaRPr lang="nl-BE"/>
            </a:p>
          </p:txBody>
        </p:sp>
        <p:sp>
          <p:nvSpPr>
            <p:cNvPr id="12318" name="Oval 19"/>
            <p:cNvSpPr>
              <a:spLocks noChangeArrowheads="1"/>
            </p:cNvSpPr>
            <p:nvPr/>
          </p:nvSpPr>
          <p:spPr bwMode="auto">
            <a:xfrm>
              <a:off x="2852738" y="3952875"/>
              <a:ext cx="131762" cy="136525"/>
            </a:xfrm>
            <a:prstGeom prst="ellipse">
              <a:avLst/>
            </a:prstGeom>
            <a:solidFill>
              <a:srgbClr val="004000"/>
            </a:solidFill>
            <a:ln w="9525">
              <a:noFill/>
              <a:round/>
              <a:headEnd/>
              <a:tailEnd/>
            </a:ln>
          </p:spPr>
          <p:txBody>
            <a:bodyPr/>
            <a:lstStyle/>
            <a:p>
              <a:pPr algn="ctr" eaLnBrk="0" hangingPunct="0"/>
              <a:endParaRPr lang="nl-BE"/>
            </a:p>
          </p:txBody>
        </p:sp>
        <p:sp>
          <p:nvSpPr>
            <p:cNvPr id="12319" name="Oval 20"/>
            <p:cNvSpPr>
              <a:spLocks noChangeArrowheads="1"/>
            </p:cNvSpPr>
            <p:nvPr/>
          </p:nvSpPr>
          <p:spPr bwMode="auto">
            <a:xfrm>
              <a:off x="2706688" y="4035425"/>
              <a:ext cx="203200" cy="203200"/>
            </a:xfrm>
            <a:prstGeom prst="ellipse">
              <a:avLst/>
            </a:prstGeom>
            <a:solidFill>
              <a:srgbClr val="008000"/>
            </a:solidFill>
            <a:ln w="9525">
              <a:noFill/>
              <a:round/>
              <a:headEnd/>
              <a:tailEnd/>
            </a:ln>
          </p:spPr>
          <p:txBody>
            <a:bodyPr/>
            <a:lstStyle/>
            <a:p>
              <a:pPr algn="ctr" eaLnBrk="0" hangingPunct="0"/>
              <a:endParaRPr lang="nl-BE"/>
            </a:p>
          </p:txBody>
        </p:sp>
        <p:sp>
          <p:nvSpPr>
            <p:cNvPr id="12320" name="Oval 21"/>
            <p:cNvSpPr>
              <a:spLocks noChangeArrowheads="1"/>
            </p:cNvSpPr>
            <p:nvPr/>
          </p:nvSpPr>
          <p:spPr bwMode="auto">
            <a:xfrm>
              <a:off x="2759075" y="4046538"/>
              <a:ext cx="144463" cy="123825"/>
            </a:xfrm>
            <a:prstGeom prst="ellipse">
              <a:avLst/>
            </a:prstGeom>
            <a:solidFill>
              <a:srgbClr val="006000"/>
            </a:solidFill>
            <a:ln w="9525">
              <a:noFill/>
              <a:round/>
              <a:headEnd/>
              <a:tailEnd/>
            </a:ln>
          </p:spPr>
          <p:txBody>
            <a:bodyPr/>
            <a:lstStyle/>
            <a:p>
              <a:pPr algn="ctr" eaLnBrk="0" hangingPunct="0"/>
              <a:endParaRPr lang="nl-BE"/>
            </a:p>
          </p:txBody>
        </p:sp>
        <p:sp>
          <p:nvSpPr>
            <p:cNvPr id="12321" name="Oval 22"/>
            <p:cNvSpPr>
              <a:spLocks noChangeArrowheads="1"/>
            </p:cNvSpPr>
            <p:nvPr/>
          </p:nvSpPr>
          <p:spPr bwMode="auto">
            <a:xfrm>
              <a:off x="2659063" y="3727450"/>
              <a:ext cx="239712" cy="258763"/>
            </a:xfrm>
            <a:prstGeom prst="ellipse">
              <a:avLst/>
            </a:prstGeom>
            <a:solidFill>
              <a:srgbClr val="006000"/>
            </a:solidFill>
            <a:ln w="9525">
              <a:noFill/>
              <a:round/>
              <a:headEnd/>
              <a:tailEnd/>
            </a:ln>
          </p:spPr>
          <p:txBody>
            <a:bodyPr/>
            <a:lstStyle/>
            <a:p>
              <a:pPr algn="ctr" eaLnBrk="0" hangingPunct="0"/>
              <a:endParaRPr lang="nl-BE"/>
            </a:p>
          </p:txBody>
        </p:sp>
        <p:sp>
          <p:nvSpPr>
            <p:cNvPr id="12322" name="Oval 23"/>
            <p:cNvSpPr>
              <a:spLocks noChangeArrowheads="1"/>
            </p:cNvSpPr>
            <p:nvPr/>
          </p:nvSpPr>
          <p:spPr bwMode="auto">
            <a:xfrm>
              <a:off x="2843213" y="3738563"/>
              <a:ext cx="198437" cy="260350"/>
            </a:xfrm>
            <a:prstGeom prst="ellipse">
              <a:avLst/>
            </a:prstGeom>
            <a:solidFill>
              <a:srgbClr val="006000"/>
            </a:solidFill>
            <a:ln w="9525">
              <a:noFill/>
              <a:round/>
              <a:headEnd/>
              <a:tailEnd/>
            </a:ln>
          </p:spPr>
          <p:txBody>
            <a:bodyPr/>
            <a:lstStyle/>
            <a:p>
              <a:pPr algn="ctr" eaLnBrk="0" hangingPunct="0"/>
              <a:endParaRPr lang="nl-BE"/>
            </a:p>
          </p:txBody>
        </p:sp>
        <p:sp>
          <p:nvSpPr>
            <p:cNvPr id="12323" name="Oval 24"/>
            <p:cNvSpPr>
              <a:spLocks noChangeArrowheads="1"/>
            </p:cNvSpPr>
            <p:nvPr/>
          </p:nvSpPr>
          <p:spPr bwMode="auto">
            <a:xfrm>
              <a:off x="2762250" y="3692525"/>
              <a:ext cx="206375" cy="204788"/>
            </a:xfrm>
            <a:prstGeom prst="ellipse">
              <a:avLst/>
            </a:prstGeom>
            <a:solidFill>
              <a:srgbClr val="008000"/>
            </a:solidFill>
            <a:ln w="9525">
              <a:noFill/>
              <a:round/>
              <a:headEnd/>
              <a:tailEnd/>
            </a:ln>
          </p:spPr>
          <p:txBody>
            <a:bodyPr/>
            <a:lstStyle/>
            <a:p>
              <a:pPr algn="ctr" eaLnBrk="0" hangingPunct="0"/>
              <a:endParaRPr lang="nl-BE"/>
            </a:p>
          </p:txBody>
        </p:sp>
        <p:sp>
          <p:nvSpPr>
            <p:cNvPr id="12324" name="Oval 25"/>
            <p:cNvSpPr>
              <a:spLocks noChangeArrowheads="1"/>
            </p:cNvSpPr>
            <p:nvPr/>
          </p:nvSpPr>
          <p:spPr bwMode="auto">
            <a:xfrm>
              <a:off x="2816225" y="3762375"/>
              <a:ext cx="144463" cy="122238"/>
            </a:xfrm>
            <a:prstGeom prst="ellipse">
              <a:avLst/>
            </a:prstGeom>
            <a:solidFill>
              <a:srgbClr val="006000"/>
            </a:solidFill>
            <a:ln w="9525">
              <a:noFill/>
              <a:round/>
              <a:headEnd/>
              <a:tailEnd/>
            </a:ln>
          </p:spPr>
          <p:txBody>
            <a:bodyPr/>
            <a:lstStyle/>
            <a:p>
              <a:pPr algn="ctr" eaLnBrk="0" hangingPunct="0"/>
              <a:endParaRPr lang="nl-BE"/>
            </a:p>
          </p:txBody>
        </p:sp>
        <p:sp>
          <p:nvSpPr>
            <p:cNvPr id="12325" name="Oval 26"/>
            <p:cNvSpPr>
              <a:spLocks noChangeArrowheads="1"/>
            </p:cNvSpPr>
            <p:nvPr/>
          </p:nvSpPr>
          <p:spPr bwMode="auto">
            <a:xfrm>
              <a:off x="2667000" y="3517900"/>
              <a:ext cx="239713" cy="258763"/>
            </a:xfrm>
            <a:prstGeom prst="ellipse">
              <a:avLst/>
            </a:prstGeom>
            <a:solidFill>
              <a:srgbClr val="006000"/>
            </a:solidFill>
            <a:ln w="9525">
              <a:noFill/>
              <a:round/>
              <a:headEnd/>
              <a:tailEnd/>
            </a:ln>
          </p:spPr>
          <p:txBody>
            <a:bodyPr/>
            <a:lstStyle/>
            <a:p>
              <a:pPr algn="ctr" eaLnBrk="0" hangingPunct="0"/>
              <a:endParaRPr lang="nl-BE"/>
            </a:p>
          </p:txBody>
        </p:sp>
        <p:sp>
          <p:nvSpPr>
            <p:cNvPr id="12326" name="Oval 27"/>
            <p:cNvSpPr>
              <a:spLocks noChangeArrowheads="1"/>
            </p:cNvSpPr>
            <p:nvPr/>
          </p:nvSpPr>
          <p:spPr bwMode="auto">
            <a:xfrm>
              <a:off x="2835275" y="3554413"/>
              <a:ext cx="198438" cy="260350"/>
            </a:xfrm>
            <a:prstGeom prst="ellipse">
              <a:avLst/>
            </a:prstGeom>
            <a:solidFill>
              <a:srgbClr val="006000"/>
            </a:solidFill>
            <a:ln w="9525">
              <a:noFill/>
              <a:round/>
              <a:headEnd/>
              <a:tailEnd/>
            </a:ln>
          </p:spPr>
          <p:txBody>
            <a:bodyPr/>
            <a:lstStyle/>
            <a:p>
              <a:pPr algn="ctr" eaLnBrk="0" hangingPunct="0"/>
              <a:endParaRPr lang="nl-BE"/>
            </a:p>
          </p:txBody>
        </p:sp>
        <p:sp>
          <p:nvSpPr>
            <p:cNvPr id="12327" name="Oval 28"/>
            <p:cNvSpPr>
              <a:spLocks noChangeArrowheads="1"/>
            </p:cNvSpPr>
            <p:nvPr/>
          </p:nvSpPr>
          <p:spPr bwMode="auto">
            <a:xfrm>
              <a:off x="2733675" y="3635375"/>
              <a:ext cx="206375" cy="204788"/>
            </a:xfrm>
            <a:prstGeom prst="ellipse">
              <a:avLst/>
            </a:prstGeom>
            <a:solidFill>
              <a:srgbClr val="008000"/>
            </a:solidFill>
            <a:ln w="9525">
              <a:noFill/>
              <a:round/>
              <a:headEnd/>
              <a:tailEnd/>
            </a:ln>
          </p:spPr>
          <p:txBody>
            <a:bodyPr/>
            <a:lstStyle/>
            <a:p>
              <a:pPr algn="ctr" eaLnBrk="0" hangingPunct="0"/>
              <a:endParaRPr lang="nl-BE"/>
            </a:p>
          </p:txBody>
        </p:sp>
        <p:sp>
          <p:nvSpPr>
            <p:cNvPr id="12328" name="Oval 29"/>
            <p:cNvSpPr>
              <a:spLocks noChangeArrowheads="1"/>
            </p:cNvSpPr>
            <p:nvPr/>
          </p:nvSpPr>
          <p:spPr bwMode="auto">
            <a:xfrm>
              <a:off x="2786063" y="3646488"/>
              <a:ext cx="147637" cy="123825"/>
            </a:xfrm>
            <a:prstGeom prst="ellipse">
              <a:avLst/>
            </a:prstGeom>
            <a:solidFill>
              <a:srgbClr val="006000"/>
            </a:solidFill>
            <a:ln w="9525">
              <a:noFill/>
              <a:round/>
              <a:headEnd/>
              <a:tailEnd/>
            </a:ln>
          </p:spPr>
          <p:txBody>
            <a:bodyPr/>
            <a:lstStyle/>
            <a:p>
              <a:pPr algn="ctr" eaLnBrk="0" hangingPunct="0"/>
              <a:endParaRPr lang="nl-BE"/>
            </a:p>
          </p:txBody>
        </p:sp>
        <p:sp>
          <p:nvSpPr>
            <p:cNvPr id="12329" name="Oval 30"/>
            <p:cNvSpPr>
              <a:spLocks noChangeArrowheads="1"/>
            </p:cNvSpPr>
            <p:nvPr/>
          </p:nvSpPr>
          <p:spPr bwMode="auto">
            <a:xfrm>
              <a:off x="2479675" y="4281488"/>
              <a:ext cx="260350" cy="238125"/>
            </a:xfrm>
            <a:prstGeom prst="ellipse">
              <a:avLst/>
            </a:prstGeom>
            <a:solidFill>
              <a:srgbClr val="006000"/>
            </a:solidFill>
            <a:ln w="9525">
              <a:noFill/>
              <a:round/>
              <a:headEnd/>
              <a:tailEnd/>
            </a:ln>
          </p:spPr>
          <p:txBody>
            <a:bodyPr/>
            <a:lstStyle/>
            <a:p>
              <a:pPr algn="ctr" eaLnBrk="0" hangingPunct="0"/>
              <a:endParaRPr lang="nl-BE"/>
            </a:p>
          </p:txBody>
        </p:sp>
        <p:sp>
          <p:nvSpPr>
            <p:cNvPr id="12330" name="Oval 31"/>
            <p:cNvSpPr>
              <a:spLocks noChangeArrowheads="1"/>
            </p:cNvSpPr>
            <p:nvPr/>
          </p:nvSpPr>
          <p:spPr bwMode="auto">
            <a:xfrm>
              <a:off x="2441575" y="4156075"/>
              <a:ext cx="260350" cy="196850"/>
            </a:xfrm>
            <a:prstGeom prst="ellipse">
              <a:avLst/>
            </a:prstGeom>
            <a:solidFill>
              <a:srgbClr val="006000"/>
            </a:solidFill>
            <a:ln w="9525">
              <a:noFill/>
              <a:round/>
              <a:headEnd/>
              <a:tailEnd/>
            </a:ln>
          </p:spPr>
          <p:txBody>
            <a:bodyPr/>
            <a:lstStyle/>
            <a:p>
              <a:pPr algn="ctr" eaLnBrk="0" hangingPunct="0"/>
              <a:endParaRPr lang="nl-BE"/>
            </a:p>
          </p:txBody>
        </p:sp>
        <p:sp>
          <p:nvSpPr>
            <p:cNvPr id="12331" name="Oval 32"/>
            <p:cNvSpPr>
              <a:spLocks noChangeArrowheads="1"/>
            </p:cNvSpPr>
            <p:nvPr/>
          </p:nvSpPr>
          <p:spPr bwMode="auto">
            <a:xfrm>
              <a:off x="2628900" y="4292600"/>
              <a:ext cx="166688" cy="114300"/>
            </a:xfrm>
            <a:prstGeom prst="ellipse">
              <a:avLst/>
            </a:prstGeom>
            <a:solidFill>
              <a:srgbClr val="004000"/>
            </a:solidFill>
            <a:ln w="9525">
              <a:noFill/>
              <a:round/>
              <a:headEnd/>
              <a:tailEnd/>
            </a:ln>
          </p:spPr>
          <p:txBody>
            <a:bodyPr/>
            <a:lstStyle/>
            <a:p>
              <a:pPr algn="ctr" eaLnBrk="0" hangingPunct="0"/>
              <a:endParaRPr lang="nl-BE"/>
            </a:p>
          </p:txBody>
        </p:sp>
        <p:sp>
          <p:nvSpPr>
            <p:cNvPr id="12332" name="Oval 33"/>
            <p:cNvSpPr>
              <a:spLocks noChangeArrowheads="1"/>
            </p:cNvSpPr>
            <p:nvPr/>
          </p:nvSpPr>
          <p:spPr bwMode="auto">
            <a:xfrm>
              <a:off x="2566988" y="4175125"/>
              <a:ext cx="134937" cy="131763"/>
            </a:xfrm>
            <a:prstGeom prst="ellipse">
              <a:avLst/>
            </a:prstGeom>
            <a:solidFill>
              <a:srgbClr val="004000"/>
            </a:solidFill>
            <a:ln w="9525">
              <a:noFill/>
              <a:round/>
              <a:headEnd/>
              <a:tailEnd/>
            </a:ln>
          </p:spPr>
          <p:txBody>
            <a:bodyPr/>
            <a:lstStyle/>
            <a:p>
              <a:pPr algn="ctr" eaLnBrk="0" hangingPunct="0"/>
              <a:endParaRPr lang="nl-BE"/>
            </a:p>
          </p:txBody>
        </p:sp>
        <p:sp>
          <p:nvSpPr>
            <p:cNvPr id="12333" name="Oval 34"/>
            <p:cNvSpPr>
              <a:spLocks noChangeArrowheads="1"/>
            </p:cNvSpPr>
            <p:nvPr/>
          </p:nvSpPr>
          <p:spPr bwMode="auto">
            <a:xfrm>
              <a:off x="2417763" y="4248150"/>
              <a:ext cx="203200" cy="204788"/>
            </a:xfrm>
            <a:prstGeom prst="ellipse">
              <a:avLst/>
            </a:prstGeom>
            <a:solidFill>
              <a:srgbClr val="008000"/>
            </a:solidFill>
            <a:ln w="9525">
              <a:noFill/>
              <a:round/>
              <a:headEnd/>
              <a:tailEnd/>
            </a:ln>
          </p:spPr>
          <p:txBody>
            <a:bodyPr/>
            <a:lstStyle/>
            <a:p>
              <a:pPr algn="ctr" eaLnBrk="0" hangingPunct="0"/>
              <a:endParaRPr lang="nl-BE"/>
            </a:p>
          </p:txBody>
        </p:sp>
        <p:sp>
          <p:nvSpPr>
            <p:cNvPr id="12334" name="Oval 35"/>
            <p:cNvSpPr>
              <a:spLocks noChangeArrowheads="1"/>
            </p:cNvSpPr>
            <p:nvPr/>
          </p:nvSpPr>
          <p:spPr bwMode="auto">
            <a:xfrm>
              <a:off x="2486025" y="4254500"/>
              <a:ext cx="123825" cy="146050"/>
            </a:xfrm>
            <a:prstGeom prst="ellipse">
              <a:avLst/>
            </a:prstGeom>
            <a:solidFill>
              <a:srgbClr val="006000"/>
            </a:solidFill>
            <a:ln w="9525">
              <a:noFill/>
              <a:round/>
              <a:headEnd/>
              <a:tailEnd/>
            </a:ln>
          </p:spPr>
          <p:txBody>
            <a:bodyPr/>
            <a:lstStyle/>
            <a:p>
              <a:pPr algn="ctr" eaLnBrk="0" hangingPunct="0"/>
              <a:endParaRPr lang="nl-BE"/>
            </a:p>
          </p:txBody>
        </p:sp>
        <p:sp>
          <p:nvSpPr>
            <p:cNvPr id="12335" name="Oval 36"/>
            <p:cNvSpPr>
              <a:spLocks noChangeArrowheads="1"/>
            </p:cNvSpPr>
            <p:nvPr/>
          </p:nvSpPr>
          <p:spPr bwMode="auto">
            <a:xfrm>
              <a:off x="2797175" y="3332163"/>
              <a:ext cx="174625" cy="161925"/>
            </a:xfrm>
            <a:prstGeom prst="ellipse">
              <a:avLst/>
            </a:prstGeom>
            <a:solidFill>
              <a:srgbClr val="006000"/>
            </a:solidFill>
            <a:ln w="9525">
              <a:noFill/>
              <a:round/>
              <a:headEnd/>
              <a:tailEnd/>
            </a:ln>
          </p:spPr>
          <p:txBody>
            <a:bodyPr/>
            <a:lstStyle/>
            <a:p>
              <a:pPr algn="ctr" eaLnBrk="0" hangingPunct="0"/>
              <a:endParaRPr lang="nl-BE"/>
            </a:p>
          </p:txBody>
        </p:sp>
        <p:sp>
          <p:nvSpPr>
            <p:cNvPr id="12336" name="Oval 37"/>
            <p:cNvSpPr>
              <a:spLocks noChangeArrowheads="1"/>
            </p:cNvSpPr>
            <p:nvPr/>
          </p:nvSpPr>
          <p:spPr bwMode="auto">
            <a:xfrm>
              <a:off x="2789238" y="3451225"/>
              <a:ext cx="214312" cy="142875"/>
            </a:xfrm>
            <a:prstGeom prst="ellipse">
              <a:avLst/>
            </a:prstGeom>
            <a:solidFill>
              <a:srgbClr val="006000"/>
            </a:solidFill>
            <a:ln w="9525">
              <a:noFill/>
              <a:round/>
              <a:headEnd/>
              <a:tailEnd/>
            </a:ln>
          </p:spPr>
          <p:txBody>
            <a:bodyPr/>
            <a:lstStyle/>
            <a:p>
              <a:pPr algn="ctr" eaLnBrk="0" hangingPunct="0"/>
              <a:endParaRPr lang="nl-BE"/>
            </a:p>
          </p:txBody>
        </p:sp>
        <p:sp>
          <p:nvSpPr>
            <p:cNvPr id="12337" name="Oval 38"/>
            <p:cNvSpPr>
              <a:spLocks noChangeArrowheads="1"/>
            </p:cNvSpPr>
            <p:nvPr/>
          </p:nvSpPr>
          <p:spPr bwMode="auto">
            <a:xfrm>
              <a:off x="2857500" y="3378200"/>
              <a:ext cx="166688" cy="147638"/>
            </a:xfrm>
            <a:prstGeom prst="ellipse">
              <a:avLst/>
            </a:prstGeom>
            <a:solidFill>
              <a:srgbClr val="008000"/>
            </a:solidFill>
            <a:ln w="9525">
              <a:noFill/>
              <a:round/>
              <a:headEnd/>
              <a:tailEnd/>
            </a:ln>
          </p:spPr>
          <p:txBody>
            <a:bodyPr/>
            <a:lstStyle/>
            <a:p>
              <a:pPr algn="ctr" eaLnBrk="0" hangingPunct="0"/>
              <a:endParaRPr lang="nl-BE"/>
            </a:p>
          </p:txBody>
        </p:sp>
        <p:sp>
          <p:nvSpPr>
            <p:cNvPr id="12338" name="Oval 39"/>
            <p:cNvSpPr>
              <a:spLocks noChangeArrowheads="1"/>
            </p:cNvSpPr>
            <p:nvPr/>
          </p:nvSpPr>
          <p:spPr bwMode="auto">
            <a:xfrm>
              <a:off x="2867025" y="3416300"/>
              <a:ext cx="101600" cy="104775"/>
            </a:xfrm>
            <a:prstGeom prst="ellipse">
              <a:avLst/>
            </a:prstGeom>
            <a:solidFill>
              <a:srgbClr val="006000"/>
            </a:solidFill>
            <a:ln w="9525">
              <a:noFill/>
              <a:round/>
              <a:headEnd/>
              <a:tailEnd/>
            </a:ln>
          </p:spPr>
          <p:txBody>
            <a:bodyPr/>
            <a:lstStyle/>
            <a:p>
              <a:pPr algn="ctr" eaLnBrk="0" hangingPunct="0"/>
              <a:endParaRPr lang="nl-BE"/>
            </a:p>
          </p:txBody>
        </p:sp>
        <p:sp>
          <p:nvSpPr>
            <p:cNvPr id="12339" name="Oval 40"/>
            <p:cNvSpPr>
              <a:spLocks noChangeArrowheads="1"/>
            </p:cNvSpPr>
            <p:nvPr/>
          </p:nvSpPr>
          <p:spPr bwMode="auto">
            <a:xfrm>
              <a:off x="2543175" y="3935413"/>
              <a:ext cx="136525" cy="157162"/>
            </a:xfrm>
            <a:prstGeom prst="ellipse">
              <a:avLst/>
            </a:prstGeom>
            <a:solidFill>
              <a:srgbClr val="006000"/>
            </a:solidFill>
            <a:ln w="9525">
              <a:noFill/>
              <a:round/>
              <a:headEnd/>
              <a:tailEnd/>
            </a:ln>
          </p:spPr>
          <p:txBody>
            <a:bodyPr/>
            <a:lstStyle/>
            <a:p>
              <a:pPr algn="ctr" eaLnBrk="0" hangingPunct="0"/>
              <a:endParaRPr lang="nl-BE"/>
            </a:p>
          </p:txBody>
        </p:sp>
        <p:sp>
          <p:nvSpPr>
            <p:cNvPr id="12340" name="Oval 41"/>
            <p:cNvSpPr>
              <a:spLocks noChangeArrowheads="1"/>
            </p:cNvSpPr>
            <p:nvPr/>
          </p:nvSpPr>
          <p:spPr bwMode="auto">
            <a:xfrm>
              <a:off x="2497138" y="4054475"/>
              <a:ext cx="214312" cy="142875"/>
            </a:xfrm>
            <a:prstGeom prst="ellipse">
              <a:avLst/>
            </a:prstGeom>
            <a:solidFill>
              <a:srgbClr val="006000"/>
            </a:solidFill>
            <a:ln w="9525">
              <a:noFill/>
              <a:round/>
              <a:headEnd/>
              <a:tailEnd/>
            </a:ln>
          </p:spPr>
          <p:txBody>
            <a:bodyPr/>
            <a:lstStyle/>
            <a:p>
              <a:pPr algn="ctr" eaLnBrk="0" hangingPunct="0"/>
              <a:endParaRPr lang="nl-BE"/>
            </a:p>
          </p:txBody>
        </p:sp>
        <p:sp>
          <p:nvSpPr>
            <p:cNvPr id="12341" name="Oval 42"/>
            <p:cNvSpPr>
              <a:spLocks noChangeArrowheads="1"/>
            </p:cNvSpPr>
            <p:nvPr/>
          </p:nvSpPr>
          <p:spPr bwMode="auto">
            <a:xfrm>
              <a:off x="2563813" y="3983038"/>
              <a:ext cx="168275" cy="146050"/>
            </a:xfrm>
            <a:prstGeom prst="ellipse">
              <a:avLst/>
            </a:prstGeom>
            <a:solidFill>
              <a:srgbClr val="008000"/>
            </a:solidFill>
            <a:ln w="9525">
              <a:noFill/>
              <a:round/>
              <a:headEnd/>
              <a:tailEnd/>
            </a:ln>
          </p:spPr>
          <p:txBody>
            <a:bodyPr/>
            <a:lstStyle/>
            <a:p>
              <a:pPr algn="ctr" eaLnBrk="0" hangingPunct="0"/>
              <a:endParaRPr lang="nl-BE"/>
            </a:p>
          </p:txBody>
        </p:sp>
        <p:sp>
          <p:nvSpPr>
            <p:cNvPr id="12342" name="Oval 43"/>
            <p:cNvSpPr>
              <a:spLocks noChangeArrowheads="1"/>
            </p:cNvSpPr>
            <p:nvPr/>
          </p:nvSpPr>
          <p:spPr bwMode="auto">
            <a:xfrm>
              <a:off x="2573338" y="4021138"/>
              <a:ext cx="101600" cy="104775"/>
            </a:xfrm>
            <a:prstGeom prst="ellipse">
              <a:avLst/>
            </a:prstGeom>
            <a:solidFill>
              <a:srgbClr val="006000"/>
            </a:solidFill>
            <a:ln w="9525">
              <a:noFill/>
              <a:round/>
              <a:headEnd/>
              <a:tailEnd/>
            </a:ln>
          </p:spPr>
          <p:txBody>
            <a:bodyPr/>
            <a:lstStyle/>
            <a:p>
              <a:pPr algn="ctr" eaLnBrk="0" hangingPunct="0"/>
              <a:endParaRPr lang="nl-BE"/>
            </a:p>
          </p:txBody>
        </p:sp>
        <p:sp>
          <p:nvSpPr>
            <p:cNvPr id="12343" name="Oval 44"/>
            <p:cNvSpPr>
              <a:spLocks noChangeArrowheads="1"/>
            </p:cNvSpPr>
            <p:nvPr/>
          </p:nvSpPr>
          <p:spPr bwMode="auto">
            <a:xfrm>
              <a:off x="2270125" y="4316413"/>
              <a:ext cx="215900" cy="169862"/>
            </a:xfrm>
            <a:prstGeom prst="ellipse">
              <a:avLst/>
            </a:prstGeom>
            <a:solidFill>
              <a:srgbClr val="006000"/>
            </a:solidFill>
            <a:ln w="9525">
              <a:noFill/>
              <a:round/>
              <a:headEnd/>
              <a:tailEnd/>
            </a:ln>
          </p:spPr>
          <p:txBody>
            <a:bodyPr/>
            <a:lstStyle/>
            <a:p>
              <a:pPr algn="ctr" eaLnBrk="0" hangingPunct="0"/>
              <a:endParaRPr lang="nl-BE"/>
            </a:p>
          </p:txBody>
        </p:sp>
        <p:sp>
          <p:nvSpPr>
            <p:cNvPr id="12344" name="Oval 45"/>
            <p:cNvSpPr>
              <a:spLocks noChangeArrowheads="1"/>
            </p:cNvSpPr>
            <p:nvPr/>
          </p:nvSpPr>
          <p:spPr bwMode="auto">
            <a:xfrm>
              <a:off x="2300288" y="4435475"/>
              <a:ext cx="214312" cy="141288"/>
            </a:xfrm>
            <a:prstGeom prst="ellipse">
              <a:avLst/>
            </a:prstGeom>
            <a:solidFill>
              <a:srgbClr val="006000"/>
            </a:solidFill>
            <a:ln w="9525">
              <a:noFill/>
              <a:round/>
              <a:headEnd/>
              <a:tailEnd/>
            </a:ln>
          </p:spPr>
          <p:txBody>
            <a:bodyPr/>
            <a:lstStyle/>
            <a:p>
              <a:pPr algn="ctr" eaLnBrk="0" hangingPunct="0"/>
              <a:endParaRPr lang="nl-BE"/>
            </a:p>
          </p:txBody>
        </p:sp>
        <p:sp>
          <p:nvSpPr>
            <p:cNvPr id="12345" name="Oval 46"/>
            <p:cNvSpPr>
              <a:spLocks noChangeArrowheads="1"/>
            </p:cNvSpPr>
            <p:nvPr/>
          </p:nvSpPr>
          <p:spPr bwMode="auto">
            <a:xfrm>
              <a:off x="2273300" y="4348163"/>
              <a:ext cx="161925" cy="109537"/>
            </a:xfrm>
            <a:prstGeom prst="ellipse">
              <a:avLst/>
            </a:prstGeom>
            <a:solidFill>
              <a:srgbClr val="004000"/>
            </a:solidFill>
            <a:ln w="9525">
              <a:noFill/>
              <a:round/>
              <a:headEnd/>
              <a:tailEnd/>
            </a:ln>
          </p:spPr>
          <p:txBody>
            <a:bodyPr/>
            <a:lstStyle/>
            <a:p>
              <a:pPr algn="ctr" eaLnBrk="0" hangingPunct="0"/>
              <a:endParaRPr lang="nl-BE"/>
            </a:p>
          </p:txBody>
        </p:sp>
        <p:sp>
          <p:nvSpPr>
            <p:cNvPr id="12346" name="Oval 47"/>
            <p:cNvSpPr>
              <a:spLocks noChangeArrowheads="1"/>
            </p:cNvSpPr>
            <p:nvPr/>
          </p:nvSpPr>
          <p:spPr bwMode="auto">
            <a:xfrm>
              <a:off x="2300288" y="4468813"/>
              <a:ext cx="112712" cy="95250"/>
            </a:xfrm>
            <a:prstGeom prst="ellipse">
              <a:avLst/>
            </a:prstGeom>
            <a:solidFill>
              <a:srgbClr val="004000"/>
            </a:solidFill>
            <a:ln w="9525">
              <a:noFill/>
              <a:round/>
              <a:headEnd/>
              <a:tailEnd/>
            </a:ln>
          </p:spPr>
          <p:txBody>
            <a:bodyPr/>
            <a:lstStyle/>
            <a:p>
              <a:pPr algn="ctr" eaLnBrk="0" hangingPunct="0"/>
              <a:endParaRPr lang="nl-BE"/>
            </a:p>
          </p:txBody>
        </p:sp>
        <p:sp>
          <p:nvSpPr>
            <p:cNvPr id="12347" name="Oval 48"/>
            <p:cNvSpPr>
              <a:spLocks noChangeArrowheads="1"/>
            </p:cNvSpPr>
            <p:nvPr/>
          </p:nvSpPr>
          <p:spPr bwMode="auto">
            <a:xfrm>
              <a:off x="2366963" y="4362450"/>
              <a:ext cx="169862" cy="147638"/>
            </a:xfrm>
            <a:prstGeom prst="ellipse">
              <a:avLst/>
            </a:prstGeom>
            <a:solidFill>
              <a:srgbClr val="008000"/>
            </a:solidFill>
            <a:ln w="9525">
              <a:noFill/>
              <a:round/>
              <a:headEnd/>
              <a:tailEnd/>
            </a:ln>
          </p:spPr>
          <p:txBody>
            <a:bodyPr/>
            <a:lstStyle/>
            <a:p>
              <a:pPr algn="ctr" eaLnBrk="0" hangingPunct="0"/>
              <a:endParaRPr lang="nl-BE"/>
            </a:p>
          </p:txBody>
        </p:sp>
        <p:sp>
          <p:nvSpPr>
            <p:cNvPr id="12348" name="Oval 49"/>
            <p:cNvSpPr>
              <a:spLocks noChangeArrowheads="1"/>
            </p:cNvSpPr>
            <p:nvPr/>
          </p:nvSpPr>
          <p:spPr bwMode="auto">
            <a:xfrm>
              <a:off x="2378075" y="4402138"/>
              <a:ext cx="101600" cy="101600"/>
            </a:xfrm>
            <a:prstGeom prst="ellipse">
              <a:avLst/>
            </a:prstGeom>
            <a:solidFill>
              <a:srgbClr val="006000"/>
            </a:solidFill>
            <a:ln w="9525">
              <a:noFill/>
              <a:round/>
              <a:headEnd/>
              <a:tailEnd/>
            </a:ln>
          </p:spPr>
          <p:txBody>
            <a:bodyPr/>
            <a:lstStyle/>
            <a:p>
              <a:pPr algn="ctr" eaLnBrk="0" hangingPunct="0"/>
              <a:endParaRPr lang="nl-BE"/>
            </a:p>
          </p:txBody>
        </p:sp>
        <p:sp>
          <p:nvSpPr>
            <p:cNvPr id="12349" name="Oval 50"/>
            <p:cNvSpPr>
              <a:spLocks noChangeArrowheads="1"/>
            </p:cNvSpPr>
            <p:nvPr/>
          </p:nvSpPr>
          <p:spPr bwMode="auto">
            <a:xfrm>
              <a:off x="6148388" y="4054475"/>
              <a:ext cx="239712" cy="258763"/>
            </a:xfrm>
            <a:prstGeom prst="ellipse">
              <a:avLst/>
            </a:prstGeom>
            <a:solidFill>
              <a:srgbClr val="006000"/>
            </a:solidFill>
            <a:ln w="9525">
              <a:noFill/>
              <a:round/>
              <a:headEnd/>
              <a:tailEnd/>
            </a:ln>
          </p:spPr>
          <p:txBody>
            <a:bodyPr/>
            <a:lstStyle/>
            <a:p>
              <a:pPr algn="ctr" eaLnBrk="0" hangingPunct="0"/>
              <a:endParaRPr lang="nl-BE"/>
            </a:p>
          </p:txBody>
        </p:sp>
        <p:sp>
          <p:nvSpPr>
            <p:cNvPr id="12350" name="Oval 51"/>
            <p:cNvSpPr>
              <a:spLocks noChangeArrowheads="1"/>
            </p:cNvSpPr>
            <p:nvPr/>
          </p:nvSpPr>
          <p:spPr bwMode="auto">
            <a:xfrm>
              <a:off x="6315075" y="4016375"/>
              <a:ext cx="200025" cy="258763"/>
            </a:xfrm>
            <a:prstGeom prst="ellipse">
              <a:avLst/>
            </a:prstGeom>
            <a:solidFill>
              <a:srgbClr val="006000"/>
            </a:solidFill>
            <a:ln w="9525">
              <a:noFill/>
              <a:round/>
              <a:headEnd/>
              <a:tailEnd/>
            </a:ln>
          </p:spPr>
          <p:txBody>
            <a:bodyPr/>
            <a:lstStyle/>
            <a:p>
              <a:pPr algn="ctr" eaLnBrk="0" hangingPunct="0"/>
              <a:endParaRPr lang="nl-BE"/>
            </a:p>
          </p:txBody>
        </p:sp>
        <p:sp>
          <p:nvSpPr>
            <p:cNvPr id="12351" name="Oval 52"/>
            <p:cNvSpPr>
              <a:spLocks noChangeArrowheads="1"/>
            </p:cNvSpPr>
            <p:nvPr/>
          </p:nvSpPr>
          <p:spPr bwMode="auto">
            <a:xfrm>
              <a:off x="6223000" y="4202113"/>
              <a:ext cx="123825" cy="104775"/>
            </a:xfrm>
            <a:prstGeom prst="ellipse">
              <a:avLst/>
            </a:prstGeom>
            <a:solidFill>
              <a:srgbClr val="004000"/>
            </a:solidFill>
            <a:ln w="9525">
              <a:noFill/>
              <a:round/>
              <a:headEnd/>
              <a:tailEnd/>
            </a:ln>
          </p:spPr>
          <p:txBody>
            <a:bodyPr/>
            <a:lstStyle/>
            <a:p>
              <a:pPr algn="ctr" eaLnBrk="0" hangingPunct="0"/>
              <a:endParaRPr lang="nl-BE"/>
            </a:p>
          </p:txBody>
        </p:sp>
        <p:sp>
          <p:nvSpPr>
            <p:cNvPr id="12352" name="Oval 53"/>
            <p:cNvSpPr>
              <a:spLocks noChangeArrowheads="1"/>
            </p:cNvSpPr>
            <p:nvPr/>
          </p:nvSpPr>
          <p:spPr bwMode="auto">
            <a:xfrm>
              <a:off x="6364288" y="4140200"/>
              <a:ext cx="130175" cy="134938"/>
            </a:xfrm>
            <a:prstGeom prst="ellipse">
              <a:avLst/>
            </a:prstGeom>
            <a:solidFill>
              <a:srgbClr val="004000"/>
            </a:solidFill>
            <a:ln w="9525">
              <a:noFill/>
              <a:round/>
              <a:headEnd/>
              <a:tailEnd/>
            </a:ln>
          </p:spPr>
          <p:txBody>
            <a:bodyPr/>
            <a:lstStyle/>
            <a:p>
              <a:pPr algn="ctr" eaLnBrk="0" hangingPunct="0"/>
              <a:endParaRPr lang="nl-BE"/>
            </a:p>
          </p:txBody>
        </p:sp>
        <p:sp>
          <p:nvSpPr>
            <p:cNvPr id="12353" name="Oval 54"/>
            <p:cNvSpPr>
              <a:spLocks noChangeArrowheads="1"/>
            </p:cNvSpPr>
            <p:nvPr/>
          </p:nvSpPr>
          <p:spPr bwMode="auto">
            <a:xfrm>
              <a:off x="6216650" y="3990975"/>
              <a:ext cx="204788" cy="203200"/>
            </a:xfrm>
            <a:prstGeom prst="ellipse">
              <a:avLst/>
            </a:prstGeom>
            <a:solidFill>
              <a:srgbClr val="008000"/>
            </a:solidFill>
            <a:ln w="9525">
              <a:noFill/>
              <a:round/>
              <a:headEnd/>
              <a:tailEnd/>
            </a:ln>
          </p:spPr>
          <p:txBody>
            <a:bodyPr/>
            <a:lstStyle/>
            <a:p>
              <a:pPr algn="ctr" eaLnBrk="0" hangingPunct="0"/>
              <a:endParaRPr lang="nl-BE"/>
            </a:p>
          </p:txBody>
        </p:sp>
        <p:sp>
          <p:nvSpPr>
            <p:cNvPr id="12354" name="Oval 55"/>
            <p:cNvSpPr>
              <a:spLocks noChangeArrowheads="1"/>
            </p:cNvSpPr>
            <p:nvPr/>
          </p:nvSpPr>
          <p:spPr bwMode="auto">
            <a:xfrm>
              <a:off x="6269038" y="4059238"/>
              <a:ext cx="146050" cy="122237"/>
            </a:xfrm>
            <a:prstGeom prst="ellipse">
              <a:avLst/>
            </a:prstGeom>
            <a:solidFill>
              <a:srgbClr val="006000"/>
            </a:solidFill>
            <a:ln w="9525">
              <a:noFill/>
              <a:round/>
              <a:headEnd/>
              <a:tailEnd/>
            </a:ln>
          </p:spPr>
          <p:txBody>
            <a:bodyPr/>
            <a:lstStyle/>
            <a:p>
              <a:pPr algn="ctr" eaLnBrk="0" hangingPunct="0"/>
              <a:endParaRPr lang="nl-BE"/>
            </a:p>
          </p:txBody>
        </p:sp>
        <p:sp>
          <p:nvSpPr>
            <p:cNvPr id="12355" name="Oval 56"/>
            <p:cNvSpPr>
              <a:spLocks noChangeArrowheads="1"/>
            </p:cNvSpPr>
            <p:nvPr/>
          </p:nvSpPr>
          <p:spPr bwMode="auto">
            <a:xfrm>
              <a:off x="6121400" y="4140200"/>
              <a:ext cx="277813" cy="222250"/>
            </a:xfrm>
            <a:prstGeom prst="ellipse">
              <a:avLst/>
            </a:prstGeom>
            <a:solidFill>
              <a:srgbClr val="006000"/>
            </a:solidFill>
            <a:ln w="9525">
              <a:noFill/>
              <a:round/>
              <a:headEnd/>
              <a:tailEnd/>
            </a:ln>
          </p:spPr>
          <p:txBody>
            <a:bodyPr/>
            <a:lstStyle/>
            <a:p>
              <a:pPr algn="ctr" eaLnBrk="0" hangingPunct="0"/>
              <a:endParaRPr lang="nl-BE"/>
            </a:p>
          </p:txBody>
        </p:sp>
        <p:sp>
          <p:nvSpPr>
            <p:cNvPr id="12356" name="Oval 57"/>
            <p:cNvSpPr>
              <a:spLocks noChangeArrowheads="1"/>
            </p:cNvSpPr>
            <p:nvPr/>
          </p:nvSpPr>
          <p:spPr bwMode="auto">
            <a:xfrm>
              <a:off x="6161088" y="4294188"/>
              <a:ext cx="279400" cy="184150"/>
            </a:xfrm>
            <a:prstGeom prst="ellipse">
              <a:avLst/>
            </a:prstGeom>
            <a:solidFill>
              <a:srgbClr val="006000"/>
            </a:solidFill>
            <a:ln w="9525">
              <a:noFill/>
              <a:round/>
              <a:headEnd/>
              <a:tailEnd/>
            </a:ln>
          </p:spPr>
          <p:txBody>
            <a:bodyPr/>
            <a:lstStyle/>
            <a:p>
              <a:pPr algn="ctr" eaLnBrk="0" hangingPunct="0"/>
              <a:endParaRPr lang="nl-BE"/>
            </a:p>
          </p:txBody>
        </p:sp>
        <p:sp>
          <p:nvSpPr>
            <p:cNvPr id="12357" name="Oval 58"/>
            <p:cNvSpPr>
              <a:spLocks noChangeArrowheads="1"/>
            </p:cNvSpPr>
            <p:nvPr/>
          </p:nvSpPr>
          <p:spPr bwMode="auto">
            <a:xfrm>
              <a:off x="6119813" y="4224338"/>
              <a:ext cx="223837" cy="111125"/>
            </a:xfrm>
            <a:prstGeom prst="ellipse">
              <a:avLst/>
            </a:prstGeom>
            <a:solidFill>
              <a:srgbClr val="004000"/>
            </a:solidFill>
            <a:ln w="9525">
              <a:noFill/>
              <a:round/>
              <a:headEnd/>
              <a:tailEnd/>
            </a:ln>
          </p:spPr>
          <p:txBody>
            <a:bodyPr/>
            <a:lstStyle/>
            <a:p>
              <a:pPr algn="ctr" eaLnBrk="0" hangingPunct="0"/>
              <a:endParaRPr lang="nl-BE"/>
            </a:p>
          </p:txBody>
        </p:sp>
        <p:sp>
          <p:nvSpPr>
            <p:cNvPr id="12358" name="Oval 59"/>
            <p:cNvSpPr>
              <a:spLocks noChangeArrowheads="1"/>
            </p:cNvSpPr>
            <p:nvPr/>
          </p:nvSpPr>
          <p:spPr bwMode="auto">
            <a:xfrm>
              <a:off x="6248400" y="4200525"/>
              <a:ext cx="219075" cy="192088"/>
            </a:xfrm>
            <a:prstGeom prst="ellipse">
              <a:avLst/>
            </a:prstGeom>
            <a:solidFill>
              <a:srgbClr val="008000"/>
            </a:solidFill>
            <a:ln w="9525">
              <a:noFill/>
              <a:round/>
              <a:headEnd/>
              <a:tailEnd/>
            </a:ln>
          </p:spPr>
          <p:txBody>
            <a:bodyPr/>
            <a:lstStyle/>
            <a:p>
              <a:pPr algn="ctr" eaLnBrk="0" hangingPunct="0"/>
              <a:endParaRPr lang="nl-BE"/>
            </a:p>
          </p:txBody>
        </p:sp>
        <p:sp>
          <p:nvSpPr>
            <p:cNvPr id="12359" name="Oval 60"/>
            <p:cNvSpPr>
              <a:spLocks noChangeArrowheads="1"/>
            </p:cNvSpPr>
            <p:nvPr/>
          </p:nvSpPr>
          <p:spPr bwMode="auto">
            <a:xfrm>
              <a:off x="6261100" y="4251325"/>
              <a:ext cx="131763" cy="134938"/>
            </a:xfrm>
            <a:prstGeom prst="ellipse">
              <a:avLst/>
            </a:prstGeom>
            <a:solidFill>
              <a:srgbClr val="006000"/>
            </a:solidFill>
            <a:ln w="9525">
              <a:noFill/>
              <a:round/>
              <a:headEnd/>
              <a:tailEnd/>
            </a:ln>
          </p:spPr>
          <p:txBody>
            <a:bodyPr/>
            <a:lstStyle/>
            <a:p>
              <a:pPr algn="ctr" eaLnBrk="0" hangingPunct="0"/>
              <a:endParaRPr lang="nl-BE"/>
            </a:p>
          </p:txBody>
        </p:sp>
        <p:sp>
          <p:nvSpPr>
            <p:cNvPr id="12360" name="Oval 61"/>
            <p:cNvSpPr>
              <a:spLocks noChangeArrowheads="1"/>
            </p:cNvSpPr>
            <p:nvPr/>
          </p:nvSpPr>
          <p:spPr bwMode="auto">
            <a:xfrm>
              <a:off x="5875338" y="4181475"/>
              <a:ext cx="238125" cy="258763"/>
            </a:xfrm>
            <a:prstGeom prst="ellipse">
              <a:avLst/>
            </a:prstGeom>
            <a:solidFill>
              <a:srgbClr val="006000"/>
            </a:solidFill>
            <a:ln w="9525">
              <a:noFill/>
              <a:round/>
              <a:headEnd/>
              <a:tailEnd/>
            </a:ln>
          </p:spPr>
          <p:txBody>
            <a:bodyPr/>
            <a:lstStyle/>
            <a:p>
              <a:pPr algn="ctr" eaLnBrk="0" hangingPunct="0"/>
              <a:endParaRPr lang="nl-BE"/>
            </a:p>
          </p:txBody>
        </p:sp>
        <p:sp>
          <p:nvSpPr>
            <p:cNvPr id="12361" name="Oval 62"/>
            <p:cNvSpPr>
              <a:spLocks noChangeArrowheads="1"/>
            </p:cNvSpPr>
            <p:nvPr/>
          </p:nvSpPr>
          <p:spPr bwMode="auto">
            <a:xfrm>
              <a:off x="6042025" y="4143375"/>
              <a:ext cx="200025" cy="258763"/>
            </a:xfrm>
            <a:prstGeom prst="ellipse">
              <a:avLst/>
            </a:prstGeom>
            <a:solidFill>
              <a:srgbClr val="006000"/>
            </a:solidFill>
            <a:ln w="9525">
              <a:noFill/>
              <a:round/>
              <a:headEnd/>
              <a:tailEnd/>
            </a:ln>
          </p:spPr>
          <p:txBody>
            <a:bodyPr/>
            <a:lstStyle/>
            <a:p>
              <a:pPr algn="ctr" eaLnBrk="0" hangingPunct="0"/>
              <a:endParaRPr lang="nl-BE"/>
            </a:p>
          </p:txBody>
        </p:sp>
        <p:sp>
          <p:nvSpPr>
            <p:cNvPr id="12362" name="Oval 63"/>
            <p:cNvSpPr>
              <a:spLocks noChangeArrowheads="1"/>
            </p:cNvSpPr>
            <p:nvPr/>
          </p:nvSpPr>
          <p:spPr bwMode="auto">
            <a:xfrm>
              <a:off x="5948363" y="4329113"/>
              <a:ext cx="125412" cy="104775"/>
            </a:xfrm>
            <a:prstGeom prst="ellipse">
              <a:avLst/>
            </a:prstGeom>
            <a:solidFill>
              <a:srgbClr val="004000"/>
            </a:solidFill>
            <a:ln w="9525">
              <a:noFill/>
              <a:round/>
              <a:headEnd/>
              <a:tailEnd/>
            </a:ln>
          </p:spPr>
          <p:txBody>
            <a:bodyPr/>
            <a:lstStyle/>
            <a:p>
              <a:pPr algn="ctr" eaLnBrk="0" hangingPunct="0"/>
              <a:endParaRPr lang="nl-BE"/>
            </a:p>
          </p:txBody>
        </p:sp>
        <p:sp>
          <p:nvSpPr>
            <p:cNvPr id="12363" name="Oval 64"/>
            <p:cNvSpPr>
              <a:spLocks noChangeArrowheads="1"/>
            </p:cNvSpPr>
            <p:nvPr/>
          </p:nvSpPr>
          <p:spPr bwMode="auto">
            <a:xfrm>
              <a:off x="6089650" y="4267200"/>
              <a:ext cx="130175" cy="134938"/>
            </a:xfrm>
            <a:prstGeom prst="ellipse">
              <a:avLst/>
            </a:prstGeom>
            <a:solidFill>
              <a:srgbClr val="004000"/>
            </a:solidFill>
            <a:ln w="9525">
              <a:noFill/>
              <a:round/>
              <a:headEnd/>
              <a:tailEnd/>
            </a:ln>
          </p:spPr>
          <p:txBody>
            <a:bodyPr/>
            <a:lstStyle/>
            <a:p>
              <a:pPr algn="ctr" eaLnBrk="0" hangingPunct="0"/>
              <a:endParaRPr lang="nl-BE"/>
            </a:p>
          </p:txBody>
        </p:sp>
        <p:sp>
          <p:nvSpPr>
            <p:cNvPr id="12364" name="Oval 65"/>
            <p:cNvSpPr>
              <a:spLocks noChangeArrowheads="1"/>
            </p:cNvSpPr>
            <p:nvPr/>
          </p:nvSpPr>
          <p:spPr bwMode="auto">
            <a:xfrm>
              <a:off x="5942013" y="4117975"/>
              <a:ext cx="204787" cy="203200"/>
            </a:xfrm>
            <a:prstGeom prst="ellipse">
              <a:avLst/>
            </a:prstGeom>
            <a:solidFill>
              <a:srgbClr val="008000"/>
            </a:solidFill>
            <a:ln w="9525">
              <a:noFill/>
              <a:round/>
              <a:headEnd/>
              <a:tailEnd/>
            </a:ln>
          </p:spPr>
          <p:txBody>
            <a:bodyPr/>
            <a:lstStyle/>
            <a:p>
              <a:pPr algn="ctr" eaLnBrk="0" hangingPunct="0"/>
              <a:endParaRPr lang="nl-BE"/>
            </a:p>
          </p:txBody>
        </p:sp>
        <p:sp>
          <p:nvSpPr>
            <p:cNvPr id="12365" name="Oval 66"/>
            <p:cNvSpPr>
              <a:spLocks noChangeArrowheads="1"/>
            </p:cNvSpPr>
            <p:nvPr/>
          </p:nvSpPr>
          <p:spPr bwMode="auto">
            <a:xfrm>
              <a:off x="5994400" y="4186238"/>
              <a:ext cx="146050" cy="122237"/>
            </a:xfrm>
            <a:prstGeom prst="ellipse">
              <a:avLst/>
            </a:prstGeom>
            <a:solidFill>
              <a:srgbClr val="006000"/>
            </a:solidFill>
            <a:ln w="9525">
              <a:noFill/>
              <a:round/>
              <a:headEnd/>
              <a:tailEnd/>
            </a:ln>
          </p:spPr>
          <p:txBody>
            <a:bodyPr/>
            <a:lstStyle/>
            <a:p>
              <a:pPr algn="ctr" eaLnBrk="0" hangingPunct="0"/>
              <a:endParaRPr lang="nl-BE"/>
            </a:p>
          </p:txBody>
        </p:sp>
        <p:sp>
          <p:nvSpPr>
            <p:cNvPr id="12366" name="Oval 67"/>
            <p:cNvSpPr>
              <a:spLocks noChangeArrowheads="1"/>
            </p:cNvSpPr>
            <p:nvPr/>
          </p:nvSpPr>
          <p:spPr bwMode="auto">
            <a:xfrm>
              <a:off x="5846763" y="4267200"/>
              <a:ext cx="279400" cy="222250"/>
            </a:xfrm>
            <a:prstGeom prst="ellipse">
              <a:avLst/>
            </a:prstGeom>
            <a:solidFill>
              <a:srgbClr val="006000"/>
            </a:solidFill>
            <a:ln w="9525">
              <a:noFill/>
              <a:round/>
              <a:headEnd/>
              <a:tailEnd/>
            </a:ln>
          </p:spPr>
          <p:txBody>
            <a:bodyPr/>
            <a:lstStyle/>
            <a:p>
              <a:pPr algn="ctr" eaLnBrk="0" hangingPunct="0"/>
              <a:endParaRPr lang="nl-BE"/>
            </a:p>
          </p:txBody>
        </p:sp>
        <p:sp>
          <p:nvSpPr>
            <p:cNvPr id="12367" name="Oval 68"/>
            <p:cNvSpPr>
              <a:spLocks noChangeArrowheads="1"/>
            </p:cNvSpPr>
            <p:nvPr/>
          </p:nvSpPr>
          <p:spPr bwMode="auto">
            <a:xfrm>
              <a:off x="5886450" y="4421188"/>
              <a:ext cx="279400" cy="184150"/>
            </a:xfrm>
            <a:prstGeom prst="ellipse">
              <a:avLst/>
            </a:prstGeom>
            <a:solidFill>
              <a:srgbClr val="006000"/>
            </a:solidFill>
            <a:ln w="9525">
              <a:noFill/>
              <a:round/>
              <a:headEnd/>
              <a:tailEnd/>
            </a:ln>
          </p:spPr>
          <p:txBody>
            <a:bodyPr/>
            <a:lstStyle/>
            <a:p>
              <a:pPr algn="ctr" eaLnBrk="0" hangingPunct="0"/>
              <a:endParaRPr lang="nl-BE"/>
            </a:p>
          </p:txBody>
        </p:sp>
        <p:sp>
          <p:nvSpPr>
            <p:cNvPr id="12368" name="Oval 69"/>
            <p:cNvSpPr>
              <a:spLocks noChangeArrowheads="1"/>
            </p:cNvSpPr>
            <p:nvPr/>
          </p:nvSpPr>
          <p:spPr bwMode="auto">
            <a:xfrm>
              <a:off x="5845175" y="4351338"/>
              <a:ext cx="223838" cy="111125"/>
            </a:xfrm>
            <a:prstGeom prst="ellipse">
              <a:avLst/>
            </a:prstGeom>
            <a:solidFill>
              <a:srgbClr val="004000"/>
            </a:solidFill>
            <a:ln w="9525">
              <a:noFill/>
              <a:round/>
              <a:headEnd/>
              <a:tailEnd/>
            </a:ln>
          </p:spPr>
          <p:txBody>
            <a:bodyPr/>
            <a:lstStyle/>
            <a:p>
              <a:pPr algn="ctr" eaLnBrk="0" hangingPunct="0"/>
              <a:endParaRPr lang="nl-BE"/>
            </a:p>
          </p:txBody>
        </p:sp>
        <p:sp>
          <p:nvSpPr>
            <p:cNvPr id="12369" name="Oval 70"/>
            <p:cNvSpPr>
              <a:spLocks noChangeArrowheads="1"/>
            </p:cNvSpPr>
            <p:nvPr/>
          </p:nvSpPr>
          <p:spPr bwMode="auto">
            <a:xfrm>
              <a:off x="5973763" y="4327525"/>
              <a:ext cx="219075" cy="192088"/>
            </a:xfrm>
            <a:prstGeom prst="ellipse">
              <a:avLst/>
            </a:prstGeom>
            <a:solidFill>
              <a:srgbClr val="008000"/>
            </a:solidFill>
            <a:ln w="9525">
              <a:noFill/>
              <a:round/>
              <a:headEnd/>
              <a:tailEnd/>
            </a:ln>
          </p:spPr>
          <p:txBody>
            <a:bodyPr/>
            <a:lstStyle/>
            <a:p>
              <a:pPr algn="ctr" eaLnBrk="0" hangingPunct="0"/>
              <a:endParaRPr lang="nl-BE"/>
            </a:p>
          </p:txBody>
        </p:sp>
        <p:sp>
          <p:nvSpPr>
            <p:cNvPr id="12370" name="Oval 71"/>
            <p:cNvSpPr>
              <a:spLocks noChangeArrowheads="1"/>
            </p:cNvSpPr>
            <p:nvPr/>
          </p:nvSpPr>
          <p:spPr bwMode="auto">
            <a:xfrm>
              <a:off x="5988050" y="4378325"/>
              <a:ext cx="131763" cy="134938"/>
            </a:xfrm>
            <a:prstGeom prst="ellipse">
              <a:avLst/>
            </a:prstGeom>
            <a:solidFill>
              <a:srgbClr val="006000"/>
            </a:solidFill>
            <a:ln w="9525">
              <a:noFill/>
              <a:round/>
              <a:headEnd/>
              <a:tailEnd/>
            </a:ln>
          </p:spPr>
          <p:txBody>
            <a:bodyPr/>
            <a:lstStyle/>
            <a:p>
              <a:pPr algn="ctr" eaLnBrk="0" hangingPunct="0"/>
              <a:endParaRPr lang="nl-BE"/>
            </a:p>
          </p:txBody>
        </p:sp>
        <p:sp>
          <p:nvSpPr>
            <p:cNvPr id="12371" name="Oval 72"/>
            <p:cNvSpPr>
              <a:spLocks noChangeArrowheads="1"/>
            </p:cNvSpPr>
            <p:nvPr/>
          </p:nvSpPr>
          <p:spPr bwMode="auto">
            <a:xfrm>
              <a:off x="1719263" y="4181475"/>
              <a:ext cx="239712" cy="258763"/>
            </a:xfrm>
            <a:prstGeom prst="ellipse">
              <a:avLst/>
            </a:prstGeom>
            <a:solidFill>
              <a:srgbClr val="006000"/>
            </a:solidFill>
            <a:ln w="9525">
              <a:noFill/>
              <a:round/>
              <a:headEnd/>
              <a:tailEnd/>
            </a:ln>
          </p:spPr>
          <p:txBody>
            <a:bodyPr/>
            <a:lstStyle/>
            <a:p>
              <a:pPr algn="ctr" eaLnBrk="0" hangingPunct="0"/>
              <a:endParaRPr lang="nl-BE"/>
            </a:p>
          </p:txBody>
        </p:sp>
        <p:sp>
          <p:nvSpPr>
            <p:cNvPr id="12372" name="Oval 73"/>
            <p:cNvSpPr>
              <a:spLocks noChangeArrowheads="1"/>
            </p:cNvSpPr>
            <p:nvPr/>
          </p:nvSpPr>
          <p:spPr bwMode="auto">
            <a:xfrm>
              <a:off x="1592263" y="4143375"/>
              <a:ext cx="200025" cy="258763"/>
            </a:xfrm>
            <a:prstGeom prst="ellipse">
              <a:avLst/>
            </a:prstGeom>
            <a:solidFill>
              <a:srgbClr val="006000"/>
            </a:solidFill>
            <a:ln w="9525">
              <a:noFill/>
              <a:round/>
              <a:headEnd/>
              <a:tailEnd/>
            </a:ln>
          </p:spPr>
          <p:txBody>
            <a:bodyPr/>
            <a:lstStyle/>
            <a:p>
              <a:pPr algn="ctr" eaLnBrk="0" hangingPunct="0"/>
              <a:endParaRPr lang="nl-BE"/>
            </a:p>
          </p:txBody>
        </p:sp>
        <p:sp>
          <p:nvSpPr>
            <p:cNvPr id="12373" name="Oval 74"/>
            <p:cNvSpPr>
              <a:spLocks noChangeArrowheads="1"/>
            </p:cNvSpPr>
            <p:nvPr/>
          </p:nvSpPr>
          <p:spPr bwMode="auto">
            <a:xfrm>
              <a:off x="1760538" y="4329113"/>
              <a:ext cx="123825" cy="104775"/>
            </a:xfrm>
            <a:prstGeom prst="ellipse">
              <a:avLst/>
            </a:prstGeom>
            <a:solidFill>
              <a:srgbClr val="004000"/>
            </a:solidFill>
            <a:ln w="9525">
              <a:noFill/>
              <a:round/>
              <a:headEnd/>
              <a:tailEnd/>
            </a:ln>
          </p:spPr>
          <p:txBody>
            <a:bodyPr/>
            <a:lstStyle/>
            <a:p>
              <a:pPr algn="ctr" eaLnBrk="0" hangingPunct="0"/>
              <a:endParaRPr lang="nl-BE"/>
            </a:p>
          </p:txBody>
        </p:sp>
        <p:sp>
          <p:nvSpPr>
            <p:cNvPr id="12374" name="Oval 75"/>
            <p:cNvSpPr>
              <a:spLocks noChangeArrowheads="1"/>
            </p:cNvSpPr>
            <p:nvPr/>
          </p:nvSpPr>
          <p:spPr bwMode="auto">
            <a:xfrm>
              <a:off x="1612900" y="4267200"/>
              <a:ext cx="130175" cy="134938"/>
            </a:xfrm>
            <a:prstGeom prst="ellipse">
              <a:avLst/>
            </a:prstGeom>
            <a:solidFill>
              <a:srgbClr val="004000"/>
            </a:solidFill>
            <a:ln w="9525">
              <a:noFill/>
              <a:round/>
              <a:headEnd/>
              <a:tailEnd/>
            </a:ln>
          </p:spPr>
          <p:txBody>
            <a:bodyPr/>
            <a:lstStyle/>
            <a:p>
              <a:pPr algn="ctr" eaLnBrk="0" hangingPunct="0"/>
              <a:endParaRPr lang="nl-BE"/>
            </a:p>
          </p:txBody>
        </p:sp>
        <p:sp>
          <p:nvSpPr>
            <p:cNvPr id="12375" name="Oval 76"/>
            <p:cNvSpPr>
              <a:spLocks noChangeArrowheads="1"/>
            </p:cNvSpPr>
            <p:nvPr/>
          </p:nvSpPr>
          <p:spPr bwMode="auto">
            <a:xfrm>
              <a:off x="1685925" y="4117975"/>
              <a:ext cx="204788" cy="203200"/>
            </a:xfrm>
            <a:prstGeom prst="ellipse">
              <a:avLst/>
            </a:prstGeom>
            <a:solidFill>
              <a:srgbClr val="008000"/>
            </a:solidFill>
            <a:ln w="9525">
              <a:noFill/>
              <a:round/>
              <a:headEnd/>
              <a:tailEnd/>
            </a:ln>
          </p:spPr>
          <p:txBody>
            <a:bodyPr/>
            <a:lstStyle/>
            <a:p>
              <a:pPr algn="ctr" eaLnBrk="0" hangingPunct="0"/>
              <a:endParaRPr lang="nl-BE"/>
            </a:p>
          </p:txBody>
        </p:sp>
        <p:sp>
          <p:nvSpPr>
            <p:cNvPr id="12376" name="Oval 77"/>
            <p:cNvSpPr>
              <a:spLocks noChangeArrowheads="1"/>
            </p:cNvSpPr>
            <p:nvPr/>
          </p:nvSpPr>
          <p:spPr bwMode="auto">
            <a:xfrm>
              <a:off x="1692275" y="4186238"/>
              <a:ext cx="146050" cy="122237"/>
            </a:xfrm>
            <a:prstGeom prst="ellipse">
              <a:avLst/>
            </a:prstGeom>
            <a:solidFill>
              <a:srgbClr val="006000"/>
            </a:solidFill>
            <a:ln w="9525">
              <a:noFill/>
              <a:round/>
              <a:headEnd/>
              <a:tailEnd/>
            </a:ln>
          </p:spPr>
          <p:txBody>
            <a:bodyPr/>
            <a:lstStyle/>
            <a:p>
              <a:pPr algn="ctr" eaLnBrk="0" hangingPunct="0"/>
              <a:endParaRPr lang="nl-BE"/>
            </a:p>
          </p:txBody>
        </p:sp>
        <p:sp>
          <p:nvSpPr>
            <p:cNvPr id="12377" name="Oval 78"/>
            <p:cNvSpPr>
              <a:spLocks noChangeArrowheads="1"/>
            </p:cNvSpPr>
            <p:nvPr/>
          </p:nvSpPr>
          <p:spPr bwMode="auto">
            <a:xfrm>
              <a:off x="1708150" y="4267200"/>
              <a:ext cx="279400" cy="222250"/>
            </a:xfrm>
            <a:prstGeom prst="ellipse">
              <a:avLst/>
            </a:prstGeom>
            <a:solidFill>
              <a:srgbClr val="006000"/>
            </a:solidFill>
            <a:ln w="9525">
              <a:noFill/>
              <a:round/>
              <a:headEnd/>
              <a:tailEnd/>
            </a:ln>
          </p:spPr>
          <p:txBody>
            <a:bodyPr/>
            <a:lstStyle/>
            <a:p>
              <a:pPr algn="ctr" eaLnBrk="0" hangingPunct="0"/>
              <a:endParaRPr lang="nl-BE"/>
            </a:p>
          </p:txBody>
        </p:sp>
        <p:sp>
          <p:nvSpPr>
            <p:cNvPr id="12378" name="Oval 79"/>
            <p:cNvSpPr>
              <a:spLocks noChangeArrowheads="1"/>
            </p:cNvSpPr>
            <p:nvPr/>
          </p:nvSpPr>
          <p:spPr bwMode="auto">
            <a:xfrm>
              <a:off x="1666875" y="4421188"/>
              <a:ext cx="279400" cy="184150"/>
            </a:xfrm>
            <a:prstGeom prst="ellipse">
              <a:avLst/>
            </a:prstGeom>
            <a:solidFill>
              <a:srgbClr val="006000"/>
            </a:solidFill>
            <a:ln w="9525">
              <a:noFill/>
              <a:round/>
              <a:headEnd/>
              <a:tailEnd/>
            </a:ln>
          </p:spPr>
          <p:txBody>
            <a:bodyPr/>
            <a:lstStyle/>
            <a:p>
              <a:pPr algn="ctr" eaLnBrk="0" hangingPunct="0"/>
              <a:endParaRPr lang="nl-BE"/>
            </a:p>
          </p:txBody>
        </p:sp>
        <p:sp>
          <p:nvSpPr>
            <p:cNvPr id="12379" name="Oval 80"/>
            <p:cNvSpPr>
              <a:spLocks noChangeArrowheads="1"/>
            </p:cNvSpPr>
            <p:nvPr/>
          </p:nvSpPr>
          <p:spPr bwMode="auto">
            <a:xfrm>
              <a:off x="1763713" y="4351338"/>
              <a:ext cx="223837" cy="111125"/>
            </a:xfrm>
            <a:prstGeom prst="ellipse">
              <a:avLst/>
            </a:prstGeom>
            <a:solidFill>
              <a:srgbClr val="004000"/>
            </a:solidFill>
            <a:ln w="9525">
              <a:noFill/>
              <a:round/>
              <a:headEnd/>
              <a:tailEnd/>
            </a:ln>
          </p:spPr>
          <p:txBody>
            <a:bodyPr/>
            <a:lstStyle/>
            <a:p>
              <a:pPr algn="ctr" eaLnBrk="0" hangingPunct="0"/>
              <a:endParaRPr lang="nl-BE"/>
            </a:p>
          </p:txBody>
        </p:sp>
        <p:sp>
          <p:nvSpPr>
            <p:cNvPr id="12380" name="Oval 81"/>
            <p:cNvSpPr>
              <a:spLocks noChangeArrowheads="1"/>
            </p:cNvSpPr>
            <p:nvPr/>
          </p:nvSpPr>
          <p:spPr bwMode="auto">
            <a:xfrm>
              <a:off x="1639888" y="4327525"/>
              <a:ext cx="219075" cy="192088"/>
            </a:xfrm>
            <a:prstGeom prst="ellipse">
              <a:avLst/>
            </a:prstGeom>
            <a:solidFill>
              <a:srgbClr val="008000"/>
            </a:solidFill>
            <a:ln w="9525">
              <a:noFill/>
              <a:round/>
              <a:headEnd/>
              <a:tailEnd/>
            </a:ln>
          </p:spPr>
          <p:txBody>
            <a:bodyPr/>
            <a:lstStyle/>
            <a:p>
              <a:pPr algn="ctr" eaLnBrk="0" hangingPunct="0"/>
              <a:endParaRPr lang="nl-BE"/>
            </a:p>
          </p:txBody>
        </p:sp>
        <p:sp>
          <p:nvSpPr>
            <p:cNvPr id="12381" name="Oval 82"/>
            <p:cNvSpPr>
              <a:spLocks noChangeArrowheads="1"/>
            </p:cNvSpPr>
            <p:nvPr/>
          </p:nvSpPr>
          <p:spPr bwMode="auto">
            <a:xfrm>
              <a:off x="1714500" y="4378325"/>
              <a:ext cx="131763" cy="134938"/>
            </a:xfrm>
            <a:prstGeom prst="ellipse">
              <a:avLst/>
            </a:prstGeom>
            <a:solidFill>
              <a:srgbClr val="006000"/>
            </a:solidFill>
            <a:ln w="9525">
              <a:noFill/>
              <a:round/>
              <a:headEnd/>
              <a:tailEnd/>
            </a:ln>
          </p:spPr>
          <p:txBody>
            <a:bodyPr/>
            <a:lstStyle/>
            <a:p>
              <a:pPr algn="ctr" eaLnBrk="0" hangingPunct="0"/>
              <a:endParaRPr lang="nl-BE"/>
            </a:p>
          </p:txBody>
        </p:sp>
        <p:sp>
          <p:nvSpPr>
            <p:cNvPr id="12382" name="Oval 83"/>
            <p:cNvSpPr>
              <a:spLocks noChangeArrowheads="1"/>
            </p:cNvSpPr>
            <p:nvPr/>
          </p:nvSpPr>
          <p:spPr bwMode="auto">
            <a:xfrm>
              <a:off x="2019300" y="4192588"/>
              <a:ext cx="423863" cy="252412"/>
            </a:xfrm>
            <a:prstGeom prst="ellipse">
              <a:avLst/>
            </a:prstGeom>
            <a:solidFill>
              <a:srgbClr val="006000"/>
            </a:solidFill>
            <a:ln w="9525">
              <a:noFill/>
              <a:round/>
              <a:headEnd/>
              <a:tailEnd/>
            </a:ln>
          </p:spPr>
          <p:txBody>
            <a:bodyPr/>
            <a:lstStyle/>
            <a:p>
              <a:pPr algn="ctr" eaLnBrk="0" hangingPunct="0"/>
              <a:endParaRPr lang="nl-BE"/>
            </a:p>
          </p:txBody>
        </p:sp>
        <p:sp>
          <p:nvSpPr>
            <p:cNvPr id="12383" name="Oval 84"/>
            <p:cNvSpPr>
              <a:spLocks noChangeArrowheads="1"/>
            </p:cNvSpPr>
            <p:nvPr/>
          </p:nvSpPr>
          <p:spPr bwMode="auto">
            <a:xfrm>
              <a:off x="1793875" y="4156075"/>
              <a:ext cx="354013" cy="254000"/>
            </a:xfrm>
            <a:prstGeom prst="ellipse">
              <a:avLst/>
            </a:prstGeom>
            <a:solidFill>
              <a:srgbClr val="006000"/>
            </a:solidFill>
            <a:ln w="9525">
              <a:noFill/>
              <a:round/>
              <a:headEnd/>
              <a:tailEnd/>
            </a:ln>
          </p:spPr>
          <p:txBody>
            <a:bodyPr/>
            <a:lstStyle/>
            <a:p>
              <a:pPr algn="ctr" eaLnBrk="0" hangingPunct="0"/>
              <a:endParaRPr lang="nl-BE"/>
            </a:p>
          </p:txBody>
        </p:sp>
        <p:sp>
          <p:nvSpPr>
            <p:cNvPr id="12384" name="Oval 85"/>
            <p:cNvSpPr>
              <a:spLocks noChangeArrowheads="1"/>
            </p:cNvSpPr>
            <p:nvPr/>
          </p:nvSpPr>
          <p:spPr bwMode="auto">
            <a:xfrm>
              <a:off x="2090738" y="4337050"/>
              <a:ext cx="220662" cy="101600"/>
            </a:xfrm>
            <a:prstGeom prst="ellipse">
              <a:avLst/>
            </a:prstGeom>
            <a:solidFill>
              <a:srgbClr val="004000"/>
            </a:solidFill>
            <a:ln w="9525">
              <a:noFill/>
              <a:round/>
              <a:headEnd/>
              <a:tailEnd/>
            </a:ln>
          </p:spPr>
          <p:txBody>
            <a:bodyPr/>
            <a:lstStyle/>
            <a:p>
              <a:pPr algn="ctr" eaLnBrk="0" hangingPunct="0"/>
              <a:endParaRPr lang="nl-BE"/>
            </a:p>
          </p:txBody>
        </p:sp>
        <p:sp>
          <p:nvSpPr>
            <p:cNvPr id="12385" name="Oval 86"/>
            <p:cNvSpPr>
              <a:spLocks noChangeArrowheads="1"/>
            </p:cNvSpPr>
            <p:nvPr/>
          </p:nvSpPr>
          <p:spPr bwMode="auto">
            <a:xfrm>
              <a:off x="1831975" y="4276725"/>
              <a:ext cx="230188" cy="133350"/>
            </a:xfrm>
            <a:prstGeom prst="ellipse">
              <a:avLst/>
            </a:prstGeom>
            <a:solidFill>
              <a:srgbClr val="004000"/>
            </a:solidFill>
            <a:ln w="9525">
              <a:noFill/>
              <a:round/>
              <a:headEnd/>
              <a:tailEnd/>
            </a:ln>
          </p:spPr>
          <p:txBody>
            <a:bodyPr/>
            <a:lstStyle/>
            <a:p>
              <a:pPr algn="ctr" eaLnBrk="0" hangingPunct="0"/>
              <a:endParaRPr lang="nl-BE"/>
            </a:p>
          </p:txBody>
        </p:sp>
        <p:sp>
          <p:nvSpPr>
            <p:cNvPr id="12386" name="Oval 87"/>
            <p:cNvSpPr>
              <a:spLocks noChangeArrowheads="1"/>
            </p:cNvSpPr>
            <p:nvPr/>
          </p:nvSpPr>
          <p:spPr bwMode="auto">
            <a:xfrm>
              <a:off x="1958975" y="4132263"/>
              <a:ext cx="365125" cy="196850"/>
            </a:xfrm>
            <a:prstGeom prst="ellipse">
              <a:avLst/>
            </a:prstGeom>
            <a:solidFill>
              <a:srgbClr val="008000"/>
            </a:solidFill>
            <a:ln w="9525">
              <a:noFill/>
              <a:round/>
              <a:headEnd/>
              <a:tailEnd/>
            </a:ln>
          </p:spPr>
          <p:txBody>
            <a:bodyPr/>
            <a:lstStyle/>
            <a:p>
              <a:pPr algn="ctr" eaLnBrk="0" hangingPunct="0"/>
              <a:endParaRPr lang="nl-BE"/>
            </a:p>
          </p:txBody>
        </p:sp>
        <p:sp>
          <p:nvSpPr>
            <p:cNvPr id="12387" name="Oval 88"/>
            <p:cNvSpPr>
              <a:spLocks noChangeArrowheads="1"/>
            </p:cNvSpPr>
            <p:nvPr/>
          </p:nvSpPr>
          <p:spPr bwMode="auto">
            <a:xfrm>
              <a:off x="1971675" y="4198938"/>
              <a:ext cx="260350" cy="119062"/>
            </a:xfrm>
            <a:prstGeom prst="ellipse">
              <a:avLst/>
            </a:prstGeom>
            <a:solidFill>
              <a:srgbClr val="006000"/>
            </a:solidFill>
            <a:ln w="9525">
              <a:noFill/>
              <a:round/>
              <a:headEnd/>
              <a:tailEnd/>
            </a:ln>
          </p:spPr>
          <p:txBody>
            <a:bodyPr/>
            <a:lstStyle/>
            <a:p>
              <a:pPr algn="ctr" eaLnBrk="0" hangingPunct="0"/>
              <a:endParaRPr lang="nl-BE"/>
            </a:p>
          </p:txBody>
        </p:sp>
        <p:sp>
          <p:nvSpPr>
            <p:cNvPr id="12388" name="Oval 89"/>
            <p:cNvSpPr>
              <a:spLocks noChangeArrowheads="1"/>
            </p:cNvSpPr>
            <p:nvPr/>
          </p:nvSpPr>
          <p:spPr bwMode="auto">
            <a:xfrm>
              <a:off x="1998663" y="4276725"/>
              <a:ext cx="495300" cy="217488"/>
            </a:xfrm>
            <a:prstGeom prst="ellipse">
              <a:avLst/>
            </a:prstGeom>
            <a:solidFill>
              <a:srgbClr val="006000"/>
            </a:solidFill>
            <a:ln w="9525">
              <a:noFill/>
              <a:round/>
              <a:headEnd/>
              <a:tailEnd/>
            </a:ln>
          </p:spPr>
          <p:txBody>
            <a:bodyPr/>
            <a:lstStyle/>
            <a:p>
              <a:pPr algn="ctr" eaLnBrk="0" hangingPunct="0"/>
              <a:endParaRPr lang="nl-BE"/>
            </a:p>
          </p:txBody>
        </p:sp>
        <p:sp>
          <p:nvSpPr>
            <p:cNvPr id="12389" name="Oval 90"/>
            <p:cNvSpPr>
              <a:spLocks noChangeArrowheads="1"/>
            </p:cNvSpPr>
            <p:nvPr/>
          </p:nvSpPr>
          <p:spPr bwMode="auto">
            <a:xfrm>
              <a:off x="1927225" y="4427538"/>
              <a:ext cx="495300" cy="177800"/>
            </a:xfrm>
            <a:prstGeom prst="ellipse">
              <a:avLst/>
            </a:prstGeom>
            <a:solidFill>
              <a:srgbClr val="006000"/>
            </a:solidFill>
            <a:ln w="9525">
              <a:noFill/>
              <a:round/>
              <a:headEnd/>
              <a:tailEnd/>
            </a:ln>
          </p:spPr>
          <p:txBody>
            <a:bodyPr/>
            <a:lstStyle/>
            <a:p>
              <a:pPr algn="ctr" eaLnBrk="0" hangingPunct="0"/>
              <a:endParaRPr lang="nl-BE"/>
            </a:p>
          </p:txBody>
        </p:sp>
        <p:sp>
          <p:nvSpPr>
            <p:cNvPr id="12390" name="Oval 91"/>
            <p:cNvSpPr>
              <a:spLocks noChangeArrowheads="1"/>
            </p:cNvSpPr>
            <p:nvPr/>
          </p:nvSpPr>
          <p:spPr bwMode="auto">
            <a:xfrm>
              <a:off x="2097088" y="4359275"/>
              <a:ext cx="398462" cy="107950"/>
            </a:xfrm>
            <a:prstGeom prst="ellipse">
              <a:avLst/>
            </a:prstGeom>
            <a:solidFill>
              <a:srgbClr val="004000"/>
            </a:solidFill>
            <a:ln w="9525">
              <a:noFill/>
              <a:round/>
              <a:headEnd/>
              <a:tailEnd/>
            </a:ln>
          </p:spPr>
          <p:txBody>
            <a:bodyPr/>
            <a:lstStyle/>
            <a:p>
              <a:pPr algn="ctr" eaLnBrk="0" hangingPunct="0"/>
              <a:endParaRPr lang="nl-BE"/>
            </a:p>
          </p:txBody>
        </p:sp>
        <p:sp>
          <p:nvSpPr>
            <p:cNvPr id="12391" name="Oval 92"/>
            <p:cNvSpPr>
              <a:spLocks noChangeArrowheads="1"/>
            </p:cNvSpPr>
            <p:nvPr/>
          </p:nvSpPr>
          <p:spPr bwMode="auto">
            <a:xfrm>
              <a:off x="1878013" y="4335463"/>
              <a:ext cx="390525" cy="185737"/>
            </a:xfrm>
            <a:prstGeom prst="ellipse">
              <a:avLst/>
            </a:prstGeom>
            <a:solidFill>
              <a:srgbClr val="008000"/>
            </a:solidFill>
            <a:ln w="9525">
              <a:noFill/>
              <a:round/>
              <a:headEnd/>
              <a:tailEnd/>
            </a:ln>
          </p:spPr>
          <p:txBody>
            <a:bodyPr/>
            <a:lstStyle/>
            <a:p>
              <a:pPr algn="ctr" eaLnBrk="0" hangingPunct="0"/>
              <a:endParaRPr lang="nl-BE"/>
            </a:p>
          </p:txBody>
        </p:sp>
        <p:sp>
          <p:nvSpPr>
            <p:cNvPr id="12392" name="Oval 93"/>
            <p:cNvSpPr>
              <a:spLocks noChangeArrowheads="1"/>
            </p:cNvSpPr>
            <p:nvPr/>
          </p:nvSpPr>
          <p:spPr bwMode="auto">
            <a:xfrm>
              <a:off x="2009775" y="4386263"/>
              <a:ext cx="233363" cy="130175"/>
            </a:xfrm>
            <a:prstGeom prst="ellipse">
              <a:avLst/>
            </a:prstGeom>
            <a:solidFill>
              <a:srgbClr val="006000"/>
            </a:solidFill>
            <a:ln w="9525">
              <a:noFill/>
              <a:round/>
              <a:headEnd/>
              <a:tailEnd/>
            </a:ln>
          </p:spPr>
          <p:txBody>
            <a:bodyPr/>
            <a:lstStyle/>
            <a:p>
              <a:pPr algn="ctr" eaLnBrk="0" hangingPunct="0"/>
              <a:endParaRPr lang="nl-BE"/>
            </a:p>
          </p:txBody>
        </p:sp>
        <p:sp>
          <p:nvSpPr>
            <p:cNvPr id="12393" name="Freeform 94"/>
            <p:cNvSpPr>
              <a:spLocks/>
            </p:cNvSpPr>
            <p:nvPr/>
          </p:nvSpPr>
          <p:spPr bwMode="auto">
            <a:xfrm>
              <a:off x="657225" y="4346575"/>
              <a:ext cx="5848350" cy="1943100"/>
            </a:xfrm>
            <a:custGeom>
              <a:avLst/>
              <a:gdLst>
                <a:gd name="T0" fmla="*/ 2147483647 w 3684"/>
                <a:gd name="T1" fmla="*/ 2147483647 h 1224"/>
                <a:gd name="T2" fmla="*/ 2147483647 w 3684"/>
                <a:gd name="T3" fmla="*/ 2147483647 h 1224"/>
                <a:gd name="T4" fmla="*/ 0 w 3684"/>
                <a:gd name="T5" fmla="*/ 2147483647 h 1224"/>
                <a:gd name="T6" fmla="*/ 0 w 3684"/>
                <a:gd name="T7" fmla="*/ 2147483647 h 1224"/>
                <a:gd name="T8" fmla="*/ 2147483647 w 3684"/>
                <a:gd name="T9" fmla="*/ 2147483647 h 1224"/>
                <a:gd name="T10" fmla="*/ 2147483647 w 3684"/>
                <a:gd name="T11" fmla="*/ 0 h 1224"/>
                <a:gd name="T12" fmla="*/ 2147483647 w 3684"/>
                <a:gd name="T13" fmla="*/ 2147483647 h 1224"/>
                <a:gd name="T14" fmla="*/ 0 60000 65536"/>
                <a:gd name="T15" fmla="*/ 0 60000 65536"/>
                <a:gd name="T16" fmla="*/ 0 60000 65536"/>
                <a:gd name="T17" fmla="*/ 0 60000 65536"/>
                <a:gd name="T18" fmla="*/ 0 60000 65536"/>
                <a:gd name="T19" fmla="*/ 0 60000 65536"/>
                <a:gd name="T20" fmla="*/ 0 60000 65536"/>
                <a:gd name="T21" fmla="*/ 0 w 3684"/>
                <a:gd name="T22" fmla="*/ 0 h 1224"/>
                <a:gd name="T23" fmla="*/ 3684 w 3684"/>
                <a:gd name="T24" fmla="*/ 1224 h 12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84" h="1224">
                  <a:moveTo>
                    <a:pt x="3684" y="6"/>
                  </a:moveTo>
                  <a:lnTo>
                    <a:pt x="12" y="1218"/>
                  </a:lnTo>
                  <a:lnTo>
                    <a:pt x="0" y="1224"/>
                  </a:lnTo>
                  <a:lnTo>
                    <a:pt x="0" y="606"/>
                  </a:lnTo>
                  <a:lnTo>
                    <a:pt x="3" y="213"/>
                  </a:lnTo>
                  <a:lnTo>
                    <a:pt x="2670" y="0"/>
                  </a:lnTo>
                  <a:lnTo>
                    <a:pt x="2955" y="6"/>
                  </a:lnTo>
                </a:path>
              </a:pathLst>
            </a:custGeom>
            <a:solidFill>
              <a:schemeClr val="bg2"/>
            </a:solidFill>
            <a:ln w="9525">
              <a:solidFill>
                <a:schemeClr val="tx1"/>
              </a:solidFill>
              <a:round/>
              <a:headEnd/>
              <a:tailEnd/>
            </a:ln>
          </p:spPr>
          <p:txBody>
            <a:bodyPr wrap="none" anchor="ctr"/>
            <a:lstStyle/>
            <a:p>
              <a:endParaRPr lang="nl-BE"/>
            </a:p>
          </p:txBody>
        </p:sp>
        <p:sp>
          <p:nvSpPr>
            <p:cNvPr id="12394" name="Freeform 95"/>
            <p:cNvSpPr>
              <a:spLocks/>
            </p:cNvSpPr>
            <p:nvPr/>
          </p:nvSpPr>
          <p:spPr bwMode="auto">
            <a:xfrm>
              <a:off x="3810000" y="2755900"/>
              <a:ext cx="3657600" cy="1604963"/>
            </a:xfrm>
            <a:custGeom>
              <a:avLst/>
              <a:gdLst>
                <a:gd name="T0" fmla="*/ 2147483647 w 1455"/>
                <a:gd name="T1" fmla="*/ 2147483647 h 924"/>
                <a:gd name="T2" fmla="*/ 2147483647 w 1455"/>
                <a:gd name="T3" fmla="*/ 0 h 924"/>
                <a:gd name="T4" fmla="*/ 2147483647 w 1455"/>
                <a:gd name="T5" fmla="*/ 2147483647 h 924"/>
                <a:gd name="T6" fmla="*/ 2147483647 w 1455"/>
                <a:gd name="T7" fmla="*/ 0 h 924"/>
                <a:gd name="T8" fmla="*/ 2147483647 w 1455"/>
                <a:gd name="T9" fmla="*/ 2147483647 h 924"/>
                <a:gd name="T10" fmla="*/ 2147483647 w 1455"/>
                <a:gd name="T11" fmla="*/ 2147483647 h 924"/>
                <a:gd name="T12" fmla="*/ 2147483647 w 1455"/>
                <a:gd name="T13" fmla="*/ 2147483647 h 924"/>
                <a:gd name="T14" fmla="*/ 2147483647 w 1455"/>
                <a:gd name="T15" fmla="*/ 2147483647 h 924"/>
                <a:gd name="T16" fmla="*/ 2147483647 w 1455"/>
                <a:gd name="T17" fmla="*/ 2147483647 h 924"/>
                <a:gd name="T18" fmla="*/ 2147483647 w 1455"/>
                <a:gd name="T19" fmla="*/ 2147483647 h 924"/>
                <a:gd name="T20" fmla="*/ 2147483647 w 1455"/>
                <a:gd name="T21" fmla="*/ 2147483647 h 924"/>
                <a:gd name="T22" fmla="*/ 2147483647 w 1455"/>
                <a:gd name="T23" fmla="*/ 2147483647 h 924"/>
                <a:gd name="T24" fmla="*/ 2147483647 w 1455"/>
                <a:gd name="T25" fmla="*/ 2147483647 h 924"/>
                <a:gd name="T26" fmla="*/ 2147483647 w 1455"/>
                <a:gd name="T27" fmla="*/ 2147483647 h 924"/>
                <a:gd name="T28" fmla="*/ 2147483647 w 1455"/>
                <a:gd name="T29" fmla="*/ 2147483647 h 924"/>
                <a:gd name="T30" fmla="*/ 2147483647 w 1455"/>
                <a:gd name="T31" fmla="*/ 2147483647 h 924"/>
                <a:gd name="T32" fmla="*/ 2147483647 w 1455"/>
                <a:gd name="T33" fmla="*/ 2147483647 h 924"/>
                <a:gd name="T34" fmla="*/ 2147483647 w 1455"/>
                <a:gd name="T35" fmla="*/ 2147483647 h 924"/>
                <a:gd name="T36" fmla="*/ 2147483647 w 1455"/>
                <a:gd name="T37" fmla="*/ 2147483647 h 924"/>
                <a:gd name="T38" fmla="*/ 2147483647 w 1455"/>
                <a:gd name="T39" fmla="*/ 2147483647 h 924"/>
                <a:gd name="T40" fmla="*/ 2147483647 w 1455"/>
                <a:gd name="T41" fmla="*/ 2147483647 h 924"/>
                <a:gd name="T42" fmla="*/ 2147483647 w 1455"/>
                <a:gd name="T43" fmla="*/ 2147483647 h 924"/>
                <a:gd name="T44" fmla="*/ 2147483647 w 1455"/>
                <a:gd name="T45" fmla="*/ 2147483647 h 924"/>
                <a:gd name="T46" fmla="*/ 2147483647 w 1455"/>
                <a:gd name="T47" fmla="*/ 2147483647 h 924"/>
                <a:gd name="T48" fmla="*/ 2147483647 w 1455"/>
                <a:gd name="T49" fmla="*/ 2147483647 h 924"/>
                <a:gd name="T50" fmla="*/ 2147483647 w 1455"/>
                <a:gd name="T51" fmla="*/ 2147483647 h 924"/>
                <a:gd name="T52" fmla="*/ 2147483647 w 1455"/>
                <a:gd name="T53" fmla="*/ 2147483647 h 924"/>
                <a:gd name="T54" fmla="*/ 2147483647 w 1455"/>
                <a:gd name="T55" fmla="*/ 2147483647 h 924"/>
                <a:gd name="T56" fmla="*/ 2147483647 w 1455"/>
                <a:gd name="T57" fmla="*/ 2147483647 h 924"/>
                <a:gd name="T58" fmla="*/ 2147483647 w 1455"/>
                <a:gd name="T59" fmla="*/ 2147483647 h 924"/>
                <a:gd name="T60" fmla="*/ 2147483647 w 1455"/>
                <a:gd name="T61" fmla="*/ 2147483647 h 924"/>
                <a:gd name="T62" fmla="*/ 2147483647 w 1455"/>
                <a:gd name="T63" fmla="*/ 2147483647 h 924"/>
                <a:gd name="T64" fmla="*/ 0 w 1455"/>
                <a:gd name="T65" fmla="*/ 2147483647 h 924"/>
                <a:gd name="T66" fmla="*/ 2147483647 w 1455"/>
                <a:gd name="T67" fmla="*/ 2147483647 h 924"/>
                <a:gd name="T68" fmla="*/ 2147483647 w 1455"/>
                <a:gd name="T69" fmla="*/ 2147483647 h 924"/>
                <a:gd name="T70" fmla="*/ 2147483647 w 1455"/>
                <a:gd name="T71" fmla="*/ 2147483647 h 924"/>
                <a:gd name="T72" fmla="*/ 2147483647 w 1455"/>
                <a:gd name="T73" fmla="*/ 2147483647 h 924"/>
                <a:gd name="T74" fmla="*/ 2147483647 w 1455"/>
                <a:gd name="T75" fmla="*/ 2147483647 h 924"/>
                <a:gd name="T76" fmla="*/ 2147483647 w 1455"/>
                <a:gd name="T77" fmla="*/ 2147483647 h 924"/>
                <a:gd name="T78" fmla="*/ 2147483647 w 1455"/>
                <a:gd name="T79" fmla="*/ 2147483647 h 924"/>
                <a:gd name="T80" fmla="*/ 2147483647 w 1455"/>
                <a:gd name="T81" fmla="*/ 2147483647 h 924"/>
                <a:gd name="T82" fmla="*/ 2147483647 w 1455"/>
                <a:gd name="T83" fmla="*/ 2147483647 h 924"/>
                <a:gd name="T84" fmla="*/ 2147483647 w 1455"/>
                <a:gd name="T85" fmla="*/ 2147483647 h 924"/>
                <a:gd name="T86" fmla="*/ 2147483647 w 1455"/>
                <a:gd name="T87" fmla="*/ 2147483647 h 924"/>
                <a:gd name="T88" fmla="*/ 2147483647 w 1455"/>
                <a:gd name="T89" fmla="*/ 2147483647 h 924"/>
                <a:gd name="T90" fmla="*/ 2147483647 w 1455"/>
                <a:gd name="T91" fmla="*/ 2147483647 h 924"/>
                <a:gd name="T92" fmla="*/ 2147483647 w 1455"/>
                <a:gd name="T93" fmla="*/ 2147483647 h 924"/>
                <a:gd name="T94" fmla="*/ 2147483647 w 1455"/>
                <a:gd name="T95" fmla="*/ 2147483647 h 924"/>
                <a:gd name="T96" fmla="*/ 2147483647 w 1455"/>
                <a:gd name="T97" fmla="*/ 2147483647 h 924"/>
                <a:gd name="T98" fmla="*/ 2147483647 w 1455"/>
                <a:gd name="T99" fmla="*/ 2147483647 h 924"/>
                <a:gd name="T100" fmla="*/ 2147483647 w 1455"/>
                <a:gd name="T101" fmla="*/ 2147483647 h 924"/>
                <a:gd name="T102" fmla="*/ 2147483647 w 1455"/>
                <a:gd name="T103" fmla="*/ 2147483647 h 924"/>
                <a:gd name="T104" fmla="*/ 2147483647 w 1455"/>
                <a:gd name="T105" fmla="*/ 2147483647 h 924"/>
                <a:gd name="T106" fmla="*/ 2147483647 w 1455"/>
                <a:gd name="T107" fmla="*/ 2147483647 h 924"/>
                <a:gd name="T108" fmla="*/ 2147483647 w 1455"/>
                <a:gd name="T109" fmla="*/ 2147483647 h 924"/>
                <a:gd name="T110" fmla="*/ 2147483647 w 1455"/>
                <a:gd name="T111" fmla="*/ 2147483647 h 924"/>
                <a:gd name="T112" fmla="*/ 2147483647 w 1455"/>
                <a:gd name="T113" fmla="*/ 2147483647 h 924"/>
                <a:gd name="T114" fmla="*/ 2147483647 w 1455"/>
                <a:gd name="T115" fmla="*/ 2147483647 h 924"/>
                <a:gd name="T116" fmla="*/ 2147483647 w 1455"/>
                <a:gd name="T117" fmla="*/ 2147483647 h 924"/>
                <a:gd name="T118" fmla="*/ 2147483647 w 1455"/>
                <a:gd name="T119" fmla="*/ 2147483647 h 924"/>
                <a:gd name="T120" fmla="*/ 2147483647 w 1455"/>
                <a:gd name="T121" fmla="*/ 2147483647 h 924"/>
                <a:gd name="T122" fmla="*/ 2147483647 w 1455"/>
                <a:gd name="T123" fmla="*/ 2147483647 h 924"/>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455"/>
                <a:gd name="T187" fmla="*/ 0 h 924"/>
                <a:gd name="T188" fmla="*/ 1455 w 1455"/>
                <a:gd name="T189" fmla="*/ 924 h 924"/>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455" h="924">
                  <a:moveTo>
                    <a:pt x="710" y="36"/>
                  </a:moveTo>
                  <a:lnTo>
                    <a:pt x="771" y="0"/>
                  </a:lnTo>
                  <a:lnTo>
                    <a:pt x="771" y="61"/>
                  </a:lnTo>
                  <a:lnTo>
                    <a:pt x="846" y="0"/>
                  </a:lnTo>
                  <a:lnTo>
                    <a:pt x="821" y="49"/>
                  </a:lnTo>
                  <a:lnTo>
                    <a:pt x="877" y="30"/>
                  </a:lnTo>
                  <a:lnTo>
                    <a:pt x="870" y="67"/>
                  </a:lnTo>
                  <a:lnTo>
                    <a:pt x="939" y="6"/>
                  </a:lnTo>
                  <a:lnTo>
                    <a:pt x="920" y="80"/>
                  </a:lnTo>
                  <a:lnTo>
                    <a:pt x="994" y="30"/>
                  </a:lnTo>
                  <a:lnTo>
                    <a:pt x="969" y="92"/>
                  </a:lnTo>
                  <a:lnTo>
                    <a:pt x="1080" y="80"/>
                  </a:lnTo>
                  <a:lnTo>
                    <a:pt x="1068" y="123"/>
                  </a:lnTo>
                  <a:lnTo>
                    <a:pt x="1147" y="116"/>
                  </a:lnTo>
                  <a:lnTo>
                    <a:pt x="1141" y="172"/>
                  </a:lnTo>
                  <a:lnTo>
                    <a:pt x="1203" y="178"/>
                  </a:lnTo>
                  <a:lnTo>
                    <a:pt x="1239" y="238"/>
                  </a:lnTo>
                  <a:lnTo>
                    <a:pt x="1265" y="312"/>
                  </a:lnTo>
                  <a:lnTo>
                    <a:pt x="1320" y="324"/>
                  </a:lnTo>
                  <a:lnTo>
                    <a:pt x="1338" y="373"/>
                  </a:lnTo>
                  <a:lnTo>
                    <a:pt x="1326" y="403"/>
                  </a:lnTo>
                  <a:lnTo>
                    <a:pt x="1363" y="453"/>
                  </a:lnTo>
                  <a:lnTo>
                    <a:pt x="1387" y="496"/>
                  </a:lnTo>
                  <a:lnTo>
                    <a:pt x="1387" y="588"/>
                  </a:lnTo>
                  <a:lnTo>
                    <a:pt x="1387" y="631"/>
                  </a:lnTo>
                  <a:lnTo>
                    <a:pt x="1430" y="722"/>
                  </a:lnTo>
                  <a:lnTo>
                    <a:pt x="1455" y="796"/>
                  </a:lnTo>
                  <a:lnTo>
                    <a:pt x="1455" y="906"/>
                  </a:lnTo>
                  <a:lnTo>
                    <a:pt x="1449" y="924"/>
                  </a:lnTo>
                  <a:lnTo>
                    <a:pt x="57" y="924"/>
                  </a:lnTo>
                  <a:lnTo>
                    <a:pt x="13" y="868"/>
                  </a:lnTo>
                  <a:lnTo>
                    <a:pt x="61" y="834"/>
                  </a:lnTo>
                  <a:lnTo>
                    <a:pt x="0" y="787"/>
                  </a:lnTo>
                  <a:lnTo>
                    <a:pt x="57" y="735"/>
                  </a:lnTo>
                  <a:lnTo>
                    <a:pt x="108" y="687"/>
                  </a:lnTo>
                  <a:lnTo>
                    <a:pt x="34" y="646"/>
                  </a:lnTo>
                  <a:lnTo>
                    <a:pt x="144" y="618"/>
                  </a:lnTo>
                  <a:lnTo>
                    <a:pt x="125" y="588"/>
                  </a:lnTo>
                  <a:lnTo>
                    <a:pt x="84" y="556"/>
                  </a:lnTo>
                  <a:lnTo>
                    <a:pt x="129" y="545"/>
                  </a:lnTo>
                  <a:lnTo>
                    <a:pt x="183" y="518"/>
                  </a:lnTo>
                  <a:lnTo>
                    <a:pt x="123" y="498"/>
                  </a:lnTo>
                  <a:lnTo>
                    <a:pt x="115" y="457"/>
                  </a:lnTo>
                  <a:lnTo>
                    <a:pt x="169" y="430"/>
                  </a:lnTo>
                  <a:lnTo>
                    <a:pt x="156" y="377"/>
                  </a:lnTo>
                  <a:lnTo>
                    <a:pt x="183" y="329"/>
                  </a:lnTo>
                  <a:lnTo>
                    <a:pt x="162" y="282"/>
                  </a:lnTo>
                  <a:lnTo>
                    <a:pt x="237" y="275"/>
                  </a:lnTo>
                  <a:lnTo>
                    <a:pt x="230" y="195"/>
                  </a:lnTo>
                  <a:lnTo>
                    <a:pt x="284" y="195"/>
                  </a:lnTo>
                  <a:lnTo>
                    <a:pt x="257" y="135"/>
                  </a:lnTo>
                  <a:lnTo>
                    <a:pt x="298" y="135"/>
                  </a:lnTo>
                  <a:lnTo>
                    <a:pt x="284" y="74"/>
                  </a:lnTo>
                  <a:lnTo>
                    <a:pt x="347" y="129"/>
                  </a:lnTo>
                  <a:lnTo>
                    <a:pt x="377" y="43"/>
                  </a:lnTo>
                  <a:lnTo>
                    <a:pt x="414" y="80"/>
                  </a:lnTo>
                  <a:lnTo>
                    <a:pt x="481" y="49"/>
                  </a:lnTo>
                  <a:lnTo>
                    <a:pt x="519" y="73"/>
                  </a:lnTo>
                  <a:lnTo>
                    <a:pt x="531" y="24"/>
                  </a:lnTo>
                  <a:lnTo>
                    <a:pt x="574" y="67"/>
                  </a:lnTo>
                  <a:lnTo>
                    <a:pt x="630" y="6"/>
                  </a:lnTo>
                  <a:lnTo>
                    <a:pt x="710" y="36"/>
                  </a:lnTo>
                  <a:close/>
                </a:path>
              </a:pathLst>
            </a:custGeom>
            <a:solidFill>
              <a:srgbClr val="004000"/>
            </a:solidFill>
            <a:ln w="9525">
              <a:noFill/>
              <a:round/>
              <a:headEnd/>
              <a:tailEnd/>
            </a:ln>
          </p:spPr>
          <p:txBody>
            <a:bodyPr/>
            <a:lstStyle/>
            <a:p>
              <a:endParaRPr lang="nl-BE"/>
            </a:p>
          </p:txBody>
        </p:sp>
        <p:sp>
          <p:nvSpPr>
            <p:cNvPr id="12395" name="Freeform 96"/>
            <p:cNvSpPr>
              <a:spLocks/>
            </p:cNvSpPr>
            <p:nvPr/>
          </p:nvSpPr>
          <p:spPr bwMode="auto">
            <a:xfrm>
              <a:off x="4832350" y="3127375"/>
              <a:ext cx="1949450" cy="1241425"/>
            </a:xfrm>
            <a:custGeom>
              <a:avLst/>
              <a:gdLst>
                <a:gd name="T0" fmla="*/ 2147483647 w 777"/>
                <a:gd name="T1" fmla="*/ 2147483647 h 782"/>
                <a:gd name="T2" fmla="*/ 2147483647 w 777"/>
                <a:gd name="T3" fmla="*/ 2147483647 h 782"/>
                <a:gd name="T4" fmla="*/ 2147483647 w 777"/>
                <a:gd name="T5" fmla="*/ 2147483647 h 782"/>
                <a:gd name="T6" fmla="*/ 2147483647 w 777"/>
                <a:gd name="T7" fmla="*/ 0 h 782"/>
                <a:gd name="T8" fmla="*/ 2147483647 w 777"/>
                <a:gd name="T9" fmla="*/ 0 h 782"/>
                <a:gd name="T10" fmla="*/ 0 w 777"/>
                <a:gd name="T11" fmla="*/ 2147483647 h 782"/>
                <a:gd name="T12" fmla="*/ 0 w 777"/>
                <a:gd name="T13" fmla="*/ 2147483647 h 782"/>
                <a:gd name="T14" fmla="*/ 2147483647 w 777"/>
                <a:gd name="T15" fmla="*/ 2147483647 h 782"/>
                <a:gd name="T16" fmla="*/ 2147483647 w 777"/>
                <a:gd name="T17" fmla="*/ 2147483647 h 78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77"/>
                <a:gd name="T28" fmla="*/ 0 h 782"/>
                <a:gd name="T29" fmla="*/ 777 w 777"/>
                <a:gd name="T30" fmla="*/ 782 h 78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77" h="782">
                  <a:moveTo>
                    <a:pt x="134" y="782"/>
                  </a:moveTo>
                  <a:lnTo>
                    <a:pt x="777" y="782"/>
                  </a:lnTo>
                  <a:lnTo>
                    <a:pt x="777" y="86"/>
                  </a:lnTo>
                  <a:lnTo>
                    <a:pt x="690" y="0"/>
                  </a:lnTo>
                  <a:lnTo>
                    <a:pt x="86" y="0"/>
                  </a:lnTo>
                  <a:lnTo>
                    <a:pt x="0" y="86"/>
                  </a:lnTo>
                  <a:lnTo>
                    <a:pt x="0" y="782"/>
                  </a:lnTo>
                  <a:lnTo>
                    <a:pt x="132" y="782"/>
                  </a:lnTo>
                  <a:lnTo>
                    <a:pt x="134" y="782"/>
                  </a:lnTo>
                  <a:close/>
                </a:path>
              </a:pathLst>
            </a:custGeom>
            <a:solidFill>
              <a:srgbClr val="606060"/>
            </a:solidFill>
            <a:ln w="12700">
              <a:solidFill>
                <a:srgbClr val="000000"/>
              </a:solidFill>
              <a:prstDash val="solid"/>
              <a:round/>
              <a:headEnd/>
              <a:tailEnd/>
            </a:ln>
          </p:spPr>
          <p:txBody>
            <a:bodyPr/>
            <a:lstStyle/>
            <a:p>
              <a:endParaRPr lang="nl-BE"/>
            </a:p>
          </p:txBody>
        </p:sp>
        <p:sp>
          <p:nvSpPr>
            <p:cNvPr id="12396" name="Freeform 97"/>
            <p:cNvSpPr>
              <a:spLocks/>
            </p:cNvSpPr>
            <p:nvPr/>
          </p:nvSpPr>
          <p:spPr bwMode="auto">
            <a:xfrm>
              <a:off x="6353175" y="3560763"/>
              <a:ext cx="179388" cy="79375"/>
            </a:xfrm>
            <a:custGeom>
              <a:avLst/>
              <a:gdLst>
                <a:gd name="T0" fmla="*/ 0 w 39"/>
                <a:gd name="T1" fmla="*/ 2147483647 h 50"/>
                <a:gd name="T2" fmla="*/ 0 w 39"/>
                <a:gd name="T3" fmla="*/ 2147483647 h 50"/>
                <a:gd name="T4" fmla="*/ 0 w 39"/>
                <a:gd name="T5" fmla="*/ 2147483647 h 50"/>
                <a:gd name="T6" fmla="*/ 0 w 39"/>
                <a:gd name="T7" fmla="*/ 2147483647 h 50"/>
                <a:gd name="T8" fmla="*/ 2147483647 w 39"/>
                <a:gd name="T9" fmla="*/ 2147483647 h 50"/>
                <a:gd name="T10" fmla="*/ 2147483647 w 39"/>
                <a:gd name="T11" fmla="*/ 2147483647 h 50"/>
                <a:gd name="T12" fmla="*/ 2147483647 w 39"/>
                <a:gd name="T13" fmla="*/ 2147483647 h 50"/>
                <a:gd name="T14" fmla="*/ 2147483647 w 39"/>
                <a:gd name="T15" fmla="*/ 2147483647 h 50"/>
                <a:gd name="T16" fmla="*/ 2147483647 w 39"/>
                <a:gd name="T17" fmla="*/ 2147483647 h 50"/>
                <a:gd name="T18" fmla="*/ 2147483647 w 39"/>
                <a:gd name="T19" fmla="*/ 2147483647 h 50"/>
                <a:gd name="T20" fmla="*/ 2147483647 w 39"/>
                <a:gd name="T21" fmla="*/ 2147483647 h 50"/>
                <a:gd name="T22" fmla="*/ 2147483647 w 39"/>
                <a:gd name="T23" fmla="*/ 2147483647 h 50"/>
                <a:gd name="T24" fmla="*/ 2147483647 w 39"/>
                <a:gd name="T25" fmla="*/ 2147483647 h 50"/>
                <a:gd name="T26" fmla="*/ 2147483647 w 39"/>
                <a:gd name="T27" fmla="*/ 2147483647 h 50"/>
                <a:gd name="T28" fmla="*/ 2147483647 w 39"/>
                <a:gd name="T29" fmla="*/ 2147483647 h 50"/>
                <a:gd name="T30" fmla="*/ 2147483647 w 39"/>
                <a:gd name="T31" fmla="*/ 2147483647 h 50"/>
                <a:gd name="T32" fmla="*/ 2147483647 w 39"/>
                <a:gd name="T33" fmla="*/ 2147483647 h 50"/>
                <a:gd name="T34" fmla="*/ 2147483647 w 39"/>
                <a:gd name="T35" fmla="*/ 2147483647 h 50"/>
                <a:gd name="T36" fmla="*/ 2147483647 w 39"/>
                <a:gd name="T37" fmla="*/ 2147483647 h 50"/>
                <a:gd name="T38" fmla="*/ 2147483647 w 39"/>
                <a:gd name="T39" fmla="*/ 2147483647 h 50"/>
                <a:gd name="T40" fmla="*/ 2147483647 w 39"/>
                <a:gd name="T41" fmla="*/ 0 h 50"/>
                <a:gd name="T42" fmla="*/ 2147483647 w 39"/>
                <a:gd name="T43" fmla="*/ 0 h 50"/>
                <a:gd name="T44" fmla="*/ 2147483647 w 39"/>
                <a:gd name="T45" fmla="*/ 0 h 50"/>
                <a:gd name="T46" fmla="*/ 2147483647 w 39"/>
                <a:gd name="T47" fmla="*/ 0 h 50"/>
                <a:gd name="T48" fmla="*/ 2147483647 w 39"/>
                <a:gd name="T49" fmla="*/ 0 h 50"/>
                <a:gd name="T50" fmla="*/ 2147483647 w 39"/>
                <a:gd name="T51" fmla="*/ 0 h 50"/>
                <a:gd name="T52" fmla="*/ 2147483647 w 39"/>
                <a:gd name="T53" fmla="*/ 0 h 50"/>
                <a:gd name="T54" fmla="*/ 2147483647 w 39"/>
                <a:gd name="T55" fmla="*/ 0 h 50"/>
                <a:gd name="T56" fmla="*/ 2147483647 w 39"/>
                <a:gd name="T57" fmla="*/ 0 h 50"/>
                <a:gd name="T58" fmla="*/ 2147483647 w 39"/>
                <a:gd name="T59" fmla="*/ 0 h 50"/>
                <a:gd name="T60" fmla="*/ 2147483647 w 39"/>
                <a:gd name="T61" fmla="*/ 0 h 50"/>
                <a:gd name="T62" fmla="*/ 2147483647 w 39"/>
                <a:gd name="T63" fmla="*/ 0 h 50"/>
                <a:gd name="T64" fmla="*/ 2147483647 w 39"/>
                <a:gd name="T65" fmla="*/ 0 h 50"/>
                <a:gd name="T66" fmla="*/ 2147483647 w 39"/>
                <a:gd name="T67" fmla="*/ 0 h 50"/>
                <a:gd name="T68" fmla="*/ 2147483647 w 39"/>
                <a:gd name="T69" fmla="*/ 2147483647 h 50"/>
                <a:gd name="T70" fmla="*/ 2147483647 w 39"/>
                <a:gd name="T71" fmla="*/ 2147483647 h 50"/>
                <a:gd name="T72" fmla="*/ 2147483647 w 39"/>
                <a:gd name="T73" fmla="*/ 2147483647 h 50"/>
                <a:gd name="T74" fmla="*/ 2147483647 w 39"/>
                <a:gd name="T75" fmla="*/ 2147483647 h 50"/>
                <a:gd name="T76" fmla="*/ 2147483647 w 39"/>
                <a:gd name="T77" fmla="*/ 2147483647 h 50"/>
                <a:gd name="T78" fmla="*/ 2147483647 w 39"/>
                <a:gd name="T79" fmla="*/ 2147483647 h 50"/>
                <a:gd name="T80" fmla="*/ 2147483647 w 39"/>
                <a:gd name="T81" fmla="*/ 2147483647 h 50"/>
                <a:gd name="T82" fmla="*/ 2147483647 w 39"/>
                <a:gd name="T83" fmla="*/ 2147483647 h 50"/>
                <a:gd name="T84" fmla="*/ 2147483647 w 39"/>
                <a:gd name="T85" fmla="*/ 2147483647 h 50"/>
                <a:gd name="T86" fmla="*/ 2147483647 w 39"/>
                <a:gd name="T87" fmla="*/ 2147483647 h 50"/>
                <a:gd name="T88" fmla="*/ 2147483647 w 39"/>
                <a:gd name="T89" fmla="*/ 2147483647 h 50"/>
                <a:gd name="T90" fmla="*/ 2147483647 w 39"/>
                <a:gd name="T91" fmla="*/ 2147483647 h 50"/>
                <a:gd name="T92" fmla="*/ 2147483647 w 39"/>
                <a:gd name="T93" fmla="*/ 2147483647 h 50"/>
                <a:gd name="T94" fmla="*/ 2147483647 w 39"/>
                <a:gd name="T95" fmla="*/ 2147483647 h 50"/>
                <a:gd name="T96" fmla="*/ 2147483647 w 39"/>
                <a:gd name="T97" fmla="*/ 2147483647 h 50"/>
                <a:gd name="T98" fmla="*/ 2147483647 w 39"/>
                <a:gd name="T99" fmla="*/ 2147483647 h 50"/>
                <a:gd name="T100" fmla="*/ 2147483647 w 39"/>
                <a:gd name="T101" fmla="*/ 2147483647 h 50"/>
                <a:gd name="T102" fmla="*/ 2147483647 w 39"/>
                <a:gd name="T103" fmla="*/ 2147483647 h 50"/>
                <a:gd name="T104" fmla="*/ 2147483647 w 39"/>
                <a:gd name="T105" fmla="*/ 2147483647 h 50"/>
                <a:gd name="T106" fmla="*/ 2147483647 w 39"/>
                <a:gd name="T107" fmla="*/ 2147483647 h 50"/>
                <a:gd name="T108" fmla="*/ 2147483647 w 39"/>
                <a:gd name="T109" fmla="*/ 2147483647 h 50"/>
                <a:gd name="T110" fmla="*/ 2147483647 w 39"/>
                <a:gd name="T111" fmla="*/ 2147483647 h 50"/>
                <a:gd name="T112" fmla="*/ 2147483647 w 39"/>
                <a:gd name="T113" fmla="*/ 2147483647 h 50"/>
                <a:gd name="T114" fmla="*/ 2147483647 w 39"/>
                <a:gd name="T115" fmla="*/ 2147483647 h 50"/>
                <a:gd name="T116" fmla="*/ 2147483647 w 39"/>
                <a:gd name="T117" fmla="*/ 2147483647 h 50"/>
                <a:gd name="T118" fmla="*/ 0 w 39"/>
                <a:gd name="T119" fmla="*/ 2147483647 h 50"/>
                <a:gd name="T120" fmla="*/ 0 w 39"/>
                <a:gd name="T121" fmla="*/ 2147483647 h 50"/>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39"/>
                <a:gd name="T184" fmla="*/ 0 h 50"/>
                <a:gd name="T185" fmla="*/ 39 w 39"/>
                <a:gd name="T186" fmla="*/ 50 h 50"/>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39" h="50">
                  <a:moveTo>
                    <a:pt x="0" y="18"/>
                  </a:moveTo>
                  <a:lnTo>
                    <a:pt x="0" y="17"/>
                  </a:lnTo>
                  <a:lnTo>
                    <a:pt x="0" y="16"/>
                  </a:lnTo>
                  <a:lnTo>
                    <a:pt x="0" y="15"/>
                  </a:lnTo>
                  <a:lnTo>
                    <a:pt x="1" y="15"/>
                  </a:lnTo>
                  <a:lnTo>
                    <a:pt x="1" y="13"/>
                  </a:lnTo>
                  <a:lnTo>
                    <a:pt x="2" y="13"/>
                  </a:lnTo>
                  <a:lnTo>
                    <a:pt x="2" y="12"/>
                  </a:lnTo>
                  <a:lnTo>
                    <a:pt x="2" y="11"/>
                  </a:lnTo>
                  <a:lnTo>
                    <a:pt x="3" y="10"/>
                  </a:lnTo>
                  <a:lnTo>
                    <a:pt x="3" y="9"/>
                  </a:lnTo>
                  <a:lnTo>
                    <a:pt x="4" y="8"/>
                  </a:lnTo>
                  <a:lnTo>
                    <a:pt x="5" y="6"/>
                  </a:lnTo>
                  <a:lnTo>
                    <a:pt x="6" y="5"/>
                  </a:lnTo>
                  <a:lnTo>
                    <a:pt x="7" y="4"/>
                  </a:lnTo>
                  <a:lnTo>
                    <a:pt x="8" y="4"/>
                  </a:lnTo>
                  <a:lnTo>
                    <a:pt x="9" y="3"/>
                  </a:lnTo>
                  <a:lnTo>
                    <a:pt x="10" y="2"/>
                  </a:lnTo>
                  <a:lnTo>
                    <a:pt x="11" y="2"/>
                  </a:lnTo>
                  <a:lnTo>
                    <a:pt x="11" y="1"/>
                  </a:lnTo>
                  <a:lnTo>
                    <a:pt x="12" y="0"/>
                  </a:lnTo>
                  <a:lnTo>
                    <a:pt x="13" y="0"/>
                  </a:lnTo>
                  <a:lnTo>
                    <a:pt x="14" y="0"/>
                  </a:lnTo>
                  <a:lnTo>
                    <a:pt x="15" y="0"/>
                  </a:lnTo>
                  <a:lnTo>
                    <a:pt x="16" y="0"/>
                  </a:lnTo>
                  <a:lnTo>
                    <a:pt x="17" y="0"/>
                  </a:lnTo>
                  <a:lnTo>
                    <a:pt x="18" y="0"/>
                  </a:lnTo>
                  <a:lnTo>
                    <a:pt x="19" y="0"/>
                  </a:lnTo>
                  <a:lnTo>
                    <a:pt x="20" y="0"/>
                  </a:lnTo>
                  <a:lnTo>
                    <a:pt x="22" y="0"/>
                  </a:lnTo>
                  <a:lnTo>
                    <a:pt x="23" y="0"/>
                  </a:lnTo>
                  <a:lnTo>
                    <a:pt x="24" y="0"/>
                  </a:lnTo>
                  <a:lnTo>
                    <a:pt x="25" y="0"/>
                  </a:lnTo>
                  <a:lnTo>
                    <a:pt x="27" y="0"/>
                  </a:lnTo>
                  <a:lnTo>
                    <a:pt x="27" y="1"/>
                  </a:lnTo>
                  <a:lnTo>
                    <a:pt x="28" y="2"/>
                  </a:lnTo>
                  <a:lnTo>
                    <a:pt x="29" y="2"/>
                  </a:lnTo>
                  <a:lnTo>
                    <a:pt x="30" y="3"/>
                  </a:lnTo>
                  <a:lnTo>
                    <a:pt x="31" y="3"/>
                  </a:lnTo>
                  <a:lnTo>
                    <a:pt x="31" y="4"/>
                  </a:lnTo>
                  <a:lnTo>
                    <a:pt x="32" y="4"/>
                  </a:lnTo>
                  <a:lnTo>
                    <a:pt x="33" y="4"/>
                  </a:lnTo>
                  <a:lnTo>
                    <a:pt x="33" y="5"/>
                  </a:lnTo>
                  <a:lnTo>
                    <a:pt x="33" y="6"/>
                  </a:lnTo>
                  <a:lnTo>
                    <a:pt x="34" y="6"/>
                  </a:lnTo>
                  <a:lnTo>
                    <a:pt x="34" y="7"/>
                  </a:lnTo>
                  <a:lnTo>
                    <a:pt x="35" y="7"/>
                  </a:lnTo>
                  <a:lnTo>
                    <a:pt x="36" y="8"/>
                  </a:lnTo>
                  <a:lnTo>
                    <a:pt x="36" y="9"/>
                  </a:lnTo>
                  <a:lnTo>
                    <a:pt x="36" y="10"/>
                  </a:lnTo>
                  <a:lnTo>
                    <a:pt x="37" y="10"/>
                  </a:lnTo>
                  <a:lnTo>
                    <a:pt x="37" y="11"/>
                  </a:lnTo>
                  <a:lnTo>
                    <a:pt x="38" y="11"/>
                  </a:lnTo>
                  <a:lnTo>
                    <a:pt x="38" y="12"/>
                  </a:lnTo>
                  <a:lnTo>
                    <a:pt x="38" y="13"/>
                  </a:lnTo>
                  <a:lnTo>
                    <a:pt x="38" y="15"/>
                  </a:lnTo>
                  <a:lnTo>
                    <a:pt x="38" y="16"/>
                  </a:lnTo>
                  <a:lnTo>
                    <a:pt x="39" y="18"/>
                  </a:lnTo>
                  <a:lnTo>
                    <a:pt x="39" y="50"/>
                  </a:lnTo>
                  <a:lnTo>
                    <a:pt x="0" y="50"/>
                  </a:lnTo>
                  <a:lnTo>
                    <a:pt x="0" y="18"/>
                  </a:lnTo>
                  <a:close/>
                </a:path>
              </a:pathLst>
            </a:custGeom>
            <a:solidFill>
              <a:srgbClr val="8080FF"/>
            </a:solidFill>
            <a:ln w="12700">
              <a:solidFill>
                <a:srgbClr val="000000"/>
              </a:solidFill>
              <a:prstDash val="solid"/>
              <a:round/>
              <a:headEnd/>
              <a:tailEnd/>
            </a:ln>
          </p:spPr>
          <p:txBody>
            <a:bodyPr/>
            <a:lstStyle/>
            <a:p>
              <a:endParaRPr lang="nl-BE"/>
            </a:p>
          </p:txBody>
        </p:sp>
        <p:sp>
          <p:nvSpPr>
            <p:cNvPr id="12397" name="Rectangle 98"/>
            <p:cNvSpPr>
              <a:spLocks noChangeArrowheads="1"/>
            </p:cNvSpPr>
            <p:nvPr/>
          </p:nvSpPr>
          <p:spPr bwMode="auto">
            <a:xfrm>
              <a:off x="6348413" y="3581400"/>
              <a:ext cx="174625" cy="55563"/>
            </a:xfrm>
            <a:prstGeom prst="rect">
              <a:avLst/>
            </a:prstGeom>
            <a:solidFill>
              <a:srgbClr val="004000"/>
            </a:solidFill>
            <a:ln w="9525">
              <a:noFill/>
              <a:miter lim="800000"/>
              <a:headEnd/>
              <a:tailEnd/>
            </a:ln>
          </p:spPr>
          <p:txBody>
            <a:bodyPr/>
            <a:lstStyle/>
            <a:p>
              <a:pPr algn="ctr" eaLnBrk="0" hangingPunct="0"/>
              <a:endParaRPr lang="nl-BE"/>
            </a:p>
          </p:txBody>
        </p:sp>
        <p:sp>
          <p:nvSpPr>
            <p:cNvPr id="12398" name="Freeform 99"/>
            <p:cNvSpPr>
              <a:spLocks/>
            </p:cNvSpPr>
            <p:nvPr/>
          </p:nvSpPr>
          <p:spPr bwMode="auto">
            <a:xfrm>
              <a:off x="6353175" y="3560763"/>
              <a:ext cx="179388" cy="79375"/>
            </a:xfrm>
            <a:custGeom>
              <a:avLst/>
              <a:gdLst>
                <a:gd name="T0" fmla="*/ 0 w 39"/>
                <a:gd name="T1" fmla="*/ 2147483647 h 50"/>
                <a:gd name="T2" fmla="*/ 0 w 39"/>
                <a:gd name="T3" fmla="*/ 2147483647 h 50"/>
                <a:gd name="T4" fmla="*/ 0 w 39"/>
                <a:gd name="T5" fmla="*/ 2147483647 h 50"/>
                <a:gd name="T6" fmla="*/ 0 w 39"/>
                <a:gd name="T7" fmla="*/ 2147483647 h 50"/>
                <a:gd name="T8" fmla="*/ 2147483647 w 39"/>
                <a:gd name="T9" fmla="*/ 2147483647 h 50"/>
                <a:gd name="T10" fmla="*/ 2147483647 w 39"/>
                <a:gd name="T11" fmla="*/ 2147483647 h 50"/>
                <a:gd name="T12" fmla="*/ 2147483647 w 39"/>
                <a:gd name="T13" fmla="*/ 2147483647 h 50"/>
                <a:gd name="T14" fmla="*/ 2147483647 w 39"/>
                <a:gd name="T15" fmla="*/ 2147483647 h 50"/>
                <a:gd name="T16" fmla="*/ 2147483647 w 39"/>
                <a:gd name="T17" fmla="*/ 2147483647 h 50"/>
                <a:gd name="T18" fmla="*/ 2147483647 w 39"/>
                <a:gd name="T19" fmla="*/ 2147483647 h 50"/>
                <a:gd name="T20" fmla="*/ 2147483647 w 39"/>
                <a:gd name="T21" fmla="*/ 2147483647 h 50"/>
                <a:gd name="T22" fmla="*/ 2147483647 w 39"/>
                <a:gd name="T23" fmla="*/ 2147483647 h 50"/>
                <a:gd name="T24" fmla="*/ 2147483647 w 39"/>
                <a:gd name="T25" fmla="*/ 2147483647 h 50"/>
                <a:gd name="T26" fmla="*/ 2147483647 w 39"/>
                <a:gd name="T27" fmla="*/ 2147483647 h 50"/>
                <a:gd name="T28" fmla="*/ 2147483647 w 39"/>
                <a:gd name="T29" fmla="*/ 2147483647 h 50"/>
                <a:gd name="T30" fmla="*/ 2147483647 w 39"/>
                <a:gd name="T31" fmla="*/ 2147483647 h 50"/>
                <a:gd name="T32" fmla="*/ 2147483647 w 39"/>
                <a:gd name="T33" fmla="*/ 2147483647 h 50"/>
                <a:gd name="T34" fmla="*/ 2147483647 w 39"/>
                <a:gd name="T35" fmla="*/ 2147483647 h 50"/>
                <a:gd name="T36" fmla="*/ 2147483647 w 39"/>
                <a:gd name="T37" fmla="*/ 2147483647 h 50"/>
                <a:gd name="T38" fmla="*/ 2147483647 w 39"/>
                <a:gd name="T39" fmla="*/ 2147483647 h 50"/>
                <a:gd name="T40" fmla="*/ 2147483647 w 39"/>
                <a:gd name="T41" fmla="*/ 0 h 50"/>
                <a:gd name="T42" fmla="*/ 2147483647 w 39"/>
                <a:gd name="T43" fmla="*/ 0 h 50"/>
                <a:gd name="T44" fmla="*/ 2147483647 w 39"/>
                <a:gd name="T45" fmla="*/ 0 h 50"/>
                <a:gd name="T46" fmla="*/ 2147483647 w 39"/>
                <a:gd name="T47" fmla="*/ 0 h 50"/>
                <a:gd name="T48" fmla="*/ 2147483647 w 39"/>
                <a:gd name="T49" fmla="*/ 0 h 50"/>
                <a:gd name="T50" fmla="*/ 2147483647 w 39"/>
                <a:gd name="T51" fmla="*/ 0 h 50"/>
                <a:gd name="T52" fmla="*/ 2147483647 w 39"/>
                <a:gd name="T53" fmla="*/ 0 h 50"/>
                <a:gd name="T54" fmla="*/ 2147483647 w 39"/>
                <a:gd name="T55" fmla="*/ 0 h 50"/>
                <a:gd name="T56" fmla="*/ 2147483647 w 39"/>
                <a:gd name="T57" fmla="*/ 0 h 50"/>
                <a:gd name="T58" fmla="*/ 2147483647 w 39"/>
                <a:gd name="T59" fmla="*/ 0 h 50"/>
                <a:gd name="T60" fmla="*/ 2147483647 w 39"/>
                <a:gd name="T61" fmla="*/ 0 h 50"/>
                <a:gd name="T62" fmla="*/ 2147483647 w 39"/>
                <a:gd name="T63" fmla="*/ 0 h 50"/>
                <a:gd name="T64" fmla="*/ 2147483647 w 39"/>
                <a:gd name="T65" fmla="*/ 0 h 50"/>
                <a:gd name="T66" fmla="*/ 2147483647 w 39"/>
                <a:gd name="T67" fmla="*/ 0 h 50"/>
                <a:gd name="T68" fmla="*/ 2147483647 w 39"/>
                <a:gd name="T69" fmla="*/ 2147483647 h 50"/>
                <a:gd name="T70" fmla="*/ 2147483647 w 39"/>
                <a:gd name="T71" fmla="*/ 2147483647 h 50"/>
                <a:gd name="T72" fmla="*/ 2147483647 w 39"/>
                <a:gd name="T73" fmla="*/ 2147483647 h 50"/>
                <a:gd name="T74" fmla="*/ 2147483647 w 39"/>
                <a:gd name="T75" fmla="*/ 2147483647 h 50"/>
                <a:gd name="T76" fmla="*/ 2147483647 w 39"/>
                <a:gd name="T77" fmla="*/ 2147483647 h 50"/>
                <a:gd name="T78" fmla="*/ 2147483647 w 39"/>
                <a:gd name="T79" fmla="*/ 2147483647 h 50"/>
                <a:gd name="T80" fmla="*/ 2147483647 w 39"/>
                <a:gd name="T81" fmla="*/ 2147483647 h 50"/>
                <a:gd name="T82" fmla="*/ 2147483647 w 39"/>
                <a:gd name="T83" fmla="*/ 2147483647 h 50"/>
                <a:gd name="T84" fmla="*/ 2147483647 w 39"/>
                <a:gd name="T85" fmla="*/ 2147483647 h 50"/>
                <a:gd name="T86" fmla="*/ 2147483647 w 39"/>
                <a:gd name="T87" fmla="*/ 2147483647 h 50"/>
                <a:gd name="T88" fmla="*/ 2147483647 w 39"/>
                <a:gd name="T89" fmla="*/ 2147483647 h 50"/>
                <a:gd name="T90" fmla="*/ 2147483647 w 39"/>
                <a:gd name="T91" fmla="*/ 2147483647 h 50"/>
                <a:gd name="T92" fmla="*/ 2147483647 w 39"/>
                <a:gd name="T93" fmla="*/ 2147483647 h 50"/>
                <a:gd name="T94" fmla="*/ 2147483647 w 39"/>
                <a:gd name="T95" fmla="*/ 2147483647 h 50"/>
                <a:gd name="T96" fmla="*/ 2147483647 w 39"/>
                <a:gd name="T97" fmla="*/ 2147483647 h 50"/>
                <a:gd name="T98" fmla="*/ 2147483647 w 39"/>
                <a:gd name="T99" fmla="*/ 2147483647 h 50"/>
                <a:gd name="T100" fmla="*/ 2147483647 w 39"/>
                <a:gd name="T101" fmla="*/ 2147483647 h 50"/>
                <a:gd name="T102" fmla="*/ 2147483647 w 39"/>
                <a:gd name="T103" fmla="*/ 2147483647 h 50"/>
                <a:gd name="T104" fmla="*/ 2147483647 w 39"/>
                <a:gd name="T105" fmla="*/ 2147483647 h 50"/>
                <a:gd name="T106" fmla="*/ 2147483647 w 39"/>
                <a:gd name="T107" fmla="*/ 2147483647 h 50"/>
                <a:gd name="T108" fmla="*/ 2147483647 w 39"/>
                <a:gd name="T109" fmla="*/ 2147483647 h 50"/>
                <a:gd name="T110" fmla="*/ 2147483647 w 39"/>
                <a:gd name="T111" fmla="*/ 2147483647 h 50"/>
                <a:gd name="T112" fmla="*/ 2147483647 w 39"/>
                <a:gd name="T113" fmla="*/ 2147483647 h 50"/>
                <a:gd name="T114" fmla="*/ 2147483647 w 39"/>
                <a:gd name="T115" fmla="*/ 2147483647 h 50"/>
                <a:gd name="T116" fmla="*/ 2147483647 w 39"/>
                <a:gd name="T117" fmla="*/ 2147483647 h 50"/>
                <a:gd name="T118" fmla="*/ 0 w 39"/>
                <a:gd name="T119" fmla="*/ 2147483647 h 50"/>
                <a:gd name="T120" fmla="*/ 0 w 39"/>
                <a:gd name="T121" fmla="*/ 2147483647 h 50"/>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39"/>
                <a:gd name="T184" fmla="*/ 0 h 50"/>
                <a:gd name="T185" fmla="*/ 39 w 39"/>
                <a:gd name="T186" fmla="*/ 50 h 50"/>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39" h="50">
                  <a:moveTo>
                    <a:pt x="0" y="18"/>
                  </a:moveTo>
                  <a:lnTo>
                    <a:pt x="0" y="17"/>
                  </a:lnTo>
                  <a:lnTo>
                    <a:pt x="0" y="16"/>
                  </a:lnTo>
                  <a:lnTo>
                    <a:pt x="0" y="15"/>
                  </a:lnTo>
                  <a:lnTo>
                    <a:pt x="1" y="15"/>
                  </a:lnTo>
                  <a:lnTo>
                    <a:pt x="1" y="13"/>
                  </a:lnTo>
                  <a:lnTo>
                    <a:pt x="2" y="13"/>
                  </a:lnTo>
                  <a:lnTo>
                    <a:pt x="2" y="12"/>
                  </a:lnTo>
                  <a:lnTo>
                    <a:pt x="2" y="11"/>
                  </a:lnTo>
                  <a:lnTo>
                    <a:pt x="3" y="10"/>
                  </a:lnTo>
                  <a:lnTo>
                    <a:pt x="3" y="9"/>
                  </a:lnTo>
                  <a:lnTo>
                    <a:pt x="4" y="8"/>
                  </a:lnTo>
                  <a:lnTo>
                    <a:pt x="5" y="6"/>
                  </a:lnTo>
                  <a:lnTo>
                    <a:pt x="6" y="5"/>
                  </a:lnTo>
                  <a:lnTo>
                    <a:pt x="7" y="4"/>
                  </a:lnTo>
                  <a:lnTo>
                    <a:pt x="8" y="4"/>
                  </a:lnTo>
                  <a:lnTo>
                    <a:pt x="9" y="3"/>
                  </a:lnTo>
                  <a:lnTo>
                    <a:pt x="10" y="2"/>
                  </a:lnTo>
                  <a:lnTo>
                    <a:pt x="11" y="2"/>
                  </a:lnTo>
                  <a:lnTo>
                    <a:pt x="11" y="1"/>
                  </a:lnTo>
                  <a:lnTo>
                    <a:pt x="12" y="0"/>
                  </a:lnTo>
                  <a:lnTo>
                    <a:pt x="13" y="0"/>
                  </a:lnTo>
                  <a:lnTo>
                    <a:pt x="14" y="0"/>
                  </a:lnTo>
                  <a:lnTo>
                    <a:pt x="15" y="0"/>
                  </a:lnTo>
                  <a:lnTo>
                    <a:pt x="16" y="0"/>
                  </a:lnTo>
                  <a:lnTo>
                    <a:pt x="17" y="0"/>
                  </a:lnTo>
                  <a:lnTo>
                    <a:pt x="18" y="0"/>
                  </a:lnTo>
                  <a:lnTo>
                    <a:pt x="19" y="0"/>
                  </a:lnTo>
                  <a:lnTo>
                    <a:pt x="20" y="0"/>
                  </a:lnTo>
                  <a:lnTo>
                    <a:pt x="22" y="0"/>
                  </a:lnTo>
                  <a:lnTo>
                    <a:pt x="23" y="0"/>
                  </a:lnTo>
                  <a:lnTo>
                    <a:pt x="24" y="0"/>
                  </a:lnTo>
                  <a:lnTo>
                    <a:pt x="25" y="0"/>
                  </a:lnTo>
                  <a:lnTo>
                    <a:pt x="27" y="0"/>
                  </a:lnTo>
                  <a:lnTo>
                    <a:pt x="27" y="1"/>
                  </a:lnTo>
                  <a:lnTo>
                    <a:pt x="28" y="2"/>
                  </a:lnTo>
                  <a:lnTo>
                    <a:pt x="29" y="2"/>
                  </a:lnTo>
                  <a:lnTo>
                    <a:pt x="30" y="3"/>
                  </a:lnTo>
                  <a:lnTo>
                    <a:pt x="31" y="3"/>
                  </a:lnTo>
                  <a:lnTo>
                    <a:pt x="31" y="4"/>
                  </a:lnTo>
                  <a:lnTo>
                    <a:pt x="32" y="4"/>
                  </a:lnTo>
                  <a:lnTo>
                    <a:pt x="33" y="4"/>
                  </a:lnTo>
                  <a:lnTo>
                    <a:pt x="33" y="5"/>
                  </a:lnTo>
                  <a:lnTo>
                    <a:pt x="33" y="6"/>
                  </a:lnTo>
                  <a:lnTo>
                    <a:pt x="34" y="6"/>
                  </a:lnTo>
                  <a:lnTo>
                    <a:pt x="34" y="7"/>
                  </a:lnTo>
                  <a:lnTo>
                    <a:pt x="35" y="7"/>
                  </a:lnTo>
                  <a:lnTo>
                    <a:pt x="36" y="8"/>
                  </a:lnTo>
                  <a:lnTo>
                    <a:pt x="36" y="9"/>
                  </a:lnTo>
                  <a:lnTo>
                    <a:pt x="36" y="10"/>
                  </a:lnTo>
                  <a:lnTo>
                    <a:pt x="37" y="10"/>
                  </a:lnTo>
                  <a:lnTo>
                    <a:pt x="37" y="11"/>
                  </a:lnTo>
                  <a:lnTo>
                    <a:pt x="38" y="11"/>
                  </a:lnTo>
                  <a:lnTo>
                    <a:pt x="38" y="12"/>
                  </a:lnTo>
                  <a:lnTo>
                    <a:pt x="38" y="13"/>
                  </a:lnTo>
                  <a:lnTo>
                    <a:pt x="38" y="15"/>
                  </a:lnTo>
                  <a:lnTo>
                    <a:pt x="38" y="16"/>
                  </a:lnTo>
                  <a:lnTo>
                    <a:pt x="39" y="18"/>
                  </a:lnTo>
                  <a:lnTo>
                    <a:pt x="39" y="50"/>
                  </a:lnTo>
                  <a:lnTo>
                    <a:pt x="0" y="50"/>
                  </a:lnTo>
                  <a:lnTo>
                    <a:pt x="0" y="18"/>
                  </a:lnTo>
                </a:path>
              </a:pathLst>
            </a:custGeom>
            <a:noFill/>
            <a:ln w="12700">
              <a:solidFill>
                <a:srgbClr val="000000"/>
              </a:solidFill>
              <a:prstDash val="solid"/>
              <a:round/>
              <a:headEnd/>
              <a:tailEnd/>
            </a:ln>
          </p:spPr>
          <p:txBody>
            <a:bodyPr/>
            <a:lstStyle/>
            <a:p>
              <a:endParaRPr lang="nl-BE"/>
            </a:p>
          </p:txBody>
        </p:sp>
        <p:sp>
          <p:nvSpPr>
            <p:cNvPr id="12399" name="Freeform 100"/>
            <p:cNvSpPr>
              <a:spLocks/>
            </p:cNvSpPr>
            <p:nvPr/>
          </p:nvSpPr>
          <p:spPr bwMode="auto">
            <a:xfrm>
              <a:off x="6353175" y="3560763"/>
              <a:ext cx="179388" cy="79375"/>
            </a:xfrm>
            <a:custGeom>
              <a:avLst/>
              <a:gdLst>
                <a:gd name="T0" fmla="*/ 0 w 39"/>
                <a:gd name="T1" fmla="*/ 2147483647 h 50"/>
                <a:gd name="T2" fmla="*/ 0 w 39"/>
                <a:gd name="T3" fmla="*/ 2147483647 h 50"/>
                <a:gd name="T4" fmla="*/ 0 w 39"/>
                <a:gd name="T5" fmla="*/ 2147483647 h 50"/>
                <a:gd name="T6" fmla="*/ 0 w 39"/>
                <a:gd name="T7" fmla="*/ 2147483647 h 50"/>
                <a:gd name="T8" fmla="*/ 2147483647 w 39"/>
                <a:gd name="T9" fmla="*/ 2147483647 h 50"/>
                <a:gd name="T10" fmla="*/ 2147483647 w 39"/>
                <a:gd name="T11" fmla="*/ 2147483647 h 50"/>
                <a:gd name="T12" fmla="*/ 2147483647 w 39"/>
                <a:gd name="T13" fmla="*/ 2147483647 h 50"/>
                <a:gd name="T14" fmla="*/ 2147483647 w 39"/>
                <a:gd name="T15" fmla="*/ 2147483647 h 50"/>
                <a:gd name="T16" fmla="*/ 2147483647 w 39"/>
                <a:gd name="T17" fmla="*/ 2147483647 h 50"/>
                <a:gd name="T18" fmla="*/ 2147483647 w 39"/>
                <a:gd name="T19" fmla="*/ 2147483647 h 50"/>
                <a:gd name="T20" fmla="*/ 2147483647 w 39"/>
                <a:gd name="T21" fmla="*/ 2147483647 h 50"/>
                <a:gd name="T22" fmla="*/ 2147483647 w 39"/>
                <a:gd name="T23" fmla="*/ 2147483647 h 50"/>
                <a:gd name="T24" fmla="*/ 2147483647 w 39"/>
                <a:gd name="T25" fmla="*/ 2147483647 h 50"/>
                <a:gd name="T26" fmla="*/ 2147483647 w 39"/>
                <a:gd name="T27" fmla="*/ 2147483647 h 50"/>
                <a:gd name="T28" fmla="*/ 2147483647 w 39"/>
                <a:gd name="T29" fmla="*/ 2147483647 h 50"/>
                <a:gd name="T30" fmla="*/ 2147483647 w 39"/>
                <a:gd name="T31" fmla="*/ 2147483647 h 50"/>
                <a:gd name="T32" fmla="*/ 2147483647 w 39"/>
                <a:gd name="T33" fmla="*/ 2147483647 h 50"/>
                <a:gd name="T34" fmla="*/ 2147483647 w 39"/>
                <a:gd name="T35" fmla="*/ 2147483647 h 50"/>
                <a:gd name="T36" fmla="*/ 2147483647 w 39"/>
                <a:gd name="T37" fmla="*/ 2147483647 h 50"/>
                <a:gd name="T38" fmla="*/ 2147483647 w 39"/>
                <a:gd name="T39" fmla="*/ 2147483647 h 50"/>
                <a:gd name="T40" fmla="*/ 2147483647 w 39"/>
                <a:gd name="T41" fmla="*/ 0 h 50"/>
                <a:gd name="T42" fmla="*/ 2147483647 w 39"/>
                <a:gd name="T43" fmla="*/ 0 h 50"/>
                <a:gd name="T44" fmla="*/ 2147483647 w 39"/>
                <a:gd name="T45" fmla="*/ 0 h 50"/>
                <a:gd name="T46" fmla="*/ 2147483647 w 39"/>
                <a:gd name="T47" fmla="*/ 0 h 50"/>
                <a:gd name="T48" fmla="*/ 2147483647 w 39"/>
                <a:gd name="T49" fmla="*/ 0 h 50"/>
                <a:gd name="T50" fmla="*/ 2147483647 w 39"/>
                <a:gd name="T51" fmla="*/ 0 h 50"/>
                <a:gd name="T52" fmla="*/ 2147483647 w 39"/>
                <a:gd name="T53" fmla="*/ 0 h 50"/>
                <a:gd name="T54" fmla="*/ 2147483647 w 39"/>
                <a:gd name="T55" fmla="*/ 0 h 50"/>
                <a:gd name="T56" fmla="*/ 2147483647 w 39"/>
                <a:gd name="T57" fmla="*/ 0 h 50"/>
                <a:gd name="T58" fmla="*/ 2147483647 w 39"/>
                <a:gd name="T59" fmla="*/ 0 h 50"/>
                <a:gd name="T60" fmla="*/ 2147483647 w 39"/>
                <a:gd name="T61" fmla="*/ 0 h 50"/>
                <a:gd name="T62" fmla="*/ 2147483647 w 39"/>
                <a:gd name="T63" fmla="*/ 0 h 50"/>
                <a:gd name="T64" fmla="*/ 2147483647 w 39"/>
                <a:gd name="T65" fmla="*/ 0 h 50"/>
                <a:gd name="T66" fmla="*/ 2147483647 w 39"/>
                <a:gd name="T67" fmla="*/ 0 h 50"/>
                <a:gd name="T68" fmla="*/ 2147483647 w 39"/>
                <a:gd name="T69" fmla="*/ 2147483647 h 50"/>
                <a:gd name="T70" fmla="*/ 2147483647 w 39"/>
                <a:gd name="T71" fmla="*/ 2147483647 h 50"/>
                <a:gd name="T72" fmla="*/ 2147483647 w 39"/>
                <a:gd name="T73" fmla="*/ 2147483647 h 50"/>
                <a:gd name="T74" fmla="*/ 2147483647 w 39"/>
                <a:gd name="T75" fmla="*/ 2147483647 h 50"/>
                <a:gd name="T76" fmla="*/ 2147483647 w 39"/>
                <a:gd name="T77" fmla="*/ 2147483647 h 50"/>
                <a:gd name="T78" fmla="*/ 2147483647 w 39"/>
                <a:gd name="T79" fmla="*/ 2147483647 h 50"/>
                <a:gd name="T80" fmla="*/ 2147483647 w 39"/>
                <a:gd name="T81" fmla="*/ 2147483647 h 50"/>
                <a:gd name="T82" fmla="*/ 2147483647 w 39"/>
                <a:gd name="T83" fmla="*/ 2147483647 h 50"/>
                <a:gd name="T84" fmla="*/ 2147483647 w 39"/>
                <a:gd name="T85" fmla="*/ 2147483647 h 50"/>
                <a:gd name="T86" fmla="*/ 2147483647 w 39"/>
                <a:gd name="T87" fmla="*/ 2147483647 h 50"/>
                <a:gd name="T88" fmla="*/ 2147483647 w 39"/>
                <a:gd name="T89" fmla="*/ 2147483647 h 50"/>
                <a:gd name="T90" fmla="*/ 2147483647 w 39"/>
                <a:gd name="T91" fmla="*/ 2147483647 h 50"/>
                <a:gd name="T92" fmla="*/ 2147483647 w 39"/>
                <a:gd name="T93" fmla="*/ 2147483647 h 50"/>
                <a:gd name="T94" fmla="*/ 2147483647 w 39"/>
                <a:gd name="T95" fmla="*/ 2147483647 h 50"/>
                <a:gd name="T96" fmla="*/ 2147483647 w 39"/>
                <a:gd name="T97" fmla="*/ 2147483647 h 50"/>
                <a:gd name="T98" fmla="*/ 2147483647 w 39"/>
                <a:gd name="T99" fmla="*/ 2147483647 h 50"/>
                <a:gd name="T100" fmla="*/ 2147483647 w 39"/>
                <a:gd name="T101" fmla="*/ 2147483647 h 50"/>
                <a:gd name="T102" fmla="*/ 2147483647 w 39"/>
                <a:gd name="T103" fmla="*/ 2147483647 h 50"/>
                <a:gd name="T104" fmla="*/ 2147483647 w 39"/>
                <a:gd name="T105" fmla="*/ 2147483647 h 50"/>
                <a:gd name="T106" fmla="*/ 2147483647 w 39"/>
                <a:gd name="T107" fmla="*/ 2147483647 h 50"/>
                <a:gd name="T108" fmla="*/ 2147483647 w 39"/>
                <a:gd name="T109" fmla="*/ 2147483647 h 50"/>
                <a:gd name="T110" fmla="*/ 2147483647 w 39"/>
                <a:gd name="T111" fmla="*/ 2147483647 h 50"/>
                <a:gd name="T112" fmla="*/ 2147483647 w 39"/>
                <a:gd name="T113" fmla="*/ 2147483647 h 50"/>
                <a:gd name="T114" fmla="*/ 2147483647 w 39"/>
                <a:gd name="T115" fmla="*/ 2147483647 h 50"/>
                <a:gd name="T116" fmla="*/ 2147483647 w 39"/>
                <a:gd name="T117" fmla="*/ 2147483647 h 50"/>
                <a:gd name="T118" fmla="*/ 0 w 39"/>
                <a:gd name="T119" fmla="*/ 2147483647 h 50"/>
                <a:gd name="T120" fmla="*/ 0 w 39"/>
                <a:gd name="T121" fmla="*/ 2147483647 h 50"/>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39"/>
                <a:gd name="T184" fmla="*/ 0 h 50"/>
                <a:gd name="T185" fmla="*/ 39 w 39"/>
                <a:gd name="T186" fmla="*/ 50 h 50"/>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39" h="50">
                  <a:moveTo>
                    <a:pt x="0" y="18"/>
                  </a:moveTo>
                  <a:lnTo>
                    <a:pt x="0" y="17"/>
                  </a:lnTo>
                  <a:lnTo>
                    <a:pt x="0" y="16"/>
                  </a:lnTo>
                  <a:lnTo>
                    <a:pt x="0" y="15"/>
                  </a:lnTo>
                  <a:lnTo>
                    <a:pt x="1" y="15"/>
                  </a:lnTo>
                  <a:lnTo>
                    <a:pt x="1" y="13"/>
                  </a:lnTo>
                  <a:lnTo>
                    <a:pt x="2" y="13"/>
                  </a:lnTo>
                  <a:lnTo>
                    <a:pt x="2" y="12"/>
                  </a:lnTo>
                  <a:lnTo>
                    <a:pt x="2" y="11"/>
                  </a:lnTo>
                  <a:lnTo>
                    <a:pt x="3" y="10"/>
                  </a:lnTo>
                  <a:lnTo>
                    <a:pt x="3" y="9"/>
                  </a:lnTo>
                  <a:lnTo>
                    <a:pt x="4" y="8"/>
                  </a:lnTo>
                  <a:lnTo>
                    <a:pt x="5" y="6"/>
                  </a:lnTo>
                  <a:lnTo>
                    <a:pt x="6" y="5"/>
                  </a:lnTo>
                  <a:lnTo>
                    <a:pt x="7" y="4"/>
                  </a:lnTo>
                  <a:lnTo>
                    <a:pt x="8" y="4"/>
                  </a:lnTo>
                  <a:lnTo>
                    <a:pt x="9" y="3"/>
                  </a:lnTo>
                  <a:lnTo>
                    <a:pt x="10" y="2"/>
                  </a:lnTo>
                  <a:lnTo>
                    <a:pt x="11" y="2"/>
                  </a:lnTo>
                  <a:lnTo>
                    <a:pt x="11" y="1"/>
                  </a:lnTo>
                  <a:lnTo>
                    <a:pt x="12" y="0"/>
                  </a:lnTo>
                  <a:lnTo>
                    <a:pt x="13" y="0"/>
                  </a:lnTo>
                  <a:lnTo>
                    <a:pt x="14" y="0"/>
                  </a:lnTo>
                  <a:lnTo>
                    <a:pt x="15" y="0"/>
                  </a:lnTo>
                  <a:lnTo>
                    <a:pt x="16" y="0"/>
                  </a:lnTo>
                  <a:lnTo>
                    <a:pt x="17" y="0"/>
                  </a:lnTo>
                  <a:lnTo>
                    <a:pt x="18" y="0"/>
                  </a:lnTo>
                  <a:lnTo>
                    <a:pt x="19" y="0"/>
                  </a:lnTo>
                  <a:lnTo>
                    <a:pt x="20" y="0"/>
                  </a:lnTo>
                  <a:lnTo>
                    <a:pt x="22" y="0"/>
                  </a:lnTo>
                  <a:lnTo>
                    <a:pt x="23" y="0"/>
                  </a:lnTo>
                  <a:lnTo>
                    <a:pt x="24" y="0"/>
                  </a:lnTo>
                  <a:lnTo>
                    <a:pt x="25" y="0"/>
                  </a:lnTo>
                  <a:lnTo>
                    <a:pt x="27" y="0"/>
                  </a:lnTo>
                  <a:lnTo>
                    <a:pt x="27" y="1"/>
                  </a:lnTo>
                  <a:lnTo>
                    <a:pt x="28" y="2"/>
                  </a:lnTo>
                  <a:lnTo>
                    <a:pt x="29" y="2"/>
                  </a:lnTo>
                  <a:lnTo>
                    <a:pt x="30" y="3"/>
                  </a:lnTo>
                  <a:lnTo>
                    <a:pt x="31" y="3"/>
                  </a:lnTo>
                  <a:lnTo>
                    <a:pt x="31" y="4"/>
                  </a:lnTo>
                  <a:lnTo>
                    <a:pt x="32" y="4"/>
                  </a:lnTo>
                  <a:lnTo>
                    <a:pt x="33" y="4"/>
                  </a:lnTo>
                  <a:lnTo>
                    <a:pt x="33" y="5"/>
                  </a:lnTo>
                  <a:lnTo>
                    <a:pt x="33" y="6"/>
                  </a:lnTo>
                  <a:lnTo>
                    <a:pt x="34" y="6"/>
                  </a:lnTo>
                  <a:lnTo>
                    <a:pt x="34" y="7"/>
                  </a:lnTo>
                  <a:lnTo>
                    <a:pt x="35" y="7"/>
                  </a:lnTo>
                  <a:lnTo>
                    <a:pt x="36" y="8"/>
                  </a:lnTo>
                  <a:lnTo>
                    <a:pt x="36" y="9"/>
                  </a:lnTo>
                  <a:lnTo>
                    <a:pt x="36" y="10"/>
                  </a:lnTo>
                  <a:lnTo>
                    <a:pt x="37" y="10"/>
                  </a:lnTo>
                  <a:lnTo>
                    <a:pt x="37" y="11"/>
                  </a:lnTo>
                  <a:lnTo>
                    <a:pt x="38" y="11"/>
                  </a:lnTo>
                  <a:lnTo>
                    <a:pt x="38" y="12"/>
                  </a:lnTo>
                  <a:lnTo>
                    <a:pt x="38" y="13"/>
                  </a:lnTo>
                  <a:lnTo>
                    <a:pt x="38" y="15"/>
                  </a:lnTo>
                  <a:lnTo>
                    <a:pt x="38" y="16"/>
                  </a:lnTo>
                  <a:lnTo>
                    <a:pt x="39" y="18"/>
                  </a:lnTo>
                  <a:lnTo>
                    <a:pt x="39" y="50"/>
                  </a:lnTo>
                  <a:lnTo>
                    <a:pt x="0" y="50"/>
                  </a:lnTo>
                  <a:lnTo>
                    <a:pt x="0" y="18"/>
                  </a:lnTo>
                </a:path>
              </a:pathLst>
            </a:custGeom>
            <a:noFill/>
            <a:ln w="12700">
              <a:solidFill>
                <a:srgbClr val="000000"/>
              </a:solidFill>
              <a:prstDash val="solid"/>
              <a:round/>
              <a:headEnd/>
              <a:tailEnd/>
            </a:ln>
          </p:spPr>
          <p:txBody>
            <a:bodyPr/>
            <a:lstStyle/>
            <a:p>
              <a:endParaRPr lang="nl-BE"/>
            </a:p>
          </p:txBody>
        </p:sp>
        <p:sp>
          <p:nvSpPr>
            <p:cNvPr id="12400" name="Freeform 101"/>
            <p:cNvSpPr>
              <a:spLocks/>
            </p:cNvSpPr>
            <p:nvPr/>
          </p:nvSpPr>
          <p:spPr bwMode="auto">
            <a:xfrm>
              <a:off x="4953000" y="3319463"/>
              <a:ext cx="2362200" cy="1049337"/>
            </a:xfrm>
            <a:custGeom>
              <a:avLst/>
              <a:gdLst>
                <a:gd name="T0" fmla="*/ 2147483647 w 516"/>
                <a:gd name="T1" fmla="*/ 2147483647 h 661"/>
                <a:gd name="T2" fmla="*/ 2147483647 w 516"/>
                <a:gd name="T3" fmla="*/ 2147483647 h 661"/>
                <a:gd name="T4" fmla="*/ 2147483647 w 516"/>
                <a:gd name="T5" fmla="*/ 2147483647 h 661"/>
                <a:gd name="T6" fmla="*/ 2147483647 w 516"/>
                <a:gd name="T7" fmla="*/ 2147483647 h 661"/>
                <a:gd name="T8" fmla="*/ 2147483647 w 516"/>
                <a:gd name="T9" fmla="*/ 2147483647 h 661"/>
                <a:gd name="T10" fmla="*/ 2147483647 w 516"/>
                <a:gd name="T11" fmla="*/ 2147483647 h 661"/>
                <a:gd name="T12" fmla="*/ 2147483647 w 516"/>
                <a:gd name="T13" fmla="*/ 2147483647 h 661"/>
                <a:gd name="T14" fmla="*/ 2147483647 w 516"/>
                <a:gd name="T15" fmla="*/ 2147483647 h 661"/>
                <a:gd name="T16" fmla="*/ 2147483647 w 516"/>
                <a:gd name="T17" fmla="*/ 2147483647 h 661"/>
                <a:gd name="T18" fmla="*/ 2147483647 w 516"/>
                <a:gd name="T19" fmla="*/ 2147483647 h 661"/>
                <a:gd name="T20" fmla="*/ 2147483647 w 516"/>
                <a:gd name="T21" fmla="*/ 2147483647 h 661"/>
                <a:gd name="T22" fmla="*/ 2147483647 w 516"/>
                <a:gd name="T23" fmla="*/ 2147483647 h 661"/>
                <a:gd name="T24" fmla="*/ 2147483647 w 516"/>
                <a:gd name="T25" fmla="*/ 2147483647 h 661"/>
                <a:gd name="T26" fmla="*/ 2147483647 w 516"/>
                <a:gd name="T27" fmla="*/ 2147483647 h 661"/>
                <a:gd name="T28" fmla="*/ 2147483647 w 516"/>
                <a:gd name="T29" fmla="*/ 2147483647 h 661"/>
                <a:gd name="T30" fmla="*/ 2147483647 w 516"/>
                <a:gd name="T31" fmla="*/ 2147483647 h 661"/>
                <a:gd name="T32" fmla="*/ 2147483647 w 516"/>
                <a:gd name="T33" fmla="*/ 2147483647 h 661"/>
                <a:gd name="T34" fmla="*/ 2147483647 w 516"/>
                <a:gd name="T35" fmla="*/ 2147483647 h 661"/>
                <a:gd name="T36" fmla="*/ 2147483647 w 516"/>
                <a:gd name="T37" fmla="*/ 2147483647 h 661"/>
                <a:gd name="T38" fmla="*/ 2147483647 w 516"/>
                <a:gd name="T39" fmla="*/ 2147483647 h 661"/>
                <a:gd name="T40" fmla="*/ 2147483647 w 516"/>
                <a:gd name="T41" fmla="*/ 0 h 661"/>
                <a:gd name="T42" fmla="*/ 2147483647 w 516"/>
                <a:gd name="T43" fmla="*/ 2147483647 h 661"/>
                <a:gd name="T44" fmla="*/ 2147483647 w 516"/>
                <a:gd name="T45" fmla="*/ 2147483647 h 661"/>
                <a:gd name="T46" fmla="*/ 2147483647 w 516"/>
                <a:gd name="T47" fmla="*/ 2147483647 h 661"/>
                <a:gd name="T48" fmla="*/ 2147483647 w 516"/>
                <a:gd name="T49" fmla="*/ 2147483647 h 661"/>
                <a:gd name="T50" fmla="*/ 2147483647 w 516"/>
                <a:gd name="T51" fmla="*/ 2147483647 h 661"/>
                <a:gd name="T52" fmla="*/ 2147483647 w 516"/>
                <a:gd name="T53" fmla="*/ 2147483647 h 661"/>
                <a:gd name="T54" fmla="*/ 2147483647 w 516"/>
                <a:gd name="T55" fmla="*/ 2147483647 h 661"/>
                <a:gd name="T56" fmla="*/ 2147483647 w 516"/>
                <a:gd name="T57" fmla="*/ 2147483647 h 661"/>
                <a:gd name="T58" fmla="*/ 2147483647 w 516"/>
                <a:gd name="T59" fmla="*/ 2147483647 h 661"/>
                <a:gd name="T60" fmla="*/ 2147483647 w 516"/>
                <a:gd name="T61" fmla="*/ 2147483647 h 661"/>
                <a:gd name="T62" fmla="*/ 2147483647 w 516"/>
                <a:gd name="T63" fmla="*/ 2147483647 h 661"/>
                <a:gd name="T64" fmla="*/ 2147483647 w 516"/>
                <a:gd name="T65" fmla="*/ 2147483647 h 661"/>
                <a:gd name="T66" fmla="*/ 2147483647 w 516"/>
                <a:gd name="T67" fmla="*/ 2147483647 h 661"/>
                <a:gd name="T68" fmla="*/ 2147483647 w 516"/>
                <a:gd name="T69" fmla="*/ 2147483647 h 661"/>
                <a:gd name="T70" fmla="*/ 2147483647 w 516"/>
                <a:gd name="T71" fmla="*/ 2147483647 h 661"/>
                <a:gd name="T72" fmla="*/ 2147483647 w 516"/>
                <a:gd name="T73" fmla="*/ 2147483647 h 661"/>
                <a:gd name="T74" fmla="*/ 2147483647 w 516"/>
                <a:gd name="T75" fmla="*/ 2147483647 h 661"/>
                <a:gd name="T76" fmla="*/ 2147483647 w 516"/>
                <a:gd name="T77" fmla="*/ 2147483647 h 661"/>
                <a:gd name="T78" fmla="*/ 2147483647 w 516"/>
                <a:gd name="T79" fmla="*/ 2147483647 h 661"/>
                <a:gd name="T80" fmla="*/ 2147483647 w 516"/>
                <a:gd name="T81" fmla="*/ 2147483647 h 661"/>
                <a:gd name="T82" fmla="*/ 2147483647 w 516"/>
                <a:gd name="T83" fmla="*/ 2147483647 h 661"/>
                <a:gd name="T84" fmla="*/ 2147483647 w 516"/>
                <a:gd name="T85" fmla="*/ 2147483647 h 661"/>
                <a:gd name="T86" fmla="*/ 2147483647 w 516"/>
                <a:gd name="T87" fmla="*/ 2147483647 h 661"/>
                <a:gd name="T88" fmla="*/ 2147483647 w 516"/>
                <a:gd name="T89" fmla="*/ 2147483647 h 661"/>
                <a:gd name="T90" fmla="*/ 0 w 516"/>
                <a:gd name="T91" fmla="*/ 2147483647 h 661"/>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516"/>
                <a:gd name="T139" fmla="*/ 0 h 661"/>
                <a:gd name="T140" fmla="*/ 516 w 516"/>
                <a:gd name="T141" fmla="*/ 661 h 661"/>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516" h="661">
                  <a:moveTo>
                    <a:pt x="0" y="242"/>
                  </a:moveTo>
                  <a:lnTo>
                    <a:pt x="2" y="232"/>
                  </a:lnTo>
                  <a:lnTo>
                    <a:pt x="2" y="222"/>
                  </a:lnTo>
                  <a:lnTo>
                    <a:pt x="3" y="213"/>
                  </a:lnTo>
                  <a:lnTo>
                    <a:pt x="6" y="202"/>
                  </a:lnTo>
                  <a:lnTo>
                    <a:pt x="7" y="194"/>
                  </a:lnTo>
                  <a:lnTo>
                    <a:pt x="10" y="185"/>
                  </a:lnTo>
                  <a:lnTo>
                    <a:pt x="13" y="178"/>
                  </a:lnTo>
                  <a:lnTo>
                    <a:pt x="14" y="170"/>
                  </a:lnTo>
                  <a:lnTo>
                    <a:pt x="18" y="163"/>
                  </a:lnTo>
                  <a:lnTo>
                    <a:pt x="20" y="158"/>
                  </a:lnTo>
                  <a:lnTo>
                    <a:pt x="25" y="145"/>
                  </a:lnTo>
                  <a:lnTo>
                    <a:pt x="32" y="134"/>
                  </a:lnTo>
                  <a:lnTo>
                    <a:pt x="36" y="125"/>
                  </a:lnTo>
                  <a:lnTo>
                    <a:pt x="43" y="115"/>
                  </a:lnTo>
                  <a:lnTo>
                    <a:pt x="48" y="108"/>
                  </a:lnTo>
                  <a:lnTo>
                    <a:pt x="56" y="96"/>
                  </a:lnTo>
                  <a:lnTo>
                    <a:pt x="66" y="84"/>
                  </a:lnTo>
                  <a:lnTo>
                    <a:pt x="74" y="77"/>
                  </a:lnTo>
                  <a:lnTo>
                    <a:pt x="81" y="70"/>
                  </a:lnTo>
                  <a:lnTo>
                    <a:pt x="90" y="62"/>
                  </a:lnTo>
                  <a:lnTo>
                    <a:pt x="98" y="55"/>
                  </a:lnTo>
                  <a:lnTo>
                    <a:pt x="109" y="47"/>
                  </a:lnTo>
                  <a:lnTo>
                    <a:pt x="118" y="40"/>
                  </a:lnTo>
                  <a:lnTo>
                    <a:pt x="127" y="35"/>
                  </a:lnTo>
                  <a:lnTo>
                    <a:pt x="134" y="31"/>
                  </a:lnTo>
                  <a:lnTo>
                    <a:pt x="139" y="29"/>
                  </a:lnTo>
                  <a:lnTo>
                    <a:pt x="145" y="25"/>
                  </a:lnTo>
                  <a:lnTo>
                    <a:pt x="151" y="22"/>
                  </a:lnTo>
                  <a:lnTo>
                    <a:pt x="159" y="19"/>
                  </a:lnTo>
                  <a:lnTo>
                    <a:pt x="165" y="17"/>
                  </a:lnTo>
                  <a:lnTo>
                    <a:pt x="173" y="14"/>
                  </a:lnTo>
                  <a:lnTo>
                    <a:pt x="181" y="12"/>
                  </a:lnTo>
                  <a:lnTo>
                    <a:pt x="190" y="8"/>
                  </a:lnTo>
                  <a:lnTo>
                    <a:pt x="196" y="7"/>
                  </a:lnTo>
                  <a:lnTo>
                    <a:pt x="206" y="5"/>
                  </a:lnTo>
                  <a:lnTo>
                    <a:pt x="212" y="3"/>
                  </a:lnTo>
                  <a:lnTo>
                    <a:pt x="223" y="2"/>
                  </a:lnTo>
                  <a:lnTo>
                    <a:pt x="229" y="2"/>
                  </a:lnTo>
                  <a:lnTo>
                    <a:pt x="238" y="1"/>
                  </a:lnTo>
                  <a:lnTo>
                    <a:pt x="245" y="0"/>
                  </a:lnTo>
                  <a:lnTo>
                    <a:pt x="256" y="0"/>
                  </a:lnTo>
                  <a:lnTo>
                    <a:pt x="267" y="0"/>
                  </a:lnTo>
                  <a:lnTo>
                    <a:pt x="278" y="1"/>
                  </a:lnTo>
                  <a:lnTo>
                    <a:pt x="289" y="2"/>
                  </a:lnTo>
                  <a:lnTo>
                    <a:pt x="294" y="2"/>
                  </a:lnTo>
                  <a:lnTo>
                    <a:pt x="304" y="3"/>
                  </a:lnTo>
                  <a:lnTo>
                    <a:pt x="310" y="5"/>
                  </a:lnTo>
                  <a:lnTo>
                    <a:pt x="318" y="8"/>
                  </a:lnTo>
                  <a:lnTo>
                    <a:pt x="326" y="10"/>
                  </a:lnTo>
                  <a:lnTo>
                    <a:pt x="333" y="12"/>
                  </a:lnTo>
                  <a:lnTo>
                    <a:pt x="343" y="15"/>
                  </a:lnTo>
                  <a:lnTo>
                    <a:pt x="350" y="17"/>
                  </a:lnTo>
                  <a:lnTo>
                    <a:pt x="359" y="21"/>
                  </a:lnTo>
                  <a:lnTo>
                    <a:pt x="366" y="24"/>
                  </a:lnTo>
                  <a:lnTo>
                    <a:pt x="372" y="28"/>
                  </a:lnTo>
                  <a:lnTo>
                    <a:pt x="381" y="31"/>
                  </a:lnTo>
                  <a:lnTo>
                    <a:pt x="388" y="35"/>
                  </a:lnTo>
                  <a:lnTo>
                    <a:pt x="395" y="39"/>
                  </a:lnTo>
                  <a:lnTo>
                    <a:pt x="403" y="45"/>
                  </a:lnTo>
                  <a:lnTo>
                    <a:pt x="409" y="49"/>
                  </a:lnTo>
                  <a:lnTo>
                    <a:pt x="415" y="54"/>
                  </a:lnTo>
                  <a:lnTo>
                    <a:pt x="421" y="58"/>
                  </a:lnTo>
                  <a:lnTo>
                    <a:pt x="427" y="63"/>
                  </a:lnTo>
                  <a:lnTo>
                    <a:pt x="431" y="67"/>
                  </a:lnTo>
                  <a:lnTo>
                    <a:pt x="437" y="72"/>
                  </a:lnTo>
                  <a:lnTo>
                    <a:pt x="442" y="78"/>
                  </a:lnTo>
                  <a:lnTo>
                    <a:pt x="447" y="82"/>
                  </a:lnTo>
                  <a:lnTo>
                    <a:pt x="450" y="86"/>
                  </a:lnTo>
                  <a:lnTo>
                    <a:pt x="456" y="92"/>
                  </a:lnTo>
                  <a:lnTo>
                    <a:pt x="459" y="96"/>
                  </a:lnTo>
                  <a:lnTo>
                    <a:pt x="463" y="101"/>
                  </a:lnTo>
                  <a:lnTo>
                    <a:pt x="465" y="105"/>
                  </a:lnTo>
                  <a:lnTo>
                    <a:pt x="470" y="111"/>
                  </a:lnTo>
                  <a:lnTo>
                    <a:pt x="476" y="119"/>
                  </a:lnTo>
                  <a:lnTo>
                    <a:pt x="479" y="126"/>
                  </a:lnTo>
                  <a:lnTo>
                    <a:pt x="483" y="132"/>
                  </a:lnTo>
                  <a:lnTo>
                    <a:pt x="486" y="139"/>
                  </a:lnTo>
                  <a:lnTo>
                    <a:pt x="489" y="146"/>
                  </a:lnTo>
                  <a:lnTo>
                    <a:pt x="493" y="152"/>
                  </a:lnTo>
                  <a:lnTo>
                    <a:pt x="496" y="159"/>
                  </a:lnTo>
                  <a:lnTo>
                    <a:pt x="499" y="167"/>
                  </a:lnTo>
                  <a:lnTo>
                    <a:pt x="502" y="174"/>
                  </a:lnTo>
                  <a:lnTo>
                    <a:pt x="505" y="183"/>
                  </a:lnTo>
                  <a:lnTo>
                    <a:pt x="508" y="195"/>
                  </a:lnTo>
                  <a:lnTo>
                    <a:pt x="510" y="204"/>
                  </a:lnTo>
                  <a:lnTo>
                    <a:pt x="511" y="213"/>
                  </a:lnTo>
                  <a:lnTo>
                    <a:pt x="513" y="226"/>
                  </a:lnTo>
                  <a:lnTo>
                    <a:pt x="516" y="242"/>
                  </a:lnTo>
                  <a:lnTo>
                    <a:pt x="516" y="661"/>
                  </a:lnTo>
                  <a:lnTo>
                    <a:pt x="0" y="661"/>
                  </a:lnTo>
                  <a:lnTo>
                    <a:pt x="0" y="242"/>
                  </a:lnTo>
                </a:path>
              </a:pathLst>
            </a:custGeom>
            <a:noFill/>
            <a:ln w="12700">
              <a:solidFill>
                <a:srgbClr val="000000"/>
              </a:solidFill>
              <a:prstDash val="solid"/>
              <a:round/>
              <a:headEnd/>
              <a:tailEnd/>
            </a:ln>
          </p:spPr>
          <p:txBody>
            <a:bodyPr/>
            <a:lstStyle/>
            <a:p>
              <a:endParaRPr lang="nl-BE"/>
            </a:p>
          </p:txBody>
        </p:sp>
        <p:sp>
          <p:nvSpPr>
            <p:cNvPr id="12401" name="Freeform 102"/>
            <p:cNvSpPr>
              <a:spLocks/>
            </p:cNvSpPr>
            <p:nvPr/>
          </p:nvSpPr>
          <p:spPr bwMode="auto">
            <a:xfrm>
              <a:off x="5224463" y="3368675"/>
              <a:ext cx="1968500" cy="873125"/>
            </a:xfrm>
            <a:custGeom>
              <a:avLst/>
              <a:gdLst>
                <a:gd name="T0" fmla="*/ 2147483647 w 430"/>
                <a:gd name="T1" fmla="*/ 2147483647 h 550"/>
                <a:gd name="T2" fmla="*/ 2147483647 w 430"/>
                <a:gd name="T3" fmla="*/ 2147483647 h 550"/>
                <a:gd name="T4" fmla="*/ 2147483647 w 430"/>
                <a:gd name="T5" fmla="*/ 2147483647 h 550"/>
                <a:gd name="T6" fmla="*/ 2147483647 w 430"/>
                <a:gd name="T7" fmla="*/ 2147483647 h 550"/>
                <a:gd name="T8" fmla="*/ 2147483647 w 430"/>
                <a:gd name="T9" fmla="*/ 2147483647 h 550"/>
                <a:gd name="T10" fmla="*/ 2147483647 w 430"/>
                <a:gd name="T11" fmla="*/ 2147483647 h 550"/>
                <a:gd name="T12" fmla="*/ 2147483647 w 430"/>
                <a:gd name="T13" fmla="*/ 2147483647 h 550"/>
                <a:gd name="T14" fmla="*/ 2147483647 w 430"/>
                <a:gd name="T15" fmla="*/ 2147483647 h 550"/>
                <a:gd name="T16" fmla="*/ 2147483647 w 430"/>
                <a:gd name="T17" fmla="*/ 2147483647 h 550"/>
                <a:gd name="T18" fmla="*/ 2147483647 w 430"/>
                <a:gd name="T19" fmla="*/ 2147483647 h 550"/>
                <a:gd name="T20" fmla="*/ 2147483647 w 430"/>
                <a:gd name="T21" fmla="*/ 2147483647 h 550"/>
                <a:gd name="T22" fmla="*/ 2147483647 w 430"/>
                <a:gd name="T23" fmla="*/ 2147483647 h 550"/>
                <a:gd name="T24" fmla="*/ 2147483647 w 430"/>
                <a:gd name="T25" fmla="*/ 2147483647 h 550"/>
                <a:gd name="T26" fmla="*/ 2147483647 w 430"/>
                <a:gd name="T27" fmla="*/ 2147483647 h 550"/>
                <a:gd name="T28" fmla="*/ 2147483647 w 430"/>
                <a:gd name="T29" fmla="*/ 2147483647 h 550"/>
                <a:gd name="T30" fmla="*/ 2147483647 w 430"/>
                <a:gd name="T31" fmla="*/ 2147483647 h 550"/>
                <a:gd name="T32" fmla="*/ 2147483647 w 430"/>
                <a:gd name="T33" fmla="*/ 2147483647 h 550"/>
                <a:gd name="T34" fmla="*/ 2147483647 w 430"/>
                <a:gd name="T35" fmla="*/ 2147483647 h 550"/>
                <a:gd name="T36" fmla="*/ 2147483647 w 430"/>
                <a:gd name="T37" fmla="*/ 2147483647 h 550"/>
                <a:gd name="T38" fmla="*/ 2147483647 w 430"/>
                <a:gd name="T39" fmla="*/ 0 h 550"/>
                <a:gd name="T40" fmla="*/ 2147483647 w 430"/>
                <a:gd name="T41" fmla="*/ 0 h 550"/>
                <a:gd name="T42" fmla="*/ 2147483647 w 430"/>
                <a:gd name="T43" fmla="*/ 0 h 550"/>
                <a:gd name="T44" fmla="*/ 2147483647 w 430"/>
                <a:gd name="T45" fmla="*/ 2147483647 h 550"/>
                <a:gd name="T46" fmla="*/ 2147483647 w 430"/>
                <a:gd name="T47" fmla="*/ 2147483647 h 550"/>
                <a:gd name="T48" fmla="*/ 2147483647 w 430"/>
                <a:gd name="T49" fmla="*/ 2147483647 h 550"/>
                <a:gd name="T50" fmla="*/ 2147483647 w 430"/>
                <a:gd name="T51" fmla="*/ 2147483647 h 550"/>
                <a:gd name="T52" fmla="*/ 2147483647 w 430"/>
                <a:gd name="T53" fmla="*/ 2147483647 h 550"/>
                <a:gd name="T54" fmla="*/ 2147483647 w 430"/>
                <a:gd name="T55" fmla="*/ 2147483647 h 550"/>
                <a:gd name="T56" fmla="*/ 2147483647 w 430"/>
                <a:gd name="T57" fmla="*/ 2147483647 h 550"/>
                <a:gd name="T58" fmla="*/ 2147483647 w 430"/>
                <a:gd name="T59" fmla="*/ 2147483647 h 550"/>
                <a:gd name="T60" fmla="*/ 2147483647 w 430"/>
                <a:gd name="T61" fmla="*/ 2147483647 h 550"/>
                <a:gd name="T62" fmla="*/ 2147483647 w 430"/>
                <a:gd name="T63" fmla="*/ 2147483647 h 550"/>
                <a:gd name="T64" fmla="*/ 2147483647 w 430"/>
                <a:gd name="T65" fmla="*/ 2147483647 h 550"/>
                <a:gd name="T66" fmla="*/ 2147483647 w 430"/>
                <a:gd name="T67" fmla="*/ 2147483647 h 550"/>
                <a:gd name="T68" fmla="*/ 2147483647 w 430"/>
                <a:gd name="T69" fmla="*/ 2147483647 h 550"/>
                <a:gd name="T70" fmla="*/ 2147483647 w 430"/>
                <a:gd name="T71" fmla="*/ 2147483647 h 550"/>
                <a:gd name="T72" fmla="*/ 2147483647 w 430"/>
                <a:gd name="T73" fmla="*/ 2147483647 h 550"/>
                <a:gd name="T74" fmla="*/ 2147483647 w 430"/>
                <a:gd name="T75" fmla="*/ 2147483647 h 550"/>
                <a:gd name="T76" fmla="*/ 2147483647 w 430"/>
                <a:gd name="T77" fmla="*/ 2147483647 h 550"/>
                <a:gd name="T78" fmla="*/ 2147483647 w 430"/>
                <a:gd name="T79" fmla="*/ 2147483647 h 550"/>
                <a:gd name="T80" fmla="*/ 2147483647 w 430"/>
                <a:gd name="T81" fmla="*/ 2147483647 h 550"/>
                <a:gd name="T82" fmla="*/ 2147483647 w 430"/>
                <a:gd name="T83" fmla="*/ 2147483647 h 550"/>
                <a:gd name="T84" fmla="*/ 2147483647 w 430"/>
                <a:gd name="T85" fmla="*/ 2147483647 h 550"/>
                <a:gd name="T86" fmla="*/ 2147483647 w 430"/>
                <a:gd name="T87" fmla="*/ 2147483647 h 550"/>
                <a:gd name="T88" fmla="*/ 2147483647 w 430"/>
                <a:gd name="T89" fmla="*/ 2147483647 h 550"/>
                <a:gd name="T90" fmla="*/ 0 w 430"/>
                <a:gd name="T91" fmla="*/ 2147483647 h 550"/>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430"/>
                <a:gd name="T139" fmla="*/ 0 h 550"/>
                <a:gd name="T140" fmla="*/ 430 w 430"/>
                <a:gd name="T141" fmla="*/ 550 h 550"/>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430" h="550">
                  <a:moveTo>
                    <a:pt x="0" y="202"/>
                  </a:moveTo>
                  <a:lnTo>
                    <a:pt x="2" y="193"/>
                  </a:lnTo>
                  <a:lnTo>
                    <a:pt x="3" y="186"/>
                  </a:lnTo>
                  <a:lnTo>
                    <a:pt x="4" y="177"/>
                  </a:lnTo>
                  <a:lnTo>
                    <a:pt x="5" y="169"/>
                  </a:lnTo>
                  <a:lnTo>
                    <a:pt x="7" y="161"/>
                  </a:lnTo>
                  <a:lnTo>
                    <a:pt x="9" y="154"/>
                  </a:lnTo>
                  <a:lnTo>
                    <a:pt x="11" y="148"/>
                  </a:lnTo>
                  <a:lnTo>
                    <a:pt x="13" y="142"/>
                  </a:lnTo>
                  <a:lnTo>
                    <a:pt x="15" y="136"/>
                  </a:lnTo>
                  <a:lnTo>
                    <a:pt x="18" y="131"/>
                  </a:lnTo>
                  <a:lnTo>
                    <a:pt x="21" y="121"/>
                  </a:lnTo>
                  <a:lnTo>
                    <a:pt x="27" y="111"/>
                  </a:lnTo>
                  <a:lnTo>
                    <a:pt x="31" y="104"/>
                  </a:lnTo>
                  <a:lnTo>
                    <a:pt x="36" y="96"/>
                  </a:lnTo>
                  <a:lnTo>
                    <a:pt x="40" y="89"/>
                  </a:lnTo>
                  <a:lnTo>
                    <a:pt x="48" y="79"/>
                  </a:lnTo>
                  <a:lnTo>
                    <a:pt x="55" y="70"/>
                  </a:lnTo>
                  <a:lnTo>
                    <a:pt x="62" y="63"/>
                  </a:lnTo>
                  <a:lnTo>
                    <a:pt x="68" y="57"/>
                  </a:lnTo>
                  <a:lnTo>
                    <a:pt x="75" y="52"/>
                  </a:lnTo>
                  <a:lnTo>
                    <a:pt x="82" y="46"/>
                  </a:lnTo>
                  <a:lnTo>
                    <a:pt x="91" y="39"/>
                  </a:lnTo>
                  <a:lnTo>
                    <a:pt x="98" y="34"/>
                  </a:lnTo>
                  <a:lnTo>
                    <a:pt x="106" y="29"/>
                  </a:lnTo>
                  <a:lnTo>
                    <a:pt x="111" y="25"/>
                  </a:lnTo>
                  <a:lnTo>
                    <a:pt x="116" y="24"/>
                  </a:lnTo>
                  <a:lnTo>
                    <a:pt x="120" y="20"/>
                  </a:lnTo>
                  <a:lnTo>
                    <a:pt x="127" y="18"/>
                  </a:lnTo>
                  <a:lnTo>
                    <a:pt x="132" y="16"/>
                  </a:lnTo>
                  <a:lnTo>
                    <a:pt x="138" y="14"/>
                  </a:lnTo>
                  <a:lnTo>
                    <a:pt x="145" y="11"/>
                  </a:lnTo>
                  <a:lnTo>
                    <a:pt x="151" y="9"/>
                  </a:lnTo>
                  <a:lnTo>
                    <a:pt x="158" y="8"/>
                  </a:lnTo>
                  <a:lnTo>
                    <a:pt x="164" y="6"/>
                  </a:lnTo>
                  <a:lnTo>
                    <a:pt x="172" y="4"/>
                  </a:lnTo>
                  <a:lnTo>
                    <a:pt x="177" y="3"/>
                  </a:lnTo>
                  <a:lnTo>
                    <a:pt x="186" y="2"/>
                  </a:lnTo>
                  <a:lnTo>
                    <a:pt x="191" y="1"/>
                  </a:lnTo>
                  <a:lnTo>
                    <a:pt x="197" y="0"/>
                  </a:lnTo>
                  <a:lnTo>
                    <a:pt x="205" y="0"/>
                  </a:lnTo>
                  <a:lnTo>
                    <a:pt x="213" y="0"/>
                  </a:lnTo>
                  <a:lnTo>
                    <a:pt x="223" y="0"/>
                  </a:lnTo>
                  <a:lnTo>
                    <a:pt x="232" y="0"/>
                  </a:lnTo>
                  <a:lnTo>
                    <a:pt x="241" y="2"/>
                  </a:lnTo>
                  <a:lnTo>
                    <a:pt x="246" y="2"/>
                  </a:lnTo>
                  <a:lnTo>
                    <a:pt x="253" y="3"/>
                  </a:lnTo>
                  <a:lnTo>
                    <a:pt x="258" y="4"/>
                  </a:lnTo>
                  <a:lnTo>
                    <a:pt x="265" y="6"/>
                  </a:lnTo>
                  <a:lnTo>
                    <a:pt x="272" y="8"/>
                  </a:lnTo>
                  <a:lnTo>
                    <a:pt x="278" y="9"/>
                  </a:lnTo>
                  <a:lnTo>
                    <a:pt x="286" y="12"/>
                  </a:lnTo>
                  <a:lnTo>
                    <a:pt x="291" y="14"/>
                  </a:lnTo>
                  <a:lnTo>
                    <a:pt x="299" y="18"/>
                  </a:lnTo>
                  <a:lnTo>
                    <a:pt x="304" y="20"/>
                  </a:lnTo>
                  <a:lnTo>
                    <a:pt x="311" y="23"/>
                  </a:lnTo>
                  <a:lnTo>
                    <a:pt x="318" y="25"/>
                  </a:lnTo>
                  <a:lnTo>
                    <a:pt x="324" y="29"/>
                  </a:lnTo>
                  <a:lnTo>
                    <a:pt x="329" y="32"/>
                  </a:lnTo>
                  <a:lnTo>
                    <a:pt x="336" y="37"/>
                  </a:lnTo>
                  <a:lnTo>
                    <a:pt x="341" y="41"/>
                  </a:lnTo>
                  <a:lnTo>
                    <a:pt x="347" y="45"/>
                  </a:lnTo>
                  <a:lnTo>
                    <a:pt x="351" y="48"/>
                  </a:lnTo>
                  <a:lnTo>
                    <a:pt x="356" y="52"/>
                  </a:lnTo>
                  <a:lnTo>
                    <a:pt x="359" y="56"/>
                  </a:lnTo>
                  <a:lnTo>
                    <a:pt x="364" y="60"/>
                  </a:lnTo>
                  <a:lnTo>
                    <a:pt x="369" y="65"/>
                  </a:lnTo>
                  <a:lnTo>
                    <a:pt x="372" y="68"/>
                  </a:lnTo>
                  <a:lnTo>
                    <a:pt x="375" y="72"/>
                  </a:lnTo>
                  <a:lnTo>
                    <a:pt x="380" y="77"/>
                  </a:lnTo>
                  <a:lnTo>
                    <a:pt x="383" y="80"/>
                  </a:lnTo>
                  <a:lnTo>
                    <a:pt x="386" y="84"/>
                  </a:lnTo>
                  <a:lnTo>
                    <a:pt x="388" y="88"/>
                  </a:lnTo>
                  <a:lnTo>
                    <a:pt x="392" y="93"/>
                  </a:lnTo>
                  <a:lnTo>
                    <a:pt x="397" y="99"/>
                  </a:lnTo>
                  <a:lnTo>
                    <a:pt x="400" y="104"/>
                  </a:lnTo>
                  <a:lnTo>
                    <a:pt x="402" y="111"/>
                  </a:lnTo>
                  <a:lnTo>
                    <a:pt x="406" y="115"/>
                  </a:lnTo>
                  <a:lnTo>
                    <a:pt x="408" y="121"/>
                  </a:lnTo>
                  <a:lnTo>
                    <a:pt x="411" y="127"/>
                  </a:lnTo>
                  <a:lnTo>
                    <a:pt x="413" y="132"/>
                  </a:lnTo>
                  <a:lnTo>
                    <a:pt x="416" y="138"/>
                  </a:lnTo>
                  <a:lnTo>
                    <a:pt x="419" y="145"/>
                  </a:lnTo>
                  <a:lnTo>
                    <a:pt x="420" y="152"/>
                  </a:lnTo>
                  <a:lnTo>
                    <a:pt x="424" y="163"/>
                  </a:lnTo>
                  <a:lnTo>
                    <a:pt x="425" y="170"/>
                  </a:lnTo>
                  <a:lnTo>
                    <a:pt x="426" y="177"/>
                  </a:lnTo>
                  <a:lnTo>
                    <a:pt x="428" y="187"/>
                  </a:lnTo>
                  <a:lnTo>
                    <a:pt x="430" y="202"/>
                  </a:lnTo>
                  <a:lnTo>
                    <a:pt x="430" y="550"/>
                  </a:lnTo>
                  <a:lnTo>
                    <a:pt x="0" y="550"/>
                  </a:lnTo>
                  <a:lnTo>
                    <a:pt x="0" y="202"/>
                  </a:lnTo>
                  <a:close/>
                </a:path>
              </a:pathLst>
            </a:custGeom>
            <a:solidFill>
              <a:srgbClr val="404040"/>
            </a:solidFill>
            <a:ln w="12700">
              <a:solidFill>
                <a:srgbClr val="000000"/>
              </a:solidFill>
              <a:prstDash val="solid"/>
              <a:round/>
              <a:headEnd/>
              <a:tailEnd/>
            </a:ln>
          </p:spPr>
          <p:txBody>
            <a:bodyPr/>
            <a:lstStyle/>
            <a:p>
              <a:endParaRPr lang="nl-BE"/>
            </a:p>
          </p:txBody>
        </p:sp>
        <p:sp>
          <p:nvSpPr>
            <p:cNvPr id="12402" name="Freeform 103"/>
            <p:cNvSpPr>
              <a:spLocks/>
            </p:cNvSpPr>
            <p:nvPr/>
          </p:nvSpPr>
          <p:spPr bwMode="auto">
            <a:xfrm>
              <a:off x="5540375" y="3425825"/>
              <a:ext cx="1474788" cy="654050"/>
            </a:xfrm>
            <a:custGeom>
              <a:avLst/>
              <a:gdLst>
                <a:gd name="T0" fmla="*/ 2147483647 w 322"/>
                <a:gd name="T1" fmla="*/ 2147483647 h 412"/>
                <a:gd name="T2" fmla="*/ 2147483647 w 322"/>
                <a:gd name="T3" fmla="*/ 2147483647 h 412"/>
                <a:gd name="T4" fmla="*/ 2147483647 w 322"/>
                <a:gd name="T5" fmla="*/ 2147483647 h 412"/>
                <a:gd name="T6" fmla="*/ 2147483647 w 322"/>
                <a:gd name="T7" fmla="*/ 2147483647 h 412"/>
                <a:gd name="T8" fmla="*/ 2147483647 w 322"/>
                <a:gd name="T9" fmla="*/ 2147483647 h 412"/>
                <a:gd name="T10" fmla="*/ 2147483647 w 322"/>
                <a:gd name="T11" fmla="*/ 2147483647 h 412"/>
                <a:gd name="T12" fmla="*/ 2147483647 w 322"/>
                <a:gd name="T13" fmla="*/ 2147483647 h 412"/>
                <a:gd name="T14" fmla="*/ 2147483647 w 322"/>
                <a:gd name="T15" fmla="*/ 2147483647 h 412"/>
                <a:gd name="T16" fmla="*/ 2147483647 w 322"/>
                <a:gd name="T17" fmla="*/ 2147483647 h 412"/>
                <a:gd name="T18" fmla="*/ 2147483647 w 322"/>
                <a:gd name="T19" fmla="*/ 2147483647 h 412"/>
                <a:gd name="T20" fmla="*/ 2147483647 w 322"/>
                <a:gd name="T21" fmla="*/ 2147483647 h 412"/>
                <a:gd name="T22" fmla="*/ 2147483647 w 322"/>
                <a:gd name="T23" fmla="*/ 2147483647 h 412"/>
                <a:gd name="T24" fmla="*/ 2147483647 w 322"/>
                <a:gd name="T25" fmla="*/ 2147483647 h 412"/>
                <a:gd name="T26" fmla="*/ 2147483647 w 322"/>
                <a:gd name="T27" fmla="*/ 2147483647 h 412"/>
                <a:gd name="T28" fmla="*/ 2147483647 w 322"/>
                <a:gd name="T29" fmla="*/ 2147483647 h 412"/>
                <a:gd name="T30" fmla="*/ 2147483647 w 322"/>
                <a:gd name="T31" fmla="*/ 2147483647 h 412"/>
                <a:gd name="T32" fmla="*/ 2147483647 w 322"/>
                <a:gd name="T33" fmla="*/ 2147483647 h 412"/>
                <a:gd name="T34" fmla="*/ 2147483647 w 322"/>
                <a:gd name="T35" fmla="*/ 2147483647 h 412"/>
                <a:gd name="T36" fmla="*/ 2147483647 w 322"/>
                <a:gd name="T37" fmla="*/ 2147483647 h 412"/>
                <a:gd name="T38" fmla="*/ 2147483647 w 322"/>
                <a:gd name="T39" fmla="*/ 0 h 412"/>
                <a:gd name="T40" fmla="*/ 2147483647 w 322"/>
                <a:gd name="T41" fmla="*/ 0 h 412"/>
                <a:gd name="T42" fmla="*/ 2147483647 w 322"/>
                <a:gd name="T43" fmla="*/ 0 h 412"/>
                <a:gd name="T44" fmla="*/ 2147483647 w 322"/>
                <a:gd name="T45" fmla="*/ 2147483647 h 412"/>
                <a:gd name="T46" fmla="*/ 2147483647 w 322"/>
                <a:gd name="T47" fmla="*/ 2147483647 h 412"/>
                <a:gd name="T48" fmla="*/ 2147483647 w 322"/>
                <a:gd name="T49" fmla="*/ 2147483647 h 412"/>
                <a:gd name="T50" fmla="*/ 2147483647 w 322"/>
                <a:gd name="T51" fmla="*/ 2147483647 h 412"/>
                <a:gd name="T52" fmla="*/ 2147483647 w 322"/>
                <a:gd name="T53" fmla="*/ 2147483647 h 412"/>
                <a:gd name="T54" fmla="*/ 2147483647 w 322"/>
                <a:gd name="T55" fmla="*/ 2147483647 h 412"/>
                <a:gd name="T56" fmla="*/ 2147483647 w 322"/>
                <a:gd name="T57" fmla="*/ 2147483647 h 412"/>
                <a:gd name="T58" fmla="*/ 2147483647 w 322"/>
                <a:gd name="T59" fmla="*/ 2147483647 h 412"/>
                <a:gd name="T60" fmla="*/ 2147483647 w 322"/>
                <a:gd name="T61" fmla="*/ 2147483647 h 412"/>
                <a:gd name="T62" fmla="*/ 2147483647 w 322"/>
                <a:gd name="T63" fmla="*/ 2147483647 h 412"/>
                <a:gd name="T64" fmla="*/ 2147483647 w 322"/>
                <a:gd name="T65" fmla="*/ 2147483647 h 412"/>
                <a:gd name="T66" fmla="*/ 2147483647 w 322"/>
                <a:gd name="T67" fmla="*/ 2147483647 h 412"/>
                <a:gd name="T68" fmla="*/ 2147483647 w 322"/>
                <a:gd name="T69" fmla="*/ 2147483647 h 412"/>
                <a:gd name="T70" fmla="*/ 2147483647 w 322"/>
                <a:gd name="T71" fmla="*/ 2147483647 h 412"/>
                <a:gd name="T72" fmla="*/ 2147483647 w 322"/>
                <a:gd name="T73" fmla="*/ 2147483647 h 412"/>
                <a:gd name="T74" fmla="*/ 2147483647 w 322"/>
                <a:gd name="T75" fmla="*/ 2147483647 h 412"/>
                <a:gd name="T76" fmla="*/ 2147483647 w 322"/>
                <a:gd name="T77" fmla="*/ 2147483647 h 412"/>
                <a:gd name="T78" fmla="*/ 2147483647 w 322"/>
                <a:gd name="T79" fmla="*/ 2147483647 h 412"/>
                <a:gd name="T80" fmla="*/ 2147483647 w 322"/>
                <a:gd name="T81" fmla="*/ 2147483647 h 412"/>
                <a:gd name="T82" fmla="*/ 2147483647 w 322"/>
                <a:gd name="T83" fmla="*/ 2147483647 h 412"/>
                <a:gd name="T84" fmla="*/ 2147483647 w 322"/>
                <a:gd name="T85" fmla="*/ 2147483647 h 412"/>
                <a:gd name="T86" fmla="*/ 2147483647 w 322"/>
                <a:gd name="T87" fmla="*/ 2147483647 h 412"/>
                <a:gd name="T88" fmla="*/ 2147483647 w 322"/>
                <a:gd name="T89" fmla="*/ 2147483647 h 412"/>
                <a:gd name="T90" fmla="*/ 0 w 322"/>
                <a:gd name="T91" fmla="*/ 2147483647 h 412"/>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322"/>
                <a:gd name="T139" fmla="*/ 0 h 412"/>
                <a:gd name="T140" fmla="*/ 322 w 322"/>
                <a:gd name="T141" fmla="*/ 412 h 412"/>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322" h="412">
                  <a:moveTo>
                    <a:pt x="0" y="151"/>
                  </a:moveTo>
                  <a:lnTo>
                    <a:pt x="1" y="144"/>
                  </a:lnTo>
                  <a:lnTo>
                    <a:pt x="1" y="139"/>
                  </a:lnTo>
                  <a:lnTo>
                    <a:pt x="1" y="134"/>
                  </a:lnTo>
                  <a:lnTo>
                    <a:pt x="3" y="127"/>
                  </a:lnTo>
                  <a:lnTo>
                    <a:pt x="4" y="121"/>
                  </a:lnTo>
                  <a:lnTo>
                    <a:pt x="6" y="115"/>
                  </a:lnTo>
                  <a:lnTo>
                    <a:pt x="6" y="111"/>
                  </a:lnTo>
                  <a:lnTo>
                    <a:pt x="8" y="107"/>
                  </a:lnTo>
                  <a:lnTo>
                    <a:pt x="10" y="102"/>
                  </a:lnTo>
                  <a:lnTo>
                    <a:pt x="12" y="98"/>
                  </a:lnTo>
                  <a:lnTo>
                    <a:pt x="15" y="91"/>
                  </a:lnTo>
                  <a:lnTo>
                    <a:pt x="19" y="84"/>
                  </a:lnTo>
                  <a:lnTo>
                    <a:pt x="23" y="77"/>
                  </a:lnTo>
                  <a:lnTo>
                    <a:pt x="26" y="72"/>
                  </a:lnTo>
                  <a:lnTo>
                    <a:pt x="29" y="67"/>
                  </a:lnTo>
                  <a:lnTo>
                    <a:pt x="34" y="60"/>
                  </a:lnTo>
                  <a:lnTo>
                    <a:pt x="40" y="53"/>
                  </a:lnTo>
                  <a:lnTo>
                    <a:pt x="45" y="48"/>
                  </a:lnTo>
                  <a:lnTo>
                    <a:pt x="50" y="44"/>
                  </a:lnTo>
                  <a:lnTo>
                    <a:pt x="55" y="39"/>
                  </a:lnTo>
                  <a:lnTo>
                    <a:pt x="61" y="34"/>
                  </a:lnTo>
                  <a:lnTo>
                    <a:pt x="67" y="29"/>
                  </a:lnTo>
                  <a:lnTo>
                    <a:pt x="73" y="26"/>
                  </a:lnTo>
                  <a:lnTo>
                    <a:pt x="79" y="21"/>
                  </a:lnTo>
                  <a:lnTo>
                    <a:pt x="83" y="20"/>
                  </a:lnTo>
                  <a:lnTo>
                    <a:pt x="86" y="18"/>
                  </a:lnTo>
                  <a:lnTo>
                    <a:pt x="89" y="16"/>
                  </a:lnTo>
                  <a:lnTo>
                    <a:pt x="94" y="14"/>
                  </a:lnTo>
                  <a:lnTo>
                    <a:pt x="98" y="12"/>
                  </a:lnTo>
                  <a:lnTo>
                    <a:pt x="102" y="10"/>
                  </a:lnTo>
                  <a:lnTo>
                    <a:pt x="107" y="9"/>
                  </a:lnTo>
                  <a:lnTo>
                    <a:pt x="112" y="7"/>
                  </a:lnTo>
                  <a:lnTo>
                    <a:pt x="117" y="5"/>
                  </a:lnTo>
                  <a:lnTo>
                    <a:pt x="122" y="5"/>
                  </a:lnTo>
                  <a:lnTo>
                    <a:pt x="128" y="3"/>
                  </a:lnTo>
                  <a:lnTo>
                    <a:pt x="132" y="2"/>
                  </a:lnTo>
                  <a:lnTo>
                    <a:pt x="139" y="1"/>
                  </a:lnTo>
                  <a:lnTo>
                    <a:pt x="142" y="0"/>
                  </a:lnTo>
                  <a:lnTo>
                    <a:pt x="148" y="0"/>
                  </a:lnTo>
                  <a:lnTo>
                    <a:pt x="153" y="0"/>
                  </a:lnTo>
                  <a:lnTo>
                    <a:pt x="159" y="0"/>
                  </a:lnTo>
                  <a:lnTo>
                    <a:pt x="166" y="0"/>
                  </a:lnTo>
                  <a:lnTo>
                    <a:pt x="173" y="0"/>
                  </a:lnTo>
                  <a:lnTo>
                    <a:pt x="179" y="1"/>
                  </a:lnTo>
                  <a:lnTo>
                    <a:pt x="183" y="1"/>
                  </a:lnTo>
                  <a:lnTo>
                    <a:pt x="189" y="2"/>
                  </a:lnTo>
                  <a:lnTo>
                    <a:pt x="193" y="4"/>
                  </a:lnTo>
                  <a:lnTo>
                    <a:pt x="198" y="5"/>
                  </a:lnTo>
                  <a:lnTo>
                    <a:pt x="203" y="6"/>
                  </a:lnTo>
                  <a:lnTo>
                    <a:pt x="207" y="8"/>
                  </a:lnTo>
                  <a:lnTo>
                    <a:pt x="213" y="9"/>
                  </a:lnTo>
                  <a:lnTo>
                    <a:pt x="218" y="10"/>
                  </a:lnTo>
                  <a:lnTo>
                    <a:pt x="223" y="13"/>
                  </a:lnTo>
                  <a:lnTo>
                    <a:pt x="227" y="15"/>
                  </a:lnTo>
                  <a:lnTo>
                    <a:pt x="232" y="17"/>
                  </a:lnTo>
                  <a:lnTo>
                    <a:pt x="237" y="19"/>
                  </a:lnTo>
                  <a:lnTo>
                    <a:pt x="241" y="21"/>
                  </a:lnTo>
                  <a:lnTo>
                    <a:pt x="245" y="25"/>
                  </a:lnTo>
                  <a:lnTo>
                    <a:pt x="251" y="28"/>
                  </a:lnTo>
                  <a:lnTo>
                    <a:pt x="255" y="31"/>
                  </a:lnTo>
                  <a:lnTo>
                    <a:pt x="259" y="33"/>
                  </a:lnTo>
                  <a:lnTo>
                    <a:pt x="262" y="36"/>
                  </a:lnTo>
                  <a:lnTo>
                    <a:pt x="267" y="39"/>
                  </a:lnTo>
                  <a:lnTo>
                    <a:pt x="269" y="43"/>
                  </a:lnTo>
                  <a:lnTo>
                    <a:pt x="272" y="45"/>
                  </a:lnTo>
                  <a:lnTo>
                    <a:pt x="276" y="48"/>
                  </a:lnTo>
                  <a:lnTo>
                    <a:pt x="278" y="52"/>
                  </a:lnTo>
                  <a:lnTo>
                    <a:pt x="281" y="53"/>
                  </a:lnTo>
                  <a:lnTo>
                    <a:pt x="284" y="58"/>
                  </a:lnTo>
                  <a:lnTo>
                    <a:pt x="286" y="60"/>
                  </a:lnTo>
                  <a:lnTo>
                    <a:pt x="289" y="63"/>
                  </a:lnTo>
                  <a:lnTo>
                    <a:pt x="290" y="66"/>
                  </a:lnTo>
                  <a:lnTo>
                    <a:pt x="294" y="69"/>
                  </a:lnTo>
                  <a:lnTo>
                    <a:pt x="297" y="75"/>
                  </a:lnTo>
                  <a:lnTo>
                    <a:pt x="299" y="78"/>
                  </a:lnTo>
                  <a:lnTo>
                    <a:pt x="301" y="82"/>
                  </a:lnTo>
                  <a:lnTo>
                    <a:pt x="303" y="86"/>
                  </a:lnTo>
                  <a:lnTo>
                    <a:pt x="305" y="91"/>
                  </a:lnTo>
                  <a:lnTo>
                    <a:pt x="307" y="95"/>
                  </a:lnTo>
                  <a:lnTo>
                    <a:pt x="310" y="100"/>
                  </a:lnTo>
                  <a:lnTo>
                    <a:pt x="311" y="104"/>
                  </a:lnTo>
                  <a:lnTo>
                    <a:pt x="313" y="109"/>
                  </a:lnTo>
                  <a:lnTo>
                    <a:pt x="315" y="114"/>
                  </a:lnTo>
                  <a:lnTo>
                    <a:pt x="317" y="123"/>
                  </a:lnTo>
                  <a:lnTo>
                    <a:pt x="317" y="127"/>
                  </a:lnTo>
                  <a:lnTo>
                    <a:pt x="319" y="133"/>
                  </a:lnTo>
                  <a:lnTo>
                    <a:pt x="320" y="140"/>
                  </a:lnTo>
                  <a:lnTo>
                    <a:pt x="322" y="151"/>
                  </a:lnTo>
                  <a:lnTo>
                    <a:pt x="322" y="412"/>
                  </a:lnTo>
                  <a:lnTo>
                    <a:pt x="0" y="412"/>
                  </a:lnTo>
                  <a:lnTo>
                    <a:pt x="0" y="151"/>
                  </a:lnTo>
                </a:path>
              </a:pathLst>
            </a:custGeom>
            <a:noFill/>
            <a:ln w="12700">
              <a:solidFill>
                <a:srgbClr val="000000"/>
              </a:solidFill>
              <a:prstDash val="solid"/>
              <a:round/>
              <a:headEnd/>
              <a:tailEnd/>
            </a:ln>
          </p:spPr>
          <p:txBody>
            <a:bodyPr/>
            <a:lstStyle/>
            <a:p>
              <a:endParaRPr lang="nl-BE"/>
            </a:p>
          </p:txBody>
        </p:sp>
        <p:sp>
          <p:nvSpPr>
            <p:cNvPr id="12403" name="Freeform 104"/>
            <p:cNvSpPr>
              <a:spLocks/>
            </p:cNvSpPr>
            <p:nvPr/>
          </p:nvSpPr>
          <p:spPr bwMode="auto">
            <a:xfrm>
              <a:off x="5746750" y="3459163"/>
              <a:ext cx="1130300" cy="503237"/>
            </a:xfrm>
            <a:custGeom>
              <a:avLst/>
              <a:gdLst>
                <a:gd name="T0" fmla="*/ 0 w 247"/>
                <a:gd name="T1" fmla="*/ 2147483647 h 317"/>
                <a:gd name="T2" fmla="*/ 2147483647 w 247"/>
                <a:gd name="T3" fmla="*/ 2147483647 h 317"/>
                <a:gd name="T4" fmla="*/ 2147483647 w 247"/>
                <a:gd name="T5" fmla="*/ 2147483647 h 317"/>
                <a:gd name="T6" fmla="*/ 2147483647 w 247"/>
                <a:gd name="T7" fmla="*/ 2147483647 h 317"/>
                <a:gd name="T8" fmla="*/ 2147483647 w 247"/>
                <a:gd name="T9" fmla="*/ 2147483647 h 317"/>
                <a:gd name="T10" fmla="*/ 2147483647 w 247"/>
                <a:gd name="T11" fmla="*/ 2147483647 h 317"/>
                <a:gd name="T12" fmla="*/ 2147483647 w 247"/>
                <a:gd name="T13" fmla="*/ 2147483647 h 317"/>
                <a:gd name="T14" fmla="*/ 2147483647 w 247"/>
                <a:gd name="T15" fmla="*/ 2147483647 h 317"/>
                <a:gd name="T16" fmla="*/ 2147483647 w 247"/>
                <a:gd name="T17" fmla="*/ 2147483647 h 317"/>
                <a:gd name="T18" fmla="*/ 2147483647 w 247"/>
                <a:gd name="T19" fmla="*/ 2147483647 h 317"/>
                <a:gd name="T20" fmla="*/ 2147483647 w 247"/>
                <a:gd name="T21" fmla="*/ 2147483647 h 317"/>
                <a:gd name="T22" fmla="*/ 2147483647 w 247"/>
                <a:gd name="T23" fmla="*/ 2147483647 h 317"/>
                <a:gd name="T24" fmla="*/ 2147483647 w 247"/>
                <a:gd name="T25" fmla="*/ 2147483647 h 317"/>
                <a:gd name="T26" fmla="*/ 2147483647 w 247"/>
                <a:gd name="T27" fmla="*/ 2147483647 h 317"/>
                <a:gd name="T28" fmla="*/ 2147483647 w 247"/>
                <a:gd name="T29" fmla="*/ 2147483647 h 317"/>
                <a:gd name="T30" fmla="*/ 2147483647 w 247"/>
                <a:gd name="T31" fmla="*/ 2147483647 h 317"/>
                <a:gd name="T32" fmla="*/ 2147483647 w 247"/>
                <a:gd name="T33" fmla="*/ 2147483647 h 317"/>
                <a:gd name="T34" fmla="*/ 2147483647 w 247"/>
                <a:gd name="T35" fmla="*/ 2147483647 h 317"/>
                <a:gd name="T36" fmla="*/ 2147483647 w 247"/>
                <a:gd name="T37" fmla="*/ 0 h 317"/>
                <a:gd name="T38" fmla="*/ 2147483647 w 247"/>
                <a:gd name="T39" fmla="*/ 0 h 317"/>
                <a:gd name="T40" fmla="*/ 2147483647 w 247"/>
                <a:gd name="T41" fmla="*/ 0 h 317"/>
                <a:gd name="T42" fmla="*/ 2147483647 w 247"/>
                <a:gd name="T43" fmla="*/ 0 h 317"/>
                <a:gd name="T44" fmla="*/ 2147483647 w 247"/>
                <a:gd name="T45" fmla="*/ 0 h 317"/>
                <a:gd name="T46" fmla="*/ 2147483647 w 247"/>
                <a:gd name="T47" fmla="*/ 2147483647 h 317"/>
                <a:gd name="T48" fmla="*/ 2147483647 w 247"/>
                <a:gd name="T49" fmla="*/ 2147483647 h 317"/>
                <a:gd name="T50" fmla="*/ 2147483647 w 247"/>
                <a:gd name="T51" fmla="*/ 2147483647 h 317"/>
                <a:gd name="T52" fmla="*/ 2147483647 w 247"/>
                <a:gd name="T53" fmla="*/ 2147483647 h 317"/>
                <a:gd name="T54" fmla="*/ 2147483647 w 247"/>
                <a:gd name="T55" fmla="*/ 2147483647 h 317"/>
                <a:gd name="T56" fmla="*/ 2147483647 w 247"/>
                <a:gd name="T57" fmla="*/ 2147483647 h 317"/>
                <a:gd name="T58" fmla="*/ 2147483647 w 247"/>
                <a:gd name="T59" fmla="*/ 2147483647 h 317"/>
                <a:gd name="T60" fmla="*/ 2147483647 w 247"/>
                <a:gd name="T61" fmla="*/ 2147483647 h 317"/>
                <a:gd name="T62" fmla="*/ 2147483647 w 247"/>
                <a:gd name="T63" fmla="*/ 2147483647 h 317"/>
                <a:gd name="T64" fmla="*/ 2147483647 w 247"/>
                <a:gd name="T65" fmla="*/ 2147483647 h 317"/>
                <a:gd name="T66" fmla="*/ 2147483647 w 247"/>
                <a:gd name="T67" fmla="*/ 2147483647 h 317"/>
                <a:gd name="T68" fmla="*/ 2147483647 w 247"/>
                <a:gd name="T69" fmla="*/ 2147483647 h 317"/>
                <a:gd name="T70" fmla="*/ 2147483647 w 247"/>
                <a:gd name="T71" fmla="*/ 2147483647 h 317"/>
                <a:gd name="T72" fmla="*/ 2147483647 w 247"/>
                <a:gd name="T73" fmla="*/ 2147483647 h 317"/>
                <a:gd name="T74" fmla="*/ 2147483647 w 247"/>
                <a:gd name="T75" fmla="*/ 2147483647 h 317"/>
                <a:gd name="T76" fmla="*/ 2147483647 w 247"/>
                <a:gd name="T77" fmla="*/ 2147483647 h 317"/>
                <a:gd name="T78" fmla="*/ 2147483647 w 247"/>
                <a:gd name="T79" fmla="*/ 2147483647 h 317"/>
                <a:gd name="T80" fmla="*/ 2147483647 w 247"/>
                <a:gd name="T81" fmla="*/ 2147483647 h 317"/>
                <a:gd name="T82" fmla="*/ 2147483647 w 247"/>
                <a:gd name="T83" fmla="*/ 2147483647 h 317"/>
                <a:gd name="T84" fmla="*/ 2147483647 w 247"/>
                <a:gd name="T85" fmla="*/ 2147483647 h 317"/>
                <a:gd name="T86" fmla="*/ 2147483647 w 247"/>
                <a:gd name="T87" fmla="*/ 2147483647 h 317"/>
                <a:gd name="T88" fmla="*/ 2147483647 w 247"/>
                <a:gd name="T89" fmla="*/ 2147483647 h 317"/>
                <a:gd name="T90" fmla="*/ 0 w 247"/>
                <a:gd name="T91" fmla="*/ 2147483647 h 31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247"/>
                <a:gd name="T139" fmla="*/ 0 h 317"/>
                <a:gd name="T140" fmla="*/ 247 w 247"/>
                <a:gd name="T141" fmla="*/ 317 h 317"/>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247" h="317">
                  <a:moveTo>
                    <a:pt x="0" y="116"/>
                  </a:moveTo>
                  <a:lnTo>
                    <a:pt x="0" y="111"/>
                  </a:lnTo>
                  <a:lnTo>
                    <a:pt x="0" y="107"/>
                  </a:lnTo>
                  <a:lnTo>
                    <a:pt x="1" y="102"/>
                  </a:lnTo>
                  <a:lnTo>
                    <a:pt x="2" y="97"/>
                  </a:lnTo>
                  <a:lnTo>
                    <a:pt x="3" y="92"/>
                  </a:lnTo>
                  <a:lnTo>
                    <a:pt x="5" y="88"/>
                  </a:lnTo>
                  <a:lnTo>
                    <a:pt x="6" y="85"/>
                  </a:lnTo>
                  <a:lnTo>
                    <a:pt x="6" y="81"/>
                  </a:lnTo>
                  <a:lnTo>
                    <a:pt x="8" y="78"/>
                  </a:lnTo>
                  <a:lnTo>
                    <a:pt x="10" y="75"/>
                  </a:lnTo>
                  <a:lnTo>
                    <a:pt x="11" y="70"/>
                  </a:lnTo>
                  <a:lnTo>
                    <a:pt x="15" y="64"/>
                  </a:lnTo>
                  <a:lnTo>
                    <a:pt x="17" y="59"/>
                  </a:lnTo>
                  <a:lnTo>
                    <a:pt x="20" y="54"/>
                  </a:lnTo>
                  <a:lnTo>
                    <a:pt x="22" y="51"/>
                  </a:lnTo>
                  <a:lnTo>
                    <a:pt x="27" y="45"/>
                  </a:lnTo>
                  <a:lnTo>
                    <a:pt x="31" y="40"/>
                  </a:lnTo>
                  <a:lnTo>
                    <a:pt x="35" y="36"/>
                  </a:lnTo>
                  <a:lnTo>
                    <a:pt x="39" y="32"/>
                  </a:lnTo>
                  <a:lnTo>
                    <a:pt x="42" y="29"/>
                  </a:lnTo>
                  <a:lnTo>
                    <a:pt x="47" y="26"/>
                  </a:lnTo>
                  <a:lnTo>
                    <a:pt x="51" y="22"/>
                  </a:lnTo>
                  <a:lnTo>
                    <a:pt x="56" y="19"/>
                  </a:lnTo>
                  <a:lnTo>
                    <a:pt x="61" y="16"/>
                  </a:lnTo>
                  <a:lnTo>
                    <a:pt x="63" y="15"/>
                  </a:lnTo>
                  <a:lnTo>
                    <a:pt x="66" y="13"/>
                  </a:lnTo>
                  <a:lnTo>
                    <a:pt x="69" y="11"/>
                  </a:lnTo>
                  <a:lnTo>
                    <a:pt x="72" y="10"/>
                  </a:lnTo>
                  <a:lnTo>
                    <a:pt x="76" y="9"/>
                  </a:lnTo>
                  <a:lnTo>
                    <a:pt x="79" y="7"/>
                  </a:lnTo>
                  <a:lnTo>
                    <a:pt x="83" y="6"/>
                  </a:lnTo>
                  <a:lnTo>
                    <a:pt x="87" y="5"/>
                  </a:lnTo>
                  <a:lnTo>
                    <a:pt x="90" y="4"/>
                  </a:lnTo>
                  <a:lnTo>
                    <a:pt x="94" y="3"/>
                  </a:lnTo>
                  <a:lnTo>
                    <a:pt x="98" y="2"/>
                  </a:lnTo>
                  <a:lnTo>
                    <a:pt x="101" y="1"/>
                  </a:lnTo>
                  <a:lnTo>
                    <a:pt x="106" y="0"/>
                  </a:lnTo>
                  <a:lnTo>
                    <a:pt x="110" y="0"/>
                  </a:lnTo>
                  <a:lnTo>
                    <a:pt x="113" y="0"/>
                  </a:lnTo>
                  <a:lnTo>
                    <a:pt x="117" y="0"/>
                  </a:lnTo>
                  <a:lnTo>
                    <a:pt x="122" y="0"/>
                  </a:lnTo>
                  <a:lnTo>
                    <a:pt x="127" y="0"/>
                  </a:lnTo>
                  <a:lnTo>
                    <a:pt x="133" y="0"/>
                  </a:lnTo>
                  <a:lnTo>
                    <a:pt x="138" y="0"/>
                  </a:lnTo>
                  <a:lnTo>
                    <a:pt x="141" y="0"/>
                  </a:lnTo>
                  <a:lnTo>
                    <a:pt x="145" y="1"/>
                  </a:lnTo>
                  <a:lnTo>
                    <a:pt x="148" y="2"/>
                  </a:lnTo>
                  <a:lnTo>
                    <a:pt x="153" y="3"/>
                  </a:lnTo>
                  <a:lnTo>
                    <a:pt x="156" y="4"/>
                  </a:lnTo>
                  <a:lnTo>
                    <a:pt x="160" y="5"/>
                  </a:lnTo>
                  <a:lnTo>
                    <a:pt x="164" y="6"/>
                  </a:lnTo>
                  <a:lnTo>
                    <a:pt x="167" y="8"/>
                  </a:lnTo>
                  <a:lnTo>
                    <a:pt x="172" y="10"/>
                  </a:lnTo>
                  <a:lnTo>
                    <a:pt x="175" y="11"/>
                  </a:lnTo>
                  <a:lnTo>
                    <a:pt x="178" y="13"/>
                  </a:lnTo>
                  <a:lnTo>
                    <a:pt x="182" y="14"/>
                  </a:lnTo>
                  <a:lnTo>
                    <a:pt x="185" y="16"/>
                  </a:lnTo>
                  <a:lnTo>
                    <a:pt x="188" y="18"/>
                  </a:lnTo>
                  <a:lnTo>
                    <a:pt x="193" y="22"/>
                  </a:lnTo>
                  <a:lnTo>
                    <a:pt x="195" y="23"/>
                  </a:lnTo>
                  <a:lnTo>
                    <a:pt x="198" y="25"/>
                  </a:lnTo>
                  <a:lnTo>
                    <a:pt x="202" y="27"/>
                  </a:lnTo>
                  <a:lnTo>
                    <a:pt x="205" y="29"/>
                  </a:lnTo>
                  <a:lnTo>
                    <a:pt x="207" y="32"/>
                  </a:lnTo>
                  <a:lnTo>
                    <a:pt x="210" y="34"/>
                  </a:lnTo>
                  <a:lnTo>
                    <a:pt x="212" y="38"/>
                  </a:lnTo>
                  <a:lnTo>
                    <a:pt x="215" y="39"/>
                  </a:lnTo>
                  <a:lnTo>
                    <a:pt x="216" y="41"/>
                  </a:lnTo>
                  <a:lnTo>
                    <a:pt x="218" y="43"/>
                  </a:lnTo>
                  <a:lnTo>
                    <a:pt x="220" y="46"/>
                  </a:lnTo>
                  <a:lnTo>
                    <a:pt x="222" y="48"/>
                  </a:lnTo>
                  <a:lnTo>
                    <a:pt x="223" y="50"/>
                  </a:lnTo>
                  <a:lnTo>
                    <a:pt x="226" y="54"/>
                  </a:lnTo>
                  <a:lnTo>
                    <a:pt x="228" y="56"/>
                  </a:lnTo>
                  <a:lnTo>
                    <a:pt x="230" y="59"/>
                  </a:lnTo>
                  <a:lnTo>
                    <a:pt x="233" y="63"/>
                  </a:lnTo>
                  <a:lnTo>
                    <a:pt x="233" y="66"/>
                  </a:lnTo>
                  <a:lnTo>
                    <a:pt x="235" y="70"/>
                  </a:lnTo>
                  <a:lnTo>
                    <a:pt x="237" y="72"/>
                  </a:lnTo>
                  <a:lnTo>
                    <a:pt x="238" y="76"/>
                  </a:lnTo>
                  <a:lnTo>
                    <a:pt x="239" y="80"/>
                  </a:lnTo>
                  <a:lnTo>
                    <a:pt x="240" y="84"/>
                  </a:lnTo>
                  <a:lnTo>
                    <a:pt x="242" y="88"/>
                  </a:lnTo>
                  <a:lnTo>
                    <a:pt x="244" y="93"/>
                  </a:lnTo>
                  <a:lnTo>
                    <a:pt x="244" y="97"/>
                  </a:lnTo>
                  <a:lnTo>
                    <a:pt x="245" y="102"/>
                  </a:lnTo>
                  <a:lnTo>
                    <a:pt x="246" y="107"/>
                  </a:lnTo>
                  <a:lnTo>
                    <a:pt x="247" y="116"/>
                  </a:lnTo>
                  <a:lnTo>
                    <a:pt x="247" y="317"/>
                  </a:lnTo>
                  <a:lnTo>
                    <a:pt x="0" y="317"/>
                  </a:lnTo>
                  <a:lnTo>
                    <a:pt x="0" y="116"/>
                  </a:lnTo>
                </a:path>
              </a:pathLst>
            </a:custGeom>
            <a:noFill/>
            <a:ln w="12700">
              <a:solidFill>
                <a:srgbClr val="000000"/>
              </a:solidFill>
              <a:prstDash val="solid"/>
              <a:round/>
              <a:headEnd/>
              <a:tailEnd/>
            </a:ln>
          </p:spPr>
          <p:txBody>
            <a:bodyPr/>
            <a:lstStyle/>
            <a:p>
              <a:endParaRPr lang="nl-BE"/>
            </a:p>
          </p:txBody>
        </p:sp>
        <p:sp>
          <p:nvSpPr>
            <p:cNvPr id="12404" name="Freeform 105"/>
            <p:cNvSpPr>
              <a:spLocks/>
            </p:cNvSpPr>
            <p:nvPr/>
          </p:nvSpPr>
          <p:spPr bwMode="auto">
            <a:xfrm>
              <a:off x="5924550" y="3484563"/>
              <a:ext cx="865188" cy="387350"/>
            </a:xfrm>
            <a:custGeom>
              <a:avLst/>
              <a:gdLst>
                <a:gd name="T0" fmla="*/ 0 w 189"/>
                <a:gd name="T1" fmla="*/ 2147483647 h 244"/>
                <a:gd name="T2" fmla="*/ 2147483647 w 189"/>
                <a:gd name="T3" fmla="*/ 2147483647 h 244"/>
                <a:gd name="T4" fmla="*/ 2147483647 w 189"/>
                <a:gd name="T5" fmla="*/ 2147483647 h 244"/>
                <a:gd name="T6" fmla="*/ 2147483647 w 189"/>
                <a:gd name="T7" fmla="*/ 2147483647 h 244"/>
                <a:gd name="T8" fmla="*/ 2147483647 w 189"/>
                <a:gd name="T9" fmla="*/ 2147483647 h 244"/>
                <a:gd name="T10" fmla="*/ 2147483647 w 189"/>
                <a:gd name="T11" fmla="*/ 2147483647 h 244"/>
                <a:gd name="T12" fmla="*/ 2147483647 w 189"/>
                <a:gd name="T13" fmla="*/ 2147483647 h 244"/>
                <a:gd name="T14" fmla="*/ 2147483647 w 189"/>
                <a:gd name="T15" fmla="*/ 2147483647 h 244"/>
                <a:gd name="T16" fmla="*/ 2147483647 w 189"/>
                <a:gd name="T17" fmla="*/ 2147483647 h 244"/>
                <a:gd name="T18" fmla="*/ 2147483647 w 189"/>
                <a:gd name="T19" fmla="*/ 2147483647 h 244"/>
                <a:gd name="T20" fmla="*/ 2147483647 w 189"/>
                <a:gd name="T21" fmla="*/ 2147483647 h 244"/>
                <a:gd name="T22" fmla="*/ 2147483647 w 189"/>
                <a:gd name="T23" fmla="*/ 2147483647 h 244"/>
                <a:gd name="T24" fmla="*/ 2147483647 w 189"/>
                <a:gd name="T25" fmla="*/ 2147483647 h 244"/>
                <a:gd name="T26" fmla="*/ 2147483647 w 189"/>
                <a:gd name="T27" fmla="*/ 2147483647 h 244"/>
                <a:gd name="T28" fmla="*/ 2147483647 w 189"/>
                <a:gd name="T29" fmla="*/ 2147483647 h 244"/>
                <a:gd name="T30" fmla="*/ 2147483647 w 189"/>
                <a:gd name="T31" fmla="*/ 2147483647 h 244"/>
                <a:gd name="T32" fmla="*/ 2147483647 w 189"/>
                <a:gd name="T33" fmla="*/ 2147483647 h 244"/>
                <a:gd name="T34" fmla="*/ 2147483647 w 189"/>
                <a:gd name="T35" fmla="*/ 2147483647 h 244"/>
                <a:gd name="T36" fmla="*/ 2147483647 w 189"/>
                <a:gd name="T37" fmla="*/ 0 h 244"/>
                <a:gd name="T38" fmla="*/ 2147483647 w 189"/>
                <a:gd name="T39" fmla="*/ 0 h 244"/>
                <a:gd name="T40" fmla="*/ 2147483647 w 189"/>
                <a:gd name="T41" fmla="*/ 0 h 244"/>
                <a:gd name="T42" fmla="*/ 2147483647 w 189"/>
                <a:gd name="T43" fmla="*/ 0 h 244"/>
                <a:gd name="T44" fmla="*/ 2147483647 w 189"/>
                <a:gd name="T45" fmla="*/ 0 h 244"/>
                <a:gd name="T46" fmla="*/ 2147483647 w 189"/>
                <a:gd name="T47" fmla="*/ 2147483647 h 244"/>
                <a:gd name="T48" fmla="*/ 2147483647 w 189"/>
                <a:gd name="T49" fmla="*/ 2147483647 h 244"/>
                <a:gd name="T50" fmla="*/ 2147483647 w 189"/>
                <a:gd name="T51" fmla="*/ 2147483647 h 244"/>
                <a:gd name="T52" fmla="*/ 2147483647 w 189"/>
                <a:gd name="T53" fmla="*/ 2147483647 h 244"/>
                <a:gd name="T54" fmla="*/ 2147483647 w 189"/>
                <a:gd name="T55" fmla="*/ 2147483647 h 244"/>
                <a:gd name="T56" fmla="*/ 2147483647 w 189"/>
                <a:gd name="T57" fmla="*/ 2147483647 h 244"/>
                <a:gd name="T58" fmla="*/ 2147483647 w 189"/>
                <a:gd name="T59" fmla="*/ 2147483647 h 244"/>
                <a:gd name="T60" fmla="*/ 2147483647 w 189"/>
                <a:gd name="T61" fmla="*/ 2147483647 h 244"/>
                <a:gd name="T62" fmla="*/ 2147483647 w 189"/>
                <a:gd name="T63" fmla="*/ 2147483647 h 244"/>
                <a:gd name="T64" fmla="*/ 2147483647 w 189"/>
                <a:gd name="T65" fmla="*/ 2147483647 h 244"/>
                <a:gd name="T66" fmla="*/ 2147483647 w 189"/>
                <a:gd name="T67" fmla="*/ 2147483647 h 244"/>
                <a:gd name="T68" fmla="*/ 2147483647 w 189"/>
                <a:gd name="T69" fmla="*/ 2147483647 h 244"/>
                <a:gd name="T70" fmla="*/ 2147483647 w 189"/>
                <a:gd name="T71" fmla="*/ 2147483647 h 244"/>
                <a:gd name="T72" fmla="*/ 2147483647 w 189"/>
                <a:gd name="T73" fmla="*/ 2147483647 h 244"/>
                <a:gd name="T74" fmla="*/ 2147483647 w 189"/>
                <a:gd name="T75" fmla="*/ 2147483647 h 244"/>
                <a:gd name="T76" fmla="*/ 2147483647 w 189"/>
                <a:gd name="T77" fmla="*/ 2147483647 h 244"/>
                <a:gd name="T78" fmla="*/ 2147483647 w 189"/>
                <a:gd name="T79" fmla="*/ 2147483647 h 244"/>
                <a:gd name="T80" fmla="*/ 2147483647 w 189"/>
                <a:gd name="T81" fmla="*/ 2147483647 h 244"/>
                <a:gd name="T82" fmla="*/ 2147483647 w 189"/>
                <a:gd name="T83" fmla="*/ 2147483647 h 244"/>
                <a:gd name="T84" fmla="*/ 2147483647 w 189"/>
                <a:gd name="T85" fmla="*/ 2147483647 h 244"/>
                <a:gd name="T86" fmla="*/ 2147483647 w 189"/>
                <a:gd name="T87" fmla="*/ 2147483647 h 244"/>
                <a:gd name="T88" fmla="*/ 2147483647 w 189"/>
                <a:gd name="T89" fmla="*/ 2147483647 h 244"/>
                <a:gd name="T90" fmla="*/ 0 w 189"/>
                <a:gd name="T91" fmla="*/ 2147483647 h 244"/>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89"/>
                <a:gd name="T139" fmla="*/ 0 h 244"/>
                <a:gd name="T140" fmla="*/ 189 w 189"/>
                <a:gd name="T141" fmla="*/ 244 h 244"/>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89" h="244">
                  <a:moveTo>
                    <a:pt x="0" y="90"/>
                  </a:moveTo>
                  <a:lnTo>
                    <a:pt x="0" y="86"/>
                  </a:lnTo>
                  <a:lnTo>
                    <a:pt x="0" y="82"/>
                  </a:lnTo>
                  <a:lnTo>
                    <a:pt x="1" y="79"/>
                  </a:lnTo>
                  <a:lnTo>
                    <a:pt x="1" y="75"/>
                  </a:lnTo>
                  <a:lnTo>
                    <a:pt x="2" y="71"/>
                  </a:lnTo>
                  <a:lnTo>
                    <a:pt x="3" y="68"/>
                  </a:lnTo>
                  <a:lnTo>
                    <a:pt x="5" y="65"/>
                  </a:lnTo>
                  <a:lnTo>
                    <a:pt x="5" y="63"/>
                  </a:lnTo>
                  <a:lnTo>
                    <a:pt x="6" y="60"/>
                  </a:lnTo>
                  <a:lnTo>
                    <a:pt x="8" y="58"/>
                  </a:lnTo>
                  <a:lnTo>
                    <a:pt x="10" y="54"/>
                  </a:lnTo>
                  <a:lnTo>
                    <a:pt x="11" y="49"/>
                  </a:lnTo>
                  <a:lnTo>
                    <a:pt x="13" y="45"/>
                  </a:lnTo>
                  <a:lnTo>
                    <a:pt x="16" y="42"/>
                  </a:lnTo>
                  <a:lnTo>
                    <a:pt x="17" y="39"/>
                  </a:lnTo>
                  <a:lnTo>
                    <a:pt x="21" y="35"/>
                  </a:lnTo>
                  <a:lnTo>
                    <a:pt x="24" y="31"/>
                  </a:lnTo>
                  <a:lnTo>
                    <a:pt x="27" y="27"/>
                  </a:lnTo>
                  <a:lnTo>
                    <a:pt x="29" y="26"/>
                  </a:lnTo>
                  <a:lnTo>
                    <a:pt x="33" y="23"/>
                  </a:lnTo>
                  <a:lnTo>
                    <a:pt x="36" y="20"/>
                  </a:lnTo>
                  <a:lnTo>
                    <a:pt x="40" y="16"/>
                  </a:lnTo>
                  <a:lnTo>
                    <a:pt x="43" y="15"/>
                  </a:lnTo>
                  <a:lnTo>
                    <a:pt x="46" y="13"/>
                  </a:lnTo>
                  <a:lnTo>
                    <a:pt x="49" y="11"/>
                  </a:lnTo>
                  <a:lnTo>
                    <a:pt x="51" y="10"/>
                  </a:lnTo>
                  <a:lnTo>
                    <a:pt x="53" y="9"/>
                  </a:lnTo>
                  <a:lnTo>
                    <a:pt x="55" y="8"/>
                  </a:lnTo>
                  <a:lnTo>
                    <a:pt x="58" y="7"/>
                  </a:lnTo>
                  <a:lnTo>
                    <a:pt x="60" y="6"/>
                  </a:lnTo>
                  <a:lnTo>
                    <a:pt x="63" y="6"/>
                  </a:lnTo>
                  <a:lnTo>
                    <a:pt x="66" y="4"/>
                  </a:lnTo>
                  <a:lnTo>
                    <a:pt x="69" y="3"/>
                  </a:lnTo>
                  <a:lnTo>
                    <a:pt x="71" y="2"/>
                  </a:lnTo>
                  <a:lnTo>
                    <a:pt x="75" y="2"/>
                  </a:lnTo>
                  <a:lnTo>
                    <a:pt x="77" y="1"/>
                  </a:lnTo>
                  <a:lnTo>
                    <a:pt x="82" y="0"/>
                  </a:lnTo>
                  <a:lnTo>
                    <a:pt x="84" y="0"/>
                  </a:lnTo>
                  <a:lnTo>
                    <a:pt x="87" y="0"/>
                  </a:lnTo>
                  <a:lnTo>
                    <a:pt x="90" y="0"/>
                  </a:lnTo>
                  <a:lnTo>
                    <a:pt x="93" y="0"/>
                  </a:lnTo>
                  <a:lnTo>
                    <a:pt x="98" y="0"/>
                  </a:lnTo>
                  <a:lnTo>
                    <a:pt x="102" y="0"/>
                  </a:lnTo>
                  <a:lnTo>
                    <a:pt x="105" y="0"/>
                  </a:lnTo>
                  <a:lnTo>
                    <a:pt x="107" y="0"/>
                  </a:lnTo>
                  <a:lnTo>
                    <a:pt x="110" y="1"/>
                  </a:lnTo>
                  <a:lnTo>
                    <a:pt x="114" y="2"/>
                  </a:lnTo>
                  <a:lnTo>
                    <a:pt x="117" y="2"/>
                  </a:lnTo>
                  <a:lnTo>
                    <a:pt x="119" y="4"/>
                  </a:lnTo>
                  <a:lnTo>
                    <a:pt x="122" y="4"/>
                  </a:lnTo>
                  <a:lnTo>
                    <a:pt x="126" y="6"/>
                  </a:lnTo>
                  <a:lnTo>
                    <a:pt x="128" y="6"/>
                  </a:lnTo>
                  <a:lnTo>
                    <a:pt x="132" y="7"/>
                  </a:lnTo>
                  <a:lnTo>
                    <a:pt x="134" y="8"/>
                  </a:lnTo>
                  <a:lnTo>
                    <a:pt x="137" y="10"/>
                  </a:lnTo>
                  <a:lnTo>
                    <a:pt x="139" y="11"/>
                  </a:lnTo>
                  <a:lnTo>
                    <a:pt x="141" y="13"/>
                  </a:lnTo>
                  <a:lnTo>
                    <a:pt x="144" y="14"/>
                  </a:lnTo>
                  <a:lnTo>
                    <a:pt x="148" y="16"/>
                  </a:lnTo>
                  <a:lnTo>
                    <a:pt x="149" y="18"/>
                  </a:lnTo>
                  <a:lnTo>
                    <a:pt x="151" y="20"/>
                  </a:lnTo>
                  <a:lnTo>
                    <a:pt x="154" y="22"/>
                  </a:lnTo>
                  <a:lnTo>
                    <a:pt x="155" y="23"/>
                  </a:lnTo>
                  <a:lnTo>
                    <a:pt x="157" y="24"/>
                  </a:lnTo>
                  <a:lnTo>
                    <a:pt x="160" y="26"/>
                  </a:lnTo>
                  <a:lnTo>
                    <a:pt x="163" y="29"/>
                  </a:lnTo>
                  <a:lnTo>
                    <a:pt x="165" y="30"/>
                  </a:lnTo>
                  <a:lnTo>
                    <a:pt x="166" y="32"/>
                  </a:lnTo>
                  <a:lnTo>
                    <a:pt x="167" y="34"/>
                  </a:lnTo>
                  <a:lnTo>
                    <a:pt x="169" y="36"/>
                  </a:lnTo>
                  <a:lnTo>
                    <a:pt x="170" y="38"/>
                  </a:lnTo>
                  <a:lnTo>
                    <a:pt x="171" y="38"/>
                  </a:lnTo>
                  <a:lnTo>
                    <a:pt x="172" y="40"/>
                  </a:lnTo>
                  <a:lnTo>
                    <a:pt x="175" y="43"/>
                  </a:lnTo>
                  <a:lnTo>
                    <a:pt x="176" y="46"/>
                  </a:lnTo>
                  <a:lnTo>
                    <a:pt x="177" y="48"/>
                  </a:lnTo>
                  <a:lnTo>
                    <a:pt x="179" y="51"/>
                  </a:lnTo>
                  <a:lnTo>
                    <a:pt x="180" y="54"/>
                  </a:lnTo>
                  <a:lnTo>
                    <a:pt x="181" y="56"/>
                  </a:lnTo>
                  <a:lnTo>
                    <a:pt x="183" y="59"/>
                  </a:lnTo>
                  <a:lnTo>
                    <a:pt x="183" y="61"/>
                  </a:lnTo>
                  <a:lnTo>
                    <a:pt x="184" y="64"/>
                  </a:lnTo>
                  <a:lnTo>
                    <a:pt x="185" y="68"/>
                  </a:lnTo>
                  <a:lnTo>
                    <a:pt x="187" y="72"/>
                  </a:lnTo>
                  <a:lnTo>
                    <a:pt x="187" y="75"/>
                  </a:lnTo>
                  <a:lnTo>
                    <a:pt x="188" y="79"/>
                  </a:lnTo>
                  <a:lnTo>
                    <a:pt x="188" y="83"/>
                  </a:lnTo>
                  <a:lnTo>
                    <a:pt x="189" y="90"/>
                  </a:lnTo>
                  <a:lnTo>
                    <a:pt x="189" y="244"/>
                  </a:lnTo>
                  <a:lnTo>
                    <a:pt x="0" y="244"/>
                  </a:lnTo>
                  <a:lnTo>
                    <a:pt x="0" y="90"/>
                  </a:lnTo>
                </a:path>
              </a:pathLst>
            </a:custGeom>
            <a:noFill/>
            <a:ln w="12700">
              <a:solidFill>
                <a:srgbClr val="000000"/>
              </a:solidFill>
              <a:prstDash val="solid"/>
              <a:round/>
              <a:headEnd/>
              <a:tailEnd/>
            </a:ln>
          </p:spPr>
          <p:txBody>
            <a:bodyPr/>
            <a:lstStyle/>
            <a:p>
              <a:endParaRPr lang="nl-BE"/>
            </a:p>
          </p:txBody>
        </p:sp>
        <p:sp>
          <p:nvSpPr>
            <p:cNvPr id="12405" name="Freeform 106"/>
            <p:cNvSpPr>
              <a:spLocks/>
            </p:cNvSpPr>
            <p:nvPr/>
          </p:nvSpPr>
          <p:spPr bwMode="auto">
            <a:xfrm>
              <a:off x="6089650" y="3516313"/>
              <a:ext cx="600075" cy="268287"/>
            </a:xfrm>
            <a:custGeom>
              <a:avLst/>
              <a:gdLst>
                <a:gd name="T0" fmla="*/ 0 w 131"/>
                <a:gd name="T1" fmla="*/ 2147483647 h 169"/>
                <a:gd name="T2" fmla="*/ 2147483647 w 131"/>
                <a:gd name="T3" fmla="*/ 2147483647 h 169"/>
                <a:gd name="T4" fmla="*/ 2147483647 w 131"/>
                <a:gd name="T5" fmla="*/ 2147483647 h 169"/>
                <a:gd name="T6" fmla="*/ 2147483647 w 131"/>
                <a:gd name="T7" fmla="*/ 2147483647 h 169"/>
                <a:gd name="T8" fmla="*/ 2147483647 w 131"/>
                <a:gd name="T9" fmla="*/ 2147483647 h 169"/>
                <a:gd name="T10" fmla="*/ 2147483647 w 131"/>
                <a:gd name="T11" fmla="*/ 2147483647 h 169"/>
                <a:gd name="T12" fmla="*/ 2147483647 w 131"/>
                <a:gd name="T13" fmla="*/ 2147483647 h 169"/>
                <a:gd name="T14" fmla="*/ 2147483647 w 131"/>
                <a:gd name="T15" fmla="*/ 2147483647 h 169"/>
                <a:gd name="T16" fmla="*/ 2147483647 w 131"/>
                <a:gd name="T17" fmla="*/ 2147483647 h 169"/>
                <a:gd name="T18" fmla="*/ 2147483647 w 131"/>
                <a:gd name="T19" fmla="*/ 2147483647 h 169"/>
                <a:gd name="T20" fmla="*/ 2147483647 w 131"/>
                <a:gd name="T21" fmla="*/ 2147483647 h 169"/>
                <a:gd name="T22" fmla="*/ 2147483647 w 131"/>
                <a:gd name="T23" fmla="*/ 2147483647 h 169"/>
                <a:gd name="T24" fmla="*/ 2147483647 w 131"/>
                <a:gd name="T25" fmla="*/ 2147483647 h 169"/>
                <a:gd name="T26" fmla="*/ 2147483647 w 131"/>
                <a:gd name="T27" fmla="*/ 2147483647 h 169"/>
                <a:gd name="T28" fmla="*/ 2147483647 w 131"/>
                <a:gd name="T29" fmla="*/ 2147483647 h 169"/>
                <a:gd name="T30" fmla="*/ 2147483647 w 131"/>
                <a:gd name="T31" fmla="*/ 2147483647 h 169"/>
                <a:gd name="T32" fmla="*/ 2147483647 w 131"/>
                <a:gd name="T33" fmla="*/ 2147483647 h 169"/>
                <a:gd name="T34" fmla="*/ 2147483647 w 131"/>
                <a:gd name="T35" fmla="*/ 2147483647 h 169"/>
                <a:gd name="T36" fmla="*/ 2147483647 w 131"/>
                <a:gd name="T37" fmla="*/ 0 h 169"/>
                <a:gd name="T38" fmla="*/ 2147483647 w 131"/>
                <a:gd name="T39" fmla="*/ 0 h 169"/>
                <a:gd name="T40" fmla="*/ 2147483647 w 131"/>
                <a:gd name="T41" fmla="*/ 0 h 169"/>
                <a:gd name="T42" fmla="*/ 2147483647 w 131"/>
                <a:gd name="T43" fmla="*/ 0 h 169"/>
                <a:gd name="T44" fmla="*/ 2147483647 w 131"/>
                <a:gd name="T45" fmla="*/ 0 h 169"/>
                <a:gd name="T46" fmla="*/ 2147483647 w 131"/>
                <a:gd name="T47" fmla="*/ 2147483647 h 169"/>
                <a:gd name="T48" fmla="*/ 2147483647 w 131"/>
                <a:gd name="T49" fmla="*/ 2147483647 h 169"/>
                <a:gd name="T50" fmla="*/ 2147483647 w 131"/>
                <a:gd name="T51" fmla="*/ 2147483647 h 169"/>
                <a:gd name="T52" fmla="*/ 2147483647 w 131"/>
                <a:gd name="T53" fmla="*/ 2147483647 h 169"/>
                <a:gd name="T54" fmla="*/ 2147483647 w 131"/>
                <a:gd name="T55" fmla="*/ 2147483647 h 169"/>
                <a:gd name="T56" fmla="*/ 2147483647 w 131"/>
                <a:gd name="T57" fmla="*/ 2147483647 h 169"/>
                <a:gd name="T58" fmla="*/ 2147483647 w 131"/>
                <a:gd name="T59" fmla="*/ 2147483647 h 169"/>
                <a:gd name="T60" fmla="*/ 2147483647 w 131"/>
                <a:gd name="T61" fmla="*/ 2147483647 h 169"/>
                <a:gd name="T62" fmla="*/ 2147483647 w 131"/>
                <a:gd name="T63" fmla="*/ 2147483647 h 169"/>
                <a:gd name="T64" fmla="*/ 2147483647 w 131"/>
                <a:gd name="T65" fmla="*/ 2147483647 h 169"/>
                <a:gd name="T66" fmla="*/ 2147483647 w 131"/>
                <a:gd name="T67" fmla="*/ 2147483647 h 169"/>
                <a:gd name="T68" fmla="*/ 2147483647 w 131"/>
                <a:gd name="T69" fmla="*/ 2147483647 h 169"/>
                <a:gd name="T70" fmla="*/ 2147483647 w 131"/>
                <a:gd name="T71" fmla="*/ 2147483647 h 169"/>
                <a:gd name="T72" fmla="*/ 2147483647 w 131"/>
                <a:gd name="T73" fmla="*/ 2147483647 h 169"/>
                <a:gd name="T74" fmla="*/ 2147483647 w 131"/>
                <a:gd name="T75" fmla="*/ 2147483647 h 169"/>
                <a:gd name="T76" fmla="*/ 2147483647 w 131"/>
                <a:gd name="T77" fmla="*/ 2147483647 h 169"/>
                <a:gd name="T78" fmla="*/ 2147483647 w 131"/>
                <a:gd name="T79" fmla="*/ 2147483647 h 169"/>
                <a:gd name="T80" fmla="*/ 2147483647 w 131"/>
                <a:gd name="T81" fmla="*/ 2147483647 h 169"/>
                <a:gd name="T82" fmla="*/ 2147483647 w 131"/>
                <a:gd name="T83" fmla="*/ 2147483647 h 169"/>
                <a:gd name="T84" fmla="*/ 2147483647 w 131"/>
                <a:gd name="T85" fmla="*/ 2147483647 h 169"/>
                <a:gd name="T86" fmla="*/ 2147483647 w 131"/>
                <a:gd name="T87" fmla="*/ 2147483647 h 169"/>
                <a:gd name="T88" fmla="*/ 0 w 131"/>
                <a:gd name="T89" fmla="*/ 2147483647 h 169"/>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31"/>
                <a:gd name="T136" fmla="*/ 0 h 169"/>
                <a:gd name="T137" fmla="*/ 131 w 131"/>
                <a:gd name="T138" fmla="*/ 169 h 169"/>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31" h="169">
                  <a:moveTo>
                    <a:pt x="0" y="62"/>
                  </a:moveTo>
                  <a:lnTo>
                    <a:pt x="0" y="59"/>
                  </a:lnTo>
                  <a:lnTo>
                    <a:pt x="0" y="56"/>
                  </a:lnTo>
                  <a:lnTo>
                    <a:pt x="1" y="54"/>
                  </a:lnTo>
                  <a:lnTo>
                    <a:pt x="1" y="51"/>
                  </a:lnTo>
                  <a:lnTo>
                    <a:pt x="1" y="49"/>
                  </a:lnTo>
                  <a:lnTo>
                    <a:pt x="2" y="46"/>
                  </a:lnTo>
                  <a:lnTo>
                    <a:pt x="2" y="44"/>
                  </a:lnTo>
                  <a:lnTo>
                    <a:pt x="3" y="43"/>
                  </a:lnTo>
                  <a:lnTo>
                    <a:pt x="4" y="41"/>
                  </a:lnTo>
                  <a:lnTo>
                    <a:pt x="5" y="39"/>
                  </a:lnTo>
                  <a:lnTo>
                    <a:pt x="6" y="36"/>
                  </a:lnTo>
                  <a:lnTo>
                    <a:pt x="8" y="34"/>
                  </a:lnTo>
                  <a:lnTo>
                    <a:pt x="8" y="31"/>
                  </a:lnTo>
                  <a:lnTo>
                    <a:pt x="10" y="28"/>
                  </a:lnTo>
                  <a:lnTo>
                    <a:pt x="12" y="27"/>
                  </a:lnTo>
                  <a:lnTo>
                    <a:pt x="13" y="24"/>
                  </a:lnTo>
                  <a:lnTo>
                    <a:pt x="17" y="21"/>
                  </a:lnTo>
                  <a:lnTo>
                    <a:pt x="19" y="18"/>
                  </a:lnTo>
                  <a:lnTo>
                    <a:pt x="20" y="18"/>
                  </a:lnTo>
                  <a:lnTo>
                    <a:pt x="22" y="16"/>
                  </a:lnTo>
                  <a:lnTo>
                    <a:pt x="24" y="14"/>
                  </a:lnTo>
                  <a:lnTo>
                    <a:pt x="27" y="11"/>
                  </a:lnTo>
                  <a:lnTo>
                    <a:pt x="30" y="10"/>
                  </a:lnTo>
                  <a:lnTo>
                    <a:pt x="32" y="8"/>
                  </a:lnTo>
                  <a:lnTo>
                    <a:pt x="33" y="7"/>
                  </a:lnTo>
                  <a:lnTo>
                    <a:pt x="35" y="7"/>
                  </a:lnTo>
                  <a:lnTo>
                    <a:pt x="36" y="6"/>
                  </a:lnTo>
                  <a:lnTo>
                    <a:pt x="38" y="5"/>
                  </a:lnTo>
                  <a:lnTo>
                    <a:pt x="40" y="4"/>
                  </a:lnTo>
                  <a:lnTo>
                    <a:pt x="41" y="3"/>
                  </a:lnTo>
                  <a:lnTo>
                    <a:pt x="43" y="3"/>
                  </a:lnTo>
                  <a:lnTo>
                    <a:pt x="46" y="3"/>
                  </a:lnTo>
                  <a:lnTo>
                    <a:pt x="47" y="2"/>
                  </a:lnTo>
                  <a:lnTo>
                    <a:pt x="49" y="2"/>
                  </a:lnTo>
                  <a:lnTo>
                    <a:pt x="52" y="1"/>
                  </a:lnTo>
                  <a:lnTo>
                    <a:pt x="53" y="0"/>
                  </a:lnTo>
                  <a:lnTo>
                    <a:pt x="56" y="0"/>
                  </a:lnTo>
                  <a:lnTo>
                    <a:pt x="57" y="0"/>
                  </a:lnTo>
                  <a:lnTo>
                    <a:pt x="60" y="0"/>
                  </a:lnTo>
                  <a:lnTo>
                    <a:pt x="62" y="0"/>
                  </a:lnTo>
                  <a:lnTo>
                    <a:pt x="65" y="0"/>
                  </a:lnTo>
                  <a:lnTo>
                    <a:pt x="67" y="0"/>
                  </a:lnTo>
                  <a:lnTo>
                    <a:pt x="70" y="0"/>
                  </a:lnTo>
                  <a:lnTo>
                    <a:pt x="73" y="0"/>
                  </a:lnTo>
                  <a:lnTo>
                    <a:pt x="74" y="0"/>
                  </a:lnTo>
                  <a:lnTo>
                    <a:pt x="76" y="0"/>
                  </a:lnTo>
                  <a:lnTo>
                    <a:pt x="78" y="1"/>
                  </a:lnTo>
                  <a:lnTo>
                    <a:pt x="81" y="2"/>
                  </a:lnTo>
                  <a:lnTo>
                    <a:pt x="83" y="2"/>
                  </a:lnTo>
                  <a:lnTo>
                    <a:pt x="85" y="3"/>
                  </a:lnTo>
                  <a:lnTo>
                    <a:pt x="87" y="3"/>
                  </a:lnTo>
                  <a:lnTo>
                    <a:pt x="89" y="3"/>
                  </a:lnTo>
                  <a:lnTo>
                    <a:pt x="91" y="5"/>
                  </a:lnTo>
                  <a:lnTo>
                    <a:pt x="92" y="6"/>
                  </a:lnTo>
                  <a:lnTo>
                    <a:pt x="95" y="7"/>
                  </a:lnTo>
                  <a:lnTo>
                    <a:pt x="96" y="7"/>
                  </a:lnTo>
                  <a:lnTo>
                    <a:pt x="98" y="8"/>
                  </a:lnTo>
                  <a:lnTo>
                    <a:pt x="100" y="9"/>
                  </a:lnTo>
                  <a:lnTo>
                    <a:pt x="102" y="11"/>
                  </a:lnTo>
                  <a:lnTo>
                    <a:pt x="103" y="12"/>
                  </a:lnTo>
                  <a:lnTo>
                    <a:pt x="105" y="13"/>
                  </a:lnTo>
                  <a:lnTo>
                    <a:pt x="107" y="14"/>
                  </a:lnTo>
                  <a:lnTo>
                    <a:pt x="108" y="16"/>
                  </a:lnTo>
                  <a:lnTo>
                    <a:pt x="108" y="17"/>
                  </a:lnTo>
                  <a:lnTo>
                    <a:pt x="110" y="18"/>
                  </a:lnTo>
                  <a:lnTo>
                    <a:pt x="112" y="19"/>
                  </a:lnTo>
                  <a:lnTo>
                    <a:pt x="113" y="20"/>
                  </a:lnTo>
                  <a:lnTo>
                    <a:pt x="113" y="22"/>
                  </a:lnTo>
                  <a:lnTo>
                    <a:pt x="115" y="23"/>
                  </a:lnTo>
                  <a:lnTo>
                    <a:pt x="116" y="24"/>
                  </a:lnTo>
                  <a:lnTo>
                    <a:pt x="117" y="25"/>
                  </a:lnTo>
                  <a:lnTo>
                    <a:pt x="118" y="27"/>
                  </a:lnTo>
                  <a:lnTo>
                    <a:pt x="119" y="28"/>
                  </a:lnTo>
                  <a:lnTo>
                    <a:pt x="120" y="30"/>
                  </a:lnTo>
                  <a:lnTo>
                    <a:pt x="121" y="32"/>
                  </a:lnTo>
                  <a:lnTo>
                    <a:pt x="123" y="34"/>
                  </a:lnTo>
                  <a:lnTo>
                    <a:pt x="124" y="36"/>
                  </a:lnTo>
                  <a:lnTo>
                    <a:pt x="124" y="38"/>
                  </a:lnTo>
                  <a:lnTo>
                    <a:pt x="127" y="40"/>
                  </a:lnTo>
                  <a:lnTo>
                    <a:pt x="127" y="42"/>
                  </a:lnTo>
                  <a:lnTo>
                    <a:pt x="128" y="44"/>
                  </a:lnTo>
                  <a:lnTo>
                    <a:pt x="129" y="46"/>
                  </a:lnTo>
                  <a:lnTo>
                    <a:pt x="130" y="50"/>
                  </a:lnTo>
                  <a:lnTo>
                    <a:pt x="130" y="52"/>
                  </a:lnTo>
                  <a:lnTo>
                    <a:pt x="130" y="54"/>
                  </a:lnTo>
                  <a:lnTo>
                    <a:pt x="130" y="57"/>
                  </a:lnTo>
                  <a:lnTo>
                    <a:pt x="131" y="62"/>
                  </a:lnTo>
                  <a:lnTo>
                    <a:pt x="131" y="169"/>
                  </a:lnTo>
                  <a:lnTo>
                    <a:pt x="0" y="169"/>
                  </a:lnTo>
                  <a:lnTo>
                    <a:pt x="0" y="62"/>
                  </a:lnTo>
                </a:path>
              </a:pathLst>
            </a:custGeom>
            <a:noFill/>
            <a:ln w="12700">
              <a:solidFill>
                <a:srgbClr val="000000"/>
              </a:solidFill>
              <a:prstDash val="solid"/>
              <a:round/>
              <a:headEnd/>
              <a:tailEnd/>
            </a:ln>
          </p:spPr>
          <p:txBody>
            <a:bodyPr/>
            <a:lstStyle/>
            <a:p>
              <a:endParaRPr lang="nl-BE"/>
            </a:p>
          </p:txBody>
        </p:sp>
        <p:sp>
          <p:nvSpPr>
            <p:cNvPr id="12406" name="Freeform 107"/>
            <p:cNvSpPr>
              <a:spLocks/>
            </p:cNvSpPr>
            <p:nvPr/>
          </p:nvSpPr>
          <p:spPr bwMode="auto">
            <a:xfrm>
              <a:off x="6196013" y="3529013"/>
              <a:ext cx="433387" cy="196850"/>
            </a:xfrm>
            <a:custGeom>
              <a:avLst/>
              <a:gdLst>
                <a:gd name="T0" fmla="*/ 0 w 95"/>
                <a:gd name="T1" fmla="*/ 2147483647 h 124"/>
                <a:gd name="T2" fmla="*/ 0 w 95"/>
                <a:gd name="T3" fmla="*/ 2147483647 h 124"/>
                <a:gd name="T4" fmla="*/ 2147483647 w 95"/>
                <a:gd name="T5" fmla="*/ 2147483647 h 124"/>
                <a:gd name="T6" fmla="*/ 2147483647 w 95"/>
                <a:gd name="T7" fmla="*/ 2147483647 h 124"/>
                <a:gd name="T8" fmla="*/ 2147483647 w 95"/>
                <a:gd name="T9" fmla="*/ 2147483647 h 124"/>
                <a:gd name="T10" fmla="*/ 2147483647 w 95"/>
                <a:gd name="T11" fmla="*/ 2147483647 h 124"/>
                <a:gd name="T12" fmla="*/ 2147483647 w 95"/>
                <a:gd name="T13" fmla="*/ 2147483647 h 124"/>
                <a:gd name="T14" fmla="*/ 2147483647 w 95"/>
                <a:gd name="T15" fmla="*/ 2147483647 h 124"/>
                <a:gd name="T16" fmla="*/ 2147483647 w 95"/>
                <a:gd name="T17" fmla="*/ 2147483647 h 124"/>
                <a:gd name="T18" fmla="*/ 2147483647 w 95"/>
                <a:gd name="T19" fmla="*/ 2147483647 h 124"/>
                <a:gd name="T20" fmla="*/ 2147483647 w 95"/>
                <a:gd name="T21" fmla="*/ 2147483647 h 124"/>
                <a:gd name="T22" fmla="*/ 2147483647 w 95"/>
                <a:gd name="T23" fmla="*/ 2147483647 h 124"/>
                <a:gd name="T24" fmla="*/ 2147483647 w 95"/>
                <a:gd name="T25" fmla="*/ 2147483647 h 124"/>
                <a:gd name="T26" fmla="*/ 2147483647 w 95"/>
                <a:gd name="T27" fmla="*/ 2147483647 h 124"/>
                <a:gd name="T28" fmla="*/ 2147483647 w 95"/>
                <a:gd name="T29" fmla="*/ 2147483647 h 124"/>
                <a:gd name="T30" fmla="*/ 2147483647 w 95"/>
                <a:gd name="T31" fmla="*/ 2147483647 h 124"/>
                <a:gd name="T32" fmla="*/ 2147483647 w 95"/>
                <a:gd name="T33" fmla="*/ 2147483647 h 124"/>
                <a:gd name="T34" fmla="*/ 2147483647 w 95"/>
                <a:gd name="T35" fmla="*/ 0 h 124"/>
                <a:gd name="T36" fmla="*/ 2147483647 w 95"/>
                <a:gd name="T37" fmla="*/ 0 h 124"/>
                <a:gd name="T38" fmla="*/ 2147483647 w 95"/>
                <a:gd name="T39" fmla="*/ 0 h 124"/>
                <a:gd name="T40" fmla="*/ 2147483647 w 95"/>
                <a:gd name="T41" fmla="*/ 0 h 124"/>
                <a:gd name="T42" fmla="*/ 2147483647 w 95"/>
                <a:gd name="T43" fmla="*/ 0 h 124"/>
                <a:gd name="T44" fmla="*/ 2147483647 w 95"/>
                <a:gd name="T45" fmla="*/ 0 h 124"/>
                <a:gd name="T46" fmla="*/ 2147483647 w 95"/>
                <a:gd name="T47" fmla="*/ 2147483647 h 124"/>
                <a:gd name="T48" fmla="*/ 2147483647 w 95"/>
                <a:gd name="T49" fmla="*/ 2147483647 h 124"/>
                <a:gd name="T50" fmla="*/ 2147483647 w 95"/>
                <a:gd name="T51" fmla="*/ 2147483647 h 124"/>
                <a:gd name="T52" fmla="*/ 2147483647 w 95"/>
                <a:gd name="T53" fmla="*/ 2147483647 h 124"/>
                <a:gd name="T54" fmla="*/ 2147483647 w 95"/>
                <a:gd name="T55" fmla="*/ 2147483647 h 124"/>
                <a:gd name="T56" fmla="*/ 2147483647 w 95"/>
                <a:gd name="T57" fmla="*/ 2147483647 h 124"/>
                <a:gd name="T58" fmla="*/ 2147483647 w 95"/>
                <a:gd name="T59" fmla="*/ 2147483647 h 124"/>
                <a:gd name="T60" fmla="*/ 2147483647 w 95"/>
                <a:gd name="T61" fmla="*/ 2147483647 h 124"/>
                <a:gd name="T62" fmla="*/ 2147483647 w 95"/>
                <a:gd name="T63" fmla="*/ 2147483647 h 124"/>
                <a:gd name="T64" fmla="*/ 2147483647 w 95"/>
                <a:gd name="T65" fmla="*/ 2147483647 h 124"/>
                <a:gd name="T66" fmla="*/ 2147483647 w 95"/>
                <a:gd name="T67" fmla="*/ 2147483647 h 124"/>
                <a:gd name="T68" fmla="*/ 2147483647 w 95"/>
                <a:gd name="T69" fmla="*/ 2147483647 h 124"/>
                <a:gd name="T70" fmla="*/ 2147483647 w 95"/>
                <a:gd name="T71" fmla="*/ 2147483647 h 124"/>
                <a:gd name="T72" fmla="*/ 2147483647 w 95"/>
                <a:gd name="T73" fmla="*/ 2147483647 h 124"/>
                <a:gd name="T74" fmla="*/ 2147483647 w 95"/>
                <a:gd name="T75" fmla="*/ 2147483647 h 124"/>
                <a:gd name="T76" fmla="*/ 2147483647 w 95"/>
                <a:gd name="T77" fmla="*/ 2147483647 h 124"/>
                <a:gd name="T78" fmla="*/ 2147483647 w 95"/>
                <a:gd name="T79" fmla="*/ 2147483647 h 124"/>
                <a:gd name="T80" fmla="*/ 2147483647 w 95"/>
                <a:gd name="T81" fmla="*/ 2147483647 h 124"/>
                <a:gd name="T82" fmla="*/ 2147483647 w 95"/>
                <a:gd name="T83" fmla="*/ 2147483647 h 124"/>
                <a:gd name="T84" fmla="*/ 2147483647 w 95"/>
                <a:gd name="T85" fmla="*/ 2147483647 h 124"/>
                <a:gd name="T86" fmla="*/ 2147483647 w 95"/>
                <a:gd name="T87" fmla="*/ 2147483647 h 124"/>
                <a:gd name="T88" fmla="*/ 0 w 95"/>
                <a:gd name="T89" fmla="*/ 2147483647 h 12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95"/>
                <a:gd name="T136" fmla="*/ 0 h 124"/>
                <a:gd name="T137" fmla="*/ 95 w 95"/>
                <a:gd name="T138" fmla="*/ 124 h 124"/>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95" h="124">
                  <a:moveTo>
                    <a:pt x="0" y="46"/>
                  </a:moveTo>
                  <a:lnTo>
                    <a:pt x="0" y="44"/>
                  </a:lnTo>
                  <a:lnTo>
                    <a:pt x="0" y="42"/>
                  </a:lnTo>
                  <a:lnTo>
                    <a:pt x="0" y="40"/>
                  </a:lnTo>
                  <a:lnTo>
                    <a:pt x="0" y="38"/>
                  </a:lnTo>
                  <a:lnTo>
                    <a:pt x="1" y="36"/>
                  </a:lnTo>
                  <a:lnTo>
                    <a:pt x="1" y="35"/>
                  </a:lnTo>
                  <a:lnTo>
                    <a:pt x="1" y="33"/>
                  </a:lnTo>
                  <a:lnTo>
                    <a:pt x="2" y="31"/>
                  </a:lnTo>
                  <a:lnTo>
                    <a:pt x="3" y="30"/>
                  </a:lnTo>
                  <a:lnTo>
                    <a:pt x="4" y="27"/>
                  </a:lnTo>
                  <a:lnTo>
                    <a:pt x="5" y="26"/>
                  </a:lnTo>
                  <a:lnTo>
                    <a:pt x="7" y="23"/>
                  </a:lnTo>
                  <a:lnTo>
                    <a:pt x="7" y="21"/>
                  </a:lnTo>
                  <a:lnTo>
                    <a:pt x="8" y="20"/>
                  </a:lnTo>
                  <a:lnTo>
                    <a:pt x="10" y="18"/>
                  </a:lnTo>
                  <a:lnTo>
                    <a:pt x="12" y="15"/>
                  </a:lnTo>
                  <a:lnTo>
                    <a:pt x="13" y="14"/>
                  </a:lnTo>
                  <a:lnTo>
                    <a:pt x="15" y="13"/>
                  </a:lnTo>
                  <a:lnTo>
                    <a:pt x="16" y="11"/>
                  </a:lnTo>
                  <a:lnTo>
                    <a:pt x="18" y="10"/>
                  </a:lnTo>
                  <a:lnTo>
                    <a:pt x="19" y="9"/>
                  </a:lnTo>
                  <a:lnTo>
                    <a:pt x="21" y="8"/>
                  </a:lnTo>
                  <a:lnTo>
                    <a:pt x="23" y="6"/>
                  </a:lnTo>
                  <a:lnTo>
                    <a:pt x="24" y="6"/>
                  </a:lnTo>
                  <a:lnTo>
                    <a:pt x="25" y="5"/>
                  </a:lnTo>
                  <a:lnTo>
                    <a:pt x="26" y="4"/>
                  </a:lnTo>
                  <a:lnTo>
                    <a:pt x="28" y="4"/>
                  </a:lnTo>
                  <a:lnTo>
                    <a:pt x="29" y="4"/>
                  </a:lnTo>
                  <a:lnTo>
                    <a:pt x="30" y="3"/>
                  </a:lnTo>
                  <a:lnTo>
                    <a:pt x="31" y="3"/>
                  </a:lnTo>
                  <a:lnTo>
                    <a:pt x="33" y="2"/>
                  </a:lnTo>
                  <a:lnTo>
                    <a:pt x="34" y="1"/>
                  </a:lnTo>
                  <a:lnTo>
                    <a:pt x="35" y="1"/>
                  </a:lnTo>
                  <a:lnTo>
                    <a:pt x="37" y="1"/>
                  </a:lnTo>
                  <a:lnTo>
                    <a:pt x="39" y="0"/>
                  </a:lnTo>
                  <a:lnTo>
                    <a:pt x="40" y="0"/>
                  </a:lnTo>
                  <a:lnTo>
                    <a:pt x="42" y="0"/>
                  </a:lnTo>
                  <a:lnTo>
                    <a:pt x="44" y="0"/>
                  </a:lnTo>
                  <a:lnTo>
                    <a:pt x="46" y="0"/>
                  </a:lnTo>
                  <a:lnTo>
                    <a:pt x="47" y="0"/>
                  </a:lnTo>
                  <a:lnTo>
                    <a:pt x="49" y="0"/>
                  </a:lnTo>
                  <a:lnTo>
                    <a:pt x="51" y="0"/>
                  </a:lnTo>
                  <a:lnTo>
                    <a:pt x="53" y="0"/>
                  </a:lnTo>
                  <a:lnTo>
                    <a:pt x="54" y="0"/>
                  </a:lnTo>
                  <a:lnTo>
                    <a:pt x="56" y="0"/>
                  </a:lnTo>
                  <a:lnTo>
                    <a:pt x="57" y="1"/>
                  </a:lnTo>
                  <a:lnTo>
                    <a:pt x="58" y="1"/>
                  </a:lnTo>
                  <a:lnTo>
                    <a:pt x="60" y="2"/>
                  </a:lnTo>
                  <a:lnTo>
                    <a:pt x="62" y="2"/>
                  </a:lnTo>
                  <a:lnTo>
                    <a:pt x="62" y="3"/>
                  </a:lnTo>
                  <a:lnTo>
                    <a:pt x="64" y="3"/>
                  </a:lnTo>
                  <a:lnTo>
                    <a:pt x="66" y="4"/>
                  </a:lnTo>
                  <a:lnTo>
                    <a:pt x="68" y="4"/>
                  </a:lnTo>
                  <a:lnTo>
                    <a:pt x="68" y="5"/>
                  </a:lnTo>
                  <a:lnTo>
                    <a:pt x="70" y="6"/>
                  </a:lnTo>
                  <a:lnTo>
                    <a:pt x="71" y="6"/>
                  </a:lnTo>
                  <a:lnTo>
                    <a:pt x="73" y="7"/>
                  </a:lnTo>
                  <a:lnTo>
                    <a:pt x="74" y="8"/>
                  </a:lnTo>
                  <a:lnTo>
                    <a:pt x="75" y="10"/>
                  </a:lnTo>
                  <a:lnTo>
                    <a:pt x="76" y="10"/>
                  </a:lnTo>
                  <a:lnTo>
                    <a:pt x="78" y="10"/>
                  </a:lnTo>
                  <a:lnTo>
                    <a:pt x="79" y="11"/>
                  </a:lnTo>
                  <a:lnTo>
                    <a:pt x="79" y="12"/>
                  </a:lnTo>
                  <a:lnTo>
                    <a:pt x="80" y="13"/>
                  </a:lnTo>
                  <a:lnTo>
                    <a:pt x="81" y="15"/>
                  </a:lnTo>
                  <a:lnTo>
                    <a:pt x="82" y="15"/>
                  </a:lnTo>
                  <a:lnTo>
                    <a:pt x="83" y="16"/>
                  </a:lnTo>
                  <a:lnTo>
                    <a:pt x="84" y="17"/>
                  </a:lnTo>
                  <a:lnTo>
                    <a:pt x="84" y="18"/>
                  </a:lnTo>
                  <a:lnTo>
                    <a:pt x="85" y="19"/>
                  </a:lnTo>
                  <a:lnTo>
                    <a:pt x="85" y="20"/>
                  </a:lnTo>
                  <a:lnTo>
                    <a:pt x="86" y="20"/>
                  </a:lnTo>
                  <a:lnTo>
                    <a:pt x="87" y="22"/>
                  </a:lnTo>
                  <a:lnTo>
                    <a:pt x="89" y="24"/>
                  </a:lnTo>
                  <a:lnTo>
                    <a:pt x="89" y="25"/>
                  </a:lnTo>
                  <a:lnTo>
                    <a:pt x="90" y="26"/>
                  </a:lnTo>
                  <a:lnTo>
                    <a:pt x="90" y="27"/>
                  </a:lnTo>
                  <a:lnTo>
                    <a:pt x="90" y="28"/>
                  </a:lnTo>
                  <a:lnTo>
                    <a:pt x="91" y="30"/>
                  </a:lnTo>
                  <a:lnTo>
                    <a:pt x="92" y="31"/>
                  </a:lnTo>
                  <a:lnTo>
                    <a:pt x="92" y="33"/>
                  </a:lnTo>
                  <a:lnTo>
                    <a:pt x="93" y="35"/>
                  </a:lnTo>
                  <a:lnTo>
                    <a:pt x="94" y="36"/>
                  </a:lnTo>
                  <a:lnTo>
                    <a:pt x="94" y="38"/>
                  </a:lnTo>
                  <a:lnTo>
                    <a:pt x="94" y="40"/>
                  </a:lnTo>
                  <a:lnTo>
                    <a:pt x="95" y="42"/>
                  </a:lnTo>
                  <a:lnTo>
                    <a:pt x="95" y="46"/>
                  </a:lnTo>
                  <a:lnTo>
                    <a:pt x="95" y="124"/>
                  </a:lnTo>
                  <a:lnTo>
                    <a:pt x="0" y="124"/>
                  </a:lnTo>
                  <a:lnTo>
                    <a:pt x="0" y="46"/>
                  </a:lnTo>
                </a:path>
              </a:pathLst>
            </a:custGeom>
            <a:noFill/>
            <a:ln w="12700">
              <a:solidFill>
                <a:srgbClr val="000000"/>
              </a:solidFill>
              <a:prstDash val="solid"/>
              <a:round/>
              <a:headEnd/>
              <a:tailEnd/>
            </a:ln>
          </p:spPr>
          <p:txBody>
            <a:bodyPr/>
            <a:lstStyle/>
            <a:p>
              <a:endParaRPr lang="nl-BE"/>
            </a:p>
          </p:txBody>
        </p:sp>
        <p:sp>
          <p:nvSpPr>
            <p:cNvPr id="12407" name="Freeform 108"/>
            <p:cNvSpPr>
              <a:spLocks/>
            </p:cNvSpPr>
            <p:nvPr/>
          </p:nvSpPr>
          <p:spPr bwMode="auto">
            <a:xfrm>
              <a:off x="6300788" y="3544888"/>
              <a:ext cx="269875" cy="120650"/>
            </a:xfrm>
            <a:custGeom>
              <a:avLst/>
              <a:gdLst>
                <a:gd name="T0" fmla="*/ 0 w 59"/>
                <a:gd name="T1" fmla="*/ 2147483647 h 76"/>
                <a:gd name="T2" fmla="*/ 0 w 59"/>
                <a:gd name="T3" fmla="*/ 2147483647 h 76"/>
                <a:gd name="T4" fmla="*/ 2147483647 w 59"/>
                <a:gd name="T5" fmla="*/ 2147483647 h 76"/>
                <a:gd name="T6" fmla="*/ 2147483647 w 59"/>
                <a:gd name="T7" fmla="*/ 2147483647 h 76"/>
                <a:gd name="T8" fmla="*/ 2147483647 w 59"/>
                <a:gd name="T9" fmla="*/ 2147483647 h 76"/>
                <a:gd name="T10" fmla="*/ 2147483647 w 59"/>
                <a:gd name="T11" fmla="*/ 2147483647 h 76"/>
                <a:gd name="T12" fmla="*/ 2147483647 w 59"/>
                <a:gd name="T13" fmla="*/ 2147483647 h 76"/>
                <a:gd name="T14" fmla="*/ 2147483647 w 59"/>
                <a:gd name="T15" fmla="*/ 2147483647 h 76"/>
                <a:gd name="T16" fmla="*/ 2147483647 w 59"/>
                <a:gd name="T17" fmla="*/ 2147483647 h 76"/>
                <a:gd name="T18" fmla="*/ 2147483647 w 59"/>
                <a:gd name="T19" fmla="*/ 2147483647 h 76"/>
                <a:gd name="T20" fmla="*/ 2147483647 w 59"/>
                <a:gd name="T21" fmla="*/ 2147483647 h 76"/>
                <a:gd name="T22" fmla="*/ 2147483647 w 59"/>
                <a:gd name="T23" fmla="*/ 2147483647 h 76"/>
                <a:gd name="T24" fmla="*/ 2147483647 w 59"/>
                <a:gd name="T25" fmla="*/ 2147483647 h 76"/>
                <a:gd name="T26" fmla="*/ 2147483647 w 59"/>
                <a:gd name="T27" fmla="*/ 2147483647 h 76"/>
                <a:gd name="T28" fmla="*/ 2147483647 w 59"/>
                <a:gd name="T29" fmla="*/ 0 h 76"/>
                <a:gd name="T30" fmla="*/ 2147483647 w 59"/>
                <a:gd name="T31" fmla="*/ 0 h 76"/>
                <a:gd name="T32" fmla="*/ 2147483647 w 59"/>
                <a:gd name="T33" fmla="*/ 0 h 76"/>
                <a:gd name="T34" fmla="*/ 2147483647 w 59"/>
                <a:gd name="T35" fmla="*/ 0 h 76"/>
                <a:gd name="T36" fmla="*/ 2147483647 w 59"/>
                <a:gd name="T37" fmla="*/ 0 h 76"/>
                <a:gd name="T38" fmla="*/ 2147483647 w 59"/>
                <a:gd name="T39" fmla="*/ 0 h 76"/>
                <a:gd name="T40" fmla="*/ 2147483647 w 59"/>
                <a:gd name="T41" fmla="*/ 0 h 76"/>
                <a:gd name="T42" fmla="*/ 2147483647 w 59"/>
                <a:gd name="T43" fmla="*/ 0 h 76"/>
                <a:gd name="T44" fmla="*/ 2147483647 w 59"/>
                <a:gd name="T45" fmla="*/ 2147483647 h 76"/>
                <a:gd name="T46" fmla="*/ 2147483647 w 59"/>
                <a:gd name="T47" fmla="*/ 2147483647 h 76"/>
                <a:gd name="T48" fmla="*/ 2147483647 w 59"/>
                <a:gd name="T49" fmla="*/ 2147483647 h 76"/>
                <a:gd name="T50" fmla="*/ 2147483647 w 59"/>
                <a:gd name="T51" fmla="*/ 2147483647 h 76"/>
                <a:gd name="T52" fmla="*/ 2147483647 w 59"/>
                <a:gd name="T53" fmla="*/ 2147483647 h 76"/>
                <a:gd name="T54" fmla="*/ 2147483647 w 59"/>
                <a:gd name="T55" fmla="*/ 2147483647 h 76"/>
                <a:gd name="T56" fmla="*/ 2147483647 w 59"/>
                <a:gd name="T57" fmla="*/ 2147483647 h 76"/>
                <a:gd name="T58" fmla="*/ 2147483647 w 59"/>
                <a:gd name="T59" fmla="*/ 2147483647 h 76"/>
                <a:gd name="T60" fmla="*/ 2147483647 w 59"/>
                <a:gd name="T61" fmla="*/ 2147483647 h 76"/>
                <a:gd name="T62" fmla="*/ 2147483647 w 59"/>
                <a:gd name="T63" fmla="*/ 2147483647 h 76"/>
                <a:gd name="T64" fmla="*/ 2147483647 w 59"/>
                <a:gd name="T65" fmla="*/ 2147483647 h 76"/>
                <a:gd name="T66" fmla="*/ 2147483647 w 59"/>
                <a:gd name="T67" fmla="*/ 2147483647 h 76"/>
                <a:gd name="T68" fmla="*/ 2147483647 w 59"/>
                <a:gd name="T69" fmla="*/ 2147483647 h 76"/>
                <a:gd name="T70" fmla="*/ 2147483647 w 59"/>
                <a:gd name="T71" fmla="*/ 2147483647 h 76"/>
                <a:gd name="T72" fmla="*/ 2147483647 w 59"/>
                <a:gd name="T73" fmla="*/ 2147483647 h 76"/>
                <a:gd name="T74" fmla="*/ 2147483647 w 59"/>
                <a:gd name="T75" fmla="*/ 2147483647 h 76"/>
                <a:gd name="T76" fmla="*/ 0 w 59"/>
                <a:gd name="T77" fmla="*/ 2147483647 h 7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59"/>
                <a:gd name="T118" fmla="*/ 0 h 76"/>
                <a:gd name="T119" fmla="*/ 59 w 59"/>
                <a:gd name="T120" fmla="*/ 76 h 7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59" h="76">
                  <a:moveTo>
                    <a:pt x="0" y="27"/>
                  </a:moveTo>
                  <a:lnTo>
                    <a:pt x="0" y="26"/>
                  </a:lnTo>
                  <a:lnTo>
                    <a:pt x="0" y="25"/>
                  </a:lnTo>
                  <a:lnTo>
                    <a:pt x="0" y="24"/>
                  </a:lnTo>
                  <a:lnTo>
                    <a:pt x="1" y="23"/>
                  </a:lnTo>
                  <a:lnTo>
                    <a:pt x="1" y="21"/>
                  </a:lnTo>
                  <a:lnTo>
                    <a:pt x="1" y="20"/>
                  </a:lnTo>
                  <a:lnTo>
                    <a:pt x="2" y="19"/>
                  </a:lnTo>
                  <a:lnTo>
                    <a:pt x="2" y="18"/>
                  </a:lnTo>
                  <a:lnTo>
                    <a:pt x="3" y="17"/>
                  </a:lnTo>
                  <a:lnTo>
                    <a:pt x="3" y="16"/>
                  </a:lnTo>
                  <a:lnTo>
                    <a:pt x="4" y="15"/>
                  </a:lnTo>
                  <a:lnTo>
                    <a:pt x="5" y="14"/>
                  </a:lnTo>
                  <a:lnTo>
                    <a:pt x="5" y="12"/>
                  </a:lnTo>
                  <a:lnTo>
                    <a:pt x="6" y="12"/>
                  </a:lnTo>
                  <a:lnTo>
                    <a:pt x="6" y="10"/>
                  </a:lnTo>
                  <a:lnTo>
                    <a:pt x="8" y="9"/>
                  </a:lnTo>
                  <a:lnTo>
                    <a:pt x="9" y="8"/>
                  </a:lnTo>
                  <a:lnTo>
                    <a:pt x="9" y="7"/>
                  </a:lnTo>
                  <a:lnTo>
                    <a:pt x="11" y="6"/>
                  </a:lnTo>
                  <a:lnTo>
                    <a:pt x="11" y="5"/>
                  </a:lnTo>
                  <a:lnTo>
                    <a:pt x="12" y="5"/>
                  </a:lnTo>
                  <a:lnTo>
                    <a:pt x="14" y="4"/>
                  </a:lnTo>
                  <a:lnTo>
                    <a:pt x="15" y="3"/>
                  </a:lnTo>
                  <a:lnTo>
                    <a:pt x="16" y="2"/>
                  </a:lnTo>
                  <a:lnTo>
                    <a:pt x="17" y="2"/>
                  </a:lnTo>
                  <a:lnTo>
                    <a:pt x="17" y="1"/>
                  </a:lnTo>
                  <a:lnTo>
                    <a:pt x="18" y="1"/>
                  </a:lnTo>
                  <a:lnTo>
                    <a:pt x="19" y="0"/>
                  </a:lnTo>
                  <a:lnTo>
                    <a:pt x="20" y="0"/>
                  </a:lnTo>
                  <a:lnTo>
                    <a:pt x="21" y="0"/>
                  </a:lnTo>
                  <a:lnTo>
                    <a:pt x="22" y="0"/>
                  </a:lnTo>
                  <a:lnTo>
                    <a:pt x="23" y="0"/>
                  </a:lnTo>
                  <a:lnTo>
                    <a:pt x="24" y="0"/>
                  </a:lnTo>
                  <a:lnTo>
                    <a:pt x="25" y="0"/>
                  </a:lnTo>
                  <a:lnTo>
                    <a:pt x="27" y="0"/>
                  </a:lnTo>
                  <a:lnTo>
                    <a:pt x="28" y="0"/>
                  </a:lnTo>
                  <a:lnTo>
                    <a:pt x="29" y="0"/>
                  </a:lnTo>
                  <a:lnTo>
                    <a:pt x="30" y="0"/>
                  </a:lnTo>
                  <a:lnTo>
                    <a:pt x="32" y="0"/>
                  </a:lnTo>
                  <a:lnTo>
                    <a:pt x="34" y="0"/>
                  </a:lnTo>
                  <a:lnTo>
                    <a:pt x="35" y="0"/>
                  </a:lnTo>
                  <a:lnTo>
                    <a:pt x="37" y="0"/>
                  </a:lnTo>
                  <a:lnTo>
                    <a:pt x="39" y="0"/>
                  </a:lnTo>
                  <a:lnTo>
                    <a:pt x="41" y="1"/>
                  </a:lnTo>
                  <a:lnTo>
                    <a:pt x="41" y="2"/>
                  </a:lnTo>
                  <a:lnTo>
                    <a:pt x="43" y="2"/>
                  </a:lnTo>
                  <a:lnTo>
                    <a:pt x="45" y="3"/>
                  </a:lnTo>
                  <a:lnTo>
                    <a:pt x="45" y="4"/>
                  </a:lnTo>
                  <a:lnTo>
                    <a:pt x="46" y="4"/>
                  </a:lnTo>
                  <a:lnTo>
                    <a:pt x="46" y="5"/>
                  </a:lnTo>
                  <a:lnTo>
                    <a:pt x="47" y="5"/>
                  </a:lnTo>
                  <a:lnTo>
                    <a:pt x="48" y="5"/>
                  </a:lnTo>
                  <a:lnTo>
                    <a:pt x="49" y="6"/>
                  </a:lnTo>
                  <a:lnTo>
                    <a:pt x="49" y="7"/>
                  </a:lnTo>
                  <a:lnTo>
                    <a:pt x="50" y="7"/>
                  </a:lnTo>
                  <a:lnTo>
                    <a:pt x="50" y="8"/>
                  </a:lnTo>
                  <a:lnTo>
                    <a:pt x="51" y="9"/>
                  </a:lnTo>
                  <a:lnTo>
                    <a:pt x="51" y="10"/>
                  </a:lnTo>
                  <a:lnTo>
                    <a:pt x="52" y="10"/>
                  </a:lnTo>
                  <a:lnTo>
                    <a:pt x="53" y="10"/>
                  </a:lnTo>
                  <a:lnTo>
                    <a:pt x="53" y="11"/>
                  </a:lnTo>
                  <a:lnTo>
                    <a:pt x="53" y="12"/>
                  </a:lnTo>
                  <a:lnTo>
                    <a:pt x="54" y="13"/>
                  </a:lnTo>
                  <a:lnTo>
                    <a:pt x="55" y="14"/>
                  </a:lnTo>
                  <a:lnTo>
                    <a:pt x="55" y="15"/>
                  </a:lnTo>
                  <a:lnTo>
                    <a:pt x="56" y="16"/>
                  </a:lnTo>
                  <a:lnTo>
                    <a:pt x="56" y="17"/>
                  </a:lnTo>
                  <a:lnTo>
                    <a:pt x="56" y="18"/>
                  </a:lnTo>
                  <a:lnTo>
                    <a:pt x="57" y="20"/>
                  </a:lnTo>
                  <a:lnTo>
                    <a:pt x="57" y="21"/>
                  </a:lnTo>
                  <a:lnTo>
                    <a:pt x="58" y="23"/>
                  </a:lnTo>
                  <a:lnTo>
                    <a:pt x="58" y="24"/>
                  </a:lnTo>
                  <a:lnTo>
                    <a:pt x="58" y="25"/>
                  </a:lnTo>
                  <a:lnTo>
                    <a:pt x="59" y="27"/>
                  </a:lnTo>
                  <a:lnTo>
                    <a:pt x="59" y="76"/>
                  </a:lnTo>
                  <a:lnTo>
                    <a:pt x="0" y="76"/>
                  </a:lnTo>
                  <a:lnTo>
                    <a:pt x="0" y="27"/>
                  </a:lnTo>
                </a:path>
              </a:pathLst>
            </a:custGeom>
            <a:noFill/>
            <a:ln w="12700">
              <a:solidFill>
                <a:srgbClr val="000000"/>
              </a:solidFill>
              <a:prstDash val="solid"/>
              <a:round/>
              <a:headEnd/>
              <a:tailEnd/>
            </a:ln>
          </p:spPr>
          <p:txBody>
            <a:bodyPr/>
            <a:lstStyle/>
            <a:p>
              <a:endParaRPr lang="nl-BE"/>
            </a:p>
          </p:txBody>
        </p:sp>
        <p:sp>
          <p:nvSpPr>
            <p:cNvPr id="12408" name="Freeform 109"/>
            <p:cNvSpPr>
              <a:spLocks/>
            </p:cNvSpPr>
            <p:nvPr/>
          </p:nvSpPr>
          <p:spPr bwMode="auto">
            <a:xfrm>
              <a:off x="6283325" y="3541713"/>
              <a:ext cx="292100" cy="134937"/>
            </a:xfrm>
            <a:custGeom>
              <a:avLst/>
              <a:gdLst>
                <a:gd name="T0" fmla="*/ 0 w 64"/>
                <a:gd name="T1" fmla="*/ 2147483647 h 85"/>
                <a:gd name="T2" fmla="*/ 0 w 64"/>
                <a:gd name="T3" fmla="*/ 2147483647 h 85"/>
                <a:gd name="T4" fmla="*/ 0 w 64"/>
                <a:gd name="T5" fmla="*/ 2147483647 h 85"/>
                <a:gd name="T6" fmla="*/ 2147483647 w 64"/>
                <a:gd name="T7" fmla="*/ 2147483647 h 85"/>
                <a:gd name="T8" fmla="*/ 2147483647 w 64"/>
                <a:gd name="T9" fmla="*/ 2147483647 h 85"/>
                <a:gd name="T10" fmla="*/ 2147483647 w 64"/>
                <a:gd name="T11" fmla="*/ 2147483647 h 85"/>
                <a:gd name="T12" fmla="*/ 2147483647 w 64"/>
                <a:gd name="T13" fmla="*/ 2147483647 h 85"/>
                <a:gd name="T14" fmla="*/ 2147483647 w 64"/>
                <a:gd name="T15" fmla="*/ 2147483647 h 85"/>
                <a:gd name="T16" fmla="*/ 2147483647 w 64"/>
                <a:gd name="T17" fmla="*/ 2147483647 h 85"/>
                <a:gd name="T18" fmla="*/ 2147483647 w 64"/>
                <a:gd name="T19" fmla="*/ 2147483647 h 85"/>
                <a:gd name="T20" fmla="*/ 2147483647 w 64"/>
                <a:gd name="T21" fmla="*/ 2147483647 h 85"/>
                <a:gd name="T22" fmla="*/ 2147483647 w 64"/>
                <a:gd name="T23" fmla="*/ 2147483647 h 85"/>
                <a:gd name="T24" fmla="*/ 2147483647 w 64"/>
                <a:gd name="T25" fmla="*/ 2147483647 h 85"/>
                <a:gd name="T26" fmla="*/ 2147483647 w 64"/>
                <a:gd name="T27" fmla="*/ 2147483647 h 85"/>
                <a:gd name="T28" fmla="*/ 2147483647 w 64"/>
                <a:gd name="T29" fmla="*/ 2147483647 h 85"/>
                <a:gd name="T30" fmla="*/ 2147483647 w 64"/>
                <a:gd name="T31" fmla="*/ 0 h 85"/>
                <a:gd name="T32" fmla="*/ 2147483647 w 64"/>
                <a:gd name="T33" fmla="*/ 0 h 85"/>
                <a:gd name="T34" fmla="*/ 2147483647 w 64"/>
                <a:gd name="T35" fmla="*/ 0 h 85"/>
                <a:gd name="T36" fmla="*/ 2147483647 w 64"/>
                <a:gd name="T37" fmla="*/ 0 h 85"/>
                <a:gd name="T38" fmla="*/ 2147483647 w 64"/>
                <a:gd name="T39" fmla="*/ 0 h 85"/>
                <a:gd name="T40" fmla="*/ 2147483647 w 64"/>
                <a:gd name="T41" fmla="*/ 2147483647 h 85"/>
                <a:gd name="T42" fmla="*/ 2147483647 w 64"/>
                <a:gd name="T43" fmla="*/ 2147483647 h 85"/>
                <a:gd name="T44" fmla="*/ 2147483647 w 64"/>
                <a:gd name="T45" fmla="*/ 2147483647 h 85"/>
                <a:gd name="T46" fmla="*/ 2147483647 w 64"/>
                <a:gd name="T47" fmla="*/ 2147483647 h 85"/>
                <a:gd name="T48" fmla="*/ 2147483647 w 64"/>
                <a:gd name="T49" fmla="*/ 2147483647 h 85"/>
                <a:gd name="T50" fmla="*/ 2147483647 w 64"/>
                <a:gd name="T51" fmla="*/ 2147483647 h 85"/>
                <a:gd name="T52" fmla="*/ 2147483647 w 64"/>
                <a:gd name="T53" fmla="*/ 2147483647 h 85"/>
                <a:gd name="T54" fmla="*/ 2147483647 w 64"/>
                <a:gd name="T55" fmla="*/ 2147483647 h 85"/>
                <a:gd name="T56" fmla="*/ 2147483647 w 64"/>
                <a:gd name="T57" fmla="*/ 2147483647 h 85"/>
                <a:gd name="T58" fmla="*/ 2147483647 w 64"/>
                <a:gd name="T59" fmla="*/ 2147483647 h 85"/>
                <a:gd name="T60" fmla="*/ 2147483647 w 64"/>
                <a:gd name="T61" fmla="*/ 2147483647 h 85"/>
                <a:gd name="T62" fmla="*/ 2147483647 w 64"/>
                <a:gd name="T63" fmla="*/ 2147483647 h 85"/>
                <a:gd name="T64" fmla="*/ 2147483647 w 64"/>
                <a:gd name="T65" fmla="*/ 2147483647 h 85"/>
                <a:gd name="T66" fmla="*/ 2147483647 w 64"/>
                <a:gd name="T67" fmla="*/ 2147483647 h 85"/>
                <a:gd name="T68" fmla="*/ 2147483647 w 64"/>
                <a:gd name="T69" fmla="*/ 2147483647 h 85"/>
                <a:gd name="T70" fmla="*/ 2147483647 w 64"/>
                <a:gd name="T71" fmla="*/ 2147483647 h 85"/>
                <a:gd name="T72" fmla="*/ 2147483647 w 64"/>
                <a:gd name="T73" fmla="*/ 2147483647 h 85"/>
                <a:gd name="T74" fmla="*/ 2147483647 w 64"/>
                <a:gd name="T75" fmla="*/ 2147483647 h 85"/>
                <a:gd name="T76" fmla="*/ 2147483647 w 64"/>
                <a:gd name="T77" fmla="*/ 2147483647 h 85"/>
                <a:gd name="T78" fmla="*/ 0 w 64"/>
                <a:gd name="T79" fmla="*/ 2147483647 h 8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64"/>
                <a:gd name="T121" fmla="*/ 0 h 85"/>
                <a:gd name="T122" fmla="*/ 64 w 64"/>
                <a:gd name="T123" fmla="*/ 85 h 85"/>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64" h="85">
                  <a:moveTo>
                    <a:pt x="0" y="31"/>
                  </a:moveTo>
                  <a:lnTo>
                    <a:pt x="0" y="30"/>
                  </a:lnTo>
                  <a:lnTo>
                    <a:pt x="0" y="28"/>
                  </a:lnTo>
                  <a:lnTo>
                    <a:pt x="0" y="27"/>
                  </a:lnTo>
                  <a:lnTo>
                    <a:pt x="0" y="25"/>
                  </a:lnTo>
                  <a:lnTo>
                    <a:pt x="0" y="23"/>
                  </a:lnTo>
                  <a:lnTo>
                    <a:pt x="1" y="22"/>
                  </a:lnTo>
                  <a:lnTo>
                    <a:pt x="1" y="21"/>
                  </a:lnTo>
                  <a:lnTo>
                    <a:pt x="2" y="20"/>
                  </a:lnTo>
                  <a:lnTo>
                    <a:pt x="2" y="18"/>
                  </a:lnTo>
                  <a:lnTo>
                    <a:pt x="4" y="18"/>
                  </a:lnTo>
                  <a:lnTo>
                    <a:pt x="4" y="16"/>
                  </a:lnTo>
                  <a:lnTo>
                    <a:pt x="4" y="14"/>
                  </a:lnTo>
                  <a:lnTo>
                    <a:pt x="5" y="14"/>
                  </a:lnTo>
                  <a:lnTo>
                    <a:pt x="6" y="12"/>
                  </a:lnTo>
                  <a:lnTo>
                    <a:pt x="8" y="11"/>
                  </a:lnTo>
                  <a:lnTo>
                    <a:pt x="9" y="9"/>
                  </a:lnTo>
                  <a:lnTo>
                    <a:pt x="10" y="8"/>
                  </a:lnTo>
                  <a:lnTo>
                    <a:pt x="10" y="7"/>
                  </a:lnTo>
                  <a:lnTo>
                    <a:pt x="12" y="7"/>
                  </a:lnTo>
                  <a:lnTo>
                    <a:pt x="13" y="6"/>
                  </a:lnTo>
                  <a:lnTo>
                    <a:pt x="14" y="5"/>
                  </a:lnTo>
                  <a:lnTo>
                    <a:pt x="15" y="4"/>
                  </a:lnTo>
                  <a:lnTo>
                    <a:pt x="16" y="3"/>
                  </a:lnTo>
                  <a:lnTo>
                    <a:pt x="17" y="3"/>
                  </a:lnTo>
                  <a:lnTo>
                    <a:pt x="18" y="2"/>
                  </a:lnTo>
                  <a:lnTo>
                    <a:pt x="20" y="2"/>
                  </a:lnTo>
                  <a:lnTo>
                    <a:pt x="21" y="2"/>
                  </a:lnTo>
                  <a:lnTo>
                    <a:pt x="23" y="1"/>
                  </a:lnTo>
                  <a:lnTo>
                    <a:pt x="24" y="1"/>
                  </a:lnTo>
                  <a:lnTo>
                    <a:pt x="25" y="1"/>
                  </a:lnTo>
                  <a:lnTo>
                    <a:pt x="27" y="0"/>
                  </a:lnTo>
                  <a:lnTo>
                    <a:pt x="28" y="0"/>
                  </a:lnTo>
                  <a:lnTo>
                    <a:pt x="29" y="0"/>
                  </a:lnTo>
                  <a:lnTo>
                    <a:pt x="31" y="0"/>
                  </a:lnTo>
                  <a:lnTo>
                    <a:pt x="32" y="0"/>
                  </a:lnTo>
                  <a:lnTo>
                    <a:pt x="34" y="0"/>
                  </a:lnTo>
                  <a:lnTo>
                    <a:pt x="36" y="0"/>
                  </a:lnTo>
                  <a:lnTo>
                    <a:pt x="37" y="0"/>
                  </a:lnTo>
                  <a:lnTo>
                    <a:pt x="38" y="0"/>
                  </a:lnTo>
                  <a:lnTo>
                    <a:pt x="38" y="1"/>
                  </a:lnTo>
                  <a:lnTo>
                    <a:pt x="39" y="1"/>
                  </a:lnTo>
                  <a:lnTo>
                    <a:pt x="41" y="2"/>
                  </a:lnTo>
                  <a:lnTo>
                    <a:pt x="42" y="2"/>
                  </a:lnTo>
                  <a:lnTo>
                    <a:pt x="43" y="2"/>
                  </a:lnTo>
                  <a:lnTo>
                    <a:pt x="44" y="2"/>
                  </a:lnTo>
                  <a:lnTo>
                    <a:pt x="45" y="2"/>
                  </a:lnTo>
                  <a:lnTo>
                    <a:pt x="46" y="3"/>
                  </a:lnTo>
                  <a:lnTo>
                    <a:pt x="47" y="3"/>
                  </a:lnTo>
                  <a:lnTo>
                    <a:pt x="49" y="4"/>
                  </a:lnTo>
                  <a:lnTo>
                    <a:pt x="50" y="5"/>
                  </a:lnTo>
                  <a:lnTo>
                    <a:pt x="51" y="6"/>
                  </a:lnTo>
                  <a:lnTo>
                    <a:pt x="52" y="7"/>
                  </a:lnTo>
                  <a:lnTo>
                    <a:pt x="53" y="7"/>
                  </a:lnTo>
                  <a:lnTo>
                    <a:pt x="54" y="8"/>
                  </a:lnTo>
                  <a:lnTo>
                    <a:pt x="54" y="9"/>
                  </a:lnTo>
                  <a:lnTo>
                    <a:pt x="55" y="10"/>
                  </a:lnTo>
                  <a:lnTo>
                    <a:pt x="56" y="11"/>
                  </a:lnTo>
                  <a:lnTo>
                    <a:pt x="57" y="12"/>
                  </a:lnTo>
                  <a:lnTo>
                    <a:pt x="58" y="12"/>
                  </a:lnTo>
                  <a:lnTo>
                    <a:pt x="58" y="13"/>
                  </a:lnTo>
                  <a:lnTo>
                    <a:pt x="59" y="14"/>
                  </a:lnTo>
                  <a:lnTo>
                    <a:pt x="60" y="15"/>
                  </a:lnTo>
                  <a:lnTo>
                    <a:pt x="60" y="16"/>
                  </a:lnTo>
                  <a:lnTo>
                    <a:pt x="60" y="17"/>
                  </a:lnTo>
                  <a:lnTo>
                    <a:pt x="60" y="18"/>
                  </a:lnTo>
                  <a:lnTo>
                    <a:pt x="61" y="18"/>
                  </a:lnTo>
                  <a:lnTo>
                    <a:pt x="61" y="19"/>
                  </a:lnTo>
                  <a:lnTo>
                    <a:pt x="61" y="20"/>
                  </a:lnTo>
                  <a:lnTo>
                    <a:pt x="62" y="21"/>
                  </a:lnTo>
                  <a:lnTo>
                    <a:pt x="63" y="22"/>
                  </a:lnTo>
                  <a:lnTo>
                    <a:pt x="63" y="23"/>
                  </a:lnTo>
                  <a:lnTo>
                    <a:pt x="63" y="25"/>
                  </a:lnTo>
                  <a:lnTo>
                    <a:pt x="63" y="26"/>
                  </a:lnTo>
                  <a:lnTo>
                    <a:pt x="63" y="27"/>
                  </a:lnTo>
                  <a:lnTo>
                    <a:pt x="64" y="28"/>
                  </a:lnTo>
                  <a:lnTo>
                    <a:pt x="64" y="31"/>
                  </a:lnTo>
                  <a:lnTo>
                    <a:pt x="64" y="85"/>
                  </a:lnTo>
                  <a:lnTo>
                    <a:pt x="0" y="85"/>
                  </a:lnTo>
                  <a:lnTo>
                    <a:pt x="0" y="31"/>
                  </a:lnTo>
                </a:path>
              </a:pathLst>
            </a:custGeom>
            <a:noFill/>
            <a:ln w="12700">
              <a:solidFill>
                <a:srgbClr val="000000"/>
              </a:solidFill>
              <a:prstDash val="solid"/>
              <a:round/>
              <a:headEnd/>
              <a:tailEnd/>
            </a:ln>
          </p:spPr>
          <p:txBody>
            <a:bodyPr/>
            <a:lstStyle/>
            <a:p>
              <a:endParaRPr lang="nl-BE"/>
            </a:p>
          </p:txBody>
        </p:sp>
        <p:sp>
          <p:nvSpPr>
            <p:cNvPr id="12409" name="Freeform 110"/>
            <p:cNvSpPr>
              <a:spLocks/>
            </p:cNvSpPr>
            <p:nvPr/>
          </p:nvSpPr>
          <p:spPr bwMode="auto">
            <a:xfrm>
              <a:off x="6259513" y="3538538"/>
              <a:ext cx="333375" cy="155575"/>
            </a:xfrm>
            <a:custGeom>
              <a:avLst/>
              <a:gdLst>
                <a:gd name="T0" fmla="*/ 0 w 73"/>
                <a:gd name="T1" fmla="*/ 2147483647 h 98"/>
                <a:gd name="T2" fmla="*/ 0 w 73"/>
                <a:gd name="T3" fmla="*/ 2147483647 h 98"/>
                <a:gd name="T4" fmla="*/ 2147483647 w 73"/>
                <a:gd name="T5" fmla="*/ 2147483647 h 98"/>
                <a:gd name="T6" fmla="*/ 2147483647 w 73"/>
                <a:gd name="T7" fmla="*/ 2147483647 h 98"/>
                <a:gd name="T8" fmla="*/ 2147483647 w 73"/>
                <a:gd name="T9" fmla="*/ 2147483647 h 98"/>
                <a:gd name="T10" fmla="*/ 2147483647 w 73"/>
                <a:gd name="T11" fmla="*/ 2147483647 h 98"/>
                <a:gd name="T12" fmla="*/ 2147483647 w 73"/>
                <a:gd name="T13" fmla="*/ 2147483647 h 98"/>
                <a:gd name="T14" fmla="*/ 2147483647 w 73"/>
                <a:gd name="T15" fmla="*/ 2147483647 h 98"/>
                <a:gd name="T16" fmla="*/ 2147483647 w 73"/>
                <a:gd name="T17" fmla="*/ 2147483647 h 98"/>
                <a:gd name="T18" fmla="*/ 2147483647 w 73"/>
                <a:gd name="T19" fmla="*/ 2147483647 h 98"/>
                <a:gd name="T20" fmla="*/ 2147483647 w 73"/>
                <a:gd name="T21" fmla="*/ 2147483647 h 98"/>
                <a:gd name="T22" fmla="*/ 2147483647 w 73"/>
                <a:gd name="T23" fmla="*/ 2147483647 h 98"/>
                <a:gd name="T24" fmla="*/ 2147483647 w 73"/>
                <a:gd name="T25" fmla="*/ 2147483647 h 98"/>
                <a:gd name="T26" fmla="*/ 2147483647 w 73"/>
                <a:gd name="T27" fmla="*/ 2147483647 h 98"/>
                <a:gd name="T28" fmla="*/ 2147483647 w 73"/>
                <a:gd name="T29" fmla="*/ 2147483647 h 98"/>
                <a:gd name="T30" fmla="*/ 2147483647 w 73"/>
                <a:gd name="T31" fmla="*/ 2147483647 h 98"/>
                <a:gd name="T32" fmla="*/ 2147483647 w 73"/>
                <a:gd name="T33" fmla="*/ 2147483647 h 98"/>
                <a:gd name="T34" fmla="*/ 2147483647 w 73"/>
                <a:gd name="T35" fmla="*/ 0 h 98"/>
                <a:gd name="T36" fmla="*/ 2147483647 w 73"/>
                <a:gd name="T37" fmla="*/ 0 h 98"/>
                <a:gd name="T38" fmla="*/ 2147483647 w 73"/>
                <a:gd name="T39" fmla="*/ 0 h 98"/>
                <a:gd name="T40" fmla="*/ 2147483647 w 73"/>
                <a:gd name="T41" fmla="*/ 0 h 98"/>
                <a:gd name="T42" fmla="*/ 2147483647 w 73"/>
                <a:gd name="T43" fmla="*/ 2147483647 h 98"/>
                <a:gd name="T44" fmla="*/ 2147483647 w 73"/>
                <a:gd name="T45" fmla="*/ 2147483647 h 98"/>
                <a:gd name="T46" fmla="*/ 2147483647 w 73"/>
                <a:gd name="T47" fmla="*/ 2147483647 h 98"/>
                <a:gd name="T48" fmla="*/ 2147483647 w 73"/>
                <a:gd name="T49" fmla="*/ 2147483647 h 98"/>
                <a:gd name="T50" fmla="*/ 2147483647 w 73"/>
                <a:gd name="T51" fmla="*/ 2147483647 h 98"/>
                <a:gd name="T52" fmla="*/ 2147483647 w 73"/>
                <a:gd name="T53" fmla="*/ 2147483647 h 98"/>
                <a:gd name="T54" fmla="*/ 2147483647 w 73"/>
                <a:gd name="T55" fmla="*/ 2147483647 h 98"/>
                <a:gd name="T56" fmla="*/ 2147483647 w 73"/>
                <a:gd name="T57" fmla="*/ 2147483647 h 98"/>
                <a:gd name="T58" fmla="*/ 2147483647 w 73"/>
                <a:gd name="T59" fmla="*/ 2147483647 h 98"/>
                <a:gd name="T60" fmla="*/ 2147483647 w 73"/>
                <a:gd name="T61" fmla="*/ 2147483647 h 98"/>
                <a:gd name="T62" fmla="*/ 2147483647 w 73"/>
                <a:gd name="T63" fmla="*/ 2147483647 h 98"/>
                <a:gd name="T64" fmla="*/ 2147483647 w 73"/>
                <a:gd name="T65" fmla="*/ 2147483647 h 98"/>
                <a:gd name="T66" fmla="*/ 2147483647 w 73"/>
                <a:gd name="T67" fmla="*/ 2147483647 h 98"/>
                <a:gd name="T68" fmla="*/ 2147483647 w 73"/>
                <a:gd name="T69" fmla="*/ 2147483647 h 98"/>
                <a:gd name="T70" fmla="*/ 2147483647 w 73"/>
                <a:gd name="T71" fmla="*/ 2147483647 h 98"/>
                <a:gd name="T72" fmla="*/ 2147483647 w 73"/>
                <a:gd name="T73" fmla="*/ 2147483647 h 98"/>
                <a:gd name="T74" fmla="*/ 2147483647 w 73"/>
                <a:gd name="T75" fmla="*/ 2147483647 h 98"/>
                <a:gd name="T76" fmla="*/ 2147483647 w 73"/>
                <a:gd name="T77" fmla="*/ 2147483647 h 98"/>
                <a:gd name="T78" fmla="*/ 2147483647 w 73"/>
                <a:gd name="T79" fmla="*/ 2147483647 h 98"/>
                <a:gd name="T80" fmla="*/ 0 w 73"/>
                <a:gd name="T81" fmla="*/ 2147483647 h 9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73"/>
                <a:gd name="T124" fmla="*/ 0 h 98"/>
                <a:gd name="T125" fmla="*/ 73 w 73"/>
                <a:gd name="T126" fmla="*/ 98 h 9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73" h="98">
                  <a:moveTo>
                    <a:pt x="0" y="36"/>
                  </a:moveTo>
                  <a:lnTo>
                    <a:pt x="0" y="34"/>
                  </a:lnTo>
                  <a:lnTo>
                    <a:pt x="0" y="33"/>
                  </a:lnTo>
                  <a:lnTo>
                    <a:pt x="0" y="31"/>
                  </a:lnTo>
                  <a:lnTo>
                    <a:pt x="1" y="30"/>
                  </a:lnTo>
                  <a:lnTo>
                    <a:pt x="1" y="29"/>
                  </a:lnTo>
                  <a:lnTo>
                    <a:pt x="1" y="27"/>
                  </a:lnTo>
                  <a:lnTo>
                    <a:pt x="1" y="26"/>
                  </a:lnTo>
                  <a:lnTo>
                    <a:pt x="2" y="25"/>
                  </a:lnTo>
                  <a:lnTo>
                    <a:pt x="2" y="24"/>
                  </a:lnTo>
                  <a:lnTo>
                    <a:pt x="3" y="23"/>
                  </a:lnTo>
                  <a:lnTo>
                    <a:pt x="3" y="21"/>
                  </a:lnTo>
                  <a:lnTo>
                    <a:pt x="4" y="20"/>
                  </a:lnTo>
                  <a:lnTo>
                    <a:pt x="4" y="18"/>
                  </a:lnTo>
                  <a:lnTo>
                    <a:pt x="5" y="17"/>
                  </a:lnTo>
                  <a:lnTo>
                    <a:pt x="6" y="16"/>
                  </a:lnTo>
                  <a:lnTo>
                    <a:pt x="8" y="14"/>
                  </a:lnTo>
                  <a:lnTo>
                    <a:pt x="9" y="13"/>
                  </a:lnTo>
                  <a:lnTo>
                    <a:pt x="10" y="11"/>
                  </a:lnTo>
                  <a:lnTo>
                    <a:pt x="11" y="10"/>
                  </a:lnTo>
                  <a:lnTo>
                    <a:pt x="13" y="9"/>
                  </a:lnTo>
                  <a:lnTo>
                    <a:pt x="14" y="8"/>
                  </a:lnTo>
                  <a:lnTo>
                    <a:pt x="15" y="6"/>
                  </a:lnTo>
                  <a:lnTo>
                    <a:pt x="16" y="6"/>
                  </a:lnTo>
                  <a:lnTo>
                    <a:pt x="18" y="4"/>
                  </a:lnTo>
                  <a:lnTo>
                    <a:pt x="19" y="4"/>
                  </a:lnTo>
                  <a:lnTo>
                    <a:pt x="20" y="4"/>
                  </a:lnTo>
                  <a:lnTo>
                    <a:pt x="21" y="4"/>
                  </a:lnTo>
                  <a:lnTo>
                    <a:pt x="23" y="3"/>
                  </a:lnTo>
                  <a:lnTo>
                    <a:pt x="25" y="2"/>
                  </a:lnTo>
                  <a:lnTo>
                    <a:pt x="26" y="2"/>
                  </a:lnTo>
                  <a:lnTo>
                    <a:pt x="26" y="1"/>
                  </a:lnTo>
                  <a:lnTo>
                    <a:pt x="28" y="1"/>
                  </a:lnTo>
                  <a:lnTo>
                    <a:pt x="29" y="1"/>
                  </a:lnTo>
                  <a:lnTo>
                    <a:pt x="30" y="0"/>
                  </a:lnTo>
                  <a:lnTo>
                    <a:pt x="32" y="0"/>
                  </a:lnTo>
                  <a:lnTo>
                    <a:pt x="33" y="0"/>
                  </a:lnTo>
                  <a:lnTo>
                    <a:pt x="35" y="0"/>
                  </a:lnTo>
                  <a:lnTo>
                    <a:pt x="37" y="0"/>
                  </a:lnTo>
                  <a:lnTo>
                    <a:pt x="40" y="0"/>
                  </a:lnTo>
                  <a:lnTo>
                    <a:pt x="41" y="0"/>
                  </a:lnTo>
                  <a:lnTo>
                    <a:pt x="43" y="0"/>
                  </a:lnTo>
                  <a:lnTo>
                    <a:pt x="44" y="1"/>
                  </a:lnTo>
                  <a:lnTo>
                    <a:pt x="46" y="1"/>
                  </a:lnTo>
                  <a:lnTo>
                    <a:pt x="47" y="2"/>
                  </a:lnTo>
                  <a:lnTo>
                    <a:pt x="48" y="2"/>
                  </a:lnTo>
                  <a:lnTo>
                    <a:pt x="50" y="3"/>
                  </a:lnTo>
                  <a:lnTo>
                    <a:pt x="51" y="4"/>
                  </a:lnTo>
                  <a:lnTo>
                    <a:pt x="52" y="4"/>
                  </a:lnTo>
                  <a:lnTo>
                    <a:pt x="54" y="4"/>
                  </a:lnTo>
                  <a:lnTo>
                    <a:pt x="55" y="4"/>
                  </a:lnTo>
                  <a:lnTo>
                    <a:pt x="57" y="5"/>
                  </a:lnTo>
                  <a:lnTo>
                    <a:pt x="58" y="6"/>
                  </a:lnTo>
                  <a:lnTo>
                    <a:pt x="59" y="7"/>
                  </a:lnTo>
                  <a:lnTo>
                    <a:pt x="59" y="8"/>
                  </a:lnTo>
                  <a:lnTo>
                    <a:pt x="60" y="9"/>
                  </a:lnTo>
                  <a:lnTo>
                    <a:pt x="61" y="9"/>
                  </a:lnTo>
                  <a:lnTo>
                    <a:pt x="62" y="9"/>
                  </a:lnTo>
                  <a:lnTo>
                    <a:pt x="63" y="10"/>
                  </a:lnTo>
                  <a:lnTo>
                    <a:pt x="64" y="11"/>
                  </a:lnTo>
                  <a:lnTo>
                    <a:pt x="64" y="12"/>
                  </a:lnTo>
                  <a:lnTo>
                    <a:pt x="65" y="13"/>
                  </a:lnTo>
                  <a:lnTo>
                    <a:pt x="65" y="14"/>
                  </a:lnTo>
                  <a:lnTo>
                    <a:pt x="66" y="14"/>
                  </a:lnTo>
                  <a:lnTo>
                    <a:pt x="66" y="16"/>
                  </a:lnTo>
                  <a:lnTo>
                    <a:pt x="67" y="16"/>
                  </a:lnTo>
                  <a:lnTo>
                    <a:pt x="68" y="17"/>
                  </a:lnTo>
                  <a:lnTo>
                    <a:pt x="69" y="18"/>
                  </a:lnTo>
                  <a:lnTo>
                    <a:pt x="70" y="20"/>
                  </a:lnTo>
                  <a:lnTo>
                    <a:pt x="70" y="21"/>
                  </a:lnTo>
                  <a:lnTo>
                    <a:pt x="70" y="22"/>
                  </a:lnTo>
                  <a:lnTo>
                    <a:pt x="71" y="24"/>
                  </a:lnTo>
                  <a:lnTo>
                    <a:pt x="71" y="25"/>
                  </a:lnTo>
                  <a:lnTo>
                    <a:pt x="72" y="27"/>
                  </a:lnTo>
                  <a:lnTo>
                    <a:pt x="73" y="29"/>
                  </a:lnTo>
                  <a:lnTo>
                    <a:pt x="73" y="30"/>
                  </a:lnTo>
                  <a:lnTo>
                    <a:pt x="73" y="31"/>
                  </a:lnTo>
                  <a:lnTo>
                    <a:pt x="73" y="34"/>
                  </a:lnTo>
                  <a:lnTo>
                    <a:pt x="73" y="36"/>
                  </a:lnTo>
                  <a:lnTo>
                    <a:pt x="73" y="98"/>
                  </a:lnTo>
                  <a:lnTo>
                    <a:pt x="0" y="98"/>
                  </a:lnTo>
                  <a:lnTo>
                    <a:pt x="0" y="36"/>
                  </a:lnTo>
                </a:path>
              </a:pathLst>
            </a:custGeom>
            <a:noFill/>
            <a:ln w="12700">
              <a:solidFill>
                <a:srgbClr val="000000"/>
              </a:solidFill>
              <a:prstDash val="solid"/>
              <a:round/>
              <a:headEnd/>
              <a:tailEnd/>
            </a:ln>
          </p:spPr>
          <p:txBody>
            <a:bodyPr/>
            <a:lstStyle/>
            <a:p>
              <a:endParaRPr lang="nl-BE"/>
            </a:p>
          </p:txBody>
        </p:sp>
        <p:sp>
          <p:nvSpPr>
            <p:cNvPr id="12410" name="Freeform 111"/>
            <p:cNvSpPr>
              <a:spLocks/>
            </p:cNvSpPr>
            <p:nvPr/>
          </p:nvSpPr>
          <p:spPr bwMode="auto">
            <a:xfrm>
              <a:off x="6346825" y="3556000"/>
              <a:ext cx="196850" cy="92075"/>
            </a:xfrm>
            <a:custGeom>
              <a:avLst/>
              <a:gdLst>
                <a:gd name="T0" fmla="*/ 0 w 43"/>
                <a:gd name="T1" fmla="*/ 2147483647 h 58"/>
                <a:gd name="T2" fmla="*/ 0 w 43"/>
                <a:gd name="T3" fmla="*/ 2147483647 h 58"/>
                <a:gd name="T4" fmla="*/ 2147483647 w 43"/>
                <a:gd name="T5" fmla="*/ 2147483647 h 58"/>
                <a:gd name="T6" fmla="*/ 2147483647 w 43"/>
                <a:gd name="T7" fmla="*/ 2147483647 h 58"/>
                <a:gd name="T8" fmla="*/ 2147483647 w 43"/>
                <a:gd name="T9" fmla="*/ 2147483647 h 58"/>
                <a:gd name="T10" fmla="*/ 2147483647 w 43"/>
                <a:gd name="T11" fmla="*/ 2147483647 h 58"/>
                <a:gd name="T12" fmla="*/ 2147483647 w 43"/>
                <a:gd name="T13" fmla="*/ 2147483647 h 58"/>
                <a:gd name="T14" fmla="*/ 2147483647 w 43"/>
                <a:gd name="T15" fmla="*/ 2147483647 h 58"/>
                <a:gd name="T16" fmla="*/ 2147483647 w 43"/>
                <a:gd name="T17" fmla="*/ 2147483647 h 58"/>
                <a:gd name="T18" fmla="*/ 2147483647 w 43"/>
                <a:gd name="T19" fmla="*/ 2147483647 h 58"/>
                <a:gd name="T20" fmla="*/ 2147483647 w 43"/>
                <a:gd name="T21" fmla="*/ 2147483647 h 58"/>
                <a:gd name="T22" fmla="*/ 2147483647 w 43"/>
                <a:gd name="T23" fmla="*/ 2147483647 h 58"/>
                <a:gd name="T24" fmla="*/ 2147483647 w 43"/>
                <a:gd name="T25" fmla="*/ 2147483647 h 58"/>
                <a:gd name="T26" fmla="*/ 2147483647 w 43"/>
                <a:gd name="T27" fmla="*/ 0 h 58"/>
                <a:gd name="T28" fmla="*/ 2147483647 w 43"/>
                <a:gd name="T29" fmla="*/ 0 h 58"/>
                <a:gd name="T30" fmla="*/ 2147483647 w 43"/>
                <a:gd name="T31" fmla="*/ 0 h 58"/>
                <a:gd name="T32" fmla="*/ 2147483647 w 43"/>
                <a:gd name="T33" fmla="*/ 2147483647 h 58"/>
                <a:gd name="T34" fmla="*/ 2147483647 w 43"/>
                <a:gd name="T35" fmla="*/ 2147483647 h 58"/>
                <a:gd name="T36" fmla="*/ 2147483647 w 43"/>
                <a:gd name="T37" fmla="*/ 2147483647 h 58"/>
                <a:gd name="T38" fmla="*/ 2147483647 w 43"/>
                <a:gd name="T39" fmla="*/ 2147483647 h 58"/>
                <a:gd name="T40" fmla="*/ 2147483647 w 43"/>
                <a:gd name="T41" fmla="*/ 2147483647 h 58"/>
                <a:gd name="T42" fmla="*/ 2147483647 w 43"/>
                <a:gd name="T43" fmla="*/ 2147483647 h 58"/>
                <a:gd name="T44" fmla="*/ 2147483647 w 43"/>
                <a:gd name="T45" fmla="*/ 2147483647 h 58"/>
                <a:gd name="T46" fmla="*/ 2147483647 w 43"/>
                <a:gd name="T47" fmla="*/ 2147483647 h 58"/>
                <a:gd name="T48" fmla="*/ 2147483647 w 43"/>
                <a:gd name="T49" fmla="*/ 2147483647 h 58"/>
                <a:gd name="T50" fmla="*/ 2147483647 w 43"/>
                <a:gd name="T51" fmla="*/ 2147483647 h 58"/>
                <a:gd name="T52" fmla="*/ 2147483647 w 43"/>
                <a:gd name="T53" fmla="*/ 2147483647 h 58"/>
                <a:gd name="T54" fmla="*/ 2147483647 w 43"/>
                <a:gd name="T55" fmla="*/ 2147483647 h 58"/>
                <a:gd name="T56" fmla="*/ 2147483647 w 43"/>
                <a:gd name="T57" fmla="*/ 2147483647 h 58"/>
                <a:gd name="T58" fmla="*/ 2147483647 w 43"/>
                <a:gd name="T59" fmla="*/ 2147483647 h 58"/>
                <a:gd name="T60" fmla="*/ 2147483647 w 43"/>
                <a:gd name="T61" fmla="*/ 2147483647 h 58"/>
                <a:gd name="T62" fmla="*/ 2147483647 w 43"/>
                <a:gd name="T63" fmla="*/ 2147483647 h 58"/>
                <a:gd name="T64" fmla="*/ 0 w 43"/>
                <a:gd name="T65" fmla="*/ 2147483647 h 5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43"/>
                <a:gd name="T100" fmla="*/ 0 h 58"/>
                <a:gd name="T101" fmla="*/ 43 w 43"/>
                <a:gd name="T102" fmla="*/ 58 h 5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43" h="58">
                  <a:moveTo>
                    <a:pt x="0" y="21"/>
                  </a:moveTo>
                  <a:lnTo>
                    <a:pt x="0" y="20"/>
                  </a:lnTo>
                  <a:lnTo>
                    <a:pt x="0" y="19"/>
                  </a:lnTo>
                  <a:lnTo>
                    <a:pt x="0" y="18"/>
                  </a:lnTo>
                  <a:lnTo>
                    <a:pt x="1" y="17"/>
                  </a:lnTo>
                  <a:lnTo>
                    <a:pt x="1" y="16"/>
                  </a:lnTo>
                  <a:lnTo>
                    <a:pt x="1" y="15"/>
                  </a:lnTo>
                  <a:lnTo>
                    <a:pt x="1" y="14"/>
                  </a:lnTo>
                  <a:lnTo>
                    <a:pt x="1" y="13"/>
                  </a:lnTo>
                  <a:lnTo>
                    <a:pt x="2" y="12"/>
                  </a:lnTo>
                  <a:lnTo>
                    <a:pt x="2" y="11"/>
                  </a:lnTo>
                  <a:lnTo>
                    <a:pt x="3" y="10"/>
                  </a:lnTo>
                  <a:lnTo>
                    <a:pt x="3" y="9"/>
                  </a:lnTo>
                  <a:lnTo>
                    <a:pt x="4" y="9"/>
                  </a:lnTo>
                  <a:lnTo>
                    <a:pt x="5" y="8"/>
                  </a:lnTo>
                  <a:lnTo>
                    <a:pt x="6" y="7"/>
                  </a:lnTo>
                  <a:lnTo>
                    <a:pt x="7" y="6"/>
                  </a:lnTo>
                  <a:lnTo>
                    <a:pt x="7" y="5"/>
                  </a:lnTo>
                  <a:lnTo>
                    <a:pt x="9" y="4"/>
                  </a:lnTo>
                  <a:lnTo>
                    <a:pt x="10" y="3"/>
                  </a:lnTo>
                  <a:lnTo>
                    <a:pt x="11" y="3"/>
                  </a:lnTo>
                  <a:lnTo>
                    <a:pt x="12" y="3"/>
                  </a:lnTo>
                  <a:lnTo>
                    <a:pt x="13" y="2"/>
                  </a:lnTo>
                  <a:lnTo>
                    <a:pt x="14" y="2"/>
                  </a:lnTo>
                  <a:lnTo>
                    <a:pt x="15" y="1"/>
                  </a:lnTo>
                  <a:lnTo>
                    <a:pt x="16" y="1"/>
                  </a:lnTo>
                  <a:lnTo>
                    <a:pt x="17" y="0"/>
                  </a:lnTo>
                  <a:lnTo>
                    <a:pt x="18" y="0"/>
                  </a:lnTo>
                  <a:lnTo>
                    <a:pt x="20" y="0"/>
                  </a:lnTo>
                  <a:lnTo>
                    <a:pt x="22" y="0"/>
                  </a:lnTo>
                  <a:lnTo>
                    <a:pt x="24" y="0"/>
                  </a:lnTo>
                  <a:lnTo>
                    <a:pt x="25" y="0"/>
                  </a:lnTo>
                  <a:lnTo>
                    <a:pt x="26" y="0"/>
                  </a:lnTo>
                  <a:lnTo>
                    <a:pt x="27" y="1"/>
                  </a:lnTo>
                  <a:lnTo>
                    <a:pt x="29" y="1"/>
                  </a:lnTo>
                  <a:lnTo>
                    <a:pt x="29" y="2"/>
                  </a:lnTo>
                  <a:lnTo>
                    <a:pt x="30" y="2"/>
                  </a:lnTo>
                  <a:lnTo>
                    <a:pt x="30" y="3"/>
                  </a:lnTo>
                  <a:lnTo>
                    <a:pt x="31" y="3"/>
                  </a:lnTo>
                  <a:lnTo>
                    <a:pt x="32" y="3"/>
                  </a:lnTo>
                  <a:lnTo>
                    <a:pt x="33" y="3"/>
                  </a:lnTo>
                  <a:lnTo>
                    <a:pt x="34" y="3"/>
                  </a:lnTo>
                  <a:lnTo>
                    <a:pt x="35" y="4"/>
                  </a:lnTo>
                  <a:lnTo>
                    <a:pt x="35" y="5"/>
                  </a:lnTo>
                  <a:lnTo>
                    <a:pt x="36" y="5"/>
                  </a:lnTo>
                  <a:lnTo>
                    <a:pt x="36" y="6"/>
                  </a:lnTo>
                  <a:lnTo>
                    <a:pt x="36" y="7"/>
                  </a:lnTo>
                  <a:lnTo>
                    <a:pt x="37" y="7"/>
                  </a:lnTo>
                  <a:lnTo>
                    <a:pt x="38" y="7"/>
                  </a:lnTo>
                  <a:lnTo>
                    <a:pt x="38" y="8"/>
                  </a:lnTo>
                  <a:lnTo>
                    <a:pt x="38" y="9"/>
                  </a:lnTo>
                  <a:lnTo>
                    <a:pt x="39" y="9"/>
                  </a:lnTo>
                  <a:lnTo>
                    <a:pt x="40" y="9"/>
                  </a:lnTo>
                  <a:lnTo>
                    <a:pt x="40" y="10"/>
                  </a:lnTo>
                  <a:lnTo>
                    <a:pt x="40" y="11"/>
                  </a:lnTo>
                  <a:lnTo>
                    <a:pt x="41" y="13"/>
                  </a:lnTo>
                  <a:lnTo>
                    <a:pt x="42" y="14"/>
                  </a:lnTo>
                  <a:lnTo>
                    <a:pt x="42" y="15"/>
                  </a:lnTo>
                  <a:lnTo>
                    <a:pt x="42" y="16"/>
                  </a:lnTo>
                  <a:lnTo>
                    <a:pt x="43" y="17"/>
                  </a:lnTo>
                  <a:lnTo>
                    <a:pt x="43" y="18"/>
                  </a:lnTo>
                  <a:lnTo>
                    <a:pt x="43" y="19"/>
                  </a:lnTo>
                  <a:lnTo>
                    <a:pt x="43" y="20"/>
                  </a:lnTo>
                  <a:lnTo>
                    <a:pt x="43" y="21"/>
                  </a:lnTo>
                  <a:lnTo>
                    <a:pt x="43" y="58"/>
                  </a:lnTo>
                  <a:lnTo>
                    <a:pt x="0" y="58"/>
                  </a:lnTo>
                  <a:lnTo>
                    <a:pt x="0" y="21"/>
                  </a:lnTo>
                </a:path>
              </a:pathLst>
            </a:custGeom>
            <a:noFill/>
            <a:ln w="12700">
              <a:solidFill>
                <a:srgbClr val="000000"/>
              </a:solidFill>
              <a:prstDash val="solid"/>
              <a:round/>
              <a:headEnd/>
              <a:tailEnd/>
            </a:ln>
          </p:spPr>
          <p:txBody>
            <a:bodyPr/>
            <a:lstStyle/>
            <a:p>
              <a:endParaRPr lang="nl-BE"/>
            </a:p>
          </p:txBody>
        </p:sp>
        <p:sp>
          <p:nvSpPr>
            <p:cNvPr id="12411" name="Freeform 112"/>
            <p:cNvSpPr>
              <a:spLocks/>
            </p:cNvSpPr>
            <p:nvPr/>
          </p:nvSpPr>
          <p:spPr bwMode="auto">
            <a:xfrm>
              <a:off x="6327775" y="3549650"/>
              <a:ext cx="228600" cy="106363"/>
            </a:xfrm>
            <a:custGeom>
              <a:avLst/>
              <a:gdLst>
                <a:gd name="T0" fmla="*/ 0 w 50"/>
                <a:gd name="T1" fmla="*/ 2147483647 h 67"/>
                <a:gd name="T2" fmla="*/ 0 w 50"/>
                <a:gd name="T3" fmla="*/ 2147483647 h 67"/>
                <a:gd name="T4" fmla="*/ 2147483647 w 50"/>
                <a:gd name="T5" fmla="*/ 2147483647 h 67"/>
                <a:gd name="T6" fmla="*/ 2147483647 w 50"/>
                <a:gd name="T7" fmla="*/ 2147483647 h 67"/>
                <a:gd name="T8" fmla="*/ 2147483647 w 50"/>
                <a:gd name="T9" fmla="*/ 2147483647 h 67"/>
                <a:gd name="T10" fmla="*/ 2147483647 w 50"/>
                <a:gd name="T11" fmla="*/ 2147483647 h 67"/>
                <a:gd name="T12" fmla="*/ 2147483647 w 50"/>
                <a:gd name="T13" fmla="*/ 2147483647 h 67"/>
                <a:gd name="T14" fmla="*/ 2147483647 w 50"/>
                <a:gd name="T15" fmla="*/ 2147483647 h 67"/>
                <a:gd name="T16" fmla="*/ 2147483647 w 50"/>
                <a:gd name="T17" fmla="*/ 2147483647 h 67"/>
                <a:gd name="T18" fmla="*/ 2147483647 w 50"/>
                <a:gd name="T19" fmla="*/ 2147483647 h 67"/>
                <a:gd name="T20" fmla="*/ 2147483647 w 50"/>
                <a:gd name="T21" fmla="*/ 2147483647 h 67"/>
                <a:gd name="T22" fmla="*/ 2147483647 w 50"/>
                <a:gd name="T23" fmla="*/ 2147483647 h 67"/>
                <a:gd name="T24" fmla="*/ 2147483647 w 50"/>
                <a:gd name="T25" fmla="*/ 2147483647 h 67"/>
                <a:gd name="T26" fmla="*/ 2147483647 w 50"/>
                <a:gd name="T27" fmla="*/ 2147483647 h 67"/>
                <a:gd name="T28" fmla="*/ 2147483647 w 50"/>
                <a:gd name="T29" fmla="*/ 0 h 67"/>
                <a:gd name="T30" fmla="*/ 2147483647 w 50"/>
                <a:gd name="T31" fmla="*/ 0 h 67"/>
                <a:gd name="T32" fmla="*/ 2147483647 w 50"/>
                <a:gd name="T33" fmla="*/ 0 h 67"/>
                <a:gd name="T34" fmla="*/ 2147483647 w 50"/>
                <a:gd name="T35" fmla="*/ 2147483647 h 67"/>
                <a:gd name="T36" fmla="*/ 2147483647 w 50"/>
                <a:gd name="T37" fmla="*/ 2147483647 h 67"/>
                <a:gd name="T38" fmla="*/ 2147483647 w 50"/>
                <a:gd name="T39" fmla="*/ 2147483647 h 67"/>
                <a:gd name="T40" fmla="*/ 2147483647 w 50"/>
                <a:gd name="T41" fmla="*/ 2147483647 h 67"/>
                <a:gd name="T42" fmla="*/ 2147483647 w 50"/>
                <a:gd name="T43" fmla="*/ 2147483647 h 67"/>
                <a:gd name="T44" fmla="*/ 2147483647 w 50"/>
                <a:gd name="T45" fmla="*/ 2147483647 h 67"/>
                <a:gd name="T46" fmla="*/ 2147483647 w 50"/>
                <a:gd name="T47" fmla="*/ 2147483647 h 67"/>
                <a:gd name="T48" fmla="*/ 2147483647 w 50"/>
                <a:gd name="T49" fmla="*/ 2147483647 h 67"/>
                <a:gd name="T50" fmla="*/ 2147483647 w 50"/>
                <a:gd name="T51" fmla="*/ 2147483647 h 67"/>
                <a:gd name="T52" fmla="*/ 2147483647 w 50"/>
                <a:gd name="T53" fmla="*/ 2147483647 h 67"/>
                <a:gd name="T54" fmla="*/ 2147483647 w 50"/>
                <a:gd name="T55" fmla="*/ 2147483647 h 67"/>
                <a:gd name="T56" fmla="*/ 2147483647 w 50"/>
                <a:gd name="T57" fmla="*/ 2147483647 h 67"/>
                <a:gd name="T58" fmla="*/ 2147483647 w 50"/>
                <a:gd name="T59" fmla="*/ 2147483647 h 67"/>
                <a:gd name="T60" fmla="*/ 2147483647 w 50"/>
                <a:gd name="T61" fmla="*/ 2147483647 h 67"/>
                <a:gd name="T62" fmla="*/ 2147483647 w 50"/>
                <a:gd name="T63" fmla="*/ 2147483647 h 67"/>
                <a:gd name="T64" fmla="*/ 0 w 50"/>
                <a:gd name="T65" fmla="*/ 2147483647 h 6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50"/>
                <a:gd name="T100" fmla="*/ 0 h 67"/>
                <a:gd name="T101" fmla="*/ 50 w 50"/>
                <a:gd name="T102" fmla="*/ 67 h 6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50" h="67">
                  <a:moveTo>
                    <a:pt x="0" y="24"/>
                  </a:moveTo>
                  <a:lnTo>
                    <a:pt x="0" y="23"/>
                  </a:lnTo>
                  <a:lnTo>
                    <a:pt x="0" y="22"/>
                  </a:lnTo>
                  <a:lnTo>
                    <a:pt x="0" y="20"/>
                  </a:lnTo>
                  <a:lnTo>
                    <a:pt x="0" y="18"/>
                  </a:lnTo>
                  <a:lnTo>
                    <a:pt x="1" y="17"/>
                  </a:lnTo>
                  <a:lnTo>
                    <a:pt x="1" y="16"/>
                  </a:lnTo>
                  <a:lnTo>
                    <a:pt x="2" y="14"/>
                  </a:lnTo>
                  <a:lnTo>
                    <a:pt x="3" y="13"/>
                  </a:lnTo>
                  <a:lnTo>
                    <a:pt x="3" y="12"/>
                  </a:lnTo>
                  <a:lnTo>
                    <a:pt x="4" y="11"/>
                  </a:lnTo>
                  <a:lnTo>
                    <a:pt x="5" y="9"/>
                  </a:lnTo>
                  <a:lnTo>
                    <a:pt x="5" y="8"/>
                  </a:lnTo>
                  <a:lnTo>
                    <a:pt x="6" y="7"/>
                  </a:lnTo>
                  <a:lnTo>
                    <a:pt x="7" y="7"/>
                  </a:lnTo>
                  <a:lnTo>
                    <a:pt x="8" y="6"/>
                  </a:lnTo>
                  <a:lnTo>
                    <a:pt x="9" y="6"/>
                  </a:lnTo>
                  <a:lnTo>
                    <a:pt x="10" y="5"/>
                  </a:lnTo>
                  <a:lnTo>
                    <a:pt x="11" y="4"/>
                  </a:lnTo>
                  <a:lnTo>
                    <a:pt x="11" y="3"/>
                  </a:lnTo>
                  <a:lnTo>
                    <a:pt x="12" y="3"/>
                  </a:lnTo>
                  <a:lnTo>
                    <a:pt x="13" y="2"/>
                  </a:lnTo>
                  <a:lnTo>
                    <a:pt x="14" y="2"/>
                  </a:lnTo>
                  <a:lnTo>
                    <a:pt x="15" y="2"/>
                  </a:lnTo>
                  <a:lnTo>
                    <a:pt x="17" y="1"/>
                  </a:lnTo>
                  <a:lnTo>
                    <a:pt x="18" y="1"/>
                  </a:lnTo>
                  <a:lnTo>
                    <a:pt x="19" y="1"/>
                  </a:lnTo>
                  <a:lnTo>
                    <a:pt x="20" y="1"/>
                  </a:lnTo>
                  <a:lnTo>
                    <a:pt x="21" y="0"/>
                  </a:lnTo>
                  <a:lnTo>
                    <a:pt x="22" y="0"/>
                  </a:lnTo>
                  <a:lnTo>
                    <a:pt x="23" y="0"/>
                  </a:lnTo>
                  <a:lnTo>
                    <a:pt x="24" y="0"/>
                  </a:lnTo>
                  <a:lnTo>
                    <a:pt x="26" y="0"/>
                  </a:lnTo>
                  <a:lnTo>
                    <a:pt x="28" y="0"/>
                  </a:lnTo>
                  <a:lnTo>
                    <a:pt x="29" y="1"/>
                  </a:lnTo>
                  <a:lnTo>
                    <a:pt x="31" y="1"/>
                  </a:lnTo>
                  <a:lnTo>
                    <a:pt x="33" y="1"/>
                  </a:lnTo>
                  <a:lnTo>
                    <a:pt x="33" y="2"/>
                  </a:lnTo>
                  <a:lnTo>
                    <a:pt x="34" y="2"/>
                  </a:lnTo>
                  <a:lnTo>
                    <a:pt x="35" y="2"/>
                  </a:lnTo>
                  <a:lnTo>
                    <a:pt x="37" y="3"/>
                  </a:lnTo>
                  <a:lnTo>
                    <a:pt x="38" y="3"/>
                  </a:lnTo>
                  <a:lnTo>
                    <a:pt x="39" y="4"/>
                  </a:lnTo>
                  <a:lnTo>
                    <a:pt x="39" y="5"/>
                  </a:lnTo>
                  <a:lnTo>
                    <a:pt x="40" y="6"/>
                  </a:lnTo>
                  <a:lnTo>
                    <a:pt x="41" y="6"/>
                  </a:lnTo>
                  <a:lnTo>
                    <a:pt x="42" y="7"/>
                  </a:lnTo>
                  <a:lnTo>
                    <a:pt x="43" y="8"/>
                  </a:lnTo>
                  <a:lnTo>
                    <a:pt x="44" y="8"/>
                  </a:lnTo>
                  <a:lnTo>
                    <a:pt x="44" y="9"/>
                  </a:lnTo>
                  <a:lnTo>
                    <a:pt x="44" y="10"/>
                  </a:lnTo>
                  <a:lnTo>
                    <a:pt x="44" y="11"/>
                  </a:lnTo>
                  <a:lnTo>
                    <a:pt x="45" y="11"/>
                  </a:lnTo>
                  <a:lnTo>
                    <a:pt x="46" y="13"/>
                  </a:lnTo>
                  <a:lnTo>
                    <a:pt x="47" y="13"/>
                  </a:lnTo>
                  <a:lnTo>
                    <a:pt x="47" y="14"/>
                  </a:lnTo>
                  <a:lnTo>
                    <a:pt x="47" y="15"/>
                  </a:lnTo>
                  <a:lnTo>
                    <a:pt x="48" y="16"/>
                  </a:lnTo>
                  <a:lnTo>
                    <a:pt x="49" y="17"/>
                  </a:lnTo>
                  <a:lnTo>
                    <a:pt x="49" y="18"/>
                  </a:lnTo>
                  <a:lnTo>
                    <a:pt x="49" y="20"/>
                  </a:lnTo>
                  <a:lnTo>
                    <a:pt x="50" y="22"/>
                  </a:lnTo>
                  <a:lnTo>
                    <a:pt x="50" y="23"/>
                  </a:lnTo>
                  <a:lnTo>
                    <a:pt x="50" y="24"/>
                  </a:lnTo>
                  <a:lnTo>
                    <a:pt x="50" y="67"/>
                  </a:lnTo>
                  <a:lnTo>
                    <a:pt x="0" y="67"/>
                  </a:lnTo>
                  <a:lnTo>
                    <a:pt x="0" y="24"/>
                  </a:lnTo>
                </a:path>
              </a:pathLst>
            </a:custGeom>
            <a:noFill/>
            <a:ln w="12700">
              <a:solidFill>
                <a:srgbClr val="000000"/>
              </a:solidFill>
              <a:prstDash val="solid"/>
              <a:round/>
              <a:headEnd/>
              <a:tailEnd/>
            </a:ln>
          </p:spPr>
          <p:txBody>
            <a:bodyPr/>
            <a:lstStyle/>
            <a:p>
              <a:endParaRPr lang="nl-BE"/>
            </a:p>
          </p:txBody>
        </p:sp>
        <p:sp>
          <p:nvSpPr>
            <p:cNvPr id="12412" name="Freeform 113"/>
            <p:cNvSpPr>
              <a:spLocks/>
            </p:cNvSpPr>
            <p:nvPr/>
          </p:nvSpPr>
          <p:spPr bwMode="auto">
            <a:xfrm>
              <a:off x="6227763" y="3533775"/>
              <a:ext cx="384175" cy="174625"/>
            </a:xfrm>
            <a:custGeom>
              <a:avLst/>
              <a:gdLst>
                <a:gd name="T0" fmla="*/ 0 w 84"/>
                <a:gd name="T1" fmla="*/ 2147483647 h 110"/>
                <a:gd name="T2" fmla="*/ 0 w 84"/>
                <a:gd name="T3" fmla="*/ 2147483647 h 110"/>
                <a:gd name="T4" fmla="*/ 2147483647 w 84"/>
                <a:gd name="T5" fmla="*/ 2147483647 h 110"/>
                <a:gd name="T6" fmla="*/ 2147483647 w 84"/>
                <a:gd name="T7" fmla="*/ 2147483647 h 110"/>
                <a:gd name="T8" fmla="*/ 2147483647 w 84"/>
                <a:gd name="T9" fmla="*/ 2147483647 h 110"/>
                <a:gd name="T10" fmla="*/ 2147483647 w 84"/>
                <a:gd name="T11" fmla="*/ 2147483647 h 110"/>
                <a:gd name="T12" fmla="*/ 2147483647 w 84"/>
                <a:gd name="T13" fmla="*/ 2147483647 h 110"/>
                <a:gd name="T14" fmla="*/ 2147483647 w 84"/>
                <a:gd name="T15" fmla="*/ 2147483647 h 110"/>
                <a:gd name="T16" fmla="*/ 2147483647 w 84"/>
                <a:gd name="T17" fmla="*/ 2147483647 h 110"/>
                <a:gd name="T18" fmla="*/ 2147483647 w 84"/>
                <a:gd name="T19" fmla="*/ 2147483647 h 110"/>
                <a:gd name="T20" fmla="*/ 2147483647 w 84"/>
                <a:gd name="T21" fmla="*/ 2147483647 h 110"/>
                <a:gd name="T22" fmla="*/ 2147483647 w 84"/>
                <a:gd name="T23" fmla="*/ 2147483647 h 110"/>
                <a:gd name="T24" fmla="*/ 2147483647 w 84"/>
                <a:gd name="T25" fmla="*/ 2147483647 h 110"/>
                <a:gd name="T26" fmla="*/ 2147483647 w 84"/>
                <a:gd name="T27" fmla="*/ 2147483647 h 110"/>
                <a:gd name="T28" fmla="*/ 2147483647 w 84"/>
                <a:gd name="T29" fmla="*/ 2147483647 h 110"/>
                <a:gd name="T30" fmla="*/ 2147483647 w 84"/>
                <a:gd name="T31" fmla="*/ 2147483647 h 110"/>
                <a:gd name="T32" fmla="*/ 2147483647 w 84"/>
                <a:gd name="T33" fmla="*/ 2147483647 h 110"/>
                <a:gd name="T34" fmla="*/ 2147483647 w 84"/>
                <a:gd name="T35" fmla="*/ 2147483647 h 110"/>
                <a:gd name="T36" fmla="*/ 2147483647 w 84"/>
                <a:gd name="T37" fmla="*/ 0 h 110"/>
                <a:gd name="T38" fmla="*/ 2147483647 w 84"/>
                <a:gd name="T39" fmla="*/ 0 h 110"/>
                <a:gd name="T40" fmla="*/ 2147483647 w 84"/>
                <a:gd name="T41" fmla="*/ 0 h 110"/>
                <a:gd name="T42" fmla="*/ 2147483647 w 84"/>
                <a:gd name="T43" fmla="*/ 0 h 110"/>
                <a:gd name="T44" fmla="*/ 2147483647 w 84"/>
                <a:gd name="T45" fmla="*/ 0 h 110"/>
                <a:gd name="T46" fmla="*/ 2147483647 w 84"/>
                <a:gd name="T47" fmla="*/ 2147483647 h 110"/>
                <a:gd name="T48" fmla="*/ 2147483647 w 84"/>
                <a:gd name="T49" fmla="*/ 2147483647 h 110"/>
                <a:gd name="T50" fmla="*/ 2147483647 w 84"/>
                <a:gd name="T51" fmla="*/ 2147483647 h 110"/>
                <a:gd name="T52" fmla="*/ 2147483647 w 84"/>
                <a:gd name="T53" fmla="*/ 2147483647 h 110"/>
                <a:gd name="T54" fmla="*/ 2147483647 w 84"/>
                <a:gd name="T55" fmla="*/ 2147483647 h 110"/>
                <a:gd name="T56" fmla="*/ 2147483647 w 84"/>
                <a:gd name="T57" fmla="*/ 2147483647 h 110"/>
                <a:gd name="T58" fmla="*/ 2147483647 w 84"/>
                <a:gd name="T59" fmla="*/ 2147483647 h 110"/>
                <a:gd name="T60" fmla="*/ 2147483647 w 84"/>
                <a:gd name="T61" fmla="*/ 2147483647 h 110"/>
                <a:gd name="T62" fmla="*/ 2147483647 w 84"/>
                <a:gd name="T63" fmla="*/ 2147483647 h 110"/>
                <a:gd name="T64" fmla="*/ 2147483647 w 84"/>
                <a:gd name="T65" fmla="*/ 2147483647 h 110"/>
                <a:gd name="T66" fmla="*/ 2147483647 w 84"/>
                <a:gd name="T67" fmla="*/ 2147483647 h 110"/>
                <a:gd name="T68" fmla="*/ 2147483647 w 84"/>
                <a:gd name="T69" fmla="*/ 2147483647 h 110"/>
                <a:gd name="T70" fmla="*/ 2147483647 w 84"/>
                <a:gd name="T71" fmla="*/ 2147483647 h 110"/>
                <a:gd name="T72" fmla="*/ 2147483647 w 84"/>
                <a:gd name="T73" fmla="*/ 2147483647 h 110"/>
                <a:gd name="T74" fmla="*/ 2147483647 w 84"/>
                <a:gd name="T75" fmla="*/ 2147483647 h 110"/>
                <a:gd name="T76" fmla="*/ 2147483647 w 84"/>
                <a:gd name="T77" fmla="*/ 2147483647 h 110"/>
                <a:gd name="T78" fmla="*/ 2147483647 w 84"/>
                <a:gd name="T79" fmla="*/ 2147483647 h 110"/>
                <a:gd name="T80" fmla="*/ 2147483647 w 84"/>
                <a:gd name="T81" fmla="*/ 2147483647 h 110"/>
                <a:gd name="T82" fmla="*/ 0 w 84"/>
                <a:gd name="T83" fmla="*/ 2147483647 h 110"/>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84"/>
                <a:gd name="T127" fmla="*/ 0 h 110"/>
                <a:gd name="T128" fmla="*/ 84 w 84"/>
                <a:gd name="T129" fmla="*/ 110 h 110"/>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84" h="110">
                  <a:moveTo>
                    <a:pt x="0" y="40"/>
                  </a:moveTo>
                  <a:lnTo>
                    <a:pt x="0" y="39"/>
                  </a:lnTo>
                  <a:lnTo>
                    <a:pt x="0" y="37"/>
                  </a:lnTo>
                  <a:lnTo>
                    <a:pt x="0" y="35"/>
                  </a:lnTo>
                  <a:lnTo>
                    <a:pt x="0" y="33"/>
                  </a:lnTo>
                  <a:lnTo>
                    <a:pt x="1" y="32"/>
                  </a:lnTo>
                  <a:lnTo>
                    <a:pt x="1" y="30"/>
                  </a:lnTo>
                  <a:lnTo>
                    <a:pt x="1" y="29"/>
                  </a:lnTo>
                  <a:lnTo>
                    <a:pt x="1" y="28"/>
                  </a:lnTo>
                  <a:lnTo>
                    <a:pt x="1" y="27"/>
                  </a:lnTo>
                  <a:lnTo>
                    <a:pt x="3" y="25"/>
                  </a:lnTo>
                  <a:lnTo>
                    <a:pt x="3" y="23"/>
                  </a:lnTo>
                  <a:lnTo>
                    <a:pt x="5" y="22"/>
                  </a:lnTo>
                  <a:lnTo>
                    <a:pt x="5" y="20"/>
                  </a:lnTo>
                  <a:lnTo>
                    <a:pt x="6" y="19"/>
                  </a:lnTo>
                  <a:lnTo>
                    <a:pt x="7" y="17"/>
                  </a:lnTo>
                  <a:lnTo>
                    <a:pt x="9" y="15"/>
                  </a:lnTo>
                  <a:lnTo>
                    <a:pt x="11" y="13"/>
                  </a:lnTo>
                  <a:lnTo>
                    <a:pt x="11" y="12"/>
                  </a:lnTo>
                  <a:lnTo>
                    <a:pt x="12" y="11"/>
                  </a:lnTo>
                  <a:lnTo>
                    <a:pt x="14" y="9"/>
                  </a:lnTo>
                  <a:lnTo>
                    <a:pt x="16" y="9"/>
                  </a:lnTo>
                  <a:lnTo>
                    <a:pt x="17" y="7"/>
                  </a:lnTo>
                  <a:lnTo>
                    <a:pt x="19" y="7"/>
                  </a:lnTo>
                  <a:lnTo>
                    <a:pt x="21" y="5"/>
                  </a:lnTo>
                  <a:lnTo>
                    <a:pt x="22" y="5"/>
                  </a:lnTo>
                  <a:lnTo>
                    <a:pt x="22" y="4"/>
                  </a:lnTo>
                  <a:lnTo>
                    <a:pt x="23" y="3"/>
                  </a:lnTo>
                  <a:lnTo>
                    <a:pt x="24" y="3"/>
                  </a:lnTo>
                  <a:lnTo>
                    <a:pt x="26" y="3"/>
                  </a:lnTo>
                  <a:lnTo>
                    <a:pt x="27" y="2"/>
                  </a:lnTo>
                  <a:lnTo>
                    <a:pt x="27" y="1"/>
                  </a:lnTo>
                  <a:lnTo>
                    <a:pt x="29" y="1"/>
                  </a:lnTo>
                  <a:lnTo>
                    <a:pt x="30" y="1"/>
                  </a:lnTo>
                  <a:lnTo>
                    <a:pt x="32" y="1"/>
                  </a:lnTo>
                  <a:lnTo>
                    <a:pt x="33" y="1"/>
                  </a:lnTo>
                  <a:lnTo>
                    <a:pt x="35" y="0"/>
                  </a:lnTo>
                  <a:lnTo>
                    <a:pt x="37" y="0"/>
                  </a:lnTo>
                  <a:lnTo>
                    <a:pt x="39" y="0"/>
                  </a:lnTo>
                  <a:lnTo>
                    <a:pt x="40" y="0"/>
                  </a:lnTo>
                  <a:lnTo>
                    <a:pt x="41" y="0"/>
                  </a:lnTo>
                  <a:lnTo>
                    <a:pt x="44" y="0"/>
                  </a:lnTo>
                  <a:lnTo>
                    <a:pt x="45" y="0"/>
                  </a:lnTo>
                  <a:lnTo>
                    <a:pt x="47" y="0"/>
                  </a:lnTo>
                  <a:lnTo>
                    <a:pt x="48" y="0"/>
                  </a:lnTo>
                  <a:lnTo>
                    <a:pt x="50" y="0"/>
                  </a:lnTo>
                  <a:lnTo>
                    <a:pt x="51" y="1"/>
                  </a:lnTo>
                  <a:lnTo>
                    <a:pt x="52" y="1"/>
                  </a:lnTo>
                  <a:lnTo>
                    <a:pt x="54" y="1"/>
                  </a:lnTo>
                  <a:lnTo>
                    <a:pt x="55" y="1"/>
                  </a:lnTo>
                  <a:lnTo>
                    <a:pt x="57" y="2"/>
                  </a:lnTo>
                  <a:lnTo>
                    <a:pt x="59" y="3"/>
                  </a:lnTo>
                  <a:lnTo>
                    <a:pt x="61" y="3"/>
                  </a:lnTo>
                  <a:lnTo>
                    <a:pt x="61" y="4"/>
                  </a:lnTo>
                  <a:lnTo>
                    <a:pt x="62" y="5"/>
                  </a:lnTo>
                  <a:lnTo>
                    <a:pt x="64" y="5"/>
                  </a:lnTo>
                  <a:lnTo>
                    <a:pt x="65" y="6"/>
                  </a:lnTo>
                  <a:lnTo>
                    <a:pt x="66" y="7"/>
                  </a:lnTo>
                  <a:lnTo>
                    <a:pt x="67" y="7"/>
                  </a:lnTo>
                  <a:lnTo>
                    <a:pt x="68" y="8"/>
                  </a:lnTo>
                  <a:lnTo>
                    <a:pt x="69" y="9"/>
                  </a:lnTo>
                  <a:lnTo>
                    <a:pt x="70" y="9"/>
                  </a:lnTo>
                  <a:lnTo>
                    <a:pt x="71" y="11"/>
                  </a:lnTo>
                  <a:lnTo>
                    <a:pt x="72" y="12"/>
                  </a:lnTo>
                  <a:lnTo>
                    <a:pt x="73" y="12"/>
                  </a:lnTo>
                  <a:lnTo>
                    <a:pt x="73" y="13"/>
                  </a:lnTo>
                  <a:lnTo>
                    <a:pt x="75" y="15"/>
                  </a:lnTo>
                  <a:lnTo>
                    <a:pt x="77" y="17"/>
                  </a:lnTo>
                  <a:lnTo>
                    <a:pt x="78" y="19"/>
                  </a:lnTo>
                  <a:lnTo>
                    <a:pt x="78" y="20"/>
                  </a:lnTo>
                  <a:lnTo>
                    <a:pt x="79" y="21"/>
                  </a:lnTo>
                  <a:lnTo>
                    <a:pt x="80" y="23"/>
                  </a:lnTo>
                  <a:lnTo>
                    <a:pt x="81" y="25"/>
                  </a:lnTo>
                  <a:lnTo>
                    <a:pt x="82" y="26"/>
                  </a:lnTo>
                  <a:lnTo>
                    <a:pt x="82" y="27"/>
                  </a:lnTo>
                  <a:lnTo>
                    <a:pt x="83" y="28"/>
                  </a:lnTo>
                  <a:lnTo>
                    <a:pt x="83" y="30"/>
                  </a:lnTo>
                  <a:lnTo>
                    <a:pt x="83" y="32"/>
                  </a:lnTo>
                  <a:lnTo>
                    <a:pt x="83" y="33"/>
                  </a:lnTo>
                  <a:lnTo>
                    <a:pt x="83" y="35"/>
                  </a:lnTo>
                  <a:lnTo>
                    <a:pt x="84" y="37"/>
                  </a:lnTo>
                  <a:lnTo>
                    <a:pt x="84" y="40"/>
                  </a:lnTo>
                  <a:lnTo>
                    <a:pt x="84" y="110"/>
                  </a:lnTo>
                  <a:lnTo>
                    <a:pt x="0" y="110"/>
                  </a:lnTo>
                  <a:lnTo>
                    <a:pt x="0" y="40"/>
                  </a:lnTo>
                </a:path>
              </a:pathLst>
            </a:custGeom>
            <a:noFill/>
            <a:ln w="12700">
              <a:solidFill>
                <a:srgbClr val="000000"/>
              </a:solidFill>
              <a:prstDash val="solid"/>
              <a:round/>
              <a:headEnd/>
              <a:tailEnd/>
            </a:ln>
          </p:spPr>
          <p:txBody>
            <a:bodyPr/>
            <a:lstStyle/>
            <a:p>
              <a:endParaRPr lang="nl-BE"/>
            </a:p>
          </p:txBody>
        </p:sp>
        <p:sp>
          <p:nvSpPr>
            <p:cNvPr id="12413" name="Freeform 114"/>
            <p:cNvSpPr>
              <a:spLocks/>
            </p:cNvSpPr>
            <p:nvPr/>
          </p:nvSpPr>
          <p:spPr bwMode="auto">
            <a:xfrm>
              <a:off x="6149975" y="3522663"/>
              <a:ext cx="493713" cy="225425"/>
            </a:xfrm>
            <a:custGeom>
              <a:avLst/>
              <a:gdLst>
                <a:gd name="T0" fmla="*/ 0 w 108"/>
                <a:gd name="T1" fmla="*/ 2147483647 h 142"/>
                <a:gd name="T2" fmla="*/ 0 w 108"/>
                <a:gd name="T3" fmla="*/ 2147483647 h 142"/>
                <a:gd name="T4" fmla="*/ 0 w 108"/>
                <a:gd name="T5" fmla="*/ 2147483647 h 142"/>
                <a:gd name="T6" fmla="*/ 2147483647 w 108"/>
                <a:gd name="T7" fmla="*/ 2147483647 h 142"/>
                <a:gd name="T8" fmla="*/ 2147483647 w 108"/>
                <a:gd name="T9" fmla="*/ 2147483647 h 142"/>
                <a:gd name="T10" fmla="*/ 2147483647 w 108"/>
                <a:gd name="T11" fmla="*/ 2147483647 h 142"/>
                <a:gd name="T12" fmla="*/ 2147483647 w 108"/>
                <a:gd name="T13" fmla="*/ 2147483647 h 142"/>
                <a:gd name="T14" fmla="*/ 2147483647 w 108"/>
                <a:gd name="T15" fmla="*/ 2147483647 h 142"/>
                <a:gd name="T16" fmla="*/ 2147483647 w 108"/>
                <a:gd name="T17" fmla="*/ 2147483647 h 142"/>
                <a:gd name="T18" fmla="*/ 2147483647 w 108"/>
                <a:gd name="T19" fmla="*/ 2147483647 h 142"/>
                <a:gd name="T20" fmla="*/ 2147483647 w 108"/>
                <a:gd name="T21" fmla="*/ 2147483647 h 142"/>
                <a:gd name="T22" fmla="*/ 2147483647 w 108"/>
                <a:gd name="T23" fmla="*/ 2147483647 h 142"/>
                <a:gd name="T24" fmla="*/ 2147483647 w 108"/>
                <a:gd name="T25" fmla="*/ 2147483647 h 142"/>
                <a:gd name="T26" fmla="*/ 2147483647 w 108"/>
                <a:gd name="T27" fmla="*/ 2147483647 h 142"/>
                <a:gd name="T28" fmla="*/ 2147483647 w 108"/>
                <a:gd name="T29" fmla="*/ 2147483647 h 142"/>
                <a:gd name="T30" fmla="*/ 2147483647 w 108"/>
                <a:gd name="T31" fmla="*/ 2147483647 h 142"/>
                <a:gd name="T32" fmla="*/ 2147483647 w 108"/>
                <a:gd name="T33" fmla="*/ 2147483647 h 142"/>
                <a:gd name="T34" fmla="*/ 2147483647 w 108"/>
                <a:gd name="T35" fmla="*/ 0 h 142"/>
                <a:gd name="T36" fmla="*/ 2147483647 w 108"/>
                <a:gd name="T37" fmla="*/ 0 h 142"/>
                <a:gd name="T38" fmla="*/ 2147483647 w 108"/>
                <a:gd name="T39" fmla="*/ 0 h 142"/>
                <a:gd name="T40" fmla="*/ 2147483647 w 108"/>
                <a:gd name="T41" fmla="*/ 0 h 142"/>
                <a:gd name="T42" fmla="*/ 2147483647 w 108"/>
                <a:gd name="T43" fmla="*/ 0 h 142"/>
                <a:gd name="T44" fmla="*/ 2147483647 w 108"/>
                <a:gd name="T45" fmla="*/ 0 h 142"/>
                <a:gd name="T46" fmla="*/ 2147483647 w 108"/>
                <a:gd name="T47" fmla="*/ 2147483647 h 142"/>
                <a:gd name="T48" fmla="*/ 2147483647 w 108"/>
                <a:gd name="T49" fmla="*/ 2147483647 h 142"/>
                <a:gd name="T50" fmla="*/ 2147483647 w 108"/>
                <a:gd name="T51" fmla="*/ 2147483647 h 142"/>
                <a:gd name="T52" fmla="*/ 2147483647 w 108"/>
                <a:gd name="T53" fmla="*/ 2147483647 h 142"/>
                <a:gd name="T54" fmla="*/ 2147483647 w 108"/>
                <a:gd name="T55" fmla="*/ 2147483647 h 142"/>
                <a:gd name="T56" fmla="*/ 2147483647 w 108"/>
                <a:gd name="T57" fmla="*/ 2147483647 h 142"/>
                <a:gd name="T58" fmla="*/ 2147483647 w 108"/>
                <a:gd name="T59" fmla="*/ 2147483647 h 142"/>
                <a:gd name="T60" fmla="*/ 2147483647 w 108"/>
                <a:gd name="T61" fmla="*/ 2147483647 h 142"/>
                <a:gd name="T62" fmla="*/ 2147483647 w 108"/>
                <a:gd name="T63" fmla="*/ 2147483647 h 142"/>
                <a:gd name="T64" fmla="*/ 2147483647 w 108"/>
                <a:gd name="T65" fmla="*/ 2147483647 h 142"/>
                <a:gd name="T66" fmla="*/ 2147483647 w 108"/>
                <a:gd name="T67" fmla="*/ 2147483647 h 142"/>
                <a:gd name="T68" fmla="*/ 2147483647 w 108"/>
                <a:gd name="T69" fmla="*/ 2147483647 h 142"/>
                <a:gd name="T70" fmla="*/ 2147483647 w 108"/>
                <a:gd name="T71" fmla="*/ 2147483647 h 142"/>
                <a:gd name="T72" fmla="*/ 2147483647 w 108"/>
                <a:gd name="T73" fmla="*/ 2147483647 h 142"/>
                <a:gd name="T74" fmla="*/ 2147483647 w 108"/>
                <a:gd name="T75" fmla="*/ 2147483647 h 142"/>
                <a:gd name="T76" fmla="*/ 2147483647 w 108"/>
                <a:gd name="T77" fmla="*/ 2147483647 h 142"/>
                <a:gd name="T78" fmla="*/ 2147483647 w 108"/>
                <a:gd name="T79" fmla="*/ 2147483647 h 142"/>
                <a:gd name="T80" fmla="*/ 2147483647 w 108"/>
                <a:gd name="T81" fmla="*/ 2147483647 h 142"/>
                <a:gd name="T82" fmla="*/ 2147483647 w 108"/>
                <a:gd name="T83" fmla="*/ 2147483647 h 142"/>
                <a:gd name="T84" fmla="*/ 2147483647 w 108"/>
                <a:gd name="T85" fmla="*/ 2147483647 h 142"/>
                <a:gd name="T86" fmla="*/ 2147483647 w 108"/>
                <a:gd name="T87" fmla="*/ 2147483647 h 142"/>
                <a:gd name="T88" fmla="*/ 0 w 108"/>
                <a:gd name="T89" fmla="*/ 2147483647 h 142"/>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08"/>
                <a:gd name="T136" fmla="*/ 0 h 142"/>
                <a:gd name="T137" fmla="*/ 108 w 108"/>
                <a:gd name="T138" fmla="*/ 142 h 142"/>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08" h="142">
                  <a:moveTo>
                    <a:pt x="0" y="51"/>
                  </a:moveTo>
                  <a:lnTo>
                    <a:pt x="0" y="49"/>
                  </a:lnTo>
                  <a:lnTo>
                    <a:pt x="0" y="47"/>
                  </a:lnTo>
                  <a:lnTo>
                    <a:pt x="0" y="46"/>
                  </a:lnTo>
                  <a:lnTo>
                    <a:pt x="0" y="43"/>
                  </a:lnTo>
                  <a:lnTo>
                    <a:pt x="0" y="40"/>
                  </a:lnTo>
                  <a:lnTo>
                    <a:pt x="1" y="39"/>
                  </a:lnTo>
                  <a:lnTo>
                    <a:pt x="2" y="37"/>
                  </a:lnTo>
                  <a:lnTo>
                    <a:pt x="2" y="35"/>
                  </a:lnTo>
                  <a:lnTo>
                    <a:pt x="4" y="33"/>
                  </a:lnTo>
                  <a:lnTo>
                    <a:pt x="5" y="30"/>
                  </a:lnTo>
                  <a:lnTo>
                    <a:pt x="6" y="28"/>
                  </a:lnTo>
                  <a:lnTo>
                    <a:pt x="7" y="26"/>
                  </a:lnTo>
                  <a:lnTo>
                    <a:pt x="9" y="24"/>
                  </a:lnTo>
                  <a:lnTo>
                    <a:pt x="9" y="23"/>
                  </a:lnTo>
                  <a:lnTo>
                    <a:pt x="11" y="19"/>
                  </a:lnTo>
                  <a:lnTo>
                    <a:pt x="13" y="18"/>
                  </a:lnTo>
                  <a:lnTo>
                    <a:pt x="15" y="16"/>
                  </a:lnTo>
                  <a:lnTo>
                    <a:pt x="17" y="14"/>
                  </a:lnTo>
                  <a:lnTo>
                    <a:pt x="18" y="13"/>
                  </a:lnTo>
                  <a:lnTo>
                    <a:pt x="20" y="11"/>
                  </a:lnTo>
                  <a:lnTo>
                    <a:pt x="22" y="9"/>
                  </a:lnTo>
                  <a:lnTo>
                    <a:pt x="24" y="8"/>
                  </a:lnTo>
                  <a:lnTo>
                    <a:pt x="26" y="7"/>
                  </a:lnTo>
                  <a:lnTo>
                    <a:pt x="28" y="6"/>
                  </a:lnTo>
                  <a:lnTo>
                    <a:pt x="29" y="5"/>
                  </a:lnTo>
                  <a:lnTo>
                    <a:pt x="30" y="5"/>
                  </a:lnTo>
                  <a:lnTo>
                    <a:pt x="31" y="3"/>
                  </a:lnTo>
                  <a:lnTo>
                    <a:pt x="33" y="3"/>
                  </a:lnTo>
                  <a:lnTo>
                    <a:pt x="34" y="3"/>
                  </a:lnTo>
                  <a:lnTo>
                    <a:pt x="36" y="3"/>
                  </a:lnTo>
                  <a:lnTo>
                    <a:pt x="38" y="2"/>
                  </a:lnTo>
                  <a:lnTo>
                    <a:pt x="39" y="1"/>
                  </a:lnTo>
                  <a:lnTo>
                    <a:pt x="41" y="1"/>
                  </a:lnTo>
                  <a:lnTo>
                    <a:pt x="43" y="0"/>
                  </a:lnTo>
                  <a:lnTo>
                    <a:pt x="44" y="0"/>
                  </a:lnTo>
                  <a:lnTo>
                    <a:pt x="47" y="0"/>
                  </a:lnTo>
                  <a:lnTo>
                    <a:pt x="48" y="0"/>
                  </a:lnTo>
                  <a:lnTo>
                    <a:pt x="50" y="0"/>
                  </a:lnTo>
                  <a:lnTo>
                    <a:pt x="51" y="0"/>
                  </a:lnTo>
                  <a:lnTo>
                    <a:pt x="54" y="0"/>
                  </a:lnTo>
                  <a:lnTo>
                    <a:pt x="56" y="0"/>
                  </a:lnTo>
                  <a:lnTo>
                    <a:pt x="58" y="0"/>
                  </a:lnTo>
                  <a:lnTo>
                    <a:pt x="61" y="0"/>
                  </a:lnTo>
                  <a:lnTo>
                    <a:pt x="63" y="0"/>
                  </a:lnTo>
                  <a:lnTo>
                    <a:pt x="65" y="0"/>
                  </a:lnTo>
                  <a:lnTo>
                    <a:pt x="67" y="1"/>
                  </a:lnTo>
                  <a:lnTo>
                    <a:pt x="68" y="2"/>
                  </a:lnTo>
                  <a:lnTo>
                    <a:pt x="71" y="2"/>
                  </a:lnTo>
                  <a:lnTo>
                    <a:pt x="72" y="3"/>
                  </a:lnTo>
                  <a:lnTo>
                    <a:pt x="73" y="3"/>
                  </a:lnTo>
                  <a:lnTo>
                    <a:pt x="76" y="3"/>
                  </a:lnTo>
                  <a:lnTo>
                    <a:pt x="77" y="4"/>
                  </a:lnTo>
                  <a:lnTo>
                    <a:pt x="78" y="5"/>
                  </a:lnTo>
                  <a:lnTo>
                    <a:pt x="80" y="6"/>
                  </a:lnTo>
                  <a:lnTo>
                    <a:pt x="82" y="7"/>
                  </a:lnTo>
                  <a:lnTo>
                    <a:pt x="83" y="8"/>
                  </a:lnTo>
                  <a:lnTo>
                    <a:pt x="85" y="8"/>
                  </a:lnTo>
                  <a:lnTo>
                    <a:pt x="86" y="10"/>
                  </a:lnTo>
                  <a:lnTo>
                    <a:pt x="88" y="11"/>
                  </a:lnTo>
                  <a:lnTo>
                    <a:pt x="89" y="12"/>
                  </a:lnTo>
                  <a:lnTo>
                    <a:pt x="89" y="13"/>
                  </a:lnTo>
                  <a:lnTo>
                    <a:pt x="90" y="14"/>
                  </a:lnTo>
                  <a:lnTo>
                    <a:pt x="92" y="14"/>
                  </a:lnTo>
                  <a:lnTo>
                    <a:pt x="93" y="16"/>
                  </a:lnTo>
                  <a:lnTo>
                    <a:pt x="94" y="17"/>
                  </a:lnTo>
                  <a:lnTo>
                    <a:pt x="95" y="18"/>
                  </a:lnTo>
                  <a:lnTo>
                    <a:pt x="95" y="19"/>
                  </a:lnTo>
                  <a:lnTo>
                    <a:pt x="97" y="19"/>
                  </a:lnTo>
                  <a:lnTo>
                    <a:pt x="97" y="21"/>
                  </a:lnTo>
                  <a:lnTo>
                    <a:pt x="98" y="22"/>
                  </a:lnTo>
                  <a:lnTo>
                    <a:pt x="99" y="24"/>
                  </a:lnTo>
                  <a:lnTo>
                    <a:pt x="100" y="24"/>
                  </a:lnTo>
                  <a:lnTo>
                    <a:pt x="101" y="26"/>
                  </a:lnTo>
                  <a:lnTo>
                    <a:pt x="102" y="28"/>
                  </a:lnTo>
                  <a:lnTo>
                    <a:pt x="102" y="30"/>
                  </a:lnTo>
                  <a:lnTo>
                    <a:pt x="103" y="30"/>
                  </a:lnTo>
                  <a:lnTo>
                    <a:pt x="104" y="32"/>
                  </a:lnTo>
                  <a:lnTo>
                    <a:pt x="105" y="34"/>
                  </a:lnTo>
                  <a:lnTo>
                    <a:pt x="105" y="35"/>
                  </a:lnTo>
                  <a:lnTo>
                    <a:pt x="105" y="37"/>
                  </a:lnTo>
                  <a:lnTo>
                    <a:pt x="106" y="39"/>
                  </a:lnTo>
                  <a:lnTo>
                    <a:pt x="106" y="41"/>
                  </a:lnTo>
                  <a:lnTo>
                    <a:pt x="107" y="43"/>
                  </a:lnTo>
                  <a:lnTo>
                    <a:pt x="108" y="46"/>
                  </a:lnTo>
                  <a:lnTo>
                    <a:pt x="108" y="47"/>
                  </a:lnTo>
                  <a:lnTo>
                    <a:pt x="108" y="51"/>
                  </a:lnTo>
                  <a:lnTo>
                    <a:pt x="108" y="142"/>
                  </a:lnTo>
                  <a:lnTo>
                    <a:pt x="0" y="142"/>
                  </a:lnTo>
                  <a:lnTo>
                    <a:pt x="0" y="51"/>
                  </a:lnTo>
                </a:path>
              </a:pathLst>
            </a:custGeom>
            <a:noFill/>
            <a:ln w="12700">
              <a:solidFill>
                <a:srgbClr val="000000"/>
              </a:solidFill>
              <a:prstDash val="solid"/>
              <a:round/>
              <a:headEnd/>
              <a:tailEnd/>
            </a:ln>
          </p:spPr>
          <p:txBody>
            <a:bodyPr/>
            <a:lstStyle/>
            <a:p>
              <a:endParaRPr lang="nl-BE"/>
            </a:p>
          </p:txBody>
        </p:sp>
        <p:sp>
          <p:nvSpPr>
            <p:cNvPr id="12414" name="Oval 115"/>
            <p:cNvSpPr>
              <a:spLocks noChangeArrowheads="1"/>
            </p:cNvSpPr>
            <p:nvPr/>
          </p:nvSpPr>
          <p:spPr bwMode="auto">
            <a:xfrm>
              <a:off x="6965950" y="4014788"/>
              <a:ext cx="238125" cy="258762"/>
            </a:xfrm>
            <a:prstGeom prst="ellipse">
              <a:avLst/>
            </a:prstGeom>
            <a:solidFill>
              <a:srgbClr val="006000"/>
            </a:solidFill>
            <a:ln w="9525">
              <a:noFill/>
              <a:round/>
              <a:headEnd/>
              <a:tailEnd/>
            </a:ln>
          </p:spPr>
          <p:txBody>
            <a:bodyPr/>
            <a:lstStyle/>
            <a:p>
              <a:pPr algn="ctr" eaLnBrk="0" hangingPunct="0"/>
              <a:endParaRPr lang="nl-BE"/>
            </a:p>
          </p:txBody>
        </p:sp>
        <p:sp>
          <p:nvSpPr>
            <p:cNvPr id="12415" name="Oval 116"/>
            <p:cNvSpPr>
              <a:spLocks noChangeArrowheads="1"/>
            </p:cNvSpPr>
            <p:nvPr/>
          </p:nvSpPr>
          <p:spPr bwMode="auto">
            <a:xfrm>
              <a:off x="7132638" y="3978275"/>
              <a:ext cx="198437" cy="258763"/>
            </a:xfrm>
            <a:prstGeom prst="ellipse">
              <a:avLst/>
            </a:prstGeom>
            <a:solidFill>
              <a:srgbClr val="006000"/>
            </a:solidFill>
            <a:ln w="9525">
              <a:noFill/>
              <a:round/>
              <a:headEnd/>
              <a:tailEnd/>
            </a:ln>
          </p:spPr>
          <p:txBody>
            <a:bodyPr/>
            <a:lstStyle/>
            <a:p>
              <a:pPr algn="ctr" eaLnBrk="0" hangingPunct="0"/>
              <a:endParaRPr lang="nl-BE"/>
            </a:p>
          </p:txBody>
        </p:sp>
        <p:sp>
          <p:nvSpPr>
            <p:cNvPr id="12416" name="Oval 117"/>
            <p:cNvSpPr>
              <a:spLocks noChangeArrowheads="1"/>
            </p:cNvSpPr>
            <p:nvPr/>
          </p:nvSpPr>
          <p:spPr bwMode="auto">
            <a:xfrm>
              <a:off x="7038975" y="4164013"/>
              <a:ext cx="125413" cy="103187"/>
            </a:xfrm>
            <a:prstGeom prst="ellipse">
              <a:avLst/>
            </a:prstGeom>
            <a:solidFill>
              <a:srgbClr val="004000"/>
            </a:solidFill>
            <a:ln w="9525">
              <a:noFill/>
              <a:round/>
              <a:headEnd/>
              <a:tailEnd/>
            </a:ln>
          </p:spPr>
          <p:txBody>
            <a:bodyPr/>
            <a:lstStyle/>
            <a:p>
              <a:pPr algn="ctr" eaLnBrk="0" hangingPunct="0"/>
              <a:endParaRPr lang="nl-BE"/>
            </a:p>
          </p:txBody>
        </p:sp>
        <p:sp>
          <p:nvSpPr>
            <p:cNvPr id="12417" name="Oval 118"/>
            <p:cNvSpPr>
              <a:spLocks noChangeArrowheads="1"/>
            </p:cNvSpPr>
            <p:nvPr/>
          </p:nvSpPr>
          <p:spPr bwMode="auto">
            <a:xfrm>
              <a:off x="7180263" y="4102100"/>
              <a:ext cx="131762" cy="136525"/>
            </a:xfrm>
            <a:prstGeom prst="ellipse">
              <a:avLst/>
            </a:prstGeom>
            <a:solidFill>
              <a:srgbClr val="004000"/>
            </a:solidFill>
            <a:ln w="9525">
              <a:noFill/>
              <a:round/>
              <a:headEnd/>
              <a:tailEnd/>
            </a:ln>
          </p:spPr>
          <p:txBody>
            <a:bodyPr/>
            <a:lstStyle/>
            <a:p>
              <a:pPr algn="ctr" eaLnBrk="0" hangingPunct="0"/>
              <a:endParaRPr lang="nl-BE"/>
            </a:p>
          </p:txBody>
        </p:sp>
        <p:sp>
          <p:nvSpPr>
            <p:cNvPr id="12418" name="Oval 119"/>
            <p:cNvSpPr>
              <a:spLocks noChangeArrowheads="1"/>
            </p:cNvSpPr>
            <p:nvPr/>
          </p:nvSpPr>
          <p:spPr bwMode="auto">
            <a:xfrm>
              <a:off x="7032625" y="3952875"/>
              <a:ext cx="204788" cy="203200"/>
            </a:xfrm>
            <a:prstGeom prst="ellipse">
              <a:avLst/>
            </a:prstGeom>
            <a:solidFill>
              <a:srgbClr val="008000"/>
            </a:solidFill>
            <a:ln w="9525">
              <a:noFill/>
              <a:round/>
              <a:headEnd/>
              <a:tailEnd/>
            </a:ln>
          </p:spPr>
          <p:txBody>
            <a:bodyPr/>
            <a:lstStyle/>
            <a:p>
              <a:pPr algn="ctr" eaLnBrk="0" hangingPunct="0"/>
              <a:endParaRPr lang="nl-BE"/>
            </a:p>
          </p:txBody>
        </p:sp>
        <p:sp>
          <p:nvSpPr>
            <p:cNvPr id="12419" name="Oval 120"/>
            <p:cNvSpPr>
              <a:spLocks noChangeArrowheads="1"/>
            </p:cNvSpPr>
            <p:nvPr/>
          </p:nvSpPr>
          <p:spPr bwMode="auto">
            <a:xfrm>
              <a:off x="7086600" y="4021138"/>
              <a:ext cx="144463" cy="122237"/>
            </a:xfrm>
            <a:prstGeom prst="ellipse">
              <a:avLst/>
            </a:prstGeom>
            <a:solidFill>
              <a:srgbClr val="006000"/>
            </a:solidFill>
            <a:ln w="9525">
              <a:noFill/>
              <a:round/>
              <a:headEnd/>
              <a:tailEnd/>
            </a:ln>
          </p:spPr>
          <p:txBody>
            <a:bodyPr/>
            <a:lstStyle/>
            <a:p>
              <a:pPr algn="ctr" eaLnBrk="0" hangingPunct="0"/>
              <a:endParaRPr lang="nl-BE"/>
            </a:p>
          </p:txBody>
        </p:sp>
        <p:sp>
          <p:nvSpPr>
            <p:cNvPr id="12420" name="Oval 121"/>
            <p:cNvSpPr>
              <a:spLocks noChangeArrowheads="1"/>
            </p:cNvSpPr>
            <p:nvPr/>
          </p:nvSpPr>
          <p:spPr bwMode="auto">
            <a:xfrm>
              <a:off x="6938963" y="4100513"/>
              <a:ext cx="277812" cy="222250"/>
            </a:xfrm>
            <a:prstGeom prst="ellipse">
              <a:avLst/>
            </a:prstGeom>
            <a:solidFill>
              <a:srgbClr val="006000"/>
            </a:solidFill>
            <a:ln w="9525">
              <a:noFill/>
              <a:round/>
              <a:headEnd/>
              <a:tailEnd/>
            </a:ln>
          </p:spPr>
          <p:txBody>
            <a:bodyPr/>
            <a:lstStyle/>
            <a:p>
              <a:pPr algn="ctr" eaLnBrk="0" hangingPunct="0"/>
              <a:endParaRPr lang="nl-BE"/>
            </a:p>
          </p:txBody>
        </p:sp>
        <p:sp>
          <p:nvSpPr>
            <p:cNvPr id="12421" name="Oval 122"/>
            <p:cNvSpPr>
              <a:spLocks noChangeArrowheads="1"/>
            </p:cNvSpPr>
            <p:nvPr/>
          </p:nvSpPr>
          <p:spPr bwMode="auto">
            <a:xfrm>
              <a:off x="6977063" y="4257675"/>
              <a:ext cx="279400" cy="184150"/>
            </a:xfrm>
            <a:prstGeom prst="ellipse">
              <a:avLst/>
            </a:prstGeom>
            <a:solidFill>
              <a:srgbClr val="006000"/>
            </a:solidFill>
            <a:ln w="9525">
              <a:noFill/>
              <a:round/>
              <a:headEnd/>
              <a:tailEnd/>
            </a:ln>
          </p:spPr>
          <p:txBody>
            <a:bodyPr/>
            <a:lstStyle/>
            <a:p>
              <a:pPr algn="ctr" eaLnBrk="0" hangingPunct="0"/>
              <a:endParaRPr lang="nl-BE"/>
            </a:p>
          </p:txBody>
        </p:sp>
        <p:sp>
          <p:nvSpPr>
            <p:cNvPr id="12422" name="Oval 123"/>
            <p:cNvSpPr>
              <a:spLocks noChangeArrowheads="1"/>
            </p:cNvSpPr>
            <p:nvPr/>
          </p:nvSpPr>
          <p:spPr bwMode="auto">
            <a:xfrm>
              <a:off x="6943725" y="4168775"/>
              <a:ext cx="112713" cy="117475"/>
            </a:xfrm>
            <a:prstGeom prst="ellipse">
              <a:avLst/>
            </a:prstGeom>
            <a:solidFill>
              <a:srgbClr val="004000"/>
            </a:solidFill>
            <a:ln w="9525">
              <a:noFill/>
              <a:round/>
              <a:headEnd/>
              <a:tailEnd/>
            </a:ln>
          </p:spPr>
          <p:txBody>
            <a:bodyPr/>
            <a:lstStyle/>
            <a:p>
              <a:pPr algn="ctr" eaLnBrk="0" hangingPunct="0"/>
              <a:endParaRPr lang="nl-BE"/>
            </a:p>
          </p:txBody>
        </p:sp>
        <p:sp>
          <p:nvSpPr>
            <p:cNvPr id="12423" name="Oval 124"/>
            <p:cNvSpPr>
              <a:spLocks noChangeArrowheads="1"/>
            </p:cNvSpPr>
            <p:nvPr/>
          </p:nvSpPr>
          <p:spPr bwMode="auto">
            <a:xfrm>
              <a:off x="6956425" y="4289425"/>
              <a:ext cx="284163" cy="127000"/>
            </a:xfrm>
            <a:prstGeom prst="ellipse">
              <a:avLst/>
            </a:prstGeom>
            <a:solidFill>
              <a:srgbClr val="004000"/>
            </a:solidFill>
            <a:ln w="9525">
              <a:noFill/>
              <a:round/>
              <a:headEnd/>
              <a:tailEnd/>
            </a:ln>
          </p:spPr>
          <p:txBody>
            <a:bodyPr/>
            <a:lstStyle/>
            <a:p>
              <a:pPr algn="ctr" eaLnBrk="0" hangingPunct="0"/>
              <a:endParaRPr lang="nl-BE"/>
            </a:p>
          </p:txBody>
        </p:sp>
        <p:sp>
          <p:nvSpPr>
            <p:cNvPr id="12424" name="Oval 125"/>
            <p:cNvSpPr>
              <a:spLocks noChangeArrowheads="1"/>
            </p:cNvSpPr>
            <p:nvPr/>
          </p:nvSpPr>
          <p:spPr bwMode="auto">
            <a:xfrm>
              <a:off x="7064375" y="4164013"/>
              <a:ext cx="219075" cy="190500"/>
            </a:xfrm>
            <a:prstGeom prst="ellipse">
              <a:avLst/>
            </a:prstGeom>
            <a:solidFill>
              <a:srgbClr val="008000"/>
            </a:solidFill>
            <a:ln w="9525">
              <a:noFill/>
              <a:round/>
              <a:headEnd/>
              <a:tailEnd/>
            </a:ln>
          </p:spPr>
          <p:txBody>
            <a:bodyPr/>
            <a:lstStyle/>
            <a:p>
              <a:pPr algn="ctr" eaLnBrk="0" hangingPunct="0"/>
              <a:endParaRPr lang="nl-BE"/>
            </a:p>
          </p:txBody>
        </p:sp>
        <p:sp>
          <p:nvSpPr>
            <p:cNvPr id="12425" name="Oval 126"/>
            <p:cNvSpPr>
              <a:spLocks noChangeArrowheads="1"/>
            </p:cNvSpPr>
            <p:nvPr/>
          </p:nvSpPr>
          <p:spPr bwMode="auto">
            <a:xfrm>
              <a:off x="7078663" y="4213225"/>
              <a:ext cx="130175" cy="134938"/>
            </a:xfrm>
            <a:prstGeom prst="ellipse">
              <a:avLst/>
            </a:prstGeom>
            <a:solidFill>
              <a:srgbClr val="006000"/>
            </a:solidFill>
            <a:ln w="9525">
              <a:noFill/>
              <a:round/>
              <a:headEnd/>
              <a:tailEnd/>
            </a:ln>
          </p:spPr>
          <p:txBody>
            <a:bodyPr/>
            <a:lstStyle/>
            <a:p>
              <a:pPr algn="ctr" eaLnBrk="0" hangingPunct="0"/>
              <a:endParaRPr lang="nl-BE"/>
            </a:p>
          </p:txBody>
        </p:sp>
        <p:sp>
          <p:nvSpPr>
            <p:cNvPr id="12426" name="Oval 127"/>
            <p:cNvSpPr>
              <a:spLocks noChangeArrowheads="1"/>
            </p:cNvSpPr>
            <p:nvPr/>
          </p:nvSpPr>
          <p:spPr bwMode="auto">
            <a:xfrm>
              <a:off x="6994525" y="3614738"/>
              <a:ext cx="239713" cy="260350"/>
            </a:xfrm>
            <a:prstGeom prst="ellipse">
              <a:avLst/>
            </a:prstGeom>
            <a:solidFill>
              <a:srgbClr val="006000"/>
            </a:solidFill>
            <a:ln w="9525">
              <a:noFill/>
              <a:round/>
              <a:headEnd/>
              <a:tailEnd/>
            </a:ln>
          </p:spPr>
          <p:txBody>
            <a:bodyPr/>
            <a:lstStyle/>
            <a:p>
              <a:pPr algn="ctr" eaLnBrk="0" hangingPunct="0"/>
              <a:endParaRPr lang="nl-BE"/>
            </a:p>
          </p:txBody>
        </p:sp>
        <p:sp>
          <p:nvSpPr>
            <p:cNvPr id="12427" name="Oval 128"/>
            <p:cNvSpPr>
              <a:spLocks noChangeArrowheads="1"/>
            </p:cNvSpPr>
            <p:nvPr/>
          </p:nvSpPr>
          <p:spPr bwMode="auto">
            <a:xfrm>
              <a:off x="7162800" y="3578225"/>
              <a:ext cx="196850" cy="258763"/>
            </a:xfrm>
            <a:prstGeom prst="ellipse">
              <a:avLst/>
            </a:prstGeom>
            <a:solidFill>
              <a:srgbClr val="006000"/>
            </a:solidFill>
            <a:ln w="9525">
              <a:noFill/>
              <a:round/>
              <a:headEnd/>
              <a:tailEnd/>
            </a:ln>
          </p:spPr>
          <p:txBody>
            <a:bodyPr/>
            <a:lstStyle/>
            <a:p>
              <a:pPr algn="ctr" eaLnBrk="0" hangingPunct="0"/>
              <a:endParaRPr lang="nl-BE"/>
            </a:p>
          </p:txBody>
        </p:sp>
        <p:sp>
          <p:nvSpPr>
            <p:cNvPr id="12428" name="Oval 129"/>
            <p:cNvSpPr>
              <a:spLocks noChangeArrowheads="1"/>
            </p:cNvSpPr>
            <p:nvPr/>
          </p:nvSpPr>
          <p:spPr bwMode="auto">
            <a:xfrm>
              <a:off x="7069138" y="3765550"/>
              <a:ext cx="125412" cy="101600"/>
            </a:xfrm>
            <a:prstGeom prst="ellipse">
              <a:avLst/>
            </a:prstGeom>
            <a:solidFill>
              <a:srgbClr val="004000"/>
            </a:solidFill>
            <a:ln w="9525">
              <a:noFill/>
              <a:round/>
              <a:headEnd/>
              <a:tailEnd/>
            </a:ln>
          </p:spPr>
          <p:txBody>
            <a:bodyPr/>
            <a:lstStyle/>
            <a:p>
              <a:pPr algn="ctr" eaLnBrk="0" hangingPunct="0"/>
              <a:endParaRPr lang="nl-BE"/>
            </a:p>
          </p:txBody>
        </p:sp>
        <p:sp>
          <p:nvSpPr>
            <p:cNvPr id="12429" name="Oval 130"/>
            <p:cNvSpPr>
              <a:spLocks noChangeArrowheads="1"/>
            </p:cNvSpPr>
            <p:nvPr/>
          </p:nvSpPr>
          <p:spPr bwMode="auto">
            <a:xfrm>
              <a:off x="7208838" y="3702050"/>
              <a:ext cx="160337" cy="168275"/>
            </a:xfrm>
            <a:prstGeom prst="ellipse">
              <a:avLst/>
            </a:prstGeom>
            <a:solidFill>
              <a:srgbClr val="004000"/>
            </a:solidFill>
            <a:ln w="9525">
              <a:noFill/>
              <a:round/>
              <a:headEnd/>
              <a:tailEnd/>
            </a:ln>
          </p:spPr>
          <p:txBody>
            <a:bodyPr/>
            <a:lstStyle/>
            <a:p>
              <a:pPr algn="ctr" eaLnBrk="0" hangingPunct="0"/>
              <a:endParaRPr lang="nl-BE"/>
            </a:p>
          </p:txBody>
        </p:sp>
        <p:sp>
          <p:nvSpPr>
            <p:cNvPr id="12430" name="Oval 131"/>
            <p:cNvSpPr>
              <a:spLocks noChangeArrowheads="1"/>
            </p:cNvSpPr>
            <p:nvPr/>
          </p:nvSpPr>
          <p:spPr bwMode="auto">
            <a:xfrm>
              <a:off x="7061200" y="3552825"/>
              <a:ext cx="206375" cy="203200"/>
            </a:xfrm>
            <a:prstGeom prst="ellipse">
              <a:avLst/>
            </a:prstGeom>
            <a:solidFill>
              <a:srgbClr val="008000"/>
            </a:solidFill>
            <a:ln w="9525">
              <a:noFill/>
              <a:round/>
              <a:headEnd/>
              <a:tailEnd/>
            </a:ln>
          </p:spPr>
          <p:txBody>
            <a:bodyPr/>
            <a:lstStyle/>
            <a:p>
              <a:pPr algn="ctr" eaLnBrk="0" hangingPunct="0"/>
              <a:endParaRPr lang="nl-BE"/>
            </a:p>
          </p:txBody>
        </p:sp>
        <p:sp>
          <p:nvSpPr>
            <p:cNvPr id="12431" name="Oval 132"/>
            <p:cNvSpPr>
              <a:spLocks noChangeArrowheads="1"/>
            </p:cNvSpPr>
            <p:nvPr/>
          </p:nvSpPr>
          <p:spPr bwMode="auto">
            <a:xfrm>
              <a:off x="7113588" y="3621088"/>
              <a:ext cx="147637" cy="123825"/>
            </a:xfrm>
            <a:prstGeom prst="ellipse">
              <a:avLst/>
            </a:prstGeom>
            <a:solidFill>
              <a:srgbClr val="006000"/>
            </a:solidFill>
            <a:ln w="9525">
              <a:noFill/>
              <a:round/>
              <a:headEnd/>
              <a:tailEnd/>
            </a:ln>
          </p:spPr>
          <p:txBody>
            <a:bodyPr/>
            <a:lstStyle/>
            <a:p>
              <a:pPr algn="ctr" eaLnBrk="0" hangingPunct="0"/>
              <a:endParaRPr lang="nl-BE"/>
            </a:p>
          </p:txBody>
        </p:sp>
        <p:sp>
          <p:nvSpPr>
            <p:cNvPr id="12432" name="Oval 133"/>
            <p:cNvSpPr>
              <a:spLocks noChangeArrowheads="1"/>
            </p:cNvSpPr>
            <p:nvPr/>
          </p:nvSpPr>
          <p:spPr bwMode="auto">
            <a:xfrm>
              <a:off x="6965950" y="3708400"/>
              <a:ext cx="279400" cy="222250"/>
            </a:xfrm>
            <a:prstGeom prst="ellipse">
              <a:avLst/>
            </a:prstGeom>
            <a:solidFill>
              <a:srgbClr val="006000"/>
            </a:solidFill>
            <a:ln w="9525">
              <a:noFill/>
              <a:round/>
              <a:headEnd/>
              <a:tailEnd/>
            </a:ln>
          </p:spPr>
          <p:txBody>
            <a:bodyPr/>
            <a:lstStyle/>
            <a:p>
              <a:pPr algn="ctr" eaLnBrk="0" hangingPunct="0"/>
              <a:endParaRPr lang="nl-BE"/>
            </a:p>
          </p:txBody>
        </p:sp>
        <p:sp>
          <p:nvSpPr>
            <p:cNvPr id="12433" name="Oval 134"/>
            <p:cNvSpPr>
              <a:spLocks noChangeArrowheads="1"/>
            </p:cNvSpPr>
            <p:nvPr/>
          </p:nvSpPr>
          <p:spPr bwMode="auto">
            <a:xfrm>
              <a:off x="7007225" y="3856038"/>
              <a:ext cx="279400" cy="185737"/>
            </a:xfrm>
            <a:prstGeom prst="ellipse">
              <a:avLst/>
            </a:prstGeom>
            <a:solidFill>
              <a:srgbClr val="006000"/>
            </a:solidFill>
            <a:ln w="9525">
              <a:noFill/>
              <a:round/>
              <a:headEnd/>
              <a:tailEnd/>
            </a:ln>
          </p:spPr>
          <p:txBody>
            <a:bodyPr/>
            <a:lstStyle/>
            <a:p>
              <a:pPr algn="ctr" eaLnBrk="0" hangingPunct="0"/>
              <a:endParaRPr lang="nl-BE"/>
            </a:p>
          </p:txBody>
        </p:sp>
        <p:sp>
          <p:nvSpPr>
            <p:cNvPr id="12434" name="Oval 135"/>
            <p:cNvSpPr>
              <a:spLocks noChangeArrowheads="1"/>
            </p:cNvSpPr>
            <p:nvPr/>
          </p:nvSpPr>
          <p:spPr bwMode="auto">
            <a:xfrm>
              <a:off x="6973888" y="3770313"/>
              <a:ext cx="217487" cy="115887"/>
            </a:xfrm>
            <a:prstGeom prst="ellipse">
              <a:avLst/>
            </a:prstGeom>
            <a:solidFill>
              <a:srgbClr val="004000"/>
            </a:solidFill>
            <a:ln w="9525">
              <a:noFill/>
              <a:round/>
              <a:headEnd/>
              <a:tailEnd/>
            </a:ln>
          </p:spPr>
          <p:txBody>
            <a:bodyPr/>
            <a:lstStyle/>
            <a:p>
              <a:pPr algn="ctr" eaLnBrk="0" hangingPunct="0"/>
              <a:endParaRPr lang="nl-BE"/>
            </a:p>
          </p:txBody>
        </p:sp>
        <p:sp>
          <p:nvSpPr>
            <p:cNvPr id="12435" name="Oval 136"/>
            <p:cNvSpPr>
              <a:spLocks noChangeArrowheads="1"/>
            </p:cNvSpPr>
            <p:nvPr/>
          </p:nvSpPr>
          <p:spPr bwMode="auto">
            <a:xfrm>
              <a:off x="7007225" y="3859213"/>
              <a:ext cx="146050" cy="161925"/>
            </a:xfrm>
            <a:prstGeom prst="ellipse">
              <a:avLst/>
            </a:prstGeom>
            <a:solidFill>
              <a:srgbClr val="004000"/>
            </a:solidFill>
            <a:ln w="9525">
              <a:noFill/>
              <a:round/>
              <a:headEnd/>
              <a:tailEnd/>
            </a:ln>
          </p:spPr>
          <p:txBody>
            <a:bodyPr/>
            <a:lstStyle/>
            <a:p>
              <a:pPr algn="ctr" eaLnBrk="0" hangingPunct="0"/>
              <a:endParaRPr lang="nl-BE"/>
            </a:p>
          </p:txBody>
        </p:sp>
        <p:sp>
          <p:nvSpPr>
            <p:cNvPr id="12436" name="Oval 137"/>
            <p:cNvSpPr>
              <a:spLocks noChangeArrowheads="1"/>
            </p:cNvSpPr>
            <p:nvPr/>
          </p:nvSpPr>
          <p:spPr bwMode="auto">
            <a:xfrm>
              <a:off x="7094538" y="3763963"/>
              <a:ext cx="219075" cy="190500"/>
            </a:xfrm>
            <a:prstGeom prst="ellipse">
              <a:avLst/>
            </a:prstGeom>
            <a:solidFill>
              <a:srgbClr val="008000"/>
            </a:solidFill>
            <a:ln w="9525">
              <a:noFill/>
              <a:round/>
              <a:headEnd/>
              <a:tailEnd/>
            </a:ln>
          </p:spPr>
          <p:txBody>
            <a:bodyPr/>
            <a:lstStyle/>
            <a:p>
              <a:pPr algn="ctr" eaLnBrk="0" hangingPunct="0"/>
              <a:endParaRPr lang="nl-BE"/>
            </a:p>
          </p:txBody>
        </p:sp>
        <p:sp>
          <p:nvSpPr>
            <p:cNvPr id="12437" name="Oval 138"/>
            <p:cNvSpPr>
              <a:spLocks noChangeArrowheads="1"/>
            </p:cNvSpPr>
            <p:nvPr/>
          </p:nvSpPr>
          <p:spPr bwMode="auto">
            <a:xfrm>
              <a:off x="7105650" y="3813175"/>
              <a:ext cx="134938" cy="134938"/>
            </a:xfrm>
            <a:prstGeom prst="ellipse">
              <a:avLst/>
            </a:prstGeom>
            <a:solidFill>
              <a:srgbClr val="006000"/>
            </a:solidFill>
            <a:ln w="9525">
              <a:noFill/>
              <a:round/>
              <a:headEnd/>
              <a:tailEnd/>
            </a:ln>
          </p:spPr>
          <p:txBody>
            <a:bodyPr/>
            <a:lstStyle/>
            <a:p>
              <a:pPr algn="ctr" eaLnBrk="0" hangingPunct="0"/>
              <a:endParaRPr lang="nl-BE"/>
            </a:p>
          </p:txBody>
        </p:sp>
        <p:sp>
          <p:nvSpPr>
            <p:cNvPr id="12438" name="Oval 139"/>
            <p:cNvSpPr>
              <a:spLocks noChangeArrowheads="1"/>
            </p:cNvSpPr>
            <p:nvPr/>
          </p:nvSpPr>
          <p:spPr bwMode="auto">
            <a:xfrm>
              <a:off x="7218363" y="4192588"/>
              <a:ext cx="238125" cy="260350"/>
            </a:xfrm>
            <a:prstGeom prst="ellipse">
              <a:avLst/>
            </a:prstGeom>
            <a:solidFill>
              <a:srgbClr val="006000"/>
            </a:solidFill>
            <a:ln w="9525">
              <a:noFill/>
              <a:round/>
              <a:headEnd/>
              <a:tailEnd/>
            </a:ln>
          </p:spPr>
          <p:txBody>
            <a:bodyPr/>
            <a:lstStyle/>
            <a:p>
              <a:pPr algn="ctr" eaLnBrk="0" hangingPunct="0"/>
              <a:endParaRPr lang="nl-BE"/>
            </a:p>
          </p:txBody>
        </p:sp>
        <p:sp>
          <p:nvSpPr>
            <p:cNvPr id="12439" name="Oval 140"/>
            <p:cNvSpPr>
              <a:spLocks noChangeArrowheads="1"/>
            </p:cNvSpPr>
            <p:nvPr/>
          </p:nvSpPr>
          <p:spPr bwMode="auto">
            <a:xfrm>
              <a:off x="7385050" y="4156075"/>
              <a:ext cx="198438" cy="260350"/>
            </a:xfrm>
            <a:prstGeom prst="ellipse">
              <a:avLst/>
            </a:prstGeom>
            <a:solidFill>
              <a:srgbClr val="006000"/>
            </a:solidFill>
            <a:ln w="9525">
              <a:noFill/>
              <a:round/>
              <a:headEnd/>
              <a:tailEnd/>
            </a:ln>
          </p:spPr>
          <p:txBody>
            <a:bodyPr/>
            <a:lstStyle/>
            <a:p>
              <a:pPr algn="ctr" eaLnBrk="0" hangingPunct="0"/>
              <a:endParaRPr lang="nl-BE"/>
            </a:p>
          </p:txBody>
        </p:sp>
        <p:sp>
          <p:nvSpPr>
            <p:cNvPr id="12440" name="Oval 141"/>
            <p:cNvSpPr>
              <a:spLocks noChangeArrowheads="1"/>
            </p:cNvSpPr>
            <p:nvPr/>
          </p:nvSpPr>
          <p:spPr bwMode="auto">
            <a:xfrm>
              <a:off x="7175500" y="4316413"/>
              <a:ext cx="225425" cy="123825"/>
            </a:xfrm>
            <a:prstGeom prst="ellipse">
              <a:avLst/>
            </a:prstGeom>
            <a:solidFill>
              <a:srgbClr val="004000"/>
            </a:solidFill>
            <a:ln w="9525">
              <a:noFill/>
              <a:round/>
              <a:headEnd/>
              <a:tailEnd/>
            </a:ln>
          </p:spPr>
          <p:txBody>
            <a:bodyPr/>
            <a:lstStyle/>
            <a:p>
              <a:pPr algn="ctr" eaLnBrk="0" hangingPunct="0"/>
              <a:endParaRPr lang="nl-BE"/>
            </a:p>
          </p:txBody>
        </p:sp>
        <p:sp>
          <p:nvSpPr>
            <p:cNvPr id="12441" name="Oval 142"/>
            <p:cNvSpPr>
              <a:spLocks noChangeArrowheads="1"/>
            </p:cNvSpPr>
            <p:nvPr/>
          </p:nvSpPr>
          <p:spPr bwMode="auto">
            <a:xfrm>
              <a:off x="7431088" y="4279900"/>
              <a:ext cx="133350" cy="136525"/>
            </a:xfrm>
            <a:prstGeom prst="ellipse">
              <a:avLst/>
            </a:prstGeom>
            <a:solidFill>
              <a:srgbClr val="004000"/>
            </a:solidFill>
            <a:ln w="9525">
              <a:noFill/>
              <a:round/>
              <a:headEnd/>
              <a:tailEnd/>
            </a:ln>
          </p:spPr>
          <p:txBody>
            <a:bodyPr/>
            <a:lstStyle/>
            <a:p>
              <a:pPr algn="ctr" eaLnBrk="0" hangingPunct="0"/>
              <a:endParaRPr lang="nl-BE"/>
            </a:p>
          </p:txBody>
        </p:sp>
        <p:sp>
          <p:nvSpPr>
            <p:cNvPr id="12442" name="Oval 143"/>
            <p:cNvSpPr>
              <a:spLocks noChangeArrowheads="1"/>
            </p:cNvSpPr>
            <p:nvPr/>
          </p:nvSpPr>
          <p:spPr bwMode="auto">
            <a:xfrm>
              <a:off x="7285038" y="4130675"/>
              <a:ext cx="204787" cy="203200"/>
            </a:xfrm>
            <a:prstGeom prst="ellipse">
              <a:avLst/>
            </a:prstGeom>
            <a:solidFill>
              <a:srgbClr val="008000"/>
            </a:solidFill>
            <a:ln w="9525">
              <a:noFill/>
              <a:round/>
              <a:headEnd/>
              <a:tailEnd/>
            </a:ln>
          </p:spPr>
          <p:txBody>
            <a:bodyPr/>
            <a:lstStyle/>
            <a:p>
              <a:pPr algn="ctr" eaLnBrk="0" hangingPunct="0"/>
              <a:endParaRPr lang="nl-BE"/>
            </a:p>
          </p:txBody>
        </p:sp>
        <p:sp>
          <p:nvSpPr>
            <p:cNvPr id="12443" name="Oval 144"/>
            <p:cNvSpPr>
              <a:spLocks noChangeArrowheads="1"/>
            </p:cNvSpPr>
            <p:nvPr/>
          </p:nvSpPr>
          <p:spPr bwMode="auto">
            <a:xfrm>
              <a:off x="7337425" y="4198938"/>
              <a:ext cx="144463" cy="123825"/>
            </a:xfrm>
            <a:prstGeom prst="ellipse">
              <a:avLst/>
            </a:prstGeom>
            <a:solidFill>
              <a:srgbClr val="006000"/>
            </a:solidFill>
            <a:ln w="9525">
              <a:noFill/>
              <a:round/>
              <a:headEnd/>
              <a:tailEnd/>
            </a:ln>
          </p:spPr>
          <p:txBody>
            <a:bodyPr/>
            <a:lstStyle/>
            <a:p>
              <a:pPr algn="ctr" eaLnBrk="0" hangingPunct="0"/>
              <a:endParaRPr lang="nl-BE"/>
            </a:p>
          </p:txBody>
        </p:sp>
        <p:sp>
          <p:nvSpPr>
            <p:cNvPr id="12444" name="Oval 145"/>
            <p:cNvSpPr>
              <a:spLocks noChangeArrowheads="1"/>
            </p:cNvSpPr>
            <p:nvPr/>
          </p:nvSpPr>
          <p:spPr bwMode="auto">
            <a:xfrm>
              <a:off x="7189788" y="3956050"/>
              <a:ext cx="238125" cy="258763"/>
            </a:xfrm>
            <a:prstGeom prst="ellipse">
              <a:avLst/>
            </a:prstGeom>
            <a:solidFill>
              <a:srgbClr val="006000"/>
            </a:solidFill>
            <a:ln w="9525">
              <a:noFill/>
              <a:round/>
              <a:headEnd/>
              <a:tailEnd/>
            </a:ln>
          </p:spPr>
          <p:txBody>
            <a:bodyPr/>
            <a:lstStyle/>
            <a:p>
              <a:pPr algn="ctr" eaLnBrk="0" hangingPunct="0"/>
              <a:endParaRPr lang="nl-BE"/>
            </a:p>
          </p:txBody>
        </p:sp>
        <p:sp>
          <p:nvSpPr>
            <p:cNvPr id="12445" name="Oval 146"/>
            <p:cNvSpPr>
              <a:spLocks noChangeArrowheads="1"/>
            </p:cNvSpPr>
            <p:nvPr/>
          </p:nvSpPr>
          <p:spPr bwMode="auto">
            <a:xfrm>
              <a:off x="7356475" y="3994150"/>
              <a:ext cx="196850" cy="258763"/>
            </a:xfrm>
            <a:prstGeom prst="ellipse">
              <a:avLst/>
            </a:prstGeom>
            <a:solidFill>
              <a:srgbClr val="006000"/>
            </a:solidFill>
            <a:ln w="9525">
              <a:noFill/>
              <a:round/>
              <a:headEnd/>
              <a:tailEnd/>
            </a:ln>
          </p:spPr>
          <p:txBody>
            <a:bodyPr/>
            <a:lstStyle/>
            <a:p>
              <a:pPr algn="ctr" eaLnBrk="0" hangingPunct="0"/>
              <a:endParaRPr lang="nl-BE"/>
            </a:p>
          </p:txBody>
        </p:sp>
        <p:sp>
          <p:nvSpPr>
            <p:cNvPr id="12446" name="Oval 147"/>
            <p:cNvSpPr>
              <a:spLocks noChangeArrowheads="1"/>
            </p:cNvSpPr>
            <p:nvPr/>
          </p:nvSpPr>
          <p:spPr bwMode="auto">
            <a:xfrm>
              <a:off x="7402513" y="3992563"/>
              <a:ext cx="131762" cy="136525"/>
            </a:xfrm>
            <a:prstGeom prst="ellipse">
              <a:avLst/>
            </a:prstGeom>
            <a:solidFill>
              <a:srgbClr val="004000"/>
            </a:solidFill>
            <a:ln w="9525">
              <a:noFill/>
              <a:round/>
              <a:headEnd/>
              <a:tailEnd/>
            </a:ln>
          </p:spPr>
          <p:txBody>
            <a:bodyPr/>
            <a:lstStyle/>
            <a:p>
              <a:pPr algn="ctr" eaLnBrk="0" hangingPunct="0"/>
              <a:endParaRPr lang="nl-BE"/>
            </a:p>
          </p:txBody>
        </p:sp>
        <p:sp>
          <p:nvSpPr>
            <p:cNvPr id="12447" name="Oval 148"/>
            <p:cNvSpPr>
              <a:spLocks noChangeArrowheads="1"/>
            </p:cNvSpPr>
            <p:nvPr/>
          </p:nvSpPr>
          <p:spPr bwMode="auto">
            <a:xfrm>
              <a:off x="7254875" y="4073525"/>
              <a:ext cx="206375" cy="203200"/>
            </a:xfrm>
            <a:prstGeom prst="ellipse">
              <a:avLst/>
            </a:prstGeom>
            <a:solidFill>
              <a:srgbClr val="008000"/>
            </a:solidFill>
            <a:ln w="9525">
              <a:noFill/>
              <a:round/>
              <a:headEnd/>
              <a:tailEnd/>
            </a:ln>
          </p:spPr>
          <p:txBody>
            <a:bodyPr/>
            <a:lstStyle/>
            <a:p>
              <a:pPr algn="ctr" eaLnBrk="0" hangingPunct="0"/>
              <a:endParaRPr lang="nl-BE"/>
            </a:p>
          </p:txBody>
        </p:sp>
        <p:sp>
          <p:nvSpPr>
            <p:cNvPr id="12448" name="Oval 149"/>
            <p:cNvSpPr>
              <a:spLocks noChangeArrowheads="1"/>
            </p:cNvSpPr>
            <p:nvPr/>
          </p:nvSpPr>
          <p:spPr bwMode="auto">
            <a:xfrm>
              <a:off x="7308850" y="4086225"/>
              <a:ext cx="144463" cy="123825"/>
            </a:xfrm>
            <a:prstGeom prst="ellipse">
              <a:avLst/>
            </a:prstGeom>
            <a:solidFill>
              <a:srgbClr val="006000"/>
            </a:solidFill>
            <a:ln w="9525">
              <a:noFill/>
              <a:round/>
              <a:headEnd/>
              <a:tailEnd/>
            </a:ln>
          </p:spPr>
          <p:txBody>
            <a:bodyPr/>
            <a:lstStyle/>
            <a:p>
              <a:pPr algn="ctr" eaLnBrk="0" hangingPunct="0"/>
              <a:endParaRPr lang="nl-BE"/>
            </a:p>
          </p:txBody>
        </p:sp>
        <p:sp>
          <p:nvSpPr>
            <p:cNvPr id="12449" name="Oval 150"/>
            <p:cNvSpPr>
              <a:spLocks noChangeArrowheads="1"/>
            </p:cNvSpPr>
            <p:nvPr/>
          </p:nvSpPr>
          <p:spPr bwMode="auto">
            <a:xfrm>
              <a:off x="7586663" y="4349750"/>
              <a:ext cx="261937" cy="238125"/>
            </a:xfrm>
            <a:prstGeom prst="ellipse">
              <a:avLst/>
            </a:prstGeom>
            <a:solidFill>
              <a:srgbClr val="006000"/>
            </a:solidFill>
            <a:ln w="9525">
              <a:noFill/>
              <a:round/>
              <a:headEnd/>
              <a:tailEnd/>
            </a:ln>
          </p:spPr>
          <p:txBody>
            <a:bodyPr/>
            <a:lstStyle/>
            <a:p>
              <a:pPr algn="ctr" eaLnBrk="0" hangingPunct="0"/>
              <a:endParaRPr lang="nl-BE"/>
            </a:p>
          </p:txBody>
        </p:sp>
        <p:sp>
          <p:nvSpPr>
            <p:cNvPr id="12450" name="Oval 151"/>
            <p:cNvSpPr>
              <a:spLocks noChangeArrowheads="1"/>
            </p:cNvSpPr>
            <p:nvPr/>
          </p:nvSpPr>
          <p:spPr bwMode="auto">
            <a:xfrm>
              <a:off x="7550150" y="4224338"/>
              <a:ext cx="260350" cy="195262"/>
            </a:xfrm>
            <a:prstGeom prst="ellipse">
              <a:avLst/>
            </a:prstGeom>
            <a:solidFill>
              <a:srgbClr val="006000"/>
            </a:solidFill>
            <a:ln w="9525">
              <a:noFill/>
              <a:round/>
              <a:headEnd/>
              <a:tailEnd/>
            </a:ln>
          </p:spPr>
          <p:txBody>
            <a:bodyPr/>
            <a:lstStyle/>
            <a:p>
              <a:pPr algn="ctr" eaLnBrk="0" hangingPunct="0"/>
              <a:endParaRPr lang="nl-BE"/>
            </a:p>
          </p:txBody>
        </p:sp>
        <p:sp>
          <p:nvSpPr>
            <p:cNvPr id="12451" name="Oval 152"/>
            <p:cNvSpPr>
              <a:spLocks noChangeArrowheads="1"/>
            </p:cNvSpPr>
            <p:nvPr/>
          </p:nvSpPr>
          <p:spPr bwMode="auto">
            <a:xfrm>
              <a:off x="7673975" y="4243388"/>
              <a:ext cx="138113" cy="131762"/>
            </a:xfrm>
            <a:prstGeom prst="ellipse">
              <a:avLst/>
            </a:prstGeom>
            <a:solidFill>
              <a:srgbClr val="004000"/>
            </a:solidFill>
            <a:ln w="9525">
              <a:noFill/>
              <a:round/>
              <a:headEnd/>
              <a:tailEnd/>
            </a:ln>
          </p:spPr>
          <p:txBody>
            <a:bodyPr/>
            <a:lstStyle/>
            <a:p>
              <a:pPr algn="ctr" eaLnBrk="0" hangingPunct="0"/>
              <a:endParaRPr lang="nl-BE"/>
            </a:p>
          </p:txBody>
        </p:sp>
        <p:sp>
          <p:nvSpPr>
            <p:cNvPr id="12452" name="Oval 153"/>
            <p:cNvSpPr>
              <a:spLocks noChangeArrowheads="1"/>
            </p:cNvSpPr>
            <p:nvPr/>
          </p:nvSpPr>
          <p:spPr bwMode="auto">
            <a:xfrm>
              <a:off x="7524750" y="4316413"/>
              <a:ext cx="204788" cy="204787"/>
            </a:xfrm>
            <a:prstGeom prst="ellipse">
              <a:avLst/>
            </a:prstGeom>
            <a:solidFill>
              <a:srgbClr val="008000"/>
            </a:solidFill>
            <a:ln w="9525">
              <a:noFill/>
              <a:round/>
              <a:headEnd/>
              <a:tailEnd/>
            </a:ln>
          </p:spPr>
          <p:txBody>
            <a:bodyPr/>
            <a:lstStyle/>
            <a:p>
              <a:pPr algn="ctr" eaLnBrk="0" hangingPunct="0"/>
              <a:endParaRPr lang="nl-BE"/>
            </a:p>
          </p:txBody>
        </p:sp>
        <p:sp>
          <p:nvSpPr>
            <p:cNvPr id="12453" name="Oval 154"/>
            <p:cNvSpPr>
              <a:spLocks noChangeArrowheads="1"/>
            </p:cNvSpPr>
            <p:nvPr/>
          </p:nvSpPr>
          <p:spPr bwMode="auto">
            <a:xfrm>
              <a:off x="7594600" y="4322763"/>
              <a:ext cx="122238" cy="146050"/>
            </a:xfrm>
            <a:prstGeom prst="ellipse">
              <a:avLst/>
            </a:prstGeom>
            <a:solidFill>
              <a:srgbClr val="006000"/>
            </a:solidFill>
            <a:ln w="9525">
              <a:noFill/>
              <a:round/>
              <a:headEnd/>
              <a:tailEnd/>
            </a:ln>
          </p:spPr>
          <p:txBody>
            <a:bodyPr/>
            <a:lstStyle/>
            <a:p>
              <a:pPr algn="ctr" eaLnBrk="0" hangingPunct="0"/>
              <a:endParaRPr lang="nl-BE"/>
            </a:p>
          </p:txBody>
        </p:sp>
        <p:sp>
          <p:nvSpPr>
            <p:cNvPr id="12454" name="Oval 155"/>
            <p:cNvSpPr>
              <a:spLocks noChangeArrowheads="1"/>
            </p:cNvSpPr>
            <p:nvPr/>
          </p:nvSpPr>
          <p:spPr bwMode="auto">
            <a:xfrm>
              <a:off x="6977063" y="3370263"/>
              <a:ext cx="214312" cy="171450"/>
            </a:xfrm>
            <a:prstGeom prst="ellipse">
              <a:avLst/>
            </a:prstGeom>
            <a:solidFill>
              <a:srgbClr val="006000"/>
            </a:solidFill>
            <a:ln w="9525">
              <a:noFill/>
              <a:round/>
              <a:headEnd/>
              <a:tailEnd/>
            </a:ln>
          </p:spPr>
          <p:txBody>
            <a:bodyPr/>
            <a:lstStyle/>
            <a:p>
              <a:pPr algn="ctr" eaLnBrk="0" hangingPunct="0"/>
              <a:endParaRPr lang="nl-BE"/>
            </a:p>
          </p:txBody>
        </p:sp>
        <p:sp>
          <p:nvSpPr>
            <p:cNvPr id="12455" name="Oval 156"/>
            <p:cNvSpPr>
              <a:spLocks noChangeArrowheads="1"/>
            </p:cNvSpPr>
            <p:nvPr/>
          </p:nvSpPr>
          <p:spPr bwMode="auto">
            <a:xfrm>
              <a:off x="7008813" y="3489325"/>
              <a:ext cx="212725" cy="141288"/>
            </a:xfrm>
            <a:prstGeom prst="ellipse">
              <a:avLst/>
            </a:prstGeom>
            <a:solidFill>
              <a:srgbClr val="006000"/>
            </a:solidFill>
            <a:ln w="9525">
              <a:noFill/>
              <a:round/>
              <a:headEnd/>
              <a:tailEnd/>
            </a:ln>
          </p:spPr>
          <p:txBody>
            <a:bodyPr/>
            <a:lstStyle/>
            <a:p>
              <a:pPr algn="ctr" eaLnBrk="0" hangingPunct="0"/>
              <a:endParaRPr lang="nl-BE"/>
            </a:p>
          </p:txBody>
        </p:sp>
        <p:sp>
          <p:nvSpPr>
            <p:cNvPr id="12456" name="Oval 157"/>
            <p:cNvSpPr>
              <a:spLocks noChangeArrowheads="1"/>
            </p:cNvSpPr>
            <p:nvPr/>
          </p:nvSpPr>
          <p:spPr bwMode="auto">
            <a:xfrm>
              <a:off x="7008813" y="3522663"/>
              <a:ext cx="111125" cy="96837"/>
            </a:xfrm>
            <a:prstGeom prst="ellipse">
              <a:avLst/>
            </a:prstGeom>
            <a:solidFill>
              <a:srgbClr val="004000"/>
            </a:solidFill>
            <a:ln w="9525">
              <a:noFill/>
              <a:round/>
              <a:headEnd/>
              <a:tailEnd/>
            </a:ln>
          </p:spPr>
          <p:txBody>
            <a:bodyPr/>
            <a:lstStyle/>
            <a:p>
              <a:pPr algn="ctr" eaLnBrk="0" hangingPunct="0"/>
              <a:endParaRPr lang="nl-BE"/>
            </a:p>
          </p:txBody>
        </p:sp>
        <p:sp>
          <p:nvSpPr>
            <p:cNvPr id="12457" name="Oval 158"/>
            <p:cNvSpPr>
              <a:spLocks noChangeArrowheads="1"/>
            </p:cNvSpPr>
            <p:nvPr/>
          </p:nvSpPr>
          <p:spPr bwMode="auto">
            <a:xfrm>
              <a:off x="7075488" y="3417888"/>
              <a:ext cx="168275" cy="147637"/>
            </a:xfrm>
            <a:prstGeom prst="ellipse">
              <a:avLst/>
            </a:prstGeom>
            <a:solidFill>
              <a:srgbClr val="008000"/>
            </a:solidFill>
            <a:ln w="9525">
              <a:noFill/>
              <a:round/>
              <a:headEnd/>
              <a:tailEnd/>
            </a:ln>
          </p:spPr>
          <p:txBody>
            <a:bodyPr/>
            <a:lstStyle/>
            <a:p>
              <a:pPr algn="ctr" eaLnBrk="0" hangingPunct="0"/>
              <a:endParaRPr lang="nl-BE"/>
            </a:p>
          </p:txBody>
        </p:sp>
        <p:sp>
          <p:nvSpPr>
            <p:cNvPr id="12458" name="Oval 159"/>
            <p:cNvSpPr>
              <a:spLocks noChangeArrowheads="1"/>
            </p:cNvSpPr>
            <p:nvPr/>
          </p:nvSpPr>
          <p:spPr bwMode="auto">
            <a:xfrm>
              <a:off x="7086600" y="3455988"/>
              <a:ext cx="100013" cy="103187"/>
            </a:xfrm>
            <a:prstGeom prst="ellipse">
              <a:avLst/>
            </a:prstGeom>
            <a:solidFill>
              <a:srgbClr val="006000"/>
            </a:solidFill>
            <a:ln w="9525">
              <a:noFill/>
              <a:round/>
              <a:headEnd/>
              <a:tailEnd/>
            </a:ln>
          </p:spPr>
          <p:txBody>
            <a:bodyPr/>
            <a:lstStyle/>
            <a:p>
              <a:pPr algn="ctr" eaLnBrk="0" hangingPunct="0"/>
              <a:endParaRPr lang="nl-BE"/>
            </a:p>
          </p:txBody>
        </p:sp>
        <p:sp>
          <p:nvSpPr>
            <p:cNvPr id="12459" name="Oval 160"/>
            <p:cNvSpPr>
              <a:spLocks noChangeArrowheads="1"/>
            </p:cNvSpPr>
            <p:nvPr/>
          </p:nvSpPr>
          <p:spPr bwMode="auto">
            <a:xfrm>
              <a:off x="7062788" y="4054475"/>
              <a:ext cx="239712" cy="258763"/>
            </a:xfrm>
            <a:prstGeom prst="ellipse">
              <a:avLst/>
            </a:prstGeom>
            <a:solidFill>
              <a:srgbClr val="006000"/>
            </a:solidFill>
            <a:ln w="9525">
              <a:noFill/>
              <a:round/>
              <a:headEnd/>
              <a:tailEnd/>
            </a:ln>
          </p:spPr>
          <p:txBody>
            <a:bodyPr/>
            <a:lstStyle/>
            <a:p>
              <a:pPr algn="ctr" eaLnBrk="0" hangingPunct="0"/>
              <a:endParaRPr lang="nl-BE"/>
            </a:p>
          </p:txBody>
        </p:sp>
        <p:sp>
          <p:nvSpPr>
            <p:cNvPr id="12460" name="Oval 161"/>
            <p:cNvSpPr>
              <a:spLocks noChangeArrowheads="1"/>
            </p:cNvSpPr>
            <p:nvPr/>
          </p:nvSpPr>
          <p:spPr bwMode="auto">
            <a:xfrm>
              <a:off x="7229475" y="4016375"/>
              <a:ext cx="200025" cy="258763"/>
            </a:xfrm>
            <a:prstGeom prst="ellipse">
              <a:avLst/>
            </a:prstGeom>
            <a:solidFill>
              <a:srgbClr val="006000"/>
            </a:solidFill>
            <a:ln w="9525">
              <a:noFill/>
              <a:round/>
              <a:headEnd/>
              <a:tailEnd/>
            </a:ln>
          </p:spPr>
          <p:txBody>
            <a:bodyPr/>
            <a:lstStyle/>
            <a:p>
              <a:pPr algn="ctr" eaLnBrk="0" hangingPunct="0"/>
              <a:endParaRPr lang="nl-BE"/>
            </a:p>
          </p:txBody>
        </p:sp>
        <p:sp>
          <p:nvSpPr>
            <p:cNvPr id="12461" name="Oval 162"/>
            <p:cNvSpPr>
              <a:spLocks noChangeArrowheads="1"/>
            </p:cNvSpPr>
            <p:nvPr/>
          </p:nvSpPr>
          <p:spPr bwMode="auto">
            <a:xfrm>
              <a:off x="7137400" y="4202113"/>
              <a:ext cx="123825" cy="104775"/>
            </a:xfrm>
            <a:prstGeom prst="ellipse">
              <a:avLst/>
            </a:prstGeom>
            <a:solidFill>
              <a:srgbClr val="004000"/>
            </a:solidFill>
            <a:ln w="9525">
              <a:noFill/>
              <a:round/>
              <a:headEnd/>
              <a:tailEnd/>
            </a:ln>
          </p:spPr>
          <p:txBody>
            <a:bodyPr/>
            <a:lstStyle/>
            <a:p>
              <a:pPr algn="ctr" eaLnBrk="0" hangingPunct="0"/>
              <a:endParaRPr lang="nl-BE"/>
            </a:p>
          </p:txBody>
        </p:sp>
        <p:sp>
          <p:nvSpPr>
            <p:cNvPr id="12462" name="Oval 163"/>
            <p:cNvSpPr>
              <a:spLocks noChangeArrowheads="1"/>
            </p:cNvSpPr>
            <p:nvPr/>
          </p:nvSpPr>
          <p:spPr bwMode="auto">
            <a:xfrm>
              <a:off x="7278688" y="4140200"/>
              <a:ext cx="130175" cy="134938"/>
            </a:xfrm>
            <a:prstGeom prst="ellipse">
              <a:avLst/>
            </a:prstGeom>
            <a:solidFill>
              <a:srgbClr val="004000"/>
            </a:solidFill>
            <a:ln w="9525">
              <a:noFill/>
              <a:round/>
              <a:headEnd/>
              <a:tailEnd/>
            </a:ln>
          </p:spPr>
          <p:txBody>
            <a:bodyPr/>
            <a:lstStyle/>
            <a:p>
              <a:pPr algn="ctr" eaLnBrk="0" hangingPunct="0"/>
              <a:endParaRPr lang="nl-BE"/>
            </a:p>
          </p:txBody>
        </p:sp>
        <p:sp>
          <p:nvSpPr>
            <p:cNvPr id="12463" name="Oval 164"/>
            <p:cNvSpPr>
              <a:spLocks noChangeArrowheads="1"/>
            </p:cNvSpPr>
            <p:nvPr/>
          </p:nvSpPr>
          <p:spPr bwMode="auto">
            <a:xfrm>
              <a:off x="7131050" y="3990975"/>
              <a:ext cx="204788" cy="203200"/>
            </a:xfrm>
            <a:prstGeom prst="ellipse">
              <a:avLst/>
            </a:prstGeom>
            <a:solidFill>
              <a:srgbClr val="008000"/>
            </a:solidFill>
            <a:ln w="9525">
              <a:noFill/>
              <a:round/>
              <a:headEnd/>
              <a:tailEnd/>
            </a:ln>
          </p:spPr>
          <p:txBody>
            <a:bodyPr/>
            <a:lstStyle/>
            <a:p>
              <a:pPr algn="ctr" eaLnBrk="0" hangingPunct="0"/>
              <a:endParaRPr lang="nl-BE"/>
            </a:p>
          </p:txBody>
        </p:sp>
        <p:sp>
          <p:nvSpPr>
            <p:cNvPr id="12464" name="Oval 165"/>
            <p:cNvSpPr>
              <a:spLocks noChangeArrowheads="1"/>
            </p:cNvSpPr>
            <p:nvPr/>
          </p:nvSpPr>
          <p:spPr bwMode="auto">
            <a:xfrm>
              <a:off x="7183438" y="4059238"/>
              <a:ext cx="146050" cy="122237"/>
            </a:xfrm>
            <a:prstGeom prst="ellipse">
              <a:avLst/>
            </a:prstGeom>
            <a:solidFill>
              <a:srgbClr val="006000"/>
            </a:solidFill>
            <a:ln w="9525">
              <a:noFill/>
              <a:round/>
              <a:headEnd/>
              <a:tailEnd/>
            </a:ln>
          </p:spPr>
          <p:txBody>
            <a:bodyPr/>
            <a:lstStyle/>
            <a:p>
              <a:pPr algn="ctr" eaLnBrk="0" hangingPunct="0"/>
              <a:endParaRPr lang="nl-BE"/>
            </a:p>
          </p:txBody>
        </p:sp>
        <p:sp>
          <p:nvSpPr>
            <p:cNvPr id="12465" name="Oval 166"/>
            <p:cNvSpPr>
              <a:spLocks noChangeArrowheads="1"/>
            </p:cNvSpPr>
            <p:nvPr/>
          </p:nvSpPr>
          <p:spPr bwMode="auto">
            <a:xfrm>
              <a:off x="7035800" y="4140200"/>
              <a:ext cx="277813" cy="222250"/>
            </a:xfrm>
            <a:prstGeom prst="ellipse">
              <a:avLst/>
            </a:prstGeom>
            <a:solidFill>
              <a:srgbClr val="006000"/>
            </a:solidFill>
            <a:ln w="9525">
              <a:noFill/>
              <a:round/>
              <a:headEnd/>
              <a:tailEnd/>
            </a:ln>
          </p:spPr>
          <p:txBody>
            <a:bodyPr/>
            <a:lstStyle/>
            <a:p>
              <a:pPr algn="ctr" eaLnBrk="0" hangingPunct="0"/>
              <a:endParaRPr lang="nl-BE"/>
            </a:p>
          </p:txBody>
        </p:sp>
        <p:sp>
          <p:nvSpPr>
            <p:cNvPr id="12466" name="Oval 167"/>
            <p:cNvSpPr>
              <a:spLocks noChangeArrowheads="1"/>
            </p:cNvSpPr>
            <p:nvPr/>
          </p:nvSpPr>
          <p:spPr bwMode="auto">
            <a:xfrm>
              <a:off x="7075488" y="4294188"/>
              <a:ext cx="279400" cy="184150"/>
            </a:xfrm>
            <a:prstGeom prst="ellipse">
              <a:avLst/>
            </a:prstGeom>
            <a:solidFill>
              <a:srgbClr val="006000"/>
            </a:solidFill>
            <a:ln w="9525">
              <a:noFill/>
              <a:round/>
              <a:headEnd/>
              <a:tailEnd/>
            </a:ln>
          </p:spPr>
          <p:txBody>
            <a:bodyPr/>
            <a:lstStyle/>
            <a:p>
              <a:pPr algn="ctr" eaLnBrk="0" hangingPunct="0"/>
              <a:endParaRPr lang="nl-BE"/>
            </a:p>
          </p:txBody>
        </p:sp>
        <p:sp>
          <p:nvSpPr>
            <p:cNvPr id="12467" name="Oval 168"/>
            <p:cNvSpPr>
              <a:spLocks noChangeArrowheads="1"/>
            </p:cNvSpPr>
            <p:nvPr/>
          </p:nvSpPr>
          <p:spPr bwMode="auto">
            <a:xfrm>
              <a:off x="7034213" y="4224338"/>
              <a:ext cx="223837" cy="111125"/>
            </a:xfrm>
            <a:prstGeom prst="ellipse">
              <a:avLst/>
            </a:prstGeom>
            <a:solidFill>
              <a:srgbClr val="004000"/>
            </a:solidFill>
            <a:ln w="9525">
              <a:noFill/>
              <a:round/>
              <a:headEnd/>
              <a:tailEnd/>
            </a:ln>
          </p:spPr>
          <p:txBody>
            <a:bodyPr/>
            <a:lstStyle/>
            <a:p>
              <a:pPr algn="ctr" eaLnBrk="0" hangingPunct="0"/>
              <a:endParaRPr lang="nl-BE"/>
            </a:p>
          </p:txBody>
        </p:sp>
        <p:sp>
          <p:nvSpPr>
            <p:cNvPr id="12468" name="Oval 169"/>
            <p:cNvSpPr>
              <a:spLocks noChangeArrowheads="1"/>
            </p:cNvSpPr>
            <p:nvPr/>
          </p:nvSpPr>
          <p:spPr bwMode="auto">
            <a:xfrm>
              <a:off x="7162800" y="4200525"/>
              <a:ext cx="219075" cy="192088"/>
            </a:xfrm>
            <a:prstGeom prst="ellipse">
              <a:avLst/>
            </a:prstGeom>
            <a:solidFill>
              <a:srgbClr val="008000"/>
            </a:solidFill>
            <a:ln w="9525">
              <a:noFill/>
              <a:round/>
              <a:headEnd/>
              <a:tailEnd/>
            </a:ln>
          </p:spPr>
          <p:txBody>
            <a:bodyPr/>
            <a:lstStyle/>
            <a:p>
              <a:pPr algn="ctr" eaLnBrk="0" hangingPunct="0"/>
              <a:endParaRPr lang="nl-BE"/>
            </a:p>
          </p:txBody>
        </p:sp>
        <p:sp>
          <p:nvSpPr>
            <p:cNvPr id="12469" name="Oval 170"/>
            <p:cNvSpPr>
              <a:spLocks noChangeArrowheads="1"/>
            </p:cNvSpPr>
            <p:nvPr/>
          </p:nvSpPr>
          <p:spPr bwMode="auto">
            <a:xfrm>
              <a:off x="7175500" y="4251325"/>
              <a:ext cx="131763" cy="134938"/>
            </a:xfrm>
            <a:prstGeom prst="ellipse">
              <a:avLst/>
            </a:prstGeom>
            <a:solidFill>
              <a:srgbClr val="006000"/>
            </a:solidFill>
            <a:ln w="9525">
              <a:noFill/>
              <a:round/>
              <a:headEnd/>
              <a:tailEnd/>
            </a:ln>
          </p:spPr>
          <p:txBody>
            <a:bodyPr/>
            <a:lstStyle/>
            <a:p>
              <a:pPr algn="ctr" eaLnBrk="0" hangingPunct="0"/>
              <a:endParaRPr lang="nl-BE"/>
            </a:p>
          </p:txBody>
        </p:sp>
        <p:sp>
          <p:nvSpPr>
            <p:cNvPr id="12470" name="Oval 171"/>
            <p:cNvSpPr>
              <a:spLocks noChangeArrowheads="1"/>
            </p:cNvSpPr>
            <p:nvPr/>
          </p:nvSpPr>
          <p:spPr bwMode="auto">
            <a:xfrm>
              <a:off x="6789738" y="4181475"/>
              <a:ext cx="238125" cy="258763"/>
            </a:xfrm>
            <a:prstGeom prst="ellipse">
              <a:avLst/>
            </a:prstGeom>
            <a:solidFill>
              <a:srgbClr val="006000"/>
            </a:solidFill>
            <a:ln w="9525">
              <a:noFill/>
              <a:round/>
              <a:headEnd/>
              <a:tailEnd/>
            </a:ln>
          </p:spPr>
          <p:txBody>
            <a:bodyPr/>
            <a:lstStyle/>
            <a:p>
              <a:pPr algn="ctr" eaLnBrk="0" hangingPunct="0"/>
              <a:endParaRPr lang="nl-BE"/>
            </a:p>
          </p:txBody>
        </p:sp>
        <p:sp>
          <p:nvSpPr>
            <p:cNvPr id="12471" name="Oval 172"/>
            <p:cNvSpPr>
              <a:spLocks noChangeArrowheads="1"/>
            </p:cNvSpPr>
            <p:nvPr/>
          </p:nvSpPr>
          <p:spPr bwMode="auto">
            <a:xfrm>
              <a:off x="6956425" y="4143375"/>
              <a:ext cx="200025" cy="258763"/>
            </a:xfrm>
            <a:prstGeom prst="ellipse">
              <a:avLst/>
            </a:prstGeom>
            <a:solidFill>
              <a:srgbClr val="006000"/>
            </a:solidFill>
            <a:ln w="9525">
              <a:noFill/>
              <a:round/>
              <a:headEnd/>
              <a:tailEnd/>
            </a:ln>
          </p:spPr>
          <p:txBody>
            <a:bodyPr/>
            <a:lstStyle/>
            <a:p>
              <a:pPr algn="ctr" eaLnBrk="0" hangingPunct="0"/>
              <a:endParaRPr lang="nl-BE"/>
            </a:p>
          </p:txBody>
        </p:sp>
        <p:sp>
          <p:nvSpPr>
            <p:cNvPr id="12472" name="Oval 173"/>
            <p:cNvSpPr>
              <a:spLocks noChangeArrowheads="1"/>
            </p:cNvSpPr>
            <p:nvPr/>
          </p:nvSpPr>
          <p:spPr bwMode="auto">
            <a:xfrm>
              <a:off x="6862763" y="4329113"/>
              <a:ext cx="125412" cy="104775"/>
            </a:xfrm>
            <a:prstGeom prst="ellipse">
              <a:avLst/>
            </a:prstGeom>
            <a:solidFill>
              <a:srgbClr val="004000"/>
            </a:solidFill>
            <a:ln w="9525">
              <a:noFill/>
              <a:round/>
              <a:headEnd/>
              <a:tailEnd/>
            </a:ln>
          </p:spPr>
          <p:txBody>
            <a:bodyPr/>
            <a:lstStyle/>
            <a:p>
              <a:pPr algn="ctr" eaLnBrk="0" hangingPunct="0"/>
              <a:endParaRPr lang="nl-BE"/>
            </a:p>
          </p:txBody>
        </p:sp>
        <p:sp>
          <p:nvSpPr>
            <p:cNvPr id="12473" name="Oval 174"/>
            <p:cNvSpPr>
              <a:spLocks noChangeArrowheads="1"/>
            </p:cNvSpPr>
            <p:nvPr/>
          </p:nvSpPr>
          <p:spPr bwMode="auto">
            <a:xfrm>
              <a:off x="7004050" y="4267200"/>
              <a:ext cx="130175" cy="134938"/>
            </a:xfrm>
            <a:prstGeom prst="ellipse">
              <a:avLst/>
            </a:prstGeom>
            <a:solidFill>
              <a:srgbClr val="004000"/>
            </a:solidFill>
            <a:ln w="9525">
              <a:noFill/>
              <a:round/>
              <a:headEnd/>
              <a:tailEnd/>
            </a:ln>
          </p:spPr>
          <p:txBody>
            <a:bodyPr/>
            <a:lstStyle/>
            <a:p>
              <a:pPr algn="ctr" eaLnBrk="0" hangingPunct="0"/>
              <a:endParaRPr lang="nl-BE"/>
            </a:p>
          </p:txBody>
        </p:sp>
        <p:sp>
          <p:nvSpPr>
            <p:cNvPr id="12474" name="Oval 175"/>
            <p:cNvSpPr>
              <a:spLocks noChangeArrowheads="1"/>
            </p:cNvSpPr>
            <p:nvPr/>
          </p:nvSpPr>
          <p:spPr bwMode="auto">
            <a:xfrm>
              <a:off x="6856413" y="4117975"/>
              <a:ext cx="204787" cy="203200"/>
            </a:xfrm>
            <a:prstGeom prst="ellipse">
              <a:avLst/>
            </a:prstGeom>
            <a:solidFill>
              <a:srgbClr val="008000"/>
            </a:solidFill>
            <a:ln w="9525">
              <a:noFill/>
              <a:round/>
              <a:headEnd/>
              <a:tailEnd/>
            </a:ln>
          </p:spPr>
          <p:txBody>
            <a:bodyPr/>
            <a:lstStyle/>
            <a:p>
              <a:pPr algn="ctr" eaLnBrk="0" hangingPunct="0"/>
              <a:endParaRPr lang="nl-BE"/>
            </a:p>
          </p:txBody>
        </p:sp>
        <p:sp>
          <p:nvSpPr>
            <p:cNvPr id="12475" name="Oval 176"/>
            <p:cNvSpPr>
              <a:spLocks noChangeArrowheads="1"/>
            </p:cNvSpPr>
            <p:nvPr/>
          </p:nvSpPr>
          <p:spPr bwMode="auto">
            <a:xfrm>
              <a:off x="6908800" y="4186238"/>
              <a:ext cx="146050" cy="122237"/>
            </a:xfrm>
            <a:prstGeom prst="ellipse">
              <a:avLst/>
            </a:prstGeom>
            <a:solidFill>
              <a:srgbClr val="006000"/>
            </a:solidFill>
            <a:ln w="9525">
              <a:noFill/>
              <a:round/>
              <a:headEnd/>
              <a:tailEnd/>
            </a:ln>
          </p:spPr>
          <p:txBody>
            <a:bodyPr/>
            <a:lstStyle/>
            <a:p>
              <a:pPr algn="ctr" eaLnBrk="0" hangingPunct="0"/>
              <a:endParaRPr lang="nl-BE"/>
            </a:p>
          </p:txBody>
        </p:sp>
        <p:sp>
          <p:nvSpPr>
            <p:cNvPr id="12476" name="Oval 177"/>
            <p:cNvSpPr>
              <a:spLocks noChangeArrowheads="1"/>
            </p:cNvSpPr>
            <p:nvPr/>
          </p:nvSpPr>
          <p:spPr bwMode="auto">
            <a:xfrm>
              <a:off x="6761163" y="4267200"/>
              <a:ext cx="279400" cy="222250"/>
            </a:xfrm>
            <a:prstGeom prst="ellipse">
              <a:avLst/>
            </a:prstGeom>
            <a:solidFill>
              <a:srgbClr val="006000"/>
            </a:solidFill>
            <a:ln w="9525">
              <a:noFill/>
              <a:round/>
              <a:headEnd/>
              <a:tailEnd/>
            </a:ln>
          </p:spPr>
          <p:txBody>
            <a:bodyPr/>
            <a:lstStyle/>
            <a:p>
              <a:pPr algn="ctr" eaLnBrk="0" hangingPunct="0"/>
              <a:endParaRPr lang="nl-BE"/>
            </a:p>
          </p:txBody>
        </p:sp>
        <p:sp>
          <p:nvSpPr>
            <p:cNvPr id="12477" name="Oval 178"/>
            <p:cNvSpPr>
              <a:spLocks noChangeArrowheads="1"/>
            </p:cNvSpPr>
            <p:nvPr/>
          </p:nvSpPr>
          <p:spPr bwMode="auto">
            <a:xfrm>
              <a:off x="6800850" y="4421188"/>
              <a:ext cx="279400" cy="184150"/>
            </a:xfrm>
            <a:prstGeom prst="ellipse">
              <a:avLst/>
            </a:prstGeom>
            <a:solidFill>
              <a:srgbClr val="006000"/>
            </a:solidFill>
            <a:ln w="9525">
              <a:noFill/>
              <a:round/>
              <a:headEnd/>
              <a:tailEnd/>
            </a:ln>
          </p:spPr>
          <p:txBody>
            <a:bodyPr/>
            <a:lstStyle/>
            <a:p>
              <a:pPr algn="ctr" eaLnBrk="0" hangingPunct="0"/>
              <a:endParaRPr lang="nl-BE"/>
            </a:p>
          </p:txBody>
        </p:sp>
        <p:sp>
          <p:nvSpPr>
            <p:cNvPr id="12478" name="Oval 179"/>
            <p:cNvSpPr>
              <a:spLocks noChangeArrowheads="1"/>
            </p:cNvSpPr>
            <p:nvPr/>
          </p:nvSpPr>
          <p:spPr bwMode="auto">
            <a:xfrm>
              <a:off x="6759575" y="4351338"/>
              <a:ext cx="223838" cy="111125"/>
            </a:xfrm>
            <a:prstGeom prst="ellipse">
              <a:avLst/>
            </a:prstGeom>
            <a:solidFill>
              <a:srgbClr val="004000"/>
            </a:solidFill>
            <a:ln w="9525">
              <a:noFill/>
              <a:round/>
              <a:headEnd/>
              <a:tailEnd/>
            </a:ln>
          </p:spPr>
          <p:txBody>
            <a:bodyPr/>
            <a:lstStyle/>
            <a:p>
              <a:pPr algn="ctr" eaLnBrk="0" hangingPunct="0"/>
              <a:endParaRPr lang="nl-BE"/>
            </a:p>
          </p:txBody>
        </p:sp>
        <p:sp>
          <p:nvSpPr>
            <p:cNvPr id="12479" name="Oval 180"/>
            <p:cNvSpPr>
              <a:spLocks noChangeArrowheads="1"/>
            </p:cNvSpPr>
            <p:nvPr/>
          </p:nvSpPr>
          <p:spPr bwMode="auto">
            <a:xfrm>
              <a:off x="6888163" y="4327525"/>
              <a:ext cx="219075" cy="192088"/>
            </a:xfrm>
            <a:prstGeom prst="ellipse">
              <a:avLst/>
            </a:prstGeom>
            <a:solidFill>
              <a:srgbClr val="008000"/>
            </a:solidFill>
            <a:ln w="9525">
              <a:noFill/>
              <a:round/>
              <a:headEnd/>
              <a:tailEnd/>
            </a:ln>
          </p:spPr>
          <p:txBody>
            <a:bodyPr/>
            <a:lstStyle/>
            <a:p>
              <a:pPr algn="ctr" eaLnBrk="0" hangingPunct="0"/>
              <a:endParaRPr lang="nl-BE"/>
            </a:p>
          </p:txBody>
        </p:sp>
        <p:sp>
          <p:nvSpPr>
            <p:cNvPr id="12480" name="Oval 181"/>
            <p:cNvSpPr>
              <a:spLocks noChangeArrowheads="1"/>
            </p:cNvSpPr>
            <p:nvPr/>
          </p:nvSpPr>
          <p:spPr bwMode="auto">
            <a:xfrm>
              <a:off x="6902450" y="4378325"/>
              <a:ext cx="131763" cy="134938"/>
            </a:xfrm>
            <a:prstGeom prst="ellipse">
              <a:avLst/>
            </a:prstGeom>
            <a:solidFill>
              <a:srgbClr val="006000"/>
            </a:solidFill>
            <a:ln w="9525">
              <a:noFill/>
              <a:round/>
              <a:headEnd/>
              <a:tailEnd/>
            </a:ln>
          </p:spPr>
          <p:txBody>
            <a:bodyPr/>
            <a:lstStyle/>
            <a:p>
              <a:pPr algn="ctr" eaLnBrk="0" hangingPunct="0"/>
              <a:endParaRPr lang="nl-BE"/>
            </a:p>
          </p:txBody>
        </p:sp>
        <p:sp>
          <p:nvSpPr>
            <p:cNvPr id="12481" name="Freeform 182"/>
            <p:cNvSpPr>
              <a:spLocks/>
            </p:cNvSpPr>
            <p:nvPr/>
          </p:nvSpPr>
          <p:spPr bwMode="auto">
            <a:xfrm>
              <a:off x="4419600" y="3127375"/>
              <a:ext cx="2514600" cy="1238250"/>
            </a:xfrm>
            <a:custGeom>
              <a:avLst/>
              <a:gdLst>
                <a:gd name="T0" fmla="*/ 2147483647 w 775"/>
                <a:gd name="T1" fmla="*/ 2147483647 h 780"/>
                <a:gd name="T2" fmla="*/ 2147483647 w 775"/>
                <a:gd name="T3" fmla="*/ 2147483647 h 780"/>
                <a:gd name="T4" fmla="*/ 2147483647 w 775"/>
                <a:gd name="T5" fmla="*/ 2147483647 h 780"/>
                <a:gd name="T6" fmla="*/ 2147483647 w 775"/>
                <a:gd name="T7" fmla="*/ 2147483647 h 780"/>
                <a:gd name="T8" fmla="*/ 2147483647 w 775"/>
                <a:gd name="T9" fmla="*/ 2147483647 h 780"/>
                <a:gd name="T10" fmla="*/ 2147483647 w 775"/>
                <a:gd name="T11" fmla="*/ 2147483647 h 780"/>
                <a:gd name="T12" fmla="*/ 2147483647 w 775"/>
                <a:gd name="T13" fmla="*/ 2147483647 h 780"/>
                <a:gd name="T14" fmla="*/ 2147483647 w 775"/>
                <a:gd name="T15" fmla="*/ 2147483647 h 780"/>
                <a:gd name="T16" fmla="*/ 2147483647 w 775"/>
                <a:gd name="T17" fmla="*/ 2147483647 h 780"/>
                <a:gd name="T18" fmla="*/ 2147483647 w 775"/>
                <a:gd name="T19" fmla="*/ 2147483647 h 780"/>
                <a:gd name="T20" fmla="*/ 2147483647 w 775"/>
                <a:gd name="T21" fmla="*/ 2147483647 h 780"/>
                <a:gd name="T22" fmla="*/ 2147483647 w 775"/>
                <a:gd name="T23" fmla="*/ 2147483647 h 780"/>
                <a:gd name="T24" fmla="*/ 2147483647 w 775"/>
                <a:gd name="T25" fmla="*/ 2147483647 h 780"/>
                <a:gd name="T26" fmla="*/ 2147483647 w 775"/>
                <a:gd name="T27" fmla="*/ 2147483647 h 780"/>
                <a:gd name="T28" fmla="*/ 2147483647 w 775"/>
                <a:gd name="T29" fmla="*/ 2147483647 h 780"/>
                <a:gd name="T30" fmla="*/ 2147483647 w 775"/>
                <a:gd name="T31" fmla="*/ 2147483647 h 780"/>
                <a:gd name="T32" fmla="*/ 2147483647 w 775"/>
                <a:gd name="T33" fmla="*/ 2147483647 h 780"/>
                <a:gd name="T34" fmla="*/ 2147483647 w 775"/>
                <a:gd name="T35" fmla="*/ 2147483647 h 780"/>
                <a:gd name="T36" fmla="*/ 2147483647 w 775"/>
                <a:gd name="T37" fmla="*/ 2147483647 h 780"/>
                <a:gd name="T38" fmla="*/ 2147483647 w 775"/>
                <a:gd name="T39" fmla="*/ 2147483647 h 780"/>
                <a:gd name="T40" fmla="*/ 2147483647 w 775"/>
                <a:gd name="T41" fmla="*/ 2147483647 h 780"/>
                <a:gd name="T42" fmla="*/ 2147483647 w 775"/>
                <a:gd name="T43" fmla="*/ 2147483647 h 780"/>
                <a:gd name="T44" fmla="*/ 2147483647 w 775"/>
                <a:gd name="T45" fmla="*/ 2147483647 h 780"/>
                <a:gd name="T46" fmla="*/ 2147483647 w 775"/>
                <a:gd name="T47" fmla="*/ 2147483647 h 780"/>
                <a:gd name="T48" fmla="*/ 2147483647 w 775"/>
                <a:gd name="T49" fmla="*/ 2147483647 h 780"/>
                <a:gd name="T50" fmla="*/ 2147483647 w 775"/>
                <a:gd name="T51" fmla="*/ 2147483647 h 780"/>
                <a:gd name="T52" fmla="*/ 2147483647 w 775"/>
                <a:gd name="T53" fmla="*/ 2147483647 h 780"/>
                <a:gd name="T54" fmla="*/ 2147483647 w 775"/>
                <a:gd name="T55" fmla="*/ 2147483647 h 780"/>
                <a:gd name="T56" fmla="*/ 2147483647 w 775"/>
                <a:gd name="T57" fmla="*/ 2147483647 h 780"/>
                <a:gd name="T58" fmla="*/ 2147483647 w 775"/>
                <a:gd name="T59" fmla="*/ 2147483647 h 780"/>
                <a:gd name="T60" fmla="*/ 2147483647 w 775"/>
                <a:gd name="T61" fmla="*/ 2147483647 h 780"/>
                <a:gd name="T62" fmla="*/ 2147483647 w 775"/>
                <a:gd name="T63" fmla="*/ 2147483647 h 780"/>
                <a:gd name="T64" fmla="*/ 2147483647 w 775"/>
                <a:gd name="T65" fmla="*/ 2147483647 h 780"/>
                <a:gd name="T66" fmla="*/ 2147483647 w 775"/>
                <a:gd name="T67" fmla="*/ 2147483647 h 780"/>
                <a:gd name="T68" fmla="*/ 2147483647 w 775"/>
                <a:gd name="T69" fmla="*/ 2147483647 h 780"/>
                <a:gd name="T70" fmla="*/ 2147483647 w 775"/>
                <a:gd name="T71" fmla="*/ 2147483647 h 780"/>
                <a:gd name="T72" fmla="*/ 2147483647 w 775"/>
                <a:gd name="T73" fmla="*/ 2147483647 h 780"/>
                <a:gd name="T74" fmla="*/ 2147483647 w 775"/>
                <a:gd name="T75" fmla="*/ 2147483647 h 780"/>
                <a:gd name="T76" fmla="*/ 2147483647 w 775"/>
                <a:gd name="T77" fmla="*/ 2147483647 h 780"/>
                <a:gd name="T78" fmla="*/ 2147483647 w 775"/>
                <a:gd name="T79" fmla="*/ 2147483647 h 780"/>
                <a:gd name="T80" fmla="*/ 2147483647 w 775"/>
                <a:gd name="T81" fmla="*/ 2147483647 h 780"/>
                <a:gd name="T82" fmla="*/ 2147483647 w 775"/>
                <a:gd name="T83" fmla="*/ 2147483647 h 780"/>
                <a:gd name="T84" fmla="*/ 2147483647 w 775"/>
                <a:gd name="T85" fmla="*/ 2147483647 h 780"/>
                <a:gd name="T86" fmla="*/ 2147483647 w 775"/>
                <a:gd name="T87" fmla="*/ 2147483647 h 780"/>
                <a:gd name="T88" fmla="*/ 2147483647 w 775"/>
                <a:gd name="T89" fmla="*/ 2147483647 h 780"/>
                <a:gd name="T90" fmla="*/ 2147483647 w 775"/>
                <a:gd name="T91" fmla="*/ 2147483647 h 780"/>
                <a:gd name="T92" fmla="*/ 2147483647 w 775"/>
                <a:gd name="T93" fmla="*/ 0 h 780"/>
                <a:gd name="T94" fmla="*/ 0 w 775"/>
                <a:gd name="T95" fmla="*/ 2147483647 h 780"/>
                <a:gd name="T96" fmla="*/ 2147483647 w 775"/>
                <a:gd name="T97" fmla="*/ 2147483647 h 780"/>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775"/>
                <a:gd name="T148" fmla="*/ 0 h 780"/>
                <a:gd name="T149" fmla="*/ 775 w 775"/>
                <a:gd name="T150" fmla="*/ 780 h 780"/>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775" h="780">
                  <a:moveTo>
                    <a:pt x="134" y="363"/>
                  </a:moveTo>
                  <a:lnTo>
                    <a:pt x="136" y="353"/>
                  </a:lnTo>
                  <a:lnTo>
                    <a:pt x="136" y="344"/>
                  </a:lnTo>
                  <a:lnTo>
                    <a:pt x="137" y="335"/>
                  </a:lnTo>
                  <a:lnTo>
                    <a:pt x="140" y="324"/>
                  </a:lnTo>
                  <a:lnTo>
                    <a:pt x="141" y="315"/>
                  </a:lnTo>
                  <a:lnTo>
                    <a:pt x="144" y="306"/>
                  </a:lnTo>
                  <a:lnTo>
                    <a:pt x="147" y="299"/>
                  </a:lnTo>
                  <a:lnTo>
                    <a:pt x="148" y="292"/>
                  </a:lnTo>
                  <a:lnTo>
                    <a:pt x="152" y="285"/>
                  </a:lnTo>
                  <a:lnTo>
                    <a:pt x="154" y="278"/>
                  </a:lnTo>
                  <a:lnTo>
                    <a:pt x="159" y="267"/>
                  </a:lnTo>
                  <a:lnTo>
                    <a:pt x="166" y="256"/>
                  </a:lnTo>
                  <a:lnTo>
                    <a:pt x="170" y="247"/>
                  </a:lnTo>
                  <a:lnTo>
                    <a:pt x="177" y="237"/>
                  </a:lnTo>
                  <a:lnTo>
                    <a:pt x="182" y="230"/>
                  </a:lnTo>
                  <a:lnTo>
                    <a:pt x="190" y="218"/>
                  </a:lnTo>
                  <a:lnTo>
                    <a:pt x="199" y="207"/>
                  </a:lnTo>
                  <a:lnTo>
                    <a:pt x="207" y="199"/>
                  </a:lnTo>
                  <a:lnTo>
                    <a:pt x="214" y="193"/>
                  </a:lnTo>
                  <a:lnTo>
                    <a:pt x="223" y="185"/>
                  </a:lnTo>
                  <a:lnTo>
                    <a:pt x="231" y="178"/>
                  </a:lnTo>
                  <a:lnTo>
                    <a:pt x="242" y="171"/>
                  </a:lnTo>
                  <a:lnTo>
                    <a:pt x="251" y="165"/>
                  </a:lnTo>
                  <a:lnTo>
                    <a:pt x="260" y="158"/>
                  </a:lnTo>
                  <a:lnTo>
                    <a:pt x="267" y="155"/>
                  </a:lnTo>
                  <a:lnTo>
                    <a:pt x="272" y="152"/>
                  </a:lnTo>
                  <a:lnTo>
                    <a:pt x="278" y="149"/>
                  </a:lnTo>
                  <a:lnTo>
                    <a:pt x="284" y="145"/>
                  </a:lnTo>
                  <a:lnTo>
                    <a:pt x="292" y="143"/>
                  </a:lnTo>
                  <a:lnTo>
                    <a:pt x="298" y="140"/>
                  </a:lnTo>
                  <a:lnTo>
                    <a:pt x="306" y="138"/>
                  </a:lnTo>
                  <a:lnTo>
                    <a:pt x="314" y="135"/>
                  </a:lnTo>
                  <a:lnTo>
                    <a:pt x="323" y="133"/>
                  </a:lnTo>
                  <a:lnTo>
                    <a:pt x="329" y="130"/>
                  </a:lnTo>
                  <a:lnTo>
                    <a:pt x="339" y="128"/>
                  </a:lnTo>
                  <a:lnTo>
                    <a:pt x="345" y="128"/>
                  </a:lnTo>
                  <a:lnTo>
                    <a:pt x="356" y="126"/>
                  </a:lnTo>
                  <a:lnTo>
                    <a:pt x="362" y="125"/>
                  </a:lnTo>
                  <a:lnTo>
                    <a:pt x="371" y="124"/>
                  </a:lnTo>
                  <a:lnTo>
                    <a:pt x="378" y="123"/>
                  </a:lnTo>
                  <a:lnTo>
                    <a:pt x="389" y="123"/>
                  </a:lnTo>
                  <a:lnTo>
                    <a:pt x="400" y="123"/>
                  </a:lnTo>
                  <a:lnTo>
                    <a:pt x="411" y="124"/>
                  </a:lnTo>
                  <a:lnTo>
                    <a:pt x="422" y="125"/>
                  </a:lnTo>
                  <a:lnTo>
                    <a:pt x="427" y="126"/>
                  </a:lnTo>
                  <a:lnTo>
                    <a:pt x="437" y="128"/>
                  </a:lnTo>
                  <a:lnTo>
                    <a:pt x="443" y="129"/>
                  </a:lnTo>
                  <a:lnTo>
                    <a:pt x="451" y="131"/>
                  </a:lnTo>
                  <a:lnTo>
                    <a:pt x="459" y="133"/>
                  </a:lnTo>
                  <a:lnTo>
                    <a:pt x="466" y="135"/>
                  </a:lnTo>
                  <a:lnTo>
                    <a:pt x="476" y="138"/>
                  </a:lnTo>
                  <a:lnTo>
                    <a:pt x="483" y="140"/>
                  </a:lnTo>
                  <a:lnTo>
                    <a:pt x="492" y="144"/>
                  </a:lnTo>
                  <a:lnTo>
                    <a:pt x="499" y="147"/>
                  </a:lnTo>
                  <a:lnTo>
                    <a:pt x="505" y="150"/>
                  </a:lnTo>
                  <a:lnTo>
                    <a:pt x="514" y="154"/>
                  </a:lnTo>
                  <a:lnTo>
                    <a:pt x="521" y="158"/>
                  </a:lnTo>
                  <a:lnTo>
                    <a:pt x="528" y="162"/>
                  </a:lnTo>
                  <a:lnTo>
                    <a:pt x="536" y="168"/>
                  </a:lnTo>
                  <a:lnTo>
                    <a:pt x="542" y="172"/>
                  </a:lnTo>
                  <a:lnTo>
                    <a:pt x="548" y="177"/>
                  </a:lnTo>
                  <a:lnTo>
                    <a:pt x="554" y="182"/>
                  </a:lnTo>
                  <a:lnTo>
                    <a:pt x="560" y="186"/>
                  </a:lnTo>
                  <a:lnTo>
                    <a:pt x="564" y="190"/>
                  </a:lnTo>
                  <a:lnTo>
                    <a:pt x="570" y="195"/>
                  </a:lnTo>
                  <a:lnTo>
                    <a:pt x="575" y="200"/>
                  </a:lnTo>
                  <a:lnTo>
                    <a:pt x="580" y="204"/>
                  </a:lnTo>
                  <a:lnTo>
                    <a:pt x="582" y="208"/>
                  </a:lnTo>
                  <a:lnTo>
                    <a:pt x="588" y="214"/>
                  </a:lnTo>
                  <a:lnTo>
                    <a:pt x="591" y="218"/>
                  </a:lnTo>
                  <a:lnTo>
                    <a:pt x="595" y="223"/>
                  </a:lnTo>
                  <a:lnTo>
                    <a:pt x="597" y="227"/>
                  </a:lnTo>
                  <a:lnTo>
                    <a:pt x="602" y="234"/>
                  </a:lnTo>
                  <a:lnTo>
                    <a:pt x="608" y="241"/>
                  </a:lnTo>
                  <a:lnTo>
                    <a:pt x="611" y="247"/>
                  </a:lnTo>
                  <a:lnTo>
                    <a:pt x="615" y="255"/>
                  </a:lnTo>
                  <a:lnTo>
                    <a:pt x="618" y="261"/>
                  </a:lnTo>
                  <a:lnTo>
                    <a:pt x="621" y="267"/>
                  </a:lnTo>
                  <a:lnTo>
                    <a:pt x="625" y="273"/>
                  </a:lnTo>
                  <a:lnTo>
                    <a:pt x="628" y="282"/>
                  </a:lnTo>
                  <a:lnTo>
                    <a:pt x="631" y="288"/>
                  </a:lnTo>
                  <a:lnTo>
                    <a:pt x="634" y="296"/>
                  </a:lnTo>
                  <a:lnTo>
                    <a:pt x="637" y="305"/>
                  </a:lnTo>
                  <a:lnTo>
                    <a:pt x="640" y="317"/>
                  </a:lnTo>
                  <a:lnTo>
                    <a:pt x="642" y="326"/>
                  </a:lnTo>
                  <a:lnTo>
                    <a:pt x="643" y="335"/>
                  </a:lnTo>
                  <a:lnTo>
                    <a:pt x="645" y="347"/>
                  </a:lnTo>
                  <a:lnTo>
                    <a:pt x="648" y="363"/>
                  </a:lnTo>
                  <a:lnTo>
                    <a:pt x="648" y="780"/>
                  </a:lnTo>
                  <a:lnTo>
                    <a:pt x="134" y="780"/>
                  </a:lnTo>
                  <a:lnTo>
                    <a:pt x="775" y="780"/>
                  </a:lnTo>
                  <a:lnTo>
                    <a:pt x="775" y="86"/>
                  </a:lnTo>
                  <a:lnTo>
                    <a:pt x="688" y="0"/>
                  </a:lnTo>
                  <a:lnTo>
                    <a:pt x="86" y="0"/>
                  </a:lnTo>
                  <a:lnTo>
                    <a:pt x="0" y="86"/>
                  </a:lnTo>
                  <a:lnTo>
                    <a:pt x="0" y="780"/>
                  </a:lnTo>
                  <a:lnTo>
                    <a:pt x="133" y="780"/>
                  </a:lnTo>
                  <a:lnTo>
                    <a:pt x="134" y="363"/>
                  </a:lnTo>
                  <a:close/>
                </a:path>
              </a:pathLst>
            </a:custGeom>
            <a:solidFill>
              <a:srgbClr val="C0C0C0"/>
            </a:solidFill>
            <a:ln w="9525">
              <a:noFill/>
              <a:round/>
              <a:headEnd/>
              <a:tailEnd/>
            </a:ln>
          </p:spPr>
          <p:txBody>
            <a:bodyPr/>
            <a:lstStyle/>
            <a:p>
              <a:endParaRPr lang="nl-BE"/>
            </a:p>
          </p:txBody>
        </p:sp>
        <p:sp>
          <p:nvSpPr>
            <p:cNvPr id="12482" name="Oval 183"/>
            <p:cNvSpPr>
              <a:spLocks noChangeArrowheads="1"/>
            </p:cNvSpPr>
            <p:nvPr/>
          </p:nvSpPr>
          <p:spPr bwMode="auto">
            <a:xfrm>
              <a:off x="3968750" y="3935413"/>
              <a:ext cx="239713" cy="258762"/>
            </a:xfrm>
            <a:prstGeom prst="ellipse">
              <a:avLst/>
            </a:prstGeom>
            <a:solidFill>
              <a:srgbClr val="006000"/>
            </a:solidFill>
            <a:ln w="9525">
              <a:noFill/>
              <a:round/>
              <a:headEnd/>
              <a:tailEnd/>
            </a:ln>
          </p:spPr>
          <p:txBody>
            <a:bodyPr/>
            <a:lstStyle/>
            <a:p>
              <a:pPr algn="ctr" eaLnBrk="0" hangingPunct="0"/>
              <a:endParaRPr lang="nl-BE"/>
            </a:p>
          </p:txBody>
        </p:sp>
        <p:sp>
          <p:nvSpPr>
            <p:cNvPr id="12483" name="Oval 184"/>
            <p:cNvSpPr>
              <a:spLocks noChangeArrowheads="1"/>
            </p:cNvSpPr>
            <p:nvPr/>
          </p:nvSpPr>
          <p:spPr bwMode="auto">
            <a:xfrm>
              <a:off x="4135438" y="3897313"/>
              <a:ext cx="200025" cy="258762"/>
            </a:xfrm>
            <a:prstGeom prst="ellipse">
              <a:avLst/>
            </a:prstGeom>
            <a:solidFill>
              <a:srgbClr val="006000"/>
            </a:solidFill>
            <a:ln w="9525">
              <a:noFill/>
              <a:round/>
              <a:headEnd/>
              <a:tailEnd/>
            </a:ln>
          </p:spPr>
          <p:txBody>
            <a:bodyPr/>
            <a:lstStyle/>
            <a:p>
              <a:pPr algn="ctr" eaLnBrk="0" hangingPunct="0"/>
              <a:endParaRPr lang="nl-BE"/>
            </a:p>
          </p:txBody>
        </p:sp>
        <p:sp>
          <p:nvSpPr>
            <p:cNvPr id="12484" name="Oval 185"/>
            <p:cNvSpPr>
              <a:spLocks noChangeArrowheads="1"/>
            </p:cNvSpPr>
            <p:nvPr/>
          </p:nvSpPr>
          <p:spPr bwMode="auto">
            <a:xfrm>
              <a:off x="4041775" y="4083050"/>
              <a:ext cx="125413" cy="104775"/>
            </a:xfrm>
            <a:prstGeom prst="ellipse">
              <a:avLst/>
            </a:prstGeom>
            <a:solidFill>
              <a:srgbClr val="004000"/>
            </a:solidFill>
            <a:ln w="9525">
              <a:noFill/>
              <a:round/>
              <a:headEnd/>
              <a:tailEnd/>
            </a:ln>
          </p:spPr>
          <p:txBody>
            <a:bodyPr/>
            <a:lstStyle/>
            <a:p>
              <a:pPr algn="ctr" eaLnBrk="0" hangingPunct="0"/>
              <a:endParaRPr lang="nl-BE"/>
            </a:p>
          </p:txBody>
        </p:sp>
        <p:sp>
          <p:nvSpPr>
            <p:cNvPr id="12485" name="Oval 186"/>
            <p:cNvSpPr>
              <a:spLocks noChangeArrowheads="1"/>
            </p:cNvSpPr>
            <p:nvPr/>
          </p:nvSpPr>
          <p:spPr bwMode="auto">
            <a:xfrm>
              <a:off x="4183063" y="4021138"/>
              <a:ext cx="131762" cy="134937"/>
            </a:xfrm>
            <a:prstGeom prst="ellipse">
              <a:avLst/>
            </a:prstGeom>
            <a:solidFill>
              <a:srgbClr val="004000"/>
            </a:solidFill>
            <a:ln w="9525">
              <a:noFill/>
              <a:round/>
              <a:headEnd/>
              <a:tailEnd/>
            </a:ln>
          </p:spPr>
          <p:txBody>
            <a:bodyPr/>
            <a:lstStyle/>
            <a:p>
              <a:pPr algn="ctr" eaLnBrk="0" hangingPunct="0"/>
              <a:endParaRPr lang="nl-BE"/>
            </a:p>
          </p:txBody>
        </p:sp>
        <p:sp>
          <p:nvSpPr>
            <p:cNvPr id="12486" name="Oval 187"/>
            <p:cNvSpPr>
              <a:spLocks noChangeArrowheads="1"/>
            </p:cNvSpPr>
            <p:nvPr/>
          </p:nvSpPr>
          <p:spPr bwMode="auto">
            <a:xfrm>
              <a:off x="4035425" y="3871913"/>
              <a:ext cx="204788" cy="203200"/>
            </a:xfrm>
            <a:prstGeom prst="ellipse">
              <a:avLst/>
            </a:prstGeom>
            <a:solidFill>
              <a:srgbClr val="008000"/>
            </a:solidFill>
            <a:ln w="9525">
              <a:noFill/>
              <a:round/>
              <a:headEnd/>
              <a:tailEnd/>
            </a:ln>
          </p:spPr>
          <p:txBody>
            <a:bodyPr/>
            <a:lstStyle/>
            <a:p>
              <a:pPr algn="ctr" eaLnBrk="0" hangingPunct="0"/>
              <a:endParaRPr lang="nl-BE"/>
            </a:p>
          </p:txBody>
        </p:sp>
        <p:sp>
          <p:nvSpPr>
            <p:cNvPr id="12487" name="Oval 188"/>
            <p:cNvSpPr>
              <a:spLocks noChangeArrowheads="1"/>
            </p:cNvSpPr>
            <p:nvPr/>
          </p:nvSpPr>
          <p:spPr bwMode="auto">
            <a:xfrm>
              <a:off x="4087813" y="3940175"/>
              <a:ext cx="147637" cy="122238"/>
            </a:xfrm>
            <a:prstGeom prst="ellipse">
              <a:avLst/>
            </a:prstGeom>
            <a:solidFill>
              <a:srgbClr val="006000"/>
            </a:solidFill>
            <a:ln w="9525">
              <a:noFill/>
              <a:round/>
              <a:headEnd/>
              <a:tailEnd/>
            </a:ln>
          </p:spPr>
          <p:txBody>
            <a:bodyPr/>
            <a:lstStyle/>
            <a:p>
              <a:pPr algn="ctr" eaLnBrk="0" hangingPunct="0"/>
              <a:endParaRPr lang="nl-BE"/>
            </a:p>
          </p:txBody>
        </p:sp>
        <p:sp>
          <p:nvSpPr>
            <p:cNvPr id="12488" name="Oval 189"/>
            <p:cNvSpPr>
              <a:spLocks noChangeArrowheads="1"/>
            </p:cNvSpPr>
            <p:nvPr/>
          </p:nvSpPr>
          <p:spPr bwMode="auto">
            <a:xfrm>
              <a:off x="3940175" y="3697288"/>
              <a:ext cx="239713" cy="258762"/>
            </a:xfrm>
            <a:prstGeom prst="ellipse">
              <a:avLst/>
            </a:prstGeom>
            <a:solidFill>
              <a:srgbClr val="006000"/>
            </a:solidFill>
            <a:ln w="9525">
              <a:noFill/>
              <a:round/>
              <a:headEnd/>
              <a:tailEnd/>
            </a:ln>
          </p:spPr>
          <p:txBody>
            <a:bodyPr/>
            <a:lstStyle/>
            <a:p>
              <a:pPr algn="ctr" eaLnBrk="0" hangingPunct="0"/>
              <a:endParaRPr lang="nl-BE"/>
            </a:p>
          </p:txBody>
        </p:sp>
        <p:sp>
          <p:nvSpPr>
            <p:cNvPr id="12489" name="Oval 190"/>
            <p:cNvSpPr>
              <a:spLocks noChangeArrowheads="1"/>
            </p:cNvSpPr>
            <p:nvPr/>
          </p:nvSpPr>
          <p:spPr bwMode="auto">
            <a:xfrm>
              <a:off x="4106863" y="3733800"/>
              <a:ext cx="198437" cy="260350"/>
            </a:xfrm>
            <a:prstGeom prst="ellipse">
              <a:avLst/>
            </a:prstGeom>
            <a:solidFill>
              <a:srgbClr val="006000"/>
            </a:solidFill>
            <a:ln w="9525">
              <a:noFill/>
              <a:round/>
              <a:headEnd/>
              <a:tailEnd/>
            </a:ln>
          </p:spPr>
          <p:txBody>
            <a:bodyPr/>
            <a:lstStyle/>
            <a:p>
              <a:pPr algn="ctr" eaLnBrk="0" hangingPunct="0"/>
              <a:endParaRPr lang="nl-BE"/>
            </a:p>
          </p:txBody>
        </p:sp>
        <p:sp>
          <p:nvSpPr>
            <p:cNvPr id="12490" name="Oval 191"/>
            <p:cNvSpPr>
              <a:spLocks noChangeArrowheads="1"/>
            </p:cNvSpPr>
            <p:nvPr/>
          </p:nvSpPr>
          <p:spPr bwMode="auto">
            <a:xfrm>
              <a:off x="4013200" y="3702050"/>
              <a:ext cx="125413" cy="104775"/>
            </a:xfrm>
            <a:prstGeom prst="ellipse">
              <a:avLst/>
            </a:prstGeom>
            <a:solidFill>
              <a:srgbClr val="004000"/>
            </a:solidFill>
            <a:ln w="9525">
              <a:noFill/>
              <a:round/>
              <a:headEnd/>
              <a:tailEnd/>
            </a:ln>
          </p:spPr>
          <p:txBody>
            <a:bodyPr/>
            <a:lstStyle/>
            <a:p>
              <a:pPr algn="ctr" eaLnBrk="0" hangingPunct="0"/>
              <a:endParaRPr lang="nl-BE"/>
            </a:p>
          </p:txBody>
        </p:sp>
        <p:sp>
          <p:nvSpPr>
            <p:cNvPr id="12491" name="Oval 192"/>
            <p:cNvSpPr>
              <a:spLocks noChangeArrowheads="1"/>
            </p:cNvSpPr>
            <p:nvPr/>
          </p:nvSpPr>
          <p:spPr bwMode="auto">
            <a:xfrm>
              <a:off x="4154488" y="3732213"/>
              <a:ext cx="131762" cy="136525"/>
            </a:xfrm>
            <a:prstGeom prst="ellipse">
              <a:avLst/>
            </a:prstGeom>
            <a:solidFill>
              <a:srgbClr val="004000"/>
            </a:solidFill>
            <a:ln w="9525">
              <a:noFill/>
              <a:round/>
              <a:headEnd/>
              <a:tailEnd/>
            </a:ln>
          </p:spPr>
          <p:txBody>
            <a:bodyPr/>
            <a:lstStyle/>
            <a:p>
              <a:pPr algn="ctr" eaLnBrk="0" hangingPunct="0"/>
              <a:endParaRPr lang="nl-BE"/>
            </a:p>
          </p:txBody>
        </p:sp>
        <p:sp>
          <p:nvSpPr>
            <p:cNvPr id="12492" name="Oval 193"/>
            <p:cNvSpPr>
              <a:spLocks noChangeArrowheads="1"/>
            </p:cNvSpPr>
            <p:nvPr/>
          </p:nvSpPr>
          <p:spPr bwMode="auto">
            <a:xfrm>
              <a:off x="4008438" y="3814763"/>
              <a:ext cx="203200" cy="203200"/>
            </a:xfrm>
            <a:prstGeom prst="ellipse">
              <a:avLst/>
            </a:prstGeom>
            <a:solidFill>
              <a:srgbClr val="008000"/>
            </a:solidFill>
            <a:ln w="9525">
              <a:noFill/>
              <a:round/>
              <a:headEnd/>
              <a:tailEnd/>
            </a:ln>
          </p:spPr>
          <p:txBody>
            <a:bodyPr/>
            <a:lstStyle/>
            <a:p>
              <a:pPr algn="ctr" eaLnBrk="0" hangingPunct="0"/>
              <a:endParaRPr lang="nl-BE"/>
            </a:p>
          </p:txBody>
        </p:sp>
        <p:sp>
          <p:nvSpPr>
            <p:cNvPr id="12493" name="Oval 194"/>
            <p:cNvSpPr>
              <a:spLocks noChangeArrowheads="1"/>
            </p:cNvSpPr>
            <p:nvPr/>
          </p:nvSpPr>
          <p:spPr bwMode="auto">
            <a:xfrm>
              <a:off x="4060825" y="3825875"/>
              <a:ext cx="144463" cy="123825"/>
            </a:xfrm>
            <a:prstGeom prst="ellipse">
              <a:avLst/>
            </a:prstGeom>
            <a:solidFill>
              <a:srgbClr val="006000"/>
            </a:solidFill>
            <a:ln w="9525">
              <a:noFill/>
              <a:round/>
              <a:headEnd/>
              <a:tailEnd/>
            </a:ln>
          </p:spPr>
          <p:txBody>
            <a:bodyPr/>
            <a:lstStyle/>
            <a:p>
              <a:pPr algn="ctr" eaLnBrk="0" hangingPunct="0"/>
              <a:endParaRPr lang="nl-BE"/>
            </a:p>
          </p:txBody>
        </p:sp>
        <p:sp>
          <p:nvSpPr>
            <p:cNvPr id="12494" name="Oval 195"/>
            <p:cNvSpPr>
              <a:spLocks noChangeArrowheads="1"/>
            </p:cNvSpPr>
            <p:nvPr/>
          </p:nvSpPr>
          <p:spPr bwMode="auto">
            <a:xfrm>
              <a:off x="3960813" y="3506788"/>
              <a:ext cx="239712" cy="258762"/>
            </a:xfrm>
            <a:prstGeom prst="ellipse">
              <a:avLst/>
            </a:prstGeom>
            <a:solidFill>
              <a:srgbClr val="006000"/>
            </a:solidFill>
            <a:ln w="9525">
              <a:noFill/>
              <a:round/>
              <a:headEnd/>
              <a:tailEnd/>
            </a:ln>
          </p:spPr>
          <p:txBody>
            <a:bodyPr/>
            <a:lstStyle/>
            <a:p>
              <a:pPr algn="ctr" eaLnBrk="0" hangingPunct="0"/>
              <a:endParaRPr lang="nl-BE"/>
            </a:p>
          </p:txBody>
        </p:sp>
        <p:sp>
          <p:nvSpPr>
            <p:cNvPr id="12495" name="Oval 196"/>
            <p:cNvSpPr>
              <a:spLocks noChangeArrowheads="1"/>
            </p:cNvSpPr>
            <p:nvPr/>
          </p:nvSpPr>
          <p:spPr bwMode="auto">
            <a:xfrm>
              <a:off x="4144963" y="3517900"/>
              <a:ext cx="198437" cy="260350"/>
            </a:xfrm>
            <a:prstGeom prst="ellipse">
              <a:avLst/>
            </a:prstGeom>
            <a:solidFill>
              <a:srgbClr val="006000"/>
            </a:solidFill>
            <a:ln w="9525">
              <a:noFill/>
              <a:round/>
              <a:headEnd/>
              <a:tailEnd/>
            </a:ln>
          </p:spPr>
          <p:txBody>
            <a:bodyPr/>
            <a:lstStyle/>
            <a:p>
              <a:pPr algn="ctr" eaLnBrk="0" hangingPunct="0"/>
              <a:endParaRPr lang="nl-BE"/>
            </a:p>
          </p:txBody>
        </p:sp>
        <p:sp>
          <p:nvSpPr>
            <p:cNvPr id="12496" name="Oval 197"/>
            <p:cNvSpPr>
              <a:spLocks noChangeArrowheads="1"/>
            </p:cNvSpPr>
            <p:nvPr/>
          </p:nvSpPr>
          <p:spPr bwMode="auto">
            <a:xfrm>
              <a:off x="4064000" y="3471863"/>
              <a:ext cx="206375" cy="204787"/>
            </a:xfrm>
            <a:prstGeom prst="ellipse">
              <a:avLst/>
            </a:prstGeom>
            <a:solidFill>
              <a:srgbClr val="008000"/>
            </a:solidFill>
            <a:ln w="9525">
              <a:noFill/>
              <a:round/>
              <a:headEnd/>
              <a:tailEnd/>
            </a:ln>
          </p:spPr>
          <p:txBody>
            <a:bodyPr/>
            <a:lstStyle/>
            <a:p>
              <a:pPr algn="ctr" eaLnBrk="0" hangingPunct="0"/>
              <a:endParaRPr lang="nl-BE"/>
            </a:p>
          </p:txBody>
        </p:sp>
        <p:sp>
          <p:nvSpPr>
            <p:cNvPr id="12497" name="Oval 198"/>
            <p:cNvSpPr>
              <a:spLocks noChangeArrowheads="1"/>
            </p:cNvSpPr>
            <p:nvPr/>
          </p:nvSpPr>
          <p:spPr bwMode="auto">
            <a:xfrm>
              <a:off x="4117975" y="3541713"/>
              <a:ext cx="144463" cy="122237"/>
            </a:xfrm>
            <a:prstGeom prst="ellipse">
              <a:avLst/>
            </a:prstGeom>
            <a:solidFill>
              <a:srgbClr val="006000"/>
            </a:solidFill>
            <a:ln w="9525">
              <a:noFill/>
              <a:round/>
              <a:headEnd/>
              <a:tailEnd/>
            </a:ln>
          </p:spPr>
          <p:txBody>
            <a:bodyPr/>
            <a:lstStyle/>
            <a:p>
              <a:pPr algn="ctr" eaLnBrk="0" hangingPunct="0"/>
              <a:endParaRPr lang="nl-BE"/>
            </a:p>
          </p:txBody>
        </p:sp>
        <p:sp>
          <p:nvSpPr>
            <p:cNvPr id="12498" name="Oval 199"/>
            <p:cNvSpPr>
              <a:spLocks noChangeArrowheads="1"/>
            </p:cNvSpPr>
            <p:nvPr/>
          </p:nvSpPr>
          <p:spPr bwMode="auto">
            <a:xfrm>
              <a:off x="3968750" y="3297238"/>
              <a:ext cx="239713" cy="258762"/>
            </a:xfrm>
            <a:prstGeom prst="ellipse">
              <a:avLst/>
            </a:prstGeom>
            <a:solidFill>
              <a:srgbClr val="006000"/>
            </a:solidFill>
            <a:ln w="9525">
              <a:noFill/>
              <a:round/>
              <a:headEnd/>
              <a:tailEnd/>
            </a:ln>
          </p:spPr>
          <p:txBody>
            <a:bodyPr/>
            <a:lstStyle/>
            <a:p>
              <a:pPr algn="ctr" eaLnBrk="0" hangingPunct="0"/>
              <a:endParaRPr lang="nl-BE"/>
            </a:p>
          </p:txBody>
        </p:sp>
        <p:sp>
          <p:nvSpPr>
            <p:cNvPr id="12499" name="Oval 200"/>
            <p:cNvSpPr>
              <a:spLocks noChangeArrowheads="1"/>
            </p:cNvSpPr>
            <p:nvPr/>
          </p:nvSpPr>
          <p:spPr bwMode="auto">
            <a:xfrm>
              <a:off x="4137025" y="3333750"/>
              <a:ext cx="198438" cy="260350"/>
            </a:xfrm>
            <a:prstGeom prst="ellipse">
              <a:avLst/>
            </a:prstGeom>
            <a:solidFill>
              <a:srgbClr val="006000"/>
            </a:solidFill>
            <a:ln w="9525">
              <a:noFill/>
              <a:round/>
              <a:headEnd/>
              <a:tailEnd/>
            </a:ln>
          </p:spPr>
          <p:txBody>
            <a:bodyPr/>
            <a:lstStyle/>
            <a:p>
              <a:pPr algn="ctr" eaLnBrk="0" hangingPunct="0"/>
              <a:endParaRPr lang="nl-BE"/>
            </a:p>
          </p:txBody>
        </p:sp>
        <p:sp>
          <p:nvSpPr>
            <p:cNvPr id="12500" name="Oval 201"/>
            <p:cNvSpPr>
              <a:spLocks noChangeArrowheads="1"/>
            </p:cNvSpPr>
            <p:nvPr/>
          </p:nvSpPr>
          <p:spPr bwMode="auto">
            <a:xfrm>
              <a:off x="4035425" y="3414713"/>
              <a:ext cx="206375" cy="204787"/>
            </a:xfrm>
            <a:prstGeom prst="ellipse">
              <a:avLst/>
            </a:prstGeom>
            <a:solidFill>
              <a:srgbClr val="008000"/>
            </a:solidFill>
            <a:ln w="9525">
              <a:noFill/>
              <a:round/>
              <a:headEnd/>
              <a:tailEnd/>
            </a:ln>
          </p:spPr>
          <p:txBody>
            <a:bodyPr/>
            <a:lstStyle/>
            <a:p>
              <a:pPr algn="ctr" eaLnBrk="0" hangingPunct="0"/>
              <a:endParaRPr lang="nl-BE"/>
            </a:p>
          </p:txBody>
        </p:sp>
        <p:sp>
          <p:nvSpPr>
            <p:cNvPr id="12501" name="Oval 202"/>
            <p:cNvSpPr>
              <a:spLocks noChangeArrowheads="1"/>
            </p:cNvSpPr>
            <p:nvPr/>
          </p:nvSpPr>
          <p:spPr bwMode="auto">
            <a:xfrm>
              <a:off x="4087813" y="3425825"/>
              <a:ext cx="147637" cy="123825"/>
            </a:xfrm>
            <a:prstGeom prst="ellipse">
              <a:avLst/>
            </a:prstGeom>
            <a:solidFill>
              <a:srgbClr val="006000"/>
            </a:solidFill>
            <a:ln w="9525">
              <a:noFill/>
              <a:round/>
              <a:headEnd/>
              <a:tailEnd/>
            </a:ln>
          </p:spPr>
          <p:txBody>
            <a:bodyPr/>
            <a:lstStyle/>
            <a:p>
              <a:pPr algn="ctr" eaLnBrk="0" hangingPunct="0"/>
              <a:endParaRPr lang="nl-BE"/>
            </a:p>
          </p:txBody>
        </p:sp>
        <p:sp>
          <p:nvSpPr>
            <p:cNvPr id="12502" name="Oval 203"/>
            <p:cNvSpPr>
              <a:spLocks noChangeArrowheads="1"/>
            </p:cNvSpPr>
            <p:nvPr/>
          </p:nvSpPr>
          <p:spPr bwMode="auto">
            <a:xfrm>
              <a:off x="3781425" y="4060825"/>
              <a:ext cx="260350" cy="238125"/>
            </a:xfrm>
            <a:prstGeom prst="ellipse">
              <a:avLst/>
            </a:prstGeom>
            <a:solidFill>
              <a:srgbClr val="006000"/>
            </a:solidFill>
            <a:ln w="9525">
              <a:noFill/>
              <a:round/>
              <a:headEnd/>
              <a:tailEnd/>
            </a:ln>
          </p:spPr>
          <p:txBody>
            <a:bodyPr/>
            <a:lstStyle/>
            <a:p>
              <a:pPr algn="ctr" eaLnBrk="0" hangingPunct="0"/>
              <a:endParaRPr lang="nl-BE"/>
            </a:p>
          </p:txBody>
        </p:sp>
        <p:sp>
          <p:nvSpPr>
            <p:cNvPr id="12503" name="Oval 204"/>
            <p:cNvSpPr>
              <a:spLocks noChangeArrowheads="1"/>
            </p:cNvSpPr>
            <p:nvPr/>
          </p:nvSpPr>
          <p:spPr bwMode="auto">
            <a:xfrm>
              <a:off x="3743325" y="3935413"/>
              <a:ext cx="260350" cy="196850"/>
            </a:xfrm>
            <a:prstGeom prst="ellipse">
              <a:avLst/>
            </a:prstGeom>
            <a:solidFill>
              <a:srgbClr val="006000"/>
            </a:solidFill>
            <a:ln w="9525">
              <a:noFill/>
              <a:round/>
              <a:headEnd/>
              <a:tailEnd/>
            </a:ln>
          </p:spPr>
          <p:txBody>
            <a:bodyPr/>
            <a:lstStyle/>
            <a:p>
              <a:pPr algn="ctr" eaLnBrk="0" hangingPunct="0"/>
              <a:endParaRPr lang="nl-BE"/>
            </a:p>
          </p:txBody>
        </p:sp>
        <p:sp>
          <p:nvSpPr>
            <p:cNvPr id="12504" name="Oval 205"/>
            <p:cNvSpPr>
              <a:spLocks noChangeArrowheads="1"/>
            </p:cNvSpPr>
            <p:nvPr/>
          </p:nvSpPr>
          <p:spPr bwMode="auto">
            <a:xfrm>
              <a:off x="3930650" y="4071938"/>
              <a:ext cx="166688" cy="114300"/>
            </a:xfrm>
            <a:prstGeom prst="ellipse">
              <a:avLst/>
            </a:prstGeom>
            <a:solidFill>
              <a:srgbClr val="004000"/>
            </a:solidFill>
            <a:ln w="9525">
              <a:noFill/>
              <a:round/>
              <a:headEnd/>
              <a:tailEnd/>
            </a:ln>
          </p:spPr>
          <p:txBody>
            <a:bodyPr/>
            <a:lstStyle/>
            <a:p>
              <a:pPr algn="ctr" eaLnBrk="0" hangingPunct="0"/>
              <a:endParaRPr lang="nl-BE"/>
            </a:p>
          </p:txBody>
        </p:sp>
        <p:sp>
          <p:nvSpPr>
            <p:cNvPr id="12505" name="Oval 206"/>
            <p:cNvSpPr>
              <a:spLocks noChangeArrowheads="1"/>
            </p:cNvSpPr>
            <p:nvPr/>
          </p:nvSpPr>
          <p:spPr bwMode="auto">
            <a:xfrm>
              <a:off x="3868738" y="3954463"/>
              <a:ext cx="134937" cy="131762"/>
            </a:xfrm>
            <a:prstGeom prst="ellipse">
              <a:avLst/>
            </a:prstGeom>
            <a:solidFill>
              <a:srgbClr val="004000"/>
            </a:solidFill>
            <a:ln w="9525">
              <a:noFill/>
              <a:round/>
              <a:headEnd/>
              <a:tailEnd/>
            </a:ln>
          </p:spPr>
          <p:txBody>
            <a:bodyPr/>
            <a:lstStyle/>
            <a:p>
              <a:pPr algn="ctr" eaLnBrk="0" hangingPunct="0"/>
              <a:endParaRPr lang="nl-BE"/>
            </a:p>
          </p:txBody>
        </p:sp>
        <p:sp>
          <p:nvSpPr>
            <p:cNvPr id="12506" name="Oval 207"/>
            <p:cNvSpPr>
              <a:spLocks noChangeArrowheads="1"/>
            </p:cNvSpPr>
            <p:nvPr/>
          </p:nvSpPr>
          <p:spPr bwMode="auto">
            <a:xfrm>
              <a:off x="3719513" y="4027488"/>
              <a:ext cx="203200" cy="204787"/>
            </a:xfrm>
            <a:prstGeom prst="ellipse">
              <a:avLst/>
            </a:prstGeom>
            <a:solidFill>
              <a:srgbClr val="008000"/>
            </a:solidFill>
            <a:ln w="9525">
              <a:noFill/>
              <a:round/>
              <a:headEnd/>
              <a:tailEnd/>
            </a:ln>
          </p:spPr>
          <p:txBody>
            <a:bodyPr/>
            <a:lstStyle/>
            <a:p>
              <a:pPr algn="ctr" eaLnBrk="0" hangingPunct="0"/>
              <a:endParaRPr lang="nl-BE"/>
            </a:p>
          </p:txBody>
        </p:sp>
        <p:sp>
          <p:nvSpPr>
            <p:cNvPr id="12507" name="Oval 208"/>
            <p:cNvSpPr>
              <a:spLocks noChangeArrowheads="1"/>
            </p:cNvSpPr>
            <p:nvPr/>
          </p:nvSpPr>
          <p:spPr bwMode="auto">
            <a:xfrm>
              <a:off x="3787775" y="4033838"/>
              <a:ext cx="123825" cy="146050"/>
            </a:xfrm>
            <a:prstGeom prst="ellipse">
              <a:avLst/>
            </a:prstGeom>
            <a:solidFill>
              <a:srgbClr val="006000"/>
            </a:solidFill>
            <a:ln w="9525">
              <a:noFill/>
              <a:round/>
              <a:headEnd/>
              <a:tailEnd/>
            </a:ln>
          </p:spPr>
          <p:txBody>
            <a:bodyPr/>
            <a:lstStyle/>
            <a:p>
              <a:pPr algn="ctr" eaLnBrk="0" hangingPunct="0"/>
              <a:endParaRPr lang="nl-BE"/>
            </a:p>
          </p:txBody>
        </p:sp>
        <p:sp>
          <p:nvSpPr>
            <p:cNvPr id="12508" name="Oval 209"/>
            <p:cNvSpPr>
              <a:spLocks noChangeArrowheads="1"/>
            </p:cNvSpPr>
            <p:nvPr/>
          </p:nvSpPr>
          <p:spPr bwMode="auto">
            <a:xfrm>
              <a:off x="4098925" y="3111500"/>
              <a:ext cx="174625" cy="161925"/>
            </a:xfrm>
            <a:prstGeom prst="ellipse">
              <a:avLst/>
            </a:prstGeom>
            <a:solidFill>
              <a:srgbClr val="006000"/>
            </a:solidFill>
            <a:ln w="9525">
              <a:noFill/>
              <a:round/>
              <a:headEnd/>
              <a:tailEnd/>
            </a:ln>
          </p:spPr>
          <p:txBody>
            <a:bodyPr/>
            <a:lstStyle/>
            <a:p>
              <a:pPr algn="ctr" eaLnBrk="0" hangingPunct="0"/>
              <a:endParaRPr lang="nl-BE"/>
            </a:p>
          </p:txBody>
        </p:sp>
        <p:sp>
          <p:nvSpPr>
            <p:cNvPr id="12509" name="Oval 210"/>
            <p:cNvSpPr>
              <a:spLocks noChangeArrowheads="1"/>
            </p:cNvSpPr>
            <p:nvPr/>
          </p:nvSpPr>
          <p:spPr bwMode="auto">
            <a:xfrm>
              <a:off x="4090988" y="3230563"/>
              <a:ext cx="214312" cy="142875"/>
            </a:xfrm>
            <a:prstGeom prst="ellipse">
              <a:avLst/>
            </a:prstGeom>
            <a:solidFill>
              <a:srgbClr val="006000"/>
            </a:solidFill>
            <a:ln w="9525">
              <a:noFill/>
              <a:round/>
              <a:headEnd/>
              <a:tailEnd/>
            </a:ln>
          </p:spPr>
          <p:txBody>
            <a:bodyPr/>
            <a:lstStyle/>
            <a:p>
              <a:pPr algn="ctr" eaLnBrk="0" hangingPunct="0"/>
              <a:endParaRPr lang="nl-BE"/>
            </a:p>
          </p:txBody>
        </p:sp>
        <p:sp>
          <p:nvSpPr>
            <p:cNvPr id="12510" name="Oval 211"/>
            <p:cNvSpPr>
              <a:spLocks noChangeArrowheads="1"/>
            </p:cNvSpPr>
            <p:nvPr/>
          </p:nvSpPr>
          <p:spPr bwMode="auto">
            <a:xfrm>
              <a:off x="4159250" y="3157538"/>
              <a:ext cx="166688" cy="147637"/>
            </a:xfrm>
            <a:prstGeom prst="ellipse">
              <a:avLst/>
            </a:prstGeom>
            <a:solidFill>
              <a:srgbClr val="008000"/>
            </a:solidFill>
            <a:ln w="9525">
              <a:noFill/>
              <a:round/>
              <a:headEnd/>
              <a:tailEnd/>
            </a:ln>
          </p:spPr>
          <p:txBody>
            <a:bodyPr/>
            <a:lstStyle/>
            <a:p>
              <a:pPr algn="ctr" eaLnBrk="0" hangingPunct="0"/>
              <a:endParaRPr lang="nl-BE"/>
            </a:p>
          </p:txBody>
        </p:sp>
        <p:sp>
          <p:nvSpPr>
            <p:cNvPr id="12511" name="Oval 212"/>
            <p:cNvSpPr>
              <a:spLocks noChangeArrowheads="1"/>
            </p:cNvSpPr>
            <p:nvPr/>
          </p:nvSpPr>
          <p:spPr bwMode="auto">
            <a:xfrm>
              <a:off x="4168775" y="3195638"/>
              <a:ext cx="101600" cy="104775"/>
            </a:xfrm>
            <a:prstGeom prst="ellipse">
              <a:avLst/>
            </a:prstGeom>
            <a:solidFill>
              <a:srgbClr val="006000"/>
            </a:solidFill>
            <a:ln w="9525">
              <a:noFill/>
              <a:round/>
              <a:headEnd/>
              <a:tailEnd/>
            </a:ln>
          </p:spPr>
          <p:txBody>
            <a:bodyPr/>
            <a:lstStyle/>
            <a:p>
              <a:pPr algn="ctr" eaLnBrk="0" hangingPunct="0"/>
              <a:endParaRPr lang="nl-BE"/>
            </a:p>
          </p:txBody>
        </p:sp>
        <p:sp>
          <p:nvSpPr>
            <p:cNvPr id="12512" name="Oval 213"/>
            <p:cNvSpPr>
              <a:spLocks noChangeArrowheads="1"/>
            </p:cNvSpPr>
            <p:nvPr/>
          </p:nvSpPr>
          <p:spPr bwMode="auto">
            <a:xfrm>
              <a:off x="3844925" y="3714750"/>
              <a:ext cx="136525" cy="157163"/>
            </a:xfrm>
            <a:prstGeom prst="ellipse">
              <a:avLst/>
            </a:prstGeom>
            <a:solidFill>
              <a:srgbClr val="006000"/>
            </a:solidFill>
            <a:ln w="9525">
              <a:noFill/>
              <a:round/>
              <a:headEnd/>
              <a:tailEnd/>
            </a:ln>
          </p:spPr>
          <p:txBody>
            <a:bodyPr/>
            <a:lstStyle/>
            <a:p>
              <a:pPr algn="ctr" eaLnBrk="0" hangingPunct="0"/>
              <a:endParaRPr lang="nl-BE"/>
            </a:p>
          </p:txBody>
        </p:sp>
        <p:sp>
          <p:nvSpPr>
            <p:cNvPr id="12513" name="Oval 214"/>
            <p:cNvSpPr>
              <a:spLocks noChangeArrowheads="1"/>
            </p:cNvSpPr>
            <p:nvPr/>
          </p:nvSpPr>
          <p:spPr bwMode="auto">
            <a:xfrm>
              <a:off x="3798888" y="3833813"/>
              <a:ext cx="214312" cy="142875"/>
            </a:xfrm>
            <a:prstGeom prst="ellipse">
              <a:avLst/>
            </a:prstGeom>
            <a:solidFill>
              <a:srgbClr val="006000"/>
            </a:solidFill>
            <a:ln w="9525">
              <a:noFill/>
              <a:round/>
              <a:headEnd/>
              <a:tailEnd/>
            </a:ln>
          </p:spPr>
          <p:txBody>
            <a:bodyPr/>
            <a:lstStyle/>
            <a:p>
              <a:pPr algn="ctr" eaLnBrk="0" hangingPunct="0"/>
              <a:endParaRPr lang="nl-BE"/>
            </a:p>
          </p:txBody>
        </p:sp>
        <p:sp>
          <p:nvSpPr>
            <p:cNvPr id="12514" name="Oval 215"/>
            <p:cNvSpPr>
              <a:spLocks noChangeArrowheads="1"/>
            </p:cNvSpPr>
            <p:nvPr/>
          </p:nvSpPr>
          <p:spPr bwMode="auto">
            <a:xfrm>
              <a:off x="3865563" y="3762375"/>
              <a:ext cx="168275" cy="146050"/>
            </a:xfrm>
            <a:prstGeom prst="ellipse">
              <a:avLst/>
            </a:prstGeom>
            <a:solidFill>
              <a:srgbClr val="008000"/>
            </a:solidFill>
            <a:ln w="9525">
              <a:noFill/>
              <a:round/>
              <a:headEnd/>
              <a:tailEnd/>
            </a:ln>
          </p:spPr>
          <p:txBody>
            <a:bodyPr/>
            <a:lstStyle/>
            <a:p>
              <a:pPr algn="ctr" eaLnBrk="0" hangingPunct="0"/>
              <a:endParaRPr lang="nl-BE"/>
            </a:p>
          </p:txBody>
        </p:sp>
        <p:sp>
          <p:nvSpPr>
            <p:cNvPr id="12515" name="Oval 216"/>
            <p:cNvSpPr>
              <a:spLocks noChangeArrowheads="1"/>
            </p:cNvSpPr>
            <p:nvPr/>
          </p:nvSpPr>
          <p:spPr bwMode="auto">
            <a:xfrm>
              <a:off x="3875088" y="3800475"/>
              <a:ext cx="101600" cy="104775"/>
            </a:xfrm>
            <a:prstGeom prst="ellipse">
              <a:avLst/>
            </a:prstGeom>
            <a:solidFill>
              <a:srgbClr val="006000"/>
            </a:solidFill>
            <a:ln w="9525">
              <a:noFill/>
              <a:round/>
              <a:headEnd/>
              <a:tailEnd/>
            </a:ln>
          </p:spPr>
          <p:txBody>
            <a:bodyPr/>
            <a:lstStyle/>
            <a:p>
              <a:pPr algn="ctr" eaLnBrk="0" hangingPunct="0"/>
              <a:endParaRPr lang="nl-BE"/>
            </a:p>
          </p:txBody>
        </p:sp>
        <p:sp>
          <p:nvSpPr>
            <p:cNvPr id="12516" name="Oval 217"/>
            <p:cNvSpPr>
              <a:spLocks noChangeArrowheads="1"/>
            </p:cNvSpPr>
            <p:nvPr/>
          </p:nvSpPr>
          <p:spPr bwMode="auto">
            <a:xfrm>
              <a:off x="3571875" y="4095750"/>
              <a:ext cx="215900" cy="169863"/>
            </a:xfrm>
            <a:prstGeom prst="ellipse">
              <a:avLst/>
            </a:prstGeom>
            <a:solidFill>
              <a:srgbClr val="006000"/>
            </a:solidFill>
            <a:ln w="9525">
              <a:noFill/>
              <a:round/>
              <a:headEnd/>
              <a:tailEnd/>
            </a:ln>
          </p:spPr>
          <p:txBody>
            <a:bodyPr/>
            <a:lstStyle/>
            <a:p>
              <a:pPr algn="ctr" eaLnBrk="0" hangingPunct="0"/>
              <a:endParaRPr lang="nl-BE"/>
            </a:p>
          </p:txBody>
        </p:sp>
        <p:sp>
          <p:nvSpPr>
            <p:cNvPr id="12517" name="Oval 218"/>
            <p:cNvSpPr>
              <a:spLocks noChangeArrowheads="1"/>
            </p:cNvSpPr>
            <p:nvPr/>
          </p:nvSpPr>
          <p:spPr bwMode="auto">
            <a:xfrm>
              <a:off x="3602038" y="4214813"/>
              <a:ext cx="214312" cy="141287"/>
            </a:xfrm>
            <a:prstGeom prst="ellipse">
              <a:avLst/>
            </a:prstGeom>
            <a:solidFill>
              <a:srgbClr val="006000"/>
            </a:solidFill>
            <a:ln w="9525">
              <a:noFill/>
              <a:round/>
              <a:headEnd/>
              <a:tailEnd/>
            </a:ln>
          </p:spPr>
          <p:txBody>
            <a:bodyPr/>
            <a:lstStyle/>
            <a:p>
              <a:pPr algn="ctr" eaLnBrk="0" hangingPunct="0"/>
              <a:endParaRPr lang="nl-BE"/>
            </a:p>
          </p:txBody>
        </p:sp>
        <p:sp>
          <p:nvSpPr>
            <p:cNvPr id="12518" name="Oval 219"/>
            <p:cNvSpPr>
              <a:spLocks noChangeArrowheads="1"/>
            </p:cNvSpPr>
            <p:nvPr/>
          </p:nvSpPr>
          <p:spPr bwMode="auto">
            <a:xfrm>
              <a:off x="3575050" y="4127500"/>
              <a:ext cx="161925" cy="109538"/>
            </a:xfrm>
            <a:prstGeom prst="ellipse">
              <a:avLst/>
            </a:prstGeom>
            <a:solidFill>
              <a:srgbClr val="004000"/>
            </a:solidFill>
            <a:ln w="9525">
              <a:noFill/>
              <a:round/>
              <a:headEnd/>
              <a:tailEnd/>
            </a:ln>
          </p:spPr>
          <p:txBody>
            <a:bodyPr/>
            <a:lstStyle/>
            <a:p>
              <a:pPr algn="ctr" eaLnBrk="0" hangingPunct="0"/>
              <a:endParaRPr lang="nl-BE"/>
            </a:p>
          </p:txBody>
        </p:sp>
        <p:sp>
          <p:nvSpPr>
            <p:cNvPr id="12519" name="Oval 220"/>
            <p:cNvSpPr>
              <a:spLocks noChangeArrowheads="1"/>
            </p:cNvSpPr>
            <p:nvPr/>
          </p:nvSpPr>
          <p:spPr bwMode="auto">
            <a:xfrm>
              <a:off x="3602038" y="4248150"/>
              <a:ext cx="112712" cy="95250"/>
            </a:xfrm>
            <a:prstGeom prst="ellipse">
              <a:avLst/>
            </a:prstGeom>
            <a:solidFill>
              <a:srgbClr val="004000"/>
            </a:solidFill>
            <a:ln w="9525">
              <a:noFill/>
              <a:round/>
              <a:headEnd/>
              <a:tailEnd/>
            </a:ln>
          </p:spPr>
          <p:txBody>
            <a:bodyPr/>
            <a:lstStyle/>
            <a:p>
              <a:pPr algn="ctr" eaLnBrk="0" hangingPunct="0"/>
              <a:endParaRPr lang="nl-BE"/>
            </a:p>
          </p:txBody>
        </p:sp>
        <p:sp>
          <p:nvSpPr>
            <p:cNvPr id="12520" name="Oval 221"/>
            <p:cNvSpPr>
              <a:spLocks noChangeArrowheads="1"/>
            </p:cNvSpPr>
            <p:nvPr/>
          </p:nvSpPr>
          <p:spPr bwMode="auto">
            <a:xfrm>
              <a:off x="3668713" y="4141788"/>
              <a:ext cx="169862" cy="147637"/>
            </a:xfrm>
            <a:prstGeom prst="ellipse">
              <a:avLst/>
            </a:prstGeom>
            <a:solidFill>
              <a:srgbClr val="008000"/>
            </a:solidFill>
            <a:ln w="9525">
              <a:noFill/>
              <a:round/>
              <a:headEnd/>
              <a:tailEnd/>
            </a:ln>
          </p:spPr>
          <p:txBody>
            <a:bodyPr/>
            <a:lstStyle/>
            <a:p>
              <a:pPr algn="ctr" eaLnBrk="0" hangingPunct="0"/>
              <a:endParaRPr lang="nl-BE"/>
            </a:p>
          </p:txBody>
        </p:sp>
        <p:sp>
          <p:nvSpPr>
            <p:cNvPr id="12521" name="Oval 222"/>
            <p:cNvSpPr>
              <a:spLocks noChangeArrowheads="1"/>
            </p:cNvSpPr>
            <p:nvPr/>
          </p:nvSpPr>
          <p:spPr bwMode="auto">
            <a:xfrm>
              <a:off x="3679825" y="4181475"/>
              <a:ext cx="101600" cy="101600"/>
            </a:xfrm>
            <a:prstGeom prst="ellipse">
              <a:avLst/>
            </a:prstGeom>
            <a:solidFill>
              <a:srgbClr val="006000"/>
            </a:solidFill>
            <a:ln w="9525">
              <a:noFill/>
              <a:round/>
              <a:headEnd/>
              <a:tailEnd/>
            </a:ln>
          </p:spPr>
          <p:txBody>
            <a:bodyPr/>
            <a:lstStyle/>
            <a:p>
              <a:pPr algn="ctr" eaLnBrk="0" hangingPunct="0"/>
              <a:endParaRPr lang="nl-BE"/>
            </a:p>
          </p:txBody>
        </p:sp>
        <p:sp>
          <p:nvSpPr>
            <p:cNvPr id="12522" name="Freeform 223"/>
            <p:cNvSpPr>
              <a:spLocks/>
            </p:cNvSpPr>
            <p:nvPr/>
          </p:nvSpPr>
          <p:spPr bwMode="auto">
            <a:xfrm>
              <a:off x="1371600" y="4813300"/>
              <a:ext cx="827088" cy="1125538"/>
            </a:xfrm>
            <a:custGeom>
              <a:avLst/>
              <a:gdLst>
                <a:gd name="T0" fmla="*/ 2147483647 w 720"/>
                <a:gd name="T1" fmla="*/ 0 h 672"/>
                <a:gd name="T2" fmla="*/ 2147483647 w 720"/>
                <a:gd name="T3" fmla="*/ 2147483647 h 672"/>
                <a:gd name="T4" fmla="*/ 2147483647 w 720"/>
                <a:gd name="T5" fmla="*/ 2147483647 h 672"/>
                <a:gd name="T6" fmla="*/ 0 w 720"/>
                <a:gd name="T7" fmla="*/ 2147483647 h 672"/>
                <a:gd name="T8" fmla="*/ 0 60000 65536"/>
                <a:gd name="T9" fmla="*/ 0 60000 65536"/>
                <a:gd name="T10" fmla="*/ 0 60000 65536"/>
                <a:gd name="T11" fmla="*/ 0 60000 65536"/>
                <a:gd name="T12" fmla="*/ 0 w 720"/>
                <a:gd name="T13" fmla="*/ 0 h 672"/>
                <a:gd name="T14" fmla="*/ 720 w 720"/>
                <a:gd name="T15" fmla="*/ 672 h 672"/>
              </a:gdLst>
              <a:ahLst/>
              <a:cxnLst>
                <a:cxn ang="T8">
                  <a:pos x="T0" y="T1"/>
                </a:cxn>
                <a:cxn ang="T9">
                  <a:pos x="T2" y="T3"/>
                </a:cxn>
                <a:cxn ang="T10">
                  <a:pos x="T4" y="T5"/>
                </a:cxn>
                <a:cxn ang="T11">
                  <a:pos x="T6" y="T7"/>
                </a:cxn>
              </a:cxnLst>
              <a:rect l="T12" t="T13" r="T14" b="T15"/>
              <a:pathLst>
                <a:path w="720" h="672">
                  <a:moveTo>
                    <a:pt x="720" y="0"/>
                  </a:moveTo>
                  <a:cubicBezTo>
                    <a:pt x="600" y="80"/>
                    <a:pt x="480" y="160"/>
                    <a:pt x="432" y="240"/>
                  </a:cubicBezTo>
                  <a:cubicBezTo>
                    <a:pt x="384" y="320"/>
                    <a:pt x="504" y="408"/>
                    <a:pt x="432" y="480"/>
                  </a:cubicBezTo>
                  <a:cubicBezTo>
                    <a:pt x="360" y="552"/>
                    <a:pt x="72" y="640"/>
                    <a:pt x="0" y="672"/>
                  </a:cubicBezTo>
                </a:path>
              </a:pathLst>
            </a:custGeom>
            <a:noFill/>
            <a:ln w="9525">
              <a:solidFill>
                <a:schemeClr val="tx1"/>
              </a:solidFill>
              <a:round/>
              <a:headEnd/>
              <a:tailEnd/>
            </a:ln>
          </p:spPr>
          <p:txBody>
            <a:bodyPr wrap="none" anchor="ctr"/>
            <a:lstStyle/>
            <a:p>
              <a:endParaRPr lang="nl-BE"/>
            </a:p>
          </p:txBody>
        </p:sp>
        <p:sp>
          <p:nvSpPr>
            <p:cNvPr id="12523" name="Freeform 224"/>
            <p:cNvSpPr>
              <a:spLocks/>
            </p:cNvSpPr>
            <p:nvPr/>
          </p:nvSpPr>
          <p:spPr bwMode="auto">
            <a:xfrm>
              <a:off x="657225" y="4137025"/>
              <a:ext cx="5857875" cy="1195388"/>
            </a:xfrm>
            <a:custGeom>
              <a:avLst/>
              <a:gdLst>
                <a:gd name="T0" fmla="*/ 0 w 3690"/>
                <a:gd name="T1" fmla="*/ 2147483647 h 753"/>
                <a:gd name="T2" fmla="*/ 2147483647 w 3690"/>
                <a:gd name="T3" fmla="*/ 0 h 753"/>
                <a:gd name="T4" fmla="*/ 0 w 3690"/>
                <a:gd name="T5" fmla="*/ 2147483647 h 753"/>
                <a:gd name="T6" fmla="*/ 0 w 3690"/>
                <a:gd name="T7" fmla="*/ 2147483647 h 753"/>
                <a:gd name="T8" fmla="*/ 0 w 3690"/>
                <a:gd name="T9" fmla="*/ 2147483647 h 753"/>
                <a:gd name="T10" fmla="*/ 0 60000 65536"/>
                <a:gd name="T11" fmla="*/ 0 60000 65536"/>
                <a:gd name="T12" fmla="*/ 0 60000 65536"/>
                <a:gd name="T13" fmla="*/ 0 60000 65536"/>
                <a:gd name="T14" fmla="*/ 0 60000 65536"/>
                <a:gd name="T15" fmla="*/ 0 w 3690"/>
                <a:gd name="T16" fmla="*/ 0 h 753"/>
                <a:gd name="T17" fmla="*/ 3690 w 3690"/>
                <a:gd name="T18" fmla="*/ 753 h 753"/>
              </a:gdLst>
              <a:ahLst/>
              <a:cxnLst>
                <a:cxn ang="T10">
                  <a:pos x="T0" y="T1"/>
                </a:cxn>
                <a:cxn ang="T11">
                  <a:pos x="T2" y="T3"/>
                </a:cxn>
                <a:cxn ang="T12">
                  <a:pos x="T4" y="T5"/>
                </a:cxn>
                <a:cxn ang="T13">
                  <a:pos x="T6" y="T7"/>
                </a:cxn>
                <a:cxn ang="T14">
                  <a:pos x="T8" y="T9"/>
                </a:cxn>
              </a:cxnLst>
              <a:rect l="T15" t="T16" r="T17" b="T18"/>
              <a:pathLst>
                <a:path w="3690" h="753">
                  <a:moveTo>
                    <a:pt x="0" y="699"/>
                  </a:moveTo>
                  <a:lnTo>
                    <a:pt x="3690" y="0"/>
                  </a:lnTo>
                  <a:lnTo>
                    <a:pt x="0" y="753"/>
                  </a:lnTo>
                  <a:lnTo>
                    <a:pt x="0" y="699"/>
                  </a:lnTo>
                  <a:close/>
                </a:path>
              </a:pathLst>
            </a:custGeom>
            <a:solidFill>
              <a:srgbClr val="FFFF00"/>
            </a:solidFill>
            <a:ln w="9525">
              <a:solidFill>
                <a:schemeClr val="tx1"/>
              </a:solidFill>
              <a:round/>
              <a:headEnd/>
              <a:tailEnd/>
            </a:ln>
          </p:spPr>
          <p:txBody>
            <a:bodyPr wrap="none" anchor="ctr"/>
            <a:lstStyle/>
            <a:p>
              <a:endParaRPr lang="nl-BE"/>
            </a:p>
          </p:txBody>
        </p:sp>
        <p:sp>
          <p:nvSpPr>
            <p:cNvPr id="12524" name="Freeform 225"/>
            <p:cNvSpPr>
              <a:spLocks/>
            </p:cNvSpPr>
            <p:nvPr/>
          </p:nvSpPr>
          <p:spPr bwMode="auto">
            <a:xfrm>
              <a:off x="4038600" y="3441700"/>
              <a:ext cx="1143000" cy="914400"/>
            </a:xfrm>
            <a:custGeom>
              <a:avLst/>
              <a:gdLst>
                <a:gd name="T0" fmla="*/ 2147483647 w 816"/>
                <a:gd name="T1" fmla="*/ 2147483647 h 576"/>
                <a:gd name="T2" fmla="*/ 2147483647 w 816"/>
                <a:gd name="T3" fmla="*/ 2147483647 h 576"/>
                <a:gd name="T4" fmla="*/ 2147483647 w 816"/>
                <a:gd name="T5" fmla="*/ 2147483647 h 576"/>
                <a:gd name="T6" fmla="*/ 2147483647 w 816"/>
                <a:gd name="T7" fmla="*/ 2147483647 h 576"/>
                <a:gd name="T8" fmla="*/ 2147483647 w 816"/>
                <a:gd name="T9" fmla="*/ 2147483647 h 576"/>
                <a:gd name="T10" fmla="*/ 2147483647 w 816"/>
                <a:gd name="T11" fmla="*/ 2147483647 h 576"/>
                <a:gd name="T12" fmla="*/ 2147483647 w 816"/>
                <a:gd name="T13" fmla="*/ 2147483647 h 576"/>
                <a:gd name="T14" fmla="*/ 2147483647 w 816"/>
                <a:gd name="T15" fmla="*/ 2147483647 h 576"/>
                <a:gd name="T16" fmla="*/ 2147483647 w 816"/>
                <a:gd name="T17" fmla="*/ 2147483647 h 576"/>
                <a:gd name="T18" fmla="*/ 2147483647 w 816"/>
                <a:gd name="T19" fmla="*/ 2147483647 h 576"/>
                <a:gd name="T20" fmla="*/ 2147483647 w 816"/>
                <a:gd name="T21" fmla="*/ 2147483647 h 576"/>
                <a:gd name="T22" fmla="*/ 2147483647 w 816"/>
                <a:gd name="T23" fmla="*/ 2147483647 h 576"/>
                <a:gd name="T24" fmla="*/ 2147483647 w 816"/>
                <a:gd name="T25" fmla="*/ 2147483647 h 576"/>
                <a:gd name="T26" fmla="*/ 0 w 816"/>
                <a:gd name="T27" fmla="*/ 2147483647 h 576"/>
                <a:gd name="T28" fmla="*/ 2147483647 w 816"/>
                <a:gd name="T29" fmla="*/ 2147483647 h 576"/>
                <a:gd name="T30" fmla="*/ 2147483647 w 816"/>
                <a:gd name="T31" fmla="*/ 0 h 576"/>
                <a:gd name="T32" fmla="*/ 2147483647 w 816"/>
                <a:gd name="T33" fmla="*/ 2147483647 h 576"/>
                <a:gd name="T34" fmla="*/ 2147483647 w 816"/>
                <a:gd name="T35" fmla="*/ 2147483647 h 576"/>
                <a:gd name="T36" fmla="*/ 2147483647 w 816"/>
                <a:gd name="T37" fmla="*/ 2147483647 h 57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16"/>
                <a:gd name="T58" fmla="*/ 0 h 576"/>
                <a:gd name="T59" fmla="*/ 816 w 816"/>
                <a:gd name="T60" fmla="*/ 576 h 57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16" h="576">
                  <a:moveTo>
                    <a:pt x="384" y="192"/>
                  </a:moveTo>
                  <a:lnTo>
                    <a:pt x="576" y="48"/>
                  </a:lnTo>
                  <a:lnTo>
                    <a:pt x="432" y="240"/>
                  </a:lnTo>
                  <a:lnTo>
                    <a:pt x="576" y="240"/>
                  </a:lnTo>
                  <a:lnTo>
                    <a:pt x="432" y="288"/>
                  </a:lnTo>
                  <a:lnTo>
                    <a:pt x="816" y="384"/>
                  </a:lnTo>
                  <a:lnTo>
                    <a:pt x="432" y="336"/>
                  </a:lnTo>
                  <a:lnTo>
                    <a:pt x="576" y="528"/>
                  </a:lnTo>
                  <a:lnTo>
                    <a:pt x="384" y="384"/>
                  </a:lnTo>
                  <a:lnTo>
                    <a:pt x="336" y="528"/>
                  </a:lnTo>
                  <a:lnTo>
                    <a:pt x="288" y="384"/>
                  </a:lnTo>
                  <a:lnTo>
                    <a:pt x="96" y="576"/>
                  </a:lnTo>
                  <a:lnTo>
                    <a:pt x="240" y="336"/>
                  </a:lnTo>
                  <a:lnTo>
                    <a:pt x="0" y="192"/>
                  </a:lnTo>
                  <a:lnTo>
                    <a:pt x="240" y="240"/>
                  </a:lnTo>
                  <a:lnTo>
                    <a:pt x="192" y="0"/>
                  </a:lnTo>
                  <a:lnTo>
                    <a:pt x="336" y="288"/>
                  </a:lnTo>
                  <a:lnTo>
                    <a:pt x="336" y="96"/>
                  </a:lnTo>
                  <a:lnTo>
                    <a:pt x="384" y="192"/>
                  </a:lnTo>
                  <a:close/>
                </a:path>
              </a:pathLst>
            </a:custGeom>
            <a:solidFill>
              <a:srgbClr val="FFFF00"/>
            </a:solidFill>
            <a:ln w="9525">
              <a:solidFill>
                <a:schemeClr val="tx1"/>
              </a:solidFill>
              <a:round/>
              <a:headEnd/>
              <a:tailEnd/>
            </a:ln>
          </p:spPr>
          <p:txBody>
            <a:bodyPr wrap="none" anchor="ctr"/>
            <a:lstStyle/>
            <a:p>
              <a:endParaRPr lang="nl-BE"/>
            </a:p>
          </p:txBody>
        </p:sp>
        <p:sp>
          <p:nvSpPr>
            <p:cNvPr id="12525" name="Freeform 226"/>
            <p:cNvSpPr>
              <a:spLocks/>
            </p:cNvSpPr>
            <p:nvPr/>
          </p:nvSpPr>
          <p:spPr bwMode="auto">
            <a:xfrm>
              <a:off x="1457325" y="4660900"/>
              <a:ext cx="828675" cy="1127125"/>
            </a:xfrm>
            <a:custGeom>
              <a:avLst/>
              <a:gdLst>
                <a:gd name="T0" fmla="*/ 2147483647 w 720"/>
                <a:gd name="T1" fmla="*/ 0 h 672"/>
                <a:gd name="T2" fmla="*/ 2147483647 w 720"/>
                <a:gd name="T3" fmla="*/ 2147483647 h 672"/>
                <a:gd name="T4" fmla="*/ 2147483647 w 720"/>
                <a:gd name="T5" fmla="*/ 2147483647 h 672"/>
                <a:gd name="T6" fmla="*/ 0 w 720"/>
                <a:gd name="T7" fmla="*/ 2147483647 h 672"/>
                <a:gd name="T8" fmla="*/ 0 60000 65536"/>
                <a:gd name="T9" fmla="*/ 0 60000 65536"/>
                <a:gd name="T10" fmla="*/ 0 60000 65536"/>
                <a:gd name="T11" fmla="*/ 0 60000 65536"/>
                <a:gd name="T12" fmla="*/ 0 w 720"/>
                <a:gd name="T13" fmla="*/ 0 h 672"/>
                <a:gd name="T14" fmla="*/ 720 w 720"/>
                <a:gd name="T15" fmla="*/ 672 h 672"/>
              </a:gdLst>
              <a:ahLst/>
              <a:cxnLst>
                <a:cxn ang="T8">
                  <a:pos x="T0" y="T1"/>
                </a:cxn>
                <a:cxn ang="T9">
                  <a:pos x="T2" y="T3"/>
                </a:cxn>
                <a:cxn ang="T10">
                  <a:pos x="T4" y="T5"/>
                </a:cxn>
                <a:cxn ang="T11">
                  <a:pos x="T6" y="T7"/>
                </a:cxn>
              </a:cxnLst>
              <a:rect l="T12" t="T13" r="T14" b="T15"/>
              <a:pathLst>
                <a:path w="720" h="672">
                  <a:moveTo>
                    <a:pt x="720" y="0"/>
                  </a:moveTo>
                  <a:cubicBezTo>
                    <a:pt x="600" y="80"/>
                    <a:pt x="480" y="160"/>
                    <a:pt x="432" y="240"/>
                  </a:cubicBezTo>
                  <a:cubicBezTo>
                    <a:pt x="384" y="320"/>
                    <a:pt x="504" y="408"/>
                    <a:pt x="432" y="480"/>
                  </a:cubicBezTo>
                  <a:cubicBezTo>
                    <a:pt x="360" y="552"/>
                    <a:pt x="72" y="640"/>
                    <a:pt x="0" y="672"/>
                  </a:cubicBezTo>
                </a:path>
              </a:pathLst>
            </a:custGeom>
            <a:noFill/>
            <a:ln w="9525">
              <a:solidFill>
                <a:schemeClr val="tx1"/>
              </a:solidFill>
              <a:round/>
              <a:headEnd/>
              <a:tailEnd/>
            </a:ln>
          </p:spPr>
          <p:txBody>
            <a:bodyPr wrap="none" anchor="ctr"/>
            <a:lstStyle/>
            <a:p>
              <a:endParaRPr lang="nl-BE"/>
            </a:p>
          </p:txBody>
        </p:sp>
        <p:sp>
          <p:nvSpPr>
            <p:cNvPr id="12526" name="Freeform 227"/>
            <p:cNvSpPr>
              <a:spLocks/>
            </p:cNvSpPr>
            <p:nvPr/>
          </p:nvSpPr>
          <p:spPr bwMode="auto">
            <a:xfrm>
              <a:off x="2297113" y="4813300"/>
              <a:ext cx="827087" cy="1219200"/>
            </a:xfrm>
            <a:custGeom>
              <a:avLst/>
              <a:gdLst>
                <a:gd name="T0" fmla="*/ 2147483647 w 720"/>
                <a:gd name="T1" fmla="*/ 0 h 672"/>
                <a:gd name="T2" fmla="*/ 2147483647 w 720"/>
                <a:gd name="T3" fmla="*/ 2147483647 h 672"/>
                <a:gd name="T4" fmla="*/ 2147483647 w 720"/>
                <a:gd name="T5" fmla="*/ 2147483647 h 672"/>
                <a:gd name="T6" fmla="*/ 0 w 720"/>
                <a:gd name="T7" fmla="*/ 2147483647 h 672"/>
                <a:gd name="T8" fmla="*/ 0 60000 65536"/>
                <a:gd name="T9" fmla="*/ 0 60000 65536"/>
                <a:gd name="T10" fmla="*/ 0 60000 65536"/>
                <a:gd name="T11" fmla="*/ 0 60000 65536"/>
                <a:gd name="T12" fmla="*/ 0 w 720"/>
                <a:gd name="T13" fmla="*/ 0 h 672"/>
                <a:gd name="T14" fmla="*/ 720 w 720"/>
                <a:gd name="T15" fmla="*/ 672 h 672"/>
              </a:gdLst>
              <a:ahLst/>
              <a:cxnLst>
                <a:cxn ang="T8">
                  <a:pos x="T0" y="T1"/>
                </a:cxn>
                <a:cxn ang="T9">
                  <a:pos x="T2" y="T3"/>
                </a:cxn>
                <a:cxn ang="T10">
                  <a:pos x="T4" y="T5"/>
                </a:cxn>
                <a:cxn ang="T11">
                  <a:pos x="T6" y="T7"/>
                </a:cxn>
              </a:cxnLst>
              <a:rect l="T12" t="T13" r="T14" b="T15"/>
              <a:pathLst>
                <a:path w="720" h="672">
                  <a:moveTo>
                    <a:pt x="720" y="0"/>
                  </a:moveTo>
                  <a:cubicBezTo>
                    <a:pt x="600" y="80"/>
                    <a:pt x="480" y="160"/>
                    <a:pt x="432" y="240"/>
                  </a:cubicBezTo>
                  <a:cubicBezTo>
                    <a:pt x="384" y="320"/>
                    <a:pt x="504" y="408"/>
                    <a:pt x="432" y="480"/>
                  </a:cubicBezTo>
                  <a:cubicBezTo>
                    <a:pt x="360" y="552"/>
                    <a:pt x="72" y="640"/>
                    <a:pt x="0" y="672"/>
                  </a:cubicBezTo>
                </a:path>
              </a:pathLst>
            </a:custGeom>
            <a:noFill/>
            <a:ln w="9525">
              <a:solidFill>
                <a:schemeClr val="tx1"/>
              </a:solidFill>
              <a:round/>
              <a:headEnd/>
              <a:tailEnd/>
            </a:ln>
          </p:spPr>
          <p:txBody>
            <a:bodyPr wrap="none" anchor="ctr"/>
            <a:lstStyle/>
            <a:p>
              <a:endParaRPr lang="nl-BE"/>
            </a:p>
          </p:txBody>
        </p:sp>
        <p:sp>
          <p:nvSpPr>
            <p:cNvPr id="12527" name="Freeform 228"/>
            <p:cNvSpPr>
              <a:spLocks/>
            </p:cNvSpPr>
            <p:nvPr/>
          </p:nvSpPr>
          <p:spPr bwMode="auto">
            <a:xfrm>
              <a:off x="2144713" y="4826000"/>
              <a:ext cx="827087" cy="1435100"/>
            </a:xfrm>
            <a:custGeom>
              <a:avLst/>
              <a:gdLst>
                <a:gd name="T0" fmla="*/ 2147483647 w 720"/>
                <a:gd name="T1" fmla="*/ 0 h 672"/>
                <a:gd name="T2" fmla="*/ 2147483647 w 720"/>
                <a:gd name="T3" fmla="*/ 2147483647 h 672"/>
                <a:gd name="T4" fmla="*/ 2147483647 w 720"/>
                <a:gd name="T5" fmla="*/ 2147483647 h 672"/>
                <a:gd name="T6" fmla="*/ 0 w 720"/>
                <a:gd name="T7" fmla="*/ 2147483647 h 672"/>
                <a:gd name="T8" fmla="*/ 0 60000 65536"/>
                <a:gd name="T9" fmla="*/ 0 60000 65536"/>
                <a:gd name="T10" fmla="*/ 0 60000 65536"/>
                <a:gd name="T11" fmla="*/ 0 60000 65536"/>
                <a:gd name="T12" fmla="*/ 0 w 720"/>
                <a:gd name="T13" fmla="*/ 0 h 672"/>
                <a:gd name="T14" fmla="*/ 720 w 720"/>
                <a:gd name="T15" fmla="*/ 672 h 672"/>
              </a:gdLst>
              <a:ahLst/>
              <a:cxnLst>
                <a:cxn ang="T8">
                  <a:pos x="T0" y="T1"/>
                </a:cxn>
                <a:cxn ang="T9">
                  <a:pos x="T2" y="T3"/>
                </a:cxn>
                <a:cxn ang="T10">
                  <a:pos x="T4" y="T5"/>
                </a:cxn>
                <a:cxn ang="T11">
                  <a:pos x="T6" y="T7"/>
                </a:cxn>
              </a:cxnLst>
              <a:rect l="T12" t="T13" r="T14" b="T15"/>
              <a:pathLst>
                <a:path w="720" h="672">
                  <a:moveTo>
                    <a:pt x="720" y="0"/>
                  </a:moveTo>
                  <a:cubicBezTo>
                    <a:pt x="600" y="80"/>
                    <a:pt x="480" y="160"/>
                    <a:pt x="432" y="240"/>
                  </a:cubicBezTo>
                  <a:cubicBezTo>
                    <a:pt x="384" y="320"/>
                    <a:pt x="504" y="408"/>
                    <a:pt x="432" y="480"/>
                  </a:cubicBezTo>
                  <a:cubicBezTo>
                    <a:pt x="360" y="552"/>
                    <a:pt x="72" y="640"/>
                    <a:pt x="0" y="672"/>
                  </a:cubicBezTo>
                </a:path>
              </a:pathLst>
            </a:custGeom>
            <a:noFill/>
            <a:ln w="9525">
              <a:solidFill>
                <a:schemeClr val="tx1"/>
              </a:solidFill>
              <a:round/>
              <a:headEnd/>
              <a:tailEnd/>
            </a:ln>
          </p:spPr>
          <p:txBody>
            <a:bodyPr wrap="none" anchor="ctr"/>
            <a:lstStyle/>
            <a:p>
              <a:endParaRPr lang="nl-BE"/>
            </a:p>
          </p:txBody>
        </p:sp>
        <p:sp>
          <p:nvSpPr>
            <p:cNvPr id="12528" name="Freeform 229"/>
            <p:cNvSpPr>
              <a:spLocks/>
            </p:cNvSpPr>
            <p:nvPr/>
          </p:nvSpPr>
          <p:spPr bwMode="auto">
            <a:xfrm rot="-142965">
              <a:off x="2513013" y="4314825"/>
              <a:ext cx="230187" cy="115888"/>
            </a:xfrm>
            <a:custGeom>
              <a:avLst/>
              <a:gdLst>
                <a:gd name="T0" fmla="*/ 0 w 291"/>
                <a:gd name="T1" fmla="*/ 0 h 219"/>
                <a:gd name="T2" fmla="*/ 2147483647 w 291"/>
                <a:gd name="T3" fmla="*/ 0 h 219"/>
                <a:gd name="T4" fmla="*/ 2147483647 w 291"/>
                <a:gd name="T5" fmla="*/ 2147483647 h 219"/>
                <a:gd name="T6" fmla="*/ 0 w 291"/>
                <a:gd name="T7" fmla="*/ 2147483647 h 219"/>
                <a:gd name="T8" fmla="*/ 0 w 291"/>
                <a:gd name="T9" fmla="*/ 0 h 219"/>
                <a:gd name="T10" fmla="*/ 0 60000 65536"/>
                <a:gd name="T11" fmla="*/ 0 60000 65536"/>
                <a:gd name="T12" fmla="*/ 0 60000 65536"/>
                <a:gd name="T13" fmla="*/ 0 60000 65536"/>
                <a:gd name="T14" fmla="*/ 0 60000 65536"/>
                <a:gd name="T15" fmla="*/ 0 w 291"/>
                <a:gd name="T16" fmla="*/ 0 h 219"/>
                <a:gd name="T17" fmla="*/ 291 w 291"/>
                <a:gd name="T18" fmla="*/ 219 h 219"/>
              </a:gdLst>
              <a:ahLst/>
              <a:cxnLst>
                <a:cxn ang="T10">
                  <a:pos x="T0" y="T1"/>
                </a:cxn>
                <a:cxn ang="T11">
                  <a:pos x="T2" y="T3"/>
                </a:cxn>
                <a:cxn ang="T12">
                  <a:pos x="T4" y="T5"/>
                </a:cxn>
                <a:cxn ang="T13">
                  <a:pos x="T6" y="T7"/>
                </a:cxn>
                <a:cxn ang="T14">
                  <a:pos x="T8" y="T9"/>
                </a:cxn>
              </a:cxnLst>
              <a:rect l="T15" t="T16" r="T17" b="T18"/>
              <a:pathLst>
                <a:path w="291" h="219">
                  <a:moveTo>
                    <a:pt x="0" y="0"/>
                  </a:moveTo>
                  <a:lnTo>
                    <a:pt x="291" y="0"/>
                  </a:lnTo>
                  <a:lnTo>
                    <a:pt x="291" y="219"/>
                  </a:lnTo>
                  <a:lnTo>
                    <a:pt x="0" y="211"/>
                  </a:lnTo>
                  <a:lnTo>
                    <a:pt x="0" y="0"/>
                  </a:lnTo>
                  <a:close/>
                </a:path>
              </a:pathLst>
            </a:custGeom>
            <a:solidFill>
              <a:srgbClr val="808000"/>
            </a:solidFill>
            <a:ln w="6350">
              <a:solidFill>
                <a:srgbClr val="000000"/>
              </a:solidFill>
              <a:prstDash val="solid"/>
              <a:round/>
              <a:headEnd/>
              <a:tailEnd/>
            </a:ln>
          </p:spPr>
          <p:txBody>
            <a:bodyPr/>
            <a:lstStyle/>
            <a:p>
              <a:endParaRPr lang="nl-BE"/>
            </a:p>
          </p:txBody>
        </p:sp>
        <p:sp>
          <p:nvSpPr>
            <p:cNvPr id="12529" name="Freeform 230"/>
            <p:cNvSpPr>
              <a:spLocks/>
            </p:cNvSpPr>
            <p:nvPr/>
          </p:nvSpPr>
          <p:spPr bwMode="auto">
            <a:xfrm rot="-142965">
              <a:off x="2678113" y="4344988"/>
              <a:ext cx="26987" cy="47625"/>
            </a:xfrm>
            <a:custGeom>
              <a:avLst/>
              <a:gdLst>
                <a:gd name="T0" fmla="*/ 2147483647 w 35"/>
                <a:gd name="T1" fmla="*/ 0 h 90"/>
                <a:gd name="T2" fmla="*/ 2147483647 w 35"/>
                <a:gd name="T3" fmla="*/ 0 h 90"/>
                <a:gd name="T4" fmla="*/ 2147483647 w 35"/>
                <a:gd name="T5" fmla="*/ 2147483647 h 90"/>
                <a:gd name="T6" fmla="*/ 2147483647 w 35"/>
                <a:gd name="T7" fmla="*/ 2147483647 h 90"/>
                <a:gd name="T8" fmla="*/ 2147483647 w 35"/>
                <a:gd name="T9" fmla="*/ 2147483647 h 90"/>
                <a:gd name="T10" fmla="*/ 2147483647 w 35"/>
                <a:gd name="T11" fmla="*/ 2147483647 h 90"/>
                <a:gd name="T12" fmla="*/ 2147483647 w 35"/>
                <a:gd name="T13" fmla="*/ 2147483647 h 90"/>
                <a:gd name="T14" fmla="*/ 2147483647 w 35"/>
                <a:gd name="T15" fmla="*/ 2147483647 h 90"/>
                <a:gd name="T16" fmla="*/ 2147483647 w 35"/>
                <a:gd name="T17" fmla="*/ 2147483647 h 90"/>
                <a:gd name="T18" fmla="*/ 0 w 35"/>
                <a:gd name="T19" fmla="*/ 2147483647 h 90"/>
                <a:gd name="T20" fmla="*/ 0 w 35"/>
                <a:gd name="T21" fmla="*/ 2147483647 h 90"/>
                <a:gd name="T22" fmla="*/ 2147483647 w 35"/>
                <a:gd name="T23" fmla="*/ 2147483647 h 90"/>
                <a:gd name="T24" fmla="*/ 2147483647 w 35"/>
                <a:gd name="T25" fmla="*/ 2147483647 h 90"/>
                <a:gd name="T26" fmla="*/ 2147483647 w 35"/>
                <a:gd name="T27" fmla="*/ 2147483647 h 90"/>
                <a:gd name="T28" fmla="*/ 2147483647 w 35"/>
                <a:gd name="T29" fmla="*/ 2147483647 h 90"/>
                <a:gd name="T30" fmla="*/ 2147483647 w 35"/>
                <a:gd name="T31" fmla="*/ 2147483647 h 90"/>
                <a:gd name="T32" fmla="*/ 2147483647 w 35"/>
                <a:gd name="T33" fmla="*/ 2147483647 h 90"/>
                <a:gd name="T34" fmla="*/ 2147483647 w 35"/>
                <a:gd name="T35" fmla="*/ 2147483647 h 90"/>
                <a:gd name="T36" fmla="*/ 2147483647 w 35"/>
                <a:gd name="T37" fmla="*/ 2147483647 h 90"/>
                <a:gd name="T38" fmla="*/ 2147483647 w 35"/>
                <a:gd name="T39" fmla="*/ 2147483647 h 90"/>
                <a:gd name="T40" fmla="*/ 2147483647 w 35"/>
                <a:gd name="T41" fmla="*/ 2147483647 h 90"/>
                <a:gd name="T42" fmla="*/ 0 w 35"/>
                <a:gd name="T43" fmla="*/ 2147483647 h 90"/>
                <a:gd name="T44" fmla="*/ 0 w 35"/>
                <a:gd name="T45" fmla="*/ 2147483647 h 90"/>
                <a:gd name="T46" fmla="*/ 2147483647 w 35"/>
                <a:gd name="T47" fmla="*/ 0 h 9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35"/>
                <a:gd name="T73" fmla="*/ 0 h 90"/>
                <a:gd name="T74" fmla="*/ 35 w 35"/>
                <a:gd name="T75" fmla="*/ 90 h 9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35" h="90">
                  <a:moveTo>
                    <a:pt x="9" y="0"/>
                  </a:moveTo>
                  <a:lnTo>
                    <a:pt x="26" y="0"/>
                  </a:lnTo>
                  <a:lnTo>
                    <a:pt x="35" y="12"/>
                  </a:lnTo>
                  <a:lnTo>
                    <a:pt x="35" y="34"/>
                  </a:lnTo>
                  <a:lnTo>
                    <a:pt x="28" y="45"/>
                  </a:lnTo>
                  <a:lnTo>
                    <a:pt x="35" y="55"/>
                  </a:lnTo>
                  <a:lnTo>
                    <a:pt x="35" y="78"/>
                  </a:lnTo>
                  <a:lnTo>
                    <a:pt x="26" y="90"/>
                  </a:lnTo>
                  <a:lnTo>
                    <a:pt x="9" y="90"/>
                  </a:lnTo>
                  <a:lnTo>
                    <a:pt x="0" y="78"/>
                  </a:lnTo>
                  <a:lnTo>
                    <a:pt x="0" y="67"/>
                  </a:lnTo>
                  <a:lnTo>
                    <a:pt x="12" y="67"/>
                  </a:lnTo>
                  <a:lnTo>
                    <a:pt x="12" y="73"/>
                  </a:lnTo>
                  <a:lnTo>
                    <a:pt x="22" y="73"/>
                  </a:lnTo>
                  <a:lnTo>
                    <a:pt x="22" y="55"/>
                  </a:lnTo>
                  <a:lnTo>
                    <a:pt x="12" y="55"/>
                  </a:lnTo>
                  <a:lnTo>
                    <a:pt x="12" y="34"/>
                  </a:lnTo>
                  <a:lnTo>
                    <a:pt x="22" y="34"/>
                  </a:lnTo>
                  <a:lnTo>
                    <a:pt x="22" y="16"/>
                  </a:lnTo>
                  <a:lnTo>
                    <a:pt x="12" y="16"/>
                  </a:lnTo>
                  <a:lnTo>
                    <a:pt x="12" y="22"/>
                  </a:lnTo>
                  <a:lnTo>
                    <a:pt x="0" y="22"/>
                  </a:lnTo>
                  <a:lnTo>
                    <a:pt x="0" y="12"/>
                  </a:lnTo>
                  <a:lnTo>
                    <a:pt x="9" y="0"/>
                  </a:lnTo>
                  <a:close/>
                </a:path>
              </a:pathLst>
            </a:custGeom>
            <a:solidFill>
              <a:srgbClr val="000040"/>
            </a:solidFill>
            <a:ln w="9525">
              <a:noFill/>
              <a:round/>
              <a:headEnd/>
              <a:tailEnd/>
            </a:ln>
          </p:spPr>
          <p:txBody>
            <a:bodyPr/>
            <a:lstStyle/>
            <a:p>
              <a:endParaRPr lang="nl-BE"/>
            </a:p>
          </p:txBody>
        </p:sp>
        <p:sp>
          <p:nvSpPr>
            <p:cNvPr id="12530" name="Freeform 231"/>
            <p:cNvSpPr>
              <a:spLocks/>
            </p:cNvSpPr>
            <p:nvPr/>
          </p:nvSpPr>
          <p:spPr bwMode="auto">
            <a:xfrm rot="-142965">
              <a:off x="2643188" y="4346575"/>
              <a:ext cx="28575" cy="47625"/>
            </a:xfrm>
            <a:custGeom>
              <a:avLst/>
              <a:gdLst>
                <a:gd name="T0" fmla="*/ 0 w 36"/>
                <a:gd name="T1" fmla="*/ 0 h 91"/>
                <a:gd name="T2" fmla="*/ 2147483647 w 36"/>
                <a:gd name="T3" fmla="*/ 0 h 91"/>
                <a:gd name="T4" fmla="*/ 2147483647 w 36"/>
                <a:gd name="T5" fmla="*/ 2147483647 h 91"/>
                <a:gd name="T6" fmla="*/ 2147483647 w 36"/>
                <a:gd name="T7" fmla="*/ 2147483647 h 91"/>
                <a:gd name="T8" fmla="*/ 2147483647 w 36"/>
                <a:gd name="T9" fmla="*/ 2147483647 h 91"/>
                <a:gd name="T10" fmla="*/ 2147483647 w 36"/>
                <a:gd name="T11" fmla="*/ 2147483647 h 91"/>
                <a:gd name="T12" fmla="*/ 2147483647 w 36"/>
                <a:gd name="T13" fmla="*/ 2147483647 h 91"/>
                <a:gd name="T14" fmla="*/ 2147483647 w 36"/>
                <a:gd name="T15" fmla="*/ 2147483647 h 91"/>
                <a:gd name="T16" fmla="*/ 2147483647 w 36"/>
                <a:gd name="T17" fmla="*/ 2147483647 h 91"/>
                <a:gd name="T18" fmla="*/ 2147483647 w 36"/>
                <a:gd name="T19" fmla="*/ 2147483647 h 91"/>
                <a:gd name="T20" fmla="*/ 0 w 36"/>
                <a:gd name="T21" fmla="*/ 2147483647 h 91"/>
                <a:gd name="T22" fmla="*/ 0 w 36"/>
                <a:gd name="T23" fmla="*/ 2147483647 h 91"/>
                <a:gd name="T24" fmla="*/ 2147483647 w 36"/>
                <a:gd name="T25" fmla="*/ 2147483647 h 91"/>
                <a:gd name="T26" fmla="*/ 2147483647 w 36"/>
                <a:gd name="T27" fmla="*/ 2147483647 h 91"/>
                <a:gd name="T28" fmla="*/ 2147483647 w 36"/>
                <a:gd name="T29" fmla="*/ 2147483647 h 91"/>
                <a:gd name="T30" fmla="*/ 2147483647 w 36"/>
                <a:gd name="T31" fmla="*/ 2147483647 h 91"/>
                <a:gd name="T32" fmla="*/ 2147483647 w 36"/>
                <a:gd name="T33" fmla="*/ 2147483647 h 91"/>
                <a:gd name="T34" fmla="*/ 0 w 36"/>
                <a:gd name="T35" fmla="*/ 2147483647 h 91"/>
                <a:gd name="T36" fmla="*/ 0 w 36"/>
                <a:gd name="T37" fmla="*/ 0 h 9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6"/>
                <a:gd name="T58" fmla="*/ 0 h 91"/>
                <a:gd name="T59" fmla="*/ 36 w 36"/>
                <a:gd name="T60" fmla="*/ 91 h 9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6" h="91">
                  <a:moveTo>
                    <a:pt x="0" y="0"/>
                  </a:moveTo>
                  <a:lnTo>
                    <a:pt x="34" y="0"/>
                  </a:lnTo>
                  <a:lnTo>
                    <a:pt x="34" y="19"/>
                  </a:lnTo>
                  <a:lnTo>
                    <a:pt x="13" y="19"/>
                  </a:lnTo>
                  <a:lnTo>
                    <a:pt x="13" y="30"/>
                  </a:lnTo>
                  <a:lnTo>
                    <a:pt x="26" y="30"/>
                  </a:lnTo>
                  <a:lnTo>
                    <a:pt x="36" y="45"/>
                  </a:lnTo>
                  <a:lnTo>
                    <a:pt x="36" y="76"/>
                  </a:lnTo>
                  <a:lnTo>
                    <a:pt x="26" y="91"/>
                  </a:lnTo>
                  <a:lnTo>
                    <a:pt x="9" y="91"/>
                  </a:lnTo>
                  <a:lnTo>
                    <a:pt x="0" y="76"/>
                  </a:lnTo>
                  <a:lnTo>
                    <a:pt x="0" y="63"/>
                  </a:lnTo>
                  <a:lnTo>
                    <a:pt x="13" y="63"/>
                  </a:lnTo>
                  <a:lnTo>
                    <a:pt x="13" y="73"/>
                  </a:lnTo>
                  <a:lnTo>
                    <a:pt x="23" y="73"/>
                  </a:lnTo>
                  <a:lnTo>
                    <a:pt x="23" y="48"/>
                  </a:lnTo>
                  <a:lnTo>
                    <a:pt x="9" y="48"/>
                  </a:lnTo>
                  <a:lnTo>
                    <a:pt x="0" y="33"/>
                  </a:lnTo>
                  <a:lnTo>
                    <a:pt x="0" y="0"/>
                  </a:lnTo>
                  <a:close/>
                </a:path>
              </a:pathLst>
            </a:custGeom>
            <a:solidFill>
              <a:srgbClr val="000040"/>
            </a:solidFill>
            <a:ln w="9525">
              <a:noFill/>
              <a:round/>
              <a:headEnd/>
              <a:tailEnd/>
            </a:ln>
          </p:spPr>
          <p:txBody>
            <a:bodyPr/>
            <a:lstStyle/>
            <a:p>
              <a:endParaRPr lang="nl-BE"/>
            </a:p>
          </p:txBody>
        </p:sp>
        <p:sp>
          <p:nvSpPr>
            <p:cNvPr id="12531" name="Freeform 232"/>
            <p:cNvSpPr>
              <a:spLocks/>
            </p:cNvSpPr>
            <p:nvPr/>
          </p:nvSpPr>
          <p:spPr bwMode="auto">
            <a:xfrm rot="-142965">
              <a:off x="2549525" y="4349750"/>
              <a:ext cx="33338" cy="47625"/>
            </a:xfrm>
            <a:custGeom>
              <a:avLst/>
              <a:gdLst>
                <a:gd name="T0" fmla="*/ 2147483647 w 41"/>
                <a:gd name="T1" fmla="*/ 0 h 90"/>
                <a:gd name="T2" fmla="*/ 2147483647 w 41"/>
                <a:gd name="T3" fmla="*/ 0 h 90"/>
                <a:gd name="T4" fmla="*/ 2147483647 w 41"/>
                <a:gd name="T5" fmla="*/ 2147483647 h 90"/>
                <a:gd name="T6" fmla="*/ 2147483647 w 41"/>
                <a:gd name="T7" fmla="*/ 2147483647 h 90"/>
                <a:gd name="T8" fmla="*/ 2147483647 w 41"/>
                <a:gd name="T9" fmla="*/ 2147483647 h 90"/>
                <a:gd name="T10" fmla="*/ 2147483647 w 41"/>
                <a:gd name="T11" fmla="*/ 2147483647 h 90"/>
                <a:gd name="T12" fmla="*/ 2147483647 w 41"/>
                <a:gd name="T13" fmla="*/ 2147483647 h 90"/>
                <a:gd name="T14" fmla="*/ 2147483647 w 41"/>
                <a:gd name="T15" fmla="*/ 2147483647 h 90"/>
                <a:gd name="T16" fmla="*/ 2147483647 w 41"/>
                <a:gd name="T17" fmla="*/ 2147483647 h 90"/>
                <a:gd name="T18" fmla="*/ 2147483647 w 41"/>
                <a:gd name="T19" fmla="*/ 2147483647 h 90"/>
                <a:gd name="T20" fmla="*/ 2147483647 w 41"/>
                <a:gd name="T21" fmla="*/ 2147483647 h 90"/>
                <a:gd name="T22" fmla="*/ 2147483647 w 41"/>
                <a:gd name="T23" fmla="*/ 2147483647 h 90"/>
                <a:gd name="T24" fmla="*/ 0 w 41"/>
                <a:gd name="T25" fmla="*/ 2147483647 h 90"/>
                <a:gd name="T26" fmla="*/ 2147483647 w 41"/>
                <a:gd name="T27" fmla="*/ 0 h 9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1"/>
                <a:gd name="T43" fmla="*/ 0 h 90"/>
                <a:gd name="T44" fmla="*/ 41 w 41"/>
                <a:gd name="T45" fmla="*/ 90 h 9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1" h="90">
                  <a:moveTo>
                    <a:pt x="10" y="0"/>
                  </a:moveTo>
                  <a:lnTo>
                    <a:pt x="30" y="0"/>
                  </a:lnTo>
                  <a:lnTo>
                    <a:pt x="41" y="90"/>
                  </a:lnTo>
                  <a:lnTo>
                    <a:pt x="27" y="90"/>
                  </a:lnTo>
                  <a:lnTo>
                    <a:pt x="25" y="72"/>
                  </a:lnTo>
                  <a:lnTo>
                    <a:pt x="25" y="58"/>
                  </a:lnTo>
                  <a:lnTo>
                    <a:pt x="20" y="15"/>
                  </a:lnTo>
                  <a:lnTo>
                    <a:pt x="15" y="58"/>
                  </a:lnTo>
                  <a:lnTo>
                    <a:pt x="25" y="58"/>
                  </a:lnTo>
                  <a:lnTo>
                    <a:pt x="25" y="72"/>
                  </a:lnTo>
                  <a:lnTo>
                    <a:pt x="15" y="72"/>
                  </a:lnTo>
                  <a:lnTo>
                    <a:pt x="13" y="90"/>
                  </a:lnTo>
                  <a:lnTo>
                    <a:pt x="0" y="90"/>
                  </a:lnTo>
                  <a:lnTo>
                    <a:pt x="10" y="0"/>
                  </a:lnTo>
                  <a:close/>
                </a:path>
              </a:pathLst>
            </a:custGeom>
            <a:solidFill>
              <a:srgbClr val="000040"/>
            </a:solidFill>
            <a:ln w="9525">
              <a:noFill/>
              <a:round/>
              <a:headEnd/>
              <a:tailEnd/>
            </a:ln>
          </p:spPr>
          <p:txBody>
            <a:bodyPr/>
            <a:lstStyle/>
            <a:p>
              <a:endParaRPr lang="nl-BE"/>
            </a:p>
          </p:txBody>
        </p:sp>
        <p:sp>
          <p:nvSpPr>
            <p:cNvPr id="12532" name="Freeform 233"/>
            <p:cNvSpPr>
              <a:spLocks/>
            </p:cNvSpPr>
            <p:nvPr/>
          </p:nvSpPr>
          <p:spPr bwMode="auto">
            <a:xfrm rot="-142965">
              <a:off x="2581275" y="4348163"/>
              <a:ext cx="53975" cy="47625"/>
            </a:xfrm>
            <a:custGeom>
              <a:avLst/>
              <a:gdLst>
                <a:gd name="T0" fmla="*/ 0 w 67"/>
                <a:gd name="T1" fmla="*/ 0 h 90"/>
                <a:gd name="T2" fmla="*/ 2147483647 w 67"/>
                <a:gd name="T3" fmla="*/ 0 h 90"/>
                <a:gd name="T4" fmla="*/ 2147483647 w 67"/>
                <a:gd name="T5" fmla="*/ 2147483647 h 90"/>
                <a:gd name="T6" fmla="*/ 2147483647 w 67"/>
                <a:gd name="T7" fmla="*/ 0 h 90"/>
                <a:gd name="T8" fmla="*/ 2147483647 w 67"/>
                <a:gd name="T9" fmla="*/ 0 h 90"/>
                <a:gd name="T10" fmla="*/ 2147483647 w 67"/>
                <a:gd name="T11" fmla="*/ 2147483647 h 90"/>
                <a:gd name="T12" fmla="*/ 2147483647 w 67"/>
                <a:gd name="T13" fmla="*/ 0 h 90"/>
                <a:gd name="T14" fmla="*/ 2147483647 w 67"/>
                <a:gd name="T15" fmla="*/ 0 h 90"/>
                <a:gd name="T16" fmla="*/ 2147483647 w 67"/>
                <a:gd name="T17" fmla="*/ 2147483647 h 90"/>
                <a:gd name="T18" fmla="*/ 2147483647 w 67"/>
                <a:gd name="T19" fmla="*/ 2147483647 h 90"/>
                <a:gd name="T20" fmla="*/ 2147483647 w 67"/>
                <a:gd name="T21" fmla="*/ 2147483647 h 90"/>
                <a:gd name="T22" fmla="*/ 2147483647 w 67"/>
                <a:gd name="T23" fmla="*/ 2147483647 h 90"/>
                <a:gd name="T24" fmla="*/ 2147483647 w 67"/>
                <a:gd name="T25" fmla="*/ 2147483647 h 90"/>
                <a:gd name="T26" fmla="*/ 0 w 67"/>
                <a:gd name="T27" fmla="*/ 0 h 9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7"/>
                <a:gd name="T43" fmla="*/ 0 h 90"/>
                <a:gd name="T44" fmla="*/ 67 w 67"/>
                <a:gd name="T45" fmla="*/ 90 h 9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7" h="90">
                  <a:moveTo>
                    <a:pt x="0" y="0"/>
                  </a:moveTo>
                  <a:lnTo>
                    <a:pt x="15" y="0"/>
                  </a:lnTo>
                  <a:lnTo>
                    <a:pt x="20" y="58"/>
                  </a:lnTo>
                  <a:lnTo>
                    <a:pt x="27" y="0"/>
                  </a:lnTo>
                  <a:lnTo>
                    <a:pt x="40" y="0"/>
                  </a:lnTo>
                  <a:lnTo>
                    <a:pt x="47" y="60"/>
                  </a:lnTo>
                  <a:lnTo>
                    <a:pt x="52" y="0"/>
                  </a:lnTo>
                  <a:lnTo>
                    <a:pt x="67" y="0"/>
                  </a:lnTo>
                  <a:lnTo>
                    <a:pt x="57" y="90"/>
                  </a:lnTo>
                  <a:lnTo>
                    <a:pt x="39" y="90"/>
                  </a:lnTo>
                  <a:lnTo>
                    <a:pt x="33" y="52"/>
                  </a:lnTo>
                  <a:lnTo>
                    <a:pt x="30" y="90"/>
                  </a:lnTo>
                  <a:lnTo>
                    <a:pt x="10" y="90"/>
                  </a:lnTo>
                  <a:lnTo>
                    <a:pt x="0" y="0"/>
                  </a:lnTo>
                  <a:close/>
                </a:path>
              </a:pathLst>
            </a:custGeom>
            <a:solidFill>
              <a:srgbClr val="000040"/>
            </a:solidFill>
            <a:ln w="9525">
              <a:noFill/>
              <a:round/>
              <a:headEnd/>
              <a:tailEnd/>
            </a:ln>
          </p:spPr>
          <p:txBody>
            <a:bodyPr/>
            <a:lstStyle/>
            <a:p>
              <a:endParaRPr lang="nl-BE"/>
            </a:p>
          </p:txBody>
        </p:sp>
        <p:sp>
          <p:nvSpPr>
            <p:cNvPr id="12533" name="Line 234"/>
            <p:cNvSpPr>
              <a:spLocks noChangeShapeType="1"/>
            </p:cNvSpPr>
            <p:nvPr/>
          </p:nvSpPr>
          <p:spPr bwMode="auto">
            <a:xfrm rot="-142965">
              <a:off x="2522538" y="4325938"/>
              <a:ext cx="212725" cy="1587"/>
            </a:xfrm>
            <a:prstGeom prst="line">
              <a:avLst/>
            </a:prstGeom>
            <a:noFill/>
            <a:ln w="6350">
              <a:solidFill>
                <a:srgbClr val="000040"/>
              </a:solidFill>
              <a:round/>
              <a:headEnd/>
              <a:tailEnd/>
            </a:ln>
          </p:spPr>
          <p:txBody>
            <a:bodyPr/>
            <a:lstStyle/>
            <a:p>
              <a:endParaRPr lang="nl-BE"/>
            </a:p>
          </p:txBody>
        </p:sp>
        <p:sp>
          <p:nvSpPr>
            <p:cNvPr id="12534" name="Line 235"/>
            <p:cNvSpPr>
              <a:spLocks noChangeShapeType="1"/>
            </p:cNvSpPr>
            <p:nvPr/>
          </p:nvSpPr>
          <p:spPr bwMode="auto">
            <a:xfrm rot="-142965">
              <a:off x="2528888" y="4416425"/>
              <a:ext cx="73025" cy="1588"/>
            </a:xfrm>
            <a:prstGeom prst="line">
              <a:avLst/>
            </a:prstGeom>
            <a:noFill/>
            <a:ln w="6350">
              <a:solidFill>
                <a:srgbClr val="000040"/>
              </a:solidFill>
              <a:round/>
              <a:headEnd/>
              <a:tailEnd/>
            </a:ln>
          </p:spPr>
          <p:txBody>
            <a:bodyPr/>
            <a:lstStyle/>
            <a:p>
              <a:endParaRPr lang="nl-BE"/>
            </a:p>
          </p:txBody>
        </p:sp>
        <p:sp>
          <p:nvSpPr>
            <p:cNvPr id="12535" name="Line 236"/>
            <p:cNvSpPr>
              <a:spLocks noChangeShapeType="1"/>
            </p:cNvSpPr>
            <p:nvPr/>
          </p:nvSpPr>
          <p:spPr bwMode="auto">
            <a:xfrm rot="-142965">
              <a:off x="2630488" y="4411663"/>
              <a:ext cx="109537" cy="1587"/>
            </a:xfrm>
            <a:prstGeom prst="line">
              <a:avLst/>
            </a:prstGeom>
            <a:noFill/>
            <a:ln w="6350">
              <a:solidFill>
                <a:srgbClr val="000040"/>
              </a:solidFill>
              <a:round/>
              <a:headEnd/>
              <a:tailEnd/>
            </a:ln>
          </p:spPr>
          <p:txBody>
            <a:bodyPr/>
            <a:lstStyle/>
            <a:p>
              <a:endParaRPr lang="nl-BE"/>
            </a:p>
          </p:txBody>
        </p:sp>
        <p:sp>
          <p:nvSpPr>
            <p:cNvPr id="12536" name="Oval 237"/>
            <p:cNvSpPr>
              <a:spLocks noChangeArrowheads="1"/>
            </p:cNvSpPr>
            <p:nvPr/>
          </p:nvSpPr>
          <p:spPr bwMode="auto">
            <a:xfrm rot="-142965">
              <a:off x="2566988" y="4305300"/>
              <a:ext cx="4762" cy="4763"/>
            </a:xfrm>
            <a:prstGeom prst="ellipse">
              <a:avLst/>
            </a:prstGeom>
            <a:solidFill>
              <a:srgbClr val="808080"/>
            </a:solidFill>
            <a:ln w="6350">
              <a:solidFill>
                <a:srgbClr val="202020"/>
              </a:solidFill>
              <a:round/>
              <a:headEnd/>
              <a:tailEnd/>
            </a:ln>
          </p:spPr>
          <p:txBody>
            <a:bodyPr/>
            <a:lstStyle/>
            <a:p>
              <a:pPr algn="ctr" eaLnBrk="0" hangingPunct="0"/>
              <a:endParaRPr lang="nl-BE"/>
            </a:p>
          </p:txBody>
        </p:sp>
        <p:sp>
          <p:nvSpPr>
            <p:cNvPr id="12537" name="Oval 238"/>
            <p:cNvSpPr>
              <a:spLocks noChangeArrowheads="1"/>
            </p:cNvSpPr>
            <p:nvPr/>
          </p:nvSpPr>
          <p:spPr bwMode="auto">
            <a:xfrm rot="-142965">
              <a:off x="2682875" y="4300538"/>
              <a:ext cx="6350" cy="4762"/>
            </a:xfrm>
            <a:prstGeom prst="ellipse">
              <a:avLst/>
            </a:prstGeom>
            <a:solidFill>
              <a:srgbClr val="808080"/>
            </a:solidFill>
            <a:ln w="6350">
              <a:solidFill>
                <a:srgbClr val="202020"/>
              </a:solidFill>
              <a:round/>
              <a:headEnd/>
              <a:tailEnd/>
            </a:ln>
          </p:spPr>
          <p:txBody>
            <a:bodyPr/>
            <a:lstStyle/>
            <a:p>
              <a:pPr algn="ctr" eaLnBrk="0" hangingPunct="0"/>
              <a:endParaRPr lang="nl-BE"/>
            </a:p>
          </p:txBody>
        </p:sp>
        <p:sp>
          <p:nvSpPr>
            <p:cNvPr id="12538" name="Freeform 239"/>
            <p:cNvSpPr>
              <a:spLocks/>
            </p:cNvSpPr>
            <p:nvPr/>
          </p:nvSpPr>
          <p:spPr bwMode="auto">
            <a:xfrm rot="-155667">
              <a:off x="2255838" y="4211638"/>
              <a:ext cx="2368550" cy="327025"/>
            </a:xfrm>
            <a:custGeom>
              <a:avLst/>
              <a:gdLst>
                <a:gd name="T0" fmla="*/ 2147483647 w 3610"/>
                <a:gd name="T1" fmla="*/ 0 h 746"/>
                <a:gd name="T2" fmla="*/ 2147483647 w 3610"/>
                <a:gd name="T3" fmla="*/ 2147483647 h 746"/>
                <a:gd name="T4" fmla="*/ 2147483647 w 3610"/>
                <a:gd name="T5" fmla="*/ 2147483647 h 746"/>
                <a:gd name="T6" fmla="*/ 2147483647 w 3610"/>
                <a:gd name="T7" fmla="*/ 2147483647 h 746"/>
                <a:gd name="T8" fmla="*/ 2147483647 w 3610"/>
                <a:gd name="T9" fmla="*/ 2147483647 h 746"/>
                <a:gd name="T10" fmla="*/ 2147483647 w 3610"/>
                <a:gd name="T11" fmla="*/ 2147483647 h 746"/>
                <a:gd name="T12" fmla="*/ 2147483647 w 3610"/>
                <a:gd name="T13" fmla="*/ 2147483647 h 746"/>
                <a:gd name="T14" fmla="*/ 2147483647 w 3610"/>
                <a:gd name="T15" fmla="*/ 2147483647 h 746"/>
                <a:gd name="T16" fmla="*/ 2147483647 w 3610"/>
                <a:gd name="T17" fmla="*/ 2147483647 h 746"/>
                <a:gd name="T18" fmla="*/ 2147483647 w 3610"/>
                <a:gd name="T19" fmla="*/ 2147483647 h 746"/>
                <a:gd name="T20" fmla="*/ 2147483647 w 3610"/>
                <a:gd name="T21" fmla="*/ 2147483647 h 746"/>
                <a:gd name="T22" fmla="*/ 2147483647 w 3610"/>
                <a:gd name="T23" fmla="*/ 2147483647 h 746"/>
                <a:gd name="T24" fmla="*/ 2147483647 w 3610"/>
                <a:gd name="T25" fmla="*/ 2147483647 h 746"/>
                <a:gd name="T26" fmla="*/ 2147483647 w 3610"/>
                <a:gd name="T27" fmla="*/ 2147483647 h 746"/>
                <a:gd name="T28" fmla="*/ 2147483647 w 3610"/>
                <a:gd name="T29" fmla="*/ 2147483647 h 746"/>
                <a:gd name="T30" fmla="*/ 2147483647 w 3610"/>
                <a:gd name="T31" fmla="*/ 2147483647 h 746"/>
                <a:gd name="T32" fmla="*/ 2147483647 w 3610"/>
                <a:gd name="T33" fmla="*/ 2147483647 h 746"/>
                <a:gd name="T34" fmla="*/ 2147483647 w 3610"/>
                <a:gd name="T35" fmla="*/ 2147483647 h 746"/>
                <a:gd name="T36" fmla="*/ 2147483647 w 3610"/>
                <a:gd name="T37" fmla="*/ 2147483647 h 746"/>
                <a:gd name="T38" fmla="*/ 2147483647 w 3610"/>
                <a:gd name="T39" fmla="*/ 2147483647 h 746"/>
                <a:gd name="T40" fmla="*/ 2147483647 w 3610"/>
                <a:gd name="T41" fmla="*/ 2147483647 h 746"/>
                <a:gd name="T42" fmla="*/ 2147483647 w 3610"/>
                <a:gd name="T43" fmla="*/ 2147483647 h 746"/>
                <a:gd name="T44" fmla="*/ 2147483647 w 3610"/>
                <a:gd name="T45" fmla="*/ 2147483647 h 746"/>
                <a:gd name="T46" fmla="*/ 2147483647 w 3610"/>
                <a:gd name="T47" fmla="*/ 2147483647 h 746"/>
                <a:gd name="T48" fmla="*/ 2147483647 w 3610"/>
                <a:gd name="T49" fmla="*/ 2147483647 h 746"/>
                <a:gd name="T50" fmla="*/ 2147483647 w 3610"/>
                <a:gd name="T51" fmla="*/ 2147483647 h 746"/>
                <a:gd name="T52" fmla="*/ 2147483647 w 3610"/>
                <a:gd name="T53" fmla="*/ 2147483647 h 746"/>
                <a:gd name="T54" fmla="*/ 2147483647 w 3610"/>
                <a:gd name="T55" fmla="*/ 2147483647 h 746"/>
                <a:gd name="T56" fmla="*/ 2147483647 w 3610"/>
                <a:gd name="T57" fmla="*/ 2147483647 h 746"/>
                <a:gd name="T58" fmla="*/ 2147483647 w 3610"/>
                <a:gd name="T59" fmla="*/ 2147483647 h 746"/>
                <a:gd name="T60" fmla="*/ 2147483647 w 3610"/>
                <a:gd name="T61" fmla="*/ 2147483647 h 746"/>
                <a:gd name="T62" fmla="*/ 2147483647 w 3610"/>
                <a:gd name="T63" fmla="*/ 2147483647 h 746"/>
                <a:gd name="T64" fmla="*/ 2147483647 w 3610"/>
                <a:gd name="T65" fmla="*/ 2147483647 h 746"/>
                <a:gd name="T66" fmla="*/ 2147483647 w 3610"/>
                <a:gd name="T67" fmla="*/ 2147483647 h 746"/>
                <a:gd name="T68" fmla="*/ 2147483647 w 3610"/>
                <a:gd name="T69" fmla="*/ 2147483647 h 746"/>
                <a:gd name="T70" fmla="*/ 2147483647 w 3610"/>
                <a:gd name="T71" fmla="*/ 2147483647 h 746"/>
                <a:gd name="T72" fmla="*/ 2147483647 w 3610"/>
                <a:gd name="T73" fmla="*/ 2147483647 h 746"/>
                <a:gd name="T74" fmla="*/ 2147483647 w 3610"/>
                <a:gd name="T75" fmla="*/ 2147483647 h 746"/>
                <a:gd name="T76" fmla="*/ 0 w 3610"/>
                <a:gd name="T77" fmla="*/ 2147483647 h 746"/>
                <a:gd name="T78" fmla="*/ 0 w 3610"/>
                <a:gd name="T79" fmla="*/ 2147483647 h 746"/>
                <a:gd name="T80" fmla="*/ 2147483647 w 3610"/>
                <a:gd name="T81" fmla="*/ 0 h 74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610"/>
                <a:gd name="T124" fmla="*/ 0 h 746"/>
                <a:gd name="T125" fmla="*/ 3610 w 3610"/>
                <a:gd name="T126" fmla="*/ 746 h 74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610" h="746">
                  <a:moveTo>
                    <a:pt x="3610" y="0"/>
                  </a:moveTo>
                  <a:lnTo>
                    <a:pt x="3610" y="282"/>
                  </a:lnTo>
                  <a:lnTo>
                    <a:pt x="3554" y="240"/>
                  </a:lnTo>
                  <a:lnTo>
                    <a:pt x="3179" y="249"/>
                  </a:lnTo>
                  <a:lnTo>
                    <a:pt x="3147" y="297"/>
                  </a:lnTo>
                  <a:lnTo>
                    <a:pt x="3110" y="344"/>
                  </a:lnTo>
                  <a:lnTo>
                    <a:pt x="3110" y="311"/>
                  </a:lnTo>
                  <a:lnTo>
                    <a:pt x="3138" y="282"/>
                  </a:lnTo>
                  <a:lnTo>
                    <a:pt x="3154" y="246"/>
                  </a:lnTo>
                  <a:lnTo>
                    <a:pt x="3043" y="260"/>
                  </a:lnTo>
                  <a:lnTo>
                    <a:pt x="2773" y="389"/>
                  </a:lnTo>
                  <a:lnTo>
                    <a:pt x="2638" y="564"/>
                  </a:lnTo>
                  <a:lnTo>
                    <a:pt x="2491" y="585"/>
                  </a:lnTo>
                  <a:lnTo>
                    <a:pt x="2387" y="578"/>
                  </a:lnTo>
                  <a:lnTo>
                    <a:pt x="2363" y="516"/>
                  </a:lnTo>
                  <a:lnTo>
                    <a:pt x="2330" y="438"/>
                  </a:lnTo>
                  <a:lnTo>
                    <a:pt x="2330" y="353"/>
                  </a:lnTo>
                  <a:lnTo>
                    <a:pt x="2245" y="381"/>
                  </a:lnTo>
                  <a:lnTo>
                    <a:pt x="2250" y="423"/>
                  </a:lnTo>
                  <a:lnTo>
                    <a:pt x="2198" y="417"/>
                  </a:lnTo>
                  <a:lnTo>
                    <a:pt x="2188" y="501"/>
                  </a:lnTo>
                  <a:lnTo>
                    <a:pt x="2141" y="572"/>
                  </a:lnTo>
                  <a:lnTo>
                    <a:pt x="2084" y="621"/>
                  </a:lnTo>
                  <a:lnTo>
                    <a:pt x="2019" y="650"/>
                  </a:lnTo>
                  <a:lnTo>
                    <a:pt x="1891" y="663"/>
                  </a:lnTo>
                  <a:lnTo>
                    <a:pt x="1763" y="635"/>
                  </a:lnTo>
                  <a:lnTo>
                    <a:pt x="1705" y="614"/>
                  </a:lnTo>
                  <a:lnTo>
                    <a:pt x="1648" y="516"/>
                  </a:lnTo>
                  <a:lnTo>
                    <a:pt x="1403" y="540"/>
                  </a:lnTo>
                  <a:lnTo>
                    <a:pt x="1337" y="687"/>
                  </a:lnTo>
                  <a:lnTo>
                    <a:pt x="1247" y="737"/>
                  </a:lnTo>
                  <a:lnTo>
                    <a:pt x="1128" y="737"/>
                  </a:lnTo>
                  <a:lnTo>
                    <a:pt x="1020" y="744"/>
                  </a:lnTo>
                  <a:lnTo>
                    <a:pt x="982" y="746"/>
                  </a:lnTo>
                  <a:lnTo>
                    <a:pt x="949" y="723"/>
                  </a:lnTo>
                  <a:lnTo>
                    <a:pt x="928" y="689"/>
                  </a:lnTo>
                  <a:lnTo>
                    <a:pt x="925" y="623"/>
                  </a:lnTo>
                  <a:lnTo>
                    <a:pt x="785" y="674"/>
                  </a:lnTo>
                  <a:lnTo>
                    <a:pt x="0" y="666"/>
                  </a:lnTo>
                  <a:lnTo>
                    <a:pt x="0" y="89"/>
                  </a:lnTo>
                  <a:lnTo>
                    <a:pt x="3610" y="0"/>
                  </a:lnTo>
                  <a:close/>
                </a:path>
              </a:pathLst>
            </a:custGeom>
            <a:solidFill>
              <a:srgbClr val="202020"/>
            </a:solidFill>
            <a:ln w="9525">
              <a:noFill/>
              <a:round/>
              <a:headEnd/>
              <a:tailEnd/>
            </a:ln>
          </p:spPr>
          <p:txBody>
            <a:bodyPr/>
            <a:lstStyle/>
            <a:p>
              <a:endParaRPr lang="nl-BE"/>
            </a:p>
          </p:txBody>
        </p:sp>
        <p:sp>
          <p:nvSpPr>
            <p:cNvPr id="12539" name="Freeform 240"/>
            <p:cNvSpPr>
              <a:spLocks/>
            </p:cNvSpPr>
            <p:nvPr/>
          </p:nvSpPr>
          <p:spPr bwMode="auto">
            <a:xfrm rot="-155667">
              <a:off x="3235325" y="4283075"/>
              <a:ext cx="201613" cy="393700"/>
            </a:xfrm>
            <a:custGeom>
              <a:avLst/>
              <a:gdLst>
                <a:gd name="T0" fmla="*/ 2147483647 w 307"/>
                <a:gd name="T1" fmla="*/ 0 h 904"/>
                <a:gd name="T2" fmla="*/ 2147483647 w 307"/>
                <a:gd name="T3" fmla="*/ 0 h 904"/>
                <a:gd name="T4" fmla="*/ 2147483647 w 307"/>
                <a:gd name="T5" fmla="*/ 2147483647 h 904"/>
                <a:gd name="T6" fmla="*/ 2147483647 w 307"/>
                <a:gd name="T7" fmla="*/ 2147483647 h 904"/>
                <a:gd name="T8" fmla="*/ 2147483647 w 307"/>
                <a:gd name="T9" fmla="*/ 2147483647 h 904"/>
                <a:gd name="T10" fmla="*/ 2147483647 w 307"/>
                <a:gd name="T11" fmla="*/ 2147483647 h 904"/>
                <a:gd name="T12" fmla="*/ 2147483647 w 307"/>
                <a:gd name="T13" fmla="*/ 2147483647 h 904"/>
                <a:gd name="T14" fmla="*/ 2147483647 w 307"/>
                <a:gd name="T15" fmla="*/ 2147483647 h 904"/>
                <a:gd name="T16" fmla="*/ 2147483647 w 307"/>
                <a:gd name="T17" fmla="*/ 2147483647 h 904"/>
                <a:gd name="T18" fmla="*/ 2147483647 w 307"/>
                <a:gd name="T19" fmla="*/ 2147483647 h 904"/>
                <a:gd name="T20" fmla="*/ 2147483647 w 307"/>
                <a:gd name="T21" fmla="*/ 2147483647 h 904"/>
                <a:gd name="T22" fmla="*/ 2147483647 w 307"/>
                <a:gd name="T23" fmla="*/ 2147483647 h 904"/>
                <a:gd name="T24" fmla="*/ 2147483647 w 307"/>
                <a:gd name="T25" fmla="*/ 2147483647 h 904"/>
                <a:gd name="T26" fmla="*/ 2147483647 w 307"/>
                <a:gd name="T27" fmla="*/ 2147483647 h 904"/>
                <a:gd name="T28" fmla="*/ 2147483647 w 307"/>
                <a:gd name="T29" fmla="*/ 2147483647 h 904"/>
                <a:gd name="T30" fmla="*/ 2147483647 w 307"/>
                <a:gd name="T31" fmla="*/ 2147483647 h 904"/>
                <a:gd name="T32" fmla="*/ 2147483647 w 307"/>
                <a:gd name="T33" fmla="*/ 2147483647 h 904"/>
                <a:gd name="T34" fmla="*/ 2147483647 w 307"/>
                <a:gd name="T35" fmla="*/ 2147483647 h 904"/>
                <a:gd name="T36" fmla="*/ 2147483647 w 307"/>
                <a:gd name="T37" fmla="*/ 2147483647 h 904"/>
                <a:gd name="T38" fmla="*/ 2147483647 w 307"/>
                <a:gd name="T39" fmla="*/ 2147483647 h 904"/>
                <a:gd name="T40" fmla="*/ 2147483647 w 307"/>
                <a:gd name="T41" fmla="*/ 2147483647 h 904"/>
                <a:gd name="T42" fmla="*/ 2147483647 w 307"/>
                <a:gd name="T43" fmla="*/ 2147483647 h 904"/>
                <a:gd name="T44" fmla="*/ 2147483647 w 307"/>
                <a:gd name="T45" fmla="*/ 2147483647 h 904"/>
                <a:gd name="T46" fmla="*/ 2147483647 w 307"/>
                <a:gd name="T47" fmla="*/ 2147483647 h 904"/>
                <a:gd name="T48" fmla="*/ 2147483647 w 307"/>
                <a:gd name="T49" fmla="*/ 2147483647 h 904"/>
                <a:gd name="T50" fmla="*/ 2147483647 w 307"/>
                <a:gd name="T51" fmla="*/ 2147483647 h 904"/>
                <a:gd name="T52" fmla="*/ 2147483647 w 307"/>
                <a:gd name="T53" fmla="*/ 2147483647 h 904"/>
                <a:gd name="T54" fmla="*/ 2147483647 w 307"/>
                <a:gd name="T55" fmla="*/ 2147483647 h 904"/>
                <a:gd name="T56" fmla="*/ 0 w 307"/>
                <a:gd name="T57" fmla="*/ 2147483647 h 904"/>
                <a:gd name="T58" fmla="*/ 0 w 307"/>
                <a:gd name="T59" fmla="*/ 2147483647 h 904"/>
                <a:gd name="T60" fmla="*/ 2147483647 w 307"/>
                <a:gd name="T61" fmla="*/ 2147483647 h 904"/>
                <a:gd name="T62" fmla="*/ 2147483647 w 307"/>
                <a:gd name="T63" fmla="*/ 2147483647 h 904"/>
                <a:gd name="T64" fmla="*/ 2147483647 w 307"/>
                <a:gd name="T65" fmla="*/ 2147483647 h 904"/>
                <a:gd name="T66" fmla="*/ 2147483647 w 307"/>
                <a:gd name="T67" fmla="*/ 2147483647 h 904"/>
                <a:gd name="T68" fmla="*/ 2147483647 w 307"/>
                <a:gd name="T69" fmla="*/ 2147483647 h 904"/>
                <a:gd name="T70" fmla="*/ 2147483647 w 307"/>
                <a:gd name="T71" fmla="*/ 2147483647 h 904"/>
                <a:gd name="T72" fmla="*/ 2147483647 w 307"/>
                <a:gd name="T73" fmla="*/ 2147483647 h 904"/>
                <a:gd name="T74" fmla="*/ 2147483647 w 307"/>
                <a:gd name="T75" fmla="*/ 2147483647 h 904"/>
                <a:gd name="T76" fmla="*/ 2147483647 w 307"/>
                <a:gd name="T77" fmla="*/ 2147483647 h 904"/>
                <a:gd name="T78" fmla="*/ 2147483647 w 307"/>
                <a:gd name="T79" fmla="*/ 2147483647 h 904"/>
                <a:gd name="T80" fmla="*/ 2147483647 w 307"/>
                <a:gd name="T81" fmla="*/ 2147483647 h 904"/>
                <a:gd name="T82" fmla="*/ 2147483647 w 307"/>
                <a:gd name="T83" fmla="*/ 2147483647 h 904"/>
                <a:gd name="T84" fmla="*/ 2147483647 w 307"/>
                <a:gd name="T85" fmla="*/ 2147483647 h 904"/>
                <a:gd name="T86" fmla="*/ 2147483647 w 307"/>
                <a:gd name="T87" fmla="*/ 2147483647 h 904"/>
                <a:gd name="T88" fmla="*/ 2147483647 w 307"/>
                <a:gd name="T89" fmla="*/ 2147483647 h 904"/>
                <a:gd name="T90" fmla="*/ 2147483647 w 307"/>
                <a:gd name="T91" fmla="*/ 2147483647 h 904"/>
                <a:gd name="T92" fmla="*/ 2147483647 w 307"/>
                <a:gd name="T93" fmla="*/ 2147483647 h 904"/>
                <a:gd name="T94" fmla="*/ 2147483647 w 307"/>
                <a:gd name="T95" fmla="*/ 2147483647 h 904"/>
                <a:gd name="T96" fmla="*/ 2147483647 w 307"/>
                <a:gd name="T97" fmla="*/ 2147483647 h 904"/>
                <a:gd name="T98" fmla="*/ 2147483647 w 307"/>
                <a:gd name="T99" fmla="*/ 2147483647 h 904"/>
                <a:gd name="T100" fmla="*/ 2147483647 w 307"/>
                <a:gd name="T101" fmla="*/ 2147483647 h 904"/>
                <a:gd name="T102" fmla="*/ 2147483647 w 307"/>
                <a:gd name="T103" fmla="*/ 2147483647 h 904"/>
                <a:gd name="T104" fmla="*/ 2147483647 w 307"/>
                <a:gd name="T105" fmla="*/ 2147483647 h 904"/>
                <a:gd name="T106" fmla="*/ 2147483647 w 307"/>
                <a:gd name="T107" fmla="*/ 0 h 904"/>
                <a:gd name="T108" fmla="*/ 2147483647 w 307"/>
                <a:gd name="T109" fmla="*/ 0 h 90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307"/>
                <a:gd name="T166" fmla="*/ 0 h 904"/>
                <a:gd name="T167" fmla="*/ 307 w 307"/>
                <a:gd name="T168" fmla="*/ 904 h 904"/>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307" h="904">
                  <a:moveTo>
                    <a:pt x="144" y="0"/>
                  </a:moveTo>
                  <a:lnTo>
                    <a:pt x="307" y="0"/>
                  </a:lnTo>
                  <a:lnTo>
                    <a:pt x="305" y="904"/>
                  </a:lnTo>
                  <a:lnTo>
                    <a:pt x="144" y="897"/>
                  </a:lnTo>
                  <a:lnTo>
                    <a:pt x="138" y="894"/>
                  </a:lnTo>
                  <a:lnTo>
                    <a:pt x="133" y="892"/>
                  </a:lnTo>
                  <a:lnTo>
                    <a:pt x="124" y="889"/>
                  </a:lnTo>
                  <a:lnTo>
                    <a:pt x="116" y="885"/>
                  </a:lnTo>
                  <a:lnTo>
                    <a:pt x="107" y="876"/>
                  </a:lnTo>
                  <a:lnTo>
                    <a:pt x="98" y="867"/>
                  </a:lnTo>
                  <a:lnTo>
                    <a:pt x="90" y="858"/>
                  </a:lnTo>
                  <a:lnTo>
                    <a:pt x="83" y="847"/>
                  </a:lnTo>
                  <a:lnTo>
                    <a:pt x="77" y="837"/>
                  </a:lnTo>
                  <a:lnTo>
                    <a:pt x="71" y="826"/>
                  </a:lnTo>
                  <a:lnTo>
                    <a:pt x="66" y="817"/>
                  </a:lnTo>
                  <a:lnTo>
                    <a:pt x="59" y="802"/>
                  </a:lnTo>
                  <a:lnTo>
                    <a:pt x="54" y="787"/>
                  </a:lnTo>
                  <a:lnTo>
                    <a:pt x="48" y="774"/>
                  </a:lnTo>
                  <a:lnTo>
                    <a:pt x="44" y="763"/>
                  </a:lnTo>
                  <a:lnTo>
                    <a:pt x="41" y="753"/>
                  </a:lnTo>
                  <a:lnTo>
                    <a:pt x="34" y="730"/>
                  </a:lnTo>
                  <a:lnTo>
                    <a:pt x="28" y="706"/>
                  </a:lnTo>
                  <a:lnTo>
                    <a:pt x="23" y="684"/>
                  </a:lnTo>
                  <a:lnTo>
                    <a:pt x="17" y="657"/>
                  </a:lnTo>
                  <a:lnTo>
                    <a:pt x="12" y="627"/>
                  </a:lnTo>
                  <a:lnTo>
                    <a:pt x="9" y="597"/>
                  </a:lnTo>
                  <a:lnTo>
                    <a:pt x="4" y="564"/>
                  </a:lnTo>
                  <a:lnTo>
                    <a:pt x="2" y="528"/>
                  </a:lnTo>
                  <a:lnTo>
                    <a:pt x="0" y="490"/>
                  </a:lnTo>
                  <a:lnTo>
                    <a:pt x="0" y="448"/>
                  </a:lnTo>
                  <a:lnTo>
                    <a:pt x="1" y="391"/>
                  </a:lnTo>
                  <a:lnTo>
                    <a:pt x="4" y="337"/>
                  </a:lnTo>
                  <a:lnTo>
                    <a:pt x="9" y="300"/>
                  </a:lnTo>
                  <a:lnTo>
                    <a:pt x="14" y="262"/>
                  </a:lnTo>
                  <a:lnTo>
                    <a:pt x="18" y="231"/>
                  </a:lnTo>
                  <a:lnTo>
                    <a:pt x="23" y="208"/>
                  </a:lnTo>
                  <a:lnTo>
                    <a:pt x="31" y="177"/>
                  </a:lnTo>
                  <a:lnTo>
                    <a:pt x="41" y="141"/>
                  </a:lnTo>
                  <a:lnTo>
                    <a:pt x="50" y="115"/>
                  </a:lnTo>
                  <a:lnTo>
                    <a:pt x="58" y="97"/>
                  </a:lnTo>
                  <a:lnTo>
                    <a:pt x="63" y="87"/>
                  </a:lnTo>
                  <a:lnTo>
                    <a:pt x="69" y="75"/>
                  </a:lnTo>
                  <a:lnTo>
                    <a:pt x="74" y="64"/>
                  </a:lnTo>
                  <a:lnTo>
                    <a:pt x="79" y="54"/>
                  </a:lnTo>
                  <a:lnTo>
                    <a:pt x="85" y="46"/>
                  </a:lnTo>
                  <a:lnTo>
                    <a:pt x="91" y="37"/>
                  </a:lnTo>
                  <a:lnTo>
                    <a:pt x="98" y="28"/>
                  </a:lnTo>
                  <a:lnTo>
                    <a:pt x="104" y="22"/>
                  </a:lnTo>
                  <a:lnTo>
                    <a:pt x="109" y="18"/>
                  </a:lnTo>
                  <a:lnTo>
                    <a:pt x="115" y="12"/>
                  </a:lnTo>
                  <a:lnTo>
                    <a:pt x="122" y="7"/>
                  </a:lnTo>
                  <a:lnTo>
                    <a:pt x="127" y="4"/>
                  </a:lnTo>
                  <a:lnTo>
                    <a:pt x="133" y="1"/>
                  </a:lnTo>
                  <a:lnTo>
                    <a:pt x="138" y="0"/>
                  </a:lnTo>
                  <a:lnTo>
                    <a:pt x="144" y="0"/>
                  </a:lnTo>
                  <a:close/>
                </a:path>
              </a:pathLst>
            </a:custGeom>
            <a:solidFill>
              <a:srgbClr val="202020"/>
            </a:solidFill>
            <a:ln w="9525">
              <a:noFill/>
              <a:round/>
              <a:headEnd/>
              <a:tailEnd/>
            </a:ln>
          </p:spPr>
          <p:txBody>
            <a:bodyPr/>
            <a:lstStyle/>
            <a:p>
              <a:endParaRPr lang="nl-BE"/>
            </a:p>
          </p:txBody>
        </p:sp>
        <p:sp>
          <p:nvSpPr>
            <p:cNvPr id="12540" name="Oval 241"/>
            <p:cNvSpPr>
              <a:spLocks noChangeArrowheads="1"/>
            </p:cNvSpPr>
            <p:nvPr/>
          </p:nvSpPr>
          <p:spPr bwMode="auto">
            <a:xfrm rot="-155667">
              <a:off x="3330575" y="4278313"/>
              <a:ext cx="203200" cy="395287"/>
            </a:xfrm>
            <a:prstGeom prst="ellipse">
              <a:avLst/>
            </a:prstGeom>
            <a:solidFill>
              <a:srgbClr val="404040"/>
            </a:solidFill>
            <a:ln w="9525">
              <a:noFill/>
              <a:round/>
              <a:headEnd/>
              <a:tailEnd/>
            </a:ln>
          </p:spPr>
          <p:txBody>
            <a:bodyPr/>
            <a:lstStyle/>
            <a:p>
              <a:pPr algn="ctr" eaLnBrk="0" hangingPunct="0"/>
              <a:endParaRPr lang="nl-BE"/>
            </a:p>
          </p:txBody>
        </p:sp>
        <p:sp>
          <p:nvSpPr>
            <p:cNvPr id="12541" name="Oval 242"/>
            <p:cNvSpPr>
              <a:spLocks noChangeArrowheads="1"/>
            </p:cNvSpPr>
            <p:nvPr/>
          </p:nvSpPr>
          <p:spPr bwMode="auto">
            <a:xfrm rot="-155667">
              <a:off x="3371850" y="4359275"/>
              <a:ext cx="119063" cy="233363"/>
            </a:xfrm>
            <a:prstGeom prst="ellipse">
              <a:avLst/>
            </a:prstGeom>
            <a:solidFill>
              <a:srgbClr val="A0A0A0"/>
            </a:solidFill>
            <a:ln w="9525">
              <a:noFill/>
              <a:round/>
              <a:headEnd/>
              <a:tailEnd/>
            </a:ln>
          </p:spPr>
          <p:txBody>
            <a:bodyPr/>
            <a:lstStyle/>
            <a:p>
              <a:pPr algn="ctr" eaLnBrk="0" hangingPunct="0"/>
              <a:endParaRPr lang="nl-BE"/>
            </a:p>
          </p:txBody>
        </p:sp>
        <p:sp>
          <p:nvSpPr>
            <p:cNvPr id="12542" name="Oval 243"/>
            <p:cNvSpPr>
              <a:spLocks noChangeArrowheads="1"/>
            </p:cNvSpPr>
            <p:nvPr/>
          </p:nvSpPr>
          <p:spPr bwMode="auto">
            <a:xfrm rot="-155667">
              <a:off x="3370263" y="4364038"/>
              <a:ext cx="109537" cy="219075"/>
            </a:xfrm>
            <a:prstGeom prst="ellipse">
              <a:avLst/>
            </a:prstGeom>
            <a:solidFill>
              <a:srgbClr val="808080"/>
            </a:solidFill>
            <a:ln w="9525">
              <a:noFill/>
              <a:round/>
              <a:headEnd/>
              <a:tailEnd/>
            </a:ln>
          </p:spPr>
          <p:txBody>
            <a:bodyPr/>
            <a:lstStyle/>
            <a:p>
              <a:pPr algn="ctr" eaLnBrk="0" hangingPunct="0"/>
              <a:endParaRPr lang="nl-BE"/>
            </a:p>
          </p:txBody>
        </p:sp>
        <p:sp>
          <p:nvSpPr>
            <p:cNvPr id="12543" name="Oval 244"/>
            <p:cNvSpPr>
              <a:spLocks noChangeArrowheads="1"/>
            </p:cNvSpPr>
            <p:nvPr/>
          </p:nvSpPr>
          <p:spPr bwMode="auto">
            <a:xfrm rot="-155667">
              <a:off x="3421063" y="4456113"/>
              <a:ext cx="20637" cy="39687"/>
            </a:xfrm>
            <a:prstGeom prst="ellipse">
              <a:avLst/>
            </a:prstGeom>
            <a:solidFill>
              <a:srgbClr val="404040"/>
            </a:solidFill>
            <a:ln w="9525">
              <a:noFill/>
              <a:round/>
              <a:headEnd/>
              <a:tailEnd/>
            </a:ln>
          </p:spPr>
          <p:txBody>
            <a:bodyPr/>
            <a:lstStyle/>
            <a:p>
              <a:pPr algn="ctr" eaLnBrk="0" hangingPunct="0"/>
              <a:endParaRPr lang="nl-BE"/>
            </a:p>
          </p:txBody>
        </p:sp>
        <p:sp>
          <p:nvSpPr>
            <p:cNvPr id="12544" name="Freeform 245"/>
            <p:cNvSpPr>
              <a:spLocks/>
            </p:cNvSpPr>
            <p:nvPr/>
          </p:nvSpPr>
          <p:spPr bwMode="auto">
            <a:xfrm rot="-155667">
              <a:off x="3352800" y="4278313"/>
              <a:ext cx="201613" cy="403225"/>
            </a:xfrm>
            <a:custGeom>
              <a:avLst/>
              <a:gdLst>
                <a:gd name="T0" fmla="*/ 2147483647 w 306"/>
                <a:gd name="T1" fmla="*/ 0 h 925"/>
                <a:gd name="T2" fmla="*/ 2147483647 w 306"/>
                <a:gd name="T3" fmla="*/ 0 h 925"/>
                <a:gd name="T4" fmla="*/ 2147483647 w 306"/>
                <a:gd name="T5" fmla="*/ 2147483647 h 925"/>
                <a:gd name="T6" fmla="*/ 2147483647 w 306"/>
                <a:gd name="T7" fmla="*/ 2147483647 h 925"/>
                <a:gd name="T8" fmla="*/ 2147483647 w 306"/>
                <a:gd name="T9" fmla="*/ 2147483647 h 925"/>
                <a:gd name="T10" fmla="*/ 2147483647 w 306"/>
                <a:gd name="T11" fmla="*/ 2147483647 h 925"/>
                <a:gd name="T12" fmla="*/ 2147483647 w 306"/>
                <a:gd name="T13" fmla="*/ 2147483647 h 925"/>
                <a:gd name="T14" fmla="*/ 2147483647 w 306"/>
                <a:gd name="T15" fmla="*/ 2147483647 h 925"/>
                <a:gd name="T16" fmla="*/ 2147483647 w 306"/>
                <a:gd name="T17" fmla="*/ 2147483647 h 925"/>
                <a:gd name="T18" fmla="*/ 2147483647 w 306"/>
                <a:gd name="T19" fmla="*/ 2147483647 h 925"/>
                <a:gd name="T20" fmla="*/ 2147483647 w 306"/>
                <a:gd name="T21" fmla="*/ 2147483647 h 925"/>
                <a:gd name="T22" fmla="*/ 2147483647 w 306"/>
                <a:gd name="T23" fmla="*/ 2147483647 h 925"/>
                <a:gd name="T24" fmla="*/ 2147483647 w 306"/>
                <a:gd name="T25" fmla="*/ 2147483647 h 925"/>
                <a:gd name="T26" fmla="*/ 2147483647 w 306"/>
                <a:gd name="T27" fmla="*/ 2147483647 h 925"/>
                <a:gd name="T28" fmla="*/ 2147483647 w 306"/>
                <a:gd name="T29" fmla="*/ 2147483647 h 925"/>
                <a:gd name="T30" fmla="*/ 2147483647 w 306"/>
                <a:gd name="T31" fmla="*/ 2147483647 h 925"/>
                <a:gd name="T32" fmla="*/ 2147483647 w 306"/>
                <a:gd name="T33" fmla="*/ 2147483647 h 925"/>
                <a:gd name="T34" fmla="*/ 2147483647 w 306"/>
                <a:gd name="T35" fmla="*/ 2147483647 h 925"/>
                <a:gd name="T36" fmla="*/ 2147483647 w 306"/>
                <a:gd name="T37" fmla="*/ 2147483647 h 925"/>
                <a:gd name="T38" fmla="*/ 2147483647 w 306"/>
                <a:gd name="T39" fmla="*/ 2147483647 h 925"/>
                <a:gd name="T40" fmla="*/ 2147483647 w 306"/>
                <a:gd name="T41" fmla="*/ 2147483647 h 925"/>
                <a:gd name="T42" fmla="*/ 2147483647 w 306"/>
                <a:gd name="T43" fmla="*/ 2147483647 h 925"/>
                <a:gd name="T44" fmla="*/ 2147483647 w 306"/>
                <a:gd name="T45" fmla="*/ 2147483647 h 925"/>
                <a:gd name="T46" fmla="*/ 2147483647 w 306"/>
                <a:gd name="T47" fmla="*/ 2147483647 h 925"/>
                <a:gd name="T48" fmla="*/ 2147483647 w 306"/>
                <a:gd name="T49" fmla="*/ 2147483647 h 925"/>
                <a:gd name="T50" fmla="*/ 2147483647 w 306"/>
                <a:gd name="T51" fmla="*/ 2147483647 h 925"/>
                <a:gd name="T52" fmla="*/ 2147483647 w 306"/>
                <a:gd name="T53" fmla="*/ 2147483647 h 925"/>
                <a:gd name="T54" fmla="*/ 2147483647 w 306"/>
                <a:gd name="T55" fmla="*/ 2147483647 h 925"/>
                <a:gd name="T56" fmla="*/ 0 w 306"/>
                <a:gd name="T57" fmla="*/ 2147483647 h 925"/>
                <a:gd name="T58" fmla="*/ 0 w 306"/>
                <a:gd name="T59" fmla="*/ 2147483647 h 925"/>
                <a:gd name="T60" fmla="*/ 2147483647 w 306"/>
                <a:gd name="T61" fmla="*/ 2147483647 h 925"/>
                <a:gd name="T62" fmla="*/ 2147483647 w 306"/>
                <a:gd name="T63" fmla="*/ 2147483647 h 925"/>
                <a:gd name="T64" fmla="*/ 2147483647 w 306"/>
                <a:gd name="T65" fmla="*/ 2147483647 h 925"/>
                <a:gd name="T66" fmla="*/ 2147483647 w 306"/>
                <a:gd name="T67" fmla="*/ 2147483647 h 925"/>
                <a:gd name="T68" fmla="*/ 2147483647 w 306"/>
                <a:gd name="T69" fmla="*/ 2147483647 h 925"/>
                <a:gd name="T70" fmla="*/ 2147483647 w 306"/>
                <a:gd name="T71" fmla="*/ 2147483647 h 925"/>
                <a:gd name="T72" fmla="*/ 2147483647 w 306"/>
                <a:gd name="T73" fmla="*/ 2147483647 h 925"/>
                <a:gd name="T74" fmla="*/ 2147483647 w 306"/>
                <a:gd name="T75" fmla="*/ 2147483647 h 925"/>
                <a:gd name="T76" fmla="*/ 2147483647 w 306"/>
                <a:gd name="T77" fmla="*/ 2147483647 h 925"/>
                <a:gd name="T78" fmla="*/ 2147483647 w 306"/>
                <a:gd name="T79" fmla="*/ 2147483647 h 925"/>
                <a:gd name="T80" fmla="*/ 2147483647 w 306"/>
                <a:gd name="T81" fmla="*/ 2147483647 h 925"/>
                <a:gd name="T82" fmla="*/ 2147483647 w 306"/>
                <a:gd name="T83" fmla="*/ 2147483647 h 925"/>
                <a:gd name="T84" fmla="*/ 2147483647 w 306"/>
                <a:gd name="T85" fmla="*/ 2147483647 h 925"/>
                <a:gd name="T86" fmla="*/ 2147483647 w 306"/>
                <a:gd name="T87" fmla="*/ 2147483647 h 925"/>
                <a:gd name="T88" fmla="*/ 2147483647 w 306"/>
                <a:gd name="T89" fmla="*/ 2147483647 h 925"/>
                <a:gd name="T90" fmla="*/ 2147483647 w 306"/>
                <a:gd name="T91" fmla="*/ 2147483647 h 925"/>
                <a:gd name="T92" fmla="*/ 2147483647 w 306"/>
                <a:gd name="T93" fmla="*/ 2147483647 h 925"/>
                <a:gd name="T94" fmla="*/ 2147483647 w 306"/>
                <a:gd name="T95" fmla="*/ 2147483647 h 925"/>
                <a:gd name="T96" fmla="*/ 2147483647 w 306"/>
                <a:gd name="T97" fmla="*/ 2147483647 h 925"/>
                <a:gd name="T98" fmla="*/ 2147483647 w 306"/>
                <a:gd name="T99" fmla="*/ 2147483647 h 925"/>
                <a:gd name="T100" fmla="*/ 2147483647 w 306"/>
                <a:gd name="T101" fmla="*/ 2147483647 h 925"/>
                <a:gd name="T102" fmla="*/ 2147483647 w 306"/>
                <a:gd name="T103" fmla="*/ 2147483647 h 925"/>
                <a:gd name="T104" fmla="*/ 2147483647 w 306"/>
                <a:gd name="T105" fmla="*/ 2147483647 h 925"/>
                <a:gd name="T106" fmla="*/ 2147483647 w 306"/>
                <a:gd name="T107" fmla="*/ 0 h 925"/>
                <a:gd name="T108" fmla="*/ 2147483647 w 306"/>
                <a:gd name="T109" fmla="*/ 0 h 925"/>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306"/>
                <a:gd name="T166" fmla="*/ 0 h 925"/>
                <a:gd name="T167" fmla="*/ 306 w 306"/>
                <a:gd name="T168" fmla="*/ 925 h 925"/>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306" h="925">
                  <a:moveTo>
                    <a:pt x="145" y="0"/>
                  </a:moveTo>
                  <a:lnTo>
                    <a:pt x="306" y="0"/>
                  </a:lnTo>
                  <a:lnTo>
                    <a:pt x="304" y="925"/>
                  </a:lnTo>
                  <a:lnTo>
                    <a:pt x="145" y="916"/>
                  </a:lnTo>
                  <a:lnTo>
                    <a:pt x="139" y="915"/>
                  </a:lnTo>
                  <a:lnTo>
                    <a:pt x="133" y="913"/>
                  </a:lnTo>
                  <a:lnTo>
                    <a:pt x="125" y="909"/>
                  </a:lnTo>
                  <a:lnTo>
                    <a:pt x="117" y="904"/>
                  </a:lnTo>
                  <a:lnTo>
                    <a:pt x="108" y="895"/>
                  </a:lnTo>
                  <a:lnTo>
                    <a:pt x="99" y="888"/>
                  </a:lnTo>
                  <a:lnTo>
                    <a:pt x="90" y="877"/>
                  </a:lnTo>
                  <a:lnTo>
                    <a:pt x="83" y="867"/>
                  </a:lnTo>
                  <a:lnTo>
                    <a:pt x="76" y="856"/>
                  </a:lnTo>
                  <a:lnTo>
                    <a:pt x="71" y="844"/>
                  </a:lnTo>
                  <a:lnTo>
                    <a:pt x="66" y="837"/>
                  </a:lnTo>
                  <a:lnTo>
                    <a:pt x="59" y="822"/>
                  </a:lnTo>
                  <a:lnTo>
                    <a:pt x="54" y="805"/>
                  </a:lnTo>
                  <a:lnTo>
                    <a:pt x="48" y="792"/>
                  </a:lnTo>
                  <a:lnTo>
                    <a:pt x="44" y="780"/>
                  </a:lnTo>
                  <a:lnTo>
                    <a:pt x="41" y="769"/>
                  </a:lnTo>
                  <a:lnTo>
                    <a:pt x="34" y="747"/>
                  </a:lnTo>
                  <a:lnTo>
                    <a:pt x="28" y="723"/>
                  </a:lnTo>
                  <a:lnTo>
                    <a:pt x="22" y="697"/>
                  </a:lnTo>
                  <a:lnTo>
                    <a:pt x="17" y="672"/>
                  </a:lnTo>
                  <a:lnTo>
                    <a:pt x="12" y="642"/>
                  </a:lnTo>
                  <a:lnTo>
                    <a:pt x="9" y="610"/>
                  </a:lnTo>
                  <a:lnTo>
                    <a:pt x="4" y="577"/>
                  </a:lnTo>
                  <a:lnTo>
                    <a:pt x="2" y="540"/>
                  </a:lnTo>
                  <a:lnTo>
                    <a:pt x="0" y="502"/>
                  </a:lnTo>
                  <a:lnTo>
                    <a:pt x="0" y="459"/>
                  </a:lnTo>
                  <a:lnTo>
                    <a:pt x="1" y="400"/>
                  </a:lnTo>
                  <a:lnTo>
                    <a:pt x="4" y="346"/>
                  </a:lnTo>
                  <a:lnTo>
                    <a:pt x="9" y="307"/>
                  </a:lnTo>
                  <a:lnTo>
                    <a:pt x="13" y="268"/>
                  </a:lnTo>
                  <a:lnTo>
                    <a:pt x="18" y="237"/>
                  </a:lnTo>
                  <a:lnTo>
                    <a:pt x="22" y="213"/>
                  </a:lnTo>
                  <a:lnTo>
                    <a:pt x="30" y="181"/>
                  </a:lnTo>
                  <a:lnTo>
                    <a:pt x="41" y="144"/>
                  </a:lnTo>
                  <a:lnTo>
                    <a:pt x="50" y="118"/>
                  </a:lnTo>
                  <a:lnTo>
                    <a:pt x="57" y="100"/>
                  </a:lnTo>
                  <a:lnTo>
                    <a:pt x="63" y="90"/>
                  </a:lnTo>
                  <a:lnTo>
                    <a:pt x="69" y="76"/>
                  </a:lnTo>
                  <a:lnTo>
                    <a:pt x="74" y="66"/>
                  </a:lnTo>
                  <a:lnTo>
                    <a:pt x="79" y="55"/>
                  </a:lnTo>
                  <a:lnTo>
                    <a:pt x="84" y="46"/>
                  </a:lnTo>
                  <a:lnTo>
                    <a:pt x="91" y="39"/>
                  </a:lnTo>
                  <a:lnTo>
                    <a:pt x="99" y="30"/>
                  </a:lnTo>
                  <a:lnTo>
                    <a:pt x="104" y="24"/>
                  </a:lnTo>
                  <a:lnTo>
                    <a:pt x="110" y="18"/>
                  </a:lnTo>
                  <a:lnTo>
                    <a:pt x="116" y="12"/>
                  </a:lnTo>
                  <a:lnTo>
                    <a:pt x="123" y="7"/>
                  </a:lnTo>
                  <a:lnTo>
                    <a:pt x="128" y="4"/>
                  </a:lnTo>
                  <a:lnTo>
                    <a:pt x="134" y="1"/>
                  </a:lnTo>
                  <a:lnTo>
                    <a:pt x="138" y="0"/>
                  </a:lnTo>
                  <a:lnTo>
                    <a:pt x="145" y="0"/>
                  </a:lnTo>
                  <a:close/>
                </a:path>
              </a:pathLst>
            </a:custGeom>
            <a:solidFill>
              <a:srgbClr val="202020"/>
            </a:solidFill>
            <a:ln w="9525">
              <a:noFill/>
              <a:round/>
              <a:headEnd/>
              <a:tailEnd/>
            </a:ln>
          </p:spPr>
          <p:txBody>
            <a:bodyPr/>
            <a:lstStyle/>
            <a:p>
              <a:endParaRPr lang="nl-BE"/>
            </a:p>
          </p:txBody>
        </p:sp>
        <p:sp>
          <p:nvSpPr>
            <p:cNvPr id="12545" name="Oval 246"/>
            <p:cNvSpPr>
              <a:spLocks noChangeArrowheads="1"/>
            </p:cNvSpPr>
            <p:nvPr/>
          </p:nvSpPr>
          <p:spPr bwMode="auto">
            <a:xfrm rot="-155667">
              <a:off x="3448050" y="4273550"/>
              <a:ext cx="203200" cy="404813"/>
            </a:xfrm>
            <a:prstGeom prst="ellipse">
              <a:avLst/>
            </a:prstGeom>
            <a:solidFill>
              <a:srgbClr val="404040"/>
            </a:solidFill>
            <a:ln w="9525">
              <a:noFill/>
              <a:round/>
              <a:headEnd/>
              <a:tailEnd/>
            </a:ln>
          </p:spPr>
          <p:txBody>
            <a:bodyPr/>
            <a:lstStyle/>
            <a:p>
              <a:pPr algn="ctr" eaLnBrk="0" hangingPunct="0"/>
              <a:endParaRPr lang="nl-BE"/>
            </a:p>
          </p:txBody>
        </p:sp>
        <p:sp>
          <p:nvSpPr>
            <p:cNvPr id="12546" name="Oval 247"/>
            <p:cNvSpPr>
              <a:spLocks noChangeArrowheads="1"/>
            </p:cNvSpPr>
            <p:nvPr/>
          </p:nvSpPr>
          <p:spPr bwMode="auto">
            <a:xfrm rot="-155667">
              <a:off x="3490913" y="4356100"/>
              <a:ext cx="117475" cy="238125"/>
            </a:xfrm>
            <a:prstGeom prst="ellipse">
              <a:avLst/>
            </a:prstGeom>
            <a:solidFill>
              <a:srgbClr val="A0A0A0"/>
            </a:solidFill>
            <a:ln w="9525">
              <a:noFill/>
              <a:round/>
              <a:headEnd/>
              <a:tailEnd/>
            </a:ln>
          </p:spPr>
          <p:txBody>
            <a:bodyPr/>
            <a:lstStyle/>
            <a:p>
              <a:pPr algn="ctr" eaLnBrk="0" hangingPunct="0"/>
              <a:endParaRPr lang="nl-BE"/>
            </a:p>
          </p:txBody>
        </p:sp>
        <p:sp>
          <p:nvSpPr>
            <p:cNvPr id="12547" name="Oval 248"/>
            <p:cNvSpPr>
              <a:spLocks noChangeArrowheads="1"/>
            </p:cNvSpPr>
            <p:nvPr/>
          </p:nvSpPr>
          <p:spPr bwMode="auto">
            <a:xfrm rot="-155667">
              <a:off x="3489325" y="4362450"/>
              <a:ext cx="109538" cy="222250"/>
            </a:xfrm>
            <a:prstGeom prst="ellipse">
              <a:avLst/>
            </a:prstGeom>
            <a:solidFill>
              <a:srgbClr val="808080"/>
            </a:solidFill>
            <a:ln w="9525">
              <a:noFill/>
              <a:round/>
              <a:headEnd/>
              <a:tailEnd/>
            </a:ln>
          </p:spPr>
          <p:txBody>
            <a:bodyPr/>
            <a:lstStyle/>
            <a:p>
              <a:pPr algn="ctr" eaLnBrk="0" hangingPunct="0"/>
              <a:endParaRPr lang="nl-BE"/>
            </a:p>
          </p:txBody>
        </p:sp>
        <p:sp>
          <p:nvSpPr>
            <p:cNvPr id="12548" name="Oval 249"/>
            <p:cNvSpPr>
              <a:spLocks noChangeArrowheads="1"/>
            </p:cNvSpPr>
            <p:nvPr/>
          </p:nvSpPr>
          <p:spPr bwMode="auto">
            <a:xfrm rot="-155667">
              <a:off x="3538538" y="4454525"/>
              <a:ext cx="20637" cy="39688"/>
            </a:xfrm>
            <a:prstGeom prst="ellipse">
              <a:avLst/>
            </a:prstGeom>
            <a:solidFill>
              <a:srgbClr val="404040"/>
            </a:solidFill>
            <a:ln w="9525">
              <a:noFill/>
              <a:round/>
              <a:headEnd/>
              <a:tailEnd/>
            </a:ln>
          </p:spPr>
          <p:txBody>
            <a:bodyPr/>
            <a:lstStyle/>
            <a:p>
              <a:pPr algn="ctr" eaLnBrk="0" hangingPunct="0"/>
              <a:endParaRPr lang="nl-BE"/>
            </a:p>
          </p:txBody>
        </p:sp>
        <p:sp>
          <p:nvSpPr>
            <p:cNvPr id="12549" name="Freeform 250"/>
            <p:cNvSpPr>
              <a:spLocks/>
            </p:cNvSpPr>
            <p:nvPr/>
          </p:nvSpPr>
          <p:spPr bwMode="auto">
            <a:xfrm rot="-155667">
              <a:off x="3027363" y="4302125"/>
              <a:ext cx="207962" cy="414338"/>
            </a:xfrm>
            <a:custGeom>
              <a:avLst/>
              <a:gdLst>
                <a:gd name="T0" fmla="*/ 2147483647 w 319"/>
                <a:gd name="T1" fmla="*/ 0 h 947"/>
                <a:gd name="T2" fmla="*/ 2147483647 w 319"/>
                <a:gd name="T3" fmla="*/ 0 h 947"/>
                <a:gd name="T4" fmla="*/ 2147483647 w 319"/>
                <a:gd name="T5" fmla="*/ 2147483647 h 947"/>
                <a:gd name="T6" fmla="*/ 2147483647 w 319"/>
                <a:gd name="T7" fmla="*/ 2147483647 h 947"/>
                <a:gd name="T8" fmla="*/ 2147483647 w 319"/>
                <a:gd name="T9" fmla="*/ 2147483647 h 947"/>
                <a:gd name="T10" fmla="*/ 2147483647 w 319"/>
                <a:gd name="T11" fmla="*/ 2147483647 h 947"/>
                <a:gd name="T12" fmla="*/ 2147483647 w 319"/>
                <a:gd name="T13" fmla="*/ 2147483647 h 947"/>
                <a:gd name="T14" fmla="*/ 2147483647 w 319"/>
                <a:gd name="T15" fmla="*/ 2147483647 h 947"/>
                <a:gd name="T16" fmla="*/ 2147483647 w 319"/>
                <a:gd name="T17" fmla="*/ 2147483647 h 947"/>
                <a:gd name="T18" fmla="*/ 2147483647 w 319"/>
                <a:gd name="T19" fmla="*/ 2147483647 h 947"/>
                <a:gd name="T20" fmla="*/ 2147483647 w 319"/>
                <a:gd name="T21" fmla="*/ 2147483647 h 947"/>
                <a:gd name="T22" fmla="*/ 2147483647 w 319"/>
                <a:gd name="T23" fmla="*/ 2147483647 h 947"/>
                <a:gd name="T24" fmla="*/ 2147483647 w 319"/>
                <a:gd name="T25" fmla="*/ 2147483647 h 947"/>
                <a:gd name="T26" fmla="*/ 2147483647 w 319"/>
                <a:gd name="T27" fmla="*/ 2147483647 h 947"/>
                <a:gd name="T28" fmla="*/ 2147483647 w 319"/>
                <a:gd name="T29" fmla="*/ 2147483647 h 947"/>
                <a:gd name="T30" fmla="*/ 2147483647 w 319"/>
                <a:gd name="T31" fmla="*/ 2147483647 h 947"/>
                <a:gd name="T32" fmla="*/ 2147483647 w 319"/>
                <a:gd name="T33" fmla="*/ 2147483647 h 947"/>
                <a:gd name="T34" fmla="*/ 2147483647 w 319"/>
                <a:gd name="T35" fmla="*/ 2147483647 h 947"/>
                <a:gd name="T36" fmla="*/ 2147483647 w 319"/>
                <a:gd name="T37" fmla="*/ 2147483647 h 947"/>
                <a:gd name="T38" fmla="*/ 2147483647 w 319"/>
                <a:gd name="T39" fmla="*/ 2147483647 h 947"/>
                <a:gd name="T40" fmla="*/ 2147483647 w 319"/>
                <a:gd name="T41" fmla="*/ 2147483647 h 947"/>
                <a:gd name="T42" fmla="*/ 2147483647 w 319"/>
                <a:gd name="T43" fmla="*/ 2147483647 h 947"/>
                <a:gd name="T44" fmla="*/ 2147483647 w 319"/>
                <a:gd name="T45" fmla="*/ 2147483647 h 947"/>
                <a:gd name="T46" fmla="*/ 2147483647 w 319"/>
                <a:gd name="T47" fmla="*/ 2147483647 h 947"/>
                <a:gd name="T48" fmla="*/ 2147483647 w 319"/>
                <a:gd name="T49" fmla="*/ 2147483647 h 947"/>
                <a:gd name="T50" fmla="*/ 2147483647 w 319"/>
                <a:gd name="T51" fmla="*/ 2147483647 h 947"/>
                <a:gd name="T52" fmla="*/ 2147483647 w 319"/>
                <a:gd name="T53" fmla="*/ 2147483647 h 947"/>
                <a:gd name="T54" fmla="*/ 2147483647 w 319"/>
                <a:gd name="T55" fmla="*/ 2147483647 h 947"/>
                <a:gd name="T56" fmla="*/ 0 w 319"/>
                <a:gd name="T57" fmla="*/ 2147483647 h 947"/>
                <a:gd name="T58" fmla="*/ 0 w 319"/>
                <a:gd name="T59" fmla="*/ 2147483647 h 947"/>
                <a:gd name="T60" fmla="*/ 2147483647 w 319"/>
                <a:gd name="T61" fmla="*/ 2147483647 h 947"/>
                <a:gd name="T62" fmla="*/ 2147483647 w 319"/>
                <a:gd name="T63" fmla="*/ 2147483647 h 947"/>
                <a:gd name="T64" fmla="*/ 2147483647 w 319"/>
                <a:gd name="T65" fmla="*/ 2147483647 h 947"/>
                <a:gd name="T66" fmla="*/ 2147483647 w 319"/>
                <a:gd name="T67" fmla="*/ 2147483647 h 947"/>
                <a:gd name="T68" fmla="*/ 2147483647 w 319"/>
                <a:gd name="T69" fmla="*/ 2147483647 h 947"/>
                <a:gd name="T70" fmla="*/ 2147483647 w 319"/>
                <a:gd name="T71" fmla="*/ 2147483647 h 947"/>
                <a:gd name="T72" fmla="*/ 2147483647 w 319"/>
                <a:gd name="T73" fmla="*/ 2147483647 h 947"/>
                <a:gd name="T74" fmla="*/ 2147483647 w 319"/>
                <a:gd name="T75" fmla="*/ 2147483647 h 947"/>
                <a:gd name="T76" fmla="*/ 2147483647 w 319"/>
                <a:gd name="T77" fmla="*/ 2147483647 h 947"/>
                <a:gd name="T78" fmla="*/ 2147483647 w 319"/>
                <a:gd name="T79" fmla="*/ 2147483647 h 947"/>
                <a:gd name="T80" fmla="*/ 2147483647 w 319"/>
                <a:gd name="T81" fmla="*/ 2147483647 h 947"/>
                <a:gd name="T82" fmla="*/ 2147483647 w 319"/>
                <a:gd name="T83" fmla="*/ 2147483647 h 947"/>
                <a:gd name="T84" fmla="*/ 2147483647 w 319"/>
                <a:gd name="T85" fmla="*/ 2147483647 h 947"/>
                <a:gd name="T86" fmla="*/ 2147483647 w 319"/>
                <a:gd name="T87" fmla="*/ 2147483647 h 947"/>
                <a:gd name="T88" fmla="*/ 2147483647 w 319"/>
                <a:gd name="T89" fmla="*/ 2147483647 h 947"/>
                <a:gd name="T90" fmla="*/ 2147483647 w 319"/>
                <a:gd name="T91" fmla="*/ 2147483647 h 947"/>
                <a:gd name="T92" fmla="*/ 2147483647 w 319"/>
                <a:gd name="T93" fmla="*/ 2147483647 h 947"/>
                <a:gd name="T94" fmla="*/ 2147483647 w 319"/>
                <a:gd name="T95" fmla="*/ 2147483647 h 947"/>
                <a:gd name="T96" fmla="*/ 2147483647 w 319"/>
                <a:gd name="T97" fmla="*/ 2147483647 h 947"/>
                <a:gd name="T98" fmla="*/ 2147483647 w 319"/>
                <a:gd name="T99" fmla="*/ 2147483647 h 947"/>
                <a:gd name="T100" fmla="*/ 2147483647 w 319"/>
                <a:gd name="T101" fmla="*/ 2147483647 h 947"/>
                <a:gd name="T102" fmla="*/ 2147483647 w 319"/>
                <a:gd name="T103" fmla="*/ 2147483647 h 947"/>
                <a:gd name="T104" fmla="*/ 2147483647 w 319"/>
                <a:gd name="T105" fmla="*/ 2147483647 h 947"/>
                <a:gd name="T106" fmla="*/ 2147483647 w 319"/>
                <a:gd name="T107" fmla="*/ 0 h 947"/>
                <a:gd name="T108" fmla="*/ 2147483647 w 319"/>
                <a:gd name="T109" fmla="*/ 0 h 947"/>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319"/>
                <a:gd name="T166" fmla="*/ 0 h 947"/>
                <a:gd name="T167" fmla="*/ 319 w 319"/>
                <a:gd name="T168" fmla="*/ 947 h 947"/>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319" h="947">
                  <a:moveTo>
                    <a:pt x="151" y="0"/>
                  </a:moveTo>
                  <a:lnTo>
                    <a:pt x="319" y="0"/>
                  </a:lnTo>
                  <a:lnTo>
                    <a:pt x="317" y="947"/>
                  </a:lnTo>
                  <a:lnTo>
                    <a:pt x="151" y="938"/>
                  </a:lnTo>
                  <a:lnTo>
                    <a:pt x="145" y="936"/>
                  </a:lnTo>
                  <a:lnTo>
                    <a:pt x="139" y="935"/>
                  </a:lnTo>
                  <a:lnTo>
                    <a:pt x="130" y="930"/>
                  </a:lnTo>
                  <a:lnTo>
                    <a:pt x="121" y="926"/>
                  </a:lnTo>
                  <a:lnTo>
                    <a:pt x="112" y="917"/>
                  </a:lnTo>
                  <a:lnTo>
                    <a:pt x="102" y="908"/>
                  </a:lnTo>
                  <a:lnTo>
                    <a:pt x="94" y="897"/>
                  </a:lnTo>
                  <a:lnTo>
                    <a:pt x="87" y="887"/>
                  </a:lnTo>
                  <a:lnTo>
                    <a:pt x="80" y="876"/>
                  </a:lnTo>
                  <a:lnTo>
                    <a:pt x="75" y="864"/>
                  </a:lnTo>
                  <a:lnTo>
                    <a:pt x="69" y="857"/>
                  </a:lnTo>
                  <a:lnTo>
                    <a:pt x="62" y="840"/>
                  </a:lnTo>
                  <a:lnTo>
                    <a:pt x="56" y="825"/>
                  </a:lnTo>
                  <a:lnTo>
                    <a:pt x="50" y="810"/>
                  </a:lnTo>
                  <a:lnTo>
                    <a:pt x="46" y="798"/>
                  </a:lnTo>
                  <a:lnTo>
                    <a:pt x="43" y="788"/>
                  </a:lnTo>
                  <a:lnTo>
                    <a:pt x="35" y="764"/>
                  </a:lnTo>
                  <a:lnTo>
                    <a:pt x="30" y="740"/>
                  </a:lnTo>
                  <a:lnTo>
                    <a:pt x="24" y="714"/>
                  </a:lnTo>
                  <a:lnTo>
                    <a:pt x="18" y="686"/>
                  </a:lnTo>
                  <a:lnTo>
                    <a:pt x="13" y="657"/>
                  </a:lnTo>
                  <a:lnTo>
                    <a:pt x="9" y="626"/>
                  </a:lnTo>
                  <a:lnTo>
                    <a:pt x="5" y="590"/>
                  </a:lnTo>
                  <a:lnTo>
                    <a:pt x="2" y="552"/>
                  </a:lnTo>
                  <a:lnTo>
                    <a:pt x="0" y="515"/>
                  </a:lnTo>
                  <a:lnTo>
                    <a:pt x="0" y="470"/>
                  </a:lnTo>
                  <a:lnTo>
                    <a:pt x="1" y="410"/>
                  </a:lnTo>
                  <a:lnTo>
                    <a:pt x="5" y="354"/>
                  </a:lnTo>
                  <a:lnTo>
                    <a:pt x="9" y="315"/>
                  </a:lnTo>
                  <a:lnTo>
                    <a:pt x="14" y="275"/>
                  </a:lnTo>
                  <a:lnTo>
                    <a:pt x="19" y="243"/>
                  </a:lnTo>
                  <a:lnTo>
                    <a:pt x="24" y="219"/>
                  </a:lnTo>
                  <a:lnTo>
                    <a:pt x="32" y="185"/>
                  </a:lnTo>
                  <a:lnTo>
                    <a:pt x="43" y="149"/>
                  </a:lnTo>
                  <a:lnTo>
                    <a:pt x="53" y="122"/>
                  </a:lnTo>
                  <a:lnTo>
                    <a:pt x="60" y="102"/>
                  </a:lnTo>
                  <a:lnTo>
                    <a:pt x="66" y="90"/>
                  </a:lnTo>
                  <a:lnTo>
                    <a:pt x="72" y="77"/>
                  </a:lnTo>
                  <a:lnTo>
                    <a:pt x="78" y="66"/>
                  </a:lnTo>
                  <a:lnTo>
                    <a:pt x="83" y="57"/>
                  </a:lnTo>
                  <a:lnTo>
                    <a:pt x="89" y="48"/>
                  </a:lnTo>
                  <a:lnTo>
                    <a:pt x="96" y="39"/>
                  </a:lnTo>
                  <a:lnTo>
                    <a:pt x="103" y="30"/>
                  </a:lnTo>
                  <a:lnTo>
                    <a:pt x="109" y="24"/>
                  </a:lnTo>
                  <a:lnTo>
                    <a:pt x="115" y="18"/>
                  </a:lnTo>
                  <a:lnTo>
                    <a:pt x="120" y="12"/>
                  </a:lnTo>
                  <a:lnTo>
                    <a:pt x="128" y="8"/>
                  </a:lnTo>
                  <a:lnTo>
                    <a:pt x="134" y="5"/>
                  </a:lnTo>
                  <a:lnTo>
                    <a:pt x="139" y="2"/>
                  </a:lnTo>
                  <a:lnTo>
                    <a:pt x="144" y="0"/>
                  </a:lnTo>
                  <a:lnTo>
                    <a:pt x="151" y="0"/>
                  </a:lnTo>
                  <a:close/>
                </a:path>
              </a:pathLst>
            </a:custGeom>
            <a:solidFill>
              <a:srgbClr val="202020"/>
            </a:solidFill>
            <a:ln w="9525">
              <a:noFill/>
              <a:round/>
              <a:headEnd/>
              <a:tailEnd/>
            </a:ln>
          </p:spPr>
          <p:txBody>
            <a:bodyPr/>
            <a:lstStyle/>
            <a:p>
              <a:endParaRPr lang="nl-BE"/>
            </a:p>
          </p:txBody>
        </p:sp>
        <p:sp>
          <p:nvSpPr>
            <p:cNvPr id="12550" name="Oval 251"/>
            <p:cNvSpPr>
              <a:spLocks noChangeArrowheads="1"/>
            </p:cNvSpPr>
            <p:nvPr/>
          </p:nvSpPr>
          <p:spPr bwMode="auto">
            <a:xfrm rot="-155667">
              <a:off x="3125788" y="4297363"/>
              <a:ext cx="211137" cy="415925"/>
            </a:xfrm>
            <a:prstGeom prst="ellipse">
              <a:avLst/>
            </a:prstGeom>
            <a:solidFill>
              <a:srgbClr val="404040"/>
            </a:solidFill>
            <a:ln w="9525">
              <a:noFill/>
              <a:round/>
              <a:headEnd/>
              <a:tailEnd/>
            </a:ln>
          </p:spPr>
          <p:txBody>
            <a:bodyPr/>
            <a:lstStyle/>
            <a:p>
              <a:pPr algn="ctr" eaLnBrk="0" hangingPunct="0"/>
              <a:endParaRPr lang="nl-BE"/>
            </a:p>
          </p:txBody>
        </p:sp>
        <p:sp>
          <p:nvSpPr>
            <p:cNvPr id="12551" name="Oval 252"/>
            <p:cNvSpPr>
              <a:spLocks noChangeArrowheads="1"/>
            </p:cNvSpPr>
            <p:nvPr/>
          </p:nvSpPr>
          <p:spPr bwMode="auto">
            <a:xfrm rot="-155667">
              <a:off x="3168650" y="4383088"/>
              <a:ext cx="125413" cy="242887"/>
            </a:xfrm>
            <a:prstGeom prst="ellipse">
              <a:avLst/>
            </a:prstGeom>
            <a:solidFill>
              <a:srgbClr val="A0A0A0"/>
            </a:solidFill>
            <a:ln w="9525">
              <a:noFill/>
              <a:round/>
              <a:headEnd/>
              <a:tailEnd/>
            </a:ln>
          </p:spPr>
          <p:txBody>
            <a:bodyPr/>
            <a:lstStyle/>
            <a:p>
              <a:pPr algn="ctr" eaLnBrk="0" hangingPunct="0"/>
              <a:endParaRPr lang="nl-BE"/>
            </a:p>
          </p:txBody>
        </p:sp>
        <p:sp>
          <p:nvSpPr>
            <p:cNvPr id="12552" name="Oval 253"/>
            <p:cNvSpPr>
              <a:spLocks noChangeArrowheads="1"/>
            </p:cNvSpPr>
            <p:nvPr/>
          </p:nvSpPr>
          <p:spPr bwMode="auto">
            <a:xfrm rot="-155667">
              <a:off x="3167063" y="4389438"/>
              <a:ext cx="115887" cy="227012"/>
            </a:xfrm>
            <a:prstGeom prst="ellipse">
              <a:avLst/>
            </a:prstGeom>
            <a:solidFill>
              <a:srgbClr val="808080"/>
            </a:solidFill>
            <a:ln w="9525">
              <a:noFill/>
              <a:round/>
              <a:headEnd/>
              <a:tailEnd/>
            </a:ln>
          </p:spPr>
          <p:txBody>
            <a:bodyPr/>
            <a:lstStyle/>
            <a:p>
              <a:pPr algn="ctr" eaLnBrk="0" hangingPunct="0"/>
              <a:endParaRPr lang="nl-BE"/>
            </a:p>
          </p:txBody>
        </p:sp>
        <p:sp>
          <p:nvSpPr>
            <p:cNvPr id="12553" name="Oval 254"/>
            <p:cNvSpPr>
              <a:spLocks noChangeArrowheads="1"/>
            </p:cNvSpPr>
            <p:nvPr/>
          </p:nvSpPr>
          <p:spPr bwMode="auto">
            <a:xfrm rot="-155667">
              <a:off x="3219450" y="4483100"/>
              <a:ext cx="22225" cy="42863"/>
            </a:xfrm>
            <a:prstGeom prst="ellipse">
              <a:avLst/>
            </a:prstGeom>
            <a:solidFill>
              <a:srgbClr val="404040"/>
            </a:solidFill>
            <a:ln w="9525">
              <a:noFill/>
              <a:round/>
              <a:headEnd/>
              <a:tailEnd/>
            </a:ln>
          </p:spPr>
          <p:txBody>
            <a:bodyPr/>
            <a:lstStyle/>
            <a:p>
              <a:pPr algn="ctr" eaLnBrk="0" hangingPunct="0"/>
              <a:endParaRPr lang="nl-BE"/>
            </a:p>
          </p:txBody>
        </p:sp>
        <p:sp>
          <p:nvSpPr>
            <p:cNvPr id="12554" name="Freeform 255"/>
            <p:cNvSpPr>
              <a:spLocks/>
            </p:cNvSpPr>
            <p:nvPr/>
          </p:nvSpPr>
          <p:spPr bwMode="auto">
            <a:xfrm rot="-155667">
              <a:off x="3151188" y="4297363"/>
              <a:ext cx="209550" cy="423862"/>
            </a:xfrm>
            <a:custGeom>
              <a:avLst/>
              <a:gdLst>
                <a:gd name="T0" fmla="*/ 2147483647 w 320"/>
                <a:gd name="T1" fmla="*/ 0 h 968"/>
                <a:gd name="T2" fmla="*/ 2147483647 w 320"/>
                <a:gd name="T3" fmla="*/ 0 h 968"/>
                <a:gd name="T4" fmla="*/ 2147483647 w 320"/>
                <a:gd name="T5" fmla="*/ 2147483647 h 968"/>
                <a:gd name="T6" fmla="*/ 2147483647 w 320"/>
                <a:gd name="T7" fmla="*/ 2147483647 h 968"/>
                <a:gd name="T8" fmla="*/ 2147483647 w 320"/>
                <a:gd name="T9" fmla="*/ 2147483647 h 968"/>
                <a:gd name="T10" fmla="*/ 2147483647 w 320"/>
                <a:gd name="T11" fmla="*/ 2147483647 h 968"/>
                <a:gd name="T12" fmla="*/ 2147483647 w 320"/>
                <a:gd name="T13" fmla="*/ 2147483647 h 968"/>
                <a:gd name="T14" fmla="*/ 2147483647 w 320"/>
                <a:gd name="T15" fmla="*/ 2147483647 h 968"/>
                <a:gd name="T16" fmla="*/ 2147483647 w 320"/>
                <a:gd name="T17" fmla="*/ 2147483647 h 968"/>
                <a:gd name="T18" fmla="*/ 2147483647 w 320"/>
                <a:gd name="T19" fmla="*/ 2147483647 h 968"/>
                <a:gd name="T20" fmla="*/ 2147483647 w 320"/>
                <a:gd name="T21" fmla="*/ 2147483647 h 968"/>
                <a:gd name="T22" fmla="*/ 2147483647 w 320"/>
                <a:gd name="T23" fmla="*/ 2147483647 h 968"/>
                <a:gd name="T24" fmla="*/ 2147483647 w 320"/>
                <a:gd name="T25" fmla="*/ 2147483647 h 968"/>
                <a:gd name="T26" fmla="*/ 2147483647 w 320"/>
                <a:gd name="T27" fmla="*/ 2147483647 h 968"/>
                <a:gd name="T28" fmla="*/ 2147483647 w 320"/>
                <a:gd name="T29" fmla="*/ 2147483647 h 968"/>
                <a:gd name="T30" fmla="*/ 2147483647 w 320"/>
                <a:gd name="T31" fmla="*/ 2147483647 h 968"/>
                <a:gd name="T32" fmla="*/ 2147483647 w 320"/>
                <a:gd name="T33" fmla="*/ 2147483647 h 968"/>
                <a:gd name="T34" fmla="*/ 2147483647 w 320"/>
                <a:gd name="T35" fmla="*/ 2147483647 h 968"/>
                <a:gd name="T36" fmla="*/ 2147483647 w 320"/>
                <a:gd name="T37" fmla="*/ 2147483647 h 968"/>
                <a:gd name="T38" fmla="*/ 2147483647 w 320"/>
                <a:gd name="T39" fmla="*/ 2147483647 h 968"/>
                <a:gd name="T40" fmla="*/ 2147483647 w 320"/>
                <a:gd name="T41" fmla="*/ 2147483647 h 968"/>
                <a:gd name="T42" fmla="*/ 2147483647 w 320"/>
                <a:gd name="T43" fmla="*/ 2147483647 h 968"/>
                <a:gd name="T44" fmla="*/ 2147483647 w 320"/>
                <a:gd name="T45" fmla="*/ 2147483647 h 968"/>
                <a:gd name="T46" fmla="*/ 2147483647 w 320"/>
                <a:gd name="T47" fmla="*/ 2147483647 h 968"/>
                <a:gd name="T48" fmla="*/ 2147483647 w 320"/>
                <a:gd name="T49" fmla="*/ 2147483647 h 968"/>
                <a:gd name="T50" fmla="*/ 2147483647 w 320"/>
                <a:gd name="T51" fmla="*/ 2147483647 h 968"/>
                <a:gd name="T52" fmla="*/ 2147483647 w 320"/>
                <a:gd name="T53" fmla="*/ 2147483647 h 968"/>
                <a:gd name="T54" fmla="*/ 2147483647 w 320"/>
                <a:gd name="T55" fmla="*/ 2147483647 h 968"/>
                <a:gd name="T56" fmla="*/ 0 w 320"/>
                <a:gd name="T57" fmla="*/ 2147483647 h 968"/>
                <a:gd name="T58" fmla="*/ 2147483647 w 320"/>
                <a:gd name="T59" fmla="*/ 2147483647 h 968"/>
                <a:gd name="T60" fmla="*/ 2147483647 w 320"/>
                <a:gd name="T61" fmla="*/ 2147483647 h 968"/>
                <a:gd name="T62" fmla="*/ 2147483647 w 320"/>
                <a:gd name="T63" fmla="*/ 2147483647 h 968"/>
                <a:gd name="T64" fmla="*/ 2147483647 w 320"/>
                <a:gd name="T65" fmla="*/ 2147483647 h 968"/>
                <a:gd name="T66" fmla="*/ 2147483647 w 320"/>
                <a:gd name="T67" fmla="*/ 2147483647 h 968"/>
                <a:gd name="T68" fmla="*/ 2147483647 w 320"/>
                <a:gd name="T69" fmla="*/ 2147483647 h 968"/>
                <a:gd name="T70" fmla="*/ 2147483647 w 320"/>
                <a:gd name="T71" fmla="*/ 2147483647 h 968"/>
                <a:gd name="T72" fmla="*/ 2147483647 w 320"/>
                <a:gd name="T73" fmla="*/ 2147483647 h 968"/>
                <a:gd name="T74" fmla="*/ 2147483647 w 320"/>
                <a:gd name="T75" fmla="*/ 2147483647 h 968"/>
                <a:gd name="T76" fmla="*/ 2147483647 w 320"/>
                <a:gd name="T77" fmla="*/ 2147483647 h 968"/>
                <a:gd name="T78" fmla="*/ 2147483647 w 320"/>
                <a:gd name="T79" fmla="*/ 2147483647 h 968"/>
                <a:gd name="T80" fmla="*/ 2147483647 w 320"/>
                <a:gd name="T81" fmla="*/ 2147483647 h 968"/>
                <a:gd name="T82" fmla="*/ 2147483647 w 320"/>
                <a:gd name="T83" fmla="*/ 2147483647 h 968"/>
                <a:gd name="T84" fmla="*/ 2147483647 w 320"/>
                <a:gd name="T85" fmla="*/ 2147483647 h 968"/>
                <a:gd name="T86" fmla="*/ 2147483647 w 320"/>
                <a:gd name="T87" fmla="*/ 2147483647 h 968"/>
                <a:gd name="T88" fmla="*/ 2147483647 w 320"/>
                <a:gd name="T89" fmla="*/ 2147483647 h 968"/>
                <a:gd name="T90" fmla="*/ 2147483647 w 320"/>
                <a:gd name="T91" fmla="*/ 2147483647 h 968"/>
                <a:gd name="T92" fmla="*/ 2147483647 w 320"/>
                <a:gd name="T93" fmla="*/ 2147483647 h 968"/>
                <a:gd name="T94" fmla="*/ 2147483647 w 320"/>
                <a:gd name="T95" fmla="*/ 2147483647 h 968"/>
                <a:gd name="T96" fmla="*/ 2147483647 w 320"/>
                <a:gd name="T97" fmla="*/ 2147483647 h 968"/>
                <a:gd name="T98" fmla="*/ 2147483647 w 320"/>
                <a:gd name="T99" fmla="*/ 2147483647 h 968"/>
                <a:gd name="T100" fmla="*/ 2147483647 w 320"/>
                <a:gd name="T101" fmla="*/ 2147483647 h 968"/>
                <a:gd name="T102" fmla="*/ 2147483647 w 320"/>
                <a:gd name="T103" fmla="*/ 2147483647 h 968"/>
                <a:gd name="T104" fmla="*/ 2147483647 w 320"/>
                <a:gd name="T105" fmla="*/ 2147483647 h 968"/>
                <a:gd name="T106" fmla="*/ 2147483647 w 320"/>
                <a:gd name="T107" fmla="*/ 2147483647 h 968"/>
                <a:gd name="T108" fmla="*/ 2147483647 w 320"/>
                <a:gd name="T109" fmla="*/ 0 h 96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320"/>
                <a:gd name="T166" fmla="*/ 0 h 968"/>
                <a:gd name="T167" fmla="*/ 320 w 320"/>
                <a:gd name="T168" fmla="*/ 968 h 96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320" h="968">
                  <a:moveTo>
                    <a:pt x="150" y="0"/>
                  </a:moveTo>
                  <a:lnTo>
                    <a:pt x="320" y="0"/>
                  </a:lnTo>
                  <a:lnTo>
                    <a:pt x="317" y="968"/>
                  </a:lnTo>
                  <a:lnTo>
                    <a:pt x="150" y="960"/>
                  </a:lnTo>
                  <a:lnTo>
                    <a:pt x="144" y="957"/>
                  </a:lnTo>
                  <a:lnTo>
                    <a:pt x="138" y="956"/>
                  </a:lnTo>
                  <a:lnTo>
                    <a:pt x="130" y="951"/>
                  </a:lnTo>
                  <a:lnTo>
                    <a:pt x="121" y="947"/>
                  </a:lnTo>
                  <a:lnTo>
                    <a:pt x="112" y="938"/>
                  </a:lnTo>
                  <a:lnTo>
                    <a:pt x="102" y="929"/>
                  </a:lnTo>
                  <a:lnTo>
                    <a:pt x="94" y="918"/>
                  </a:lnTo>
                  <a:lnTo>
                    <a:pt x="86" y="908"/>
                  </a:lnTo>
                  <a:lnTo>
                    <a:pt x="80" y="897"/>
                  </a:lnTo>
                  <a:lnTo>
                    <a:pt x="75" y="884"/>
                  </a:lnTo>
                  <a:lnTo>
                    <a:pt x="69" y="876"/>
                  </a:lnTo>
                  <a:lnTo>
                    <a:pt x="62" y="860"/>
                  </a:lnTo>
                  <a:lnTo>
                    <a:pt x="57" y="843"/>
                  </a:lnTo>
                  <a:lnTo>
                    <a:pt x="51" y="828"/>
                  </a:lnTo>
                  <a:lnTo>
                    <a:pt x="47" y="816"/>
                  </a:lnTo>
                  <a:lnTo>
                    <a:pt x="43" y="806"/>
                  </a:lnTo>
                  <a:lnTo>
                    <a:pt x="36" y="782"/>
                  </a:lnTo>
                  <a:lnTo>
                    <a:pt x="30" y="758"/>
                  </a:lnTo>
                  <a:lnTo>
                    <a:pt x="24" y="731"/>
                  </a:lnTo>
                  <a:lnTo>
                    <a:pt x="18" y="702"/>
                  </a:lnTo>
                  <a:lnTo>
                    <a:pt x="13" y="669"/>
                  </a:lnTo>
                  <a:lnTo>
                    <a:pt x="10" y="639"/>
                  </a:lnTo>
                  <a:lnTo>
                    <a:pt x="5" y="605"/>
                  </a:lnTo>
                  <a:lnTo>
                    <a:pt x="3" y="564"/>
                  </a:lnTo>
                  <a:lnTo>
                    <a:pt x="0" y="525"/>
                  </a:lnTo>
                  <a:lnTo>
                    <a:pt x="1" y="480"/>
                  </a:lnTo>
                  <a:lnTo>
                    <a:pt x="2" y="419"/>
                  </a:lnTo>
                  <a:lnTo>
                    <a:pt x="5" y="363"/>
                  </a:lnTo>
                  <a:lnTo>
                    <a:pt x="10" y="321"/>
                  </a:lnTo>
                  <a:lnTo>
                    <a:pt x="15" y="281"/>
                  </a:lnTo>
                  <a:lnTo>
                    <a:pt x="19" y="249"/>
                  </a:lnTo>
                  <a:lnTo>
                    <a:pt x="24" y="224"/>
                  </a:lnTo>
                  <a:lnTo>
                    <a:pt x="32" y="191"/>
                  </a:lnTo>
                  <a:lnTo>
                    <a:pt x="44" y="152"/>
                  </a:lnTo>
                  <a:lnTo>
                    <a:pt x="53" y="125"/>
                  </a:lnTo>
                  <a:lnTo>
                    <a:pt x="61" y="105"/>
                  </a:lnTo>
                  <a:lnTo>
                    <a:pt x="66" y="93"/>
                  </a:lnTo>
                  <a:lnTo>
                    <a:pt x="73" y="78"/>
                  </a:lnTo>
                  <a:lnTo>
                    <a:pt x="78" y="68"/>
                  </a:lnTo>
                  <a:lnTo>
                    <a:pt x="82" y="59"/>
                  </a:lnTo>
                  <a:lnTo>
                    <a:pt x="88" y="50"/>
                  </a:lnTo>
                  <a:lnTo>
                    <a:pt x="95" y="41"/>
                  </a:lnTo>
                  <a:lnTo>
                    <a:pt x="102" y="32"/>
                  </a:lnTo>
                  <a:lnTo>
                    <a:pt x="108" y="24"/>
                  </a:lnTo>
                  <a:lnTo>
                    <a:pt x="114" y="20"/>
                  </a:lnTo>
                  <a:lnTo>
                    <a:pt x="120" y="14"/>
                  </a:lnTo>
                  <a:lnTo>
                    <a:pt x="127" y="9"/>
                  </a:lnTo>
                  <a:lnTo>
                    <a:pt x="133" y="5"/>
                  </a:lnTo>
                  <a:lnTo>
                    <a:pt x="139" y="3"/>
                  </a:lnTo>
                  <a:lnTo>
                    <a:pt x="144" y="2"/>
                  </a:lnTo>
                  <a:lnTo>
                    <a:pt x="150" y="0"/>
                  </a:lnTo>
                  <a:close/>
                </a:path>
              </a:pathLst>
            </a:custGeom>
            <a:solidFill>
              <a:srgbClr val="202020"/>
            </a:solidFill>
            <a:ln w="9525">
              <a:noFill/>
              <a:round/>
              <a:headEnd/>
              <a:tailEnd/>
            </a:ln>
          </p:spPr>
          <p:txBody>
            <a:bodyPr/>
            <a:lstStyle/>
            <a:p>
              <a:endParaRPr lang="nl-BE"/>
            </a:p>
          </p:txBody>
        </p:sp>
        <p:sp>
          <p:nvSpPr>
            <p:cNvPr id="12555" name="Oval 256"/>
            <p:cNvSpPr>
              <a:spLocks noChangeArrowheads="1"/>
            </p:cNvSpPr>
            <p:nvPr/>
          </p:nvSpPr>
          <p:spPr bwMode="auto">
            <a:xfrm rot="-155667">
              <a:off x="3249613" y="4292600"/>
              <a:ext cx="211137" cy="425450"/>
            </a:xfrm>
            <a:prstGeom prst="ellipse">
              <a:avLst/>
            </a:prstGeom>
            <a:solidFill>
              <a:srgbClr val="404040"/>
            </a:solidFill>
            <a:ln w="9525">
              <a:noFill/>
              <a:round/>
              <a:headEnd/>
              <a:tailEnd/>
            </a:ln>
          </p:spPr>
          <p:txBody>
            <a:bodyPr/>
            <a:lstStyle/>
            <a:p>
              <a:pPr algn="ctr" eaLnBrk="0" hangingPunct="0"/>
              <a:endParaRPr lang="nl-BE"/>
            </a:p>
          </p:txBody>
        </p:sp>
        <p:sp>
          <p:nvSpPr>
            <p:cNvPr id="12556" name="Oval 257"/>
            <p:cNvSpPr>
              <a:spLocks noChangeArrowheads="1"/>
            </p:cNvSpPr>
            <p:nvPr/>
          </p:nvSpPr>
          <p:spPr bwMode="auto">
            <a:xfrm rot="-155667">
              <a:off x="3292475" y="4379913"/>
              <a:ext cx="123825" cy="250825"/>
            </a:xfrm>
            <a:prstGeom prst="ellipse">
              <a:avLst/>
            </a:prstGeom>
            <a:solidFill>
              <a:srgbClr val="A0A0A0"/>
            </a:solidFill>
            <a:ln w="9525">
              <a:noFill/>
              <a:round/>
              <a:headEnd/>
              <a:tailEnd/>
            </a:ln>
          </p:spPr>
          <p:txBody>
            <a:bodyPr/>
            <a:lstStyle/>
            <a:p>
              <a:pPr algn="ctr" eaLnBrk="0" hangingPunct="0"/>
              <a:endParaRPr lang="nl-BE"/>
            </a:p>
          </p:txBody>
        </p:sp>
        <p:sp>
          <p:nvSpPr>
            <p:cNvPr id="12557" name="Oval 258"/>
            <p:cNvSpPr>
              <a:spLocks noChangeArrowheads="1"/>
            </p:cNvSpPr>
            <p:nvPr/>
          </p:nvSpPr>
          <p:spPr bwMode="auto">
            <a:xfrm rot="-155667">
              <a:off x="3292475" y="4386263"/>
              <a:ext cx="114300" cy="234950"/>
            </a:xfrm>
            <a:prstGeom prst="ellipse">
              <a:avLst/>
            </a:prstGeom>
            <a:solidFill>
              <a:srgbClr val="808080"/>
            </a:solidFill>
            <a:ln w="9525">
              <a:noFill/>
              <a:round/>
              <a:headEnd/>
              <a:tailEnd/>
            </a:ln>
          </p:spPr>
          <p:txBody>
            <a:bodyPr/>
            <a:lstStyle/>
            <a:p>
              <a:pPr algn="ctr" eaLnBrk="0" hangingPunct="0"/>
              <a:endParaRPr lang="nl-BE"/>
            </a:p>
          </p:txBody>
        </p:sp>
        <p:sp>
          <p:nvSpPr>
            <p:cNvPr id="12558" name="Oval 259"/>
            <p:cNvSpPr>
              <a:spLocks noChangeArrowheads="1"/>
            </p:cNvSpPr>
            <p:nvPr/>
          </p:nvSpPr>
          <p:spPr bwMode="auto">
            <a:xfrm rot="-155667">
              <a:off x="3343275" y="4483100"/>
              <a:ext cx="20638" cy="41275"/>
            </a:xfrm>
            <a:prstGeom prst="ellipse">
              <a:avLst/>
            </a:prstGeom>
            <a:solidFill>
              <a:srgbClr val="404040"/>
            </a:solidFill>
            <a:ln w="9525">
              <a:noFill/>
              <a:round/>
              <a:headEnd/>
              <a:tailEnd/>
            </a:ln>
          </p:spPr>
          <p:txBody>
            <a:bodyPr/>
            <a:lstStyle/>
            <a:p>
              <a:pPr algn="ctr" eaLnBrk="0" hangingPunct="0"/>
              <a:endParaRPr lang="nl-BE"/>
            </a:p>
          </p:txBody>
        </p:sp>
        <p:sp>
          <p:nvSpPr>
            <p:cNvPr id="12559" name="Freeform 260"/>
            <p:cNvSpPr>
              <a:spLocks/>
            </p:cNvSpPr>
            <p:nvPr/>
          </p:nvSpPr>
          <p:spPr bwMode="auto">
            <a:xfrm rot="-155667">
              <a:off x="4165600" y="3654425"/>
              <a:ext cx="347663" cy="149225"/>
            </a:xfrm>
            <a:custGeom>
              <a:avLst/>
              <a:gdLst>
                <a:gd name="T0" fmla="*/ 2147483647 w 531"/>
                <a:gd name="T1" fmla="*/ 0 h 342"/>
                <a:gd name="T2" fmla="*/ 2147483647 w 531"/>
                <a:gd name="T3" fmla="*/ 2147483647 h 342"/>
                <a:gd name="T4" fmla="*/ 2147483647 w 531"/>
                <a:gd name="T5" fmla="*/ 2147483647 h 342"/>
                <a:gd name="T6" fmla="*/ 2147483647 w 531"/>
                <a:gd name="T7" fmla="*/ 2147483647 h 342"/>
                <a:gd name="T8" fmla="*/ 2147483647 w 531"/>
                <a:gd name="T9" fmla="*/ 2147483647 h 342"/>
                <a:gd name="T10" fmla="*/ 2147483647 w 531"/>
                <a:gd name="T11" fmla="*/ 2147483647 h 342"/>
                <a:gd name="T12" fmla="*/ 2147483647 w 531"/>
                <a:gd name="T13" fmla="*/ 2147483647 h 342"/>
                <a:gd name="T14" fmla="*/ 2147483647 w 531"/>
                <a:gd name="T15" fmla="*/ 2147483647 h 342"/>
                <a:gd name="T16" fmla="*/ 2147483647 w 531"/>
                <a:gd name="T17" fmla="*/ 2147483647 h 342"/>
                <a:gd name="T18" fmla="*/ 0 w 531"/>
                <a:gd name="T19" fmla="*/ 2147483647 h 342"/>
                <a:gd name="T20" fmla="*/ 0 w 531"/>
                <a:gd name="T21" fmla="*/ 0 h 342"/>
                <a:gd name="T22" fmla="*/ 2147483647 w 531"/>
                <a:gd name="T23" fmla="*/ 0 h 34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31"/>
                <a:gd name="T37" fmla="*/ 0 h 342"/>
                <a:gd name="T38" fmla="*/ 531 w 531"/>
                <a:gd name="T39" fmla="*/ 342 h 34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31" h="342">
                  <a:moveTo>
                    <a:pt x="397" y="0"/>
                  </a:moveTo>
                  <a:lnTo>
                    <a:pt x="412" y="3"/>
                  </a:lnTo>
                  <a:lnTo>
                    <a:pt x="424" y="9"/>
                  </a:lnTo>
                  <a:lnTo>
                    <a:pt x="434" y="15"/>
                  </a:lnTo>
                  <a:lnTo>
                    <a:pt x="442" y="27"/>
                  </a:lnTo>
                  <a:lnTo>
                    <a:pt x="448" y="39"/>
                  </a:lnTo>
                  <a:lnTo>
                    <a:pt x="454" y="54"/>
                  </a:lnTo>
                  <a:lnTo>
                    <a:pt x="531" y="342"/>
                  </a:lnTo>
                  <a:lnTo>
                    <a:pt x="384" y="260"/>
                  </a:lnTo>
                  <a:lnTo>
                    <a:pt x="0" y="260"/>
                  </a:lnTo>
                  <a:lnTo>
                    <a:pt x="0" y="0"/>
                  </a:lnTo>
                  <a:lnTo>
                    <a:pt x="397" y="0"/>
                  </a:lnTo>
                  <a:close/>
                </a:path>
              </a:pathLst>
            </a:custGeom>
            <a:solidFill>
              <a:srgbClr val="E0E0E0"/>
            </a:solidFill>
            <a:ln w="6350">
              <a:solidFill>
                <a:srgbClr val="000000"/>
              </a:solidFill>
              <a:prstDash val="solid"/>
              <a:round/>
              <a:headEnd/>
              <a:tailEnd/>
            </a:ln>
          </p:spPr>
          <p:txBody>
            <a:bodyPr/>
            <a:lstStyle/>
            <a:p>
              <a:endParaRPr lang="nl-BE"/>
            </a:p>
          </p:txBody>
        </p:sp>
        <p:sp>
          <p:nvSpPr>
            <p:cNvPr id="12560" name="Freeform 261"/>
            <p:cNvSpPr>
              <a:spLocks/>
            </p:cNvSpPr>
            <p:nvPr/>
          </p:nvSpPr>
          <p:spPr bwMode="auto">
            <a:xfrm rot="-155667">
              <a:off x="4222750" y="3663950"/>
              <a:ext cx="244475" cy="120650"/>
            </a:xfrm>
            <a:custGeom>
              <a:avLst/>
              <a:gdLst>
                <a:gd name="T0" fmla="*/ 2147483647 w 372"/>
                <a:gd name="T1" fmla="*/ 2147483647 h 278"/>
                <a:gd name="T2" fmla="*/ 2147483647 w 372"/>
                <a:gd name="T3" fmla="*/ 2147483647 h 278"/>
                <a:gd name="T4" fmla="*/ 2147483647 w 372"/>
                <a:gd name="T5" fmla="*/ 2147483647 h 278"/>
                <a:gd name="T6" fmla="*/ 2147483647 w 372"/>
                <a:gd name="T7" fmla="*/ 2147483647 h 278"/>
                <a:gd name="T8" fmla="*/ 2147483647 w 372"/>
                <a:gd name="T9" fmla="*/ 2147483647 h 278"/>
                <a:gd name="T10" fmla="*/ 2147483647 w 372"/>
                <a:gd name="T11" fmla="*/ 2147483647 h 278"/>
                <a:gd name="T12" fmla="*/ 2147483647 w 372"/>
                <a:gd name="T13" fmla="*/ 2147483647 h 278"/>
                <a:gd name="T14" fmla="*/ 2147483647 w 372"/>
                <a:gd name="T15" fmla="*/ 0 h 278"/>
                <a:gd name="T16" fmla="*/ 2147483647 w 372"/>
                <a:gd name="T17" fmla="*/ 0 h 278"/>
                <a:gd name="T18" fmla="*/ 2147483647 w 372"/>
                <a:gd name="T19" fmla="*/ 2147483647 h 278"/>
                <a:gd name="T20" fmla="*/ 2147483647 w 372"/>
                <a:gd name="T21" fmla="*/ 2147483647 h 278"/>
                <a:gd name="T22" fmla="*/ 0 w 372"/>
                <a:gd name="T23" fmla="*/ 2147483647 h 278"/>
                <a:gd name="T24" fmla="*/ 0 w 372"/>
                <a:gd name="T25" fmla="*/ 2147483647 h 278"/>
                <a:gd name="T26" fmla="*/ 2147483647 w 372"/>
                <a:gd name="T27" fmla="*/ 2147483647 h 27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72"/>
                <a:gd name="T43" fmla="*/ 0 h 278"/>
                <a:gd name="T44" fmla="*/ 372 w 372"/>
                <a:gd name="T45" fmla="*/ 278 h 27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72" h="278">
                  <a:moveTo>
                    <a:pt x="372" y="278"/>
                  </a:moveTo>
                  <a:lnTo>
                    <a:pt x="349" y="72"/>
                  </a:lnTo>
                  <a:lnTo>
                    <a:pt x="345" y="50"/>
                  </a:lnTo>
                  <a:lnTo>
                    <a:pt x="339" y="33"/>
                  </a:lnTo>
                  <a:lnTo>
                    <a:pt x="333" y="20"/>
                  </a:lnTo>
                  <a:lnTo>
                    <a:pt x="325" y="9"/>
                  </a:lnTo>
                  <a:lnTo>
                    <a:pt x="315" y="3"/>
                  </a:lnTo>
                  <a:lnTo>
                    <a:pt x="305" y="0"/>
                  </a:lnTo>
                  <a:lnTo>
                    <a:pt x="32" y="0"/>
                  </a:lnTo>
                  <a:lnTo>
                    <a:pt x="18" y="8"/>
                  </a:lnTo>
                  <a:lnTo>
                    <a:pt x="6" y="18"/>
                  </a:lnTo>
                  <a:lnTo>
                    <a:pt x="0" y="38"/>
                  </a:lnTo>
                  <a:lnTo>
                    <a:pt x="0" y="278"/>
                  </a:lnTo>
                  <a:lnTo>
                    <a:pt x="372" y="278"/>
                  </a:lnTo>
                  <a:close/>
                </a:path>
              </a:pathLst>
            </a:custGeom>
            <a:solidFill>
              <a:srgbClr val="202020"/>
            </a:solidFill>
            <a:ln w="6350">
              <a:solidFill>
                <a:srgbClr val="000000"/>
              </a:solidFill>
              <a:prstDash val="solid"/>
              <a:round/>
              <a:headEnd/>
              <a:tailEnd/>
            </a:ln>
          </p:spPr>
          <p:txBody>
            <a:bodyPr/>
            <a:lstStyle/>
            <a:p>
              <a:endParaRPr lang="nl-BE"/>
            </a:p>
          </p:txBody>
        </p:sp>
        <p:sp>
          <p:nvSpPr>
            <p:cNvPr id="12561" name="Freeform 262"/>
            <p:cNvSpPr>
              <a:spLocks/>
            </p:cNvSpPr>
            <p:nvPr/>
          </p:nvSpPr>
          <p:spPr bwMode="auto">
            <a:xfrm rot="-155667">
              <a:off x="4381500" y="4133850"/>
              <a:ext cx="269875" cy="153988"/>
            </a:xfrm>
            <a:custGeom>
              <a:avLst/>
              <a:gdLst>
                <a:gd name="T0" fmla="*/ 0 w 413"/>
                <a:gd name="T1" fmla="*/ 2147483647 h 352"/>
                <a:gd name="T2" fmla="*/ 2147483647 w 413"/>
                <a:gd name="T3" fmla="*/ 0 h 352"/>
                <a:gd name="T4" fmla="*/ 2147483647 w 413"/>
                <a:gd name="T5" fmla="*/ 2147483647 h 352"/>
                <a:gd name="T6" fmla="*/ 2147483647 w 413"/>
                <a:gd name="T7" fmla="*/ 2147483647 h 352"/>
                <a:gd name="T8" fmla="*/ 2147483647 w 413"/>
                <a:gd name="T9" fmla="*/ 2147483647 h 352"/>
                <a:gd name="T10" fmla="*/ 2147483647 w 413"/>
                <a:gd name="T11" fmla="*/ 2147483647 h 352"/>
                <a:gd name="T12" fmla="*/ 2147483647 w 413"/>
                <a:gd name="T13" fmla="*/ 2147483647 h 352"/>
                <a:gd name="T14" fmla="*/ 2147483647 w 413"/>
                <a:gd name="T15" fmla="*/ 2147483647 h 352"/>
                <a:gd name="T16" fmla="*/ 2147483647 w 413"/>
                <a:gd name="T17" fmla="*/ 2147483647 h 352"/>
                <a:gd name="T18" fmla="*/ 2147483647 w 413"/>
                <a:gd name="T19" fmla="*/ 2147483647 h 352"/>
                <a:gd name="T20" fmla="*/ 2147483647 w 413"/>
                <a:gd name="T21" fmla="*/ 2147483647 h 352"/>
                <a:gd name="T22" fmla="*/ 2147483647 w 413"/>
                <a:gd name="T23" fmla="*/ 2147483647 h 352"/>
                <a:gd name="T24" fmla="*/ 2147483647 w 413"/>
                <a:gd name="T25" fmla="*/ 2147483647 h 352"/>
                <a:gd name="T26" fmla="*/ 2147483647 w 413"/>
                <a:gd name="T27" fmla="*/ 2147483647 h 352"/>
                <a:gd name="T28" fmla="*/ 2147483647 w 413"/>
                <a:gd name="T29" fmla="*/ 2147483647 h 352"/>
                <a:gd name="T30" fmla="*/ 0 w 413"/>
                <a:gd name="T31" fmla="*/ 2147483647 h 352"/>
                <a:gd name="T32" fmla="*/ 0 w 413"/>
                <a:gd name="T33" fmla="*/ 2147483647 h 35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13"/>
                <a:gd name="T52" fmla="*/ 0 h 352"/>
                <a:gd name="T53" fmla="*/ 413 w 413"/>
                <a:gd name="T54" fmla="*/ 352 h 35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13" h="352">
                  <a:moveTo>
                    <a:pt x="0" y="33"/>
                  </a:moveTo>
                  <a:lnTo>
                    <a:pt x="387" y="0"/>
                  </a:lnTo>
                  <a:lnTo>
                    <a:pt x="413" y="33"/>
                  </a:lnTo>
                  <a:lnTo>
                    <a:pt x="413" y="156"/>
                  </a:lnTo>
                  <a:lnTo>
                    <a:pt x="384" y="165"/>
                  </a:lnTo>
                  <a:lnTo>
                    <a:pt x="413" y="222"/>
                  </a:lnTo>
                  <a:lnTo>
                    <a:pt x="413" y="324"/>
                  </a:lnTo>
                  <a:lnTo>
                    <a:pt x="398" y="342"/>
                  </a:lnTo>
                  <a:lnTo>
                    <a:pt x="353" y="352"/>
                  </a:lnTo>
                  <a:lnTo>
                    <a:pt x="353" y="132"/>
                  </a:lnTo>
                  <a:lnTo>
                    <a:pt x="350" y="112"/>
                  </a:lnTo>
                  <a:lnTo>
                    <a:pt x="345" y="94"/>
                  </a:lnTo>
                  <a:lnTo>
                    <a:pt x="336" y="84"/>
                  </a:lnTo>
                  <a:lnTo>
                    <a:pt x="326" y="76"/>
                  </a:lnTo>
                  <a:lnTo>
                    <a:pt x="321" y="75"/>
                  </a:lnTo>
                  <a:lnTo>
                    <a:pt x="0" y="94"/>
                  </a:lnTo>
                  <a:lnTo>
                    <a:pt x="0" y="33"/>
                  </a:lnTo>
                  <a:close/>
                </a:path>
              </a:pathLst>
            </a:custGeom>
            <a:solidFill>
              <a:srgbClr val="C0C0C0"/>
            </a:solidFill>
            <a:ln w="6350">
              <a:solidFill>
                <a:srgbClr val="000000"/>
              </a:solidFill>
              <a:prstDash val="solid"/>
              <a:round/>
              <a:headEnd/>
              <a:tailEnd/>
            </a:ln>
          </p:spPr>
          <p:txBody>
            <a:bodyPr/>
            <a:lstStyle/>
            <a:p>
              <a:endParaRPr lang="nl-BE"/>
            </a:p>
          </p:txBody>
        </p:sp>
        <p:sp>
          <p:nvSpPr>
            <p:cNvPr id="12562" name="Freeform 263"/>
            <p:cNvSpPr>
              <a:spLocks/>
            </p:cNvSpPr>
            <p:nvPr/>
          </p:nvSpPr>
          <p:spPr bwMode="auto">
            <a:xfrm rot="-155667">
              <a:off x="4268788" y="3767138"/>
              <a:ext cx="155575" cy="414337"/>
            </a:xfrm>
            <a:custGeom>
              <a:avLst/>
              <a:gdLst>
                <a:gd name="T0" fmla="*/ 0 w 237"/>
                <a:gd name="T1" fmla="*/ 0 h 949"/>
                <a:gd name="T2" fmla="*/ 2147483647 w 237"/>
                <a:gd name="T3" fmla="*/ 2147483647 h 949"/>
                <a:gd name="T4" fmla="*/ 2147483647 w 237"/>
                <a:gd name="T5" fmla="*/ 2147483647 h 949"/>
                <a:gd name="T6" fmla="*/ 0 w 237"/>
                <a:gd name="T7" fmla="*/ 2147483647 h 949"/>
                <a:gd name="T8" fmla="*/ 0 w 237"/>
                <a:gd name="T9" fmla="*/ 0 h 949"/>
                <a:gd name="T10" fmla="*/ 0 60000 65536"/>
                <a:gd name="T11" fmla="*/ 0 60000 65536"/>
                <a:gd name="T12" fmla="*/ 0 60000 65536"/>
                <a:gd name="T13" fmla="*/ 0 60000 65536"/>
                <a:gd name="T14" fmla="*/ 0 60000 65536"/>
                <a:gd name="T15" fmla="*/ 0 w 237"/>
                <a:gd name="T16" fmla="*/ 0 h 949"/>
                <a:gd name="T17" fmla="*/ 237 w 237"/>
                <a:gd name="T18" fmla="*/ 949 h 949"/>
              </a:gdLst>
              <a:ahLst/>
              <a:cxnLst>
                <a:cxn ang="T10">
                  <a:pos x="T0" y="T1"/>
                </a:cxn>
                <a:cxn ang="T11">
                  <a:pos x="T2" y="T3"/>
                </a:cxn>
                <a:cxn ang="T12">
                  <a:pos x="T4" y="T5"/>
                </a:cxn>
                <a:cxn ang="T13">
                  <a:pos x="T6" y="T7"/>
                </a:cxn>
                <a:cxn ang="T14">
                  <a:pos x="T8" y="T9"/>
                </a:cxn>
              </a:cxnLst>
              <a:rect l="T15" t="T16" r="T17" b="T18"/>
              <a:pathLst>
                <a:path w="237" h="949">
                  <a:moveTo>
                    <a:pt x="0" y="0"/>
                  </a:moveTo>
                  <a:lnTo>
                    <a:pt x="237" y="4"/>
                  </a:lnTo>
                  <a:lnTo>
                    <a:pt x="237" y="949"/>
                  </a:lnTo>
                  <a:lnTo>
                    <a:pt x="0" y="949"/>
                  </a:lnTo>
                  <a:lnTo>
                    <a:pt x="0" y="0"/>
                  </a:lnTo>
                  <a:close/>
                </a:path>
              </a:pathLst>
            </a:custGeom>
            <a:solidFill>
              <a:srgbClr val="E0E0E0"/>
            </a:solidFill>
            <a:ln w="6350">
              <a:solidFill>
                <a:srgbClr val="000000"/>
              </a:solidFill>
              <a:prstDash val="solid"/>
              <a:round/>
              <a:headEnd/>
              <a:tailEnd/>
            </a:ln>
          </p:spPr>
          <p:txBody>
            <a:bodyPr/>
            <a:lstStyle/>
            <a:p>
              <a:endParaRPr lang="nl-BE"/>
            </a:p>
          </p:txBody>
        </p:sp>
        <p:sp>
          <p:nvSpPr>
            <p:cNvPr id="12563" name="Rectangle 264"/>
            <p:cNvSpPr>
              <a:spLocks noChangeArrowheads="1"/>
            </p:cNvSpPr>
            <p:nvPr/>
          </p:nvSpPr>
          <p:spPr bwMode="auto">
            <a:xfrm rot="-155667">
              <a:off x="4271963" y="3827463"/>
              <a:ext cx="149225" cy="349250"/>
            </a:xfrm>
            <a:prstGeom prst="rect">
              <a:avLst/>
            </a:prstGeom>
            <a:solidFill>
              <a:srgbClr val="A0A0A0"/>
            </a:solidFill>
            <a:ln w="6350">
              <a:solidFill>
                <a:srgbClr val="000000"/>
              </a:solidFill>
              <a:miter lim="800000"/>
              <a:headEnd/>
              <a:tailEnd/>
            </a:ln>
          </p:spPr>
          <p:txBody>
            <a:bodyPr/>
            <a:lstStyle/>
            <a:p>
              <a:pPr algn="ctr" eaLnBrk="0" hangingPunct="0"/>
              <a:endParaRPr lang="nl-BE"/>
            </a:p>
          </p:txBody>
        </p:sp>
        <p:sp>
          <p:nvSpPr>
            <p:cNvPr id="12564" name="Freeform 265"/>
            <p:cNvSpPr>
              <a:spLocks/>
            </p:cNvSpPr>
            <p:nvPr/>
          </p:nvSpPr>
          <p:spPr bwMode="auto">
            <a:xfrm rot="-155667">
              <a:off x="4422775" y="3757613"/>
              <a:ext cx="193675" cy="411162"/>
            </a:xfrm>
            <a:custGeom>
              <a:avLst/>
              <a:gdLst>
                <a:gd name="T0" fmla="*/ 0 w 296"/>
                <a:gd name="T1" fmla="*/ 0 h 941"/>
                <a:gd name="T2" fmla="*/ 2147483647 w 296"/>
                <a:gd name="T3" fmla="*/ 2147483647 h 941"/>
                <a:gd name="T4" fmla="*/ 2147483647 w 296"/>
                <a:gd name="T5" fmla="*/ 2147483647 h 941"/>
                <a:gd name="T6" fmla="*/ 2147483647 w 296"/>
                <a:gd name="T7" fmla="*/ 2147483647 h 941"/>
                <a:gd name="T8" fmla="*/ 2147483647 w 296"/>
                <a:gd name="T9" fmla="*/ 2147483647 h 941"/>
                <a:gd name="T10" fmla="*/ 2147483647 w 296"/>
                <a:gd name="T11" fmla="*/ 2147483647 h 941"/>
                <a:gd name="T12" fmla="*/ 2147483647 w 296"/>
                <a:gd name="T13" fmla="*/ 2147483647 h 941"/>
                <a:gd name="T14" fmla="*/ 2147483647 w 296"/>
                <a:gd name="T15" fmla="*/ 2147483647 h 941"/>
                <a:gd name="T16" fmla="*/ 2147483647 w 296"/>
                <a:gd name="T17" fmla="*/ 2147483647 h 941"/>
                <a:gd name="T18" fmla="*/ 2147483647 w 296"/>
                <a:gd name="T19" fmla="*/ 2147483647 h 941"/>
                <a:gd name="T20" fmla="*/ 2147483647 w 296"/>
                <a:gd name="T21" fmla="*/ 2147483647 h 941"/>
                <a:gd name="T22" fmla="*/ 2147483647 w 296"/>
                <a:gd name="T23" fmla="*/ 2147483647 h 941"/>
                <a:gd name="T24" fmla="*/ 2147483647 w 296"/>
                <a:gd name="T25" fmla="*/ 2147483647 h 941"/>
                <a:gd name="T26" fmla="*/ 2147483647 w 296"/>
                <a:gd name="T27" fmla="*/ 2147483647 h 941"/>
                <a:gd name="T28" fmla="*/ 2147483647 w 296"/>
                <a:gd name="T29" fmla="*/ 2147483647 h 941"/>
                <a:gd name="T30" fmla="*/ 2147483647 w 296"/>
                <a:gd name="T31" fmla="*/ 2147483647 h 941"/>
                <a:gd name="T32" fmla="*/ 2147483647 w 296"/>
                <a:gd name="T33" fmla="*/ 2147483647 h 941"/>
                <a:gd name="T34" fmla="*/ 2147483647 w 296"/>
                <a:gd name="T35" fmla="*/ 2147483647 h 941"/>
                <a:gd name="T36" fmla="*/ 2147483647 w 296"/>
                <a:gd name="T37" fmla="*/ 2147483647 h 941"/>
                <a:gd name="T38" fmla="*/ 2147483647 w 296"/>
                <a:gd name="T39" fmla="*/ 2147483647 h 941"/>
                <a:gd name="T40" fmla="*/ 0 w 296"/>
                <a:gd name="T41" fmla="*/ 2147483647 h 941"/>
                <a:gd name="T42" fmla="*/ 0 w 296"/>
                <a:gd name="T43" fmla="*/ 0 h 94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96"/>
                <a:gd name="T67" fmla="*/ 0 h 941"/>
                <a:gd name="T68" fmla="*/ 296 w 296"/>
                <a:gd name="T69" fmla="*/ 941 h 941"/>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96" h="941">
                  <a:moveTo>
                    <a:pt x="0" y="0"/>
                  </a:moveTo>
                  <a:lnTo>
                    <a:pt x="205" y="110"/>
                  </a:lnTo>
                  <a:lnTo>
                    <a:pt x="223" y="158"/>
                  </a:lnTo>
                  <a:lnTo>
                    <a:pt x="264" y="389"/>
                  </a:lnTo>
                  <a:lnTo>
                    <a:pt x="267" y="425"/>
                  </a:lnTo>
                  <a:lnTo>
                    <a:pt x="255" y="417"/>
                  </a:lnTo>
                  <a:lnTo>
                    <a:pt x="200" y="417"/>
                  </a:lnTo>
                  <a:lnTo>
                    <a:pt x="103" y="413"/>
                  </a:lnTo>
                  <a:lnTo>
                    <a:pt x="103" y="149"/>
                  </a:lnTo>
                  <a:lnTo>
                    <a:pt x="200" y="179"/>
                  </a:lnTo>
                  <a:lnTo>
                    <a:pt x="201" y="417"/>
                  </a:lnTo>
                  <a:lnTo>
                    <a:pt x="211" y="417"/>
                  </a:lnTo>
                  <a:lnTo>
                    <a:pt x="211" y="183"/>
                  </a:lnTo>
                  <a:lnTo>
                    <a:pt x="255" y="417"/>
                  </a:lnTo>
                  <a:lnTo>
                    <a:pt x="267" y="425"/>
                  </a:lnTo>
                  <a:lnTo>
                    <a:pt x="270" y="467"/>
                  </a:lnTo>
                  <a:lnTo>
                    <a:pt x="284" y="504"/>
                  </a:lnTo>
                  <a:lnTo>
                    <a:pt x="296" y="531"/>
                  </a:lnTo>
                  <a:lnTo>
                    <a:pt x="296" y="861"/>
                  </a:lnTo>
                  <a:lnTo>
                    <a:pt x="296" y="923"/>
                  </a:lnTo>
                  <a:lnTo>
                    <a:pt x="0" y="941"/>
                  </a:lnTo>
                  <a:lnTo>
                    <a:pt x="0" y="0"/>
                  </a:lnTo>
                  <a:close/>
                </a:path>
              </a:pathLst>
            </a:custGeom>
            <a:solidFill>
              <a:srgbClr val="E0E0E0"/>
            </a:solidFill>
            <a:ln w="6350">
              <a:solidFill>
                <a:srgbClr val="000000"/>
              </a:solidFill>
              <a:prstDash val="solid"/>
              <a:round/>
              <a:headEnd/>
              <a:tailEnd/>
            </a:ln>
          </p:spPr>
          <p:txBody>
            <a:bodyPr/>
            <a:lstStyle/>
            <a:p>
              <a:endParaRPr lang="nl-BE"/>
            </a:p>
          </p:txBody>
        </p:sp>
        <p:sp>
          <p:nvSpPr>
            <p:cNvPr id="12565" name="Freeform 266"/>
            <p:cNvSpPr>
              <a:spLocks/>
            </p:cNvSpPr>
            <p:nvPr/>
          </p:nvSpPr>
          <p:spPr bwMode="auto">
            <a:xfrm rot="-155667">
              <a:off x="4478338" y="3962400"/>
              <a:ext cx="107950" cy="157163"/>
            </a:xfrm>
            <a:custGeom>
              <a:avLst/>
              <a:gdLst>
                <a:gd name="T0" fmla="*/ 0 w 165"/>
                <a:gd name="T1" fmla="*/ 0 h 361"/>
                <a:gd name="T2" fmla="*/ 2147483647 w 165"/>
                <a:gd name="T3" fmla="*/ 2147483647 h 361"/>
                <a:gd name="T4" fmla="*/ 2147483647 w 165"/>
                <a:gd name="T5" fmla="*/ 2147483647 h 361"/>
                <a:gd name="T6" fmla="*/ 0 w 165"/>
                <a:gd name="T7" fmla="*/ 2147483647 h 361"/>
                <a:gd name="T8" fmla="*/ 0 w 165"/>
                <a:gd name="T9" fmla="*/ 0 h 361"/>
                <a:gd name="T10" fmla="*/ 0 60000 65536"/>
                <a:gd name="T11" fmla="*/ 0 60000 65536"/>
                <a:gd name="T12" fmla="*/ 0 60000 65536"/>
                <a:gd name="T13" fmla="*/ 0 60000 65536"/>
                <a:gd name="T14" fmla="*/ 0 60000 65536"/>
                <a:gd name="T15" fmla="*/ 0 w 165"/>
                <a:gd name="T16" fmla="*/ 0 h 361"/>
                <a:gd name="T17" fmla="*/ 165 w 165"/>
                <a:gd name="T18" fmla="*/ 361 h 361"/>
              </a:gdLst>
              <a:ahLst/>
              <a:cxnLst>
                <a:cxn ang="T10">
                  <a:pos x="T0" y="T1"/>
                </a:cxn>
                <a:cxn ang="T11">
                  <a:pos x="T2" y="T3"/>
                </a:cxn>
                <a:cxn ang="T12">
                  <a:pos x="T4" y="T5"/>
                </a:cxn>
                <a:cxn ang="T13">
                  <a:pos x="T6" y="T7"/>
                </a:cxn>
                <a:cxn ang="T14">
                  <a:pos x="T8" y="T9"/>
                </a:cxn>
              </a:cxnLst>
              <a:rect l="T15" t="T16" r="T17" b="T18"/>
              <a:pathLst>
                <a:path w="165" h="361">
                  <a:moveTo>
                    <a:pt x="0" y="0"/>
                  </a:moveTo>
                  <a:lnTo>
                    <a:pt x="165" y="6"/>
                  </a:lnTo>
                  <a:lnTo>
                    <a:pt x="165" y="354"/>
                  </a:lnTo>
                  <a:lnTo>
                    <a:pt x="0" y="361"/>
                  </a:lnTo>
                  <a:lnTo>
                    <a:pt x="0" y="0"/>
                  </a:lnTo>
                  <a:close/>
                </a:path>
              </a:pathLst>
            </a:custGeom>
            <a:solidFill>
              <a:srgbClr val="E0E0E0"/>
            </a:solidFill>
            <a:ln w="6350">
              <a:solidFill>
                <a:srgbClr val="000000"/>
              </a:solidFill>
              <a:prstDash val="solid"/>
              <a:round/>
              <a:headEnd/>
              <a:tailEnd/>
            </a:ln>
          </p:spPr>
          <p:txBody>
            <a:bodyPr/>
            <a:lstStyle/>
            <a:p>
              <a:endParaRPr lang="nl-BE"/>
            </a:p>
          </p:txBody>
        </p:sp>
        <p:sp>
          <p:nvSpPr>
            <p:cNvPr id="12566" name="Freeform 267"/>
            <p:cNvSpPr>
              <a:spLocks/>
            </p:cNvSpPr>
            <p:nvPr/>
          </p:nvSpPr>
          <p:spPr bwMode="auto">
            <a:xfrm rot="-155667">
              <a:off x="4492625" y="3946525"/>
              <a:ext cx="25400" cy="7938"/>
            </a:xfrm>
            <a:custGeom>
              <a:avLst/>
              <a:gdLst>
                <a:gd name="T0" fmla="*/ 0 w 39"/>
                <a:gd name="T1" fmla="*/ 0 h 17"/>
                <a:gd name="T2" fmla="*/ 2147483647 w 39"/>
                <a:gd name="T3" fmla="*/ 2147483647 h 17"/>
                <a:gd name="T4" fmla="*/ 2147483647 w 39"/>
                <a:gd name="T5" fmla="*/ 2147483647 h 17"/>
                <a:gd name="T6" fmla="*/ 2147483647 w 39"/>
                <a:gd name="T7" fmla="*/ 2147483647 h 17"/>
                <a:gd name="T8" fmla="*/ 0 w 39"/>
                <a:gd name="T9" fmla="*/ 0 h 17"/>
                <a:gd name="T10" fmla="*/ 0 60000 65536"/>
                <a:gd name="T11" fmla="*/ 0 60000 65536"/>
                <a:gd name="T12" fmla="*/ 0 60000 65536"/>
                <a:gd name="T13" fmla="*/ 0 60000 65536"/>
                <a:gd name="T14" fmla="*/ 0 60000 65536"/>
                <a:gd name="T15" fmla="*/ 0 w 39"/>
                <a:gd name="T16" fmla="*/ 0 h 17"/>
                <a:gd name="T17" fmla="*/ 39 w 39"/>
                <a:gd name="T18" fmla="*/ 17 h 17"/>
              </a:gdLst>
              <a:ahLst/>
              <a:cxnLst>
                <a:cxn ang="T10">
                  <a:pos x="T0" y="T1"/>
                </a:cxn>
                <a:cxn ang="T11">
                  <a:pos x="T2" y="T3"/>
                </a:cxn>
                <a:cxn ang="T12">
                  <a:pos x="T4" y="T5"/>
                </a:cxn>
                <a:cxn ang="T13">
                  <a:pos x="T6" y="T7"/>
                </a:cxn>
                <a:cxn ang="T14">
                  <a:pos x="T8" y="T9"/>
                </a:cxn>
              </a:cxnLst>
              <a:rect l="T15" t="T16" r="T17" b="T18"/>
              <a:pathLst>
                <a:path w="39" h="17">
                  <a:moveTo>
                    <a:pt x="0" y="0"/>
                  </a:moveTo>
                  <a:lnTo>
                    <a:pt x="39" y="2"/>
                  </a:lnTo>
                  <a:lnTo>
                    <a:pt x="39" y="17"/>
                  </a:lnTo>
                  <a:lnTo>
                    <a:pt x="1" y="15"/>
                  </a:lnTo>
                  <a:lnTo>
                    <a:pt x="0" y="0"/>
                  </a:lnTo>
                  <a:close/>
                </a:path>
              </a:pathLst>
            </a:custGeom>
            <a:solidFill>
              <a:srgbClr val="C0C0C0"/>
            </a:solidFill>
            <a:ln w="6350">
              <a:solidFill>
                <a:srgbClr val="000000"/>
              </a:solidFill>
              <a:prstDash val="solid"/>
              <a:round/>
              <a:headEnd/>
              <a:tailEnd/>
            </a:ln>
          </p:spPr>
          <p:txBody>
            <a:bodyPr/>
            <a:lstStyle/>
            <a:p>
              <a:endParaRPr lang="nl-BE"/>
            </a:p>
          </p:txBody>
        </p:sp>
        <p:sp>
          <p:nvSpPr>
            <p:cNvPr id="12567" name="Line 268"/>
            <p:cNvSpPr>
              <a:spLocks noChangeShapeType="1"/>
            </p:cNvSpPr>
            <p:nvPr/>
          </p:nvSpPr>
          <p:spPr bwMode="auto">
            <a:xfrm rot="-155667">
              <a:off x="4421188" y="3790950"/>
              <a:ext cx="144462" cy="38100"/>
            </a:xfrm>
            <a:prstGeom prst="line">
              <a:avLst/>
            </a:prstGeom>
            <a:noFill/>
            <a:ln w="6350">
              <a:solidFill>
                <a:srgbClr val="000000"/>
              </a:solidFill>
              <a:round/>
              <a:headEnd/>
              <a:tailEnd/>
            </a:ln>
          </p:spPr>
          <p:txBody>
            <a:bodyPr/>
            <a:lstStyle/>
            <a:p>
              <a:endParaRPr lang="nl-BE"/>
            </a:p>
          </p:txBody>
        </p:sp>
        <p:sp>
          <p:nvSpPr>
            <p:cNvPr id="12568" name="Line 269"/>
            <p:cNvSpPr>
              <a:spLocks noChangeShapeType="1"/>
            </p:cNvSpPr>
            <p:nvPr/>
          </p:nvSpPr>
          <p:spPr bwMode="auto">
            <a:xfrm rot="-155667">
              <a:off x="4475163" y="3808413"/>
              <a:ext cx="1587" cy="334962"/>
            </a:xfrm>
            <a:prstGeom prst="line">
              <a:avLst/>
            </a:prstGeom>
            <a:noFill/>
            <a:ln w="6350">
              <a:solidFill>
                <a:srgbClr val="000000"/>
              </a:solidFill>
              <a:round/>
              <a:headEnd/>
              <a:tailEnd/>
            </a:ln>
          </p:spPr>
          <p:txBody>
            <a:bodyPr/>
            <a:lstStyle/>
            <a:p>
              <a:endParaRPr lang="nl-BE"/>
            </a:p>
          </p:txBody>
        </p:sp>
        <p:sp>
          <p:nvSpPr>
            <p:cNvPr id="12569" name="Line 270"/>
            <p:cNvSpPr>
              <a:spLocks noChangeShapeType="1"/>
            </p:cNvSpPr>
            <p:nvPr/>
          </p:nvSpPr>
          <p:spPr bwMode="auto">
            <a:xfrm rot="-155667" flipH="1" flipV="1">
              <a:off x="4540250" y="3806825"/>
              <a:ext cx="79375" cy="31750"/>
            </a:xfrm>
            <a:prstGeom prst="line">
              <a:avLst/>
            </a:prstGeom>
            <a:noFill/>
            <a:ln w="6350">
              <a:solidFill>
                <a:srgbClr val="A0A0A0"/>
              </a:solidFill>
              <a:round/>
              <a:headEnd/>
              <a:tailEnd/>
            </a:ln>
          </p:spPr>
          <p:txBody>
            <a:bodyPr/>
            <a:lstStyle/>
            <a:p>
              <a:endParaRPr lang="nl-BE"/>
            </a:p>
          </p:txBody>
        </p:sp>
        <p:sp>
          <p:nvSpPr>
            <p:cNvPr id="12570" name="Line 271"/>
            <p:cNvSpPr>
              <a:spLocks noChangeShapeType="1"/>
            </p:cNvSpPr>
            <p:nvPr/>
          </p:nvSpPr>
          <p:spPr bwMode="auto">
            <a:xfrm rot="21444333" flipV="1">
              <a:off x="4586288" y="3965575"/>
              <a:ext cx="39687" cy="14288"/>
            </a:xfrm>
            <a:prstGeom prst="line">
              <a:avLst/>
            </a:prstGeom>
            <a:noFill/>
            <a:ln w="6350">
              <a:solidFill>
                <a:srgbClr val="A0A0A0"/>
              </a:solidFill>
              <a:round/>
              <a:headEnd/>
              <a:tailEnd/>
            </a:ln>
          </p:spPr>
          <p:txBody>
            <a:bodyPr/>
            <a:lstStyle/>
            <a:p>
              <a:endParaRPr lang="nl-BE"/>
            </a:p>
          </p:txBody>
        </p:sp>
        <p:sp>
          <p:nvSpPr>
            <p:cNvPr id="12571" name="Freeform 272"/>
            <p:cNvSpPr>
              <a:spLocks/>
            </p:cNvSpPr>
            <p:nvPr/>
          </p:nvSpPr>
          <p:spPr bwMode="auto">
            <a:xfrm rot="-155667">
              <a:off x="4595813" y="3835400"/>
              <a:ext cx="44450" cy="133350"/>
            </a:xfrm>
            <a:custGeom>
              <a:avLst/>
              <a:gdLst>
                <a:gd name="T0" fmla="*/ 0 w 66"/>
                <a:gd name="T1" fmla="*/ 0 h 303"/>
                <a:gd name="T2" fmla="*/ 2147483647 w 66"/>
                <a:gd name="T3" fmla="*/ 0 h 303"/>
                <a:gd name="T4" fmla="*/ 2147483647 w 66"/>
                <a:gd name="T5" fmla="*/ 2147483647 h 303"/>
                <a:gd name="T6" fmla="*/ 0 w 66"/>
                <a:gd name="T7" fmla="*/ 2147483647 h 303"/>
                <a:gd name="T8" fmla="*/ 0 w 66"/>
                <a:gd name="T9" fmla="*/ 0 h 303"/>
                <a:gd name="T10" fmla="*/ 0 60000 65536"/>
                <a:gd name="T11" fmla="*/ 0 60000 65536"/>
                <a:gd name="T12" fmla="*/ 0 60000 65536"/>
                <a:gd name="T13" fmla="*/ 0 60000 65536"/>
                <a:gd name="T14" fmla="*/ 0 60000 65536"/>
                <a:gd name="T15" fmla="*/ 0 w 66"/>
                <a:gd name="T16" fmla="*/ 0 h 303"/>
                <a:gd name="T17" fmla="*/ 66 w 66"/>
                <a:gd name="T18" fmla="*/ 303 h 303"/>
              </a:gdLst>
              <a:ahLst/>
              <a:cxnLst>
                <a:cxn ang="T10">
                  <a:pos x="T0" y="T1"/>
                </a:cxn>
                <a:cxn ang="T11">
                  <a:pos x="T2" y="T3"/>
                </a:cxn>
                <a:cxn ang="T12">
                  <a:pos x="T4" y="T5"/>
                </a:cxn>
                <a:cxn ang="T13">
                  <a:pos x="T6" y="T7"/>
                </a:cxn>
                <a:cxn ang="T14">
                  <a:pos x="T8" y="T9"/>
                </a:cxn>
              </a:cxnLst>
              <a:rect l="T15" t="T16" r="T17" b="T18"/>
              <a:pathLst>
                <a:path w="66" h="303">
                  <a:moveTo>
                    <a:pt x="0" y="0"/>
                  </a:moveTo>
                  <a:lnTo>
                    <a:pt x="66" y="0"/>
                  </a:lnTo>
                  <a:lnTo>
                    <a:pt x="66" y="303"/>
                  </a:lnTo>
                  <a:lnTo>
                    <a:pt x="0" y="292"/>
                  </a:lnTo>
                  <a:lnTo>
                    <a:pt x="0" y="0"/>
                  </a:lnTo>
                  <a:close/>
                </a:path>
              </a:pathLst>
            </a:custGeom>
            <a:solidFill>
              <a:srgbClr val="C0C0C0"/>
            </a:solidFill>
            <a:ln w="6350">
              <a:solidFill>
                <a:srgbClr val="000000"/>
              </a:solidFill>
              <a:prstDash val="solid"/>
              <a:round/>
              <a:headEnd/>
              <a:tailEnd/>
            </a:ln>
          </p:spPr>
          <p:txBody>
            <a:bodyPr/>
            <a:lstStyle/>
            <a:p>
              <a:endParaRPr lang="nl-BE"/>
            </a:p>
          </p:txBody>
        </p:sp>
        <p:sp>
          <p:nvSpPr>
            <p:cNvPr id="12572" name="Line 273"/>
            <p:cNvSpPr>
              <a:spLocks noChangeShapeType="1"/>
            </p:cNvSpPr>
            <p:nvPr/>
          </p:nvSpPr>
          <p:spPr bwMode="auto">
            <a:xfrm rot="-155667">
              <a:off x="4598988" y="3844925"/>
              <a:ext cx="42862" cy="42863"/>
            </a:xfrm>
            <a:prstGeom prst="line">
              <a:avLst/>
            </a:prstGeom>
            <a:noFill/>
            <a:ln w="6350">
              <a:solidFill>
                <a:srgbClr val="E0E0E0"/>
              </a:solidFill>
              <a:round/>
              <a:headEnd/>
              <a:tailEnd/>
            </a:ln>
          </p:spPr>
          <p:txBody>
            <a:bodyPr/>
            <a:lstStyle/>
            <a:p>
              <a:endParaRPr lang="nl-BE"/>
            </a:p>
          </p:txBody>
        </p:sp>
        <p:sp>
          <p:nvSpPr>
            <p:cNvPr id="12573" name="Line 274"/>
            <p:cNvSpPr>
              <a:spLocks noChangeShapeType="1"/>
            </p:cNvSpPr>
            <p:nvPr/>
          </p:nvSpPr>
          <p:spPr bwMode="auto">
            <a:xfrm rot="-155667">
              <a:off x="4605338" y="3906838"/>
              <a:ext cx="36512" cy="36512"/>
            </a:xfrm>
            <a:prstGeom prst="line">
              <a:avLst/>
            </a:prstGeom>
            <a:noFill/>
            <a:ln w="6350">
              <a:solidFill>
                <a:srgbClr val="E0E0E0"/>
              </a:solidFill>
              <a:round/>
              <a:headEnd/>
              <a:tailEnd/>
            </a:ln>
          </p:spPr>
          <p:txBody>
            <a:bodyPr/>
            <a:lstStyle/>
            <a:p>
              <a:endParaRPr lang="nl-BE"/>
            </a:p>
          </p:txBody>
        </p:sp>
        <p:sp>
          <p:nvSpPr>
            <p:cNvPr id="12574" name="Line 275"/>
            <p:cNvSpPr>
              <a:spLocks noChangeShapeType="1"/>
            </p:cNvSpPr>
            <p:nvPr/>
          </p:nvSpPr>
          <p:spPr bwMode="auto">
            <a:xfrm rot="-155667">
              <a:off x="4602163" y="3865563"/>
              <a:ext cx="38100" cy="36512"/>
            </a:xfrm>
            <a:prstGeom prst="line">
              <a:avLst/>
            </a:prstGeom>
            <a:noFill/>
            <a:ln w="6350">
              <a:solidFill>
                <a:srgbClr val="E0E0E0"/>
              </a:solidFill>
              <a:round/>
              <a:headEnd/>
              <a:tailEnd/>
            </a:ln>
          </p:spPr>
          <p:txBody>
            <a:bodyPr/>
            <a:lstStyle/>
            <a:p>
              <a:endParaRPr lang="nl-BE"/>
            </a:p>
          </p:txBody>
        </p:sp>
        <p:sp>
          <p:nvSpPr>
            <p:cNvPr id="12575" name="Freeform 276"/>
            <p:cNvSpPr>
              <a:spLocks/>
            </p:cNvSpPr>
            <p:nvPr/>
          </p:nvSpPr>
          <p:spPr bwMode="auto">
            <a:xfrm rot="-155667">
              <a:off x="4408488" y="4173538"/>
              <a:ext cx="101600" cy="227012"/>
            </a:xfrm>
            <a:custGeom>
              <a:avLst/>
              <a:gdLst>
                <a:gd name="T0" fmla="*/ 2147483647 w 153"/>
                <a:gd name="T1" fmla="*/ 0 h 519"/>
                <a:gd name="T2" fmla="*/ 2147483647 w 153"/>
                <a:gd name="T3" fmla="*/ 0 h 519"/>
                <a:gd name="T4" fmla="*/ 2147483647 w 153"/>
                <a:gd name="T5" fmla="*/ 2147483647 h 519"/>
                <a:gd name="T6" fmla="*/ 2147483647 w 153"/>
                <a:gd name="T7" fmla="*/ 2147483647 h 519"/>
                <a:gd name="T8" fmla="*/ 2147483647 w 153"/>
                <a:gd name="T9" fmla="*/ 2147483647 h 519"/>
                <a:gd name="T10" fmla="*/ 2147483647 w 153"/>
                <a:gd name="T11" fmla="*/ 2147483647 h 519"/>
                <a:gd name="T12" fmla="*/ 2147483647 w 153"/>
                <a:gd name="T13" fmla="*/ 2147483647 h 519"/>
                <a:gd name="T14" fmla="*/ 2147483647 w 153"/>
                <a:gd name="T15" fmla="*/ 2147483647 h 519"/>
                <a:gd name="T16" fmla="*/ 2147483647 w 153"/>
                <a:gd name="T17" fmla="*/ 2147483647 h 519"/>
                <a:gd name="T18" fmla="*/ 2147483647 w 153"/>
                <a:gd name="T19" fmla="*/ 2147483647 h 519"/>
                <a:gd name="T20" fmla="*/ 2147483647 w 153"/>
                <a:gd name="T21" fmla="*/ 2147483647 h 519"/>
                <a:gd name="T22" fmla="*/ 2147483647 w 153"/>
                <a:gd name="T23" fmla="*/ 2147483647 h 519"/>
                <a:gd name="T24" fmla="*/ 2147483647 w 153"/>
                <a:gd name="T25" fmla="*/ 2147483647 h 519"/>
                <a:gd name="T26" fmla="*/ 2147483647 w 153"/>
                <a:gd name="T27" fmla="*/ 2147483647 h 519"/>
                <a:gd name="T28" fmla="*/ 2147483647 w 153"/>
                <a:gd name="T29" fmla="*/ 2147483647 h 519"/>
                <a:gd name="T30" fmla="*/ 2147483647 w 153"/>
                <a:gd name="T31" fmla="*/ 2147483647 h 519"/>
                <a:gd name="T32" fmla="*/ 2147483647 w 153"/>
                <a:gd name="T33" fmla="*/ 2147483647 h 519"/>
                <a:gd name="T34" fmla="*/ 2147483647 w 153"/>
                <a:gd name="T35" fmla="*/ 2147483647 h 519"/>
                <a:gd name="T36" fmla="*/ 2147483647 w 153"/>
                <a:gd name="T37" fmla="*/ 2147483647 h 519"/>
                <a:gd name="T38" fmla="*/ 2147483647 w 153"/>
                <a:gd name="T39" fmla="*/ 2147483647 h 519"/>
                <a:gd name="T40" fmla="*/ 2147483647 w 153"/>
                <a:gd name="T41" fmla="*/ 2147483647 h 519"/>
                <a:gd name="T42" fmla="*/ 2147483647 w 153"/>
                <a:gd name="T43" fmla="*/ 2147483647 h 519"/>
                <a:gd name="T44" fmla="*/ 2147483647 w 153"/>
                <a:gd name="T45" fmla="*/ 2147483647 h 519"/>
                <a:gd name="T46" fmla="*/ 2147483647 w 153"/>
                <a:gd name="T47" fmla="*/ 2147483647 h 519"/>
                <a:gd name="T48" fmla="*/ 2147483647 w 153"/>
                <a:gd name="T49" fmla="*/ 2147483647 h 519"/>
                <a:gd name="T50" fmla="*/ 2147483647 w 153"/>
                <a:gd name="T51" fmla="*/ 2147483647 h 519"/>
                <a:gd name="T52" fmla="*/ 2147483647 w 153"/>
                <a:gd name="T53" fmla="*/ 2147483647 h 519"/>
                <a:gd name="T54" fmla="*/ 2147483647 w 153"/>
                <a:gd name="T55" fmla="*/ 2147483647 h 519"/>
                <a:gd name="T56" fmla="*/ 0 w 153"/>
                <a:gd name="T57" fmla="*/ 2147483647 h 519"/>
                <a:gd name="T58" fmla="*/ 0 w 153"/>
                <a:gd name="T59" fmla="*/ 2147483647 h 519"/>
                <a:gd name="T60" fmla="*/ 0 w 153"/>
                <a:gd name="T61" fmla="*/ 2147483647 h 519"/>
                <a:gd name="T62" fmla="*/ 2147483647 w 153"/>
                <a:gd name="T63" fmla="*/ 2147483647 h 519"/>
                <a:gd name="T64" fmla="*/ 2147483647 w 153"/>
                <a:gd name="T65" fmla="*/ 2147483647 h 519"/>
                <a:gd name="T66" fmla="*/ 2147483647 w 153"/>
                <a:gd name="T67" fmla="*/ 2147483647 h 519"/>
                <a:gd name="T68" fmla="*/ 2147483647 w 153"/>
                <a:gd name="T69" fmla="*/ 2147483647 h 519"/>
                <a:gd name="T70" fmla="*/ 2147483647 w 153"/>
                <a:gd name="T71" fmla="*/ 2147483647 h 519"/>
                <a:gd name="T72" fmla="*/ 2147483647 w 153"/>
                <a:gd name="T73" fmla="*/ 2147483647 h 519"/>
                <a:gd name="T74" fmla="*/ 2147483647 w 153"/>
                <a:gd name="T75" fmla="*/ 2147483647 h 519"/>
                <a:gd name="T76" fmla="*/ 2147483647 w 153"/>
                <a:gd name="T77" fmla="*/ 2147483647 h 519"/>
                <a:gd name="T78" fmla="*/ 2147483647 w 153"/>
                <a:gd name="T79" fmla="*/ 2147483647 h 519"/>
                <a:gd name="T80" fmla="*/ 2147483647 w 153"/>
                <a:gd name="T81" fmla="*/ 2147483647 h 519"/>
                <a:gd name="T82" fmla="*/ 2147483647 w 153"/>
                <a:gd name="T83" fmla="*/ 2147483647 h 519"/>
                <a:gd name="T84" fmla="*/ 2147483647 w 153"/>
                <a:gd name="T85" fmla="*/ 2147483647 h 519"/>
                <a:gd name="T86" fmla="*/ 2147483647 w 153"/>
                <a:gd name="T87" fmla="*/ 2147483647 h 519"/>
                <a:gd name="T88" fmla="*/ 2147483647 w 153"/>
                <a:gd name="T89" fmla="*/ 2147483647 h 519"/>
                <a:gd name="T90" fmla="*/ 2147483647 w 153"/>
                <a:gd name="T91" fmla="*/ 2147483647 h 519"/>
                <a:gd name="T92" fmla="*/ 2147483647 w 153"/>
                <a:gd name="T93" fmla="*/ 2147483647 h 519"/>
                <a:gd name="T94" fmla="*/ 2147483647 w 153"/>
                <a:gd name="T95" fmla="*/ 2147483647 h 519"/>
                <a:gd name="T96" fmla="*/ 2147483647 w 153"/>
                <a:gd name="T97" fmla="*/ 2147483647 h 519"/>
                <a:gd name="T98" fmla="*/ 2147483647 w 153"/>
                <a:gd name="T99" fmla="*/ 2147483647 h 519"/>
                <a:gd name="T100" fmla="*/ 2147483647 w 153"/>
                <a:gd name="T101" fmla="*/ 2147483647 h 519"/>
                <a:gd name="T102" fmla="*/ 2147483647 w 153"/>
                <a:gd name="T103" fmla="*/ 2147483647 h 519"/>
                <a:gd name="T104" fmla="*/ 2147483647 w 153"/>
                <a:gd name="T105" fmla="*/ 0 h 519"/>
                <a:gd name="T106" fmla="*/ 2147483647 w 153"/>
                <a:gd name="T107" fmla="*/ 0 h 519"/>
                <a:gd name="T108" fmla="*/ 2147483647 w 153"/>
                <a:gd name="T109" fmla="*/ 0 h 51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53"/>
                <a:gd name="T166" fmla="*/ 0 h 519"/>
                <a:gd name="T167" fmla="*/ 153 w 153"/>
                <a:gd name="T168" fmla="*/ 519 h 51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53" h="519">
                  <a:moveTo>
                    <a:pt x="72" y="0"/>
                  </a:moveTo>
                  <a:lnTo>
                    <a:pt x="153" y="0"/>
                  </a:lnTo>
                  <a:lnTo>
                    <a:pt x="152" y="519"/>
                  </a:lnTo>
                  <a:lnTo>
                    <a:pt x="72" y="513"/>
                  </a:lnTo>
                  <a:lnTo>
                    <a:pt x="70" y="513"/>
                  </a:lnTo>
                  <a:lnTo>
                    <a:pt x="67" y="511"/>
                  </a:lnTo>
                  <a:lnTo>
                    <a:pt x="63" y="508"/>
                  </a:lnTo>
                  <a:lnTo>
                    <a:pt x="58" y="507"/>
                  </a:lnTo>
                  <a:lnTo>
                    <a:pt x="54" y="502"/>
                  </a:lnTo>
                  <a:lnTo>
                    <a:pt x="49" y="496"/>
                  </a:lnTo>
                  <a:lnTo>
                    <a:pt x="45" y="490"/>
                  </a:lnTo>
                  <a:lnTo>
                    <a:pt x="41" y="486"/>
                  </a:lnTo>
                  <a:lnTo>
                    <a:pt x="38" y="480"/>
                  </a:lnTo>
                  <a:lnTo>
                    <a:pt x="36" y="474"/>
                  </a:lnTo>
                  <a:lnTo>
                    <a:pt x="33" y="468"/>
                  </a:lnTo>
                  <a:lnTo>
                    <a:pt x="30" y="459"/>
                  </a:lnTo>
                  <a:lnTo>
                    <a:pt x="27" y="451"/>
                  </a:lnTo>
                  <a:lnTo>
                    <a:pt x="24" y="442"/>
                  </a:lnTo>
                  <a:lnTo>
                    <a:pt x="22" y="436"/>
                  </a:lnTo>
                  <a:lnTo>
                    <a:pt x="20" y="430"/>
                  </a:lnTo>
                  <a:lnTo>
                    <a:pt x="17" y="418"/>
                  </a:lnTo>
                  <a:lnTo>
                    <a:pt x="14" y="405"/>
                  </a:lnTo>
                  <a:lnTo>
                    <a:pt x="11" y="390"/>
                  </a:lnTo>
                  <a:lnTo>
                    <a:pt x="8" y="375"/>
                  </a:lnTo>
                  <a:lnTo>
                    <a:pt x="6" y="358"/>
                  </a:lnTo>
                  <a:lnTo>
                    <a:pt x="4" y="342"/>
                  </a:lnTo>
                  <a:lnTo>
                    <a:pt x="2" y="322"/>
                  </a:lnTo>
                  <a:lnTo>
                    <a:pt x="1" y="301"/>
                  </a:lnTo>
                  <a:lnTo>
                    <a:pt x="0" y="280"/>
                  </a:lnTo>
                  <a:lnTo>
                    <a:pt x="0" y="255"/>
                  </a:lnTo>
                  <a:lnTo>
                    <a:pt x="0" y="225"/>
                  </a:lnTo>
                  <a:lnTo>
                    <a:pt x="2" y="193"/>
                  </a:lnTo>
                  <a:lnTo>
                    <a:pt x="4" y="172"/>
                  </a:lnTo>
                  <a:lnTo>
                    <a:pt x="6" y="150"/>
                  </a:lnTo>
                  <a:lnTo>
                    <a:pt x="9" y="132"/>
                  </a:lnTo>
                  <a:lnTo>
                    <a:pt x="11" y="120"/>
                  </a:lnTo>
                  <a:lnTo>
                    <a:pt x="15" y="102"/>
                  </a:lnTo>
                  <a:lnTo>
                    <a:pt x="21" y="82"/>
                  </a:lnTo>
                  <a:lnTo>
                    <a:pt x="25" y="67"/>
                  </a:lnTo>
                  <a:lnTo>
                    <a:pt x="29" y="57"/>
                  </a:lnTo>
                  <a:lnTo>
                    <a:pt x="32" y="49"/>
                  </a:lnTo>
                  <a:lnTo>
                    <a:pt x="35" y="43"/>
                  </a:lnTo>
                  <a:lnTo>
                    <a:pt x="38" y="36"/>
                  </a:lnTo>
                  <a:lnTo>
                    <a:pt x="39" y="30"/>
                  </a:lnTo>
                  <a:lnTo>
                    <a:pt x="43" y="27"/>
                  </a:lnTo>
                  <a:lnTo>
                    <a:pt x="46" y="21"/>
                  </a:lnTo>
                  <a:lnTo>
                    <a:pt x="49" y="16"/>
                  </a:lnTo>
                  <a:lnTo>
                    <a:pt x="52" y="13"/>
                  </a:lnTo>
                  <a:lnTo>
                    <a:pt x="55" y="10"/>
                  </a:lnTo>
                  <a:lnTo>
                    <a:pt x="58" y="6"/>
                  </a:lnTo>
                  <a:lnTo>
                    <a:pt x="61" y="4"/>
                  </a:lnTo>
                  <a:lnTo>
                    <a:pt x="64" y="3"/>
                  </a:lnTo>
                  <a:lnTo>
                    <a:pt x="67" y="0"/>
                  </a:lnTo>
                  <a:lnTo>
                    <a:pt x="69" y="0"/>
                  </a:lnTo>
                  <a:lnTo>
                    <a:pt x="72" y="0"/>
                  </a:lnTo>
                  <a:close/>
                </a:path>
              </a:pathLst>
            </a:custGeom>
            <a:solidFill>
              <a:srgbClr val="202020"/>
            </a:solidFill>
            <a:ln w="9525">
              <a:noFill/>
              <a:round/>
              <a:headEnd/>
              <a:tailEnd/>
            </a:ln>
          </p:spPr>
          <p:txBody>
            <a:bodyPr/>
            <a:lstStyle/>
            <a:p>
              <a:endParaRPr lang="nl-BE"/>
            </a:p>
          </p:txBody>
        </p:sp>
        <p:sp>
          <p:nvSpPr>
            <p:cNvPr id="12576" name="Oval 277"/>
            <p:cNvSpPr>
              <a:spLocks noChangeArrowheads="1"/>
            </p:cNvSpPr>
            <p:nvPr/>
          </p:nvSpPr>
          <p:spPr bwMode="auto">
            <a:xfrm rot="-155667">
              <a:off x="4456113" y="4171950"/>
              <a:ext cx="101600" cy="227013"/>
            </a:xfrm>
            <a:prstGeom prst="ellipse">
              <a:avLst/>
            </a:prstGeom>
            <a:solidFill>
              <a:srgbClr val="404040"/>
            </a:solidFill>
            <a:ln w="9525">
              <a:noFill/>
              <a:round/>
              <a:headEnd/>
              <a:tailEnd/>
            </a:ln>
          </p:spPr>
          <p:txBody>
            <a:bodyPr/>
            <a:lstStyle/>
            <a:p>
              <a:pPr algn="ctr" eaLnBrk="0" hangingPunct="0"/>
              <a:endParaRPr lang="nl-BE"/>
            </a:p>
          </p:txBody>
        </p:sp>
        <p:sp>
          <p:nvSpPr>
            <p:cNvPr id="12577" name="Oval 278"/>
            <p:cNvSpPr>
              <a:spLocks noChangeArrowheads="1"/>
            </p:cNvSpPr>
            <p:nvPr/>
          </p:nvSpPr>
          <p:spPr bwMode="auto">
            <a:xfrm rot="-155667">
              <a:off x="4476750" y="4217988"/>
              <a:ext cx="60325" cy="133350"/>
            </a:xfrm>
            <a:prstGeom prst="ellipse">
              <a:avLst/>
            </a:prstGeom>
            <a:solidFill>
              <a:srgbClr val="A0A0A0"/>
            </a:solidFill>
            <a:ln w="9525">
              <a:noFill/>
              <a:round/>
              <a:headEnd/>
              <a:tailEnd/>
            </a:ln>
          </p:spPr>
          <p:txBody>
            <a:bodyPr/>
            <a:lstStyle/>
            <a:p>
              <a:pPr algn="ctr" eaLnBrk="0" hangingPunct="0"/>
              <a:endParaRPr lang="nl-BE"/>
            </a:p>
          </p:txBody>
        </p:sp>
        <p:sp>
          <p:nvSpPr>
            <p:cNvPr id="12578" name="Oval 279"/>
            <p:cNvSpPr>
              <a:spLocks noChangeArrowheads="1"/>
            </p:cNvSpPr>
            <p:nvPr/>
          </p:nvSpPr>
          <p:spPr bwMode="auto">
            <a:xfrm rot="-155667">
              <a:off x="4476750" y="4221163"/>
              <a:ext cx="55563" cy="127000"/>
            </a:xfrm>
            <a:prstGeom prst="ellipse">
              <a:avLst/>
            </a:prstGeom>
            <a:solidFill>
              <a:srgbClr val="808080"/>
            </a:solidFill>
            <a:ln w="9525">
              <a:noFill/>
              <a:round/>
              <a:headEnd/>
              <a:tailEnd/>
            </a:ln>
          </p:spPr>
          <p:txBody>
            <a:bodyPr/>
            <a:lstStyle/>
            <a:p>
              <a:pPr algn="ctr" eaLnBrk="0" hangingPunct="0"/>
              <a:endParaRPr lang="nl-BE"/>
            </a:p>
          </p:txBody>
        </p:sp>
        <p:sp>
          <p:nvSpPr>
            <p:cNvPr id="12579" name="Oval 280"/>
            <p:cNvSpPr>
              <a:spLocks noChangeArrowheads="1"/>
            </p:cNvSpPr>
            <p:nvPr/>
          </p:nvSpPr>
          <p:spPr bwMode="auto">
            <a:xfrm rot="-155667">
              <a:off x="4502150" y="4273550"/>
              <a:ext cx="7938" cy="22225"/>
            </a:xfrm>
            <a:prstGeom prst="ellipse">
              <a:avLst/>
            </a:prstGeom>
            <a:solidFill>
              <a:srgbClr val="404040"/>
            </a:solidFill>
            <a:ln w="9525">
              <a:noFill/>
              <a:round/>
              <a:headEnd/>
              <a:tailEnd/>
            </a:ln>
          </p:spPr>
          <p:txBody>
            <a:bodyPr/>
            <a:lstStyle/>
            <a:p>
              <a:pPr algn="ctr" eaLnBrk="0" hangingPunct="0"/>
              <a:endParaRPr lang="nl-BE"/>
            </a:p>
          </p:txBody>
        </p:sp>
        <p:sp>
          <p:nvSpPr>
            <p:cNvPr id="12580" name="Freeform 281"/>
            <p:cNvSpPr>
              <a:spLocks/>
            </p:cNvSpPr>
            <p:nvPr/>
          </p:nvSpPr>
          <p:spPr bwMode="auto">
            <a:xfrm rot="-155667">
              <a:off x="4468813" y="4171950"/>
              <a:ext cx="101600" cy="230188"/>
            </a:xfrm>
            <a:custGeom>
              <a:avLst/>
              <a:gdLst>
                <a:gd name="T0" fmla="*/ 2147483647 w 154"/>
                <a:gd name="T1" fmla="*/ 0 h 529"/>
                <a:gd name="T2" fmla="*/ 2147483647 w 154"/>
                <a:gd name="T3" fmla="*/ 0 h 529"/>
                <a:gd name="T4" fmla="*/ 2147483647 w 154"/>
                <a:gd name="T5" fmla="*/ 2147483647 h 529"/>
                <a:gd name="T6" fmla="*/ 2147483647 w 154"/>
                <a:gd name="T7" fmla="*/ 2147483647 h 529"/>
                <a:gd name="T8" fmla="*/ 2147483647 w 154"/>
                <a:gd name="T9" fmla="*/ 2147483647 h 529"/>
                <a:gd name="T10" fmla="*/ 2147483647 w 154"/>
                <a:gd name="T11" fmla="*/ 2147483647 h 529"/>
                <a:gd name="T12" fmla="*/ 2147483647 w 154"/>
                <a:gd name="T13" fmla="*/ 2147483647 h 529"/>
                <a:gd name="T14" fmla="*/ 2147483647 w 154"/>
                <a:gd name="T15" fmla="*/ 2147483647 h 529"/>
                <a:gd name="T16" fmla="*/ 2147483647 w 154"/>
                <a:gd name="T17" fmla="*/ 2147483647 h 529"/>
                <a:gd name="T18" fmla="*/ 2147483647 w 154"/>
                <a:gd name="T19" fmla="*/ 2147483647 h 529"/>
                <a:gd name="T20" fmla="*/ 2147483647 w 154"/>
                <a:gd name="T21" fmla="*/ 2147483647 h 529"/>
                <a:gd name="T22" fmla="*/ 2147483647 w 154"/>
                <a:gd name="T23" fmla="*/ 2147483647 h 529"/>
                <a:gd name="T24" fmla="*/ 2147483647 w 154"/>
                <a:gd name="T25" fmla="*/ 2147483647 h 529"/>
                <a:gd name="T26" fmla="*/ 2147483647 w 154"/>
                <a:gd name="T27" fmla="*/ 2147483647 h 529"/>
                <a:gd name="T28" fmla="*/ 2147483647 w 154"/>
                <a:gd name="T29" fmla="*/ 2147483647 h 529"/>
                <a:gd name="T30" fmla="*/ 2147483647 w 154"/>
                <a:gd name="T31" fmla="*/ 2147483647 h 529"/>
                <a:gd name="T32" fmla="*/ 2147483647 w 154"/>
                <a:gd name="T33" fmla="*/ 2147483647 h 529"/>
                <a:gd name="T34" fmla="*/ 2147483647 w 154"/>
                <a:gd name="T35" fmla="*/ 2147483647 h 529"/>
                <a:gd name="T36" fmla="*/ 2147483647 w 154"/>
                <a:gd name="T37" fmla="*/ 2147483647 h 529"/>
                <a:gd name="T38" fmla="*/ 2147483647 w 154"/>
                <a:gd name="T39" fmla="*/ 2147483647 h 529"/>
                <a:gd name="T40" fmla="*/ 2147483647 w 154"/>
                <a:gd name="T41" fmla="*/ 2147483647 h 529"/>
                <a:gd name="T42" fmla="*/ 2147483647 w 154"/>
                <a:gd name="T43" fmla="*/ 2147483647 h 529"/>
                <a:gd name="T44" fmla="*/ 2147483647 w 154"/>
                <a:gd name="T45" fmla="*/ 2147483647 h 529"/>
                <a:gd name="T46" fmla="*/ 2147483647 w 154"/>
                <a:gd name="T47" fmla="*/ 2147483647 h 529"/>
                <a:gd name="T48" fmla="*/ 2147483647 w 154"/>
                <a:gd name="T49" fmla="*/ 2147483647 h 529"/>
                <a:gd name="T50" fmla="*/ 2147483647 w 154"/>
                <a:gd name="T51" fmla="*/ 2147483647 h 529"/>
                <a:gd name="T52" fmla="*/ 2147483647 w 154"/>
                <a:gd name="T53" fmla="*/ 2147483647 h 529"/>
                <a:gd name="T54" fmla="*/ 2147483647 w 154"/>
                <a:gd name="T55" fmla="*/ 2147483647 h 529"/>
                <a:gd name="T56" fmla="*/ 0 w 154"/>
                <a:gd name="T57" fmla="*/ 2147483647 h 529"/>
                <a:gd name="T58" fmla="*/ 0 w 154"/>
                <a:gd name="T59" fmla="*/ 2147483647 h 529"/>
                <a:gd name="T60" fmla="*/ 0 w 154"/>
                <a:gd name="T61" fmla="*/ 2147483647 h 529"/>
                <a:gd name="T62" fmla="*/ 2147483647 w 154"/>
                <a:gd name="T63" fmla="*/ 2147483647 h 529"/>
                <a:gd name="T64" fmla="*/ 2147483647 w 154"/>
                <a:gd name="T65" fmla="*/ 2147483647 h 529"/>
                <a:gd name="T66" fmla="*/ 2147483647 w 154"/>
                <a:gd name="T67" fmla="*/ 2147483647 h 529"/>
                <a:gd name="T68" fmla="*/ 2147483647 w 154"/>
                <a:gd name="T69" fmla="*/ 2147483647 h 529"/>
                <a:gd name="T70" fmla="*/ 2147483647 w 154"/>
                <a:gd name="T71" fmla="*/ 2147483647 h 529"/>
                <a:gd name="T72" fmla="*/ 2147483647 w 154"/>
                <a:gd name="T73" fmla="*/ 2147483647 h 529"/>
                <a:gd name="T74" fmla="*/ 2147483647 w 154"/>
                <a:gd name="T75" fmla="*/ 2147483647 h 529"/>
                <a:gd name="T76" fmla="*/ 2147483647 w 154"/>
                <a:gd name="T77" fmla="*/ 2147483647 h 529"/>
                <a:gd name="T78" fmla="*/ 2147483647 w 154"/>
                <a:gd name="T79" fmla="*/ 2147483647 h 529"/>
                <a:gd name="T80" fmla="*/ 2147483647 w 154"/>
                <a:gd name="T81" fmla="*/ 2147483647 h 529"/>
                <a:gd name="T82" fmla="*/ 2147483647 w 154"/>
                <a:gd name="T83" fmla="*/ 2147483647 h 529"/>
                <a:gd name="T84" fmla="*/ 2147483647 w 154"/>
                <a:gd name="T85" fmla="*/ 2147483647 h 529"/>
                <a:gd name="T86" fmla="*/ 2147483647 w 154"/>
                <a:gd name="T87" fmla="*/ 2147483647 h 529"/>
                <a:gd name="T88" fmla="*/ 2147483647 w 154"/>
                <a:gd name="T89" fmla="*/ 2147483647 h 529"/>
                <a:gd name="T90" fmla="*/ 2147483647 w 154"/>
                <a:gd name="T91" fmla="*/ 2147483647 h 529"/>
                <a:gd name="T92" fmla="*/ 2147483647 w 154"/>
                <a:gd name="T93" fmla="*/ 2147483647 h 529"/>
                <a:gd name="T94" fmla="*/ 2147483647 w 154"/>
                <a:gd name="T95" fmla="*/ 2147483647 h 529"/>
                <a:gd name="T96" fmla="*/ 2147483647 w 154"/>
                <a:gd name="T97" fmla="*/ 2147483647 h 529"/>
                <a:gd name="T98" fmla="*/ 2147483647 w 154"/>
                <a:gd name="T99" fmla="*/ 2147483647 h 529"/>
                <a:gd name="T100" fmla="*/ 2147483647 w 154"/>
                <a:gd name="T101" fmla="*/ 2147483647 h 529"/>
                <a:gd name="T102" fmla="*/ 2147483647 w 154"/>
                <a:gd name="T103" fmla="*/ 2147483647 h 529"/>
                <a:gd name="T104" fmla="*/ 2147483647 w 154"/>
                <a:gd name="T105" fmla="*/ 2147483647 h 529"/>
                <a:gd name="T106" fmla="*/ 2147483647 w 154"/>
                <a:gd name="T107" fmla="*/ 0 h 529"/>
                <a:gd name="T108" fmla="*/ 2147483647 w 154"/>
                <a:gd name="T109" fmla="*/ 0 h 52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54"/>
                <a:gd name="T166" fmla="*/ 0 h 529"/>
                <a:gd name="T167" fmla="*/ 154 w 154"/>
                <a:gd name="T168" fmla="*/ 529 h 52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54" h="529">
                  <a:moveTo>
                    <a:pt x="72" y="0"/>
                  </a:moveTo>
                  <a:lnTo>
                    <a:pt x="154" y="0"/>
                  </a:lnTo>
                  <a:lnTo>
                    <a:pt x="153" y="529"/>
                  </a:lnTo>
                  <a:lnTo>
                    <a:pt x="72" y="525"/>
                  </a:lnTo>
                  <a:lnTo>
                    <a:pt x="69" y="523"/>
                  </a:lnTo>
                  <a:lnTo>
                    <a:pt x="67" y="522"/>
                  </a:lnTo>
                  <a:lnTo>
                    <a:pt x="63" y="520"/>
                  </a:lnTo>
                  <a:lnTo>
                    <a:pt x="58" y="519"/>
                  </a:lnTo>
                  <a:lnTo>
                    <a:pt x="54" y="513"/>
                  </a:lnTo>
                  <a:lnTo>
                    <a:pt x="49" y="508"/>
                  </a:lnTo>
                  <a:lnTo>
                    <a:pt x="45" y="502"/>
                  </a:lnTo>
                  <a:lnTo>
                    <a:pt x="42" y="496"/>
                  </a:lnTo>
                  <a:lnTo>
                    <a:pt x="39" y="490"/>
                  </a:lnTo>
                  <a:lnTo>
                    <a:pt x="36" y="483"/>
                  </a:lnTo>
                  <a:lnTo>
                    <a:pt x="33" y="480"/>
                  </a:lnTo>
                  <a:lnTo>
                    <a:pt x="30" y="469"/>
                  </a:lnTo>
                  <a:lnTo>
                    <a:pt x="27" y="462"/>
                  </a:lnTo>
                  <a:lnTo>
                    <a:pt x="25" y="453"/>
                  </a:lnTo>
                  <a:lnTo>
                    <a:pt x="22" y="447"/>
                  </a:lnTo>
                  <a:lnTo>
                    <a:pt x="20" y="441"/>
                  </a:lnTo>
                  <a:lnTo>
                    <a:pt x="17" y="427"/>
                  </a:lnTo>
                  <a:lnTo>
                    <a:pt x="14" y="414"/>
                  </a:lnTo>
                  <a:lnTo>
                    <a:pt x="11" y="399"/>
                  </a:lnTo>
                  <a:lnTo>
                    <a:pt x="8" y="384"/>
                  </a:lnTo>
                  <a:lnTo>
                    <a:pt x="6" y="366"/>
                  </a:lnTo>
                  <a:lnTo>
                    <a:pt x="4" y="349"/>
                  </a:lnTo>
                  <a:lnTo>
                    <a:pt x="2" y="330"/>
                  </a:lnTo>
                  <a:lnTo>
                    <a:pt x="1" y="309"/>
                  </a:lnTo>
                  <a:lnTo>
                    <a:pt x="0" y="286"/>
                  </a:lnTo>
                  <a:lnTo>
                    <a:pt x="0" y="262"/>
                  </a:lnTo>
                  <a:lnTo>
                    <a:pt x="0" y="229"/>
                  </a:lnTo>
                  <a:lnTo>
                    <a:pt x="2" y="199"/>
                  </a:lnTo>
                  <a:lnTo>
                    <a:pt x="4" y="177"/>
                  </a:lnTo>
                  <a:lnTo>
                    <a:pt x="7" y="154"/>
                  </a:lnTo>
                  <a:lnTo>
                    <a:pt x="9" y="136"/>
                  </a:lnTo>
                  <a:lnTo>
                    <a:pt x="11" y="123"/>
                  </a:lnTo>
                  <a:lnTo>
                    <a:pt x="15" y="105"/>
                  </a:lnTo>
                  <a:lnTo>
                    <a:pt x="21" y="84"/>
                  </a:lnTo>
                  <a:lnTo>
                    <a:pt x="25" y="69"/>
                  </a:lnTo>
                  <a:lnTo>
                    <a:pt x="29" y="58"/>
                  </a:lnTo>
                  <a:lnTo>
                    <a:pt x="32" y="51"/>
                  </a:lnTo>
                  <a:lnTo>
                    <a:pt x="35" y="45"/>
                  </a:lnTo>
                  <a:lnTo>
                    <a:pt x="37" y="37"/>
                  </a:lnTo>
                  <a:lnTo>
                    <a:pt x="40" y="31"/>
                  </a:lnTo>
                  <a:lnTo>
                    <a:pt x="42" y="27"/>
                  </a:lnTo>
                  <a:lnTo>
                    <a:pt x="46" y="22"/>
                  </a:lnTo>
                  <a:lnTo>
                    <a:pt x="49" y="16"/>
                  </a:lnTo>
                  <a:lnTo>
                    <a:pt x="52" y="13"/>
                  </a:lnTo>
                  <a:lnTo>
                    <a:pt x="55" y="10"/>
                  </a:lnTo>
                  <a:lnTo>
                    <a:pt x="58" y="7"/>
                  </a:lnTo>
                  <a:lnTo>
                    <a:pt x="61" y="4"/>
                  </a:lnTo>
                  <a:lnTo>
                    <a:pt x="64" y="3"/>
                  </a:lnTo>
                  <a:lnTo>
                    <a:pt x="67" y="1"/>
                  </a:lnTo>
                  <a:lnTo>
                    <a:pt x="69" y="0"/>
                  </a:lnTo>
                  <a:lnTo>
                    <a:pt x="72" y="0"/>
                  </a:lnTo>
                  <a:close/>
                </a:path>
              </a:pathLst>
            </a:custGeom>
            <a:solidFill>
              <a:srgbClr val="202020"/>
            </a:solidFill>
            <a:ln w="9525">
              <a:noFill/>
              <a:round/>
              <a:headEnd/>
              <a:tailEnd/>
            </a:ln>
          </p:spPr>
          <p:txBody>
            <a:bodyPr/>
            <a:lstStyle/>
            <a:p>
              <a:endParaRPr lang="nl-BE"/>
            </a:p>
          </p:txBody>
        </p:sp>
        <p:sp>
          <p:nvSpPr>
            <p:cNvPr id="12581" name="Oval 282"/>
            <p:cNvSpPr>
              <a:spLocks noChangeArrowheads="1"/>
            </p:cNvSpPr>
            <p:nvPr/>
          </p:nvSpPr>
          <p:spPr bwMode="auto">
            <a:xfrm rot="-155667">
              <a:off x="4514850" y="4170363"/>
              <a:ext cx="103188" cy="231775"/>
            </a:xfrm>
            <a:prstGeom prst="ellipse">
              <a:avLst/>
            </a:prstGeom>
            <a:solidFill>
              <a:srgbClr val="404040"/>
            </a:solidFill>
            <a:ln w="9525">
              <a:noFill/>
              <a:round/>
              <a:headEnd/>
              <a:tailEnd/>
            </a:ln>
          </p:spPr>
          <p:txBody>
            <a:bodyPr/>
            <a:lstStyle/>
            <a:p>
              <a:pPr algn="ctr" eaLnBrk="0" hangingPunct="0"/>
              <a:endParaRPr lang="nl-BE"/>
            </a:p>
          </p:txBody>
        </p:sp>
        <p:sp>
          <p:nvSpPr>
            <p:cNvPr id="12582" name="Oval 283"/>
            <p:cNvSpPr>
              <a:spLocks noChangeArrowheads="1"/>
            </p:cNvSpPr>
            <p:nvPr/>
          </p:nvSpPr>
          <p:spPr bwMode="auto">
            <a:xfrm rot="-155667">
              <a:off x="4537075" y="4217988"/>
              <a:ext cx="60325" cy="136525"/>
            </a:xfrm>
            <a:prstGeom prst="ellipse">
              <a:avLst/>
            </a:prstGeom>
            <a:solidFill>
              <a:srgbClr val="A0A0A0"/>
            </a:solidFill>
            <a:ln w="9525">
              <a:noFill/>
              <a:round/>
              <a:headEnd/>
              <a:tailEnd/>
            </a:ln>
          </p:spPr>
          <p:txBody>
            <a:bodyPr/>
            <a:lstStyle/>
            <a:p>
              <a:pPr algn="ctr" eaLnBrk="0" hangingPunct="0"/>
              <a:endParaRPr lang="nl-BE"/>
            </a:p>
          </p:txBody>
        </p:sp>
        <p:sp>
          <p:nvSpPr>
            <p:cNvPr id="12583" name="Oval 284"/>
            <p:cNvSpPr>
              <a:spLocks noChangeArrowheads="1"/>
            </p:cNvSpPr>
            <p:nvPr/>
          </p:nvSpPr>
          <p:spPr bwMode="auto">
            <a:xfrm rot="-155667">
              <a:off x="4537075" y="4221163"/>
              <a:ext cx="55563" cy="128587"/>
            </a:xfrm>
            <a:prstGeom prst="ellipse">
              <a:avLst/>
            </a:prstGeom>
            <a:solidFill>
              <a:srgbClr val="808080"/>
            </a:solidFill>
            <a:ln w="9525">
              <a:noFill/>
              <a:round/>
              <a:headEnd/>
              <a:tailEnd/>
            </a:ln>
          </p:spPr>
          <p:txBody>
            <a:bodyPr/>
            <a:lstStyle/>
            <a:p>
              <a:pPr algn="ctr" eaLnBrk="0" hangingPunct="0"/>
              <a:endParaRPr lang="nl-BE"/>
            </a:p>
          </p:txBody>
        </p:sp>
        <p:sp>
          <p:nvSpPr>
            <p:cNvPr id="12584" name="Oval 285"/>
            <p:cNvSpPr>
              <a:spLocks noChangeArrowheads="1"/>
            </p:cNvSpPr>
            <p:nvPr/>
          </p:nvSpPr>
          <p:spPr bwMode="auto">
            <a:xfrm rot="-155667">
              <a:off x="4562475" y="4273550"/>
              <a:ext cx="7938" cy="23813"/>
            </a:xfrm>
            <a:prstGeom prst="ellipse">
              <a:avLst/>
            </a:prstGeom>
            <a:solidFill>
              <a:srgbClr val="404040"/>
            </a:solidFill>
            <a:ln w="9525">
              <a:noFill/>
              <a:round/>
              <a:headEnd/>
              <a:tailEnd/>
            </a:ln>
          </p:spPr>
          <p:txBody>
            <a:bodyPr/>
            <a:lstStyle/>
            <a:p>
              <a:pPr algn="ctr" eaLnBrk="0" hangingPunct="0"/>
              <a:endParaRPr lang="nl-BE"/>
            </a:p>
          </p:txBody>
        </p:sp>
        <p:sp>
          <p:nvSpPr>
            <p:cNvPr id="12585" name="Oval 286"/>
            <p:cNvSpPr>
              <a:spLocks noChangeArrowheads="1"/>
            </p:cNvSpPr>
            <p:nvPr/>
          </p:nvSpPr>
          <p:spPr bwMode="auto">
            <a:xfrm rot="-155667">
              <a:off x="4397375" y="4210050"/>
              <a:ext cx="87313" cy="95250"/>
            </a:xfrm>
            <a:prstGeom prst="ellipse">
              <a:avLst/>
            </a:prstGeom>
            <a:solidFill>
              <a:srgbClr val="606060"/>
            </a:solidFill>
            <a:ln w="6350">
              <a:solidFill>
                <a:srgbClr val="000000"/>
              </a:solidFill>
              <a:round/>
              <a:headEnd/>
              <a:tailEnd/>
            </a:ln>
          </p:spPr>
          <p:txBody>
            <a:bodyPr/>
            <a:lstStyle/>
            <a:p>
              <a:pPr algn="ctr" eaLnBrk="0" hangingPunct="0"/>
              <a:endParaRPr lang="nl-BE"/>
            </a:p>
          </p:txBody>
        </p:sp>
        <p:sp>
          <p:nvSpPr>
            <p:cNvPr id="12586" name="Oval 287"/>
            <p:cNvSpPr>
              <a:spLocks noChangeArrowheads="1"/>
            </p:cNvSpPr>
            <p:nvPr/>
          </p:nvSpPr>
          <p:spPr bwMode="auto">
            <a:xfrm rot="-155667">
              <a:off x="4384675" y="4211638"/>
              <a:ext cx="88900" cy="95250"/>
            </a:xfrm>
            <a:prstGeom prst="ellipse">
              <a:avLst/>
            </a:prstGeom>
            <a:solidFill>
              <a:srgbClr val="606060"/>
            </a:solidFill>
            <a:ln w="6350">
              <a:solidFill>
                <a:srgbClr val="000000"/>
              </a:solidFill>
              <a:round/>
              <a:headEnd/>
              <a:tailEnd/>
            </a:ln>
          </p:spPr>
          <p:txBody>
            <a:bodyPr/>
            <a:lstStyle/>
            <a:p>
              <a:pPr algn="ctr" eaLnBrk="0" hangingPunct="0"/>
              <a:endParaRPr lang="nl-BE"/>
            </a:p>
          </p:txBody>
        </p:sp>
        <p:sp>
          <p:nvSpPr>
            <p:cNvPr id="12587" name="Oval 288"/>
            <p:cNvSpPr>
              <a:spLocks noChangeArrowheads="1"/>
            </p:cNvSpPr>
            <p:nvPr/>
          </p:nvSpPr>
          <p:spPr bwMode="auto">
            <a:xfrm rot="-155667">
              <a:off x="4371975" y="4211638"/>
              <a:ext cx="87313" cy="95250"/>
            </a:xfrm>
            <a:prstGeom prst="ellipse">
              <a:avLst/>
            </a:prstGeom>
            <a:solidFill>
              <a:srgbClr val="808080"/>
            </a:solidFill>
            <a:ln w="6350">
              <a:solidFill>
                <a:srgbClr val="000000"/>
              </a:solidFill>
              <a:round/>
              <a:headEnd/>
              <a:tailEnd/>
            </a:ln>
          </p:spPr>
          <p:txBody>
            <a:bodyPr/>
            <a:lstStyle/>
            <a:p>
              <a:pPr algn="ctr" eaLnBrk="0" hangingPunct="0"/>
              <a:endParaRPr lang="nl-BE"/>
            </a:p>
          </p:txBody>
        </p:sp>
        <p:sp>
          <p:nvSpPr>
            <p:cNvPr id="12588" name="Oval 289"/>
            <p:cNvSpPr>
              <a:spLocks noChangeArrowheads="1"/>
            </p:cNvSpPr>
            <p:nvPr/>
          </p:nvSpPr>
          <p:spPr bwMode="auto">
            <a:xfrm rot="-155667">
              <a:off x="4360863" y="4211638"/>
              <a:ext cx="87312" cy="95250"/>
            </a:xfrm>
            <a:prstGeom prst="ellipse">
              <a:avLst/>
            </a:prstGeom>
            <a:solidFill>
              <a:srgbClr val="808080"/>
            </a:solidFill>
            <a:ln w="6350">
              <a:solidFill>
                <a:srgbClr val="000000"/>
              </a:solidFill>
              <a:round/>
              <a:headEnd/>
              <a:tailEnd/>
            </a:ln>
          </p:spPr>
          <p:txBody>
            <a:bodyPr/>
            <a:lstStyle/>
            <a:p>
              <a:pPr algn="ctr" eaLnBrk="0" hangingPunct="0"/>
              <a:endParaRPr lang="nl-BE"/>
            </a:p>
          </p:txBody>
        </p:sp>
        <p:sp>
          <p:nvSpPr>
            <p:cNvPr id="12589" name="Oval 290"/>
            <p:cNvSpPr>
              <a:spLocks noChangeArrowheads="1"/>
            </p:cNvSpPr>
            <p:nvPr/>
          </p:nvSpPr>
          <p:spPr bwMode="auto">
            <a:xfrm rot="-155667">
              <a:off x="4349750" y="4213225"/>
              <a:ext cx="88900" cy="95250"/>
            </a:xfrm>
            <a:prstGeom prst="ellipse">
              <a:avLst/>
            </a:prstGeom>
            <a:solidFill>
              <a:srgbClr val="808080"/>
            </a:solidFill>
            <a:ln w="6350">
              <a:solidFill>
                <a:srgbClr val="000000"/>
              </a:solidFill>
              <a:round/>
              <a:headEnd/>
              <a:tailEnd/>
            </a:ln>
          </p:spPr>
          <p:txBody>
            <a:bodyPr/>
            <a:lstStyle/>
            <a:p>
              <a:pPr algn="ctr" eaLnBrk="0" hangingPunct="0"/>
              <a:endParaRPr lang="nl-BE"/>
            </a:p>
          </p:txBody>
        </p:sp>
        <p:sp>
          <p:nvSpPr>
            <p:cNvPr id="12590" name="Oval 291"/>
            <p:cNvSpPr>
              <a:spLocks noChangeArrowheads="1"/>
            </p:cNvSpPr>
            <p:nvPr/>
          </p:nvSpPr>
          <p:spPr bwMode="auto">
            <a:xfrm rot="-155667">
              <a:off x="4337050" y="4213225"/>
              <a:ext cx="87313" cy="95250"/>
            </a:xfrm>
            <a:prstGeom prst="ellipse">
              <a:avLst/>
            </a:prstGeom>
            <a:solidFill>
              <a:srgbClr val="808080"/>
            </a:solidFill>
            <a:ln w="6350">
              <a:solidFill>
                <a:srgbClr val="000000"/>
              </a:solidFill>
              <a:round/>
              <a:headEnd/>
              <a:tailEnd/>
            </a:ln>
          </p:spPr>
          <p:txBody>
            <a:bodyPr/>
            <a:lstStyle/>
            <a:p>
              <a:pPr algn="ctr" eaLnBrk="0" hangingPunct="0"/>
              <a:endParaRPr lang="nl-BE"/>
            </a:p>
          </p:txBody>
        </p:sp>
        <p:sp>
          <p:nvSpPr>
            <p:cNvPr id="12591" name="Oval 292"/>
            <p:cNvSpPr>
              <a:spLocks noChangeArrowheads="1"/>
            </p:cNvSpPr>
            <p:nvPr/>
          </p:nvSpPr>
          <p:spPr bwMode="auto">
            <a:xfrm rot="-155667">
              <a:off x="4324350" y="4214813"/>
              <a:ext cx="88900" cy="95250"/>
            </a:xfrm>
            <a:prstGeom prst="ellipse">
              <a:avLst/>
            </a:prstGeom>
            <a:solidFill>
              <a:srgbClr val="404040"/>
            </a:solidFill>
            <a:ln w="6350">
              <a:solidFill>
                <a:srgbClr val="000000"/>
              </a:solidFill>
              <a:round/>
              <a:headEnd/>
              <a:tailEnd/>
            </a:ln>
          </p:spPr>
          <p:txBody>
            <a:bodyPr/>
            <a:lstStyle/>
            <a:p>
              <a:pPr algn="ctr" eaLnBrk="0" hangingPunct="0"/>
              <a:endParaRPr lang="nl-BE"/>
            </a:p>
          </p:txBody>
        </p:sp>
        <p:sp>
          <p:nvSpPr>
            <p:cNvPr id="12592" name="Freeform 293"/>
            <p:cNvSpPr>
              <a:spLocks/>
            </p:cNvSpPr>
            <p:nvPr/>
          </p:nvSpPr>
          <p:spPr bwMode="auto">
            <a:xfrm rot="-155667">
              <a:off x="4017963" y="4208463"/>
              <a:ext cx="138112" cy="271462"/>
            </a:xfrm>
            <a:custGeom>
              <a:avLst/>
              <a:gdLst>
                <a:gd name="T0" fmla="*/ 2147483647 w 209"/>
                <a:gd name="T1" fmla="*/ 0 h 621"/>
                <a:gd name="T2" fmla="*/ 2147483647 w 209"/>
                <a:gd name="T3" fmla="*/ 0 h 621"/>
                <a:gd name="T4" fmla="*/ 2147483647 w 209"/>
                <a:gd name="T5" fmla="*/ 2147483647 h 621"/>
                <a:gd name="T6" fmla="*/ 2147483647 w 209"/>
                <a:gd name="T7" fmla="*/ 2147483647 h 621"/>
                <a:gd name="T8" fmla="*/ 2147483647 w 209"/>
                <a:gd name="T9" fmla="*/ 2147483647 h 621"/>
                <a:gd name="T10" fmla="*/ 2147483647 w 209"/>
                <a:gd name="T11" fmla="*/ 2147483647 h 621"/>
                <a:gd name="T12" fmla="*/ 2147483647 w 209"/>
                <a:gd name="T13" fmla="*/ 2147483647 h 621"/>
                <a:gd name="T14" fmla="*/ 2147483647 w 209"/>
                <a:gd name="T15" fmla="*/ 2147483647 h 621"/>
                <a:gd name="T16" fmla="*/ 2147483647 w 209"/>
                <a:gd name="T17" fmla="*/ 2147483647 h 621"/>
                <a:gd name="T18" fmla="*/ 2147483647 w 209"/>
                <a:gd name="T19" fmla="*/ 2147483647 h 621"/>
                <a:gd name="T20" fmla="*/ 2147483647 w 209"/>
                <a:gd name="T21" fmla="*/ 2147483647 h 621"/>
                <a:gd name="T22" fmla="*/ 2147483647 w 209"/>
                <a:gd name="T23" fmla="*/ 2147483647 h 621"/>
                <a:gd name="T24" fmla="*/ 2147483647 w 209"/>
                <a:gd name="T25" fmla="*/ 2147483647 h 621"/>
                <a:gd name="T26" fmla="*/ 2147483647 w 209"/>
                <a:gd name="T27" fmla="*/ 2147483647 h 621"/>
                <a:gd name="T28" fmla="*/ 2147483647 w 209"/>
                <a:gd name="T29" fmla="*/ 2147483647 h 621"/>
                <a:gd name="T30" fmla="*/ 2147483647 w 209"/>
                <a:gd name="T31" fmla="*/ 2147483647 h 621"/>
                <a:gd name="T32" fmla="*/ 2147483647 w 209"/>
                <a:gd name="T33" fmla="*/ 2147483647 h 621"/>
                <a:gd name="T34" fmla="*/ 2147483647 w 209"/>
                <a:gd name="T35" fmla="*/ 2147483647 h 621"/>
                <a:gd name="T36" fmla="*/ 2147483647 w 209"/>
                <a:gd name="T37" fmla="*/ 2147483647 h 621"/>
                <a:gd name="T38" fmla="*/ 2147483647 w 209"/>
                <a:gd name="T39" fmla="*/ 2147483647 h 621"/>
                <a:gd name="T40" fmla="*/ 2147483647 w 209"/>
                <a:gd name="T41" fmla="*/ 2147483647 h 621"/>
                <a:gd name="T42" fmla="*/ 2147483647 w 209"/>
                <a:gd name="T43" fmla="*/ 2147483647 h 621"/>
                <a:gd name="T44" fmla="*/ 2147483647 w 209"/>
                <a:gd name="T45" fmla="*/ 2147483647 h 621"/>
                <a:gd name="T46" fmla="*/ 2147483647 w 209"/>
                <a:gd name="T47" fmla="*/ 2147483647 h 621"/>
                <a:gd name="T48" fmla="*/ 2147483647 w 209"/>
                <a:gd name="T49" fmla="*/ 2147483647 h 621"/>
                <a:gd name="T50" fmla="*/ 2147483647 w 209"/>
                <a:gd name="T51" fmla="*/ 2147483647 h 621"/>
                <a:gd name="T52" fmla="*/ 2147483647 w 209"/>
                <a:gd name="T53" fmla="*/ 2147483647 h 621"/>
                <a:gd name="T54" fmla="*/ 2147483647 w 209"/>
                <a:gd name="T55" fmla="*/ 2147483647 h 621"/>
                <a:gd name="T56" fmla="*/ 0 w 209"/>
                <a:gd name="T57" fmla="*/ 2147483647 h 621"/>
                <a:gd name="T58" fmla="*/ 0 w 209"/>
                <a:gd name="T59" fmla="*/ 2147483647 h 621"/>
                <a:gd name="T60" fmla="*/ 2147483647 w 209"/>
                <a:gd name="T61" fmla="*/ 2147483647 h 621"/>
                <a:gd name="T62" fmla="*/ 2147483647 w 209"/>
                <a:gd name="T63" fmla="*/ 2147483647 h 621"/>
                <a:gd name="T64" fmla="*/ 2147483647 w 209"/>
                <a:gd name="T65" fmla="*/ 2147483647 h 621"/>
                <a:gd name="T66" fmla="*/ 2147483647 w 209"/>
                <a:gd name="T67" fmla="*/ 2147483647 h 621"/>
                <a:gd name="T68" fmla="*/ 2147483647 w 209"/>
                <a:gd name="T69" fmla="*/ 2147483647 h 621"/>
                <a:gd name="T70" fmla="*/ 2147483647 w 209"/>
                <a:gd name="T71" fmla="*/ 2147483647 h 621"/>
                <a:gd name="T72" fmla="*/ 2147483647 w 209"/>
                <a:gd name="T73" fmla="*/ 2147483647 h 621"/>
                <a:gd name="T74" fmla="*/ 2147483647 w 209"/>
                <a:gd name="T75" fmla="*/ 2147483647 h 621"/>
                <a:gd name="T76" fmla="*/ 2147483647 w 209"/>
                <a:gd name="T77" fmla="*/ 2147483647 h 621"/>
                <a:gd name="T78" fmla="*/ 2147483647 w 209"/>
                <a:gd name="T79" fmla="*/ 2147483647 h 621"/>
                <a:gd name="T80" fmla="*/ 2147483647 w 209"/>
                <a:gd name="T81" fmla="*/ 2147483647 h 621"/>
                <a:gd name="T82" fmla="*/ 2147483647 w 209"/>
                <a:gd name="T83" fmla="*/ 2147483647 h 621"/>
                <a:gd name="T84" fmla="*/ 2147483647 w 209"/>
                <a:gd name="T85" fmla="*/ 2147483647 h 621"/>
                <a:gd name="T86" fmla="*/ 2147483647 w 209"/>
                <a:gd name="T87" fmla="*/ 2147483647 h 621"/>
                <a:gd name="T88" fmla="*/ 2147483647 w 209"/>
                <a:gd name="T89" fmla="*/ 2147483647 h 621"/>
                <a:gd name="T90" fmla="*/ 2147483647 w 209"/>
                <a:gd name="T91" fmla="*/ 2147483647 h 621"/>
                <a:gd name="T92" fmla="*/ 2147483647 w 209"/>
                <a:gd name="T93" fmla="*/ 2147483647 h 621"/>
                <a:gd name="T94" fmla="*/ 2147483647 w 209"/>
                <a:gd name="T95" fmla="*/ 2147483647 h 621"/>
                <a:gd name="T96" fmla="*/ 2147483647 w 209"/>
                <a:gd name="T97" fmla="*/ 2147483647 h 621"/>
                <a:gd name="T98" fmla="*/ 2147483647 w 209"/>
                <a:gd name="T99" fmla="*/ 2147483647 h 621"/>
                <a:gd name="T100" fmla="*/ 2147483647 w 209"/>
                <a:gd name="T101" fmla="*/ 2147483647 h 621"/>
                <a:gd name="T102" fmla="*/ 2147483647 w 209"/>
                <a:gd name="T103" fmla="*/ 2147483647 h 621"/>
                <a:gd name="T104" fmla="*/ 2147483647 w 209"/>
                <a:gd name="T105" fmla="*/ 0 h 621"/>
                <a:gd name="T106" fmla="*/ 2147483647 w 209"/>
                <a:gd name="T107" fmla="*/ 0 h 621"/>
                <a:gd name="T108" fmla="*/ 2147483647 w 209"/>
                <a:gd name="T109" fmla="*/ 0 h 621"/>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09"/>
                <a:gd name="T166" fmla="*/ 0 h 621"/>
                <a:gd name="T167" fmla="*/ 209 w 209"/>
                <a:gd name="T168" fmla="*/ 621 h 621"/>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09" h="621">
                  <a:moveTo>
                    <a:pt x="98" y="0"/>
                  </a:moveTo>
                  <a:lnTo>
                    <a:pt x="209" y="0"/>
                  </a:lnTo>
                  <a:lnTo>
                    <a:pt x="207" y="621"/>
                  </a:lnTo>
                  <a:lnTo>
                    <a:pt x="98" y="617"/>
                  </a:lnTo>
                  <a:lnTo>
                    <a:pt x="94" y="615"/>
                  </a:lnTo>
                  <a:lnTo>
                    <a:pt x="90" y="614"/>
                  </a:lnTo>
                  <a:lnTo>
                    <a:pt x="84" y="611"/>
                  </a:lnTo>
                  <a:lnTo>
                    <a:pt x="78" y="608"/>
                  </a:lnTo>
                  <a:lnTo>
                    <a:pt x="73" y="602"/>
                  </a:lnTo>
                  <a:lnTo>
                    <a:pt x="66" y="596"/>
                  </a:lnTo>
                  <a:lnTo>
                    <a:pt x="61" y="590"/>
                  </a:lnTo>
                  <a:lnTo>
                    <a:pt x="56" y="582"/>
                  </a:lnTo>
                  <a:lnTo>
                    <a:pt x="52" y="576"/>
                  </a:lnTo>
                  <a:lnTo>
                    <a:pt x="48" y="569"/>
                  </a:lnTo>
                  <a:lnTo>
                    <a:pt x="44" y="563"/>
                  </a:lnTo>
                  <a:lnTo>
                    <a:pt x="40" y="551"/>
                  </a:lnTo>
                  <a:lnTo>
                    <a:pt x="36" y="542"/>
                  </a:lnTo>
                  <a:lnTo>
                    <a:pt x="32" y="531"/>
                  </a:lnTo>
                  <a:lnTo>
                    <a:pt x="29" y="524"/>
                  </a:lnTo>
                  <a:lnTo>
                    <a:pt x="28" y="516"/>
                  </a:lnTo>
                  <a:lnTo>
                    <a:pt x="23" y="501"/>
                  </a:lnTo>
                  <a:lnTo>
                    <a:pt x="19" y="486"/>
                  </a:lnTo>
                  <a:lnTo>
                    <a:pt x="15" y="468"/>
                  </a:lnTo>
                  <a:lnTo>
                    <a:pt x="12" y="450"/>
                  </a:lnTo>
                  <a:lnTo>
                    <a:pt x="9" y="431"/>
                  </a:lnTo>
                  <a:lnTo>
                    <a:pt x="6" y="410"/>
                  </a:lnTo>
                  <a:lnTo>
                    <a:pt x="3" y="387"/>
                  </a:lnTo>
                  <a:lnTo>
                    <a:pt x="2" y="362"/>
                  </a:lnTo>
                  <a:lnTo>
                    <a:pt x="0" y="336"/>
                  </a:lnTo>
                  <a:lnTo>
                    <a:pt x="0" y="306"/>
                  </a:lnTo>
                  <a:lnTo>
                    <a:pt x="1" y="267"/>
                  </a:lnTo>
                  <a:lnTo>
                    <a:pt x="3" y="231"/>
                  </a:lnTo>
                  <a:lnTo>
                    <a:pt x="6" y="206"/>
                  </a:lnTo>
                  <a:lnTo>
                    <a:pt x="9" y="180"/>
                  </a:lnTo>
                  <a:lnTo>
                    <a:pt x="13" y="159"/>
                  </a:lnTo>
                  <a:lnTo>
                    <a:pt x="15" y="144"/>
                  </a:lnTo>
                  <a:lnTo>
                    <a:pt x="21" y="122"/>
                  </a:lnTo>
                  <a:lnTo>
                    <a:pt x="28" y="98"/>
                  </a:lnTo>
                  <a:lnTo>
                    <a:pt x="34" y="80"/>
                  </a:lnTo>
                  <a:lnTo>
                    <a:pt x="39" y="68"/>
                  </a:lnTo>
                  <a:lnTo>
                    <a:pt x="42" y="60"/>
                  </a:lnTo>
                  <a:lnTo>
                    <a:pt x="47" y="51"/>
                  </a:lnTo>
                  <a:lnTo>
                    <a:pt x="50" y="44"/>
                  </a:lnTo>
                  <a:lnTo>
                    <a:pt x="53" y="36"/>
                  </a:lnTo>
                  <a:lnTo>
                    <a:pt x="57" y="32"/>
                  </a:lnTo>
                  <a:lnTo>
                    <a:pt x="62" y="26"/>
                  </a:lnTo>
                  <a:lnTo>
                    <a:pt x="66" y="20"/>
                  </a:lnTo>
                  <a:lnTo>
                    <a:pt x="70" y="15"/>
                  </a:lnTo>
                  <a:lnTo>
                    <a:pt x="74" y="12"/>
                  </a:lnTo>
                  <a:lnTo>
                    <a:pt x="78" y="8"/>
                  </a:lnTo>
                  <a:lnTo>
                    <a:pt x="83" y="5"/>
                  </a:lnTo>
                  <a:lnTo>
                    <a:pt x="86" y="2"/>
                  </a:lnTo>
                  <a:lnTo>
                    <a:pt x="90" y="0"/>
                  </a:lnTo>
                  <a:lnTo>
                    <a:pt x="94" y="0"/>
                  </a:lnTo>
                  <a:lnTo>
                    <a:pt x="98" y="0"/>
                  </a:lnTo>
                  <a:close/>
                </a:path>
              </a:pathLst>
            </a:custGeom>
            <a:solidFill>
              <a:srgbClr val="202020"/>
            </a:solidFill>
            <a:ln w="9525">
              <a:noFill/>
              <a:round/>
              <a:headEnd/>
              <a:tailEnd/>
            </a:ln>
          </p:spPr>
          <p:txBody>
            <a:bodyPr/>
            <a:lstStyle/>
            <a:p>
              <a:endParaRPr lang="nl-BE"/>
            </a:p>
          </p:txBody>
        </p:sp>
        <p:sp>
          <p:nvSpPr>
            <p:cNvPr id="12593" name="Oval 294"/>
            <p:cNvSpPr>
              <a:spLocks noChangeArrowheads="1"/>
            </p:cNvSpPr>
            <p:nvPr/>
          </p:nvSpPr>
          <p:spPr bwMode="auto">
            <a:xfrm rot="-155667">
              <a:off x="4081463" y="4206875"/>
              <a:ext cx="139700" cy="273050"/>
            </a:xfrm>
            <a:prstGeom prst="ellipse">
              <a:avLst/>
            </a:prstGeom>
            <a:solidFill>
              <a:srgbClr val="404040"/>
            </a:solidFill>
            <a:ln w="9525">
              <a:noFill/>
              <a:round/>
              <a:headEnd/>
              <a:tailEnd/>
            </a:ln>
          </p:spPr>
          <p:txBody>
            <a:bodyPr/>
            <a:lstStyle/>
            <a:p>
              <a:pPr algn="ctr" eaLnBrk="0" hangingPunct="0"/>
              <a:endParaRPr lang="nl-BE"/>
            </a:p>
          </p:txBody>
        </p:sp>
        <p:sp>
          <p:nvSpPr>
            <p:cNvPr id="12594" name="Oval 295"/>
            <p:cNvSpPr>
              <a:spLocks noChangeArrowheads="1"/>
            </p:cNvSpPr>
            <p:nvPr/>
          </p:nvSpPr>
          <p:spPr bwMode="auto">
            <a:xfrm rot="-155667">
              <a:off x="4111625" y="4264025"/>
              <a:ext cx="80963" cy="158750"/>
            </a:xfrm>
            <a:prstGeom prst="ellipse">
              <a:avLst/>
            </a:prstGeom>
            <a:solidFill>
              <a:srgbClr val="A0A0A0"/>
            </a:solidFill>
            <a:ln w="9525">
              <a:noFill/>
              <a:round/>
              <a:headEnd/>
              <a:tailEnd/>
            </a:ln>
          </p:spPr>
          <p:txBody>
            <a:bodyPr/>
            <a:lstStyle/>
            <a:p>
              <a:pPr algn="ctr" eaLnBrk="0" hangingPunct="0"/>
              <a:endParaRPr lang="nl-BE"/>
            </a:p>
          </p:txBody>
        </p:sp>
        <p:sp>
          <p:nvSpPr>
            <p:cNvPr id="12595" name="Oval 296"/>
            <p:cNvSpPr>
              <a:spLocks noChangeArrowheads="1"/>
            </p:cNvSpPr>
            <p:nvPr/>
          </p:nvSpPr>
          <p:spPr bwMode="auto">
            <a:xfrm rot="-155667">
              <a:off x="4111625" y="4267200"/>
              <a:ext cx="74613" cy="150813"/>
            </a:xfrm>
            <a:prstGeom prst="ellipse">
              <a:avLst/>
            </a:prstGeom>
            <a:solidFill>
              <a:srgbClr val="808080"/>
            </a:solidFill>
            <a:ln w="9525">
              <a:noFill/>
              <a:round/>
              <a:headEnd/>
              <a:tailEnd/>
            </a:ln>
          </p:spPr>
          <p:txBody>
            <a:bodyPr/>
            <a:lstStyle/>
            <a:p>
              <a:pPr algn="ctr" eaLnBrk="0" hangingPunct="0"/>
              <a:endParaRPr lang="nl-BE"/>
            </a:p>
          </p:txBody>
        </p:sp>
        <p:sp>
          <p:nvSpPr>
            <p:cNvPr id="12596" name="Oval 297"/>
            <p:cNvSpPr>
              <a:spLocks noChangeArrowheads="1"/>
            </p:cNvSpPr>
            <p:nvPr/>
          </p:nvSpPr>
          <p:spPr bwMode="auto">
            <a:xfrm rot="-155667">
              <a:off x="4144963" y="4329113"/>
              <a:ext cx="14287" cy="26987"/>
            </a:xfrm>
            <a:prstGeom prst="ellipse">
              <a:avLst/>
            </a:prstGeom>
            <a:solidFill>
              <a:srgbClr val="404040"/>
            </a:solidFill>
            <a:ln w="9525">
              <a:noFill/>
              <a:round/>
              <a:headEnd/>
              <a:tailEnd/>
            </a:ln>
          </p:spPr>
          <p:txBody>
            <a:bodyPr/>
            <a:lstStyle/>
            <a:p>
              <a:pPr algn="ctr" eaLnBrk="0" hangingPunct="0"/>
              <a:endParaRPr lang="nl-BE"/>
            </a:p>
          </p:txBody>
        </p:sp>
        <p:sp>
          <p:nvSpPr>
            <p:cNvPr id="12597" name="Freeform 298"/>
            <p:cNvSpPr>
              <a:spLocks/>
            </p:cNvSpPr>
            <p:nvPr/>
          </p:nvSpPr>
          <p:spPr bwMode="auto">
            <a:xfrm rot="-155667">
              <a:off x="4098925" y="4203700"/>
              <a:ext cx="138113" cy="277813"/>
            </a:xfrm>
            <a:custGeom>
              <a:avLst/>
              <a:gdLst>
                <a:gd name="T0" fmla="*/ 2147483647 w 210"/>
                <a:gd name="T1" fmla="*/ 0 h 635"/>
                <a:gd name="T2" fmla="*/ 2147483647 w 210"/>
                <a:gd name="T3" fmla="*/ 0 h 635"/>
                <a:gd name="T4" fmla="*/ 2147483647 w 210"/>
                <a:gd name="T5" fmla="*/ 2147483647 h 635"/>
                <a:gd name="T6" fmla="*/ 2147483647 w 210"/>
                <a:gd name="T7" fmla="*/ 2147483647 h 635"/>
                <a:gd name="T8" fmla="*/ 2147483647 w 210"/>
                <a:gd name="T9" fmla="*/ 2147483647 h 635"/>
                <a:gd name="T10" fmla="*/ 2147483647 w 210"/>
                <a:gd name="T11" fmla="*/ 2147483647 h 635"/>
                <a:gd name="T12" fmla="*/ 2147483647 w 210"/>
                <a:gd name="T13" fmla="*/ 2147483647 h 635"/>
                <a:gd name="T14" fmla="*/ 2147483647 w 210"/>
                <a:gd name="T15" fmla="*/ 2147483647 h 635"/>
                <a:gd name="T16" fmla="*/ 2147483647 w 210"/>
                <a:gd name="T17" fmla="*/ 2147483647 h 635"/>
                <a:gd name="T18" fmla="*/ 2147483647 w 210"/>
                <a:gd name="T19" fmla="*/ 2147483647 h 635"/>
                <a:gd name="T20" fmla="*/ 2147483647 w 210"/>
                <a:gd name="T21" fmla="*/ 2147483647 h 635"/>
                <a:gd name="T22" fmla="*/ 2147483647 w 210"/>
                <a:gd name="T23" fmla="*/ 2147483647 h 635"/>
                <a:gd name="T24" fmla="*/ 2147483647 w 210"/>
                <a:gd name="T25" fmla="*/ 2147483647 h 635"/>
                <a:gd name="T26" fmla="*/ 2147483647 w 210"/>
                <a:gd name="T27" fmla="*/ 2147483647 h 635"/>
                <a:gd name="T28" fmla="*/ 2147483647 w 210"/>
                <a:gd name="T29" fmla="*/ 2147483647 h 635"/>
                <a:gd name="T30" fmla="*/ 2147483647 w 210"/>
                <a:gd name="T31" fmla="*/ 2147483647 h 635"/>
                <a:gd name="T32" fmla="*/ 2147483647 w 210"/>
                <a:gd name="T33" fmla="*/ 2147483647 h 635"/>
                <a:gd name="T34" fmla="*/ 2147483647 w 210"/>
                <a:gd name="T35" fmla="*/ 2147483647 h 635"/>
                <a:gd name="T36" fmla="*/ 2147483647 w 210"/>
                <a:gd name="T37" fmla="*/ 2147483647 h 635"/>
                <a:gd name="T38" fmla="*/ 2147483647 w 210"/>
                <a:gd name="T39" fmla="*/ 2147483647 h 635"/>
                <a:gd name="T40" fmla="*/ 2147483647 w 210"/>
                <a:gd name="T41" fmla="*/ 2147483647 h 635"/>
                <a:gd name="T42" fmla="*/ 2147483647 w 210"/>
                <a:gd name="T43" fmla="*/ 2147483647 h 635"/>
                <a:gd name="T44" fmla="*/ 2147483647 w 210"/>
                <a:gd name="T45" fmla="*/ 2147483647 h 635"/>
                <a:gd name="T46" fmla="*/ 2147483647 w 210"/>
                <a:gd name="T47" fmla="*/ 2147483647 h 635"/>
                <a:gd name="T48" fmla="*/ 2147483647 w 210"/>
                <a:gd name="T49" fmla="*/ 2147483647 h 635"/>
                <a:gd name="T50" fmla="*/ 2147483647 w 210"/>
                <a:gd name="T51" fmla="*/ 2147483647 h 635"/>
                <a:gd name="T52" fmla="*/ 2147483647 w 210"/>
                <a:gd name="T53" fmla="*/ 2147483647 h 635"/>
                <a:gd name="T54" fmla="*/ 2147483647 w 210"/>
                <a:gd name="T55" fmla="*/ 2147483647 h 635"/>
                <a:gd name="T56" fmla="*/ 0 w 210"/>
                <a:gd name="T57" fmla="*/ 2147483647 h 635"/>
                <a:gd name="T58" fmla="*/ 2147483647 w 210"/>
                <a:gd name="T59" fmla="*/ 2147483647 h 635"/>
                <a:gd name="T60" fmla="*/ 2147483647 w 210"/>
                <a:gd name="T61" fmla="*/ 2147483647 h 635"/>
                <a:gd name="T62" fmla="*/ 2147483647 w 210"/>
                <a:gd name="T63" fmla="*/ 2147483647 h 635"/>
                <a:gd name="T64" fmla="*/ 2147483647 w 210"/>
                <a:gd name="T65" fmla="*/ 2147483647 h 635"/>
                <a:gd name="T66" fmla="*/ 2147483647 w 210"/>
                <a:gd name="T67" fmla="*/ 2147483647 h 635"/>
                <a:gd name="T68" fmla="*/ 2147483647 w 210"/>
                <a:gd name="T69" fmla="*/ 2147483647 h 635"/>
                <a:gd name="T70" fmla="*/ 2147483647 w 210"/>
                <a:gd name="T71" fmla="*/ 2147483647 h 635"/>
                <a:gd name="T72" fmla="*/ 2147483647 w 210"/>
                <a:gd name="T73" fmla="*/ 2147483647 h 635"/>
                <a:gd name="T74" fmla="*/ 2147483647 w 210"/>
                <a:gd name="T75" fmla="*/ 2147483647 h 635"/>
                <a:gd name="T76" fmla="*/ 2147483647 w 210"/>
                <a:gd name="T77" fmla="*/ 2147483647 h 635"/>
                <a:gd name="T78" fmla="*/ 2147483647 w 210"/>
                <a:gd name="T79" fmla="*/ 2147483647 h 635"/>
                <a:gd name="T80" fmla="*/ 2147483647 w 210"/>
                <a:gd name="T81" fmla="*/ 2147483647 h 635"/>
                <a:gd name="T82" fmla="*/ 2147483647 w 210"/>
                <a:gd name="T83" fmla="*/ 2147483647 h 635"/>
                <a:gd name="T84" fmla="*/ 2147483647 w 210"/>
                <a:gd name="T85" fmla="*/ 2147483647 h 635"/>
                <a:gd name="T86" fmla="*/ 2147483647 w 210"/>
                <a:gd name="T87" fmla="*/ 2147483647 h 635"/>
                <a:gd name="T88" fmla="*/ 2147483647 w 210"/>
                <a:gd name="T89" fmla="*/ 2147483647 h 635"/>
                <a:gd name="T90" fmla="*/ 2147483647 w 210"/>
                <a:gd name="T91" fmla="*/ 2147483647 h 635"/>
                <a:gd name="T92" fmla="*/ 2147483647 w 210"/>
                <a:gd name="T93" fmla="*/ 2147483647 h 635"/>
                <a:gd name="T94" fmla="*/ 2147483647 w 210"/>
                <a:gd name="T95" fmla="*/ 2147483647 h 635"/>
                <a:gd name="T96" fmla="*/ 2147483647 w 210"/>
                <a:gd name="T97" fmla="*/ 2147483647 h 635"/>
                <a:gd name="T98" fmla="*/ 2147483647 w 210"/>
                <a:gd name="T99" fmla="*/ 2147483647 h 635"/>
                <a:gd name="T100" fmla="*/ 2147483647 w 210"/>
                <a:gd name="T101" fmla="*/ 2147483647 h 635"/>
                <a:gd name="T102" fmla="*/ 2147483647 w 210"/>
                <a:gd name="T103" fmla="*/ 2147483647 h 635"/>
                <a:gd name="T104" fmla="*/ 2147483647 w 210"/>
                <a:gd name="T105" fmla="*/ 0 h 635"/>
                <a:gd name="T106" fmla="*/ 2147483647 w 210"/>
                <a:gd name="T107" fmla="*/ 0 h 635"/>
                <a:gd name="T108" fmla="*/ 2147483647 w 210"/>
                <a:gd name="T109" fmla="*/ 0 h 635"/>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10"/>
                <a:gd name="T166" fmla="*/ 0 h 635"/>
                <a:gd name="T167" fmla="*/ 210 w 210"/>
                <a:gd name="T168" fmla="*/ 635 h 635"/>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10" h="635">
                  <a:moveTo>
                    <a:pt x="99" y="0"/>
                  </a:moveTo>
                  <a:lnTo>
                    <a:pt x="210" y="0"/>
                  </a:lnTo>
                  <a:lnTo>
                    <a:pt x="209" y="635"/>
                  </a:lnTo>
                  <a:lnTo>
                    <a:pt x="99" y="630"/>
                  </a:lnTo>
                  <a:lnTo>
                    <a:pt x="95" y="629"/>
                  </a:lnTo>
                  <a:lnTo>
                    <a:pt x="91" y="627"/>
                  </a:lnTo>
                  <a:lnTo>
                    <a:pt x="86" y="624"/>
                  </a:lnTo>
                  <a:lnTo>
                    <a:pt x="80" y="621"/>
                  </a:lnTo>
                  <a:lnTo>
                    <a:pt x="74" y="615"/>
                  </a:lnTo>
                  <a:lnTo>
                    <a:pt x="68" y="609"/>
                  </a:lnTo>
                  <a:lnTo>
                    <a:pt x="62" y="603"/>
                  </a:lnTo>
                  <a:lnTo>
                    <a:pt x="57" y="596"/>
                  </a:lnTo>
                  <a:lnTo>
                    <a:pt x="53" y="588"/>
                  </a:lnTo>
                  <a:lnTo>
                    <a:pt x="49" y="581"/>
                  </a:lnTo>
                  <a:lnTo>
                    <a:pt x="46" y="575"/>
                  </a:lnTo>
                  <a:lnTo>
                    <a:pt x="41" y="564"/>
                  </a:lnTo>
                  <a:lnTo>
                    <a:pt x="38" y="554"/>
                  </a:lnTo>
                  <a:lnTo>
                    <a:pt x="34" y="543"/>
                  </a:lnTo>
                  <a:lnTo>
                    <a:pt x="31" y="536"/>
                  </a:lnTo>
                  <a:lnTo>
                    <a:pt x="28" y="528"/>
                  </a:lnTo>
                  <a:lnTo>
                    <a:pt x="24" y="513"/>
                  </a:lnTo>
                  <a:lnTo>
                    <a:pt x="20" y="497"/>
                  </a:lnTo>
                  <a:lnTo>
                    <a:pt x="16" y="479"/>
                  </a:lnTo>
                  <a:lnTo>
                    <a:pt x="12" y="461"/>
                  </a:lnTo>
                  <a:lnTo>
                    <a:pt x="9" y="440"/>
                  </a:lnTo>
                  <a:lnTo>
                    <a:pt x="7" y="419"/>
                  </a:lnTo>
                  <a:lnTo>
                    <a:pt x="4" y="396"/>
                  </a:lnTo>
                  <a:lnTo>
                    <a:pt x="2" y="371"/>
                  </a:lnTo>
                  <a:lnTo>
                    <a:pt x="0" y="344"/>
                  </a:lnTo>
                  <a:lnTo>
                    <a:pt x="1" y="314"/>
                  </a:lnTo>
                  <a:lnTo>
                    <a:pt x="1" y="275"/>
                  </a:lnTo>
                  <a:lnTo>
                    <a:pt x="4" y="237"/>
                  </a:lnTo>
                  <a:lnTo>
                    <a:pt x="7" y="210"/>
                  </a:lnTo>
                  <a:lnTo>
                    <a:pt x="10" y="183"/>
                  </a:lnTo>
                  <a:lnTo>
                    <a:pt x="13" y="164"/>
                  </a:lnTo>
                  <a:lnTo>
                    <a:pt x="16" y="147"/>
                  </a:lnTo>
                  <a:lnTo>
                    <a:pt x="21" y="126"/>
                  </a:lnTo>
                  <a:lnTo>
                    <a:pt x="29" y="99"/>
                  </a:lnTo>
                  <a:lnTo>
                    <a:pt x="35" y="83"/>
                  </a:lnTo>
                  <a:lnTo>
                    <a:pt x="40" y="69"/>
                  </a:lnTo>
                  <a:lnTo>
                    <a:pt x="44" y="60"/>
                  </a:lnTo>
                  <a:lnTo>
                    <a:pt x="48" y="53"/>
                  </a:lnTo>
                  <a:lnTo>
                    <a:pt x="51" y="45"/>
                  </a:lnTo>
                  <a:lnTo>
                    <a:pt x="55" y="38"/>
                  </a:lnTo>
                  <a:lnTo>
                    <a:pt x="59" y="32"/>
                  </a:lnTo>
                  <a:lnTo>
                    <a:pt x="63" y="26"/>
                  </a:lnTo>
                  <a:lnTo>
                    <a:pt x="68" y="20"/>
                  </a:lnTo>
                  <a:lnTo>
                    <a:pt x="72" y="15"/>
                  </a:lnTo>
                  <a:lnTo>
                    <a:pt x="76" y="12"/>
                  </a:lnTo>
                  <a:lnTo>
                    <a:pt x="79" y="8"/>
                  </a:lnTo>
                  <a:lnTo>
                    <a:pt x="84" y="5"/>
                  </a:lnTo>
                  <a:lnTo>
                    <a:pt x="88" y="3"/>
                  </a:lnTo>
                  <a:lnTo>
                    <a:pt x="92" y="0"/>
                  </a:lnTo>
                  <a:lnTo>
                    <a:pt x="95" y="0"/>
                  </a:lnTo>
                  <a:lnTo>
                    <a:pt x="99" y="0"/>
                  </a:lnTo>
                  <a:close/>
                </a:path>
              </a:pathLst>
            </a:custGeom>
            <a:solidFill>
              <a:srgbClr val="202020"/>
            </a:solidFill>
            <a:ln w="9525">
              <a:noFill/>
              <a:round/>
              <a:headEnd/>
              <a:tailEnd/>
            </a:ln>
          </p:spPr>
          <p:txBody>
            <a:bodyPr/>
            <a:lstStyle/>
            <a:p>
              <a:endParaRPr lang="nl-BE"/>
            </a:p>
          </p:txBody>
        </p:sp>
        <p:sp>
          <p:nvSpPr>
            <p:cNvPr id="12598" name="Oval 299"/>
            <p:cNvSpPr>
              <a:spLocks noChangeArrowheads="1"/>
            </p:cNvSpPr>
            <p:nvPr/>
          </p:nvSpPr>
          <p:spPr bwMode="auto">
            <a:xfrm rot="-155667">
              <a:off x="4162425" y="4202113"/>
              <a:ext cx="139700" cy="279400"/>
            </a:xfrm>
            <a:prstGeom prst="ellipse">
              <a:avLst/>
            </a:prstGeom>
            <a:solidFill>
              <a:srgbClr val="404040"/>
            </a:solidFill>
            <a:ln w="9525">
              <a:noFill/>
              <a:round/>
              <a:headEnd/>
              <a:tailEnd/>
            </a:ln>
          </p:spPr>
          <p:txBody>
            <a:bodyPr/>
            <a:lstStyle/>
            <a:p>
              <a:pPr algn="ctr" eaLnBrk="0" hangingPunct="0"/>
              <a:endParaRPr lang="nl-BE"/>
            </a:p>
          </p:txBody>
        </p:sp>
        <p:sp>
          <p:nvSpPr>
            <p:cNvPr id="12599" name="Oval 300"/>
            <p:cNvSpPr>
              <a:spLocks noChangeArrowheads="1"/>
            </p:cNvSpPr>
            <p:nvPr/>
          </p:nvSpPr>
          <p:spPr bwMode="auto">
            <a:xfrm rot="-155667">
              <a:off x="4192588" y="4259263"/>
              <a:ext cx="80962" cy="165100"/>
            </a:xfrm>
            <a:prstGeom prst="ellipse">
              <a:avLst/>
            </a:prstGeom>
            <a:solidFill>
              <a:srgbClr val="A0A0A0"/>
            </a:solidFill>
            <a:ln w="9525">
              <a:noFill/>
              <a:round/>
              <a:headEnd/>
              <a:tailEnd/>
            </a:ln>
          </p:spPr>
          <p:txBody>
            <a:bodyPr/>
            <a:lstStyle/>
            <a:p>
              <a:pPr algn="ctr" eaLnBrk="0" hangingPunct="0"/>
              <a:endParaRPr lang="nl-BE"/>
            </a:p>
          </p:txBody>
        </p:sp>
        <p:sp>
          <p:nvSpPr>
            <p:cNvPr id="12600" name="Oval 301"/>
            <p:cNvSpPr>
              <a:spLocks noChangeArrowheads="1"/>
            </p:cNvSpPr>
            <p:nvPr/>
          </p:nvSpPr>
          <p:spPr bwMode="auto">
            <a:xfrm rot="-155667">
              <a:off x="4191000" y="4262438"/>
              <a:ext cx="76200" cy="155575"/>
            </a:xfrm>
            <a:prstGeom prst="ellipse">
              <a:avLst/>
            </a:prstGeom>
            <a:solidFill>
              <a:srgbClr val="808080"/>
            </a:solidFill>
            <a:ln w="9525">
              <a:noFill/>
              <a:round/>
              <a:headEnd/>
              <a:tailEnd/>
            </a:ln>
          </p:spPr>
          <p:txBody>
            <a:bodyPr/>
            <a:lstStyle/>
            <a:p>
              <a:pPr algn="ctr" eaLnBrk="0" hangingPunct="0"/>
              <a:endParaRPr lang="nl-BE"/>
            </a:p>
          </p:txBody>
        </p:sp>
        <p:sp>
          <p:nvSpPr>
            <p:cNvPr id="12601" name="Oval 302"/>
            <p:cNvSpPr>
              <a:spLocks noChangeArrowheads="1"/>
            </p:cNvSpPr>
            <p:nvPr/>
          </p:nvSpPr>
          <p:spPr bwMode="auto">
            <a:xfrm rot="-155667">
              <a:off x="4225925" y="4325938"/>
              <a:ext cx="14288" cy="30162"/>
            </a:xfrm>
            <a:prstGeom prst="ellipse">
              <a:avLst/>
            </a:prstGeom>
            <a:solidFill>
              <a:srgbClr val="404040"/>
            </a:solidFill>
            <a:ln w="9525">
              <a:noFill/>
              <a:round/>
              <a:headEnd/>
              <a:tailEnd/>
            </a:ln>
          </p:spPr>
          <p:txBody>
            <a:bodyPr/>
            <a:lstStyle/>
            <a:p>
              <a:pPr algn="ctr" eaLnBrk="0" hangingPunct="0"/>
              <a:endParaRPr lang="nl-BE"/>
            </a:p>
          </p:txBody>
        </p:sp>
        <p:sp>
          <p:nvSpPr>
            <p:cNvPr id="12602" name="Freeform 303"/>
            <p:cNvSpPr>
              <a:spLocks/>
            </p:cNvSpPr>
            <p:nvPr/>
          </p:nvSpPr>
          <p:spPr bwMode="auto">
            <a:xfrm rot="-155667">
              <a:off x="3863975" y="4222750"/>
              <a:ext cx="150813" cy="296863"/>
            </a:xfrm>
            <a:custGeom>
              <a:avLst/>
              <a:gdLst>
                <a:gd name="T0" fmla="*/ 2147483647 w 228"/>
                <a:gd name="T1" fmla="*/ 0 h 678"/>
                <a:gd name="T2" fmla="*/ 2147483647 w 228"/>
                <a:gd name="T3" fmla="*/ 0 h 678"/>
                <a:gd name="T4" fmla="*/ 2147483647 w 228"/>
                <a:gd name="T5" fmla="*/ 2147483647 h 678"/>
                <a:gd name="T6" fmla="*/ 2147483647 w 228"/>
                <a:gd name="T7" fmla="*/ 2147483647 h 678"/>
                <a:gd name="T8" fmla="*/ 2147483647 w 228"/>
                <a:gd name="T9" fmla="*/ 2147483647 h 678"/>
                <a:gd name="T10" fmla="*/ 2147483647 w 228"/>
                <a:gd name="T11" fmla="*/ 2147483647 h 678"/>
                <a:gd name="T12" fmla="*/ 2147483647 w 228"/>
                <a:gd name="T13" fmla="*/ 2147483647 h 678"/>
                <a:gd name="T14" fmla="*/ 2147483647 w 228"/>
                <a:gd name="T15" fmla="*/ 2147483647 h 678"/>
                <a:gd name="T16" fmla="*/ 2147483647 w 228"/>
                <a:gd name="T17" fmla="*/ 2147483647 h 678"/>
                <a:gd name="T18" fmla="*/ 2147483647 w 228"/>
                <a:gd name="T19" fmla="*/ 2147483647 h 678"/>
                <a:gd name="T20" fmla="*/ 2147483647 w 228"/>
                <a:gd name="T21" fmla="*/ 2147483647 h 678"/>
                <a:gd name="T22" fmla="*/ 2147483647 w 228"/>
                <a:gd name="T23" fmla="*/ 2147483647 h 678"/>
                <a:gd name="T24" fmla="*/ 2147483647 w 228"/>
                <a:gd name="T25" fmla="*/ 2147483647 h 678"/>
                <a:gd name="T26" fmla="*/ 2147483647 w 228"/>
                <a:gd name="T27" fmla="*/ 2147483647 h 678"/>
                <a:gd name="T28" fmla="*/ 2147483647 w 228"/>
                <a:gd name="T29" fmla="*/ 2147483647 h 678"/>
                <a:gd name="T30" fmla="*/ 2147483647 w 228"/>
                <a:gd name="T31" fmla="*/ 2147483647 h 678"/>
                <a:gd name="T32" fmla="*/ 2147483647 w 228"/>
                <a:gd name="T33" fmla="*/ 2147483647 h 678"/>
                <a:gd name="T34" fmla="*/ 2147483647 w 228"/>
                <a:gd name="T35" fmla="*/ 2147483647 h 678"/>
                <a:gd name="T36" fmla="*/ 2147483647 w 228"/>
                <a:gd name="T37" fmla="*/ 2147483647 h 678"/>
                <a:gd name="T38" fmla="*/ 2147483647 w 228"/>
                <a:gd name="T39" fmla="*/ 2147483647 h 678"/>
                <a:gd name="T40" fmla="*/ 2147483647 w 228"/>
                <a:gd name="T41" fmla="*/ 2147483647 h 678"/>
                <a:gd name="T42" fmla="*/ 2147483647 w 228"/>
                <a:gd name="T43" fmla="*/ 2147483647 h 678"/>
                <a:gd name="T44" fmla="*/ 2147483647 w 228"/>
                <a:gd name="T45" fmla="*/ 2147483647 h 678"/>
                <a:gd name="T46" fmla="*/ 2147483647 w 228"/>
                <a:gd name="T47" fmla="*/ 2147483647 h 678"/>
                <a:gd name="T48" fmla="*/ 2147483647 w 228"/>
                <a:gd name="T49" fmla="*/ 2147483647 h 678"/>
                <a:gd name="T50" fmla="*/ 2147483647 w 228"/>
                <a:gd name="T51" fmla="*/ 2147483647 h 678"/>
                <a:gd name="T52" fmla="*/ 2147483647 w 228"/>
                <a:gd name="T53" fmla="*/ 2147483647 h 678"/>
                <a:gd name="T54" fmla="*/ 2147483647 w 228"/>
                <a:gd name="T55" fmla="*/ 2147483647 h 678"/>
                <a:gd name="T56" fmla="*/ 0 w 228"/>
                <a:gd name="T57" fmla="*/ 2147483647 h 678"/>
                <a:gd name="T58" fmla="*/ 0 w 228"/>
                <a:gd name="T59" fmla="*/ 2147483647 h 678"/>
                <a:gd name="T60" fmla="*/ 2147483647 w 228"/>
                <a:gd name="T61" fmla="*/ 2147483647 h 678"/>
                <a:gd name="T62" fmla="*/ 2147483647 w 228"/>
                <a:gd name="T63" fmla="*/ 2147483647 h 678"/>
                <a:gd name="T64" fmla="*/ 2147483647 w 228"/>
                <a:gd name="T65" fmla="*/ 2147483647 h 678"/>
                <a:gd name="T66" fmla="*/ 2147483647 w 228"/>
                <a:gd name="T67" fmla="*/ 2147483647 h 678"/>
                <a:gd name="T68" fmla="*/ 2147483647 w 228"/>
                <a:gd name="T69" fmla="*/ 2147483647 h 678"/>
                <a:gd name="T70" fmla="*/ 2147483647 w 228"/>
                <a:gd name="T71" fmla="*/ 2147483647 h 678"/>
                <a:gd name="T72" fmla="*/ 2147483647 w 228"/>
                <a:gd name="T73" fmla="*/ 2147483647 h 678"/>
                <a:gd name="T74" fmla="*/ 2147483647 w 228"/>
                <a:gd name="T75" fmla="*/ 2147483647 h 678"/>
                <a:gd name="T76" fmla="*/ 2147483647 w 228"/>
                <a:gd name="T77" fmla="*/ 2147483647 h 678"/>
                <a:gd name="T78" fmla="*/ 2147483647 w 228"/>
                <a:gd name="T79" fmla="*/ 2147483647 h 678"/>
                <a:gd name="T80" fmla="*/ 2147483647 w 228"/>
                <a:gd name="T81" fmla="*/ 2147483647 h 678"/>
                <a:gd name="T82" fmla="*/ 2147483647 w 228"/>
                <a:gd name="T83" fmla="*/ 2147483647 h 678"/>
                <a:gd name="T84" fmla="*/ 2147483647 w 228"/>
                <a:gd name="T85" fmla="*/ 2147483647 h 678"/>
                <a:gd name="T86" fmla="*/ 2147483647 w 228"/>
                <a:gd name="T87" fmla="*/ 2147483647 h 678"/>
                <a:gd name="T88" fmla="*/ 2147483647 w 228"/>
                <a:gd name="T89" fmla="*/ 2147483647 h 678"/>
                <a:gd name="T90" fmla="*/ 2147483647 w 228"/>
                <a:gd name="T91" fmla="*/ 2147483647 h 678"/>
                <a:gd name="T92" fmla="*/ 2147483647 w 228"/>
                <a:gd name="T93" fmla="*/ 2147483647 h 678"/>
                <a:gd name="T94" fmla="*/ 2147483647 w 228"/>
                <a:gd name="T95" fmla="*/ 2147483647 h 678"/>
                <a:gd name="T96" fmla="*/ 2147483647 w 228"/>
                <a:gd name="T97" fmla="*/ 2147483647 h 678"/>
                <a:gd name="T98" fmla="*/ 2147483647 w 228"/>
                <a:gd name="T99" fmla="*/ 2147483647 h 678"/>
                <a:gd name="T100" fmla="*/ 2147483647 w 228"/>
                <a:gd name="T101" fmla="*/ 2147483647 h 678"/>
                <a:gd name="T102" fmla="*/ 2147483647 w 228"/>
                <a:gd name="T103" fmla="*/ 2147483647 h 678"/>
                <a:gd name="T104" fmla="*/ 2147483647 w 228"/>
                <a:gd name="T105" fmla="*/ 2147483647 h 678"/>
                <a:gd name="T106" fmla="*/ 2147483647 w 228"/>
                <a:gd name="T107" fmla="*/ 0 h 678"/>
                <a:gd name="T108" fmla="*/ 2147483647 w 228"/>
                <a:gd name="T109" fmla="*/ 0 h 67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28"/>
                <a:gd name="T166" fmla="*/ 0 h 678"/>
                <a:gd name="T167" fmla="*/ 228 w 228"/>
                <a:gd name="T168" fmla="*/ 678 h 67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28" h="678">
                  <a:moveTo>
                    <a:pt x="107" y="0"/>
                  </a:moveTo>
                  <a:lnTo>
                    <a:pt x="228" y="0"/>
                  </a:lnTo>
                  <a:lnTo>
                    <a:pt x="227" y="678"/>
                  </a:lnTo>
                  <a:lnTo>
                    <a:pt x="107" y="672"/>
                  </a:lnTo>
                  <a:lnTo>
                    <a:pt x="103" y="670"/>
                  </a:lnTo>
                  <a:lnTo>
                    <a:pt x="99" y="669"/>
                  </a:lnTo>
                  <a:lnTo>
                    <a:pt x="93" y="666"/>
                  </a:lnTo>
                  <a:lnTo>
                    <a:pt x="86" y="663"/>
                  </a:lnTo>
                  <a:lnTo>
                    <a:pt x="80" y="657"/>
                  </a:lnTo>
                  <a:lnTo>
                    <a:pt x="73" y="649"/>
                  </a:lnTo>
                  <a:lnTo>
                    <a:pt x="67" y="642"/>
                  </a:lnTo>
                  <a:lnTo>
                    <a:pt x="62" y="636"/>
                  </a:lnTo>
                  <a:lnTo>
                    <a:pt x="57" y="627"/>
                  </a:lnTo>
                  <a:lnTo>
                    <a:pt x="53" y="619"/>
                  </a:lnTo>
                  <a:lnTo>
                    <a:pt x="49" y="613"/>
                  </a:lnTo>
                  <a:lnTo>
                    <a:pt x="44" y="601"/>
                  </a:lnTo>
                  <a:lnTo>
                    <a:pt x="40" y="591"/>
                  </a:lnTo>
                  <a:lnTo>
                    <a:pt x="36" y="579"/>
                  </a:lnTo>
                  <a:lnTo>
                    <a:pt x="33" y="571"/>
                  </a:lnTo>
                  <a:lnTo>
                    <a:pt x="30" y="564"/>
                  </a:lnTo>
                  <a:lnTo>
                    <a:pt x="25" y="547"/>
                  </a:lnTo>
                  <a:lnTo>
                    <a:pt x="21" y="529"/>
                  </a:lnTo>
                  <a:lnTo>
                    <a:pt x="16" y="511"/>
                  </a:lnTo>
                  <a:lnTo>
                    <a:pt x="13" y="492"/>
                  </a:lnTo>
                  <a:lnTo>
                    <a:pt x="9" y="469"/>
                  </a:lnTo>
                  <a:lnTo>
                    <a:pt x="7" y="447"/>
                  </a:lnTo>
                  <a:lnTo>
                    <a:pt x="3" y="421"/>
                  </a:lnTo>
                  <a:lnTo>
                    <a:pt x="2" y="394"/>
                  </a:lnTo>
                  <a:lnTo>
                    <a:pt x="0" y="367"/>
                  </a:lnTo>
                  <a:lnTo>
                    <a:pt x="0" y="334"/>
                  </a:lnTo>
                  <a:lnTo>
                    <a:pt x="1" y="292"/>
                  </a:lnTo>
                  <a:lnTo>
                    <a:pt x="3" y="253"/>
                  </a:lnTo>
                  <a:lnTo>
                    <a:pt x="7" y="225"/>
                  </a:lnTo>
                  <a:lnTo>
                    <a:pt x="10" y="195"/>
                  </a:lnTo>
                  <a:lnTo>
                    <a:pt x="13" y="172"/>
                  </a:lnTo>
                  <a:lnTo>
                    <a:pt x="16" y="157"/>
                  </a:lnTo>
                  <a:lnTo>
                    <a:pt x="22" y="133"/>
                  </a:lnTo>
                  <a:lnTo>
                    <a:pt x="31" y="108"/>
                  </a:lnTo>
                  <a:lnTo>
                    <a:pt x="37" y="88"/>
                  </a:lnTo>
                  <a:lnTo>
                    <a:pt x="43" y="75"/>
                  </a:lnTo>
                  <a:lnTo>
                    <a:pt x="47" y="66"/>
                  </a:lnTo>
                  <a:lnTo>
                    <a:pt x="52" y="57"/>
                  </a:lnTo>
                  <a:lnTo>
                    <a:pt x="56" y="48"/>
                  </a:lnTo>
                  <a:lnTo>
                    <a:pt x="59" y="40"/>
                  </a:lnTo>
                  <a:lnTo>
                    <a:pt x="63" y="34"/>
                  </a:lnTo>
                  <a:lnTo>
                    <a:pt x="68" y="28"/>
                  </a:lnTo>
                  <a:lnTo>
                    <a:pt x="73" y="22"/>
                  </a:lnTo>
                  <a:lnTo>
                    <a:pt x="77" y="18"/>
                  </a:lnTo>
                  <a:lnTo>
                    <a:pt x="81" y="13"/>
                  </a:lnTo>
                  <a:lnTo>
                    <a:pt x="86" y="9"/>
                  </a:lnTo>
                  <a:lnTo>
                    <a:pt x="91" y="6"/>
                  </a:lnTo>
                  <a:lnTo>
                    <a:pt x="95" y="3"/>
                  </a:lnTo>
                  <a:lnTo>
                    <a:pt x="99" y="1"/>
                  </a:lnTo>
                  <a:lnTo>
                    <a:pt x="103" y="0"/>
                  </a:lnTo>
                  <a:lnTo>
                    <a:pt x="107" y="0"/>
                  </a:lnTo>
                  <a:close/>
                </a:path>
              </a:pathLst>
            </a:custGeom>
            <a:solidFill>
              <a:srgbClr val="202020"/>
            </a:solidFill>
            <a:ln w="9525">
              <a:noFill/>
              <a:round/>
              <a:headEnd/>
              <a:tailEnd/>
            </a:ln>
          </p:spPr>
          <p:txBody>
            <a:bodyPr/>
            <a:lstStyle/>
            <a:p>
              <a:endParaRPr lang="nl-BE"/>
            </a:p>
          </p:txBody>
        </p:sp>
        <p:sp>
          <p:nvSpPr>
            <p:cNvPr id="12603" name="Oval 304"/>
            <p:cNvSpPr>
              <a:spLocks noChangeArrowheads="1"/>
            </p:cNvSpPr>
            <p:nvPr/>
          </p:nvSpPr>
          <p:spPr bwMode="auto">
            <a:xfrm rot="-155667">
              <a:off x="3933825" y="4219575"/>
              <a:ext cx="152400" cy="296863"/>
            </a:xfrm>
            <a:prstGeom prst="ellipse">
              <a:avLst/>
            </a:prstGeom>
            <a:solidFill>
              <a:srgbClr val="404040"/>
            </a:solidFill>
            <a:ln w="9525">
              <a:noFill/>
              <a:round/>
              <a:headEnd/>
              <a:tailEnd/>
            </a:ln>
          </p:spPr>
          <p:txBody>
            <a:bodyPr/>
            <a:lstStyle/>
            <a:p>
              <a:pPr algn="ctr" eaLnBrk="0" hangingPunct="0"/>
              <a:endParaRPr lang="nl-BE"/>
            </a:p>
          </p:txBody>
        </p:sp>
        <p:sp>
          <p:nvSpPr>
            <p:cNvPr id="12604" name="Oval 305"/>
            <p:cNvSpPr>
              <a:spLocks noChangeArrowheads="1"/>
            </p:cNvSpPr>
            <p:nvPr/>
          </p:nvSpPr>
          <p:spPr bwMode="auto">
            <a:xfrm rot="-155667">
              <a:off x="3965575" y="4281488"/>
              <a:ext cx="87313" cy="174625"/>
            </a:xfrm>
            <a:prstGeom prst="ellipse">
              <a:avLst/>
            </a:prstGeom>
            <a:solidFill>
              <a:srgbClr val="A0A0A0"/>
            </a:solidFill>
            <a:ln w="9525">
              <a:noFill/>
              <a:round/>
              <a:headEnd/>
              <a:tailEnd/>
            </a:ln>
          </p:spPr>
          <p:txBody>
            <a:bodyPr/>
            <a:lstStyle/>
            <a:p>
              <a:pPr algn="ctr" eaLnBrk="0" hangingPunct="0"/>
              <a:endParaRPr lang="nl-BE"/>
            </a:p>
          </p:txBody>
        </p:sp>
        <p:sp>
          <p:nvSpPr>
            <p:cNvPr id="12605" name="Oval 306"/>
            <p:cNvSpPr>
              <a:spLocks noChangeArrowheads="1"/>
            </p:cNvSpPr>
            <p:nvPr/>
          </p:nvSpPr>
          <p:spPr bwMode="auto">
            <a:xfrm rot="-155667">
              <a:off x="3963988" y="4284663"/>
              <a:ext cx="80962" cy="165100"/>
            </a:xfrm>
            <a:prstGeom prst="ellipse">
              <a:avLst/>
            </a:prstGeom>
            <a:solidFill>
              <a:srgbClr val="808080"/>
            </a:solidFill>
            <a:ln w="9525">
              <a:noFill/>
              <a:round/>
              <a:headEnd/>
              <a:tailEnd/>
            </a:ln>
          </p:spPr>
          <p:txBody>
            <a:bodyPr/>
            <a:lstStyle/>
            <a:p>
              <a:pPr algn="ctr" eaLnBrk="0" hangingPunct="0"/>
              <a:endParaRPr lang="nl-BE"/>
            </a:p>
          </p:txBody>
        </p:sp>
        <p:sp>
          <p:nvSpPr>
            <p:cNvPr id="12606" name="Oval 307"/>
            <p:cNvSpPr>
              <a:spLocks noChangeArrowheads="1"/>
            </p:cNvSpPr>
            <p:nvPr/>
          </p:nvSpPr>
          <p:spPr bwMode="auto">
            <a:xfrm rot="-155667">
              <a:off x="4002088" y="4352925"/>
              <a:ext cx="14287" cy="30163"/>
            </a:xfrm>
            <a:prstGeom prst="ellipse">
              <a:avLst/>
            </a:prstGeom>
            <a:solidFill>
              <a:srgbClr val="404040"/>
            </a:solidFill>
            <a:ln w="9525">
              <a:noFill/>
              <a:round/>
              <a:headEnd/>
              <a:tailEnd/>
            </a:ln>
          </p:spPr>
          <p:txBody>
            <a:bodyPr/>
            <a:lstStyle/>
            <a:p>
              <a:pPr algn="ctr" eaLnBrk="0" hangingPunct="0"/>
              <a:endParaRPr lang="nl-BE"/>
            </a:p>
          </p:txBody>
        </p:sp>
        <p:sp>
          <p:nvSpPr>
            <p:cNvPr id="12607" name="Freeform 308"/>
            <p:cNvSpPr>
              <a:spLocks/>
            </p:cNvSpPr>
            <p:nvPr/>
          </p:nvSpPr>
          <p:spPr bwMode="auto">
            <a:xfrm rot="-155667">
              <a:off x="3951288" y="4217988"/>
              <a:ext cx="150812" cy="303212"/>
            </a:xfrm>
            <a:custGeom>
              <a:avLst/>
              <a:gdLst>
                <a:gd name="T0" fmla="*/ 2147483647 w 228"/>
                <a:gd name="T1" fmla="*/ 0 h 693"/>
                <a:gd name="T2" fmla="*/ 2147483647 w 228"/>
                <a:gd name="T3" fmla="*/ 0 h 693"/>
                <a:gd name="T4" fmla="*/ 2147483647 w 228"/>
                <a:gd name="T5" fmla="*/ 2147483647 h 693"/>
                <a:gd name="T6" fmla="*/ 2147483647 w 228"/>
                <a:gd name="T7" fmla="*/ 2147483647 h 693"/>
                <a:gd name="T8" fmla="*/ 2147483647 w 228"/>
                <a:gd name="T9" fmla="*/ 2147483647 h 693"/>
                <a:gd name="T10" fmla="*/ 2147483647 w 228"/>
                <a:gd name="T11" fmla="*/ 2147483647 h 693"/>
                <a:gd name="T12" fmla="*/ 2147483647 w 228"/>
                <a:gd name="T13" fmla="*/ 2147483647 h 693"/>
                <a:gd name="T14" fmla="*/ 2147483647 w 228"/>
                <a:gd name="T15" fmla="*/ 2147483647 h 693"/>
                <a:gd name="T16" fmla="*/ 2147483647 w 228"/>
                <a:gd name="T17" fmla="*/ 2147483647 h 693"/>
                <a:gd name="T18" fmla="*/ 2147483647 w 228"/>
                <a:gd name="T19" fmla="*/ 2147483647 h 693"/>
                <a:gd name="T20" fmla="*/ 2147483647 w 228"/>
                <a:gd name="T21" fmla="*/ 2147483647 h 693"/>
                <a:gd name="T22" fmla="*/ 2147483647 w 228"/>
                <a:gd name="T23" fmla="*/ 2147483647 h 693"/>
                <a:gd name="T24" fmla="*/ 2147483647 w 228"/>
                <a:gd name="T25" fmla="*/ 2147483647 h 693"/>
                <a:gd name="T26" fmla="*/ 2147483647 w 228"/>
                <a:gd name="T27" fmla="*/ 2147483647 h 693"/>
                <a:gd name="T28" fmla="*/ 2147483647 w 228"/>
                <a:gd name="T29" fmla="*/ 2147483647 h 693"/>
                <a:gd name="T30" fmla="*/ 2147483647 w 228"/>
                <a:gd name="T31" fmla="*/ 2147483647 h 693"/>
                <a:gd name="T32" fmla="*/ 2147483647 w 228"/>
                <a:gd name="T33" fmla="*/ 2147483647 h 693"/>
                <a:gd name="T34" fmla="*/ 2147483647 w 228"/>
                <a:gd name="T35" fmla="*/ 2147483647 h 693"/>
                <a:gd name="T36" fmla="*/ 2147483647 w 228"/>
                <a:gd name="T37" fmla="*/ 2147483647 h 693"/>
                <a:gd name="T38" fmla="*/ 2147483647 w 228"/>
                <a:gd name="T39" fmla="*/ 2147483647 h 693"/>
                <a:gd name="T40" fmla="*/ 2147483647 w 228"/>
                <a:gd name="T41" fmla="*/ 2147483647 h 693"/>
                <a:gd name="T42" fmla="*/ 2147483647 w 228"/>
                <a:gd name="T43" fmla="*/ 2147483647 h 693"/>
                <a:gd name="T44" fmla="*/ 2147483647 w 228"/>
                <a:gd name="T45" fmla="*/ 2147483647 h 693"/>
                <a:gd name="T46" fmla="*/ 2147483647 w 228"/>
                <a:gd name="T47" fmla="*/ 2147483647 h 693"/>
                <a:gd name="T48" fmla="*/ 2147483647 w 228"/>
                <a:gd name="T49" fmla="*/ 2147483647 h 693"/>
                <a:gd name="T50" fmla="*/ 2147483647 w 228"/>
                <a:gd name="T51" fmla="*/ 2147483647 h 693"/>
                <a:gd name="T52" fmla="*/ 2147483647 w 228"/>
                <a:gd name="T53" fmla="*/ 2147483647 h 693"/>
                <a:gd name="T54" fmla="*/ 2147483647 w 228"/>
                <a:gd name="T55" fmla="*/ 2147483647 h 693"/>
                <a:gd name="T56" fmla="*/ 0 w 228"/>
                <a:gd name="T57" fmla="*/ 2147483647 h 693"/>
                <a:gd name="T58" fmla="*/ 2147483647 w 228"/>
                <a:gd name="T59" fmla="*/ 2147483647 h 693"/>
                <a:gd name="T60" fmla="*/ 2147483647 w 228"/>
                <a:gd name="T61" fmla="*/ 2147483647 h 693"/>
                <a:gd name="T62" fmla="*/ 2147483647 w 228"/>
                <a:gd name="T63" fmla="*/ 2147483647 h 693"/>
                <a:gd name="T64" fmla="*/ 2147483647 w 228"/>
                <a:gd name="T65" fmla="*/ 2147483647 h 693"/>
                <a:gd name="T66" fmla="*/ 2147483647 w 228"/>
                <a:gd name="T67" fmla="*/ 2147483647 h 693"/>
                <a:gd name="T68" fmla="*/ 2147483647 w 228"/>
                <a:gd name="T69" fmla="*/ 2147483647 h 693"/>
                <a:gd name="T70" fmla="*/ 2147483647 w 228"/>
                <a:gd name="T71" fmla="*/ 2147483647 h 693"/>
                <a:gd name="T72" fmla="*/ 2147483647 w 228"/>
                <a:gd name="T73" fmla="*/ 2147483647 h 693"/>
                <a:gd name="T74" fmla="*/ 2147483647 w 228"/>
                <a:gd name="T75" fmla="*/ 2147483647 h 693"/>
                <a:gd name="T76" fmla="*/ 2147483647 w 228"/>
                <a:gd name="T77" fmla="*/ 2147483647 h 693"/>
                <a:gd name="T78" fmla="*/ 2147483647 w 228"/>
                <a:gd name="T79" fmla="*/ 2147483647 h 693"/>
                <a:gd name="T80" fmla="*/ 2147483647 w 228"/>
                <a:gd name="T81" fmla="*/ 2147483647 h 693"/>
                <a:gd name="T82" fmla="*/ 2147483647 w 228"/>
                <a:gd name="T83" fmla="*/ 2147483647 h 693"/>
                <a:gd name="T84" fmla="*/ 2147483647 w 228"/>
                <a:gd name="T85" fmla="*/ 2147483647 h 693"/>
                <a:gd name="T86" fmla="*/ 2147483647 w 228"/>
                <a:gd name="T87" fmla="*/ 2147483647 h 693"/>
                <a:gd name="T88" fmla="*/ 2147483647 w 228"/>
                <a:gd name="T89" fmla="*/ 2147483647 h 693"/>
                <a:gd name="T90" fmla="*/ 2147483647 w 228"/>
                <a:gd name="T91" fmla="*/ 2147483647 h 693"/>
                <a:gd name="T92" fmla="*/ 2147483647 w 228"/>
                <a:gd name="T93" fmla="*/ 2147483647 h 693"/>
                <a:gd name="T94" fmla="*/ 2147483647 w 228"/>
                <a:gd name="T95" fmla="*/ 2147483647 h 693"/>
                <a:gd name="T96" fmla="*/ 2147483647 w 228"/>
                <a:gd name="T97" fmla="*/ 2147483647 h 693"/>
                <a:gd name="T98" fmla="*/ 2147483647 w 228"/>
                <a:gd name="T99" fmla="*/ 2147483647 h 693"/>
                <a:gd name="T100" fmla="*/ 2147483647 w 228"/>
                <a:gd name="T101" fmla="*/ 2147483647 h 693"/>
                <a:gd name="T102" fmla="*/ 2147483647 w 228"/>
                <a:gd name="T103" fmla="*/ 2147483647 h 693"/>
                <a:gd name="T104" fmla="*/ 2147483647 w 228"/>
                <a:gd name="T105" fmla="*/ 2147483647 h 693"/>
                <a:gd name="T106" fmla="*/ 2147483647 w 228"/>
                <a:gd name="T107" fmla="*/ 2147483647 h 693"/>
                <a:gd name="T108" fmla="*/ 2147483647 w 228"/>
                <a:gd name="T109" fmla="*/ 0 h 693"/>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28"/>
                <a:gd name="T166" fmla="*/ 0 h 693"/>
                <a:gd name="T167" fmla="*/ 228 w 228"/>
                <a:gd name="T168" fmla="*/ 693 h 693"/>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28" h="693">
                  <a:moveTo>
                    <a:pt x="108" y="0"/>
                  </a:moveTo>
                  <a:lnTo>
                    <a:pt x="228" y="0"/>
                  </a:lnTo>
                  <a:lnTo>
                    <a:pt x="227" y="693"/>
                  </a:lnTo>
                  <a:lnTo>
                    <a:pt x="108" y="687"/>
                  </a:lnTo>
                  <a:lnTo>
                    <a:pt x="103" y="685"/>
                  </a:lnTo>
                  <a:lnTo>
                    <a:pt x="100" y="684"/>
                  </a:lnTo>
                  <a:lnTo>
                    <a:pt x="94" y="681"/>
                  </a:lnTo>
                  <a:lnTo>
                    <a:pt x="87" y="678"/>
                  </a:lnTo>
                  <a:lnTo>
                    <a:pt x="81" y="672"/>
                  </a:lnTo>
                  <a:lnTo>
                    <a:pt x="73" y="664"/>
                  </a:lnTo>
                  <a:lnTo>
                    <a:pt x="68" y="657"/>
                  </a:lnTo>
                  <a:lnTo>
                    <a:pt x="62" y="649"/>
                  </a:lnTo>
                  <a:lnTo>
                    <a:pt x="57" y="642"/>
                  </a:lnTo>
                  <a:lnTo>
                    <a:pt x="54" y="633"/>
                  </a:lnTo>
                  <a:lnTo>
                    <a:pt x="50" y="627"/>
                  </a:lnTo>
                  <a:lnTo>
                    <a:pt x="45" y="615"/>
                  </a:lnTo>
                  <a:lnTo>
                    <a:pt x="41" y="604"/>
                  </a:lnTo>
                  <a:lnTo>
                    <a:pt x="37" y="592"/>
                  </a:lnTo>
                  <a:lnTo>
                    <a:pt x="33" y="585"/>
                  </a:lnTo>
                  <a:lnTo>
                    <a:pt x="31" y="576"/>
                  </a:lnTo>
                  <a:lnTo>
                    <a:pt x="26" y="559"/>
                  </a:lnTo>
                  <a:lnTo>
                    <a:pt x="22" y="541"/>
                  </a:lnTo>
                  <a:lnTo>
                    <a:pt x="17" y="523"/>
                  </a:lnTo>
                  <a:lnTo>
                    <a:pt x="13" y="502"/>
                  </a:lnTo>
                  <a:lnTo>
                    <a:pt x="10" y="480"/>
                  </a:lnTo>
                  <a:lnTo>
                    <a:pt x="7" y="457"/>
                  </a:lnTo>
                  <a:lnTo>
                    <a:pt x="4" y="432"/>
                  </a:lnTo>
                  <a:lnTo>
                    <a:pt x="2" y="403"/>
                  </a:lnTo>
                  <a:lnTo>
                    <a:pt x="0" y="376"/>
                  </a:lnTo>
                  <a:lnTo>
                    <a:pt x="1" y="343"/>
                  </a:lnTo>
                  <a:lnTo>
                    <a:pt x="1" y="300"/>
                  </a:lnTo>
                  <a:lnTo>
                    <a:pt x="4" y="259"/>
                  </a:lnTo>
                  <a:lnTo>
                    <a:pt x="7" y="229"/>
                  </a:lnTo>
                  <a:lnTo>
                    <a:pt x="11" y="199"/>
                  </a:lnTo>
                  <a:lnTo>
                    <a:pt x="14" y="177"/>
                  </a:lnTo>
                  <a:lnTo>
                    <a:pt x="17" y="160"/>
                  </a:lnTo>
                  <a:lnTo>
                    <a:pt x="23" y="138"/>
                  </a:lnTo>
                  <a:lnTo>
                    <a:pt x="31" y="109"/>
                  </a:lnTo>
                  <a:lnTo>
                    <a:pt x="38" y="90"/>
                  </a:lnTo>
                  <a:lnTo>
                    <a:pt x="44" y="76"/>
                  </a:lnTo>
                  <a:lnTo>
                    <a:pt x="48" y="67"/>
                  </a:lnTo>
                  <a:lnTo>
                    <a:pt x="52" y="57"/>
                  </a:lnTo>
                  <a:lnTo>
                    <a:pt x="56" y="49"/>
                  </a:lnTo>
                  <a:lnTo>
                    <a:pt x="60" y="42"/>
                  </a:lnTo>
                  <a:lnTo>
                    <a:pt x="64" y="36"/>
                  </a:lnTo>
                  <a:lnTo>
                    <a:pt x="69" y="28"/>
                  </a:lnTo>
                  <a:lnTo>
                    <a:pt x="73" y="22"/>
                  </a:lnTo>
                  <a:lnTo>
                    <a:pt x="78" y="18"/>
                  </a:lnTo>
                  <a:lnTo>
                    <a:pt x="82" y="13"/>
                  </a:lnTo>
                  <a:lnTo>
                    <a:pt x="86" y="9"/>
                  </a:lnTo>
                  <a:lnTo>
                    <a:pt x="92" y="6"/>
                  </a:lnTo>
                  <a:lnTo>
                    <a:pt x="96" y="4"/>
                  </a:lnTo>
                  <a:lnTo>
                    <a:pt x="100" y="1"/>
                  </a:lnTo>
                  <a:lnTo>
                    <a:pt x="103" y="1"/>
                  </a:lnTo>
                  <a:lnTo>
                    <a:pt x="108" y="0"/>
                  </a:lnTo>
                  <a:close/>
                </a:path>
              </a:pathLst>
            </a:custGeom>
            <a:solidFill>
              <a:srgbClr val="202020"/>
            </a:solidFill>
            <a:ln w="9525">
              <a:noFill/>
              <a:round/>
              <a:headEnd/>
              <a:tailEnd/>
            </a:ln>
          </p:spPr>
          <p:txBody>
            <a:bodyPr/>
            <a:lstStyle/>
            <a:p>
              <a:endParaRPr lang="nl-BE"/>
            </a:p>
          </p:txBody>
        </p:sp>
        <p:sp>
          <p:nvSpPr>
            <p:cNvPr id="12608" name="Oval 309"/>
            <p:cNvSpPr>
              <a:spLocks noChangeArrowheads="1"/>
            </p:cNvSpPr>
            <p:nvPr/>
          </p:nvSpPr>
          <p:spPr bwMode="auto">
            <a:xfrm rot="-155667">
              <a:off x="4022725" y="4213225"/>
              <a:ext cx="150813" cy="304800"/>
            </a:xfrm>
            <a:prstGeom prst="ellipse">
              <a:avLst/>
            </a:prstGeom>
            <a:solidFill>
              <a:srgbClr val="404040"/>
            </a:solidFill>
            <a:ln w="9525">
              <a:noFill/>
              <a:round/>
              <a:headEnd/>
              <a:tailEnd/>
            </a:ln>
          </p:spPr>
          <p:txBody>
            <a:bodyPr/>
            <a:lstStyle/>
            <a:p>
              <a:pPr algn="ctr" eaLnBrk="0" hangingPunct="0"/>
              <a:endParaRPr lang="nl-BE"/>
            </a:p>
          </p:txBody>
        </p:sp>
        <p:sp>
          <p:nvSpPr>
            <p:cNvPr id="12609" name="Oval 310"/>
            <p:cNvSpPr>
              <a:spLocks noChangeArrowheads="1"/>
            </p:cNvSpPr>
            <p:nvPr/>
          </p:nvSpPr>
          <p:spPr bwMode="auto">
            <a:xfrm rot="-155667">
              <a:off x="4052888" y="4278313"/>
              <a:ext cx="88900" cy="177800"/>
            </a:xfrm>
            <a:prstGeom prst="ellipse">
              <a:avLst/>
            </a:prstGeom>
            <a:solidFill>
              <a:srgbClr val="A0A0A0"/>
            </a:solidFill>
            <a:ln w="9525">
              <a:noFill/>
              <a:round/>
              <a:headEnd/>
              <a:tailEnd/>
            </a:ln>
          </p:spPr>
          <p:txBody>
            <a:bodyPr/>
            <a:lstStyle/>
            <a:p>
              <a:pPr algn="ctr" eaLnBrk="0" hangingPunct="0"/>
              <a:endParaRPr lang="nl-BE"/>
            </a:p>
          </p:txBody>
        </p:sp>
        <p:sp>
          <p:nvSpPr>
            <p:cNvPr id="12610" name="Oval 311"/>
            <p:cNvSpPr>
              <a:spLocks noChangeArrowheads="1"/>
            </p:cNvSpPr>
            <p:nvPr/>
          </p:nvSpPr>
          <p:spPr bwMode="auto">
            <a:xfrm rot="-155667">
              <a:off x="4051300" y="4281488"/>
              <a:ext cx="82550" cy="168275"/>
            </a:xfrm>
            <a:prstGeom prst="ellipse">
              <a:avLst/>
            </a:prstGeom>
            <a:solidFill>
              <a:srgbClr val="808080"/>
            </a:solidFill>
            <a:ln w="9525">
              <a:noFill/>
              <a:round/>
              <a:headEnd/>
              <a:tailEnd/>
            </a:ln>
          </p:spPr>
          <p:txBody>
            <a:bodyPr/>
            <a:lstStyle/>
            <a:p>
              <a:pPr algn="ctr" eaLnBrk="0" hangingPunct="0"/>
              <a:endParaRPr lang="nl-BE"/>
            </a:p>
          </p:txBody>
        </p:sp>
        <p:sp>
          <p:nvSpPr>
            <p:cNvPr id="12611" name="Oval 312"/>
            <p:cNvSpPr>
              <a:spLocks noChangeArrowheads="1"/>
            </p:cNvSpPr>
            <p:nvPr/>
          </p:nvSpPr>
          <p:spPr bwMode="auto">
            <a:xfrm rot="-155667">
              <a:off x="4089400" y="4349750"/>
              <a:ext cx="14288" cy="30163"/>
            </a:xfrm>
            <a:prstGeom prst="ellipse">
              <a:avLst/>
            </a:prstGeom>
            <a:solidFill>
              <a:srgbClr val="404040"/>
            </a:solidFill>
            <a:ln w="9525">
              <a:noFill/>
              <a:round/>
              <a:headEnd/>
              <a:tailEnd/>
            </a:ln>
          </p:spPr>
          <p:txBody>
            <a:bodyPr/>
            <a:lstStyle/>
            <a:p>
              <a:pPr algn="ctr" eaLnBrk="0" hangingPunct="0"/>
              <a:endParaRPr lang="nl-BE"/>
            </a:p>
          </p:txBody>
        </p:sp>
        <p:sp>
          <p:nvSpPr>
            <p:cNvPr id="12612" name="Freeform 313"/>
            <p:cNvSpPr>
              <a:spLocks/>
            </p:cNvSpPr>
            <p:nvPr/>
          </p:nvSpPr>
          <p:spPr bwMode="auto">
            <a:xfrm rot="-155667">
              <a:off x="3871913" y="4248150"/>
              <a:ext cx="142875" cy="207963"/>
            </a:xfrm>
            <a:custGeom>
              <a:avLst/>
              <a:gdLst>
                <a:gd name="T0" fmla="*/ 0 w 216"/>
                <a:gd name="T1" fmla="*/ 2147483647 h 478"/>
                <a:gd name="T2" fmla="*/ 0 w 216"/>
                <a:gd name="T3" fmla="*/ 2147483647 h 478"/>
                <a:gd name="T4" fmla="*/ 2147483647 w 216"/>
                <a:gd name="T5" fmla="*/ 2147483647 h 478"/>
                <a:gd name="T6" fmla="*/ 2147483647 w 216"/>
                <a:gd name="T7" fmla="*/ 0 h 478"/>
                <a:gd name="T8" fmla="*/ 0 w 216"/>
                <a:gd name="T9" fmla="*/ 2147483647 h 478"/>
                <a:gd name="T10" fmla="*/ 0 60000 65536"/>
                <a:gd name="T11" fmla="*/ 0 60000 65536"/>
                <a:gd name="T12" fmla="*/ 0 60000 65536"/>
                <a:gd name="T13" fmla="*/ 0 60000 65536"/>
                <a:gd name="T14" fmla="*/ 0 60000 65536"/>
                <a:gd name="T15" fmla="*/ 0 w 216"/>
                <a:gd name="T16" fmla="*/ 0 h 478"/>
                <a:gd name="T17" fmla="*/ 216 w 216"/>
                <a:gd name="T18" fmla="*/ 478 h 478"/>
              </a:gdLst>
              <a:ahLst/>
              <a:cxnLst>
                <a:cxn ang="T10">
                  <a:pos x="T0" y="T1"/>
                </a:cxn>
                <a:cxn ang="T11">
                  <a:pos x="T2" y="T3"/>
                </a:cxn>
                <a:cxn ang="T12">
                  <a:pos x="T4" y="T5"/>
                </a:cxn>
                <a:cxn ang="T13">
                  <a:pos x="T6" y="T7"/>
                </a:cxn>
                <a:cxn ang="T14">
                  <a:pos x="T8" y="T9"/>
                </a:cxn>
              </a:cxnLst>
              <a:rect l="T15" t="T16" r="T17" b="T18"/>
              <a:pathLst>
                <a:path w="216" h="478">
                  <a:moveTo>
                    <a:pt x="0" y="28"/>
                  </a:moveTo>
                  <a:lnTo>
                    <a:pt x="0" y="465"/>
                  </a:lnTo>
                  <a:lnTo>
                    <a:pt x="216" y="478"/>
                  </a:lnTo>
                  <a:lnTo>
                    <a:pt x="216" y="0"/>
                  </a:lnTo>
                  <a:lnTo>
                    <a:pt x="0" y="28"/>
                  </a:lnTo>
                  <a:close/>
                </a:path>
              </a:pathLst>
            </a:custGeom>
            <a:solidFill>
              <a:srgbClr val="202020"/>
            </a:solidFill>
            <a:ln w="9525">
              <a:noFill/>
              <a:round/>
              <a:headEnd/>
              <a:tailEnd/>
            </a:ln>
          </p:spPr>
          <p:txBody>
            <a:bodyPr/>
            <a:lstStyle/>
            <a:p>
              <a:endParaRPr lang="nl-BE"/>
            </a:p>
          </p:txBody>
        </p:sp>
        <p:sp>
          <p:nvSpPr>
            <p:cNvPr id="12613" name="Freeform 314"/>
            <p:cNvSpPr>
              <a:spLocks/>
            </p:cNvSpPr>
            <p:nvPr/>
          </p:nvSpPr>
          <p:spPr bwMode="auto">
            <a:xfrm rot="-155667">
              <a:off x="3086100" y="3122613"/>
              <a:ext cx="1214438" cy="1146175"/>
            </a:xfrm>
            <a:custGeom>
              <a:avLst/>
              <a:gdLst>
                <a:gd name="T0" fmla="*/ 2147483647 w 1855"/>
                <a:gd name="T1" fmla="*/ 0 h 2621"/>
                <a:gd name="T2" fmla="*/ 2147483647 w 1855"/>
                <a:gd name="T3" fmla="*/ 2147483647 h 2621"/>
                <a:gd name="T4" fmla="*/ 2147483647 w 1855"/>
                <a:gd name="T5" fmla="*/ 2147483647 h 2621"/>
                <a:gd name="T6" fmla="*/ 0 w 1855"/>
                <a:gd name="T7" fmla="*/ 2147483647 h 2621"/>
                <a:gd name="T8" fmla="*/ 2147483647 w 1855"/>
                <a:gd name="T9" fmla="*/ 0 h 2621"/>
                <a:gd name="T10" fmla="*/ 0 60000 65536"/>
                <a:gd name="T11" fmla="*/ 0 60000 65536"/>
                <a:gd name="T12" fmla="*/ 0 60000 65536"/>
                <a:gd name="T13" fmla="*/ 0 60000 65536"/>
                <a:gd name="T14" fmla="*/ 0 60000 65536"/>
                <a:gd name="T15" fmla="*/ 0 w 1855"/>
                <a:gd name="T16" fmla="*/ 0 h 2621"/>
                <a:gd name="T17" fmla="*/ 1855 w 1855"/>
                <a:gd name="T18" fmla="*/ 2621 h 2621"/>
              </a:gdLst>
              <a:ahLst/>
              <a:cxnLst>
                <a:cxn ang="T10">
                  <a:pos x="T0" y="T1"/>
                </a:cxn>
                <a:cxn ang="T11">
                  <a:pos x="T2" y="T3"/>
                </a:cxn>
                <a:cxn ang="T12">
                  <a:pos x="T4" y="T5"/>
                </a:cxn>
                <a:cxn ang="T13">
                  <a:pos x="T6" y="T7"/>
                </a:cxn>
                <a:cxn ang="T14">
                  <a:pos x="T8" y="T9"/>
                </a:cxn>
              </a:cxnLst>
              <a:rect l="T15" t="T16" r="T17" b="T18"/>
              <a:pathLst>
                <a:path w="1855" h="2621">
                  <a:moveTo>
                    <a:pt x="3" y="0"/>
                  </a:moveTo>
                  <a:lnTo>
                    <a:pt x="1855" y="1212"/>
                  </a:lnTo>
                  <a:lnTo>
                    <a:pt x="1855" y="2529"/>
                  </a:lnTo>
                  <a:lnTo>
                    <a:pt x="0" y="2621"/>
                  </a:lnTo>
                  <a:lnTo>
                    <a:pt x="3" y="0"/>
                  </a:lnTo>
                  <a:close/>
                </a:path>
              </a:pathLst>
            </a:custGeom>
            <a:solidFill>
              <a:srgbClr val="A0A0A0"/>
            </a:solidFill>
            <a:ln w="6350">
              <a:solidFill>
                <a:srgbClr val="000000"/>
              </a:solidFill>
              <a:prstDash val="solid"/>
              <a:round/>
              <a:headEnd/>
              <a:tailEnd/>
            </a:ln>
          </p:spPr>
          <p:txBody>
            <a:bodyPr/>
            <a:lstStyle/>
            <a:p>
              <a:endParaRPr lang="nl-BE"/>
            </a:p>
          </p:txBody>
        </p:sp>
        <p:sp>
          <p:nvSpPr>
            <p:cNvPr id="12614" name="Freeform 315"/>
            <p:cNvSpPr>
              <a:spLocks/>
            </p:cNvSpPr>
            <p:nvPr/>
          </p:nvSpPr>
          <p:spPr bwMode="auto">
            <a:xfrm rot="-155667">
              <a:off x="3084513" y="3165475"/>
              <a:ext cx="1214437" cy="1054100"/>
            </a:xfrm>
            <a:custGeom>
              <a:avLst/>
              <a:gdLst>
                <a:gd name="T0" fmla="*/ 2147483647 w 1855"/>
                <a:gd name="T1" fmla="*/ 0 h 2408"/>
                <a:gd name="T2" fmla="*/ 2147483647 w 1855"/>
                <a:gd name="T3" fmla="*/ 2147483647 h 2408"/>
                <a:gd name="T4" fmla="*/ 2147483647 w 1855"/>
                <a:gd name="T5" fmla="*/ 2147483647 h 2408"/>
                <a:gd name="T6" fmla="*/ 0 w 1855"/>
                <a:gd name="T7" fmla="*/ 2147483647 h 2408"/>
                <a:gd name="T8" fmla="*/ 2147483647 w 1855"/>
                <a:gd name="T9" fmla="*/ 0 h 2408"/>
                <a:gd name="T10" fmla="*/ 0 60000 65536"/>
                <a:gd name="T11" fmla="*/ 0 60000 65536"/>
                <a:gd name="T12" fmla="*/ 0 60000 65536"/>
                <a:gd name="T13" fmla="*/ 0 60000 65536"/>
                <a:gd name="T14" fmla="*/ 0 60000 65536"/>
                <a:gd name="T15" fmla="*/ 0 w 1855"/>
                <a:gd name="T16" fmla="*/ 0 h 2408"/>
                <a:gd name="T17" fmla="*/ 1855 w 1855"/>
                <a:gd name="T18" fmla="*/ 2408 h 2408"/>
              </a:gdLst>
              <a:ahLst/>
              <a:cxnLst>
                <a:cxn ang="T10">
                  <a:pos x="T0" y="T1"/>
                </a:cxn>
                <a:cxn ang="T11">
                  <a:pos x="T2" y="T3"/>
                </a:cxn>
                <a:cxn ang="T12">
                  <a:pos x="T4" y="T5"/>
                </a:cxn>
                <a:cxn ang="T13">
                  <a:pos x="T6" y="T7"/>
                </a:cxn>
                <a:cxn ang="T14">
                  <a:pos x="T8" y="T9"/>
                </a:cxn>
              </a:cxnLst>
              <a:rect l="T15" t="T16" r="T17" b="T18"/>
              <a:pathLst>
                <a:path w="1855" h="2408">
                  <a:moveTo>
                    <a:pt x="3" y="0"/>
                  </a:moveTo>
                  <a:lnTo>
                    <a:pt x="1855" y="1170"/>
                  </a:lnTo>
                  <a:lnTo>
                    <a:pt x="1855" y="2352"/>
                  </a:lnTo>
                  <a:lnTo>
                    <a:pt x="0" y="2408"/>
                  </a:lnTo>
                  <a:lnTo>
                    <a:pt x="3" y="0"/>
                  </a:lnTo>
                  <a:close/>
                </a:path>
              </a:pathLst>
            </a:custGeom>
            <a:solidFill>
              <a:srgbClr val="E0E0E0"/>
            </a:solidFill>
            <a:ln w="6350">
              <a:solidFill>
                <a:srgbClr val="000000"/>
              </a:solidFill>
              <a:prstDash val="solid"/>
              <a:round/>
              <a:headEnd/>
              <a:tailEnd/>
            </a:ln>
          </p:spPr>
          <p:txBody>
            <a:bodyPr/>
            <a:lstStyle/>
            <a:p>
              <a:endParaRPr lang="nl-BE"/>
            </a:p>
          </p:txBody>
        </p:sp>
        <p:sp>
          <p:nvSpPr>
            <p:cNvPr id="12615" name="Rectangle 316"/>
            <p:cNvSpPr>
              <a:spLocks noChangeArrowheads="1"/>
            </p:cNvSpPr>
            <p:nvPr/>
          </p:nvSpPr>
          <p:spPr bwMode="auto">
            <a:xfrm rot="-155667">
              <a:off x="3130550" y="4254500"/>
              <a:ext cx="57150" cy="15875"/>
            </a:xfrm>
            <a:prstGeom prst="rect">
              <a:avLst/>
            </a:prstGeom>
            <a:solidFill>
              <a:srgbClr val="E0E0E0"/>
            </a:solidFill>
            <a:ln w="6350">
              <a:solidFill>
                <a:srgbClr val="000000"/>
              </a:solidFill>
              <a:miter lim="800000"/>
              <a:headEnd/>
              <a:tailEnd/>
            </a:ln>
          </p:spPr>
          <p:txBody>
            <a:bodyPr/>
            <a:lstStyle/>
            <a:p>
              <a:pPr algn="ctr" eaLnBrk="0" hangingPunct="0"/>
              <a:endParaRPr lang="nl-BE"/>
            </a:p>
          </p:txBody>
        </p:sp>
        <p:sp>
          <p:nvSpPr>
            <p:cNvPr id="12616" name="Oval 317"/>
            <p:cNvSpPr>
              <a:spLocks noChangeArrowheads="1"/>
            </p:cNvSpPr>
            <p:nvPr/>
          </p:nvSpPr>
          <p:spPr bwMode="auto">
            <a:xfrm rot="-155667">
              <a:off x="3146425" y="4251325"/>
              <a:ext cx="23813" cy="22225"/>
            </a:xfrm>
            <a:prstGeom prst="ellipse">
              <a:avLst/>
            </a:prstGeom>
            <a:solidFill>
              <a:srgbClr val="E0E0E0"/>
            </a:solidFill>
            <a:ln w="6350">
              <a:solidFill>
                <a:srgbClr val="000000"/>
              </a:solidFill>
              <a:round/>
              <a:headEnd/>
              <a:tailEnd/>
            </a:ln>
          </p:spPr>
          <p:txBody>
            <a:bodyPr/>
            <a:lstStyle/>
            <a:p>
              <a:pPr algn="ctr" eaLnBrk="0" hangingPunct="0"/>
              <a:endParaRPr lang="nl-BE"/>
            </a:p>
          </p:txBody>
        </p:sp>
        <p:sp>
          <p:nvSpPr>
            <p:cNvPr id="12617" name="Oval 318"/>
            <p:cNvSpPr>
              <a:spLocks noChangeArrowheads="1"/>
            </p:cNvSpPr>
            <p:nvPr/>
          </p:nvSpPr>
          <p:spPr bwMode="auto">
            <a:xfrm rot="-155667">
              <a:off x="3152775" y="4256088"/>
              <a:ext cx="11113" cy="12700"/>
            </a:xfrm>
            <a:prstGeom prst="ellipse">
              <a:avLst/>
            </a:prstGeom>
            <a:solidFill>
              <a:srgbClr val="E0E0E0"/>
            </a:solidFill>
            <a:ln w="6350">
              <a:solidFill>
                <a:srgbClr val="000000"/>
              </a:solidFill>
              <a:round/>
              <a:headEnd/>
              <a:tailEnd/>
            </a:ln>
          </p:spPr>
          <p:txBody>
            <a:bodyPr/>
            <a:lstStyle/>
            <a:p>
              <a:pPr algn="ctr" eaLnBrk="0" hangingPunct="0"/>
              <a:endParaRPr lang="nl-BE"/>
            </a:p>
          </p:txBody>
        </p:sp>
        <p:sp>
          <p:nvSpPr>
            <p:cNvPr id="12618" name="Freeform 319"/>
            <p:cNvSpPr>
              <a:spLocks/>
            </p:cNvSpPr>
            <p:nvPr/>
          </p:nvSpPr>
          <p:spPr bwMode="auto">
            <a:xfrm rot="-155667">
              <a:off x="3084513" y="3167063"/>
              <a:ext cx="61912" cy="50800"/>
            </a:xfrm>
            <a:custGeom>
              <a:avLst/>
              <a:gdLst>
                <a:gd name="T0" fmla="*/ 0 w 93"/>
                <a:gd name="T1" fmla="*/ 0 h 114"/>
                <a:gd name="T2" fmla="*/ 2147483647 w 93"/>
                <a:gd name="T3" fmla="*/ 2147483647 h 114"/>
                <a:gd name="T4" fmla="*/ 2147483647 w 93"/>
                <a:gd name="T5" fmla="*/ 2147483647 h 114"/>
                <a:gd name="T6" fmla="*/ 0 w 93"/>
                <a:gd name="T7" fmla="*/ 2147483647 h 114"/>
                <a:gd name="T8" fmla="*/ 0 w 93"/>
                <a:gd name="T9" fmla="*/ 0 h 114"/>
                <a:gd name="T10" fmla="*/ 0 60000 65536"/>
                <a:gd name="T11" fmla="*/ 0 60000 65536"/>
                <a:gd name="T12" fmla="*/ 0 60000 65536"/>
                <a:gd name="T13" fmla="*/ 0 60000 65536"/>
                <a:gd name="T14" fmla="*/ 0 60000 65536"/>
                <a:gd name="T15" fmla="*/ 0 w 93"/>
                <a:gd name="T16" fmla="*/ 0 h 114"/>
                <a:gd name="T17" fmla="*/ 93 w 93"/>
                <a:gd name="T18" fmla="*/ 114 h 114"/>
              </a:gdLst>
              <a:ahLst/>
              <a:cxnLst>
                <a:cxn ang="T10">
                  <a:pos x="T0" y="T1"/>
                </a:cxn>
                <a:cxn ang="T11">
                  <a:pos x="T2" y="T3"/>
                </a:cxn>
                <a:cxn ang="T12">
                  <a:pos x="T4" y="T5"/>
                </a:cxn>
                <a:cxn ang="T13">
                  <a:pos x="T6" y="T7"/>
                </a:cxn>
                <a:cxn ang="T14">
                  <a:pos x="T8" y="T9"/>
                </a:cxn>
              </a:cxnLst>
              <a:rect l="T15" t="T16" r="T17" b="T18"/>
              <a:pathLst>
                <a:path w="93" h="114">
                  <a:moveTo>
                    <a:pt x="0" y="0"/>
                  </a:moveTo>
                  <a:lnTo>
                    <a:pt x="93" y="63"/>
                  </a:lnTo>
                  <a:lnTo>
                    <a:pt x="93" y="114"/>
                  </a:lnTo>
                  <a:lnTo>
                    <a:pt x="0" y="54"/>
                  </a:lnTo>
                  <a:lnTo>
                    <a:pt x="0" y="0"/>
                  </a:lnTo>
                  <a:close/>
                </a:path>
              </a:pathLst>
            </a:custGeom>
            <a:solidFill>
              <a:srgbClr val="E0E0E0"/>
            </a:solidFill>
            <a:ln w="6350">
              <a:solidFill>
                <a:srgbClr val="000000"/>
              </a:solidFill>
              <a:prstDash val="solid"/>
              <a:round/>
              <a:headEnd/>
              <a:tailEnd/>
            </a:ln>
          </p:spPr>
          <p:txBody>
            <a:bodyPr/>
            <a:lstStyle/>
            <a:p>
              <a:endParaRPr lang="nl-BE"/>
            </a:p>
          </p:txBody>
        </p:sp>
        <p:sp>
          <p:nvSpPr>
            <p:cNvPr id="12619" name="Oval 320"/>
            <p:cNvSpPr>
              <a:spLocks noChangeArrowheads="1"/>
            </p:cNvSpPr>
            <p:nvPr/>
          </p:nvSpPr>
          <p:spPr bwMode="auto">
            <a:xfrm rot="-155667">
              <a:off x="3105150" y="3181350"/>
              <a:ext cx="19050" cy="23813"/>
            </a:xfrm>
            <a:prstGeom prst="ellipse">
              <a:avLst/>
            </a:prstGeom>
            <a:solidFill>
              <a:srgbClr val="E0E0E0"/>
            </a:solidFill>
            <a:ln w="6350">
              <a:solidFill>
                <a:srgbClr val="000000"/>
              </a:solidFill>
              <a:round/>
              <a:headEnd/>
              <a:tailEnd/>
            </a:ln>
          </p:spPr>
          <p:txBody>
            <a:bodyPr/>
            <a:lstStyle/>
            <a:p>
              <a:pPr algn="ctr" eaLnBrk="0" hangingPunct="0"/>
              <a:endParaRPr lang="nl-BE"/>
            </a:p>
          </p:txBody>
        </p:sp>
        <p:sp>
          <p:nvSpPr>
            <p:cNvPr id="12620" name="Oval 321"/>
            <p:cNvSpPr>
              <a:spLocks noChangeArrowheads="1"/>
            </p:cNvSpPr>
            <p:nvPr/>
          </p:nvSpPr>
          <p:spPr bwMode="auto">
            <a:xfrm rot="-155667">
              <a:off x="3109913" y="3187700"/>
              <a:ext cx="9525" cy="11113"/>
            </a:xfrm>
            <a:prstGeom prst="ellipse">
              <a:avLst/>
            </a:prstGeom>
            <a:solidFill>
              <a:srgbClr val="E0E0E0"/>
            </a:solidFill>
            <a:ln w="6350">
              <a:solidFill>
                <a:srgbClr val="000000"/>
              </a:solidFill>
              <a:round/>
              <a:headEnd/>
              <a:tailEnd/>
            </a:ln>
          </p:spPr>
          <p:txBody>
            <a:bodyPr/>
            <a:lstStyle/>
            <a:p>
              <a:pPr algn="ctr" eaLnBrk="0" hangingPunct="0"/>
              <a:endParaRPr lang="nl-BE"/>
            </a:p>
          </p:txBody>
        </p:sp>
        <p:sp>
          <p:nvSpPr>
            <p:cNvPr id="12621" name="Freeform 322"/>
            <p:cNvSpPr>
              <a:spLocks/>
            </p:cNvSpPr>
            <p:nvPr/>
          </p:nvSpPr>
          <p:spPr bwMode="auto">
            <a:xfrm rot="-155667">
              <a:off x="2125663" y="3171825"/>
              <a:ext cx="962025" cy="1146175"/>
            </a:xfrm>
            <a:custGeom>
              <a:avLst/>
              <a:gdLst>
                <a:gd name="T0" fmla="*/ 2147483647 w 1468"/>
                <a:gd name="T1" fmla="*/ 0 h 2621"/>
                <a:gd name="T2" fmla="*/ 2147483647 w 1468"/>
                <a:gd name="T3" fmla="*/ 2147483647 h 2621"/>
                <a:gd name="T4" fmla="*/ 2147483647 w 1468"/>
                <a:gd name="T5" fmla="*/ 2147483647 h 2621"/>
                <a:gd name="T6" fmla="*/ 0 w 1468"/>
                <a:gd name="T7" fmla="*/ 2147483647 h 2621"/>
                <a:gd name="T8" fmla="*/ 2147483647 w 1468"/>
                <a:gd name="T9" fmla="*/ 0 h 2621"/>
                <a:gd name="T10" fmla="*/ 0 60000 65536"/>
                <a:gd name="T11" fmla="*/ 0 60000 65536"/>
                <a:gd name="T12" fmla="*/ 0 60000 65536"/>
                <a:gd name="T13" fmla="*/ 0 60000 65536"/>
                <a:gd name="T14" fmla="*/ 0 60000 65536"/>
                <a:gd name="T15" fmla="*/ 0 w 1468"/>
                <a:gd name="T16" fmla="*/ 0 h 2621"/>
                <a:gd name="T17" fmla="*/ 1468 w 1468"/>
                <a:gd name="T18" fmla="*/ 2621 h 2621"/>
              </a:gdLst>
              <a:ahLst/>
              <a:cxnLst>
                <a:cxn ang="T10">
                  <a:pos x="T0" y="T1"/>
                </a:cxn>
                <a:cxn ang="T11">
                  <a:pos x="T2" y="T3"/>
                </a:cxn>
                <a:cxn ang="T12">
                  <a:pos x="T4" y="T5"/>
                </a:cxn>
                <a:cxn ang="T13">
                  <a:pos x="T6" y="T7"/>
                </a:cxn>
                <a:cxn ang="T14">
                  <a:pos x="T8" y="T9"/>
                </a:cxn>
              </a:cxnLst>
              <a:rect l="T15" t="T16" r="T17" b="T18"/>
              <a:pathLst>
                <a:path w="1468" h="2621">
                  <a:moveTo>
                    <a:pt x="1468" y="0"/>
                  </a:moveTo>
                  <a:lnTo>
                    <a:pt x="1465" y="2621"/>
                  </a:lnTo>
                  <a:lnTo>
                    <a:pt x="3" y="2562"/>
                  </a:lnTo>
                  <a:lnTo>
                    <a:pt x="0" y="164"/>
                  </a:lnTo>
                  <a:lnTo>
                    <a:pt x="1468" y="0"/>
                  </a:lnTo>
                  <a:close/>
                </a:path>
              </a:pathLst>
            </a:custGeom>
            <a:solidFill>
              <a:srgbClr val="A0A0A0"/>
            </a:solidFill>
            <a:ln w="6350">
              <a:solidFill>
                <a:srgbClr val="000000"/>
              </a:solidFill>
              <a:prstDash val="solid"/>
              <a:round/>
              <a:headEnd/>
              <a:tailEnd/>
            </a:ln>
          </p:spPr>
          <p:txBody>
            <a:bodyPr/>
            <a:lstStyle/>
            <a:p>
              <a:endParaRPr lang="nl-BE"/>
            </a:p>
          </p:txBody>
        </p:sp>
        <p:sp>
          <p:nvSpPr>
            <p:cNvPr id="12622" name="Freeform 323"/>
            <p:cNvSpPr>
              <a:spLocks/>
            </p:cNvSpPr>
            <p:nvPr/>
          </p:nvSpPr>
          <p:spPr bwMode="auto">
            <a:xfrm rot="-155667">
              <a:off x="2182813" y="3275013"/>
              <a:ext cx="385762" cy="928687"/>
            </a:xfrm>
            <a:custGeom>
              <a:avLst/>
              <a:gdLst>
                <a:gd name="T0" fmla="*/ 2147483647 w 589"/>
                <a:gd name="T1" fmla="*/ 0 h 2124"/>
                <a:gd name="T2" fmla="*/ 2147483647 w 589"/>
                <a:gd name="T3" fmla="*/ 2147483647 h 2124"/>
                <a:gd name="T4" fmla="*/ 0 w 589"/>
                <a:gd name="T5" fmla="*/ 2147483647 h 2124"/>
                <a:gd name="T6" fmla="*/ 0 w 589"/>
                <a:gd name="T7" fmla="*/ 2147483647 h 2124"/>
                <a:gd name="T8" fmla="*/ 2147483647 w 589"/>
                <a:gd name="T9" fmla="*/ 0 h 2124"/>
                <a:gd name="T10" fmla="*/ 0 60000 65536"/>
                <a:gd name="T11" fmla="*/ 0 60000 65536"/>
                <a:gd name="T12" fmla="*/ 0 60000 65536"/>
                <a:gd name="T13" fmla="*/ 0 60000 65536"/>
                <a:gd name="T14" fmla="*/ 0 60000 65536"/>
                <a:gd name="T15" fmla="*/ 0 w 589"/>
                <a:gd name="T16" fmla="*/ 0 h 2124"/>
                <a:gd name="T17" fmla="*/ 589 w 589"/>
                <a:gd name="T18" fmla="*/ 2124 h 2124"/>
              </a:gdLst>
              <a:ahLst/>
              <a:cxnLst>
                <a:cxn ang="T10">
                  <a:pos x="T0" y="T1"/>
                </a:cxn>
                <a:cxn ang="T11">
                  <a:pos x="T2" y="T3"/>
                </a:cxn>
                <a:cxn ang="T12">
                  <a:pos x="T4" y="T5"/>
                </a:cxn>
                <a:cxn ang="T13">
                  <a:pos x="T6" y="T7"/>
                </a:cxn>
                <a:cxn ang="T14">
                  <a:pos x="T8" y="T9"/>
                </a:cxn>
              </a:cxnLst>
              <a:rect l="T15" t="T16" r="T17" b="T18"/>
              <a:pathLst>
                <a:path w="589" h="2124">
                  <a:moveTo>
                    <a:pt x="589" y="0"/>
                  </a:moveTo>
                  <a:lnTo>
                    <a:pt x="589" y="2124"/>
                  </a:lnTo>
                  <a:lnTo>
                    <a:pt x="0" y="2124"/>
                  </a:lnTo>
                  <a:lnTo>
                    <a:pt x="0" y="65"/>
                  </a:lnTo>
                  <a:lnTo>
                    <a:pt x="589" y="0"/>
                  </a:lnTo>
                  <a:close/>
                </a:path>
              </a:pathLst>
            </a:custGeom>
            <a:solidFill>
              <a:srgbClr val="C0C0C0"/>
            </a:solidFill>
            <a:ln w="6350">
              <a:solidFill>
                <a:srgbClr val="000000"/>
              </a:solidFill>
              <a:prstDash val="solid"/>
              <a:round/>
              <a:headEnd/>
              <a:tailEnd/>
            </a:ln>
          </p:spPr>
          <p:txBody>
            <a:bodyPr/>
            <a:lstStyle/>
            <a:p>
              <a:endParaRPr lang="nl-BE"/>
            </a:p>
          </p:txBody>
        </p:sp>
        <p:sp>
          <p:nvSpPr>
            <p:cNvPr id="12623" name="Line 324"/>
            <p:cNvSpPr>
              <a:spLocks noChangeShapeType="1"/>
            </p:cNvSpPr>
            <p:nvPr/>
          </p:nvSpPr>
          <p:spPr bwMode="auto">
            <a:xfrm rot="-155667">
              <a:off x="2371725" y="3294063"/>
              <a:ext cx="1588" cy="914400"/>
            </a:xfrm>
            <a:prstGeom prst="line">
              <a:avLst/>
            </a:prstGeom>
            <a:noFill/>
            <a:ln w="6350">
              <a:solidFill>
                <a:srgbClr val="000000"/>
              </a:solidFill>
              <a:round/>
              <a:headEnd/>
              <a:tailEnd/>
            </a:ln>
          </p:spPr>
          <p:txBody>
            <a:bodyPr/>
            <a:lstStyle/>
            <a:p>
              <a:endParaRPr lang="nl-BE"/>
            </a:p>
          </p:txBody>
        </p:sp>
        <p:sp>
          <p:nvSpPr>
            <p:cNvPr id="12624" name="Freeform 325"/>
            <p:cNvSpPr>
              <a:spLocks/>
            </p:cNvSpPr>
            <p:nvPr/>
          </p:nvSpPr>
          <p:spPr bwMode="auto">
            <a:xfrm rot="-155667">
              <a:off x="2617788" y="3221038"/>
              <a:ext cx="409575" cy="962025"/>
            </a:xfrm>
            <a:custGeom>
              <a:avLst/>
              <a:gdLst>
                <a:gd name="T0" fmla="*/ 2147483647 w 624"/>
                <a:gd name="T1" fmla="*/ 0 h 2200"/>
                <a:gd name="T2" fmla="*/ 2147483647 w 624"/>
                <a:gd name="T3" fmla="*/ 2147483647 h 2200"/>
                <a:gd name="T4" fmla="*/ 0 w 624"/>
                <a:gd name="T5" fmla="*/ 2147483647 h 2200"/>
                <a:gd name="T6" fmla="*/ 0 w 624"/>
                <a:gd name="T7" fmla="*/ 2147483647 h 2200"/>
                <a:gd name="T8" fmla="*/ 2147483647 w 624"/>
                <a:gd name="T9" fmla="*/ 0 h 2200"/>
                <a:gd name="T10" fmla="*/ 0 60000 65536"/>
                <a:gd name="T11" fmla="*/ 0 60000 65536"/>
                <a:gd name="T12" fmla="*/ 0 60000 65536"/>
                <a:gd name="T13" fmla="*/ 0 60000 65536"/>
                <a:gd name="T14" fmla="*/ 0 60000 65536"/>
                <a:gd name="T15" fmla="*/ 0 w 624"/>
                <a:gd name="T16" fmla="*/ 0 h 2200"/>
                <a:gd name="T17" fmla="*/ 624 w 624"/>
                <a:gd name="T18" fmla="*/ 2200 h 2200"/>
              </a:gdLst>
              <a:ahLst/>
              <a:cxnLst>
                <a:cxn ang="T10">
                  <a:pos x="T0" y="T1"/>
                </a:cxn>
                <a:cxn ang="T11">
                  <a:pos x="T2" y="T3"/>
                </a:cxn>
                <a:cxn ang="T12">
                  <a:pos x="T4" y="T5"/>
                </a:cxn>
                <a:cxn ang="T13">
                  <a:pos x="T6" y="T7"/>
                </a:cxn>
                <a:cxn ang="T14">
                  <a:pos x="T8" y="T9"/>
                </a:cxn>
              </a:cxnLst>
              <a:rect l="T15" t="T16" r="T17" b="T18"/>
              <a:pathLst>
                <a:path w="624" h="2200">
                  <a:moveTo>
                    <a:pt x="624" y="0"/>
                  </a:moveTo>
                  <a:lnTo>
                    <a:pt x="622" y="2194"/>
                  </a:lnTo>
                  <a:lnTo>
                    <a:pt x="0" y="2200"/>
                  </a:lnTo>
                  <a:lnTo>
                    <a:pt x="0" y="69"/>
                  </a:lnTo>
                  <a:lnTo>
                    <a:pt x="624" y="0"/>
                  </a:lnTo>
                  <a:close/>
                </a:path>
              </a:pathLst>
            </a:custGeom>
            <a:solidFill>
              <a:srgbClr val="C0C0C0"/>
            </a:solidFill>
            <a:ln w="6350">
              <a:solidFill>
                <a:srgbClr val="000000"/>
              </a:solidFill>
              <a:prstDash val="solid"/>
              <a:round/>
              <a:headEnd/>
              <a:tailEnd/>
            </a:ln>
          </p:spPr>
          <p:txBody>
            <a:bodyPr/>
            <a:lstStyle/>
            <a:p>
              <a:endParaRPr lang="nl-BE"/>
            </a:p>
          </p:txBody>
        </p:sp>
        <p:sp>
          <p:nvSpPr>
            <p:cNvPr id="12625" name="Line 326"/>
            <p:cNvSpPr>
              <a:spLocks noChangeShapeType="1"/>
            </p:cNvSpPr>
            <p:nvPr/>
          </p:nvSpPr>
          <p:spPr bwMode="auto">
            <a:xfrm rot="-155667">
              <a:off x="2830513" y="3240088"/>
              <a:ext cx="1587" cy="946150"/>
            </a:xfrm>
            <a:prstGeom prst="line">
              <a:avLst/>
            </a:prstGeom>
            <a:noFill/>
            <a:ln w="6350">
              <a:solidFill>
                <a:srgbClr val="000000"/>
              </a:solidFill>
              <a:round/>
              <a:headEnd/>
              <a:tailEnd/>
            </a:ln>
          </p:spPr>
          <p:txBody>
            <a:bodyPr/>
            <a:lstStyle/>
            <a:p>
              <a:endParaRPr lang="nl-BE"/>
            </a:p>
          </p:txBody>
        </p:sp>
        <p:sp>
          <p:nvSpPr>
            <p:cNvPr id="12626" name="Freeform 327"/>
            <p:cNvSpPr>
              <a:spLocks/>
            </p:cNvSpPr>
            <p:nvPr/>
          </p:nvSpPr>
          <p:spPr bwMode="auto">
            <a:xfrm rot="-155667">
              <a:off x="2517775" y="3495675"/>
              <a:ext cx="131763" cy="33338"/>
            </a:xfrm>
            <a:custGeom>
              <a:avLst/>
              <a:gdLst>
                <a:gd name="T0" fmla="*/ 0 w 199"/>
                <a:gd name="T1" fmla="*/ 2147483647 h 76"/>
                <a:gd name="T2" fmla="*/ 2147483647 w 199"/>
                <a:gd name="T3" fmla="*/ 0 h 76"/>
                <a:gd name="T4" fmla="*/ 2147483647 w 199"/>
                <a:gd name="T5" fmla="*/ 2147483647 h 76"/>
                <a:gd name="T6" fmla="*/ 2147483647 w 199"/>
                <a:gd name="T7" fmla="*/ 2147483647 h 76"/>
                <a:gd name="T8" fmla="*/ 0 w 199"/>
                <a:gd name="T9" fmla="*/ 2147483647 h 76"/>
                <a:gd name="T10" fmla="*/ 0 60000 65536"/>
                <a:gd name="T11" fmla="*/ 0 60000 65536"/>
                <a:gd name="T12" fmla="*/ 0 60000 65536"/>
                <a:gd name="T13" fmla="*/ 0 60000 65536"/>
                <a:gd name="T14" fmla="*/ 0 60000 65536"/>
                <a:gd name="T15" fmla="*/ 0 w 199"/>
                <a:gd name="T16" fmla="*/ 0 h 76"/>
                <a:gd name="T17" fmla="*/ 199 w 199"/>
                <a:gd name="T18" fmla="*/ 76 h 76"/>
              </a:gdLst>
              <a:ahLst/>
              <a:cxnLst>
                <a:cxn ang="T10">
                  <a:pos x="T0" y="T1"/>
                </a:cxn>
                <a:cxn ang="T11">
                  <a:pos x="T2" y="T3"/>
                </a:cxn>
                <a:cxn ang="T12">
                  <a:pos x="T4" y="T5"/>
                </a:cxn>
                <a:cxn ang="T13">
                  <a:pos x="T6" y="T7"/>
                </a:cxn>
                <a:cxn ang="T14">
                  <a:pos x="T8" y="T9"/>
                </a:cxn>
              </a:cxnLst>
              <a:rect l="T15" t="T16" r="T17" b="T18"/>
              <a:pathLst>
                <a:path w="199" h="76">
                  <a:moveTo>
                    <a:pt x="0" y="13"/>
                  </a:moveTo>
                  <a:lnTo>
                    <a:pt x="199" y="0"/>
                  </a:lnTo>
                  <a:lnTo>
                    <a:pt x="199" y="64"/>
                  </a:lnTo>
                  <a:lnTo>
                    <a:pt x="1" y="76"/>
                  </a:lnTo>
                  <a:lnTo>
                    <a:pt x="0" y="13"/>
                  </a:lnTo>
                  <a:close/>
                </a:path>
              </a:pathLst>
            </a:custGeom>
            <a:solidFill>
              <a:srgbClr val="E0E0E0"/>
            </a:solidFill>
            <a:ln w="6350">
              <a:solidFill>
                <a:srgbClr val="000000"/>
              </a:solidFill>
              <a:prstDash val="solid"/>
              <a:round/>
              <a:headEnd/>
              <a:tailEnd/>
            </a:ln>
          </p:spPr>
          <p:txBody>
            <a:bodyPr/>
            <a:lstStyle/>
            <a:p>
              <a:endParaRPr lang="nl-BE"/>
            </a:p>
          </p:txBody>
        </p:sp>
        <p:sp>
          <p:nvSpPr>
            <p:cNvPr id="12627" name="Freeform 328"/>
            <p:cNvSpPr>
              <a:spLocks/>
            </p:cNvSpPr>
            <p:nvPr/>
          </p:nvSpPr>
          <p:spPr bwMode="auto">
            <a:xfrm rot="-155667">
              <a:off x="2538413" y="3940175"/>
              <a:ext cx="131762" cy="33338"/>
            </a:xfrm>
            <a:custGeom>
              <a:avLst/>
              <a:gdLst>
                <a:gd name="T0" fmla="*/ 0 w 199"/>
                <a:gd name="T1" fmla="*/ 2147483647 h 76"/>
                <a:gd name="T2" fmla="*/ 2147483647 w 199"/>
                <a:gd name="T3" fmla="*/ 0 h 76"/>
                <a:gd name="T4" fmla="*/ 2147483647 w 199"/>
                <a:gd name="T5" fmla="*/ 2147483647 h 76"/>
                <a:gd name="T6" fmla="*/ 2147483647 w 199"/>
                <a:gd name="T7" fmla="*/ 2147483647 h 76"/>
                <a:gd name="T8" fmla="*/ 0 w 199"/>
                <a:gd name="T9" fmla="*/ 2147483647 h 76"/>
                <a:gd name="T10" fmla="*/ 0 60000 65536"/>
                <a:gd name="T11" fmla="*/ 0 60000 65536"/>
                <a:gd name="T12" fmla="*/ 0 60000 65536"/>
                <a:gd name="T13" fmla="*/ 0 60000 65536"/>
                <a:gd name="T14" fmla="*/ 0 60000 65536"/>
                <a:gd name="T15" fmla="*/ 0 w 199"/>
                <a:gd name="T16" fmla="*/ 0 h 76"/>
                <a:gd name="T17" fmla="*/ 199 w 199"/>
                <a:gd name="T18" fmla="*/ 76 h 76"/>
              </a:gdLst>
              <a:ahLst/>
              <a:cxnLst>
                <a:cxn ang="T10">
                  <a:pos x="T0" y="T1"/>
                </a:cxn>
                <a:cxn ang="T11">
                  <a:pos x="T2" y="T3"/>
                </a:cxn>
                <a:cxn ang="T12">
                  <a:pos x="T4" y="T5"/>
                </a:cxn>
                <a:cxn ang="T13">
                  <a:pos x="T6" y="T7"/>
                </a:cxn>
                <a:cxn ang="T14">
                  <a:pos x="T8" y="T9"/>
                </a:cxn>
              </a:cxnLst>
              <a:rect l="T15" t="T16" r="T17" b="T18"/>
              <a:pathLst>
                <a:path w="199" h="76">
                  <a:moveTo>
                    <a:pt x="0" y="12"/>
                  </a:moveTo>
                  <a:lnTo>
                    <a:pt x="199" y="0"/>
                  </a:lnTo>
                  <a:lnTo>
                    <a:pt x="199" y="63"/>
                  </a:lnTo>
                  <a:lnTo>
                    <a:pt x="1" y="76"/>
                  </a:lnTo>
                  <a:lnTo>
                    <a:pt x="0" y="12"/>
                  </a:lnTo>
                  <a:close/>
                </a:path>
              </a:pathLst>
            </a:custGeom>
            <a:solidFill>
              <a:srgbClr val="E0E0E0"/>
            </a:solidFill>
            <a:ln w="6350">
              <a:solidFill>
                <a:srgbClr val="000000"/>
              </a:solidFill>
              <a:prstDash val="solid"/>
              <a:round/>
              <a:headEnd/>
              <a:tailEnd/>
            </a:ln>
          </p:spPr>
          <p:txBody>
            <a:bodyPr/>
            <a:lstStyle/>
            <a:p>
              <a:endParaRPr lang="nl-BE"/>
            </a:p>
          </p:txBody>
        </p:sp>
        <p:sp>
          <p:nvSpPr>
            <p:cNvPr id="12628" name="Oval 329"/>
            <p:cNvSpPr>
              <a:spLocks noChangeArrowheads="1"/>
            </p:cNvSpPr>
            <p:nvPr/>
          </p:nvSpPr>
          <p:spPr bwMode="auto">
            <a:xfrm rot="-155667">
              <a:off x="2162175" y="4227513"/>
              <a:ext cx="58738" cy="58737"/>
            </a:xfrm>
            <a:prstGeom prst="ellipse">
              <a:avLst/>
            </a:prstGeom>
            <a:solidFill>
              <a:srgbClr val="FF0000"/>
            </a:solidFill>
            <a:ln w="6350">
              <a:solidFill>
                <a:srgbClr val="000000"/>
              </a:solidFill>
              <a:round/>
              <a:headEnd/>
              <a:tailEnd/>
            </a:ln>
          </p:spPr>
          <p:txBody>
            <a:bodyPr/>
            <a:lstStyle/>
            <a:p>
              <a:pPr algn="ctr" eaLnBrk="0" hangingPunct="0"/>
              <a:endParaRPr lang="nl-BE"/>
            </a:p>
          </p:txBody>
        </p:sp>
        <p:sp>
          <p:nvSpPr>
            <p:cNvPr id="12629" name="Oval 330"/>
            <p:cNvSpPr>
              <a:spLocks noChangeArrowheads="1"/>
            </p:cNvSpPr>
            <p:nvPr/>
          </p:nvSpPr>
          <p:spPr bwMode="auto">
            <a:xfrm rot="-155667">
              <a:off x="2235200" y="4224338"/>
              <a:ext cx="58738" cy="58737"/>
            </a:xfrm>
            <a:prstGeom prst="ellipse">
              <a:avLst/>
            </a:prstGeom>
            <a:solidFill>
              <a:srgbClr val="FF0000"/>
            </a:solidFill>
            <a:ln w="6350">
              <a:solidFill>
                <a:srgbClr val="000000"/>
              </a:solidFill>
              <a:round/>
              <a:headEnd/>
              <a:tailEnd/>
            </a:ln>
          </p:spPr>
          <p:txBody>
            <a:bodyPr/>
            <a:lstStyle/>
            <a:p>
              <a:pPr algn="ctr" eaLnBrk="0" hangingPunct="0"/>
              <a:endParaRPr lang="nl-BE"/>
            </a:p>
          </p:txBody>
        </p:sp>
        <p:sp>
          <p:nvSpPr>
            <p:cNvPr id="12630" name="Oval 331"/>
            <p:cNvSpPr>
              <a:spLocks noChangeArrowheads="1"/>
            </p:cNvSpPr>
            <p:nvPr/>
          </p:nvSpPr>
          <p:spPr bwMode="auto">
            <a:xfrm rot="-155667">
              <a:off x="2297113" y="4222750"/>
              <a:ext cx="57150" cy="58738"/>
            </a:xfrm>
            <a:prstGeom prst="ellipse">
              <a:avLst/>
            </a:prstGeom>
            <a:solidFill>
              <a:srgbClr val="E0E000"/>
            </a:solidFill>
            <a:ln w="6350">
              <a:solidFill>
                <a:srgbClr val="000000"/>
              </a:solidFill>
              <a:round/>
              <a:headEnd/>
              <a:tailEnd/>
            </a:ln>
          </p:spPr>
          <p:txBody>
            <a:bodyPr/>
            <a:lstStyle/>
            <a:p>
              <a:pPr algn="ctr" eaLnBrk="0" hangingPunct="0"/>
              <a:endParaRPr lang="nl-BE"/>
            </a:p>
          </p:txBody>
        </p:sp>
        <p:sp>
          <p:nvSpPr>
            <p:cNvPr id="12631" name="Oval 332"/>
            <p:cNvSpPr>
              <a:spLocks noChangeArrowheads="1"/>
            </p:cNvSpPr>
            <p:nvPr/>
          </p:nvSpPr>
          <p:spPr bwMode="auto">
            <a:xfrm rot="-155667">
              <a:off x="3008313" y="4208463"/>
              <a:ext cx="58737" cy="58737"/>
            </a:xfrm>
            <a:prstGeom prst="ellipse">
              <a:avLst/>
            </a:prstGeom>
            <a:solidFill>
              <a:srgbClr val="FF0000"/>
            </a:solidFill>
            <a:ln w="6350">
              <a:solidFill>
                <a:srgbClr val="000000"/>
              </a:solidFill>
              <a:round/>
              <a:headEnd/>
              <a:tailEnd/>
            </a:ln>
          </p:spPr>
          <p:txBody>
            <a:bodyPr/>
            <a:lstStyle/>
            <a:p>
              <a:pPr algn="ctr" eaLnBrk="0" hangingPunct="0"/>
              <a:endParaRPr lang="nl-BE"/>
            </a:p>
          </p:txBody>
        </p:sp>
        <p:sp>
          <p:nvSpPr>
            <p:cNvPr id="12632" name="Oval 333"/>
            <p:cNvSpPr>
              <a:spLocks noChangeArrowheads="1"/>
            </p:cNvSpPr>
            <p:nvPr/>
          </p:nvSpPr>
          <p:spPr bwMode="auto">
            <a:xfrm rot="-155667">
              <a:off x="2936875" y="4211638"/>
              <a:ext cx="58738" cy="58737"/>
            </a:xfrm>
            <a:prstGeom prst="ellipse">
              <a:avLst/>
            </a:prstGeom>
            <a:solidFill>
              <a:srgbClr val="FF0000"/>
            </a:solidFill>
            <a:ln w="6350">
              <a:solidFill>
                <a:srgbClr val="000000"/>
              </a:solidFill>
              <a:round/>
              <a:headEnd/>
              <a:tailEnd/>
            </a:ln>
          </p:spPr>
          <p:txBody>
            <a:bodyPr/>
            <a:lstStyle/>
            <a:p>
              <a:pPr algn="ctr" eaLnBrk="0" hangingPunct="0"/>
              <a:endParaRPr lang="nl-BE"/>
            </a:p>
          </p:txBody>
        </p:sp>
        <p:sp>
          <p:nvSpPr>
            <p:cNvPr id="12633" name="Oval 334"/>
            <p:cNvSpPr>
              <a:spLocks noChangeArrowheads="1"/>
            </p:cNvSpPr>
            <p:nvPr/>
          </p:nvSpPr>
          <p:spPr bwMode="auto">
            <a:xfrm rot="-155667">
              <a:off x="2873375" y="4213225"/>
              <a:ext cx="58738" cy="58738"/>
            </a:xfrm>
            <a:prstGeom prst="ellipse">
              <a:avLst/>
            </a:prstGeom>
            <a:solidFill>
              <a:srgbClr val="E0E000"/>
            </a:solidFill>
            <a:ln w="6350">
              <a:solidFill>
                <a:srgbClr val="000000"/>
              </a:solidFill>
              <a:round/>
              <a:headEnd/>
              <a:tailEnd/>
            </a:ln>
          </p:spPr>
          <p:txBody>
            <a:bodyPr/>
            <a:lstStyle/>
            <a:p>
              <a:pPr algn="ctr" eaLnBrk="0" hangingPunct="0"/>
              <a:endParaRPr lang="nl-BE"/>
            </a:p>
          </p:txBody>
        </p:sp>
        <p:sp>
          <p:nvSpPr>
            <p:cNvPr id="12634" name="Freeform 335"/>
            <p:cNvSpPr>
              <a:spLocks/>
            </p:cNvSpPr>
            <p:nvPr/>
          </p:nvSpPr>
          <p:spPr bwMode="auto">
            <a:xfrm rot="-155667">
              <a:off x="4349750" y="3567113"/>
              <a:ext cx="68263" cy="646112"/>
            </a:xfrm>
            <a:custGeom>
              <a:avLst/>
              <a:gdLst>
                <a:gd name="T0" fmla="*/ 0 w 104"/>
                <a:gd name="T1" fmla="*/ 2147483647 h 1478"/>
                <a:gd name="T2" fmla="*/ 2147483647 w 104"/>
                <a:gd name="T3" fmla="*/ 2147483647 h 1478"/>
                <a:gd name="T4" fmla="*/ 2147483647 w 104"/>
                <a:gd name="T5" fmla="*/ 2147483647 h 1478"/>
                <a:gd name="T6" fmla="*/ 2147483647 w 104"/>
                <a:gd name="T7" fmla="*/ 2147483647 h 1478"/>
                <a:gd name="T8" fmla="*/ 2147483647 w 104"/>
                <a:gd name="T9" fmla="*/ 2147483647 h 1478"/>
                <a:gd name="T10" fmla="*/ 2147483647 w 104"/>
                <a:gd name="T11" fmla="*/ 2147483647 h 1478"/>
                <a:gd name="T12" fmla="*/ 2147483647 w 104"/>
                <a:gd name="T13" fmla="*/ 2147483647 h 1478"/>
                <a:gd name="T14" fmla="*/ 2147483647 w 104"/>
                <a:gd name="T15" fmla="*/ 0 h 1478"/>
                <a:gd name="T16" fmla="*/ 2147483647 w 104"/>
                <a:gd name="T17" fmla="*/ 0 h 1478"/>
                <a:gd name="T18" fmla="*/ 2147483647 w 104"/>
                <a:gd name="T19" fmla="*/ 2147483647 h 1478"/>
                <a:gd name="T20" fmla="*/ 2147483647 w 104"/>
                <a:gd name="T21" fmla="*/ 2147483647 h 1478"/>
                <a:gd name="T22" fmla="*/ 2147483647 w 104"/>
                <a:gd name="T23" fmla="*/ 2147483647 h 1478"/>
                <a:gd name="T24" fmla="*/ 2147483647 w 104"/>
                <a:gd name="T25" fmla="*/ 2147483647 h 1478"/>
                <a:gd name="T26" fmla="*/ 2147483647 w 104"/>
                <a:gd name="T27" fmla="*/ 2147483647 h 1478"/>
                <a:gd name="T28" fmla="*/ 2147483647 w 104"/>
                <a:gd name="T29" fmla="*/ 2147483647 h 1478"/>
                <a:gd name="T30" fmla="*/ 2147483647 w 104"/>
                <a:gd name="T31" fmla="*/ 2147483647 h 1478"/>
                <a:gd name="T32" fmla="*/ 2147483647 w 104"/>
                <a:gd name="T33" fmla="*/ 2147483647 h 1478"/>
                <a:gd name="T34" fmla="*/ 2147483647 w 104"/>
                <a:gd name="T35" fmla="*/ 2147483647 h 1478"/>
                <a:gd name="T36" fmla="*/ 2147483647 w 104"/>
                <a:gd name="T37" fmla="*/ 2147483647 h 1478"/>
                <a:gd name="T38" fmla="*/ 2147483647 w 104"/>
                <a:gd name="T39" fmla="*/ 2147483647 h 1478"/>
                <a:gd name="T40" fmla="*/ 0 w 104"/>
                <a:gd name="T41" fmla="*/ 2147483647 h 1478"/>
                <a:gd name="T42" fmla="*/ 0 w 104"/>
                <a:gd name="T43" fmla="*/ 2147483647 h 147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4"/>
                <a:gd name="T67" fmla="*/ 0 h 1478"/>
                <a:gd name="T68" fmla="*/ 104 w 104"/>
                <a:gd name="T69" fmla="*/ 1478 h 147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4" h="1478">
                  <a:moveTo>
                    <a:pt x="0" y="1421"/>
                  </a:moveTo>
                  <a:lnTo>
                    <a:pt x="40" y="1421"/>
                  </a:lnTo>
                  <a:lnTo>
                    <a:pt x="45" y="1419"/>
                  </a:lnTo>
                  <a:lnTo>
                    <a:pt x="49" y="1418"/>
                  </a:lnTo>
                  <a:lnTo>
                    <a:pt x="54" y="1415"/>
                  </a:lnTo>
                  <a:lnTo>
                    <a:pt x="56" y="1410"/>
                  </a:lnTo>
                  <a:lnTo>
                    <a:pt x="59" y="1403"/>
                  </a:lnTo>
                  <a:lnTo>
                    <a:pt x="59" y="0"/>
                  </a:lnTo>
                  <a:lnTo>
                    <a:pt x="104" y="0"/>
                  </a:lnTo>
                  <a:lnTo>
                    <a:pt x="104" y="1410"/>
                  </a:lnTo>
                  <a:lnTo>
                    <a:pt x="103" y="1421"/>
                  </a:lnTo>
                  <a:lnTo>
                    <a:pt x="103" y="1430"/>
                  </a:lnTo>
                  <a:lnTo>
                    <a:pt x="101" y="1440"/>
                  </a:lnTo>
                  <a:lnTo>
                    <a:pt x="97" y="1449"/>
                  </a:lnTo>
                  <a:lnTo>
                    <a:pt x="91" y="1458"/>
                  </a:lnTo>
                  <a:lnTo>
                    <a:pt x="85" y="1464"/>
                  </a:lnTo>
                  <a:lnTo>
                    <a:pt x="79" y="1470"/>
                  </a:lnTo>
                  <a:lnTo>
                    <a:pt x="73" y="1473"/>
                  </a:lnTo>
                  <a:lnTo>
                    <a:pt x="66" y="1476"/>
                  </a:lnTo>
                  <a:lnTo>
                    <a:pt x="59" y="1478"/>
                  </a:lnTo>
                  <a:lnTo>
                    <a:pt x="0" y="1478"/>
                  </a:lnTo>
                  <a:lnTo>
                    <a:pt x="0" y="1421"/>
                  </a:lnTo>
                  <a:close/>
                </a:path>
              </a:pathLst>
            </a:custGeom>
            <a:solidFill>
              <a:srgbClr val="C0C0C0"/>
            </a:solidFill>
            <a:ln w="6350">
              <a:solidFill>
                <a:srgbClr val="000000"/>
              </a:solidFill>
              <a:prstDash val="solid"/>
              <a:round/>
              <a:headEnd/>
              <a:tailEnd/>
            </a:ln>
          </p:spPr>
          <p:txBody>
            <a:bodyPr/>
            <a:lstStyle/>
            <a:p>
              <a:endParaRPr lang="nl-BE"/>
            </a:p>
          </p:txBody>
        </p:sp>
        <p:sp>
          <p:nvSpPr>
            <p:cNvPr id="12635" name="Oval 336"/>
            <p:cNvSpPr>
              <a:spLocks noChangeArrowheads="1"/>
            </p:cNvSpPr>
            <p:nvPr/>
          </p:nvSpPr>
          <p:spPr bwMode="auto">
            <a:xfrm rot="-155667">
              <a:off x="4371975" y="3563938"/>
              <a:ext cx="28575" cy="4762"/>
            </a:xfrm>
            <a:prstGeom prst="ellipse">
              <a:avLst/>
            </a:prstGeom>
            <a:solidFill>
              <a:srgbClr val="404040"/>
            </a:solidFill>
            <a:ln w="6350">
              <a:solidFill>
                <a:srgbClr val="000000"/>
              </a:solidFill>
              <a:round/>
              <a:headEnd/>
              <a:tailEnd/>
            </a:ln>
          </p:spPr>
          <p:txBody>
            <a:bodyPr/>
            <a:lstStyle/>
            <a:p>
              <a:pPr algn="ctr" eaLnBrk="0" hangingPunct="0"/>
              <a:endParaRPr lang="nl-BE"/>
            </a:p>
          </p:txBody>
        </p:sp>
        <p:sp>
          <p:nvSpPr>
            <p:cNvPr id="12636" name="Freeform 337"/>
            <p:cNvSpPr>
              <a:spLocks/>
            </p:cNvSpPr>
            <p:nvPr/>
          </p:nvSpPr>
          <p:spPr bwMode="auto">
            <a:xfrm rot="-155667">
              <a:off x="4370388" y="3544888"/>
              <a:ext cx="25400" cy="22225"/>
            </a:xfrm>
            <a:custGeom>
              <a:avLst/>
              <a:gdLst>
                <a:gd name="T0" fmla="*/ 0 w 39"/>
                <a:gd name="T1" fmla="*/ 2147483647 h 50"/>
                <a:gd name="T2" fmla="*/ 2147483647 w 39"/>
                <a:gd name="T3" fmla="*/ 2147483647 h 50"/>
                <a:gd name="T4" fmla="*/ 2147483647 w 39"/>
                <a:gd name="T5" fmla="*/ 2147483647 h 50"/>
                <a:gd name="T6" fmla="*/ 2147483647 w 39"/>
                <a:gd name="T7" fmla="*/ 2147483647 h 50"/>
                <a:gd name="T8" fmla="*/ 2147483647 w 39"/>
                <a:gd name="T9" fmla="*/ 2147483647 h 50"/>
                <a:gd name="T10" fmla="*/ 2147483647 w 39"/>
                <a:gd name="T11" fmla="*/ 2147483647 h 50"/>
                <a:gd name="T12" fmla="*/ 2147483647 w 39"/>
                <a:gd name="T13" fmla="*/ 0 h 50"/>
                <a:gd name="T14" fmla="*/ 2147483647 w 39"/>
                <a:gd name="T15" fmla="*/ 0 h 50"/>
                <a:gd name="T16" fmla="*/ 2147483647 w 39"/>
                <a:gd name="T17" fmla="*/ 2147483647 h 50"/>
                <a:gd name="T18" fmla="*/ 2147483647 w 39"/>
                <a:gd name="T19" fmla="*/ 2147483647 h 50"/>
                <a:gd name="T20" fmla="*/ 2147483647 w 39"/>
                <a:gd name="T21" fmla="*/ 2147483647 h 50"/>
                <a:gd name="T22" fmla="*/ 2147483647 w 39"/>
                <a:gd name="T23" fmla="*/ 2147483647 h 50"/>
                <a:gd name="T24" fmla="*/ 2147483647 w 39"/>
                <a:gd name="T25" fmla="*/ 2147483647 h 50"/>
                <a:gd name="T26" fmla="*/ 2147483647 w 39"/>
                <a:gd name="T27" fmla="*/ 2147483647 h 50"/>
                <a:gd name="T28" fmla="*/ 2147483647 w 39"/>
                <a:gd name="T29" fmla="*/ 2147483647 h 50"/>
                <a:gd name="T30" fmla="*/ 0 w 39"/>
                <a:gd name="T31" fmla="*/ 2147483647 h 5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9"/>
                <a:gd name="T49" fmla="*/ 0 h 50"/>
                <a:gd name="T50" fmla="*/ 39 w 39"/>
                <a:gd name="T51" fmla="*/ 50 h 5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9" h="50">
                  <a:moveTo>
                    <a:pt x="0" y="50"/>
                  </a:moveTo>
                  <a:lnTo>
                    <a:pt x="7" y="35"/>
                  </a:lnTo>
                  <a:lnTo>
                    <a:pt x="14" y="21"/>
                  </a:lnTo>
                  <a:lnTo>
                    <a:pt x="19" y="14"/>
                  </a:lnTo>
                  <a:lnTo>
                    <a:pt x="24" y="9"/>
                  </a:lnTo>
                  <a:lnTo>
                    <a:pt x="29" y="5"/>
                  </a:lnTo>
                  <a:lnTo>
                    <a:pt x="34" y="0"/>
                  </a:lnTo>
                  <a:lnTo>
                    <a:pt x="38" y="0"/>
                  </a:lnTo>
                  <a:lnTo>
                    <a:pt x="39" y="6"/>
                  </a:lnTo>
                  <a:lnTo>
                    <a:pt x="35" y="17"/>
                  </a:lnTo>
                  <a:lnTo>
                    <a:pt x="31" y="23"/>
                  </a:lnTo>
                  <a:lnTo>
                    <a:pt x="25" y="32"/>
                  </a:lnTo>
                  <a:lnTo>
                    <a:pt x="19" y="38"/>
                  </a:lnTo>
                  <a:lnTo>
                    <a:pt x="11" y="47"/>
                  </a:lnTo>
                  <a:lnTo>
                    <a:pt x="5" y="50"/>
                  </a:lnTo>
                  <a:lnTo>
                    <a:pt x="0" y="50"/>
                  </a:lnTo>
                  <a:close/>
                </a:path>
              </a:pathLst>
            </a:custGeom>
            <a:solidFill>
              <a:srgbClr val="FFFFFF"/>
            </a:solidFill>
            <a:ln w="6350">
              <a:solidFill>
                <a:srgbClr val="000000"/>
              </a:solidFill>
              <a:prstDash val="solid"/>
              <a:round/>
              <a:headEnd/>
              <a:tailEnd/>
            </a:ln>
          </p:spPr>
          <p:txBody>
            <a:bodyPr/>
            <a:lstStyle/>
            <a:p>
              <a:endParaRPr lang="nl-BE"/>
            </a:p>
          </p:txBody>
        </p:sp>
        <p:sp>
          <p:nvSpPr>
            <p:cNvPr id="12637" name="Freeform 338"/>
            <p:cNvSpPr>
              <a:spLocks/>
            </p:cNvSpPr>
            <p:nvPr/>
          </p:nvSpPr>
          <p:spPr bwMode="auto">
            <a:xfrm rot="-155667">
              <a:off x="4403725" y="3843338"/>
              <a:ext cx="25400" cy="209550"/>
            </a:xfrm>
            <a:custGeom>
              <a:avLst/>
              <a:gdLst>
                <a:gd name="T0" fmla="*/ 0 w 39"/>
                <a:gd name="T1" fmla="*/ 0 h 479"/>
                <a:gd name="T2" fmla="*/ 2147483647 w 39"/>
                <a:gd name="T3" fmla="*/ 2147483647 h 479"/>
                <a:gd name="T4" fmla="*/ 2147483647 w 39"/>
                <a:gd name="T5" fmla="*/ 2147483647 h 479"/>
                <a:gd name="T6" fmla="*/ 0 w 39"/>
                <a:gd name="T7" fmla="*/ 2147483647 h 479"/>
                <a:gd name="T8" fmla="*/ 0 w 39"/>
                <a:gd name="T9" fmla="*/ 0 h 479"/>
                <a:gd name="T10" fmla="*/ 0 60000 65536"/>
                <a:gd name="T11" fmla="*/ 0 60000 65536"/>
                <a:gd name="T12" fmla="*/ 0 60000 65536"/>
                <a:gd name="T13" fmla="*/ 0 60000 65536"/>
                <a:gd name="T14" fmla="*/ 0 60000 65536"/>
                <a:gd name="T15" fmla="*/ 0 w 39"/>
                <a:gd name="T16" fmla="*/ 0 h 479"/>
                <a:gd name="T17" fmla="*/ 39 w 39"/>
                <a:gd name="T18" fmla="*/ 479 h 479"/>
              </a:gdLst>
              <a:ahLst/>
              <a:cxnLst>
                <a:cxn ang="T10">
                  <a:pos x="T0" y="T1"/>
                </a:cxn>
                <a:cxn ang="T11">
                  <a:pos x="T2" y="T3"/>
                </a:cxn>
                <a:cxn ang="T12">
                  <a:pos x="T4" y="T5"/>
                </a:cxn>
                <a:cxn ang="T13">
                  <a:pos x="T6" y="T7"/>
                </a:cxn>
                <a:cxn ang="T14">
                  <a:pos x="T8" y="T9"/>
                </a:cxn>
              </a:cxnLst>
              <a:rect l="T15" t="T16" r="T17" b="T18"/>
              <a:pathLst>
                <a:path w="39" h="479">
                  <a:moveTo>
                    <a:pt x="0" y="0"/>
                  </a:moveTo>
                  <a:lnTo>
                    <a:pt x="39" y="14"/>
                  </a:lnTo>
                  <a:lnTo>
                    <a:pt x="39" y="464"/>
                  </a:lnTo>
                  <a:lnTo>
                    <a:pt x="0" y="479"/>
                  </a:lnTo>
                  <a:lnTo>
                    <a:pt x="0" y="0"/>
                  </a:lnTo>
                  <a:close/>
                </a:path>
              </a:pathLst>
            </a:custGeom>
            <a:solidFill>
              <a:srgbClr val="606060"/>
            </a:solidFill>
            <a:ln w="6350">
              <a:solidFill>
                <a:srgbClr val="000000"/>
              </a:solidFill>
              <a:prstDash val="solid"/>
              <a:round/>
              <a:headEnd/>
              <a:tailEnd/>
            </a:ln>
          </p:spPr>
          <p:txBody>
            <a:bodyPr/>
            <a:lstStyle/>
            <a:p>
              <a:endParaRPr lang="nl-BE"/>
            </a:p>
          </p:txBody>
        </p:sp>
        <p:sp>
          <p:nvSpPr>
            <p:cNvPr id="12638" name="Freeform 339"/>
            <p:cNvSpPr>
              <a:spLocks/>
            </p:cNvSpPr>
            <p:nvPr/>
          </p:nvSpPr>
          <p:spPr bwMode="auto">
            <a:xfrm rot="-155667">
              <a:off x="4378325" y="3844925"/>
              <a:ext cx="26988" cy="209550"/>
            </a:xfrm>
            <a:custGeom>
              <a:avLst/>
              <a:gdLst>
                <a:gd name="T0" fmla="*/ 2147483647 w 42"/>
                <a:gd name="T1" fmla="*/ 2147483647 h 480"/>
                <a:gd name="T2" fmla="*/ 2147483647 w 42"/>
                <a:gd name="T3" fmla="*/ 2147483647 h 480"/>
                <a:gd name="T4" fmla="*/ 0 w 42"/>
                <a:gd name="T5" fmla="*/ 2147483647 h 480"/>
                <a:gd name="T6" fmla="*/ 0 w 42"/>
                <a:gd name="T7" fmla="*/ 0 h 480"/>
                <a:gd name="T8" fmla="*/ 2147483647 w 42"/>
                <a:gd name="T9" fmla="*/ 2147483647 h 480"/>
                <a:gd name="T10" fmla="*/ 0 60000 65536"/>
                <a:gd name="T11" fmla="*/ 0 60000 65536"/>
                <a:gd name="T12" fmla="*/ 0 60000 65536"/>
                <a:gd name="T13" fmla="*/ 0 60000 65536"/>
                <a:gd name="T14" fmla="*/ 0 60000 65536"/>
                <a:gd name="T15" fmla="*/ 0 w 42"/>
                <a:gd name="T16" fmla="*/ 0 h 480"/>
                <a:gd name="T17" fmla="*/ 42 w 42"/>
                <a:gd name="T18" fmla="*/ 480 h 480"/>
              </a:gdLst>
              <a:ahLst/>
              <a:cxnLst>
                <a:cxn ang="T10">
                  <a:pos x="T0" y="T1"/>
                </a:cxn>
                <a:cxn ang="T11">
                  <a:pos x="T2" y="T3"/>
                </a:cxn>
                <a:cxn ang="T12">
                  <a:pos x="T4" y="T5"/>
                </a:cxn>
                <a:cxn ang="T13">
                  <a:pos x="T6" y="T7"/>
                </a:cxn>
                <a:cxn ang="T14">
                  <a:pos x="T8" y="T9"/>
                </a:cxn>
              </a:cxnLst>
              <a:rect l="T15" t="T16" r="T17" b="T18"/>
              <a:pathLst>
                <a:path w="42" h="480">
                  <a:moveTo>
                    <a:pt x="42" y="1"/>
                  </a:moveTo>
                  <a:lnTo>
                    <a:pt x="42" y="480"/>
                  </a:lnTo>
                  <a:lnTo>
                    <a:pt x="0" y="480"/>
                  </a:lnTo>
                  <a:lnTo>
                    <a:pt x="0" y="0"/>
                  </a:lnTo>
                  <a:lnTo>
                    <a:pt x="42" y="1"/>
                  </a:lnTo>
                  <a:close/>
                </a:path>
              </a:pathLst>
            </a:custGeom>
            <a:solidFill>
              <a:srgbClr val="202020"/>
            </a:solidFill>
            <a:ln w="6350">
              <a:solidFill>
                <a:srgbClr val="000000"/>
              </a:solidFill>
              <a:prstDash val="solid"/>
              <a:round/>
              <a:headEnd/>
              <a:tailEnd/>
            </a:ln>
          </p:spPr>
          <p:txBody>
            <a:bodyPr/>
            <a:lstStyle/>
            <a:p>
              <a:endParaRPr lang="nl-BE"/>
            </a:p>
          </p:txBody>
        </p:sp>
        <p:sp>
          <p:nvSpPr>
            <p:cNvPr id="12639" name="Freeform 340"/>
            <p:cNvSpPr>
              <a:spLocks/>
            </p:cNvSpPr>
            <p:nvPr/>
          </p:nvSpPr>
          <p:spPr bwMode="auto">
            <a:xfrm rot="-155667">
              <a:off x="2424113" y="4324350"/>
              <a:ext cx="184150" cy="365125"/>
            </a:xfrm>
            <a:custGeom>
              <a:avLst/>
              <a:gdLst>
                <a:gd name="T0" fmla="*/ 2147483647 w 281"/>
                <a:gd name="T1" fmla="*/ 0 h 834"/>
                <a:gd name="T2" fmla="*/ 2147483647 w 281"/>
                <a:gd name="T3" fmla="*/ 0 h 834"/>
                <a:gd name="T4" fmla="*/ 2147483647 w 281"/>
                <a:gd name="T5" fmla="*/ 2147483647 h 834"/>
                <a:gd name="T6" fmla="*/ 2147483647 w 281"/>
                <a:gd name="T7" fmla="*/ 2147483647 h 834"/>
                <a:gd name="T8" fmla="*/ 2147483647 w 281"/>
                <a:gd name="T9" fmla="*/ 2147483647 h 834"/>
                <a:gd name="T10" fmla="*/ 2147483647 w 281"/>
                <a:gd name="T11" fmla="*/ 2147483647 h 834"/>
                <a:gd name="T12" fmla="*/ 2147483647 w 281"/>
                <a:gd name="T13" fmla="*/ 2147483647 h 834"/>
                <a:gd name="T14" fmla="*/ 2147483647 w 281"/>
                <a:gd name="T15" fmla="*/ 2147483647 h 834"/>
                <a:gd name="T16" fmla="*/ 2147483647 w 281"/>
                <a:gd name="T17" fmla="*/ 2147483647 h 834"/>
                <a:gd name="T18" fmla="*/ 2147483647 w 281"/>
                <a:gd name="T19" fmla="*/ 2147483647 h 834"/>
                <a:gd name="T20" fmla="*/ 2147483647 w 281"/>
                <a:gd name="T21" fmla="*/ 2147483647 h 834"/>
                <a:gd name="T22" fmla="*/ 2147483647 w 281"/>
                <a:gd name="T23" fmla="*/ 2147483647 h 834"/>
                <a:gd name="T24" fmla="*/ 2147483647 w 281"/>
                <a:gd name="T25" fmla="*/ 2147483647 h 834"/>
                <a:gd name="T26" fmla="*/ 2147483647 w 281"/>
                <a:gd name="T27" fmla="*/ 2147483647 h 834"/>
                <a:gd name="T28" fmla="*/ 2147483647 w 281"/>
                <a:gd name="T29" fmla="*/ 2147483647 h 834"/>
                <a:gd name="T30" fmla="*/ 2147483647 w 281"/>
                <a:gd name="T31" fmla="*/ 2147483647 h 834"/>
                <a:gd name="T32" fmla="*/ 2147483647 w 281"/>
                <a:gd name="T33" fmla="*/ 2147483647 h 834"/>
                <a:gd name="T34" fmla="*/ 2147483647 w 281"/>
                <a:gd name="T35" fmla="*/ 2147483647 h 834"/>
                <a:gd name="T36" fmla="*/ 2147483647 w 281"/>
                <a:gd name="T37" fmla="*/ 2147483647 h 834"/>
                <a:gd name="T38" fmla="*/ 2147483647 w 281"/>
                <a:gd name="T39" fmla="*/ 2147483647 h 834"/>
                <a:gd name="T40" fmla="*/ 2147483647 w 281"/>
                <a:gd name="T41" fmla="*/ 2147483647 h 834"/>
                <a:gd name="T42" fmla="*/ 2147483647 w 281"/>
                <a:gd name="T43" fmla="*/ 2147483647 h 834"/>
                <a:gd name="T44" fmla="*/ 2147483647 w 281"/>
                <a:gd name="T45" fmla="*/ 2147483647 h 834"/>
                <a:gd name="T46" fmla="*/ 2147483647 w 281"/>
                <a:gd name="T47" fmla="*/ 2147483647 h 834"/>
                <a:gd name="T48" fmla="*/ 2147483647 w 281"/>
                <a:gd name="T49" fmla="*/ 2147483647 h 834"/>
                <a:gd name="T50" fmla="*/ 2147483647 w 281"/>
                <a:gd name="T51" fmla="*/ 2147483647 h 834"/>
                <a:gd name="T52" fmla="*/ 2147483647 w 281"/>
                <a:gd name="T53" fmla="*/ 2147483647 h 834"/>
                <a:gd name="T54" fmla="*/ 2147483647 w 281"/>
                <a:gd name="T55" fmla="*/ 2147483647 h 834"/>
                <a:gd name="T56" fmla="*/ 0 w 281"/>
                <a:gd name="T57" fmla="*/ 2147483647 h 834"/>
                <a:gd name="T58" fmla="*/ 0 w 281"/>
                <a:gd name="T59" fmla="*/ 2147483647 h 834"/>
                <a:gd name="T60" fmla="*/ 2147483647 w 281"/>
                <a:gd name="T61" fmla="*/ 2147483647 h 834"/>
                <a:gd name="T62" fmla="*/ 2147483647 w 281"/>
                <a:gd name="T63" fmla="*/ 2147483647 h 834"/>
                <a:gd name="T64" fmla="*/ 2147483647 w 281"/>
                <a:gd name="T65" fmla="*/ 2147483647 h 834"/>
                <a:gd name="T66" fmla="*/ 2147483647 w 281"/>
                <a:gd name="T67" fmla="*/ 2147483647 h 834"/>
                <a:gd name="T68" fmla="*/ 2147483647 w 281"/>
                <a:gd name="T69" fmla="*/ 2147483647 h 834"/>
                <a:gd name="T70" fmla="*/ 2147483647 w 281"/>
                <a:gd name="T71" fmla="*/ 2147483647 h 834"/>
                <a:gd name="T72" fmla="*/ 2147483647 w 281"/>
                <a:gd name="T73" fmla="*/ 2147483647 h 834"/>
                <a:gd name="T74" fmla="*/ 2147483647 w 281"/>
                <a:gd name="T75" fmla="*/ 2147483647 h 834"/>
                <a:gd name="T76" fmla="*/ 2147483647 w 281"/>
                <a:gd name="T77" fmla="*/ 2147483647 h 834"/>
                <a:gd name="T78" fmla="*/ 2147483647 w 281"/>
                <a:gd name="T79" fmla="*/ 2147483647 h 834"/>
                <a:gd name="T80" fmla="*/ 2147483647 w 281"/>
                <a:gd name="T81" fmla="*/ 2147483647 h 834"/>
                <a:gd name="T82" fmla="*/ 2147483647 w 281"/>
                <a:gd name="T83" fmla="*/ 2147483647 h 834"/>
                <a:gd name="T84" fmla="*/ 2147483647 w 281"/>
                <a:gd name="T85" fmla="*/ 2147483647 h 834"/>
                <a:gd name="T86" fmla="*/ 2147483647 w 281"/>
                <a:gd name="T87" fmla="*/ 2147483647 h 834"/>
                <a:gd name="T88" fmla="*/ 2147483647 w 281"/>
                <a:gd name="T89" fmla="*/ 2147483647 h 834"/>
                <a:gd name="T90" fmla="*/ 2147483647 w 281"/>
                <a:gd name="T91" fmla="*/ 2147483647 h 834"/>
                <a:gd name="T92" fmla="*/ 2147483647 w 281"/>
                <a:gd name="T93" fmla="*/ 2147483647 h 834"/>
                <a:gd name="T94" fmla="*/ 2147483647 w 281"/>
                <a:gd name="T95" fmla="*/ 2147483647 h 834"/>
                <a:gd name="T96" fmla="*/ 2147483647 w 281"/>
                <a:gd name="T97" fmla="*/ 2147483647 h 834"/>
                <a:gd name="T98" fmla="*/ 2147483647 w 281"/>
                <a:gd name="T99" fmla="*/ 2147483647 h 834"/>
                <a:gd name="T100" fmla="*/ 2147483647 w 281"/>
                <a:gd name="T101" fmla="*/ 2147483647 h 834"/>
                <a:gd name="T102" fmla="*/ 2147483647 w 281"/>
                <a:gd name="T103" fmla="*/ 2147483647 h 834"/>
                <a:gd name="T104" fmla="*/ 2147483647 w 281"/>
                <a:gd name="T105" fmla="*/ 2147483647 h 834"/>
                <a:gd name="T106" fmla="*/ 2147483647 w 281"/>
                <a:gd name="T107" fmla="*/ 0 h 834"/>
                <a:gd name="T108" fmla="*/ 2147483647 w 281"/>
                <a:gd name="T109" fmla="*/ 0 h 83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81"/>
                <a:gd name="T166" fmla="*/ 0 h 834"/>
                <a:gd name="T167" fmla="*/ 281 w 281"/>
                <a:gd name="T168" fmla="*/ 834 h 834"/>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81" h="834">
                  <a:moveTo>
                    <a:pt x="133" y="0"/>
                  </a:moveTo>
                  <a:lnTo>
                    <a:pt x="281" y="0"/>
                  </a:lnTo>
                  <a:lnTo>
                    <a:pt x="280" y="834"/>
                  </a:lnTo>
                  <a:lnTo>
                    <a:pt x="133" y="827"/>
                  </a:lnTo>
                  <a:lnTo>
                    <a:pt x="127" y="824"/>
                  </a:lnTo>
                  <a:lnTo>
                    <a:pt x="122" y="824"/>
                  </a:lnTo>
                  <a:lnTo>
                    <a:pt x="114" y="819"/>
                  </a:lnTo>
                  <a:lnTo>
                    <a:pt x="107" y="815"/>
                  </a:lnTo>
                  <a:lnTo>
                    <a:pt x="98" y="807"/>
                  </a:lnTo>
                  <a:lnTo>
                    <a:pt x="90" y="800"/>
                  </a:lnTo>
                  <a:lnTo>
                    <a:pt x="83" y="791"/>
                  </a:lnTo>
                  <a:lnTo>
                    <a:pt x="76" y="782"/>
                  </a:lnTo>
                  <a:lnTo>
                    <a:pt x="70" y="773"/>
                  </a:lnTo>
                  <a:lnTo>
                    <a:pt x="66" y="762"/>
                  </a:lnTo>
                  <a:lnTo>
                    <a:pt x="61" y="753"/>
                  </a:lnTo>
                  <a:lnTo>
                    <a:pt x="54" y="740"/>
                  </a:lnTo>
                  <a:lnTo>
                    <a:pt x="50" y="726"/>
                  </a:lnTo>
                  <a:lnTo>
                    <a:pt x="44" y="713"/>
                  </a:lnTo>
                  <a:lnTo>
                    <a:pt x="41" y="704"/>
                  </a:lnTo>
                  <a:lnTo>
                    <a:pt x="38" y="693"/>
                  </a:lnTo>
                  <a:lnTo>
                    <a:pt x="31" y="675"/>
                  </a:lnTo>
                  <a:lnTo>
                    <a:pt x="26" y="653"/>
                  </a:lnTo>
                  <a:lnTo>
                    <a:pt x="21" y="630"/>
                  </a:lnTo>
                  <a:lnTo>
                    <a:pt x="16" y="606"/>
                  </a:lnTo>
                  <a:lnTo>
                    <a:pt x="11" y="579"/>
                  </a:lnTo>
                  <a:lnTo>
                    <a:pt x="8" y="551"/>
                  </a:lnTo>
                  <a:lnTo>
                    <a:pt x="4" y="521"/>
                  </a:lnTo>
                  <a:lnTo>
                    <a:pt x="2" y="488"/>
                  </a:lnTo>
                  <a:lnTo>
                    <a:pt x="0" y="453"/>
                  </a:lnTo>
                  <a:lnTo>
                    <a:pt x="0" y="413"/>
                  </a:lnTo>
                  <a:lnTo>
                    <a:pt x="1" y="362"/>
                  </a:lnTo>
                  <a:lnTo>
                    <a:pt x="4" y="312"/>
                  </a:lnTo>
                  <a:lnTo>
                    <a:pt x="8" y="278"/>
                  </a:lnTo>
                  <a:lnTo>
                    <a:pt x="13" y="242"/>
                  </a:lnTo>
                  <a:lnTo>
                    <a:pt x="16" y="213"/>
                  </a:lnTo>
                  <a:lnTo>
                    <a:pt x="21" y="192"/>
                  </a:lnTo>
                  <a:lnTo>
                    <a:pt x="28" y="164"/>
                  </a:lnTo>
                  <a:lnTo>
                    <a:pt x="38" y="131"/>
                  </a:lnTo>
                  <a:lnTo>
                    <a:pt x="46" y="107"/>
                  </a:lnTo>
                  <a:lnTo>
                    <a:pt x="53" y="90"/>
                  </a:lnTo>
                  <a:lnTo>
                    <a:pt x="58" y="81"/>
                  </a:lnTo>
                  <a:lnTo>
                    <a:pt x="63" y="69"/>
                  </a:lnTo>
                  <a:lnTo>
                    <a:pt x="69" y="59"/>
                  </a:lnTo>
                  <a:lnTo>
                    <a:pt x="73" y="50"/>
                  </a:lnTo>
                  <a:lnTo>
                    <a:pt x="78" y="42"/>
                  </a:lnTo>
                  <a:lnTo>
                    <a:pt x="84" y="35"/>
                  </a:lnTo>
                  <a:lnTo>
                    <a:pt x="90" y="27"/>
                  </a:lnTo>
                  <a:lnTo>
                    <a:pt x="96" y="21"/>
                  </a:lnTo>
                  <a:lnTo>
                    <a:pt x="101" y="17"/>
                  </a:lnTo>
                  <a:lnTo>
                    <a:pt x="106" y="11"/>
                  </a:lnTo>
                  <a:lnTo>
                    <a:pt x="112" y="6"/>
                  </a:lnTo>
                  <a:lnTo>
                    <a:pt x="117" y="3"/>
                  </a:lnTo>
                  <a:lnTo>
                    <a:pt x="122" y="2"/>
                  </a:lnTo>
                  <a:lnTo>
                    <a:pt x="127" y="0"/>
                  </a:lnTo>
                  <a:lnTo>
                    <a:pt x="133" y="0"/>
                  </a:lnTo>
                  <a:close/>
                </a:path>
              </a:pathLst>
            </a:custGeom>
            <a:solidFill>
              <a:srgbClr val="202020"/>
            </a:solidFill>
            <a:ln w="9525">
              <a:noFill/>
              <a:round/>
              <a:headEnd/>
              <a:tailEnd/>
            </a:ln>
          </p:spPr>
          <p:txBody>
            <a:bodyPr/>
            <a:lstStyle/>
            <a:p>
              <a:endParaRPr lang="nl-BE"/>
            </a:p>
          </p:txBody>
        </p:sp>
        <p:sp>
          <p:nvSpPr>
            <p:cNvPr id="12640" name="Oval 341"/>
            <p:cNvSpPr>
              <a:spLocks noChangeArrowheads="1"/>
            </p:cNvSpPr>
            <p:nvPr/>
          </p:nvSpPr>
          <p:spPr bwMode="auto">
            <a:xfrm rot="-155667">
              <a:off x="2511425" y="4319588"/>
              <a:ext cx="187325" cy="366712"/>
            </a:xfrm>
            <a:prstGeom prst="ellipse">
              <a:avLst/>
            </a:prstGeom>
            <a:solidFill>
              <a:srgbClr val="404040"/>
            </a:solidFill>
            <a:ln w="9525">
              <a:noFill/>
              <a:round/>
              <a:headEnd/>
              <a:tailEnd/>
            </a:ln>
          </p:spPr>
          <p:txBody>
            <a:bodyPr/>
            <a:lstStyle/>
            <a:p>
              <a:pPr algn="ctr" eaLnBrk="0" hangingPunct="0"/>
              <a:endParaRPr lang="nl-BE"/>
            </a:p>
          </p:txBody>
        </p:sp>
        <p:sp>
          <p:nvSpPr>
            <p:cNvPr id="12641" name="Oval 342"/>
            <p:cNvSpPr>
              <a:spLocks noChangeArrowheads="1"/>
            </p:cNvSpPr>
            <p:nvPr/>
          </p:nvSpPr>
          <p:spPr bwMode="auto">
            <a:xfrm rot="-155667">
              <a:off x="2549525" y="4394200"/>
              <a:ext cx="109538" cy="217488"/>
            </a:xfrm>
            <a:prstGeom prst="ellipse">
              <a:avLst/>
            </a:prstGeom>
            <a:solidFill>
              <a:srgbClr val="A0A0A0"/>
            </a:solidFill>
            <a:ln w="9525">
              <a:noFill/>
              <a:round/>
              <a:headEnd/>
              <a:tailEnd/>
            </a:ln>
          </p:spPr>
          <p:txBody>
            <a:bodyPr/>
            <a:lstStyle/>
            <a:p>
              <a:pPr algn="ctr" eaLnBrk="0" hangingPunct="0"/>
              <a:endParaRPr lang="nl-BE"/>
            </a:p>
          </p:txBody>
        </p:sp>
        <p:sp>
          <p:nvSpPr>
            <p:cNvPr id="12642" name="Oval 343"/>
            <p:cNvSpPr>
              <a:spLocks noChangeArrowheads="1"/>
            </p:cNvSpPr>
            <p:nvPr/>
          </p:nvSpPr>
          <p:spPr bwMode="auto">
            <a:xfrm rot="-155667">
              <a:off x="2547938" y="4400550"/>
              <a:ext cx="101600" cy="203200"/>
            </a:xfrm>
            <a:prstGeom prst="ellipse">
              <a:avLst/>
            </a:prstGeom>
            <a:solidFill>
              <a:srgbClr val="808080"/>
            </a:solidFill>
            <a:ln w="9525">
              <a:noFill/>
              <a:round/>
              <a:headEnd/>
              <a:tailEnd/>
            </a:ln>
          </p:spPr>
          <p:txBody>
            <a:bodyPr/>
            <a:lstStyle/>
            <a:p>
              <a:pPr algn="ctr" eaLnBrk="0" hangingPunct="0"/>
              <a:endParaRPr lang="nl-BE"/>
            </a:p>
          </p:txBody>
        </p:sp>
        <p:sp>
          <p:nvSpPr>
            <p:cNvPr id="12643" name="Oval 344"/>
            <p:cNvSpPr>
              <a:spLocks noChangeArrowheads="1"/>
            </p:cNvSpPr>
            <p:nvPr/>
          </p:nvSpPr>
          <p:spPr bwMode="auto">
            <a:xfrm rot="-155667">
              <a:off x="2595563" y="4484688"/>
              <a:ext cx="17462" cy="36512"/>
            </a:xfrm>
            <a:prstGeom prst="ellipse">
              <a:avLst/>
            </a:prstGeom>
            <a:solidFill>
              <a:srgbClr val="404040"/>
            </a:solidFill>
            <a:ln w="9525">
              <a:noFill/>
              <a:round/>
              <a:headEnd/>
              <a:tailEnd/>
            </a:ln>
          </p:spPr>
          <p:txBody>
            <a:bodyPr/>
            <a:lstStyle/>
            <a:p>
              <a:pPr algn="ctr" eaLnBrk="0" hangingPunct="0"/>
              <a:endParaRPr lang="nl-BE"/>
            </a:p>
          </p:txBody>
        </p:sp>
        <p:sp>
          <p:nvSpPr>
            <p:cNvPr id="12644" name="Oval 345"/>
            <p:cNvSpPr>
              <a:spLocks noChangeArrowheads="1"/>
            </p:cNvSpPr>
            <p:nvPr/>
          </p:nvSpPr>
          <p:spPr bwMode="auto">
            <a:xfrm rot="-155667">
              <a:off x="2620963" y="4314825"/>
              <a:ext cx="187325" cy="376238"/>
            </a:xfrm>
            <a:prstGeom prst="ellipse">
              <a:avLst/>
            </a:prstGeom>
            <a:solidFill>
              <a:srgbClr val="202020"/>
            </a:solidFill>
            <a:ln w="9525">
              <a:noFill/>
              <a:round/>
              <a:headEnd/>
              <a:tailEnd/>
            </a:ln>
          </p:spPr>
          <p:txBody>
            <a:bodyPr/>
            <a:lstStyle/>
            <a:p>
              <a:pPr algn="ctr" eaLnBrk="0" hangingPunct="0"/>
              <a:endParaRPr lang="nl-BE"/>
            </a:p>
          </p:txBody>
        </p:sp>
        <p:sp>
          <p:nvSpPr>
            <p:cNvPr id="12645" name="Freeform 346"/>
            <p:cNvSpPr>
              <a:spLocks/>
            </p:cNvSpPr>
            <p:nvPr/>
          </p:nvSpPr>
          <p:spPr bwMode="auto">
            <a:xfrm rot="-155667">
              <a:off x="2533650" y="4318000"/>
              <a:ext cx="185738" cy="373063"/>
            </a:xfrm>
            <a:custGeom>
              <a:avLst/>
              <a:gdLst>
                <a:gd name="T0" fmla="*/ 2147483647 w 281"/>
                <a:gd name="T1" fmla="*/ 0 h 852"/>
                <a:gd name="T2" fmla="*/ 2147483647 w 281"/>
                <a:gd name="T3" fmla="*/ 0 h 852"/>
                <a:gd name="T4" fmla="*/ 2147483647 w 281"/>
                <a:gd name="T5" fmla="*/ 2147483647 h 852"/>
                <a:gd name="T6" fmla="*/ 2147483647 w 281"/>
                <a:gd name="T7" fmla="*/ 2147483647 h 852"/>
                <a:gd name="T8" fmla="*/ 2147483647 w 281"/>
                <a:gd name="T9" fmla="*/ 2147483647 h 852"/>
                <a:gd name="T10" fmla="*/ 2147483647 w 281"/>
                <a:gd name="T11" fmla="*/ 2147483647 h 852"/>
                <a:gd name="T12" fmla="*/ 2147483647 w 281"/>
                <a:gd name="T13" fmla="*/ 2147483647 h 852"/>
                <a:gd name="T14" fmla="*/ 2147483647 w 281"/>
                <a:gd name="T15" fmla="*/ 2147483647 h 852"/>
                <a:gd name="T16" fmla="*/ 2147483647 w 281"/>
                <a:gd name="T17" fmla="*/ 2147483647 h 852"/>
                <a:gd name="T18" fmla="*/ 2147483647 w 281"/>
                <a:gd name="T19" fmla="*/ 2147483647 h 852"/>
                <a:gd name="T20" fmla="*/ 2147483647 w 281"/>
                <a:gd name="T21" fmla="*/ 2147483647 h 852"/>
                <a:gd name="T22" fmla="*/ 2147483647 w 281"/>
                <a:gd name="T23" fmla="*/ 2147483647 h 852"/>
                <a:gd name="T24" fmla="*/ 2147483647 w 281"/>
                <a:gd name="T25" fmla="*/ 2147483647 h 852"/>
                <a:gd name="T26" fmla="*/ 2147483647 w 281"/>
                <a:gd name="T27" fmla="*/ 2147483647 h 852"/>
                <a:gd name="T28" fmla="*/ 2147483647 w 281"/>
                <a:gd name="T29" fmla="*/ 2147483647 h 852"/>
                <a:gd name="T30" fmla="*/ 2147483647 w 281"/>
                <a:gd name="T31" fmla="*/ 2147483647 h 852"/>
                <a:gd name="T32" fmla="*/ 2147483647 w 281"/>
                <a:gd name="T33" fmla="*/ 2147483647 h 852"/>
                <a:gd name="T34" fmla="*/ 2147483647 w 281"/>
                <a:gd name="T35" fmla="*/ 2147483647 h 852"/>
                <a:gd name="T36" fmla="*/ 2147483647 w 281"/>
                <a:gd name="T37" fmla="*/ 2147483647 h 852"/>
                <a:gd name="T38" fmla="*/ 2147483647 w 281"/>
                <a:gd name="T39" fmla="*/ 2147483647 h 852"/>
                <a:gd name="T40" fmla="*/ 2147483647 w 281"/>
                <a:gd name="T41" fmla="*/ 2147483647 h 852"/>
                <a:gd name="T42" fmla="*/ 2147483647 w 281"/>
                <a:gd name="T43" fmla="*/ 2147483647 h 852"/>
                <a:gd name="T44" fmla="*/ 2147483647 w 281"/>
                <a:gd name="T45" fmla="*/ 2147483647 h 852"/>
                <a:gd name="T46" fmla="*/ 2147483647 w 281"/>
                <a:gd name="T47" fmla="*/ 2147483647 h 852"/>
                <a:gd name="T48" fmla="*/ 2147483647 w 281"/>
                <a:gd name="T49" fmla="*/ 2147483647 h 852"/>
                <a:gd name="T50" fmla="*/ 2147483647 w 281"/>
                <a:gd name="T51" fmla="*/ 2147483647 h 852"/>
                <a:gd name="T52" fmla="*/ 2147483647 w 281"/>
                <a:gd name="T53" fmla="*/ 2147483647 h 852"/>
                <a:gd name="T54" fmla="*/ 2147483647 w 281"/>
                <a:gd name="T55" fmla="*/ 2147483647 h 852"/>
                <a:gd name="T56" fmla="*/ 0 w 281"/>
                <a:gd name="T57" fmla="*/ 2147483647 h 852"/>
                <a:gd name="T58" fmla="*/ 0 w 281"/>
                <a:gd name="T59" fmla="*/ 2147483647 h 852"/>
                <a:gd name="T60" fmla="*/ 2147483647 w 281"/>
                <a:gd name="T61" fmla="*/ 2147483647 h 852"/>
                <a:gd name="T62" fmla="*/ 2147483647 w 281"/>
                <a:gd name="T63" fmla="*/ 2147483647 h 852"/>
                <a:gd name="T64" fmla="*/ 2147483647 w 281"/>
                <a:gd name="T65" fmla="*/ 2147483647 h 852"/>
                <a:gd name="T66" fmla="*/ 2147483647 w 281"/>
                <a:gd name="T67" fmla="*/ 2147483647 h 852"/>
                <a:gd name="T68" fmla="*/ 2147483647 w 281"/>
                <a:gd name="T69" fmla="*/ 2147483647 h 852"/>
                <a:gd name="T70" fmla="*/ 2147483647 w 281"/>
                <a:gd name="T71" fmla="*/ 2147483647 h 852"/>
                <a:gd name="T72" fmla="*/ 2147483647 w 281"/>
                <a:gd name="T73" fmla="*/ 2147483647 h 852"/>
                <a:gd name="T74" fmla="*/ 2147483647 w 281"/>
                <a:gd name="T75" fmla="*/ 2147483647 h 852"/>
                <a:gd name="T76" fmla="*/ 2147483647 w 281"/>
                <a:gd name="T77" fmla="*/ 2147483647 h 852"/>
                <a:gd name="T78" fmla="*/ 2147483647 w 281"/>
                <a:gd name="T79" fmla="*/ 2147483647 h 852"/>
                <a:gd name="T80" fmla="*/ 2147483647 w 281"/>
                <a:gd name="T81" fmla="*/ 2147483647 h 852"/>
                <a:gd name="T82" fmla="*/ 2147483647 w 281"/>
                <a:gd name="T83" fmla="*/ 2147483647 h 852"/>
                <a:gd name="T84" fmla="*/ 2147483647 w 281"/>
                <a:gd name="T85" fmla="*/ 2147483647 h 852"/>
                <a:gd name="T86" fmla="*/ 2147483647 w 281"/>
                <a:gd name="T87" fmla="*/ 2147483647 h 852"/>
                <a:gd name="T88" fmla="*/ 2147483647 w 281"/>
                <a:gd name="T89" fmla="*/ 2147483647 h 852"/>
                <a:gd name="T90" fmla="*/ 2147483647 w 281"/>
                <a:gd name="T91" fmla="*/ 2147483647 h 852"/>
                <a:gd name="T92" fmla="*/ 2147483647 w 281"/>
                <a:gd name="T93" fmla="*/ 2147483647 h 852"/>
                <a:gd name="T94" fmla="*/ 2147483647 w 281"/>
                <a:gd name="T95" fmla="*/ 2147483647 h 852"/>
                <a:gd name="T96" fmla="*/ 2147483647 w 281"/>
                <a:gd name="T97" fmla="*/ 2147483647 h 852"/>
                <a:gd name="T98" fmla="*/ 2147483647 w 281"/>
                <a:gd name="T99" fmla="*/ 2147483647 h 852"/>
                <a:gd name="T100" fmla="*/ 2147483647 w 281"/>
                <a:gd name="T101" fmla="*/ 2147483647 h 852"/>
                <a:gd name="T102" fmla="*/ 2147483647 w 281"/>
                <a:gd name="T103" fmla="*/ 2147483647 h 852"/>
                <a:gd name="T104" fmla="*/ 2147483647 w 281"/>
                <a:gd name="T105" fmla="*/ 2147483647 h 852"/>
                <a:gd name="T106" fmla="*/ 2147483647 w 281"/>
                <a:gd name="T107" fmla="*/ 0 h 852"/>
                <a:gd name="T108" fmla="*/ 2147483647 w 281"/>
                <a:gd name="T109" fmla="*/ 0 h 8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81"/>
                <a:gd name="T166" fmla="*/ 0 h 852"/>
                <a:gd name="T167" fmla="*/ 281 w 281"/>
                <a:gd name="T168" fmla="*/ 852 h 852"/>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81" h="852">
                  <a:moveTo>
                    <a:pt x="132" y="0"/>
                  </a:moveTo>
                  <a:lnTo>
                    <a:pt x="281" y="0"/>
                  </a:lnTo>
                  <a:lnTo>
                    <a:pt x="279" y="852"/>
                  </a:lnTo>
                  <a:lnTo>
                    <a:pt x="132" y="845"/>
                  </a:lnTo>
                  <a:lnTo>
                    <a:pt x="127" y="843"/>
                  </a:lnTo>
                  <a:lnTo>
                    <a:pt x="122" y="842"/>
                  </a:lnTo>
                  <a:lnTo>
                    <a:pt x="114" y="839"/>
                  </a:lnTo>
                  <a:lnTo>
                    <a:pt x="106" y="834"/>
                  </a:lnTo>
                  <a:lnTo>
                    <a:pt x="98" y="827"/>
                  </a:lnTo>
                  <a:lnTo>
                    <a:pt x="90" y="818"/>
                  </a:lnTo>
                  <a:lnTo>
                    <a:pt x="83" y="809"/>
                  </a:lnTo>
                  <a:lnTo>
                    <a:pt x="76" y="800"/>
                  </a:lnTo>
                  <a:lnTo>
                    <a:pt x="70" y="791"/>
                  </a:lnTo>
                  <a:lnTo>
                    <a:pt x="65" y="779"/>
                  </a:lnTo>
                  <a:lnTo>
                    <a:pt x="61" y="771"/>
                  </a:lnTo>
                  <a:lnTo>
                    <a:pt x="54" y="758"/>
                  </a:lnTo>
                  <a:lnTo>
                    <a:pt x="49" y="743"/>
                  </a:lnTo>
                  <a:lnTo>
                    <a:pt x="44" y="729"/>
                  </a:lnTo>
                  <a:lnTo>
                    <a:pt x="40" y="720"/>
                  </a:lnTo>
                  <a:lnTo>
                    <a:pt x="37" y="710"/>
                  </a:lnTo>
                  <a:lnTo>
                    <a:pt x="31" y="689"/>
                  </a:lnTo>
                  <a:lnTo>
                    <a:pt x="25" y="668"/>
                  </a:lnTo>
                  <a:lnTo>
                    <a:pt x="20" y="645"/>
                  </a:lnTo>
                  <a:lnTo>
                    <a:pt x="15" y="620"/>
                  </a:lnTo>
                  <a:lnTo>
                    <a:pt x="11" y="591"/>
                  </a:lnTo>
                  <a:lnTo>
                    <a:pt x="8" y="563"/>
                  </a:lnTo>
                  <a:lnTo>
                    <a:pt x="4" y="533"/>
                  </a:lnTo>
                  <a:lnTo>
                    <a:pt x="1" y="498"/>
                  </a:lnTo>
                  <a:lnTo>
                    <a:pt x="0" y="462"/>
                  </a:lnTo>
                  <a:lnTo>
                    <a:pt x="0" y="423"/>
                  </a:lnTo>
                  <a:lnTo>
                    <a:pt x="1" y="369"/>
                  </a:lnTo>
                  <a:lnTo>
                    <a:pt x="4" y="320"/>
                  </a:lnTo>
                  <a:lnTo>
                    <a:pt x="8" y="284"/>
                  </a:lnTo>
                  <a:lnTo>
                    <a:pt x="12" y="248"/>
                  </a:lnTo>
                  <a:lnTo>
                    <a:pt x="16" y="219"/>
                  </a:lnTo>
                  <a:lnTo>
                    <a:pt x="20" y="197"/>
                  </a:lnTo>
                  <a:lnTo>
                    <a:pt x="28" y="167"/>
                  </a:lnTo>
                  <a:lnTo>
                    <a:pt x="38" y="134"/>
                  </a:lnTo>
                  <a:lnTo>
                    <a:pt x="46" y="110"/>
                  </a:lnTo>
                  <a:lnTo>
                    <a:pt x="53" y="92"/>
                  </a:lnTo>
                  <a:lnTo>
                    <a:pt x="57" y="83"/>
                  </a:lnTo>
                  <a:lnTo>
                    <a:pt x="63" y="71"/>
                  </a:lnTo>
                  <a:lnTo>
                    <a:pt x="68" y="60"/>
                  </a:lnTo>
                  <a:lnTo>
                    <a:pt x="73" y="51"/>
                  </a:lnTo>
                  <a:lnTo>
                    <a:pt x="78" y="44"/>
                  </a:lnTo>
                  <a:lnTo>
                    <a:pt x="83" y="35"/>
                  </a:lnTo>
                  <a:lnTo>
                    <a:pt x="90" y="29"/>
                  </a:lnTo>
                  <a:lnTo>
                    <a:pt x="95" y="21"/>
                  </a:lnTo>
                  <a:lnTo>
                    <a:pt x="100" y="17"/>
                  </a:lnTo>
                  <a:lnTo>
                    <a:pt x="106" y="11"/>
                  </a:lnTo>
                  <a:lnTo>
                    <a:pt x="112" y="8"/>
                  </a:lnTo>
                  <a:lnTo>
                    <a:pt x="117" y="5"/>
                  </a:lnTo>
                  <a:lnTo>
                    <a:pt x="122" y="2"/>
                  </a:lnTo>
                  <a:lnTo>
                    <a:pt x="126" y="0"/>
                  </a:lnTo>
                  <a:lnTo>
                    <a:pt x="132" y="0"/>
                  </a:lnTo>
                  <a:close/>
                </a:path>
              </a:pathLst>
            </a:custGeom>
            <a:solidFill>
              <a:srgbClr val="202020"/>
            </a:solidFill>
            <a:ln w="9525">
              <a:noFill/>
              <a:round/>
              <a:headEnd/>
              <a:tailEnd/>
            </a:ln>
          </p:spPr>
          <p:txBody>
            <a:bodyPr/>
            <a:lstStyle/>
            <a:p>
              <a:endParaRPr lang="nl-BE"/>
            </a:p>
          </p:txBody>
        </p:sp>
        <p:sp>
          <p:nvSpPr>
            <p:cNvPr id="12646" name="Oval 347"/>
            <p:cNvSpPr>
              <a:spLocks noChangeArrowheads="1"/>
            </p:cNvSpPr>
            <p:nvPr/>
          </p:nvSpPr>
          <p:spPr bwMode="auto">
            <a:xfrm rot="-155667">
              <a:off x="2659063" y="4392613"/>
              <a:ext cx="111125" cy="220662"/>
            </a:xfrm>
            <a:prstGeom prst="ellipse">
              <a:avLst/>
            </a:prstGeom>
            <a:solidFill>
              <a:srgbClr val="606060"/>
            </a:solidFill>
            <a:ln w="9525">
              <a:noFill/>
              <a:round/>
              <a:headEnd/>
              <a:tailEnd/>
            </a:ln>
          </p:spPr>
          <p:txBody>
            <a:bodyPr/>
            <a:lstStyle/>
            <a:p>
              <a:pPr algn="ctr" eaLnBrk="0" hangingPunct="0"/>
              <a:endParaRPr lang="nl-BE"/>
            </a:p>
          </p:txBody>
        </p:sp>
        <p:sp>
          <p:nvSpPr>
            <p:cNvPr id="12647" name="Oval 348"/>
            <p:cNvSpPr>
              <a:spLocks noChangeArrowheads="1"/>
            </p:cNvSpPr>
            <p:nvPr/>
          </p:nvSpPr>
          <p:spPr bwMode="auto">
            <a:xfrm rot="-155667">
              <a:off x="2657475" y="4397375"/>
              <a:ext cx="103188" cy="207963"/>
            </a:xfrm>
            <a:prstGeom prst="ellipse">
              <a:avLst/>
            </a:prstGeom>
            <a:solidFill>
              <a:srgbClr val="404040"/>
            </a:solidFill>
            <a:ln w="9525">
              <a:noFill/>
              <a:round/>
              <a:headEnd/>
              <a:tailEnd/>
            </a:ln>
          </p:spPr>
          <p:txBody>
            <a:bodyPr/>
            <a:lstStyle/>
            <a:p>
              <a:pPr algn="ctr" eaLnBrk="0" hangingPunct="0"/>
              <a:endParaRPr lang="nl-BE"/>
            </a:p>
          </p:txBody>
        </p:sp>
        <p:sp>
          <p:nvSpPr>
            <p:cNvPr id="12648" name="Oval 349"/>
            <p:cNvSpPr>
              <a:spLocks noChangeArrowheads="1"/>
            </p:cNvSpPr>
            <p:nvPr/>
          </p:nvSpPr>
          <p:spPr bwMode="auto">
            <a:xfrm rot="-155667">
              <a:off x="2705100" y="4484688"/>
              <a:ext cx="19050" cy="36512"/>
            </a:xfrm>
            <a:prstGeom prst="ellipse">
              <a:avLst/>
            </a:prstGeom>
            <a:solidFill>
              <a:srgbClr val="202020"/>
            </a:solidFill>
            <a:ln w="9525">
              <a:noFill/>
              <a:round/>
              <a:headEnd/>
              <a:tailEnd/>
            </a:ln>
          </p:spPr>
          <p:txBody>
            <a:bodyPr/>
            <a:lstStyle/>
            <a:p>
              <a:pPr algn="ctr" eaLnBrk="0" hangingPunct="0"/>
              <a:endParaRPr lang="nl-BE"/>
            </a:p>
          </p:txBody>
        </p:sp>
        <p:sp>
          <p:nvSpPr>
            <p:cNvPr id="12649" name="Oval 350"/>
            <p:cNvSpPr>
              <a:spLocks noChangeArrowheads="1"/>
            </p:cNvSpPr>
            <p:nvPr/>
          </p:nvSpPr>
          <p:spPr bwMode="auto">
            <a:xfrm rot="-155667">
              <a:off x="2438400" y="4335463"/>
              <a:ext cx="196850" cy="392112"/>
            </a:xfrm>
            <a:prstGeom prst="ellipse">
              <a:avLst/>
            </a:prstGeom>
            <a:solidFill>
              <a:srgbClr val="202020"/>
            </a:solidFill>
            <a:ln w="9525">
              <a:noFill/>
              <a:round/>
              <a:headEnd/>
              <a:tailEnd/>
            </a:ln>
          </p:spPr>
          <p:txBody>
            <a:bodyPr/>
            <a:lstStyle/>
            <a:p>
              <a:pPr algn="ctr" eaLnBrk="0" hangingPunct="0"/>
              <a:endParaRPr lang="nl-BE"/>
            </a:p>
          </p:txBody>
        </p:sp>
        <p:sp>
          <p:nvSpPr>
            <p:cNvPr id="12650" name="Freeform 351"/>
            <p:cNvSpPr>
              <a:spLocks/>
            </p:cNvSpPr>
            <p:nvPr/>
          </p:nvSpPr>
          <p:spPr bwMode="auto">
            <a:xfrm rot="-155667">
              <a:off x="2232025" y="4343400"/>
              <a:ext cx="192088" cy="382588"/>
            </a:xfrm>
            <a:custGeom>
              <a:avLst/>
              <a:gdLst>
                <a:gd name="T0" fmla="*/ 2147483647 w 293"/>
                <a:gd name="T1" fmla="*/ 0 h 873"/>
                <a:gd name="T2" fmla="*/ 2147483647 w 293"/>
                <a:gd name="T3" fmla="*/ 0 h 873"/>
                <a:gd name="T4" fmla="*/ 2147483647 w 293"/>
                <a:gd name="T5" fmla="*/ 2147483647 h 873"/>
                <a:gd name="T6" fmla="*/ 2147483647 w 293"/>
                <a:gd name="T7" fmla="*/ 2147483647 h 873"/>
                <a:gd name="T8" fmla="*/ 2147483647 w 293"/>
                <a:gd name="T9" fmla="*/ 2147483647 h 873"/>
                <a:gd name="T10" fmla="*/ 2147483647 w 293"/>
                <a:gd name="T11" fmla="*/ 2147483647 h 873"/>
                <a:gd name="T12" fmla="*/ 2147483647 w 293"/>
                <a:gd name="T13" fmla="*/ 2147483647 h 873"/>
                <a:gd name="T14" fmla="*/ 2147483647 w 293"/>
                <a:gd name="T15" fmla="*/ 2147483647 h 873"/>
                <a:gd name="T16" fmla="*/ 2147483647 w 293"/>
                <a:gd name="T17" fmla="*/ 2147483647 h 873"/>
                <a:gd name="T18" fmla="*/ 2147483647 w 293"/>
                <a:gd name="T19" fmla="*/ 2147483647 h 873"/>
                <a:gd name="T20" fmla="*/ 2147483647 w 293"/>
                <a:gd name="T21" fmla="*/ 2147483647 h 873"/>
                <a:gd name="T22" fmla="*/ 2147483647 w 293"/>
                <a:gd name="T23" fmla="*/ 2147483647 h 873"/>
                <a:gd name="T24" fmla="*/ 2147483647 w 293"/>
                <a:gd name="T25" fmla="*/ 2147483647 h 873"/>
                <a:gd name="T26" fmla="*/ 2147483647 w 293"/>
                <a:gd name="T27" fmla="*/ 2147483647 h 873"/>
                <a:gd name="T28" fmla="*/ 2147483647 w 293"/>
                <a:gd name="T29" fmla="*/ 2147483647 h 873"/>
                <a:gd name="T30" fmla="*/ 2147483647 w 293"/>
                <a:gd name="T31" fmla="*/ 2147483647 h 873"/>
                <a:gd name="T32" fmla="*/ 2147483647 w 293"/>
                <a:gd name="T33" fmla="*/ 2147483647 h 873"/>
                <a:gd name="T34" fmla="*/ 2147483647 w 293"/>
                <a:gd name="T35" fmla="*/ 2147483647 h 873"/>
                <a:gd name="T36" fmla="*/ 2147483647 w 293"/>
                <a:gd name="T37" fmla="*/ 2147483647 h 873"/>
                <a:gd name="T38" fmla="*/ 2147483647 w 293"/>
                <a:gd name="T39" fmla="*/ 2147483647 h 873"/>
                <a:gd name="T40" fmla="*/ 2147483647 w 293"/>
                <a:gd name="T41" fmla="*/ 2147483647 h 873"/>
                <a:gd name="T42" fmla="*/ 2147483647 w 293"/>
                <a:gd name="T43" fmla="*/ 2147483647 h 873"/>
                <a:gd name="T44" fmla="*/ 2147483647 w 293"/>
                <a:gd name="T45" fmla="*/ 2147483647 h 873"/>
                <a:gd name="T46" fmla="*/ 2147483647 w 293"/>
                <a:gd name="T47" fmla="*/ 2147483647 h 873"/>
                <a:gd name="T48" fmla="*/ 2147483647 w 293"/>
                <a:gd name="T49" fmla="*/ 2147483647 h 873"/>
                <a:gd name="T50" fmla="*/ 2147483647 w 293"/>
                <a:gd name="T51" fmla="*/ 2147483647 h 873"/>
                <a:gd name="T52" fmla="*/ 2147483647 w 293"/>
                <a:gd name="T53" fmla="*/ 2147483647 h 873"/>
                <a:gd name="T54" fmla="*/ 2147483647 w 293"/>
                <a:gd name="T55" fmla="*/ 2147483647 h 873"/>
                <a:gd name="T56" fmla="*/ 0 w 293"/>
                <a:gd name="T57" fmla="*/ 2147483647 h 873"/>
                <a:gd name="T58" fmla="*/ 0 w 293"/>
                <a:gd name="T59" fmla="*/ 2147483647 h 873"/>
                <a:gd name="T60" fmla="*/ 2147483647 w 293"/>
                <a:gd name="T61" fmla="*/ 2147483647 h 873"/>
                <a:gd name="T62" fmla="*/ 2147483647 w 293"/>
                <a:gd name="T63" fmla="*/ 2147483647 h 873"/>
                <a:gd name="T64" fmla="*/ 2147483647 w 293"/>
                <a:gd name="T65" fmla="*/ 2147483647 h 873"/>
                <a:gd name="T66" fmla="*/ 2147483647 w 293"/>
                <a:gd name="T67" fmla="*/ 2147483647 h 873"/>
                <a:gd name="T68" fmla="*/ 2147483647 w 293"/>
                <a:gd name="T69" fmla="*/ 2147483647 h 873"/>
                <a:gd name="T70" fmla="*/ 2147483647 w 293"/>
                <a:gd name="T71" fmla="*/ 2147483647 h 873"/>
                <a:gd name="T72" fmla="*/ 2147483647 w 293"/>
                <a:gd name="T73" fmla="*/ 2147483647 h 873"/>
                <a:gd name="T74" fmla="*/ 2147483647 w 293"/>
                <a:gd name="T75" fmla="*/ 2147483647 h 873"/>
                <a:gd name="T76" fmla="*/ 2147483647 w 293"/>
                <a:gd name="T77" fmla="*/ 2147483647 h 873"/>
                <a:gd name="T78" fmla="*/ 2147483647 w 293"/>
                <a:gd name="T79" fmla="*/ 2147483647 h 873"/>
                <a:gd name="T80" fmla="*/ 2147483647 w 293"/>
                <a:gd name="T81" fmla="*/ 2147483647 h 873"/>
                <a:gd name="T82" fmla="*/ 2147483647 w 293"/>
                <a:gd name="T83" fmla="*/ 2147483647 h 873"/>
                <a:gd name="T84" fmla="*/ 2147483647 w 293"/>
                <a:gd name="T85" fmla="*/ 2147483647 h 873"/>
                <a:gd name="T86" fmla="*/ 2147483647 w 293"/>
                <a:gd name="T87" fmla="*/ 2147483647 h 873"/>
                <a:gd name="T88" fmla="*/ 2147483647 w 293"/>
                <a:gd name="T89" fmla="*/ 2147483647 h 873"/>
                <a:gd name="T90" fmla="*/ 2147483647 w 293"/>
                <a:gd name="T91" fmla="*/ 2147483647 h 873"/>
                <a:gd name="T92" fmla="*/ 2147483647 w 293"/>
                <a:gd name="T93" fmla="*/ 2147483647 h 873"/>
                <a:gd name="T94" fmla="*/ 2147483647 w 293"/>
                <a:gd name="T95" fmla="*/ 2147483647 h 873"/>
                <a:gd name="T96" fmla="*/ 2147483647 w 293"/>
                <a:gd name="T97" fmla="*/ 2147483647 h 873"/>
                <a:gd name="T98" fmla="*/ 2147483647 w 293"/>
                <a:gd name="T99" fmla="*/ 2147483647 h 873"/>
                <a:gd name="T100" fmla="*/ 2147483647 w 293"/>
                <a:gd name="T101" fmla="*/ 2147483647 h 873"/>
                <a:gd name="T102" fmla="*/ 2147483647 w 293"/>
                <a:gd name="T103" fmla="*/ 2147483647 h 873"/>
                <a:gd name="T104" fmla="*/ 2147483647 w 293"/>
                <a:gd name="T105" fmla="*/ 2147483647 h 873"/>
                <a:gd name="T106" fmla="*/ 2147483647 w 293"/>
                <a:gd name="T107" fmla="*/ 2147483647 h 873"/>
                <a:gd name="T108" fmla="*/ 2147483647 w 293"/>
                <a:gd name="T109" fmla="*/ 0 h 873"/>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93"/>
                <a:gd name="T166" fmla="*/ 0 h 873"/>
                <a:gd name="T167" fmla="*/ 293 w 293"/>
                <a:gd name="T168" fmla="*/ 873 h 873"/>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93" h="873">
                  <a:moveTo>
                    <a:pt x="138" y="0"/>
                  </a:moveTo>
                  <a:lnTo>
                    <a:pt x="293" y="0"/>
                  </a:lnTo>
                  <a:lnTo>
                    <a:pt x="292" y="873"/>
                  </a:lnTo>
                  <a:lnTo>
                    <a:pt x="138" y="865"/>
                  </a:lnTo>
                  <a:lnTo>
                    <a:pt x="133" y="862"/>
                  </a:lnTo>
                  <a:lnTo>
                    <a:pt x="127" y="861"/>
                  </a:lnTo>
                  <a:lnTo>
                    <a:pt x="119" y="858"/>
                  </a:lnTo>
                  <a:lnTo>
                    <a:pt x="111" y="853"/>
                  </a:lnTo>
                  <a:lnTo>
                    <a:pt x="103" y="846"/>
                  </a:lnTo>
                  <a:lnTo>
                    <a:pt x="94" y="837"/>
                  </a:lnTo>
                  <a:lnTo>
                    <a:pt x="86" y="828"/>
                  </a:lnTo>
                  <a:lnTo>
                    <a:pt x="80" y="817"/>
                  </a:lnTo>
                  <a:lnTo>
                    <a:pt x="73" y="808"/>
                  </a:lnTo>
                  <a:lnTo>
                    <a:pt x="68" y="798"/>
                  </a:lnTo>
                  <a:lnTo>
                    <a:pt x="63" y="789"/>
                  </a:lnTo>
                  <a:lnTo>
                    <a:pt x="57" y="775"/>
                  </a:lnTo>
                  <a:lnTo>
                    <a:pt x="51" y="760"/>
                  </a:lnTo>
                  <a:lnTo>
                    <a:pt x="46" y="747"/>
                  </a:lnTo>
                  <a:lnTo>
                    <a:pt x="42" y="736"/>
                  </a:lnTo>
                  <a:lnTo>
                    <a:pt x="39" y="726"/>
                  </a:lnTo>
                  <a:lnTo>
                    <a:pt x="32" y="705"/>
                  </a:lnTo>
                  <a:lnTo>
                    <a:pt x="27" y="682"/>
                  </a:lnTo>
                  <a:lnTo>
                    <a:pt x="21" y="658"/>
                  </a:lnTo>
                  <a:lnTo>
                    <a:pt x="16" y="634"/>
                  </a:lnTo>
                  <a:lnTo>
                    <a:pt x="12" y="606"/>
                  </a:lnTo>
                  <a:lnTo>
                    <a:pt x="8" y="576"/>
                  </a:lnTo>
                  <a:lnTo>
                    <a:pt x="4" y="544"/>
                  </a:lnTo>
                  <a:lnTo>
                    <a:pt x="2" y="510"/>
                  </a:lnTo>
                  <a:lnTo>
                    <a:pt x="0" y="474"/>
                  </a:lnTo>
                  <a:lnTo>
                    <a:pt x="0" y="433"/>
                  </a:lnTo>
                  <a:lnTo>
                    <a:pt x="1" y="378"/>
                  </a:lnTo>
                  <a:lnTo>
                    <a:pt x="4" y="327"/>
                  </a:lnTo>
                  <a:lnTo>
                    <a:pt x="8" y="291"/>
                  </a:lnTo>
                  <a:lnTo>
                    <a:pt x="13" y="253"/>
                  </a:lnTo>
                  <a:lnTo>
                    <a:pt x="17" y="223"/>
                  </a:lnTo>
                  <a:lnTo>
                    <a:pt x="21" y="202"/>
                  </a:lnTo>
                  <a:lnTo>
                    <a:pt x="29" y="171"/>
                  </a:lnTo>
                  <a:lnTo>
                    <a:pt x="40" y="136"/>
                  </a:lnTo>
                  <a:lnTo>
                    <a:pt x="48" y="112"/>
                  </a:lnTo>
                  <a:lnTo>
                    <a:pt x="55" y="94"/>
                  </a:lnTo>
                  <a:lnTo>
                    <a:pt x="60" y="84"/>
                  </a:lnTo>
                  <a:lnTo>
                    <a:pt x="66" y="70"/>
                  </a:lnTo>
                  <a:lnTo>
                    <a:pt x="71" y="61"/>
                  </a:lnTo>
                  <a:lnTo>
                    <a:pt x="76" y="52"/>
                  </a:lnTo>
                  <a:lnTo>
                    <a:pt x="82" y="45"/>
                  </a:lnTo>
                  <a:lnTo>
                    <a:pt x="88" y="37"/>
                  </a:lnTo>
                  <a:lnTo>
                    <a:pt x="94" y="28"/>
                  </a:lnTo>
                  <a:lnTo>
                    <a:pt x="100" y="22"/>
                  </a:lnTo>
                  <a:lnTo>
                    <a:pt x="105" y="18"/>
                  </a:lnTo>
                  <a:lnTo>
                    <a:pt x="110" y="12"/>
                  </a:lnTo>
                  <a:lnTo>
                    <a:pt x="117" y="7"/>
                  </a:lnTo>
                  <a:lnTo>
                    <a:pt x="123" y="4"/>
                  </a:lnTo>
                  <a:lnTo>
                    <a:pt x="128" y="3"/>
                  </a:lnTo>
                  <a:lnTo>
                    <a:pt x="132" y="1"/>
                  </a:lnTo>
                  <a:lnTo>
                    <a:pt x="138" y="0"/>
                  </a:lnTo>
                  <a:close/>
                </a:path>
              </a:pathLst>
            </a:custGeom>
            <a:solidFill>
              <a:srgbClr val="202020"/>
            </a:solidFill>
            <a:ln w="9525">
              <a:noFill/>
              <a:round/>
              <a:headEnd/>
              <a:tailEnd/>
            </a:ln>
          </p:spPr>
          <p:txBody>
            <a:bodyPr/>
            <a:lstStyle/>
            <a:p>
              <a:endParaRPr lang="nl-BE"/>
            </a:p>
          </p:txBody>
        </p:sp>
        <p:sp>
          <p:nvSpPr>
            <p:cNvPr id="12651" name="Oval 352"/>
            <p:cNvSpPr>
              <a:spLocks noChangeArrowheads="1"/>
            </p:cNvSpPr>
            <p:nvPr/>
          </p:nvSpPr>
          <p:spPr bwMode="auto">
            <a:xfrm rot="-155667">
              <a:off x="2320925" y="4338638"/>
              <a:ext cx="196850" cy="384175"/>
            </a:xfrm>
            <a:prstGeom prst="ellipse">
              <a:avLst/>
            </a:prstGeom>
            <a:solidFill>
              <a:srgbClr val="404040"/>
            </a:solidFill>
            <a:ln w="9525">
              <a:noFill/>
              <a:round/>
              <a:headEnd/>
              <a:tailEnd/>
            </a:ln>
          </p:spPr>
          <p:txBody>
            <a:bodyPr/>
            <a:lstStyle/>
            <a:p>
              <a:pPr algn="ctr" eaLnBrk="0" hangingPunct="0"/>
              <a:endParaRPr lang="nl-BE"/>
            </a:p>
          </p:txBody>
        </p:sp>
        <p:sp>
          <p:nvSpPr>
            <p:cNvPr id="12652" name="Oval 353"/>
            <p:cNvSpPr>
              <a:spLocks noChangeArrowheads="1"/>
            </p:cNvSpPr>
            <p:nvPr/>
          </p:nvSpPr>
          <p:spPr bwMode="auto">
            <a:xfrm rot="-155667">
              <a:off x="2362200" y="4418013"/>
              <a:ext cx="114300" cy="223837"/>
            </a:xfrm>
            <a:prstGeom prst="ellipse">
              <a:avLst/>
            </a:prstGeom>
            <a:solidFill>
              <a:srgbClr val="A0A0A0"/>
            </a:solidFill>
            <a:ln w="9525">
              <a:noFill/>
              <a:round/>
              <a:headEnd/>
              <a:tailEnd/>
            </a:ln>
          </p:spPr>
          <p:txBody>
            <a:bodyPr/>
            <a:lstStyle/>
            <a:p>
              <a:pPr algn="ctr" eaLnBrk="0" hangingPunct="0"/>
              <a:endParaRPr lang="nl-BE"/>
            </a:p>
          </p:txBody>
        </p:sp>
        <p:sp>
          <p:nvSpPr>
            <p:cNvPr id="12653" name="Oval 354"/>
            <p:cNvSpPr>
              <a:spLocks noChangeArrowheads="1"/>
            </p:cNvSpPr>
            <p:nvPr/>
          </p:nvSpPr>
          <p:spPr bwMode="auto">
            <a:xfrm rot="-155667">
              <a:off x="2360613" y="4422775"/>
              <a:ext cx="106362" cy="211138"/>
            </a:xfrm>
            <a:prstGeom prst="ellipse">
              <a:avLst/>
            </a:prstGeom>
            <a:solidFill>
              <a:srgbClr val="808080"/>
            </a:solidFill>
            <a:ln w="9525">
              <a:noFill/>
              <a:round/>
              <a:headEnd/>
              <a:tailEnd/>
            </a:ln>
          </p:spPr>
          <p:txBody>
            <a:bodyPr/>
            <a:lstStyle/>
            <a:p>
              <a:pPr algn="ctr" eaLnBrk="0" hangingPunct="0"/>
              <a:endParaRPr lang="nl-BE"/>
            </a:p>
          </p:txBody>
        </p:sp>
        <p:sp>
          <p:nvSpPr>
            <p:cNvPr id="12654" name="Oval 355"/>
            <p:cNvSpPr>
              <a:spLocks noChangeArrowheads="1"/>
            </p:cNvSpPr>
            <p:nvPr/>
          </p:nvSpPr>
          <p:spPr bwMode="auto">
            <a:xfrm rot="-155667">
              <a:off x="2409825" y="4511675"/>
              <a:ext cx="19050" cy="36513"/>
            </a:xfrm>
            <a:prstGeom prst="ellipse">
              <a:avLst/>
            </a:prstGeom>
            <a:solidFill>
              <a:srgbClr val="404040"/>
            </a:solidFill>
            <a:ln w="9525">
              <a:noFill/>
              <a:round/>
              <a:headEnd/>
              <a:tailEnd/>
            </a:ln>
          </p:spPr>
          <p:txBody>
            <a:bodyPr/>
            <a:lstStyle/>
            <a:p>
              <a:pPr algn="ctr" eaLnBrk="0" hangingPunct="0"/>
              <a:endParaRPr lang="nl-BE"/>
            </a:p>
          </p:txBody>
        </p:sp>
        <p:sp>
          <p:nvSpPr>
            <p:cNvPr id="12655" name="Freeform 356"/>
            <p:cNvSpPr>
              <a:spLocks/>
            </p:cNvSpPr>
            <p:nvPr/>
          </p:nvSpPr>
          <p:spPr bwMode="auto">
            <a:xfrm rot="-155667">
              <a:off x="2346325" y="4337050"/>
              <a:ext cx="193675" cy="390525"/>
            </a:xfrm>
            <a:custGeom>
              <a:avLst/>
              <a:gdLst>
                <a:gd name="T0" fmla="*/ 2147483647 w 294"/>
                <a:gd name="T1" fmla="*/ 0 h 892"/>
                <a:gd name="T2" fmla="*/ 2147483647 w 294"/>
                <a:gd name="T3" fmla="*/ 0 h 892"/>
                <a:gd name="T4" fmla="*/ 2147483647 w 294"/>
                <a:gd name="T5" fmla="*/ 2147483647 h 892"/>
                <a:gd name="T6" fmla="*/ 2147483647 w 294"/>
                <a:gd name="T7" fmla="*/ 2147483647 h 892"/>
                <a:gd name="T8" fmla="*/ 2147483647 w 294"/>
                <a:gd name="T9" fmla="*/ 2147483647 h 892"/>
                <a:gd name="T10" fmla="*/ 2147483647 w 294"/>
                <a:gd name="T11" fmla="*/ 2147483647 h 892"/>
                <a:gd name="T12" fmla="*/ 2147483647 w 294"/>
                <a:gd name="T13" fmla="*/ 2147483647 h 892"/>
                <a:gd name="T14" fmla="*/ 2147483647 w 294"/>
                <a:gd name="T15" fmla="*/ 2147483647 h 892"/>
                <a:gd name="T16" fmla="*/ 2147483647 w 294"/>
                <a:gd name="T17" fmla="*/ 2147483647 h 892"/>
                <a:gd name="T18" fmla="*/ 2147483647 w 294"/>
                <a:gd name="T19" fmla="*/ 2147483647 h 892"/>
                <a:gd name="T20" fmla="*/ 2147483647 w 294"/>
                <a:gd name="T21" fmla="*/ 2147483647 h 892"/>
                <a:gd name="T22" fmla="*/ 2147483647 w 294"/>
                <a:gd name="T23" fmla="*/ 2147483647 h 892"/>
                <a:gd name="T24" fmla="*/ 2147483647 w 294"/>
                <a:gd name="T25" fmla="*/ 2147483647 h 892"/>
                <a:gd name="T26" fmla="*/ 2147483647 w 294"/>
                <a:gd name="T27" fmla="*/ 2147483647 h 892"/>
                <a:gd name="T28" fmla="*/ 2147483647 w 294"/>
                <a:gd name="T29" fmla="*/ 2147483647 h 892"/>
                <a:gd name="T30" fmla="*/ 2147483647 w 294"/>
                <a:gd name="T31" fmla="*/ 2147483647 h 892"/>
                <a:gd name="T32" fmla="*/ 2147483647 w 294"/>
                <a:gd name="T33" fmla="*/ 2147483647 h 892"/>
                <a:gd name="T34" fmla="*/ 2147483647 w 294"/>
                <a:gd name="T35" fmla="*/ 2147483647 h 892"/>
                <a:gd name="T36" fmla="*/ 2147483647 w 294"/>
                <a:gd name="T37" fmla="*/ 2147483647 h 892"/>
                <a:gd name="T38" fmla="*/ 2147483647 w 294"/>
                <a:gd name="T39" fmla="*/ 2147483647 h 892"/>
                <a:gd name="T40" fmla="*/ 2147483647 w 294"/>
                <a:gd name="T41" fmla="*/ 2147483647 h 892"/>
                <a:gd name="T42" fmla="*/ 2147483647 w 294"/>
                <a:gd name="T43" fmla="*/ 2147483647 h 892"/>
                <a:gd name="T44" fmla="*/ 2147483647 w 294"/>
                <a:gd name="T45" fmla="*/ 2147483647 h 892"/>
                <a:gd name="T46" fmla="*/ 2147483647 w 294"/>
                <a:gd name="T47" fmla="*/ 2147483647 h 892"/>
                <a:gd name="T48" fmla="*/ 2147483647 w 294"/>
                <a:gd name="T49" fmla="*/ 2147483647 h 892"/>
                <a:gd name="T50" fmla="*/ 2147483647 w 294"/>
                <a:gd name="T51" fmla="*/ 2147483647 h 892"/>
                <a:gd name="T52" fmla="*/ 2147483647 w 294"/>
                <a:gd name="T53" fmla="*/ 2147483647 h 892"/>
                <a:gd name="T54" fmla="*/ 2147483647 w 294"/>
                <a:gd name="T55" fmla="*/ 2147483647 h 892"/>
                <a:gd name="T56" fmla="*/ 0 w 294"/>
                <a:gd name="T57" fmla="*/ 2147483647 h 892"/>
                <a:gd name="T58" fmla="*/ 2147483647 w 294"/>
                <a:gd name="T59" fmla="*/ 2147483647 h 892"/>
                <a:gd name="T60" fmla="*/ 2147483647 w 294"/>
                <a:gd name="T61" fmla="*/ 2147483647 h 892"/>
                <a:gd name="T62" fmla="*/ 2147483647 w 294"/>
                <a:gd name="T63" fmla="*/ 2147483647 h 892"/>
                <a:gd name="T64" fmla="*/ 2147483647 w 294"/>
                <a:gd name="T65" fmla="*/ 2147483647 h 892"/>
                <a:gd name="T66" fmla="*/ 2147483647 w 294"/>
                <a:gd name="T67" fmla="*/ 2147483647 h 892"/>
                <a:gd name="T68" fmla="*/ 2147483647 w 294"/>
                <a:gd name="T69" fmla="*/ 2147483647 h 892"/>
                <a:gd name="T70" fmla="*/ 2147483647 w 294"/>
                <a:gd name="T71" fmla="*/ 2147483647 h 892"/>
                <a:gd name="T72" fmla="*/ 2147483647 w 294"/>
                <a:gd name="T73" fmla="*/ 2147483647 h 892"/>
                <a:gd name="T74" fmla="*/ 2147483647 w 294"/>
                <a:gd name="T75" fmla="*/ 2147483647 h 892"/>
                <a:gd name="T76" fmla="*/ 2147483647 w 294"/>
                <a:gd name="T77" fmla="*/ 2147483647 h 892"/>
                <a:gd name="T78" fmla="*/ 2147483647 w 294"/>
                <a:gd name="T79" fmla="*/ 2147483647 h 892"/>
                <a:gd name="T80" fmla="*/ 2147483647 w 294"/>
                <a:gd name="T81" fmla="*/ 2147483647 h 892"/>
                <a:gd name="T82" fmla="*/ 2147483647 w 294"/>
                <a:gd name="T83" fmla="*/ 2147483647 h 892"/>
                <a:gd name="T84" fmla="*/ 2147483647 w 294"/>
                <a:gd name="T85" fmla="*/ 2147483647 h 892"/>
                <a:gd name="T86" fmla="*/ 2147483647 w 294"/>
                <a:gd name="T87" fmla="*/ 2147483647 h 892"/>
                <a:gd name="T88" fmla="*/ 2147483647 w 294"/>
                <a:gd name="T89" fmla="*/ 2147483647 h 892"/>
                <a:gd name="T90" fmla="*/ 2147483647 w 294"/>
                <a:gd name="T91" fmla="*/ 2147483647 h 892"/>
                <a:gd name="T92" fmla="*/ 2147483647 w 294"/>
                <a:gd name="T93" fmla="*/ 2147483647 h 892"/>
                <a:gd name="T94" fmla="*/ 2147483647 w 294"/>
                <a:gd name="T95" fmla="*/ 2147483647 h 892"/>
                <a:gd name="T96" fmla="*/ 2147483647 w 294"/>
                <a:gd name="T97" fmla="*/ 2147483647 h 892"/>
                <a:gd name="T98" fmla="*/ 2147483647 w 294"/>
                <a:gd name="T99" fmla="*/ 2147483647 h 892"/>
                <a:gd name="T100" fmla="*/ 2147483647 w 294"/>
                <a:gd name="T101" fmla="*/ 2147483647 h 892"/>
                <a:gd name="T102" fmla="*/ 2147483647 w 294"/>
                <a:gd name="T103" fmla="*/ 2147483647 h 892"/>
                <a:gd name="T104" fmla="*/ 2147483647 w 294"/>
                <a:gd name="T105" fmla="*/ 2147483647 h 892"/>
                <a:gd name="T106" fmla="*/ 2147483647 w 294"/>
                <a:gd name="T107" fmla="*/ 2147483647 h 892"/>
                <a:gd name="T108" fmla="*/ 2147483647 w 294"/>
                <a:gd name="T109" fmla="*/ 0 h 89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94"/>
                <a:gd name="T166" fmla="*/ 0 h 892"/>
                <a:gd name="T167" fmla="*/ 294 w 294"/>
                <a:gd name="T168" fmla="*/ 892 h 892"/>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94" h="892">
                  <a:moveTo>
                    <a:pt x="138" y="0"/>
                  </a:moveTo>
                  <a:lnTo>
                    <a:pt x="294" y="0"/>
                  </a:lnTo>
                  <a:lnTo>
                    <a:pt x="292" y="892"/>
                  </a:lnTo>
                  <a:lnTo>
                    <a:pt x="138" y="885"/>
                  </a:lnTo>
                  <a:lnTo>
                    <a:pt x="132" y="882"/>
                  </a:lnTo>
                  <a:lnTo>
                    <a:pt x="127" y="882"/>
                  </a:lnTo>
                  <a:lnTo>
                    <a:pt x="119" y="877"/>
                  </a:lnTo>
                  <a:lnTo>
                    <a:pt x="111" y="873"/>
                  </a:lnTo>
                  <a:lnTo>
                    <a:pt x="102" y="865"/>
                  </a:lnTo>
                  <a:lnTo>
                    <a:pt x="93" y="856"/>
                  </a:lnTo>
                  <a:lnTo>
                    <a:pt x="86" y="846"/>
                  </a:lnTo>
                  <a:lnTo>
                    <a:pt x="79" y="837"/>
                  </a:lnTo>
                  <a:lnTo>
                    <a:pt x="73" y="826"/>
                  </a:lnTo>
                  <a:lnTo>
                    <a:pt x="68" y="816"/>
                  </a:lnTo>
                  <a:lnTo>
                    <a:pt x="63" y="807"/>
                  </a:lnTo>
                  <a:lnTo>
                    <a:pt x="56" y="792"/>
                  </a:lnTo>
                  <a:lnTo>
                    <a:pt x="51" y="778"/>
                  </a:lnTo>
                  <a:lnTo>
                    <a:pt x="46" y="763"/>
                  </a:lnTo>
                  <a:lnTo>
                    <a:pt x="41" y="753"/>
                  </a:lnTo>
                  <a:lnTo>
                    <a:pt x="38" y="742"/>
                  </a:lnTo>
                  <a:lnTo>
                    <a:pt x="32" y="721"/>
                  </a:lnTo>
                  <a:lnTo>
                    <a:pt x="26" y="699"/>
                  </a:lnTo>
                  <a:lnTo>
                    <a:pt x="22" y="673"/>
                  </a:lnTo>
                  <a:lnTo>
                    <a:pt x="16" y="649"/>
                  </a:lnTo>
                  <a:lnTo>
                    <a:pt x="12" y="619"/>
                  </a:lnTo>
                  <a:lnTo>
                    <a:pt x="9" y="589"/>
                  </a:lnTo>
                  <a:lnTo>
                    <a:pt x="5" y="556"/>
                  </a:lnTo>
                  <a:lnTo>
                    <a:pt x="2" y="520"/>
                  </a:lnTo>
                  <a:lnTo>
                    <a:pt x="0" y="484"/>
                  </a:lnTo>
                  <a:lnTo>
                    <a:pt x="1" y="442"/>
                  </a:lnTo>
                  <a:lnTo>
                    <a:pt x="1" y="387"/>
                  </a:lnTo>
                  <a:lnTo>
                    <a:pt x="5" y="334"/>
                  </a:lnTo>
                  <a:lnTo>
                    <a:pt x="9" y="297"/>
                  </a:lnTo>
                  <a:lnTo>
                    <a:pt x="13" y="259"/>
                  </a:lnTo>
                  <a:lnTo>
                    <a:pt x="18" y="229"/>
                  </a:lnTo>
                  <a:lnTo>
                    <a:pt x="22" y="207"/>
                  </a:lnTo>
                  <a:lnTo>
                    <a:pt x="28" y="175"/>
                  </a:lnTo>
                  <a:lnTo>
                    <a:pt x="39" y="141"/>
                  </a:lnTo>
                  <a:lnTo>
                    <a:pt x="48" y="115"/>
                  </a:lnTo>
                  <a:lnTo>
                    <a:pt x="55" y="97"/>
                  </a:lnTo>
                  <a:lnTo>
                    <a:pt x="60" y="85"/>
                  </a:lnTo>
                  <a:lnTo>
                    <a:pt x="65" y="73"/>
                  </a:lnTo>
                  <a:lnTo>
                    <a:pt x="71" y="63"/>
                  </a:lnTo>
                  <a:lnTo>
                    <a:pt x="76" y="54"/>
                  </a:lnTo>
                  <a:lnTo>
                    <a:pt x="81" y="46"/>
                  </a:lnTo>
                  <a:lnTo>
                    <a:pt x="87" y="37"/>
                  </a:lnTo>
                  <a:lnTo>
                    <a:pt x="94" y="30"/>
                  </a:lnTo>
                  <a:lnTo>
                    <a:pt x="99" y="24"/>
                  </a:lnTo>
                  <a:lnTo>
                    <a:pt x="105" y="18"/>
                  </a:lnTo>
                  <a:lnTo>
                    <a:pt x="110" y="13"/>
                  </a:lnTo>
                  <a:lnTo>
                    <a:pt x="117" y="9"/>
                  </a:lnTo>
                  <a:lnTo>
                    <a:pt x="122" y="4"/>
                  </a:lnTo>
                  <a:lnTo>
                    <a:pt x="128" y="3"/>
                  </a:lnTo>
                  <a:lnTo>
                    <a:pt x="132" y="1"/>
                  </a:lnTo>
                  <a:lnTo>
                    <a:pt x="138" y="0"/>
                  </a:lnTo>
                  <a:close/>
                </a:path>
              </a:pathLst>
            </a:custGeom>
            <a:solidFill>
              <a:srgbClr val="202020"/>
            </a:solidFill>
            <a:ln w="9525">
              <a:noFill/>
              <a:round/>
              <a:headEnd/>
              <a:tailEnd/>
            </a:ln>
          </p:spPr>
          <p:txBody>
            <a:bodyPr/>
            <a:lstStyle/>
            <a:p>
              <a:endParaRPr lang="nl-BE"/>
            </a:p>
          </p:txBody>
        </p:sp>
        <p:sp>
          <p:nvSpPr>
            <p:cNvPr id="12656" name="Oval 357"/>
            <p:cNvSpPr>
              <a:spLocks noChangeArrowheads="1"/>
            </p:cNvSpPr>
            <p:nvPr/>
          </p:nvSpPr>
          <p:spPr bwMode="auto">
            <a:xfrm rot="-155667">
              <a:off x="2478088" y="4414838"/>
              <a:ext cx="114300" cy="230187"/>
            </a:xfrm>
            <a:prstGeom prst="ellipse">
              <a:avLst/>
            </a:prstGeom>
            <a:solidFill>
              <a:srgbClr val="606060"/>
            </a:solidFill>
            <a:ln w="9525">
              <a:noFill/>
              <a:round/>
              <a:headEnd/>
              <a:tailEnd/>
            </a:ln>
          </p:spPr>
          <p:txBody>
            <a:bodyPr/>
            <a:lstStyle/>
            <a:p>
              <a:pPr algn="ctr" eaLnBrk="0" hangingPunct="0"/>
              <a:endParaRPr lang="nl-BE"/>
            </a:p>
          </p:txBody>
        </p:sp>
        <p:sp>
          <p:nvSpPr>
            <p:cNvPr id="12657" name="Oval 358"/>
            <p:cNvSpPr>
              <a:spLocks noChangeArrowheads="1"/>
            </p:cNvSpPr>
            <p:nvPr/>
          </p:nvSpPr>
          <p:spPr bwMode="auto">
            <a:xfrm rot="-155667">
              <a:off x="2476500" y="4421188"/>
              <a:ext cx="106363" cy="214312"/>
            </a:xfrm>
            <a:prstGeom prst="ellipse">
              <a:avLst/>
            </a:prstGeom>
            <a:solidFill>
              <a:srgbClr val="404040"/>
            </a:solidFill>
            <a:ln w="9525">
              <a:noFill/>
              <a:round/>
              <a:headEnd/>
              <a:tailEnd/>
            </a:ln>
          </p:spPr>
          <p:txBody>
            <a:bodyPr/>
            <a:lstStyle/>
            <a:p>
              <a:pPr algn="ctr" eaLnBrk="0" hangingPunct="0"/>
              <a:endParaRPr lang="nl-BE"/>
            </a:p>
          </p:txBody>
        </p:sp>
        <p:sp>
          <p:nvSpPr>
            <p:cNvPr id="12658" name="Oval 359"/>
            <p:cNvSpPr>
              <a:spLocks noChangeArrowheads="1"/>
            </p:cNvSpPr>
            <p:nvPr/>
          </p:nvSpPr>
          <p:spPr bwMode="auto">
            <a:xfrm rot="-155667">
              <a:off x="2525713" y="4510088"/>
              <a:ext cx="19050" cy="39687"/>
            </a:xfrm>
            <a:prstGeom prst="ellipse">
              <a:avLst/>
            </a:prstGeom>
            <a:solidFill>
              <a:srgbClr val="202020"/>
            </a:solidFill>
            <a:ln w="9525">
              <a:noFill/>
              <a:round/>
              <a:headEnd/>
              <a:tailEnd/>
            </a:ln>
          </p:spPr>
          <p:txBody>
            <a:bodyPr/>
            <a:lstStyle/>
            <a:p>
              <a:pPr algn="ctr" eaLnBrk="0" hangingPunct="0"/>
              <a:endParaRPr lang="nl-BE"/>
            </a:p>
          </p:txBody>
        </p:sp>
        <p:sp>
          <p:nvSpPr>
            <p:cNvPr id="12659" name="Freeform 360"/>
            <p:cNvSpPr>
              <a:spLocks/>
            </p:cNvSpPr>
            <p:nvPr/>
          </p:nvSpPr>
          <p:spPr bwMode="auto">
            <a:xfrm rot="-155667">
              <a:off x="2921000" y="4306888"/>
              <a:ext cx="207963" cy="339725"/>
            </a:xfrm>
            <a:custGeom>
              <a:avLst/>
              <a:gdLst>
                <a:gd name="T0" fmla="*/ 0 w 315"/>
                <a:gd name="T1" fmla="*/ 0 h 778"/>
                <a:gd name="T2" fmla="*/ 2147483647 w 315"/>
                <a:gd name="T3" fmla="*/ 2147483647 h 778"/>
                <a:gd name="T4" fmla="*/ 2147483647 w 315"/>
                <a:gd name="T5" fmla="*/ 2147483647 h 778"/>
                <a:gd name="T6" fmla="*/ 2147483647 w 315"/>
                <a:gd name="T7" fmla="*/ 2147483647 h 778"/>
                <a:gd name="T8" fmla="*/ 0 w 315"/>
                <a:gd name="T9" fmla="*/ 0 h 778"/>
                <a:gd name="T10" fmla="*/ 0 60000 65536"/>
                <a:gd name="T11" fmla="*/ 0 60000 65536"/>
                <a:gd name="T12" fmla="*/ 0 60000 65536"/>
                <a:gd name="T13" fmla="*/ 0 60000 65536"/>
                <a:gd name="T14" fmla="*/ 0 60000 65536"/>
                <a:gd name="T15" fmla="*/ 0 w 315"/>
                <a:gd name="T16" fmla="*/ 0 h 778"/>
                <a:gd name="T17" fmla="*/ 315 w 315"/>
                <a:gd name="T18" fmla="*/ 778 h 778"/>
              </a:gdLst>
              <a:ahLst/>
              <a:cxnLst>
                <a:cxn ang="T10">
                  <a:pos x="T0" y="T1"/>
                </a:cxn>
                <a:cxn ang="T11">
                  <a:pos x="T2" y="T3"/>
                </a:cxn>
                <a:cxn ang="T12">
                  <a:pos x="T4" y="T5"/>
                </a:cxn>
                <a:cxn ang="T13">
                  <a:pos x="T6" y="T7"/>
                </a:cxn>
                <a:cxn ang="T14">
                  <a:pos x="T8" y="T9"/>
                </a:cxn>
              </a:cxnLst>
              <a:rect l="T15" t="T16" r="T17" b="T18"/>
              <a:pathLst>
                <a:path w="315" h="778">
                  <a:moveTo>
                    <a:pt x="0" y="0"/>
                  </a:moveTo>
                  <a:lnTo>
                    <a:pt x="315" y="10"/>
                  </a:lnTo>
                  <a:lnTo>
                    <a:pt x="315" y="778"/>
                  </a:lnTo>
                  <a:lnTo>
                    <a:pt x="5" y="762"/>
                  </a:lnTo>
                  <a:lnTo>
                    <a:pt x="0" y="0"/>
                  </a:lnTo>
                  <a:close/>
                </a:path>
              </a:pathLst>
            </a:custGeom>
            <a:solidFill>
              <a:srgbClr val="606060"/>
            </a:solidFill>
            <a:ln w="9525">
              <a:noFill/>
              <a:round/>
              <a:headEnd/>
              <a:tailEnd/>
            </a:ln>
          </p:spPr>
          <p:txBody>
            <a:bodyPr/>
            <a:lstStyle/>
            <a:p>
              <a:endParaRPr lang="nl-BE"/>
            </a:p>
          </p:txBody>
        </p:sp>
        <p:sp>
          <p:nvSpPr>
            <p:cNvPr id="12660" name="Freeform 361"/>
            <p:cNvSpPr>
              <a:spLocks/>
            </p:cNvSpPr>
            <p:nvPr/>
          </p:nvSpPr>
          <p:spPr bwMode="auto">
            <a:xfrm rot="-155667">
              <a:off x="2917825" y="4306888"/>
              <a:ext cx="207963" cy="238125"/>
            </a:xfrm>
            <a:custGeom>
              <a:avLst/>
              <a:gdLst>
                <a:gd name="T0" fmla="*/ 0 w 315"/>
                <a:gd name="T1" fmla="*/ 0 h 544"/>
                <a:gd name="T2" fmla="*/ 2147483647 w 315"/>
                <a:gd name="T3" fmla="*/ 2147483647 h 544"/>
                <a:gd name="T4" fmla="*/ 2147483647 w 315"/>
                <a:gd name="T5" fmla="*/ 2147483647 h 544"/>
                <a:gd name="T6" fmla="*/ 2147483647 w 315"/>
                <a:gd name="T7" fmla="*/ 2147483647 h 544"/>
                <a:gd name="T8" fmla="*/ 0 w 315"/>
                <a:gd name="T9" fmla="*/ 0 h 544"/>
                <a:gd name="T10" fmla="*/ 0 60000 65536"/>
                <a:gd name="T11" fmla="*/ 0 60000 65536"/>
                <a:gd name="T12" fmla="*/ 0 60000 65536"/>
                <a:gd name="T13" fmla="*/ 0 60000 65536"/>
                <a:gd name="T14" fmla="*/ 0 60000 65536"/>
                <a:gd name="T15" fmla="*/ 0 w 315"/>
                <a:gd name="T16" fmla="*/ 0 h 544"/>
                <a:gd name="T17" fmla="*/ 315 w 315"/>
                <a:gd name="T18" fmla="*/ 544 h 544"/>
              </a:gdLst>
              <a:ahLst/>
              <a:cxnLst>
                <a:cxn ang="T10">
                  <a:pos x="T0" y="T1"/>
                </a:cxn>
                <a:cxn ang="T11">
                  <a:pos x="T2" y="T3"/>
                </a:cxn>
                <a:cxn ang="T12">
                  <a:pos x="T4" y="T5"/>
                </a:cxn>
                <a:cxn ang="T13">
                  <a:pos x="T6" y="T7"/>
                </a:cxn>
                <a:cxn ang="T14">
                  <a:pos x="T8" y="T9"/>
                </a:cxn>
              </a:cxnLst>
              <a:rect l="T15" t="T16" r="T17" b="T18"/>
              <a:pathLst>
                <a:path w="315" h="544">
                  <a:moveTo>
                    <a:pt x="0" y="0"/>
                  </a:moveTo>
                  <a:lnTo>
                    <a:pt x="315" y="10"/>
                  </a:lnTo>
                  <a:lnTo>
                    <a:pt x="315" y="544"/>
                  </a:lnTo>
                  <a:lnTo>
                    <a:pt x="2" y="514"/>
                  </a:lnTo>
                  <a:lnTo>
                    <a:pt x="0" y="0"/>
                  </a:lnTo>
                  <a:close/>
                </a:path>
              </a:pathLst>
            </a:custGeom>
            <a:solidFill>
              <a:srgbClr val="404040"/>
            </a:solidFill>
            <a:ln w="9525">
              <a:noFill/>
              <a:round/>
              <a:headEnd/>
              <a:tailEnd/>
            </a:ln>
          </p:spPr>
          <p:txBody>
            <a:bodyPr/>
            <a:lstStyle/>
            <a:p>
              <a:endParaRPr lang="nl-BE"/>
            </a:p>
          </p:txBody>
        </p:sp>
        <p:sp>
          <p:nvSpPr>
            <p:cNvPr id="12661" name="Freeform 362"/>
            <p:cNvSpPr>
              <a:spLocks/>
            </p:cNvSpPr>
            <p:nvPr/>
          </p:nvSpPr>
          <p:spPr bwMode="auto">
            <a:xfrm rot="-155667">
              <a:off x="2209800" y="4314825"/>
              <a:ext cx="200025" cy="307975"/>
            </a:xfrm>
            <a:custGeom>
              <a:avLst/>
              <a:gdLst>
                <a:gd name="T0" fmla="*/ 0 w 304"/>
                <a:gd name="T1" fmla="*/ 0 h 702"/>
                <a:gd name="T2" fmla="*/ 2147483647 w 304"/>
                <a:gd name="T3" fmla="*/ 2147483647 h 702"/>
                <a:gd name="T4" fmla="*/ 2147483647 w 304"/>
                <a:gd name="T5" fmla="*/ 2147483647 h 702"/>
                <a:gd name="T6" fmla="*/ 0 w 304"/>
                <a:gd name="T7" fmla="*/ 2147483647 h 702"/>
                <a:gd name="T8" fmla="*/ 0 w 304"/>
                <a:gd name="T9" fmla="*/ 0 h 702"/>
                <a:gd name="T10" fmla="*/ 0 60000 65536"/>
                <a:gd name="T11" fmla="*/ 0 60000 65536"/>
                <a:gd name="T12" fmla="*/ 0 60000 65536"/>
                <a:gd name="T13" fmla="*/ 0 60000 65536"/>
                <a:gd name="T14" fmla="*/ 0 60000 65536"/>
                <a:gd name="T15" fmla="*/ 0 w 304"/>
                <a:gd name="T16" fmla="*/ 0 h 702"/>
                <a:gd name="T17" fmla="*/ 304 w 304"/>
                <a:gd name="T18" fmla="*/ 702 h 702"/>
              </a:gdLst>
              <a:ahLst/>
              <a:cxnLst>
                <a:cxn ang="T10">
                  <a:pos x="T0" y="T1"/>
                </a:cxn>
                <a:cxn ang="T11">
                  <a:pos x="T2" y="T3"/>
                </a:cxn>
                <a:cxn ang="T12">
                  <a:pos x="T4" y="T5"/>
                </a:cxn>
                <a:cxn ang="T13">
                  <a:pos x="T6" y="T7"/>
                </a:cxn>
                <a:cxn ang="T14">
                  <a:pos x="T8" y="T9"/>
                </a:cxn>
              </a:cxnLst>
              <a:rect l="T15" t="T16" r="T17" b="T18"/>
              <a:pathLst>
                <a:path w="304" h="702">
                  <a:moveTo>
                    <a:pt x="0" y="0"/>
                  </a:moveTo>
                  <a:lnTo>
                    <a:pt x="304" y="4"/>
                  </a:lnTo>
                  <a:lnTo>
                    <a:pt x="304" y="702"/>
                  </a:lnTo>
                  <a:lnTo>
                    <a:pt x="0" y="687"/>
                  </a:lnTo>
                  <a:lnTo>
                    <a:pt x="0" y="0"/>
                  </a:lnTo>
                  <a:close/>
                </a:path>
              </a:pathLst>
            </a:custGeom>
            <a:solidFill>
              <a:srgbClr val="606060"/>
            </a:solidFill>
            <a:ln w="9525">
              <a:noFill/>
              <a:round/>
              <a:headEnd/>
              <a:tailEnd/>
            </a:ln>
          </p:spPr>
          <p:txBody>
            <a:bodyPr/>
            <a:lstStyle/>
            <a:p>
              <a:endParaRPr lang="nl-BE"/>
            </a:p>
          </p:txBody>
        </p:sp>
        <p:sp>
          <p:nvSpPr>
            <p:cNvPr id="12662" name="Freeform 363"/>
            <p:cNvSpPr>
              <a:spLocks/>
            </p:cNvSpPr>
            <p:nvPr/>
          </p:nvSpPr>
          <p:spPr bwMode="auto">
            <a:xfrm rot="-155667">
              <a:off x="2205038" y="4314825"/>
              <a:ext cx="200025" cy="165100"/>
            </a:xfrm>
            <a:custGeom>
              <a:avLst/>
              <a:gdLst>
                <a:gd name="T0" fmla="*/ 0 w 304"/>
                <a:gd name="T1" fmla="*/ 0 h 378"/>
                <a:gd name="T2" fmla="*/ 2147483647 w 304"/>
                <a:gd name="T3" fmla="*/ 2147483647 h 378"/>
                <a:gd name="T4" fmla="*/ 2147483647 w 304"/>
                <a:gd name="T5" fmla="*/ 2147483647 h 378"/>
                <a:gd name="T6" fmla="*/ 0 w 304"/>
                <a:gd name="T7" fmla="*/ 2147483647 h 378"/>
                <a:gd name="T8" fmla="*/ 0 w 304"/>
                <a:gd name="T9" fmla="*/ 0 h 378"/>
                <a:gd name="T10" fmla="*/ 0 60000 65536"/>
                <a:gd name="T11" fmla="*/ 0 60000 65536"/>
                <a:gd name="T12" fmla="*/ 0 60000 65536"/>
                <a:gd name="T13" fmla="*/ 0 60000 65536"/>
                <a:gd name="T14" fmla="*/ 0 60000 65536"/>
                <a:gd name="T15" fmla="*/ 0 w 304"/>
                <a:gd name="T16" fmla="*/ 0 h 378"/>
                <a:gd name="T17" fmla="*/ 304 w 304"/>
                <a:gd name="T18" fmla="*/ 378 h 378"/>
              </a:gdLst>
              <a:ahLst/>
              <a:cxnLst>
                <a:cxn ang="T10">
                  <a:pos x="T0" y="T1"/>
                </a:cxn>
                <a:cxn ang="T11">
                  <a:pos x="T2" y="T3"/>
                </a:cxn>
                <a:cxn ang="T12">
                  <a:pos x="T4" y="T5"/>
                </a:cxn>
                <a:cxn ang="T13">
                  <a:pos x="T6" y="T7"/>
                </a:cxn>
                <a:cxn ang="T14">
                  <a:pos x="T8" y="T9"/>
                </a:cxn>
              </a:cxnLst>
              <a:rect l="T15" t="T16" r="T17" b="T18"/>
              <a:pathLst>
                <a:path w="304" h="378">
                  <a:moveTo>
                    <a:pt x="0" y="0"/>
                  </a:moveTo>
                  <a:lnTo>
                    <a:pt x="304" y="4"/>
                  </a:lnTo>
                  <a:lnTo>
                    <a:pt x="304" y="378"/>
                  </a:lnTo>
                  <a:lnTo>
                    <a:pt x="0" y="333"/>
                  </a:lnTo>
                  <a:lnTo>
                    <a:pt x="0" y="0"/>
                  </a:lnTo>
                  <a:close/>
                </a:path>
              </a:pathLst>
            </a:custGeom>
            <a:solidFill>
              <a:srgbClr val="404040"/>
            </a:solidFill>
            <a:ln w="9525">
              <a:noFill/>
              <a:round/>
              <a:headEnd/>
              <a:tailEnd/>
            </a:ln>
          </p:spPr>
          <p:txBody>
            <a:bodyPr/>
            <a:lstStyle/>
            <a:p>
              <a:endParaRPr lang="nl-BE"/>
            </a:p>
          </p:txBody>
        </p:sp>
        <p:sp>
          <p:nvSpPr>
            <p:cNvPr id="12663" name="Freeform 364"/>
            <p:cNvSpPr>
              <a:spLocks/>
            </p:cNvSpPr>
            <p:nvPr/>
          </p:nvSpPr>
          <p:spPr bwMode="auto">
            <a:xfrm rot="-155667">
              <a:off x="2276475" y="4313238"/>
              <a:ext cx="677863" cy="179387"/>
            </a:xfrm>
            <a:custGeom>
              <a:avLst/>
              <a:gdLst>
                <a:gd name="T0" fmla="*/ 2147483647 w 1034"/>
                <a:gd name="T1" fmla="*/ 0 h 412"/>
                <a:gd name="T2" fmla="*/ 2147483647 w 1034"/>
                <a:gd name="T3" fmla="*/ 2147483647 h 412"/>
                <a:gd name="T4" fmla="*/ 2147483647 w 1034"/>
                <a:gd name="T5" fmla="*/ 2147483647 h 412"/>
                <a:gd name="T6" fmla="*/ 2147483647 w 1034"/>
                <a:gd name="T7" fmla="*/ 2147483647 h 412"/>
                <a:gd name="T8" fmla="*/ 2147483647 w 1034"/>
                <a:gd name="T9" fmla="*/ 2147483647 h 412"/>
                <a:gd name="T10" fmla="*/ 2147483647 w 1034"/>
                <a:gd name="T11" fmla="*/ 2147483647 h 412"/>
                <a:gd name="T12" fmla="*/ 2147483647 w 1034"/>
                <a:gd name="T13" fmla="*/ 2147483647 h 412"/>
                <a:gd name="T14" fmla="*/ 2147483647 w 1034"/>
                <a:gd name="T15" fmla="*/ 2147483647 h 412"/>
                <a:gd name="T16" fmla="*/ 2147483647 w 1034"/>
                <a:gd name="T17" fmla="*/ 2147483647 h 412"/>
                <a:gd name="T18" fmla="*/ 0 w 1034"/>
                <a:gd name="T19" fmla="*/ 2147483647 h 412"/>
                <a:gd name="T20" fmla="*/ 0 w 1034"/>
                <a:gd name="T21" fmla="*/ 2147483647 h 412"/>
                <a:gd name="T22" fmla="*/ 2147483647 w 1034"/>
                <a:gd name="T23" fmla="*/ 2147483647 h 412"/>
                <a:gd name="T24" fmla="*/ 2147483647 w 1034"/>
                <a:gd name="T25" fmla="*/ 0 h 41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34"/>
                <a:gd name="T40" fmla="*/ 0 h 412"/>
                <a:gd name="T41" fmla="*/ 1034 w 1034"/>
                <a:gd name="T42" fmla="*/ 412 h 41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34" h="412">
                  <a:moveTo>
                    <a:pt x="151" y="0"/>
                  </a:moveTo>
                  <a:lnTo>
                    <a:pt x="217" y="4"/>
                  </a:lnTo>
                  <a:lnTo>
                    <a:pt x="217" y="208"/>
                  </a:lnTo>
                  <a:lnTo>
                    <a:pt x="819" y="237"/>
                  </a:lnTo>
                  <a:lnTo>
                    <a:pt x="819" y="27"/>
                  </a:lnTo>
                  <a:lnTo>
                    <a:pt x="888" y="30"/>
                  </a:lnTo>
                  <a:lnTo>
                    <a:pt x="888" y="241"/>
                  </a:lnTo>
                  <a:lnTo>
                    <a:pt x="1034" y="247"/>
                  </a:lnTo>
                  <a:lnTo>
                    <a:pt x="1034" y="412"/>
                  </a:lnTo>
                  <a:lnTo>
                    <a:pt x="0" y="351"/>
                  </a:lnTo>
                  <a:lnTo>
                    <a:pt x="0" y="208"/>
                  </a:lnTo>
                  <a:lnTo>
                    <a:pt x="151" y="214"/>
                  </a:lnTo>
                  <a:lnTo>
                    <a:pt x="151" y="0"/>
                  </a:lnTo>
                  <a:close/>
                </a:path>
              </a:pathLst>
            </a:custGeom>
            <a:solidFill>
              <a:srgbClr val="A0A0A0"/>
            </a:solidFill>
            <a:ln w="6350">
              <a:solidFill>
                <a:srgbClr val="000000"/>
              </a:solidFill>
              <a:prstDash val="solid"/>
              <a:round/>
              <a:headEnd/>
              <a:tailEnd/>
            </a:ln>
          </p:spPr>
          <p:txBody>
            <a:bodyPr/>
            <a:lstStyle/>
            <a:p>
              <a:endParaRPr lang="nl-BE"/>
            </a:p>
          </p:txBody>
        </p:sp>
        <p:sp>
          <p:nvSpPr>
            <p:cNvPr id="12664" name="Freeform 365"/>
            <p:cNvSpPr>
              <a:spLocks/>
            </p:cNvSpPr>
            <p:nvPr/>
          </p:nvSpPr>
          <p:spPr bwMode="auto">
            <a:xfrm rot="-155667">
              <a:off x="2416175" y="4322763"/>
              <a:ext cx="20638" cy="88900"/>
            </a:xfrm>
            <a:custGeom>
              <a:avLst/>
              <a:gdLst>
                <a:gd name="T0" fmla="*/ 0 w 32"/>
                <a:gd name="T1" fmla="*/ 0 h 205"/>
                <a:gd name="T2" fmla="*/ 2147483647 w 32"/>
                <a:gd name="T3" fmla="*/ 2147483647 h 205"/>
                <a:gd name="T4" fmla="*/ 2147483647 w 32"/>
                <a:gd name="T5" fmla="*/ 2147483647 h 205"/>
                <a:gd name="T6" fmla="*/ 0 w 32"/>
                <a:gd name="T7" fmla="*/ 2147483647 h 205"/>
                <a:gd name="T8" fmla="*/ 0 w 32"/>
                <a:gd name="T9" fmla="*/ 0 h 205"/>
                <a:gd name="T10" fmla="*/ 0 60000 65536"/>
                <a:gd name="T11" fmla="*/ 0 60000 65536"/>
                <a:gd name="T12" fmla="*/ 0 60000 65536"/>
                <a:gd name="T13" fmla="*/ 0 60000 65536"/>
                <a:gd name="T14" fmla="*/ 0 60000 65536"/>
                <a:gd name="T15" fmla="*/ 0 w 32"/>
                <a:gd name="T16" fmla="*/ 0 h 205"/>
                <a:gd name="T17" fmla="*/ 32 w 32"/>
                <a:gd name="T18" fmla="*/ 205 h 205"/>
              </a:gdLst>
              <a:ahLst/>
              <a:cxnLst>
                <a:cxn ang="T10">
                  <a:pos x="T0" y="T1"/>
                </a:cxn>
                <a:cxn ang="T11">
                  <a:pos x="T2" y="T3"/>
                </a:cxn>
                <a:cxn ang="T12">
                  <a:pos x="T4" y="T5"/>
                </a:cxn>
                <a:cxn ang="T13">
                  <a:pos x="T6" y="T7"/>
                </a:cxn>
                <a:cxn ang="T14">
                  <a:pos x="T8" y="T9"/>
                </a:cxn>
              </a:cxnLst>
              <a:rect l="T15" t="T16" r="T17" b="T18"/>
              <a:pathLst>
                <a:path w="32" h="205">
                  <a:moveTo>
                    <a:pt x="0" y="0"/>
                  </a:moveTo>
                  <a:lnTo>
                    <a:pt x="32" y="4"/>
                  </a:lnTo>
                  <a:lnTo>
                    <a:pt x="32" y="178"/>
                  </a:lnTo>
                  <a:lnTo>
                    <a:pt x="0" y="205"/>
                  </a:lnTo>
                  <a:lnTo>
                    <a:pt x="0" y="0"/>
                  </a:lnTo>
                  <a:close/>
                </a:path>
              </a:pathLst>
            </a:custGeom>
            <a:solidFill>
              <a:srgbClr val="606060"/>
            </a:solidFill>
            <a:ln w="6350">
              <a:solidFill>
                <a:srgbClr val="000000"/>
              </a:solidFill>
              <a:prstDash val="solid"/>
              <a:round/>
              <a:headEnd/>
              <a:tailEnd/>
            </a:ln>
          </p:spPr>
          <p:txBody>
            <a:bodyPr/>
            <a:lstStyle/>
            <a:p>
              <a:endParaRPr lang="nl-BE"/>
            </a:p>
          </p:txBody>
        </p:sp>
        <p:sp>
          <p:nvSpPr>
            <p:cNvPr id="12665" name="Freeform 366"/>
            <p:cNvSpPr>
              <a:spLocks/>
            </p:cNvSpPr>
            <p:nvPr/>
          </p:nvSpPr>
          <p:spPr bwMode="auto">
            <a:xfrm rot="-155667">
              <a:off x="2278063" y="4403725"/>
              <a:ext cx="98425" cy="14288"/>
            </a:xfrm>
            <a:custGeom>
              <a:avLst/>
              <a:gdLst>
                <a:gd name="T0" fmla="*/ 0 w 150"/>
                <a:gd name="T1" fmla="*/ 2147483647 h 32"/>
                <a:gd name="T2" fmla="*/ 2147483647 w 150"/>
                <a:gd name="T3" fmla="*/ 2147483647 h 32"/>
                <a:gd name="T4" fmla="*/ 2147483647 w 150"/>
                <a:gd name="T5" fmla="*/ 2147483647 h 32"/>
                <a:gd name="T6" fmla="*/ 2147483647 w 150"/>
                <a:gd name="T7" fmla="*/ 0 h 32"/>
                <a:gd name="T8" fmla="*/ 0 w 150"/>
                <a:gd name="T9" fmla="*/ 2147483647 h 32"/>
                <a:gd name="T10" fmla="*/ 0 60000 65536"/>
                <a:gd name="T11" fmla="*/ 0 60000 65536"/>
                <a:gd name="T12" fmla="*/ 0 60000 65536"/>
                <a:gd name="T13" fmla="*/ 0 60000 65536"/>
                <a:gd name="T14" fmla="*/ 0 60000 65536"/>
                <a:gd name="T15" fmla="*/ 0 w 150"/>
                <a:gd name="T16" fmla="*/ 0 h 32"/>
                <a:gd name="T17" fmla="*/ 150 w 150"/>
                <a:gd name="T18" fmla="*/ 32 h 32"/>
              </a:gdLst>
              <a:ahLst/>
              <a:cxnLst>
                <a:cxn ang="T10">
                  <a:pos x="T0" y="T1"/>
                </a:cxn>
                <a:cxn ang="T11">
                  <a:pos x="T2" y="T3"/>
                </a:cxn>
                <a:cxn ang="T12">
                  <a:pos x="T4" y="T5"/>
                </a:cxn>
                <a:cxn ang="T13">
                  <a:pos x="T6" y="T7"/>
                </a:cxn>
                <a:cxn ang="T14">
                  <a:pos x="T8" y="T9"/>
                </a:cxn>
              </a:cxnLst>
              <a:rect l="T15" t="T16" r="T17" b="T18"/>
              <a:pathLst>
                <a:path w="150" h="32">
                  <a:moveTo>
                    <a:pt x="0" y="29"/>
                  </a:moveTo>
                  <a:lnTo>
                    <a:pt x="150" y="32"/>
                  </a:lnTo>
                  <a:lnTo>
                    <a:pt x="150" y="2"/>
                  </a:lnTo>
                  <a:lnTo>
                    <a:pt x="30" y="0"/>
                  </a:lnTo>
                  <a:lnTo>
                    <a:pt x="0" y="29"/>
                  </a:lnTo>
                  <a:close/>
                </a:path>
              </a:pathLst>
            </a:custGeom>
            <a:solidFill>
              <a:srgbClr val="808080"/>
            </a:solidFill>
            <a:ln w="6350">
              <a:solidFill>
                <a:srgbClr val="000000"/>
              </a:solidFill>
              <a:prstDash val="solid"/>
              <a:round/>
              <a:headEnd/>
              <a:tailEnd/>
            </a:ln>
          </p:spPr>
          <p:txBody>
            <a:bodyPr/>
            <a:lstStyle/>
            <a:p>
              <a:endParaRPr lang="nl-BE"/>
            </a:p>
          </p:txBody>
        </p:sp>
        <p:sp>
          <p:nvSpPr>
            <p:cNvPr id="12666" name="Freeform 367"/>
            <p:cNvSpPr>
              <a:spLocks/>
            </p:cNvSpPr>
            <p:nvPr/>
          </p:nvSpPr>
          <p:spPr bwMode="auto">
            <a:xfrm rot="-155667">
              <a:off x="2419350" y="4392613"/>
              <a:ext cx="393700" cy="22225"/>
            </a:xfrm>
            <a:custGeom>
              <a:avLst/>
              <a:gdLst>
                <a:gd name="T0" fmla="*/ 0 w 600"/>
                <a:gd name="T1" fmla="*/ 2147483647 h 54"/>
                <a:gd name="T2" fmla="*/ 2147483647 w 600"/>
                <a:gd name="T3" fmla="*/ 0 h 54"/>
                <a:gd name="T4" fmla="*/ 2147483647 w 600"/>
                <a:gd name="T5" fmla="*/ 2147483647 h 54"/>
                <a:gd name="T6" fmla="*/ 2147483647 w 600"/>
                <a:gd name="T7" fmla="*/ 2147483647 h 54"/>
                <a:gd name="T8" fmla="*/ 0 w 600"/>
                <a:gd name="T9" fmla="*/ 2147483647 h 54"/>
                <a:gd name="T10" fmla="*/ 0 60000 65536"/>
                <a:gd name="T11" fmla="*/ 0 60000 65536"/>
                <a:gd name="T12" fmla="*/ 0 60000 65536"/>
                <a:gd name="T13" fmla="*/ 0 60000 65536"/>
                <a:gd name="T14" fmla="*/ 0 60000 65536"/>
                <a:gd name="T15" fmla="*/ 0 w 600"/>
                <a:gd name="T16" fmla="*/ 0 h 54"/>
                <a:gd name="T17" fmla="*/ 600 w 600"/>
                <a:gd name="T18" fmla="*/ 54 h 54"/>
              </a:gdLst>
              <a:ahLst/>
              <a:cxnLst>
                <a:cxn ang="T10">
                  <a:pos x="T0" y="T1"/>
                </a:cxn>
                <a:cxn ang="T11">
                  <a:pos x="T2" y="T3"/>
                </a:cxn>
                <a:cxn ang="T12">
                  <a:pos x="T4" y="T5"/>
                </a:cxn>
                <a:cxn ang="T13">
                  <a:pos x="T6" y="T7"/>
                </a:cxn>
                <a:cxn ang="T14">
                  <a:pos x="T8" y="T9"/>
                </a:cxn>
              </a:cxnLst>
              <a:rect l="T15" t="T16" r="T17" b="T18"/>
              <a:pathLst>
                <a:path w="600" h="54">
                  <a:moveTo>
                    <a:pt x="0" y="28"/>
                  </a:moveTo>
                  <a:lnTo>
                    <a:pt x="32" y="0"/>
                  </a:lnTo>
                  <a:lnTo>
                    <a:pt x="600" y="22"/>
                  </a:lnTo>
                  <a:lnTo>
                    <a:pt x="600" y="54"/>
                  </a:lnTo>
                  <a:lnTo>
                    <a:pt x="0" y="28"/>
                  </a:lnTo>
                  <a:close/>
                </a:path>
              </a:pathLst>
            </a:custGeom>
            <a:solidFill>
              <a:srgbClr val="808080"/>
            </a:solidFill>
            <a:ln w="6350">
              <a:solidFill>
                <a:srgbClr val="000000"/>
              </a:solidFill>
              <a:prstDash val="solid"/>
              <a:round/>
              <a:headEnd/>
              <a:tailEnd/>
            </a:ln>
          </p:spPr>
          <p:txBody>
            <a:bodyPr/>
            <a:lstStyle/>
            <a:p>
              <a:endParaRPr lang="nl-BE"/>
            </a:p>
          </p:txBody>
        </p:sp>
        <p:sp>
          <p:nvSpPr>
            <p:cNvPr id="12667" name="Freeform 368"/>
            <p:cNvSpPr>
              <a:spLocks/>
            </p:cNvSpPr>
            <p:nvPr/>
          </p:nvSpPr>
          <p:spPr bwMode="auto">
            <a:xfrm rot="-155667">
              <a:off x="2855913" y="4313238"/>
              <a:ext cx="20637" cy="93662"/>
            </a:xfrm>
            <a:custGeom>
              <a:avLst/>
              <a:gdLst>
                <a:gd name="T0" fmla="*/ 0 w 32"/>
                <a:gd name="T1" fmla="*/ 2147483647 h 217"/>
                <a:gd name="T2" fmla="*/ 2147483647 w 32"/>
                <a:gd name="T3" fmla="*/ 0 h 217"/>
                <a:gd name="T4" fmla="*/ 2147483647 w 32"/>
                <a:gd name="T5" fmla="*/ 2147483647 h 217"/>
                <a:gd name="T6" fmla="*/ 0 w 32"/>
                <a:gd name="T7" fmla="*/ 2147483647 h 217"/>
                <a:gd name="T8" fmla="*/ 0 w 32"/>
                <a:gd name="T9" fmla="*/ 2147483647 h 217"/>
                <a:gd name="T10" fmla="*/ 0 60000 65536"/>
                <a:gd name="T11" fmla="*/ 0 60000 65536"/>
                <a:gd name="T12" fmla="*/ 0 60000 65536"/>
                <a:gd name="T13" fmla="*/ 0 60000 65536"/>
                <a:gd name="T14" fmla="*/ 0 60000 65536"/>
                <a:gd name="T15" fmla="*/ 0 w 32"/>
                <a:gd name="T16" fmla="*/ 0 h 217"/>
                <a:gd name="T17" fmla="*/ 32 w 32"/>
                <a:gd name="T18" fmla="*/ 217 h 217"/>
              </a:gdLst>
              <a:ahLst/>
              <a:cxnLst>
                <a:cxn ang="T10">
                  <a:pos x="T0" y="T1"/>
                </a:cxn>
                <a:cxn ang="T11">
                  <a:pos x="T2" y="T3"/>
                </a:cxn>
                <a:cxn ang="T12">
                  <a:pos x="T4" y="T5"/>
                </a:cxn>
                <a:cxn ang="T13">
                  <a:pos x="T6" y="T7"/>
                </a:cxn>
                <a:cxn ang="T14">
                  <a:pos x="T8" y="T9"/>
                </a:cxn>
              </a:cxnLst>
              <a:rect l="T15" t="T16" r="T17" b="T18"/>
              <a:pathLst>
                <a:path w="32" h="217">
                  <a:moveTo>
                    <a:pt x="0" y="1"/>
                  </a:moveTo>
                  <a:lnTo>
                    <a:pt x="32" y="0"/>
                  </a:lnTo>
                  <a:lnTo>
                    <a:pt x="32" y="187"/>
                  </a:lnTo>
                  <a:lnTo>
                    <a:pt x="0" y="217"/>
                  </a:lnTo>
                  <a:lnTo>
                    <a:pt x="0" y="1"/>
                  </a:lnTo>
                  <a:close/>
                </a:path>
              </a:pathLst>
            </a:custGeom>
            <a:solidFill>
              <a:srgbClr val="606060"/>
            </a:solidFill>
            <a:ln w="6350">
              <a:solidFill>
                <a:srgbClr val="000000"/>
              </a:solidFill>
              <a:prstDash val="solid"/>
              <a:round/>
              <a:headEnd/>
              <a:tailEnd/>
            </a:ln>
          </p:spPr>
          <p:txBody>
            <a:bodyPr/>
            <a:lstStyle/>
            <a:p>
              <a:endParaRPr lang="nl-BE"/>
            </a:p>
          </p:txBody>
        </p:sp>
        <p:sp>
          <p:nvSpPr>
            <p:cNvPr id="12668" name="Freeform 369"/>
            <p:cNvSpPr>
              <a:spLocks/>
            </p:cNvSpPr>
            <p:nvPr/>
          </p:nvSpPr>
          <p:spPr bwMode="auto">
            <a:xfrm rot="-155667">
              <a:off x="2859088" y="4391025"/>
              <a:ext cx="115887" cy="14288"/>
            </a:xfrm>
            <a:custGeom>
              <a:avLst/>
              <a:gdLst>
                <a:gd name="T0" fmla="*/ 0 w 176"/>
                <a:gd name="T1" fmla="*/ 2147483647 h 34"/>
                <a:gd name="T2" fmla="*/ 2147483647 w 176"/>
                <a:gd name="T3" fmla="*/ 0 h 34"/>
                <a:gd name="T4" fmla="*/ 2147483647 w 176"/>
                <a:gd name="T5" fmla="*/ 2147483647 h 34"/>
                <a:gd name="T6" fmla="*/ 2147483647 w 176"/>
                <a:gd name="T7" fmla="*/ 2147483647 h 34"/>
                <a:gd name="T8" fmla="*/ 0 w 176"/>
                <a:gd name="T9" fmla="*/ 2147483647 h 34"/>
                <a:gd name="T10" fmla="*/ 0 60000 65536"/>
                <a:gd name="T11" fmla="*/ 0 60000 65536"/>
                <a:gd name="T12" fmla="*/ 0 60000 65536"/>
                <a:gd name="T13" fmla="*/ 0 60000 65536"/>
                <a:gd name="T14" fmla="*/ 0 60000 65536"/>
                <a:gd name="T15" fmla="*/ 0 w 176"/>
                <a:gd name="T16" fmla="*/ 0 h 34"/>
                <a:gd name="T17" fmla="*/ 176 w 176"/>
                <a:gd name="T18" fmla="*/ 34 h 34"/>
              </a:gdLst>
              <a:ahLst/>
              <a:cxnLst>
                <a:cxn ang="T10">
                  <a:pos x="T0" y="T1"/>
                </a:cxn>
                <a:cxn ang="T11">
                  <a:pos x="T2" y="T3"/>
                </a:cxn>
                <a:cxn ang="T12">
                  <a:pos x="T4" y="T5"/>
                </a:cxn>
                <a:cxn ang="T13">
                  <a:pos x="T6" y="T7"/>
                </a:cxn>
                <a:cxn ang="T14">
                  <a:pos x="T8" y="T9"/>
                </a:cxn>
              </a:cxnLst>
              <a:rect l="T15" t="T16" r="T17" b="T18"/>
              <a:pathLst>
                <a:path w="176" h="34">
                  <a:moveTo>
                    <a:pt x="0" y="31"/>
                  </a:moveTo>
                  <a:lnTo>
                    <a:pt x="30" y="0"/>
                  </a:lnTo>
                  <a:lnTo>
                    <a:pt x="176" y="6"/>
                  </a:lnTo>
                  <a:lnTo>
                    <a:pt x="144" y="34"/>
                  </a:lnTo>
                  <a:lnTo>
                    <a:pt x="0" y="31"/>
                  </a:lnTo>
                  <a:close/>
                </a:path>
              </a:pathLst>
            </a:custGeom>
            <a:solidFill>
              <a:srgbClr val="808080"/>
            </a:solidFill>
            <a:ln w="6350">
              <a:solidFill>
                <a:srgbClr val="000000"/>
              </a:solidFill>
              <a:prstDash val="solid"/>
              <a:round/>
              <a:headEnd/>
              <a:tailEnd/>
            </a:ln>
          </p:spPr>
          <p:txBody>
            <a:bodyPr/>
            <a:lstStyle/>
            <a:p>
              <a:endParaRPr lang="nl-BE"/>
            </a:p>
          </p:txBody>
        </p:sp>
        <p:sp>
          <p:nvSpPr>
            <p:cNvPr id="12669" name="Freeform 370"/>
            <p:cNvSpPr>
              <a:spLocks/>
            </p:cNvSpPr>
            <p:nvPr/>
          </p:nvSpPr>
          <p:spPr bwMode="auto">
            <a:xfrm rot="-155667">
              <a:off x="2955925" y="4391025"/>
              <a:ext cx="20638" cy="84138"/>
            </a:xfrm>
            <a:custGeom>
              <a:avLst/>
              <a:gdLst>
                <a:gd name="T0" fmla="*/ 2147483647 w 33"/>
                <a:gd name="T1" fmla="*/ 0 h 192"/>
                <a:gd name="T2" fmla="*/ 0 w 33"/>
                <a:gd name="T3" fmla="*/ 2147483647 h 192"/>
                <a:gd name="T4" fmla="*/ 0 w 33"/>
                <a:gd name="T5" fmla="*/ 2147483647 h 192"/>
                <a:gd name="T6" fmla="*/ 2147483647 w 33"/>
                <a:gd name="T7" fmla="*/ 2147483647 h 192"/>
                <a:gd name="T8" fmla="*/ 2147483647 w 33"/>
                <a:gd name="T9" fmla="*/ 0 h 192"/>
                <a:gd name="T10" fmla="*/ 0 60000 65536"/>
                <a:gd name="T11" fmla="*/ 0 60000 65536"/>
                <a:gd name="T12" fmla="*/ 0 60000 65536"/>
                <a:gd name="T13" fmla="*/ 0 60000 65536"/>
                <a:gd name="T14" fmla="*/ 0 60000 65536"/>
                <a:gd name="T15" fmla="*/ 0 w 33"/>
                <a:gd name="T16" fmla="*/ 0 h 192"/>
                <a:gd name="T17" fmla="*/ 33 w 33"/>
                <a:gd name="T18" fmla="*/ 192 h 192"/>
              </a:gdLst>
              <a:ahLst/>
              <a:cxnLst>
                <a:cxn ang="T10">
                  <a:pos x="T0" y="T1"/>
                </a:cxn>
                <a:cxn ang="T11">
                  <a:pos x="T2" y="T3"/>
                </a:cxn>
                <a:cxn ang="T12">
                  <a:pos x="T4" y="T5"/>
                </a:cxn>
                <a:cxn ang="T13">
                  <a:pos x="T6" y="T7"/>
                </a:cxn>
                <a:cxn ang="T14">
                  <a:pos x="T8" y="T9"/>
                </a:cxn>
              </a:cxnLst>
              <a:rect l="T15" t="T16" r="T17" b="T18"/>
              <a:pathLst>
                <a:path w="33" h="192">
                  <a:moveTo>
                    <a:pt x="33" y="0"/>
                  </a:moveTo>
                  <a:lnTo>
                    <a:pt x="0" y="30"/>
                  </a:lnTo>
                  <a:lnTo>
                    <a:pt x="0" y="192"/>
                  </a:lnTo>
                  <a:lnTo>
                    <a:pt x="33" y="156"/>
                  </a:lnTo>
                  <a:lnTo>
                    <a:pt x="33" y="0"/>
                  </a:lnTo>
                  <a:close/>
                </a:path>
              </a:pathLst>
            </a:custGeom>
            <a:solidFill>
              <a:srgbClr val="606060"/>
            </a:solidFill>
            <a:ln w="6350">
              <a:solidFill>
                <a:srgbClr val="000000"/>
              </a:solidFill>
              <a:prstDash val="solid"/>
              <a:round/>
              <a:headEnd/>
              <a:tailEnd/>
            </a:ln>
          </p:spPr>
          <p:txBody>
            <a:bodyPr/>
            <a:lstStyle/>
            <a:p>
              <a:endParaRPr lang="nl-BE"/>
            </a:p>
          </p:txBody>
        </p:sp>
        <p:sp>
          <p:nvSpPr>
            <p:cNvPr id="12670" name="Freeform 371"/>
            <p:cNvSpPr>
              <a:spLocks/>
            </p:cNvSpPr>
            <p:nvPr/>
          </p:nvSpPr>
          <p:spPr bwMode="auto">
            <a:xfrm>
              <a:off x="2490788" y="4319588"/>
              <a:ext cx="300037" cy="74612"/>
            </a:xfrm>
            <a:custGeom>
              <a:avLst/>
              <a:gdLst>
                <a:gd name="T0" fmla="*/ 0 w 189"/>
                <a:gd name="T1" fmla="*/ 2147483647 h 66"/>
                <a:gd name="T2" fmla="*/ 2147483647 w 189"/>
                <a:gd name="T3" fmla="*/ 2147483647 h 66"/>
                <a:gd name="T4" fmla="*/ 2147483647 w 189"/>
                <a:gd name="T5" fmla="*/ 2147483647 h 66"/>
                <a:gd name="T6" fmla="*/ 2147483647 w 189"/>
                <a:gd name="T7" fmla="*/ 0 h 66"/>
                <a:gd name="T8" fmla="*/ 0 w 189"/>
                <a:gd name="T9" fmla="*/ 2147483647 h 66"/>
                <a:gd name="T10" fmla="*/ 0 60000 65536"/>
                <a:gd name="T11" fmla="*/ 0 60000 65536"/>
                <a:gd name="T12" fmla="*/ 0 60000 65536"/>
                <a:gd name="T13" fmla="*/ 0 60000 65536"/>
                <a:gd name="T14" fmla="*/ 0 60000 65536"/>
                <a:gd name="T15" fmla="*/ 0 w 189"/>
                <a:gd name="T16" fmla="*/ 0 h 66"/>
                <a:gd name="T17" fmla="*/ 189 w 189"/>
                <a:gd name="T18" fmla="*/ 66 h 66"/>
              </a:gdLst>
              <a:ahLst/>
              <a:cxnLst>
                <a:cxn ang="T10">
                  <a:pos x="T0" y="T1"/>
                </a:cxn>
                <a:cxn ang="T11">
                  <a:pos x="T2" y="T3"/>
                </a:cxn>
                <a:cxn ang="T12">
                  <a:pos x="T4" y="T5"/>
                </a:cxn>
                <a:cxn ang="T13">
                  <a:pos x="T6" y="T7"/>
                </a:cxn>
                <a:cxn ang="T14">
                  <a:pos x="T8" y="T9"/>
                </a:cxn>
              </a:cxnLst>
              <a:rect l="T15" t="T16" r="T17" b="T18"/>
              <a:pathLst>
                <a:path w="189" h="66">
                  <a:moveTo>
                    <a:pt x="0" y="5"/>
                  </a:moveTo>
                  <a:lnTo>
                    <a:pt x="2" y="66"/>
                  </a:lnTo>
                  <a:lnTo>
                    <a:pt x="189" y="66"/>
                  </a:lnTo>
                  <a:lnTo>
                    <a:pt x="189" y="0"/>
                  </a:lnTo>
                  <a:lnTo>
                    <a:pt x="0" y="5"/>
                  </a:lnTo>
                  <a:close/>
                </a:path>
              </a:pathLst>
            </a:custGeom>
            <a:solidFill>
              <a:srgbClr val="FFCC00"/>
            </a:solidFill>
            <a:ln w="9525">
              <a:solidFill>
                <a:schemeClr val="tx1"/>
              </a:solidFill>
              <a:round/>
              <a:headEnd/>
              <a:tailEnd/>
            </a:ln>
          </p:spPr>
          <p:txBody>
            <a:bodyPr wrap="none" anchor="ctr"/>
            <a:lstStyle/>
            <a:p>
              <a:endParaRPr lang="nl-BE"/>
            </a:p>
          </p:txBody>
        </p:sp>
        <p:sp>
          <p:nvSpPr>
            <p:cNvPr id="12671" name="Text Box 372"/>
            <p:cNvSpPr txBox="1">
              <a:spLocks noChangeArrowheads="1"/>
            </p:cNvSpPr>
            <p:nvPr/>
          </p:nvSpPr>
          <p:spPr bwMode="auto">
            <a:xfrm>
              <a:off x="2438398" y="4286249"/>
              <a:ext cx="533400" cy="586127"/>
            </a:xfrm>
            <a:prstGeom prst="rect">
              <a:avLst/>
            </a:prstGeom>
            <a:noFill/>
            <a:ln w="9525">
              <a:noFill/>
              <a:miter lim="800000"/>
              <a:headEnd/>
              <a:tailEnd/>
            </a:ln>
          </p:spPr>
          <p:txBody>
            <a:bodyPr>
              <a:spAutoFit/>
            </a:bodyPr>
            <a:lstStyle/>
            <a:p>
              <a:pPr eaLnBrk="0" hangingPunct="0">
                <a:spcBef>
                  <a:spcPct val="50000"/>
                </a:spcBef>
              </a:pPr>
              <a:r>
                <a:rPr lang="en-GB" sz="300" b="1">
                  <a:solidFill>
                    <a:schemeClr val="bg2"/>
                  </a:solidFill>
                  <a:latin typeface="Garamond" pitchFamily="18" charset="0"/>
                </a:rPr>
                <a:t>TQM 2001 RD</a:t>
              </a:r>
              <a:endParaRPr lang="en-GB" sz="300" b="1">
                <a:solidFill>
                  <a:schemeClr val="bg2"/>
                </a:solidFill>
              </a:endParaRPr>
            </a:p>
          </p:txBody>
        </p:sp>
      </p:grpSp>
      <p:sp>
        <p:nvSpPr>
          <p:cNvPr id="12293" name="Foliennummernplatzhalter 2"/>
          <p:cNvSpPr>
            <a:spLocks noGrp="1"/>
          </p:cNvSpPr>
          <p:nvPr>
            <p:ph type="sldNum" sz="quarter" idx="10"/>
          </p:nvPr>
        </p:nvSpPr>
        <p:spPr>
          <a:noFill/>
        </p:spPr>
        <p:txBody>
          <a:bodyPr/>
          <a:lstStyle/>
          <a:p>
            <a:pPr defTabSz="909638"/>
            <a:fld id="{358F52C8-DEFC-426D-8D1D-99DDFBC7FD7C}" type="slidenum">
              <a:rPr lang="en-US" smtClean="0">
                <a:latin typeface="Arial" pitchFamily="34" charset="0"/>
              </a:rPr>
              <a:pPr defTabSz="909638"/>
              <a:t>42</a:t>
            </a:fld>
            <a:endParaRPr lang="en-US">
              <a:latin typeface="Arial" pitchFamily="34" charset="0"/>
            </a:endParaRPr>
          </a:p>
        </p:txBody>
      </p:sp>
      <p:sp>
        <p:nvSpPr>
          <p:cNvPr id="12294" name="TextBox 308"/>
          <p:cNvSpPr txBox="1">
            <a:spLocks noChangeArrowheads="1"/>
          </p:cNvSpPr>
          <p:nvPr/>
        </p:nvSpPr>
        <p:spPr bwMode="auto">
          <a:xfrm>
            <a:off x="252413" y="971550"/>
            <a:ext cx="4151312" cy="246063"/>
          </a:xfrm>
          <a:prstGeom prst="rect">
            <a:avLst/>
          </a:prstGeom>
          <a:noFill/>
          <a:ln w="9525">
            <a:noFill/>
            <a:miter lim="800000"/>
            <a:headEnd/>
            <a:tailEnd/>
          </a:ln>
        </p:spPr>
        <p:txBody>
          <a:bodyPr wrap="none" lIns="0" tIns="0" rIns="0" bIns="0">
            <a:spAutoFit/>
          </a:bodyPr>
          <a:lstStyle/>
          <a:p>
            <a:pPr eaLnBrk="0" hangingPunct="0"/>
            <a:r>
              <a:rPr lang="en-US" sz="1600"/>
              <a:t>Good C</a:t>
            </a:r>
            <a:r>
              <a:rPr lang="en-US" sz="1600" baseline="-25000"/>
              <a:t>P</a:t>
            </a:r>
            <a:r>
              <a:rPr lang="en-US" sz="1600"/>
              <a:t> and bad C</a:t>
            </a:r>
            <a:r>
              <a:rPr lang="en-US" sz="1600" baseline="-25000"/>
              <a:t>PK </a:t>
            </a:r>
            <a:r>
              <a:rPr lang="en-US" sz="1600"/>
              <a:t>– Urgent action needed</a:t>
            </a:r>
          </a:p>
        </p:txBody>
      </p:sp>
      <p:sp>
        <p:nvSpPr>
          <p:cNvPr id="12295" name="TextBox 309"/>
          <p:cNvSpPr txBox="1">
            <a:spLocks noChangeArrowheads="1"/>
          </p:cNvSpPr>
          <p:nvPr/>
        </p:nvSpPr>
        <p:spPr bwMode="auto">
          <a:xfrm>
            <a:off x="252413" y="3425825"/>
            <a:ext cx="3021012" cy="246063"/>
          </a:xfrm>
          <a:prstGeom prst="rect">
            <a:avLst/>
          </a:prstGeom>
          <a:solidFill>
            <a:schemeClr val="bg1"/>
          </a:solidFill>
          <a:ln w="9525">
            <a:noFill/>
            <a:miter lim="800000"/>
            <a:headEnd/>
            <a:tailEnd/>
          </a:ln>
        </p:spPr>
        <p:txBody>
          <a:bodyPr wrap="none" lIns="0" tIns="0" rIns="0" bIns="0">
            <a:spAutoFit/>
          </a:bodyPr>
          <a:lstStyle/>
          <a:p>
            <a:pPr eaLnBrk="0" hangingPunct="0"/>
            <a:r>
              <a:rPr lang="en-US" sz="1600" b="1">
                <a:solidFill>
                  <a:schemeClr val="tx2"/>
                </a:solidFill>
              </a:rPr>
              <a:t>Unstable &amp; Potentially Capable</a:t>
            </a:r>
          </a:p>
        </p:txBody>
      </p:sp>
      <p:sp>
        <p:nvSpPr>
          <p:cNvPr id="12296" name="TextBox 625"/>
          <p:cNvSpPr txBox="1">
            <a:spLocks noChangeArrowheads="1"/>
          </p:cNvSpPr>
          <p:nvPr/>
        </p:nvSpPr>
        <p:spPr bwMode="auto">
          <a:xfrm>
            <a:off x="4679950" y="971550"/>
            <a:ext cx="3876675" cy="246063"/>
          </a:xfrm>
          <a:prstGeom prst="rect">
            <a:avLst/>
          </a:prstGeom>
          <a:noFill/>
          <a:ln w="9525">
            <a:noFill/>
            <a:miter lim="800000"/>
            <a:headEnd/>
            <a:tailEnd/>
          </a:ln>
        </p:spPr>
        <p:txBody>
          <a:bodyPr wrap="none" lIns="0" tIns="0" rIns="0" bIns="0">
            <a:spAutoFit/>
          </a:bodyPr>
          <a:lstStyle/>
          <a:p>
            <a:pPr eaLnBrk="0" hangingPunct="0"/>
            <a:r>
              <a:rPr lang="en-US" sz="1600"/>
              <a:t>Bad C</a:t>
            </a:r>
            <a:r>
              <a:rPr lang="en-US" sz="1600" baseline="-25000"/>
              <a:t>P</a:t>
            </a:r>
            <a:r>
              <a:rPr lang="en-US" sz="1600"/>
              <a:t> and bad C</a:t>
            </a:r>
            <a:r>
              <a:rPr lang="en-US" sz="1600" baseline="-25000"/>
              <a:t>PK</a:t>
            </a:r>
            <a:r>
              <a:rPr lang="en-US" sz="1600"/>
              <a:t> – not desperate but…</a:t>
            </a:r>
          </a:p>
        </p:txBody>
      </p:sp>
      <p:sp>
        <p:nvSpPr>
          <p:cNvPr id="12297" name="TextBox 626"/>
          <p:cNvSpPr txBox="1">
            <a:spLocks noChangeArrowheads="1"/>
          </p:cNvSpPr>
          <p:nvPr/>
        </p:nvSpPr>
        <p:spPr bwMode="auto">
          <a:xfrm>
            <a:off x="4679950" y="3425825"/>
            <a:ext cx="2324100" cy="246063"/>
          </a:xfrm>
          <a:prstGeom prst="rect">
            <a:avLst/>
          </a:prstGeom>
          <a:solidFill>
            <a:schemeClr val="bg1"/>
          </a:solidFill>
          <a:ln w="9525">
            <a:noFill/>
            <a:miter lim="800000"/>
            <a:headEnd/>
            <a:tailEnd/>
          </a:ln>
        </p:spPr>
        <p:txBody>
          <a:bodyPr wrap="none" lIns="0" tIns="0" rIns="0" bIns="0">
            <a:spAutoFit/>
          </a:bodyPr>
          <a:lstStyle/>
          <a:p>
            <a:pPr eaLnBrk="0" hangingPunct="0"/>
            <a:r>
              <a:rPr lang="en-US" sz="1600" b="1">
                <a:solidFill>
                  <a:schemeClr val="tx2"/>
                </a:solidFill>
              </a:rPr>
              <a:t>Unstable &amp; Not Capable</a:t>
            </a:r>
          </a:p>
        </p:txBody>
      </p:sp>
      <p:sp>
        <p:nvSpPr>
          <p:cNvPr id="12298" name="Rectangle 6"/>
          <p:cNvSpPr>
            <a:spLocks noGrp="1" noChangeArrowheads="1"/>
          </p:cNvSpPr>
          <p:nvPr>
            <p:ph type="title"/>
            <p:custDataLst>
              <p:tags r:id="rId2"/>
            </p:custDataLst>
          </p:nvPr>
        </p:nvSpPr>
        <p:spPr bwMode="gray">
          <a:xfrm>
            <a:off x="122238" y="234950"/>
            <a:ext cx="7378700" cy="584200"/>
          </a:xfrm>
        </p:spPr>
        <p:txBody>
          <a:bodyPr/>
          <a:lstStyle/>
          <a:p>
            <a:pPr eaLnBrk="1" hangingPunct="1"/>
            <a:r>
              <a:rPr lang="en-US" sz="2000" dirty="0"/>
              <a:t>The Process Capability (C</a:t>
            </a:r>
            <a:r>
              <a:rPr lang="en-US" sz="2000" baseline="-25000" dirty="0"/>
              <a:t>P</a:t>
            </a:r>
            <a:r>
              <a:rPr lang="en-US" sz="2000" dirty="0"/>
              <a:t> &amp; C</a:t>
            </a:r>
            <a:r>
              <a:rPr lang="en-US" sz="2000" baseline="-25000" dirty="0"/>
              <a:t>PK</a:t>
            </a:r>
            <a:r>
              <a:rPr lang="en-US" sz="2000" dirty="0"/>
              <a:t>) can be used to predict the capability of a process to produce a certain product</a:t>
            </a:r>
          </a:p>
        </p:txBody>
      </p:sp>
      <p:cxnSp>
        <p:nvCxnSpPr>
          <p:cNvPr id="1311" name="Straight Connector 1310"/>
          <p:cNvCxnSpPr/>
          <p:nvPr/>
        </p:nvCxnSpPr>
        <p:spPr bwMode="auto">
          <a:xfrm>
            <a:off x="4368800" y="987425"/>
            <a:ext cx="0" cy="2808288"/>
          </a:xfrm>
          <a:prstGeom prst="line">
            <a:avLst/>
          </a:prstGeom>
          <a:noFill/>
          <a:ln w="50800" cap="flat" cmpd="sng" algn="ctr">
            <a:solidFill>
              <a:schemeClr val="accent4">
                <a:lumMod val="50000"/>
              </a:schemeClr>
            </a:solidFill>
            <a:prstDash val="solid"/>
            <a:round/>
            <a:headEnd type="none" w="med" len="med"/>
            <a:tailEnd type="none" w="med" len="med"/>
          </a:ln>
          <a:effectLst/>
        </p:spPr>
      </p:cxnSp>
      <p:cxnSp>
        <p:nvCxnSpPr>
          <p:cNvPr id="1312" name="Straight Connector 1311"/>
          <p:cNvCxnSpPr/>
          <p:nvPr/>
        </p:nvCxnSpPr>
        <p:spPr bwMode="auto">
          <a:xfrm rot="5400000">
            <a:off x="4572000" y="-774700"/>
            <a:ext cx="0" cy="9144000"/>
          </a:xfrm>
          <a:prstGeom prst="line">
            <a:avLst/>
          </a:prstGeom>
          <a:noFill/>
          <a:ln w="50800" cap="flat" cmpd="sng" algn="ctr">
            <a:solidFill>
              <a:schemeClr val="accent4">
                <a:lumMod val="50000"/>
              </a:schemeClr>
            </a:solidFill>
            <a:prstDash val="solid"/>
            <a:round/>
            <a:headEnd type="none" w="med" len="med"/>
            <a:tailEnd type="none" w="med" len="med"/>
          </a:ln>
          <a:effectLst/>
        </p:spPr>
      </p:cxn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6"/>
          <p:cNvSpPr>
            <a:spLocks noGrp="1" noChangeArrowheads="1"/>
          </p:cNvSpPr>
          <p:nvPr>
            <p:ph type="title"/>
            <p:custDataLst>
              <p:tags r:id="rId1"/>
            </p:custDataLst>
          </p:nvPr>
        </p:nvSpPr>
        <p:spPr bwMode="gray">
          <a:xfrm>
            <a:off x="143219" y="439508"/>
            <a:ext cx="6838950" cy="292100"/>
          </a:xfrm>
        </p:spPr>
        <p:txBody>
          <a:bodyPr/>
          <a:lstStyle/>
          <a:p>
            <a:pPr eaLnBrk="1" hangingPunct="1"/>
            <a:r>
              <a:rPr lang="en-US" sz="2000" dirty="0"/>
              <a:t>The table below can be used as a guide when considering process capability</a:t>
            </a:r>
          </a:p>
        </p:txBody>
      </p:sp>
      <p:sp>
        <p:nvSpPr>
          <p:cNvPr id="44035" name="Foliennummernplatzhalter 2"/>
          <p:cNvSpPr>
            <a:spLocks noGrp="1"/>
          </p:cNvSpPr>
          <p:nvPr>
            <p:ph type="sldNum" sz="quarter" idx="10"/>
          </p:nvPr>
        </p:nvSpPr>
        <p:spPr>
          <a:noFill/>
        </p:spPr>
        <p:txBody>
          <a:bodyPr/>
          <a:lstStyle/>
          <a:p>
            <a:pPr defTabSz="909638"/>
            <a:fld id="{9D7137D0-0E0D-4588-B2AB-670A9A121401}" type="slidenum">
              <a:rPr lang="en-US" smtClean="0">
                <a:latin typeface="Arial" pitchFamily="34" charset="0"/>
              </a:rPr>
              <a:pPr defTabSz="909638"/>
              <a:t>43</a:t>
            </a:fld>
            <a:endParaRPr lang="en-US">
              <a:latin typeface="Arial" pitchFamily="34" charset="0"/>
            </a:endParaRPr>
          </a:p>
        </p:txBody>
      </p:sp>
      <p:graphicFrame>
        <p:nvGraphicFramePr>
          <p:cNvPr id="419937" name="Group 97"/>
          <p:cNvGraphicFramePr>
            <a:graphicFrameLocks noGrp="1"/>
          </p:cNvGraphicFramePr>
          <p:nvPr>
            <p:ph idx="4294967295"/>
            <p:extLst>
              <p:ext uri="{D42A27DB-BD31-4B8C-83A1-F6EECF244321}">
                <p14:modId xmlns:p14="http://schemas.microsoft.com/office/powerpoint/2010/main" val="283075060"/>
              </p:ext>
            </p:extLst>
          </p:nvPr>
        </p:nvGraphicFramePr>
        <p:xfrm>
          <a:off x="252413" y="944563"/>
          <a:ext cx="8567738" cy="5413375"/>
        </p:xfrm>
        <a:graphic>
          <a:graphicData uri="http://schemas.openxmlformats.org/drawingml/2006/table">
            <a:tbl>
              <a:tblPr/>
              <a:tblGrid>
                <a:gridCol w="584200">
                  <a:extLst>
                    <a:ext uri="{9D8B030D-6E8A-4147-A177-3AD203B41FA5}">
                      <a16:colId xmlns:a16="http://schemas.microsoft.com/office/drawing/2014/main" val="20000"/>
                    </a:ext>
                  </a:extLst>
                </a:gridCol>
                <a:gridCol w="1160463">
                  <a:extLst>
                    <a:ext uri="{9D8B030D-6E8A-4147-A177-3AD203B41FA5}">
                      <a16:colId xmlns:a16="http://schemas.microsoft.com/office/drawing/2014/main" val="20001"/>
                    </a:ext>
                  </a:extLst>
                </a:gridCol>
                <a:gridCol w="1681162">
                  <a:extLst>
                    <a:ext uri="{9D8B030D-6E8A-4147-A177-3AD203B41FA5}">
                      <a16:colId xmlns:a16="http://schemas.microsoft.com/office/drawing/2014/main" val="20002"/>
                    </a:ext>
                  </a:extLst>
                </a:gridCol>
                <a:gridCol w="1901825">
                  <a:extLst>
                    <a:ext uri="{9D8B030D-6E8A-4147-A177-3AD203B41FA5}">
                      <a16:colId xmlns:a16="http://schemas.microsoft.com/office/drawing/2014/main" val="20003"/>
                    </a:ext>
                  </a:extLst>
                </a:gridCol>
                <a:gridCol w="3240088">
                  <a:extLst>
                    <a:ext uri="{9D8B030D-6E8A-4147-A177-3AD203B41FA5}">
                      <a16:colId xmlns:a16="http://schemas.microsoft.com/office/drawing/2014/main" val="20004"/>
                    </a:ext>
                  </a:extLst>
                </a:gridCol>
              </a:tblGrid>
              <a:tr h="365754">
                <a:tc rowSpan="2">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tabLst/>
                      </a:pPr>
                      <a:endParaRPr kumimoji="0" lang="en-US" sz="1400" b="1" i="0" u="none" strike="noStrike" cap="none" normalizeH="0" baseline="0" dirty="0">
                        <a:ln>
                          <a:noFill/>
                        </a:ln>
                        <a:solidFill>
                          <a:srgbClr val="000000"/>
                        </a:solidFill>
                        <a:effectLst/>
                        <a:latin typeface="Arial" charset="0"/>
                        <a:ea typeface="ＭＳ Ｐゴシック" charset="-128"/>
                      </a:endParaRPr>
                    </a:p>
                  </a:txBody>
                  <a:tcPr marT="45717" marB="45717" horzOverflow="overflow">
                    <a:lnL cap="flat">
                      <a:noFill/>
                    </a:lnL>
                    <a:lnR w="28575"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gridSpan="3">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tabLst/>
                      </a:pPr>
                      <a:r>
                        <a:rPr kumimoji="0" lang="en-US" sz="1800" b="1" i="0" u="none" strike="noStrike" cap="none" normalizeH="0" baseline="0" dirty="0">
                          <a:ln>
                            <a:noFill/>
                          </a:ln>
                          <a:solidFill>
                            <a:srgbClr val="000000"/>
                          </a:solidFill>
                          <a:effectLst/>
                          <a:latin typeface="Arial" charset="0"/>
                          <a:ea typeface="ＭＳ Ｐゴシック" charset="-128"/>
                        </a:rPr>
                        <a:t>Parameter</a:t>
                      </a:r>
                    </a:p>
                  </a:txBody>
                  <a:tcPr marT="45717" marB="457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AFE6A"/>
                    </a:solidFill>
                  </a:tcPr>
                </a:tc>
                <a:tc hMerge="1">
                  <a:txBody>
                    <a:bodyPr/>
                    <a:lstStyle/>
                    <a:p>
                      <a:endParaRPr lang="nl-BE"/>
                    </a:p>
                  </a:txBody>
                  <a:tcPr/>
                </a:tc>
                <a:tc hMerge="1">
                  <a:txBody>
                    <a:bodyPr/>
                    <a:lstStyle/>
                    <a:p>
                      <a:endParaRPr lang="nl-BE"/>
                    </a:p>
                  </a:txBody>
                  <a:tcPr/>
                </a:tc>
                <a:tc rowSpan="2">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tabLst/>
                      </a:pPr>
                      <a:r>
                        <a:rPr kumimoji="0" lang="en-US" sz="1800" b="1" i="0" u="none" strike="noStrike" cap="none" normalizeH="0" baseline="0">
                          <a:ln>
                            <a:noFill/>
                          </a:ln>
                          <a:solidFill>
                            <a:srgbClr val="000000"/>
                          </a:solidFill>
                          <a:effectLst/>
                          <a:latin typeface="Arial" charset="0"/>
                          <a:ea typeface="ＭＳ Ｐゴシック" charset="-128"/>
                        </a:rPr>
                        <a:t>Comments</a:t>
                      </a:r>
                    </a:p>
                  </a:txBody>
                  <a:tcPr marT="45717" marB="45717"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AFE6A"/>
                    </a:solidFill>
                  </a:tcPr>
                </a:tc>
                <a:extLst>
                  <a:ext uri="{0D108BD9-81ED-4DB2-BD59-A6C34878D82A}">
                    <a16:rowId xmlns:a16="http://schemas.microsoft.com/office/drawing/2014/main" val="10000"/>
                  </a:ext>
                </a:extLst>
              </a:tr>
              <a:tr h="376213">
                <a:tc vMerge="1">
                  <a:txBody>
                    <a:bodyPr/>
                    <a:lstStyle/>
                    <a:p>
                      <a:endParaRPr lang="nl-BE"/>
                    </a:p>
                  </a:txBody>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tabLst/>
                      </a:pPr>
                      <a:r>
                        <a:rPr kumimoji="0" lang="en-US" sz="1800" b="1" i="0" u="none" strike="noStrike" cap="none" normalizeH="0" baseline="0">
                          <a:ln>
                            <a:noFill/>
                          </a:ln>
                          <a:solidFill>
                            <a:srgbClr val="000000"/>
                          </a:solidFill>
                          <a:effectLst/>
                          <a:latin typeface="Arial" charset="0"/>
                          <a:ea typeface="ＭＳ Ｐゴシック" charset="-128"/>
                        </a:rPr>
                        <a:t>Stability</a:t>
                      </a:r>
                    </a:p>
                  </a:txBody>
                  <a:tcPr marT="45717" marB="457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AFE6A"/>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tabLst/>
                      </a:pPr>
                      <a:r>
                        <a:rPr kumimoji="0" lang="en-US" sz="1800" b="1" i="0" u="none" strike="noStrike" cap="none" normalizeH="0" baseline="0" dirty="0">
                          <a:ln>
                            <a:noFill/>
                          </a:ln>
                          <a:solidFill>
                            <a:srgbClr val="000000"/>
                          </a:solidFill>
                          <a:effectLst/>
                          <a:latin typeface="Arial" charset="0"/>
                          <a:ea typeface="ＭＳ Ｐゴシック" charset="-128"/>
                        </a:rPr>
                        <a:t>Capability C</a:t>
                      </a:r>
                      <a:r>
                        <a:rPr kumimoji="0" lang="en-US" sz="1800" b="1" i="0" u="none" strike="noStrike" cap="none" normalizeH="0" baseline="-25000" dirty="0">
                          <a:ln>
                            <a:noFill/>
                          </a:ln>
                          <a:solidFill>
                            <a:srgbClr val="000000"/>
                          </a:solidFill>
                          <a:effectLst/>
                          <a:latin typeface="Arial" charset="0"/>
                          <a:ea typeface="ＭＳ Ｐゴシック" charset="-128"/>
                        </a:rPr>
                        <a:t>P</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AFE6A"/>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tabLst/>
                      </a:pPr>
                      <a:r>
                        <a:rPr kumimoji="0" lang="en-US" sz="1800" b="1" i="0" u="none" strike="noStrike" cap="none" normalizeH="0" baseline="0" dirty="0">
                          <a:ln>
                            <a:noFill/>
                          </a:ln>
                          <a:solidFill>
                            <a:srgbClr val="000000"/>
                          </a:solidFill>
                          <a:effectLst/>
                          <a:latin typeface="Arial" charset="0"/>
                          <a:ea typeface="ＭＳ Ｐゴシック" charset="-128"/>
                        </a:rPr>
                        <a:t>Capability C</a:t>
                      </a:r>
                      <a:r>
                        <a:rPr kumimoji="0" lang="en-US" sz="1800" b="1" i="0" u="none" strike="noStrike" cap="none" normalizeH="0" baseline="-25000" dirty="0">
                          <a:ln>
                            <a:noFill/>
                          </a:ln>
                          <a:solidFill>
                            <a:srgbClr val="000000"/>
                          </a:solidFill>
                          <a:effectLst/>
                          <a:latin typeface="Arial" charset="0"/>
                          <a:ea typeface="ＭＳ Ｐゴシック" charset="-128"/>
                        </a:rPr>
                        <a:t>PK</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AFE6A"/>
                    </a:solidFill>
                  </a:tcPr>
                </a:tc>
                <a:tc vMerge="1">
                  <a:txBody>
                    <a:bodyPr/>
                    <a:lstStyle/>
                    <a:p>
                      <a:endParaRPr lang="nl-BE"/>
                    </a:p>
                  </a:txBody>
                  <a:tcPr/>
                </a:tc>
                <a:extLst>
                  <a:ext uri="{0D108BD9-81ED-4DB2-BD59-A6C34878D82A}">
                    <a16:rowId xmlns:a16="http://schemas.microsoft.com/office/drawing/2014/main" val="10001"/>
                  </a:ext>
                </a:extLst>
              </a:tr>
              <a:tr h="584160">
                <a:tc rowSpan="8">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tabLst/>
                      </a:pPr>
                      <a:endParaRPr kumimoji="0" lang="en-US" sz="1800" b="1" i="0" u="none" strike="noStrike" cap="none" normalizeH="0" baseline="0">
                        <a:ln>
                          <a:noFill/>
                        </a:ln>
                        <a:solidFill>
                          <a:srgbClr val="000000"/>
                        </a:solidFill>
                        <a:effectLst/>
                        <a:latin typeface="Arial" charset="0"/>
                        <a:ea typeface="ＭＳ Ｐゴシック" charset="-128"/>
                      </a:endParaRPr>
                    </a:p>
                  </a:txBody>
                  <a:tcPr marT="45717" marB="45717"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AFE6A"/>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tabLst/>
                      </a:pPr>
                      <a:r>
                        <a:rPr kumimoji="0" lang="en-US" sz="3200" b="1" i="0" u="none" strike="noStrike" cap="none" normalizeH="0" baseline="0" dirty="0">
                          <a:ln>
                            <a:noFill/>
                          </a:ln>
                          <a:solidFill>
                            <a:srgbClr val="000000"/>
                          </a:solidFill>
                          <a:effectLst/>
                          <a:latin typeface="Arial" charset="0"/>
                          <a:ea typeface="ＭＳ Ｐゴシック" charset="-128"/>
                        </a:rPr>
                        <a:t>+</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33"/>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tabLst/>
                      </a:pPr>
                      <a:r>
                        <a:rPr kumimoji="0" lang="en-US" sz="3200" b="1" i="0" u="none" strike="noStrike" cap="none" normalizeH="0" baseline="0">
                          <a:ln>
                            <a:noFill/>
                          </a:ln>
                          <a:solidFill>
                            <a:srgbClr val="000000"/>
                          </a:solidFill>
                          <a:effectLst/>
                          <a:latin typeface="Arial" charset="0"/>
                          <a:ea typeface="ＭＳ Ｐゴシック" charset="-128"/>
                        </a:rPr>
                        <a:t>+</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33"/>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tabLst/>
                      </a:pPr>
                      <a:r>
                        <a:rPr kumimoji="0" lang="en-US" sz="3200" b="1" i="0" u="none" strike="noStrike" cap="none" normalizeH="0" baseline="0">
                          <a:ln>
                            <a:noFill/>
                          </a:ln>
                          <a:solidFill>
                            <a:srgbClr val="000000"/>
                          </a:solidFill>
                          <a:effectLst/>
                          <a:latin typeface="Arial" charset="0"/>
                          <a:ea typeface="ＭＳ Ｐゴシック" charset="-128"/>
                        </a:rPr>
                        <a:t>+</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33"/>
                    </a:solid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tabLst/>
                      </a:pPr>
                      <a:r>
                        <a:rPr kumimoji="0" lang="en-US" sz="1600" b="1" i="0" u="none" strike="noStrike" cap="none" normalizeH="0" baseline="0">
                          <a:ln>
                            <a:noFill/>
                          </a:ln>
                          <a:solidFill>
                            <a:srgbClr val="000000"/>
                          </a:solidFill>
                          <a:effectLst/>
                          <a:latin typeface="Arial" charset="0"/>
                          <a:ea typeface="ＭＳ Ｐゴシック" charset="-128"/>
                        </a:rPr>
                        <a:t>Keep it this way</a:t>
                      </a:r>
                    </a:p>
                  </a:txBody>
                  <a:tcPr marT="45717" marB="45717"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33"/>
                    </a:solidFill>
                  </a:tcPr>
                </a:tc>
                <a:extLst>
                  <a:ext uri="{0D108BD9-81ED-4DB2-BD59-A6C34878D82A}">
                    <a16:rowId xmlns:a16="http://schemas.microsoft.com/office/drawing/2014/main" val="10002"/>
                  </a:ext>
                </a:extLst>
              </a:tr>
              <a:tr h="585747">
                <a:tc vMerge="1">
                  <a:txBody>
                    <a:bodyPr/>
                    <a:lstStyle/>
                    <a:p>
                      <a:endParaRPr lang="nl-BE"/>
                    </a:p>
                  </a:txBody>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tabLst/>
                      </a:pPr>
                      <a:r>
                        <a:rPr kumimoji="0" lang="en-US" sz="3200" b="1" i="0" u="none" strike="noStrike" cap="none" normalizeH="0" baseline="0">
                          <a:ln>
                            <a:noFill/>
                          </a:ln>
                          <a:solidFill>
                            <a:srgbClr val="000000"/>
                          </a:solidFill>
                          <a:effectLst/>
                          <a:latin typeface="Arial" charset="0"/>
                          <a:ea typeface="ＭＳ Ｐゴシック" charset="-128"/>
                        </a:rPr>
                        <a:t>+</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tabLst/>
                      </a:pPr>
                      <a:r>
                        <a:rPr kumimoji="0" lang="en-US" sz="3200" b="1" i="0" u="none" strike="noStrike" cap="none" normalizeH="0" baseline="0">
                          <a:ln>
                            <a:noFill/>
                          </a:ln>
                          <a:solidFill>
                            <a:srgbClr val="000000"/>
                          </a:solidFill>
                          <a:effectLst/>
                          <a:latin typeface="Arial" charset="0"/>
                          <a:ea typeface="ＭＳ Ｐゴシック" charset="-128"/>
                        </a:rPr>
                        <a:t>+</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tabLst/>
                      </a:pPr>
                      <a:r>
                        <a:rPr kumimoji="0" lang="en-US" sz="3200" b="1" i="0" u="none" strike="noStrike" cap="none" normalizeH="0" baseline="0">
                          <a:ln>
                            <a:noFill/>
                          </a:ln>
                          <a:solidFill>
                            <a:srgbClr val="000000"/>
                          </a:solidFill>
                          <a:effectLst/>
                          <a:latin typeface="Arial" charset="0"/>
                          <a:ea typeface="ＭＳ Ｐゴシック" charset="-128"/>
                        </a:rPr>
                        <a:t>-</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tabLst/>
                      </a:pPr>
                      <a:r>
                        <a:rPr kumimoji="0" lang="en-US" sz="1600" b="1" i="0" u="none" strike="noStrike" cap="none" normalizeH="0" baseline="0" dirty="0">
                          <a:ln>
                            <a:noFill/>
                          </a:ln>
                          <a:solidFill>
                            <a:srgbClr val="000000"/>
                          </a:solidFill>
                          <a:effectLst/>
                          <a:latin typeface="Arial" charset="0"/>
                          <a:ea typeface="ＭＳ Ｐゴシック" charset="-128"/>
                        </a:rPr>
                        <a:t>Simple question of adjustment (operator)</a:t>
                      </a:r>
                    </a:p>
                  </a:txBody>
                  <a:tcPr marT="45717" marB="45717"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84160">
                <a:tc vMerge="1">
                  <a:txBody>
                    <a:bodyPr/>
                    <a:lstStyle/>
                    <a:p>
                      <a:endParaRPr lang="nl-BE"/>
                    </a:p>
                  </a:txBody>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tabLst/>
                      </a:pPr>
                      <a:r>
                        <a:rPr kumimoji="0" lang="en-US" sz="3200" b="1" i="0" u="none" strike="noStrike" cap="none" normalizeH="0" baseline="0">
                          <a:ln>
                            <a:noFill/>
                          </a:ln>
                          <a:solidFill>
                            <a:srgbClr val="000000"/>
                          </a:solidFill>
                          <a:effectLst/>
                          <a:latin typeface="Arial" charset="0"/>
                          <a:ea typeface="ＭＳ Ｐゴシック" charset="-128"/>
                        </a:rPr>
                        <a:t>+</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tabLst/>
                      </a:pPr>
                      <a:r>
                        <a:rPr kumimoji="0" lang="en-US" sz="3200" b="1" i="0" u="none" strike="noStrike" cap="none" normalizeH="0" baseline="0">
                          <a:ln>
                            <a:noFill/>
                          </a:ln>
                          <a:solidFill>
                            <a:srgbClr val="000000"/>
                          </a:solidFill>
                          <a:effectLst/>
                          <a:latin typeface="Arial" charset="0"/>
                          <a:ea typeface="ＭＳ Ｐゴシック" charset="-128"/>
                        </a:rPr>
                        <a:t>-</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tabLst/>
                      </a:pPr>
                      <a:r>
                        <a:rPr kumimoji="0" lang="en-US" sz="3200" b="1" i="0" u="none" strike="noStrike" cap="none" normalizeH="0" baseline="0">
                          <a:ln>
                            <a:noFill/>
                          </a:ln>
                          <a:solidFill>
                            <a:srgbClr val="000000"/>
                          </a:solidFill>
                          <a:effectLst/>
                          <a:latin typeface="Arial" charset="0"/>
                          <a:ea typeface="ＭＳ Ｐゴシック" charset="-128"/>
                        </a:rPr>
                        <a:t>+</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tabLst/>
                      </a:pPr>
                      <a:r>
                        <a:rPr kumimoji="0" lang="en-US" sz="1600" b="1" i="0" u="none" strike="noStrike" cap="none" normalizeH="0" baseline="0">
                          <a:ln>
                            <a:noFill/>
                          </a:ln>
                          <a:solidFill>
                            <a:srgbClr val="000000"/>
                          </a:solidFill>
                          <a:effectLst/>
                          <a:latin typeface="Arial" charset="0"/>
                          <a:ea typeface="ＭＳ Ｐゴシック" charset="-128"/>
                        </a:rPr>
                        <a:t>Impossible</a:t>
                      </a:r>
                    </a:p>
                  </a:txBody>
                  <a:tcPr marT="45717" marB="45717"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4"/>
                  </a:ext>
                </a:extLst>
              </a:tr>
              <a:tr h="584160">
                <a:tc vMerge="1">
                  <a:txBody>
                    <a:bodyPr/>
                    <a:lstStyle/>
                    <a:p>
                      <a:endParaRPr lang="nl-BE"/>
                    </a:p>
                  </a:txBody>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tabLst/>
                      </a:pPr>
                      <a:r>
                        <a:rPr kumimoji="0" lang="en-US" sz="3200" b="1" i="0" u="none" strike="noStrike" cap="none" normalizeH="0" baseline="0">
                          <a:ln>
                            <a:noFill/>
                          </a:ln>
                          <a:solidFill>
                            <a:srgbClr val="000000"/>
                          </a:solidFill>
                          <a:effectLst/>
                          <a:latin typeface="Arial" charset="0"/>
                          <a:ea typeface="ＭＳ Ｐゴシック" charset="-128"/>
                        </a:rPr>
                        <a:t>+</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tabLst/>
                      </a:pPr>
                      <a:r>
                        <a:rPr kumimoji="0" lang="en-US" sz="3200" b="1" i="0" u="none" strike="noStrike" cap="none" normalizeH="0" baseline="0">
                          <a:ln>
                            <a:noFill/>
                          </a:ln>
                          <a:solidFill>
                            <a:srgbClr val="000000"/>
                          </a:solidFill>
                          <a:effectLst/>
                          <a:latin typeface="Arial" charset="0"/>
                          <a:ea typeface="ＭＳ Ｐゴシック" charset="-128"/>
                        </a:rPr>
                        <a:t>-</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tabLst/>
                      </a:pPr>
                      <a:r>
                        <a:rPr kumimoji="0" lang="en-US" sz="3200" b="1" i="0" u="none" strike="noStrike" cap="none" normalizeH="0" baseline="0">
                          <a:ln>
                            <a:noFill/>
                          </a:ln>
                          <a:solidFill>
                            <a:srgbClr val="000000"/>
                          </a:solidFill>
                          <a:effectLst/>
                          <a:latin typeface="Arial" charset="0"/>
                          <a:ea typeface="ＭＳ Ｐゴシック" charset="-128"/>
                        </a:rPr>
                        <a:t>-</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tabLst/>
                      </a:pPr>
                      <a:r>
                        <a:rPr kumimoji="0" lang="en-US" sz="1600" b="1" i="0" u="none" strike="noStrike" cap="none" normalizeH="0" baseline="0" dirty="0">
                          <a:ln>
                            <a:noFill/>
                          </a:ln>
                          <a:solidFill>
                            <a:srgbClr val="000000"/>
                          </a:solidFill>
                          <a:effectLst/>
                          <a:latin typeface="Arial" charset="0"/>
                          <a:ea typeface="ＭＳ Ｐゴシック" charset="-128"/>
                        </a:rPr>
                        <a:t>Long term and difficult solutions (engineer)</a:t>
                      </a:r>
                    </a:p>
                  </a:txBody>
                  <a:tcPr marT="45717" marB="45717"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84160">
                <a:tc vMerge="1">
                  <a:txBody>
                    <a:bodyPr/>
                    <a:lstStyle/>
                    <a:p>
                      <a:endParaRPr lang="nl-BE"/>
                    </a:p>
                  </a:txBody>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tabLst/>
                      </a:pPr>
                      <a:r>
                        <a:rPr kumimoji="0" lang="en-US" sz="3200" b="1" i="0" u="none" strike="noStrike" cap="none" normalizeH="0" baseline="0">
                          <a:ln>
                            <a:noFill/>
                          </a:ln>
                          <a:solidFill>
                            <a:srgbClr val="000000"/>
                          </a:solidFill>
                          <a:effectLst/>
                          <a:latin typeface="Arial" charset="0"/>
                          <a:ea typeface="ＭＳ Ｐゴシック" charset="-128"/>
                        </a:rPr>
                        <a:t>-</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tabLst/>
                      </a:pPr>
                      <a:r>
                        <a:rPr kumimoji="0" lang="en-US" sz="3200" b="1" i="0" u="none" strike="noStrike" cap="none" normalizeH="0" baseline="0">
                          <a:ln>
                            <a:noFill/>
                          </a:ln>
                          <a:solidFill>
                            <a:srgbClr val="000000"/>
                          </a:solidFill>
                          <a:effectLst/>
                          <a:latin typeface="Arial" charset="0"/>
                          <a:ea typeface="ＭＳ Ｐゴシック" charset="-128"/>
                        </a:rPr>
                        <a:t>+</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tabLst/>
                      </a:pPr>
                      <a:r>
                        <a:rPr kumimoji="0" lang="en-US" sz="3200" b="1" i="0" u="none" strike="noStrike" cap="none" normalizeH="0" baseline="0">
                          <a:ln>
                            <a:noFill/>
                          </a:ln>
                          <a:solidFill>
                            <a:srgbClr val="000000"/>
                          </a:solidFill>
                          <a:effectLst/>
                          <a:latin typeface="Arial" charset="0"/>
                          <a:ea typeface="ＭＳ Ｐゴシック" charset="-128"/>
                        </a:rPr>
                        <a:t>+</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tabLst/>
                      </a:pPr>
                      <a:r>
                        <a:rPr kumimoji="0" lang="en-US" sz="1600" b="1" i="0" u="none" strike="noStrike" cap="none" normalizeH="0" baseline="0" dirty="0">
                          <a:ln>
                            <a:noFill/>
                          </a:ln>
                          <a:solidFill>
                            <a:srgbClr val="000000"/>
                          </a:solidFill>
                          <a:effectLst/>
                          <a:latin typeface="Arial" charset="0"/>
                          <a:ea typeface="ＭＳ Ｐゴシック" charset="-128"/>
                        </a:rPr>
                        <a:t>The first blunder…</a:t>
                      </a:r>
                    </a:p>
                  </a:txBody>
                  <a:tcPr marT="45717" marB="45717"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84160">
                <a:tc vMerge="1">
                  <a:txBody>
                    <a:bodyPr/>
                    <a:lstStyle/>
                    <a:p>
                      <a:endParaRPr lang="nl-BE"/>
                    </a:p>
                  </a:txBody>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tabLst/>
                      </a:pPr>
                      <a:r>
                        <a:rPr kumimoji="0" lang="en-US" sz="3200" b="1" i="0" u="none" strike="noStrike" cap="none" normalizeH="0" baseline="0">
                          <a:ln>
                            <a:noFill/>
                          </a:ln>
                          <a:solidFill>
                            <a:srgbClr val="000000"/>
                          </a:solidFill>
                          <a:effectLst/>
                          <a:latin typeface="Arial" charset="0"/>
                          <a:ea typeface="ＭＳ Ｐゴシック" charset="-128"/>
                        </a:rPr>
                        <a:t>-</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tabLst/>
                      </a:pPr>
                      <a:r>
                        <a:rPr kumimoji="0" lang="en-US" sz="3200" b="1" i="0" u="none" strike="noStrike" cap="none" normalizeH="0" baseline="0">
                          <a:ln>
                            <a:noFill/>
                          </a:ln>
                          <a:solidFill>
                            <a:srgbClr val="000000"/>
                          </a:solidFill>
                          <a:effectLst/>
                          <a:latin typeface="Arial" charset="0"/>
                          <a:ea typeface="ＭＳ Ｐゴシック" charset="-128"/>
                        </a:rPr>
                        <a:t>+</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tabLst/>
                      </a:pPr>
                      <a:r>
                        <a:rPr kumimoji="0" lang="en-US" sz="3200" b="1" i="0" u="none" strike="noStrike" cap="none" normalizeH="0" baseline="0">
                          <a:ln>
                            <a:noFill/>
                          </a:ln>
                          <a:solidFill>
                            <a:srgbClr val="000000"/>
                          </a:solidFill>
                          <a:effectLst/>
                          <a:latin typeface="Arial" charset="0"/>
                          <a:ea typeface="ＭＳ Ｐゴシック" charset="-128"/>
                        </a:rPr>
                        <a:t>-</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tabLst/>
                      </a:pPr>
                      <a:r>
                        <a:rPr kumimoji="0" lang="en-US" sz="1600" b="1" i="0" u="none" strike="noStrike" cap="none" normalizeH="0" baseline="0" dirty="0">
                          <a:ln>
                            <a:noFill/>
                          </a:ln>
                          <a:solidFill>
                            <a:srgbClr val="000000"/>
                          </a:solidFill>
                          <a:effectLst/>
                          <a:latin typeface="Arial" charset="0"/>
                          <a:ea typeface="ＭＳ Ｐゴシック" charset="-128"/>
                        </a:rPr>
                        <a:t>Urgent reaction needed…</a:t>
                      </a:r>
                    </a:p>
                  </a:txBody>
                  <a:tcPr marT="45717" marB="45717"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585747">
                <a:tc vMerge="1">
                  <a:txBody>
                    <a:bodyPr/>
                    <a:lstStyle/>
                    <a:p>
                      <a:endParaRPr lang="nl-BE"/>
                    </a:p>
                  </a:txBody>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tabLst/>
                      </a:pPr>
                      <a:r>
                        <a:rPr kumimoji="0" lang="en-US" sz="3200" b="1" i="0" u="none" strike="noStrike" cap="none" normalizeH="0" baseline="0">
                          <a:ln>
                            <a:noFill/>
                          </a:ln>
                          <a:solidFill>
                            <a:srgbClr val="000000"/>
                          </a:solidFill>
                          <a:effectLst/>
                          <a:latin typeface="Arial" charset="0"/>
                          <a:ea typeface="ＭＳ Ｐゴシック" charset="-128"/>
                        </a:rPr>
                        <a:t>-</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tabLst/>
                      </a:pPr>
                      <a:r>
                        <a:rPr kumimoji="0" lang="en-US" sz="3200" b="1" i="0" u="none" strike="noStrike" cap="none" normalizeH="0" baseline="0">
                          <a:ln>
                            <a:noFill/>
                          </a:ln>
                          <a:solidFill>
                            <a:srgbClr val="000000"/>
                          </a:solidFill>
                          <a:effectLst/>
                          <a:latin typeface="Arial" charset="0"/>
                          <a:ea typeface="ＭＳ Ｐゴシック" charset="-128"/>
                        </a:rPr>
                        <a:t>-</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tabLst/>
                      </a:pPr>
                      <a:r>
                        <a:rPr kumimoji="0" lang="en-US" sz="3200" b="1" i="0" u="none" strike="noStrike" cap="none" normalizeH="0" baseline="0">
                          <a:ln>
                            <a:noFill/>
                          </a:ln>
                          <a:solidFill>
                            <a:srgbClr val="000000"/>
                          </a:solidFill>
                          <a:effectLst/>
                          <a:latin typeface="Arial" charset="0"/>
                          <a:ea typeface="ＭＳ Ｐゴシック" charset="-128"/>
                        </a:rPr>
                        <a:t>+</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tabLst/>
                      </a:pPr>
                      <a:r>
                        <a:rPr kumimoji="0" lang="en-US" sz="1600" b="1" i="0" u="none" strike="noStrike" cap="none" normalizeH="0" baseline="0" dirty="0">
                          <a:ln>
                            <a:noFill/>
                          </a:ln>
                          <a:solidFill>
                            <a:srgbClr val="000000"/>
                          </a:solidFill>
                          <a:effectLst/>
                          <a:latin typeface="Arial" charset="0"/>
                          <a:ea typeface="ＭＳ Ｐゴシック" charset="-128"/>
                        </a:rPr>
                        <a:t>Impossible</a:t>
                      </a:r>
                    </a:p>
                  </a:txBody>
                  <a:tcPr marT="45717" marB="45717"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8"/>
                  </a:ext>
                </a:extLst>
              </a:tr>
              <a:tr h="579113">
                <a:tc vMerge="1">
                  <a:txBody>
                    <a:bodyPr/>
                    <a:lstStyle/>
                    <a:p>
                      <a:endParaRPr lang="nl-BE"/>
                    </a:p>
                  </a:txBody>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tabLst/>
                      </a:pPr>
                      <a:r>
                        <a:rPr kumimoji="0" lang="en-US" sz="3200" b="1" i="0" u="none" strike="noStrike" cap="none" normalizeH="0" baseline="0">
                          <a:ln>
                            <a:noFill/>
                          </a:ln>
                          <a:solidFill>
                            <a:srgbClr val="000000"/>
                          </a:solidFill>
                          <a:effectLst/>
                          <a:latin typeface="Arial" charset="0"/>
                          <a:ea typeface="ＭＳ Ｐゴシック" charset="-128"/>
                        </a:rPr>
                        <a:t>-</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tx2"/>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tabLst/>
                      </a:pPr>
                      <a:r>
                        <a:rPr kumimoji="0" lang="en-US" sz="3200" b="1" i="0" u="none" strike="noStrike" cap="none" normalizeH="0" baseline="0" dirty="0">
                          <a:ln>
                            <a:noFill/>
                          </a:ln>
                          <a:solidFill>
                            <a:srgbClr val="000000"/>
                          </a:solidFill>
                          <a:effectLst/>
                          <a:latin typeface="Arial" charset="0"/>
                          <a:ea typeface="ＭＳ Ｐゴシック" charset="-128"/>
                        </a:rPr>
                        <a:t>-</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tx2"/>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tabLst/>
                      </a:pPr>
                      <a:r>
                        <a:rPr kumimoji="0" lang="en-US" sz="3200" b="1" i="0" u="none" strike="noStrike" cap="none" normalizeH="0" baseline="0">
                          <a:ln>
                            <a:noFill/>
                          </a:ln>
                          <a:solidFill>
                            <a:srgbClr val="000000"/>
                          </a:solidFill>
                          <a:effectLst/>
                          <a:latin typeface="Arial" charset="0"/>
                          <a:ea typeface="ＭＳ Ｐゴシック" charset="-128"/>
                        </a:rPr>
                        <a:t>-</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tx2"/>
                    </a:solid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tabLst/>
                      </a:pPr>
                      <a:r>
                        <a:rPr kumimoji="0" lang="en-US" sz="1600" b="1" i="0" u="none" strike="noStrike" cap="none" normalizeH="0" baseline="0" dirty="0">
                          <a:ln>
                            <a:noFill/>
                          </a:ln>
                          <a:solidFill>
                            <a:srgbClr val="000000"/>
                          </a:solidFill>
                          <a:effectLst/>
                          <a:latin typeface="Arial" charset="0"/>
                          <a:ea typeface="ＭＳ Ｐゴシック" charset="-128"/>
                        </a:rPr>
                        <a:t>Not desperate but …</a:t>
                      </a:r>
                    </a:p>
                  </a:txBody>
                  <a:tcPr marT="45717" marB="45717"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tx2"/>
                    </a:solidFill>
                  </a:tcPr>
                </a:tc>
                <a:extLst>
                  <a:ext uri="{0D108BD9-81ED-4DB2-BD59-A6C34878D82A}">
                    <a16:rowId xmlns:a16="http://schemas.microsoft.com/office/drawing/2014/main" val="10009"/>
                  </a:ext>
                </a:extLst>
              </a:tr>
            </a:tbl>
          </a:graphicData>
        </a:graphic>
      </p:graphicFrame>
      <p:sp>
        <p:nvSpPr>
          <p:cNvPr id="44095" name="Text Box 96"/>
          <p:cNvSpPr txBox="1">
            <a:spLocks noChangeArrowheads="1"/>
          </p:cNvSpPr>
          <p:nvPr/>
        </p:nvSpPr>
        <p:spPr bwMode="auto">
          <a:xfrm rot="-5400000">
            <a:off x="-304006" y="3829844"/>
            <a:ext cx="1835150" cy="366712"/>
          </a:xfrm>
          <a:prstGeom prst="rect">
            <a:avLst/>
          </a:prstGeom>
          <a:noFill/>
          <a:ln w="6350" algn="ctr">
            <a:noFill/>
            <a:miter lim="800000"/>
            <a:headEnd/>
            <a:tailEnd/>
          </a:ln>
        </p:spPr>
        <p:txBody>
          <a:bodyPr wrap="none" lIns="91389" tIns="45695" rIns="91389" bIns="45695">
            <a:spAutoFit/>
          </a:bodyPr>
          <a:lstStyle/>
          <a:p>
            <a:pPr algn="ctr" eaLnBrk="0" hangingPunct="0"/>
            <a:r>
              <a:rPr lang="en-GB" sz="1800" b="1">
                <a:solidFill>
                  <a:srgbClr val="000000"/>
                </a:solidFill>
              </a:rPr>
              <a:t>Process Status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8" name="Picture 2" descr="Distribution"/>
          <p:cNvPicPr>
            <a:picLocks noChangeAspect="1" noChangeArrowheads="1"/>
          </p:cNvPicPr>
          <p:nvPr/>
        </p:nvPicPr>
        <p:blipFill>
          <a:blip r:embed="rId4" cstate="email"/>
          <a:srcRect t="2768" b="3114"/>
          <a:stretch>
            <a:fillRect/>
          </a:stretch>
        </p:blipFill>
        <p:spPr bwMode="auto">
          <a:xfrm>
            <a:off x="2076450" y="1265238"/>
            <a:ext cx="1497013" cy="5410200"/>
          </a:xfrm>
          <a:prstGeom prst="rect">
            <a:avLst/>
          </a:prstGeom>
          <a:noFill/>
          <a:ln w="9525">
            <a:noFill/>
            <a:miter lim="800000"/>
            <a:headEnd/>
            <a:tailEnd/>
          </a:ln>
        </p:spPr>
      </p:pic>
      <p:graphicFrame>
        <p:nvGraphicFramePr>
          <p:cNvPr id="262199" name="Group 55"/>
          <p:cNvGraphicFramePr>
            <a:graphicFrameLocks noGrp="1"/>
          </p:cNvGraphicFramePr>
          <p:nvPr/>
        </p:nvGraphicFramePr>
        <p:xfrm>
          <a:off x="171450" y="952500"/>
          <a:ext cx="8763000" cy="5688012"/>
        </p:xfrm>
        <a:graphic>
          <a:graphicData uri="http://schemas.openxmlformats.org/drawingml/2006/table">
            <a:tbl>
              <a:tblPr/>
              <a:tblGrid>
                <a:gridCol w="1771650">
                  <a:extLst>
                    <a:ext uri="{9D8B030D-6E8A-4147-A177-3AD203B41FA5}">
                      <a16:colId xmlns:a16="http://schemas.microsoft.com/office/drawing/2014/main" val="20000"/>
                    </a:ext>
                  </a:extLst>
                </a:gridCol>
                <a:gridCol w="1695450">
                  <a:extLst>
                    <a:ext uri="{9D8B030D-6E8A-4147-A177-3AD203B41FA5}">
                      <a16:colId xmlns:a16="http://schemas.microsoft.com/office/drawing/2014/main" val="20001"/>
                    </a:ext>
                  </a:extLst>
                </a:gridCol>
                <a:gridCol w="1693863">
                  <a:extLst>
                    <a:ext uri="{9D8B030D-6E8A-4147-A177-3AD203B41FA5}">
                      <a16:colId xmlns:a16="http://schemas.microsoft.com/office/drawing/2014/main" val="20002"/>
                    </a:ext>
                  </a:extLst>
                </a:gridCol>
                <a:gridCol w="3602037">
                  <a:extLst>
                    <a:ext uri="{9D8B030D-6E8A-4147-A177-3AD203B41FA5}">
                      <a16:colId xmlns:a16="http://schemas.microsoft.com/office/drawing/2014/main" val="20003"/>
                    </a:ext>
                  </a:extLst>
                </a:gridCol>
              </a:tblGrid>
              <a:tr h="287966">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tabLst/>
                      </a:pPr>
                      <a:r>
                        <a:rPr kumimoji="0" lang="en-US" altLang="ja-JP" sz="1200" b="1" i="0" u="none" strike="noStrike" cap="none" normalizeH="0" baseline="0" dirty="0">
                          <a:ln>
                            <a:noFill/>
                          </a:ln>
                          <a:solidFill>
                            <a:srgbClr val="000000"/>
                          </a:solidFill>
                          <a:effectLst/>
                          <a:latin typeface="Arial" charset="0"/>
                          <a:ea typeface="ＭＳ Ｐゴシック" charset="-128"/>
                        </a:rPr>
                        <a:t>C</a:t>
                      </a:r>
                      <a:r>
                        <a:rPr kumimoji="0" lang="en-US" altLang="ja-JP" sz="1200" b="1" i="0" u="none" strike="noStrike" cap="none" normalizeH="0" baseline="-25000" dirty="0">
                          <a:ln>
                            <a:noFill/>
                          </a:ln>
                          <a:solidFill>
                            <a:srgbClr val="000000"/>
                          </a:solidFill>
                          <a:effectLst/>
                          <a:latin typeface="Arial" charset="0"/>
                          <a:ea typeface="ＭＳ Ｐゴシック" charset="-128"/>
                        </a:rPr>
                        <a:t>P</a:t>
                      </a:r>
                    </a:p>
                  </a:txBody>
                  <a:tcPr marT="45715" marB="45715" anchor="ctr" horzOverflow="overflow">
                    <a:lnL w="12700" cap="flat" cmpd="sng" algn="ctr">
                      <a:solidFill>
                        <a:srgbClr val="009900"/>
                      </a:solidFill>
                      <a:prstDash val="solid"/>
                      <a:round/>
                      <a:headEnd type="none" w="med" len="med"/>
                      <a:tailEnd type="none" w="med" len="med"/>
                    </a:lnL>
                    <a:lnR w="12700" cap="flat" cmpd="sng" algn="ctr">
                      <a:solidFill>
                        <a:srgbClr val="009900"/>
                      </a:solidFill>
                      <a:prstDash val="solid"/>
                      <a:round/>
                      <a:headEnd type="none" w="med" len="med"/>
                      <a:tailEnd type="none" w="med" len="med"/>
                    </a:lnR>
                    <a:lnT w="12700" cap="flat" cmpd="sng" algn="ctr">
                      <a:solidFill>
                        <a:srgbClr val="009900"/>
                      </a:solidFill>
                      <a:prstDash val="solid"/>
                      <a:round/>
                      <a:headEnd type="none" w="med" len="med"/>
                      <a:tailEnd type="none" w="med" len="med"/>
                    </a:lnT>
                    <a:lnB w="12700" cap="flat" cmpd="sng" algn="ctr">
                      <a:solidFill>
                        <a:srgbClr val="009900"/>
                      </a:solidFill>
                      <a:prstDash val="solid"/>
                      <a:round/>
                      <a:headEnd type="none" w="med" len="med"/>
                      <a:tailEnd type="none" w="med" len="med"/>
                    </a:lnB>
                    <a:lnTlToBr>
                      <a:noFill/>
                    </a:lnTlToBr>
                    <a:lnBlToTr>
                      <a:noFill/>
                    </a:lnBlToTr>
                    <a:solidFill>
                      <a:srgbClr val="CCFF66">
                        <a:alpha val="50000"/>
                      </a:srgbClr>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tabLst/>
                      </a:pPr>
                      <a:r>
                        <a:rPr kumimoji="0" lang="en-US" altLang="ja-JP" sz="1200" b="1" i="0" u="none" strike="noStrike" cap="none" normalizeH="0" baseline="0">
                          <a:ln>
                            <a:noFill/>
                          </a:ln>
                          <a:solidFill>
                            <a:srgbClr val="000000"/>
                          </a:solidFill>
                          <a:effectLst/>
                          <a:latin typeface="Arial" charset="0"/>
                          <a:ea typeface="ＭＳ Ｐゴシック" charset="-128"/>
                        </a:rPr>
                        <a:t>Distribution</a:t>
                      </a:r>
                    </a:p>
                  </a:txBody>
                  <a:tcPr marT="45715" marB="45715" anchor="ctr" horzOverflow="overflow">
                    <a:lnL w="12700" cap="flat" cmpd="sng" algn="ctr">
                      <a:solidFill>
                        <a:srgbClr val="009900"/>
                      </a:solidFill>
                      <a:prstDash val="solid"/>
                      <a:round/>
                      <a:headEnd type="none" w="med" len="med"/>
                      <a:tailEnd type="none" w="med" len="med"/>
                    </a:lnL>
                    <a:lnR w="12700" cap="flat" cmpd="sng" algn="ctr">
                      <a:solidFill>
                        <a:srgbClr val="009900"/>
                      </a:solidFill>
                      <a:prstDash val="solid"/>
                      <a:round/>
                      <a:headEnd type="none" w="med" len="med"/>
                      <a:tailEnd type="none" w="med" len="med"/>
                    </a:lnR>
                    <a:lnT w="12700" cap="flat" cmpd="sng" algn="ctr">
                      <a:solidFill>
                        <a:srgbClr val="009900"/>
                      </a:solidFill>
                      <a:prstDash val="solid"/>
                      <a:round/>
                      <a:headEnd type="none" w="med" len="med"/>
                      <a:tailEnd type="none" w="med" len="med"/>
                    </a:lnT>
                    <a:lnB w="12700" cap="flat" cmpd="sng" algn="ctr">
                      <a:solidFill>
                        <a:srgbClr val="009900"/>
                      </a:solidFill>
                      <a:prstDash val="solid"/>
                      <a:round/>
                      <a:headEnd type="none" w="med" len="med"/>
                      <a:tailEnd type="none" w="med" len="med"/>
                    </a:lnB>
                    <a:lnTlToBr>
                      <a:noFill/>
                    </a:lnTlToBr>
                    <a:lnBlToTr>
                      <a:noFill/>
                    </a:lnBlToTr>
                    <a:solidFill>
                      <a:srgbClr val="CCFF66">
                        <a:alpha val="50000"/>
                      </a:srgbClr>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tabLst/>
                      </a:pPr>
                      <a:r>
                        <a:rPr kumimoji="0" lang="en-US" altLang="ja-JP" sz="1200" b="1" i="0" u="none" strike="noStrike" cap="none" normalizeH="0" baseline="0">
                          <a:ln>
                            <a:noFill/>
                          </a:ln>
                          <a:solidFill>
                            <a:srgbClr val="000000"/>
                          </a:solidFill>
                          <a:effectLst/>
                          <a:latin typeface="Arial" charset="0"/>
                          <a:ea typeface="ＭＳ Ｐゴシック" charset="-128"/>
                        </a:rPr>
                        <a:t>Judgment</a:t>
                      </a:r>
                    </a:p>
                  </a:txBody>
                  <a:tcPr marT="45715" marB="45715" anchor="ctr" horzOverflow="overflow">
                    <a:lnL w="12700" cap="flat" cmpd="sng" algn="ctr">
                      <a:solidFill>
                        <a:srgbClr val="009900"/>
                      </a:solidFill>
                      <a:prstDash val="solid"/>
                      <a:round/>
                      <a:headEnd type="none" w="med" len="med"/>
                      <a:tailEnd type="none" w="med" len="med"/>
                    </a:lnL>
                    <a:lnR w="12700" cap="flat" cmpd="sng" algn="ctr">
                      <a:solidFill>
                        <a:srgbClr val="009900"/>
                      </a:solidFill>
                      <a:prstDash val="solid"/>
                      <a:round/>
                      <a:headEnd type="none" w="med" len="med"/>
                      <a:tailEnd type="none" w="med" len="med"/>
                    </a:lnR>
                    <a:lnT w="12700" cap="flat" cmpd="sng" algn="ctr">
                      <a:solidFill>
                        <a:srgbClr val="009900"/>
                      </a:solidFill>
                      <a:prstDash val="solid"/>
                      <a:round/>
                      <a:headEnd type="none" w="med" len="med"/>
                      <a:tailEnd type="none" w="med" len="med"/>
                    </a:lnT>
                    <a:lnB w="12700" cap="flat" cmpd="sng" algn="ctr">
                      <a:solidFill>
                        <a:srgbClr val="009900"/>
                      </a:solidFill>
                      <a:prstDash val="solid"/>
                      <a:round/>
                      <a:headEnd type="none" w="med" len="med"/>
                      <a:tailEnd type="none" w="med" len="med"/>
                    </a:lnB>
                    <a:lnTlToBr>
                      <a:noFill/>
                    </a:lnTlToBr>
                    <a:lnBlToTr>
                      <a:noFill/>
                    </a:lnBlToTr>
                    <a:solidFill>
                      <a:srgbClr val="CCFF66">
                        <a:alpha val="50000"/>
                      </a:srgbClr>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tabLst/>
                      </a:pPr>
                      <a:r>
                        <a:rPr kumimoji="0" lang="en-US" altLang="ja-JP" sz="1200" b="1" i="0" u="none" strike="noStrike" cap="none" normalizeH="0" baseline="0" dirty="0">
                          <a:ln>
                            <a:noFill/>
                          </a:ln>
                          <a:solidFill>
                            <a:srgbClr val="000000"/>
                          </a:solidFill>
                          <a:effectLst/>
                          <a:latin typeface="Arial" charset="0"/>
                          <a:ea typeface="ＭＳ Ｐゴシック" charset="-128"/>
                        </a:rPr>
                        <a:t>Action</a:t>
                      </a:r>
                    </a:p>
                  </a:txBody>
                  <a:tcPr marT="45715" marB="45715" anchor="ctr" horzOverflow="overflow">
                    <a:lnL w="12700" cap="flat" cmpd="sng" algn="ctr">
                      <a:solidFill>
                        <a:srgbClr val="009900"/>
                      </a:solidFill>
                      <a:prstDash val="solid"/>
                      <a:round/>
                      <a:headEnd type="none" w="med" len="med"/>
                      <a:tailEnd type="none" w="med" len="med"/>
                    </a:lnL>
                    <a:lnR w="12700" cap="flat" cmpd="sng" algn="ctr">
                      <a:solidFill>
                        <a:srgbClr val="009900"/>
                      </a:solidFill>
                      <a:prstDash val="solid"/>
                      <a:round/>
                      <a:headEnd type="none" w="med" len="med"/>
                      <a:tailEnd type="none" w="med" len="med"/>
                    </a:lnR>
                    <a:lnT w="12700" cap="flat" cmpd="sng" algn="ctr">
                      <a:solidFill>
                        <a:srgbClr val="009900"/>
                      </a:solidFill>
                      <a:prstDash val="solid"/>
                      <a:round/>
                      <a:headEnd type="none" w="med" len="med"/>
                      <a:tailEnd type="none" w="med" len="med"/>
                    </a:lnT>
                    <a:lnB w="12700" cap="flat" cmpd="sng" algn="ctr">
                      <a:solidFill>
                        <a:srgbClr val="009900"/>
                      </a:solidFill>
                      <a:prstDash val="solid"/>
                      <a:round/>
                      <a:headEnd type="none" w="med" len="med"/>
                      <a:tailEnd type="none" w="med" len="med"/>
                    </a:lnB>
                    <a:lnTlToBr>
                      <a:noFill/>
                    </a:lnTlToBr>
                    <a:lnBlToTr>
                      <a:noFill/>
                    </a:lnBlToTr>
                    <a:solidFill>
                      <a:srgbClr val="CCFF66">
                        <a:alpha val="50000"/>
                      </a:srgbClr>
                    </a:solidFill>
                  </a:tcPr>
                </a:tc>
                <a:extLst>
                  <a:ext uri="{0D108BD9-81ED-4DB2-BD59-A6C34878D82A}">
                    <a16:rowId xmlns:a16="http://schemas.microsoft.com/office/drawing/2014/main" val="10000"/>
                  </a:ext>
                </a:extLst>
              </a:tr>
              <a:tr h="1023818">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tabLst/>
                      </a:pPr>
                      <a:r>
                        <a:rPr kumimoji="0" lang="en-US" altLang="ja-JP" sz="1600" b="0" i="0" u="none" strike="noStrike" cap="none" normalizeH="0" baseline="0" dirty="0">
                          <a:ln>
                            <a:noFill/>
                          </a:ln>
                          <a:solidFill>
                            <a:srgbClr val="000000"/>
                          </a:solidFill>
                          <a:effectLst/>
                          <a:latin typeface="Arial" charset="0"/>
                          <a:ea typeface="ＭＳ Ｐゴシック" charset="-128"/>
                        </a:rPr>
                        <a:t>C</a:t>
                      </a:r>
                      <a:r>
                        <a:rPr kumimoji="0" lang="en-US" altLang="ja-JP" sz="1600" b="0" i="0" u="none" strike="noStrike" cap="none" normalizeH="0" baseline="-25000" dirty="0">
                          <a:ln>
                            <a:noFill/>
                          </a:ln>
                          <a:solidFill>
                            <a:srgbClr val="000000"/>
                          </a:solidFill>
                          <a:effectLst/>
                          <a:latin typeface="Arial" charset="0"/>
                          <a:ea typeface="ＭＳ Ｐゴシック" charset="-128"/>
                        </a:rPr>
                        <a:t>P</a:t>
                      </a:r>
                      <a:r>
                        <a:rPr kumimoji="0" lang="en-US" altLang="ja-JP" sz="1600" b="0" i="0" u="none" strike="noStrike" cap="none" normalizeH="0" baseline="0" dirty="0">
                          <a:ln>
                            <a:noFill/>
                          </a:ln>
                          <a:solidFill>
                            <a:srgbClr val="000000"/>
                          </a:solidFill>
                          <a:effectLst/>
                          <a:latin typeface="Arial" charset="0"/>
                          <a:ea typeface="ＭＳ Ｐゴシック" charset="-128"/>
                        </a:rPr>
                        <a:t> ≥ 1.67 </a:t>
                      </a:r>
                    </a:p>
                  </a:txBody>
                  <a:tcPr marT="45715" marB="45715" horzOverflow="overflow">
                    <a:lnL w="12700" cap="flat" cmpd="sng" algn="ctr">
                      <a:solidFill>
                        <a:srgbClr val="009900"/>
                      </a:solidFill>
                      <a:prstDash val="solid"/>
                      <a:round/>
                      <a:headEnd type="none" w="med" len="med"/>
                      <a:tailEnd type="none" w="med" len="med"/>
                    </a:lnL>
                    <a:lnR w="12700" cap="flat" cmpd="sng" algn="ctr">
                      <a:solidFill>
                        <a:srgbClr val="009900"/>
                      </a:solidFill>
                      <a:prstDash val="solid"/>
                      <a:round/>
                      <a:headEnd type="none" w="med" len="med"/>
                      <a:tailEnd type="none" w="med" len="med"/>
                    </a:lnR>
                    <a:lnT w="12700" cap="flat" cmpd="sng" algn="ctr">
                      <a:solidFill>
                        <a:srgbClr val="009900"/>
                      </a:solidFill>
                      <a:prstDash val="solid"/>
                      <a:round/>
                      <a:headEnd type="none" w="med" len="med"/>
                      <a:tailEnd type="none" w="med" len="med"/>
                    </a:lnT>
                    <a:lnB w="12700" cap="flat" cmpd="sng" algn="ctr">
                      <a:solidFill>
                        <a:srgbClr val="0099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tabLst/>
                      </a:pPr>
                      <a:endParaRPr kumimoji="0" lang="nl-NL" sz="1200" b="1" i="0" u="none" strike="noStrike" cap="none" normalizeH="0" baseline="0">
                        <a:ln>
                          <a:noFill/>
                        </a:ln>
                        <a:solidFill>
                          <a:srgbClr val="000000"/>
                        </a:solidFill>
                        <a:effectLst/>
                        <a:latin typeface="Arial" charset="0"/>
                        <a:ea typeface="ＭＳ Ｐゴシック" charset="-128"/>
                      </a:endParaRPr>
                    </a:p>
                  </a:txBody>
                  <a:tcPr marT="45715" marB="45715" horzOverflow="overflow">
                    <a:lnL w="12700" cap="flat" cmpd="sng" algn="ctr">
                      <a:solidFill>
                        <a:srgbClr val="009900"/>
                      </a:solidFill>
                      <a:prstDash val="solid"/>
                      <a:round/>
                      <a:headEnd type="none" w="med" len="med"/>
                      <a:tailEnd type="none" w="med" len="med"/>
                    </a:lnL>
                    <a:lnR w="12700" cap="flat" cmpd="sng" algn="ctr">
                      <a:solidFill>
                        <a:srgbClr val="009900"/>
                      </a:solidFill>
                      <a:prstDash val="solid"/>
                      <a:round/>
                      <a:headEnd type="none" w="med" len="med"/>
                      <a:tailEnd type="none" w="med" len="med"/>
                    </a:lnR>
                    <a:lnT w="12700" cap="flat" cmpd="sng" algn="ctr">
                      <a:solidFill>
                        <a:srgbClr val="009900"/>
                      </a:solidFill>
                      <a:prstDash val="solid"/>
                      <a:round/>
                      <a:headEnd type="none" w="med" len="med"/>
                      <a:tailEnd type="none" w="med" len="med"/>
                    </a:lnT>
                    <a:lnB w="12700" cap="flat" cmpd="sng" algn="ctr">
                      <a:solidFill>
                        <a:srgbClr val="0099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5000"/>
                        </a:lnSpc>
                        <a:spcBef>
                          <a:spcPct val="20000"/>
                        </a:spcBef>
                        <a:spcAft>
                          <a:spcPct val="0"/>
                        </a:spcAft>
                        <a:buClr>
                          <a:schemeClr val="tx2"/>
                        </a:buClr>
                        <a:buSzTx/>
                        <a:buFontTx/>
                        <a:buNone/>
                        <a:tabLst/>
                      </a:pPr>
                      <a:r>
                        <a:rPr kumimoji="0" lang="en-US" altLang="ja-JP" sz="1400" b="0" i="0" u="none" strike="noStrike" cap="none" normalizeH="0" baseline="0" dirty="0">
                          <a:ln>
                            <a:noFill/>
                          </a:ln>
                          <a:solidFill>
                            <a:srgbClr val="000000"/>
                          </a:solidFill>
                          <a:effectLst/>
                          <a:latin typeface="Arial" charset="0"/>
                          <a:ea typeface="ＭＳ Ｐゴシック" charset="-128"/>
                        </a:rPr>
                        <a:t>Process capability is more than enough. </a:t>
                      </a:r>
                    </a:p>
                  </a:txBody>
                  <a:tcPr marT="45715" marB="45715" horzOverflow="overflow">
                    <a:lnL w="12700" cap="flat" cmpd="sng" algn="ctr">
                      <a:solidFill>
                        <a:srgbClr val="009900"/>
                      </a:solidFill>
                      <a:prstDash val="solid"/>
                      <a:round/>
                      <a:headEnd type="none" w="med" len="med"/>
                      <a:tailEnd type="none" w="med" len="med"/>
                    </a:lnL>
                    <a:lnR w="12700" cap="flat" cmpd="sng" algn="ctr">
                      <a:solidFill>
                        <a:srgbClr val="009900"/>
                      </a:solidFill>
                      <a:prstDash val="solid"/>
                      <a:round/>
                      <a:headEnd type="none" w="med" len="med"/>
                      <a:tailEnd type="none" w="med" len="med"/>
                    </a:lnR>
                    <a:lnT w="12700" cap="flat" cmpd="sng" algn="ctr">
                      <a:solidFill>
                        <a:srgbClr val="009900"/>
                      </a:solidFill>
                      <a:prstDash val="solid"/>
                      <a:round/>
                      <a:headEnd type="none" w="med" len="med"/>
                      <a:tailEnd type="none" w="med" len="med"/>
                    </a:lnT>
                    <a:lnB w="12700" cap="flat" cmpd="sng" algn="ctr">
                      <a:solidFill>
                        <a:srgbClr val="009900"/>
                      </a:solidFill>
                      <a:prstDash val="solid"/>
                      <a:round/>
                      <a:headEnd type="none" w="med" len="med"/>
                      <a:tailEnd type="none" w="med" len="med"/>
                    </a:lnB>
                    <a:lnTlToBr>
                      <a:noFill/>
                    </a:lnTlToBr>
                    <a:lnBlToTr>
                      <a:noFill/>
                    </a:lnBlToTr>
                    <a:noFill/>
                  </a:tcPr>
                </a:tc>
                <a:tc>
                  <a:txBody>
                    <a:bodyPr/>
                    <a:lstStyle/>
                    <a:p>
                      <a:pPr marL="87313" marR="0" lvl="0" indent="-87313" algn="l" defTabSz="914400" rtl="0" eaLnBrk="1" fontAlgn="base" latinLnBrk="0" hangingPunct="1">
                        <a:lnSpc>
                          <a:spcPct val="85000"/>
                        </a:lnSpc>
                        <a:spcBef>
                          <a:spcPct val="20000"/>
                        </a:spcBef>
                        <a:spcAft>
                          <a:spcPct val="0"/>
                        </a:spcAft>
                        <a:buClr>
                          <a:schemeClr val="tx2"/>
                        </a:buClr>
                        <a:buSzTx/>
                        <a:buFont typeface="Arial" pitchFamily="34" charset="0"/>
                        <a:buChar char="•"/>
                        <a:tabLst/>
                      </a:pPr>
                      <a:r>
                        <a:rPr kumimoji="0" lang="en-US" altLang="ja-JP" sz="1400" b="0" i="0" u="none" strike="noStrike" cap="none" normalizeH="0" baseline="0" dirty="0">
                          <a:ln>
                            <a:noFill/>
                          </a:ln>
                          <a:solidFill>
                            <a:srgbClr val="000000"/>
                          </a:solidFill>
                          <a:effectLst/>
                          <a:latin typeface="Arial" charset="0"/>
                          <a:ea typeface="ＭＳ Ｐゴシック" charset="-128"/>
                        </a:rPr>
                        <a:t>Simplification of process control and cost reduction can be considered in certain cases.</a:t>
                      </a:r>
                    </a:p>
                    <a:p>
                      <a:pPr marL="87313" marR="0" lvl="0" indent="-87313" algn="l" defTabSz="914400" rtl="0" eaLnBrk="1" fontAlgn="base" latinLnBrk="0" hangingPunct="1">
                        <a:lnSpc>
                          <a:spcPct val="85000"/>
                        </a:lnSpc>
                        <a:spcBef>
                          <a:spcPct val="20000"/>
                        </a:spcBef>
                        <a:spcAft>
                          <a:spcPct val="0"/>
                        </a:spcAft>
                        <a:buClr>
                          <a:schemeClr val="tx2"/>
                        </a:buClr>
                        <a:buSzTx/>
                        <a:buFont typeface="Wingdings" pitchFamily="2" charset="2"/>
                        <a:buChar char="ü"/>
                        <a:tabLst/>
                      </a:pPr>
                      <a:r>
                        <a:rPr kumimoji="0" lang="en-US" altLang="ja-JP" sz="1400" b="0" i="0" u="none" strike="noStrike" cap="none" normalizeH="0" baseline="0" dirty="0">
                          <a:ln>
                            <a:noFill/>
                          </a:ln>
                          <a:solidFill>
                            <a:srgbClr val="3728F8"/>
                          </a:solidFill>
                          <a:effectLst/>
                          <a:latin typeface="Arial" charset="0"/>
                          <a:ea typeface="ＭＳ Ｐゴシック" charset="-128"/>
                        </a:rPr>
                        <a:t>Quarterly sampling on products</a:t>
                      </a:r>
                    </a:p>
                  </a:txBody>
                  <a:tcPr marT="45715" marB="45715" horzOverflow="overflow">
                    <a:lnL w="12700" cap="flat" cmpd="sng" algn="ctr">
                      <a:solidFill>
                        <a:srgbClr val="009900"/>
                      </a:solidFill>
                      <a:prstDash val="solid"/>
                      <a:round/>
                      <a:headEnd type="none" w="med" len="med"/>
                      <a:tailEnd type="none" w="med" len="med"/>
                    </a:lnL>
                    <a:lnR w="12700" cap="flat" cmpd="sng" algn="ctr">
                      <a:solidFill>
                        <a:srgbClr val="009900"/>
                      </a:solidFill>
                      <a:prstDash val="solid"/>
                      <a:round/>
                      <a:headEnd type="none" w="med" len="med"/>
                      <a:tailEnd type="none" w="med" len="med"/>
                    </a:lnR>
                    <a:lnT w="12700" cap="flat" cmpd="sng" algn="ctr">
                      <a:solidFill>
                        <a:srgbClr val="009900"/>
                      </a:solidFill>
                      <a:prstDash val="solid"/>
                      <a:round/>
                      <a:headEnd type="none" w="med" len="med"/>
                      <a:tailEnd type="none" w="med" len="med"/>
                    </a:lnT>
                    <a:lnB w="12700" cap="flat" cmpd="sng" algn="ctr">
                      <a:solidFill>
                        <a:srgbClr val="0099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033342">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tabLst/>
                      </a:pPr>
                      <a:r>
                        <a:rPr kumimoji="0" lang="en-US" altLang="ja-JP" sz="1600" b="0" i="0" u="none" strike="noStrike" cap="none" normalizeH="0" baseline="0" dirty="0">
                          <a:ln>
                            <a:noFill/>
                          </a:ln>
                          <a:solidFill>
                            <a:srgbClr val="000000"/>
                          </a:solidFill>
                          <a:effectLst/>
                          <a:latin typeface="Arial" charset="0"/>
                          <a:ea typeface="ＭＳ Ｐゴシック" charset="-128"/>
                        </a:rPr>
                        <a:t>1.67 &gt; C</a:t>
                      </a:r>
                      <a:r>
                        <a:rPr kumimoji="0" lang="en-US" altLang="ja-JP" sz="1600" b="0" i="0" u="none" strike="noStrike" cap="none" normalizeH="0" baseline="-25000" dirty="0">
                          <a:ln>
                            <a:noFill/>
                          </a:ln>
                          <a:solidFill>
                            <a:srgbClr val="000000"/>
                          </a:solidFill>
                          <a:effectLst/>
                          <a:latin typeface="Arial" charset="0"/>
                          <a:ea typeface="ＭＳ Ｐゴシック" charset="-128"/>
                        </a:rPr>
                        <a:t>P</a:t>
                      </a:r>
                      <a:r>
                        <a:rPr kumimoji="0" lang="en-US" altLang="ja-JP" sz="1600" b="0" i="0" u="none" strike="noStrike" cap="none" normalizeH="0" baseline="0" dirty="0">
                          <a:ln>
                            <a:noFill/>
                          </a:ln>
                          <a:solidFill>
                            <a:srgbClr val="000000"/>
                          </a:solidFill>
                          <a:effectLst/>
                          <a:latin typeface="Arial" charset="0"/>
                          <a:ea typeface="ＭＳ Ｐゴシック" charset="-128"/>
                        </a:rPr>
                        <a:t> ≥ 1.33 </a:t>
                      </a:r>
                    </a:p>
                  </a:txBody>
                  <a:tcPr marT="45715" marB="45715" horzOverflow="overflow">
                    <a:lnL w="12700" cap="flat" cmpd="sng" algn="ctr">
                      <a:solidFill>
                        <a:srgbClr val="009900"/>
                      </a:solidFill>
                      <a:prstDash val="solid"/>
                      <a:round/>
                      <a:headEnd type="none" w="med" len="med"/>
                      <a:tailEnd type="none" w="med" len="med"/>
                    </a:lnL>
                    <a:lnR w="12700" cap="flat" cmpd="sng" algn="ctr">
                      <a:solidFill>
                        <a:srgbClr val="009900"/>
                      </a:solidFill>
                      <a:prstDash val="solid"/>
                      <a:round/>
                      <a:headEnd type="none" w="med" len="med"/>
                      <a:tailEnd type="none" w="med" len="med"/>
                    </a:lnR>
                    <a:lnT w="12700" cap="flat" cmpd="sng" algn="ctr">
                      <a:solidFill>
                        <a:srgbClr val="009900"/>
                      </a:solidFill>
                      <a:prstDash val="solid"/>
                      <a:round/>
                      <a:headEnd type="none" w="med" len="med"/>
                      <a:tailEnd type="none" w="med" len="med"/>
                    </a:lnT>
                    <a:lnB w="12700" cap="flat" cmpd="sng" algn="ctr">
                      <a:solidFill>
                        <a:srgbClr val="0099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tabLst/>
                      </a:pPr>
                      <a:endParaRPr kumimoji="0" lang="nl-NL" sz="1200" b="1" i="0" u="none" strike="noStrike" cap="none" normalizeH="0" baseline="0">
                        <a:ln>
                          <a:noFill/>
                        </a:ln>
                        <a:solidFill>
                          <a:srgbClr val="000000"/>
                        </a:solidFill>
                        <a:effectLst/>
                        <a:latin typeface="Arial" charset="0"/>
                        <a:ea typeface="ＭＳ Ｐゴシック" charset="-128"/>
                      </a:endParaRPr>
                    </a:p>
                  </a:txBody>
                  <a:tcPr marT="45715" marB="45715" horzOverflow="overflow">
                    <a:lnL w="12700" cap="flat" cmpd="sng" algn="ctr">
                      <a:solidFill>
                        <a:srgbClr val="009900"/>
                      </a:solidFill>
                      <a:prstDash val="solid"/>
                      <a:round/>
                      <a:headEnd type="none" w="med" len="med"/>
                      <a:tailEnd type="none" w="med" len="med"/>
                    </a:lnL>
                    <a:lnR w="12700" cap="flat" cmpd="sng" algn="ctr">
                      <a:solidFill>
                        <a:srgbClr val="009900"/>
                      </a:solidFill>
                      <a:prstDash val="solid"/>
                      <a:round/>
                      <a:headEnd type="none" w="med" len="med"/>
                      <a:tailEnd type="none" w="med" len="med"/>
                    </a:lnR>
                    <a:lnT w="12700" cap="flat" cmpd="sng" algn="ctr">
                      <a:solidFill>
                        <a:srgbClr val="009900"/>
                      </a:solidFill>
                      <a:prstDash val="solid"/>
                      <a:round/>
                      <a:headEnd type="none" w="med" len="med"/>
                      <a:tailEnd type="none" w="med" len="med"/>
                    </a:lnT>
                    <a:lnB w="12700" cap="flat" cmpd="sng" algn="ctr">
                      <a:solidFill>
                        <a:srgbClr val="0099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5000"/>
                        </a:lnSpc>
                        <a:spcBef>
                          <a:spcPct val="20000"/>
                        </a:spcBef>
                        <a:spcAft>
                          <a:spcPct val="0"/>
                        </a:spcAft>
                        <a:buClr>
                          <a:schemeClr val="tx2"/>
                        </a:buClr>
                        <a:buSzTx/>
                        <a:buFontTx/>
                        <a:buNone/>
                        <a:tabLst/>
                      </a:pPr>
                      <a:r>
                        <a:rPr kumimoji="0" lang="en-US" altLang="ja-JP" sz="1400" b="0" i="0" u="none" strike="noStrike" cap="none" normalizeH="0" baseline="0" dirty="0">
                          <a:ln>
                            <a:noFill/>
                          </a:ln>
                          <a:solidFill>
                            <a:srgbClr val="000000"/>
                          </a:solidFill>
                          <a:effectLst/>
                          <a:latin typeface="Arial" charset="0"/>
                          <a:ea typeface="ＭＳ Ｐゴシック" charset="-128"/>
                        </a:rPr>
                        <a:t>Process capability is sufficiently high.</a:t>
                      </a:r>
                    </a:p>
                  </a:txBody>
                  <a:tcPr marT="45715" marB="45715" horzOverflow="overflow">
                    <a:lnL w="12700" cap="flat" cmpd="sng" algn="ctr">
                      <a:solidFill>
                        <a:srgbClr val="009900"/>
                      </a:solidFill>
                      <a:prstDash val="solid"/>
                      <a:round/>
                      <a:headEnd type="none" w="med" len="med"/>
                      <a:tailEnd type="none" w="med" len="med"/>
                    </a:lnL>
                    <a:lnR w="12700" cap="flat" cmpd="sng" algn="ctr">
                      <a:solidFill>
                        <a:srgbClr val="009900"/>
                      </a:solidFill>
                      <a:prstDash val="solid"/>
                      <a:round/>
                      <a:headEnd type="none" w="med" len="med"/>
                      <a:tailEnd type="none" w="med" len="med"/>
                    </a:lnR>
                    <a:lnT w="12700" cap="flat" cmpd="sng" algn="ctr">
                      <a:solidFill>
                        <a:srgbClr val="009900"/>
                      </a:solidFill>
                      <a:prstDash val="solid"/>
                      <a:round/>
                      <a:headEnd type="none" w="med" len="med"/>
                      <a:tailEnd type="none" w="med" len="med"/>
                    </a:lnT>
                    <a:lnB w="12700" cap="flat" cmpd="sng" algn="ctr">
                      <a:solidFill>
                        <a:srgbClr val="009900"/>
                      </a:solidFill>
                      <a:prstDash val="solid"/>
                      <a:round/>
                      <a:headEnd type="none" w="med" len="med"/>
                      <a:tailEnd type="none" w="med" len="med"/>
                    </a:lnB>
                    <a:lnTlToBr>
                      <a:noFill/>
                    </a:lnTlToBr>
                    <a:lnBlToTr>
                      <a:noFill/>
                    </a:lnBlToTr>
                    <a:noFill/>
                  </a:tcPr>
                </a:tc>
                <a:tc>
                  <a:txBody>
                    <a:bodyPr/>
                    <a:lstStyle/>
                    <a:p>
                      <a:pPr marL="87313" marR="0" lvl="0" indent="-87313" algn="l" defTabSz="914400" rtl="0" eaLnBrk="1" fontAlgn="base" latinLnBrk="0" hangingPunct="1">
                        <a:lnSpc>
                          <a:spcPct val="85000"/>
                        </a:lnSpc>
                        <a:spcBef>
                          <a:spcPct val="20000"/>
                        </a:spcBef>
                        <a:spcAft>
                          <a:spcPct val="0"/>
                        </a:spcAft>
                        <a:buClr>
                          <a:schemeClr val="tx2"/>
                        </a:buClr>
                        <a:buSzTx/>
                        <a:buFont typeface="Arial" pitchFamily="34" charset="0"/>
                        <a:buChar char="•"/>
                        <a:tabLst/>
                      </a:pPr>
                      <a:r>
                        <a:rPr kumimoji="0" lang="en-US" altLang="ja-JP" sz="1400" b="0" i="0" u="none" strike="noStrike" kern="1200" cap="none" normalizeH="0" baseline="0" dirty="0">
                          <a:ln>
                            <a:noFill/>
                          </a:ln>
                          <a:solidFill>
                            <a:srgbClr val="000000"/>
                          </a:solidFill>
                          <a:effectLst/>
                          <a:latin typeface="Arial" charset="0"/>
                          <a:ea typeface="ＭＳ Ｐゴシック" charset="-128"/>
                          <a:cs typeface="+mn-cs"/>
                        </a:rPr>
                        <a:t>Ideal condition.</a:t>
                      </a:r>
                    </a:p>
                    <a:p>
                      <a:pPr marL="87313" marR="0" lvl="0" indent="-87313" algn="l" defTabSz="914400" rtl="0" eaLnBrk="1" fontAlgn="base" latinLnBrk="0" hangingPunct="1">
                        <a:lnSpc>
                          <a:spcPct val="85000"/>
                        </a:lnSpc>
                        <a:spcBef>
                          <a:spcPct val="20000"/>
                        </a:spcBef>
                        <a:spcAft>
                          <a:spcPct val="0"/>
                        </a:spcAft>
                        <a:buClr>
                          <a:schemeClr val="tx2"/>
                        </a:buClr>
                        <a:buSzTx/>
                        <a:buFont typeface="Arial" pitchFamily="34" charset="0"/>
                        <a:buChar char="•"/>
                        <a:tabLst/>
                      </a:pPr>
                      <a:r>
                        <a:rPr kumimoji="0" lang="en-US" altLang="ja-JP" sz="1400" b="0" i="0" u="none" strike="noStrike" kern="1200" cap="none" normalizeH="0" baseline="0" dirty="0">
                          <a:ln>
                            <a:noFill/>
                          </a:ln>
                          <a:solidFill>
                            <a:srgbClr val="000000"/>
                          </a:solidFill>
                          <a:effectLst/>
                          <a:latin typeface="Arial" charset="0"/>
                          <a:ea typeface="ＭＳ Ｐゴシック" charset="-128"/>
                          <a:cs typeface="+mn-cs"/>
                        </a:rPr>
                        <a:t>Maintain it. </a:t>
                      </a:r>
                    </a:p>
                    <a:p>
                      <a:pPr marL="87313" marR="0" lvl="0" indent="-87313" algn="l" defTabSz="914400" rtl="0" eaLnBrk="1" fontAlgn="base" latinLnBrk="0" hangingPunct="1">
                        <a:lnSpc>
                          <a:spcPct val="85000"/>
                        </a:lnSpc>
                        <a:spcBef>
                          <a:spcPct val="20000"/>
                        </a:spcBef>
                        <a:spcAft>
                          <a:spcPct val="0"/>
                        </a:spcAft>
                        <a:buClr>
                          <a:schemeClr val="tx2"/>
                        </a:buClr>
                        <a:buSzTx/>
                        <a:buFont typeface="Wingdings" pitchFamily="2" charset="2"/>
                        <a:buChar char="ü"/>
                        <a:tabLst/>
                      </a:pPr>
                      <a:r>
                        <a:rPr kumimoji="0" lang="en-US" altLang="ja-JP" sz="1400" b="0" i="0" u="none" strike="noStrike" kern="1200" cap="none" normalizeH="0" baseline="0" dirty="0">
                          <a:ln>
                            <a:noFill/>
                          </a:ln>
                          <a:solidFill>
                            <a:srgbClr val="3728F8"/>
                          </a:solidFill>
                          <a:effectLst/>
                          <a:latin typeface="Arial" charset="0"/>
                          <a:ea typeface="ＭＳ Ｐゴシック" charset="-128"/>
                          <a:cs typeface="+mn-cs"/>
                        </a:rPr>
                        <a:t>Regular sampling on products</a:t>
                      </a:r>
                    </a:p>
                  </a:txBody>
                  <a:tcPr marT="45715" marB="45715" horzOverflow="overflow">
                    <a:lnL w="12700" cap="flat" cmpd="sng" algn="ctr">
                      <a:solidFill>
                        <a:srgbClr val="009900"/>
                      </a:solidFill>
                      <a:prstDash val="solid"/>
                      <a:round/>
                      <a:headEnd type="none" w="med" len="med"/>
                      <a:tailEnd type="none" w="med" len="med"/>
                    </a:lnL>
                    <a:lnR w="12700" cap="flat" cmpd="sng" algn="ctr">
                      <a:solidFill>
                        <a:srgbClr val="009900"/>
                      </a:solidFill>
                      <a:prstDash val="solid"/>
                      <a:round/>
                      <a:headEnd type="none" w="med" len="med"/>
                      <a:tailEnd type="none" w="med" len="med"/>
                    </a:lnR>
                    <a:lnT w="12700" cap="flat" cmpd="sng" algn="ctr">
                      <a:solidFill>
                        <a:srgbClr val="009900"/>
                      </a:solidFill>
                      <a:prstDash val="solid"/>
                      <a:round/>
                      <a:headEnd type="none" w="med" len="med"/>
                      <a:tailEnd type="none" w="med" len="med"/>
                    </a:lnT>
                    <a:lnB w="12700" cap="flat" cmpd="sng" algn="ctr">
                      <a:solidFill>
                        <a:srgbClr val="0099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134931">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tabLst/>
                      </a:pPr>
                      <a:r>
                        <a:rPr kumimoji="0" lang="en-US" altLang="ja-JP" sz="1600" b="0" i="0" u="none" strike="noStrike" cap="none" normalizeH="0" baseline="0" dirty="0">
                          <a:ln>
                            <a:noFill/>
                          </a:ln>
                          <a:solidFill>
                            <a:srgbClr val="000000"/>
                          </a:solidFill>
                          <a:effectLst/>
                          <a:latin typeface="Arial" charset="0"/>
                          <a:ea typeface="ＭＳ Ｐゴシック" charset="-128"/>
                        </a:rPr>
                        <a:t>1.33 &gt; C</a:t>
                      </a:r>
                      <a:r>
                        <a:rPr kumimoji="0" lang="en-US" altLang="ja-JP" sz="1600" b="0" i="0" u="none" strike="noStrike" cap="none" normalizeH="0" baseline="-25000" dirty="0">
                          <a:ln>
                            <a:noFill/>
                          </a:ln>
                          <a:solidFill>
                            <a:srgbClr val="000000"/>
                          </a:solidFill>
                          <a:effectLst/>
                          <a:latin typeface="Arial" charset="0"/>
                          <a:ea typeface="ＭＳ Ｐゴシック" charset="-128"/>
                        </a:rPr>
                        <a:t>P</a:t>
                      </a:r>
                      <a:r>
                        <a:rPr kumimoji="0" lang="en-US" altLang="ja-JP" sz="1600" b="0" i="0" u="none" strike="noStrike" cap="none" normalizeH="0" baseline="0" dirty="0">
                          <a:ln>
                            <a:noFill/>
                          </a:ln>
                          <a:solidFill>
                            <a:srgbClr val="000000"/>
                          </a:solidFill>
                          <a:effectLst/>
                          <a:latin typeface="Arial" charset="0"/>
                          <a:ea typeface="ＭＳ Ｐゴシック" charset="-128"/>
                        </a:rPr>
                        <a:t> ≥ 1.00 </a:t>
                      </a:r>
                    </a:p>
                  </a:txBody>
                  <a:tcPr marT="45715" marB="45715" horzOverflow="overflow">
                    <a:lnL w="12700" cap="flat" cmpd="sng" algn="ctr">
                      <a:solidFill>
                        <a:srgbClr val="009900"/>
                      </a:solidFill>
                      <a:prstDash val="solid"/>
                      <a:round/>
                      <a:headEnd type="none" w="med" len="med"/>
                      <a:tailEnd type="none" w="med" len="med"/>
                    </a:lnL>
                    <a:lnR w="12700" cap="flat" cmpd="sng" algn="ctr">
                      <a:solidFill>
                        <a:srgbClr val="009900"/>
                      </a:solidFill>
                      <a:prstDash val="solid"/>
                      <a:round/>
                      <a:headEnd type="none" w="med" len="med"/>
                      <a:tailEnd type="none" w="med" len="med"/>
                    </a:lnR>
                    <a:lnT w="12700" cap="flat" cmpd="sng" algn="ctr">
                      <a:solidFill>
                        <a:srgbClr val="009900"/>
                      </a:solidFill>
                      <a:prstDash val="solid"/>
                      <a:round/>
                      <a:headEnd type="none" w="med" len="med"/>
                      <a:tailEnd type="none" w="med" len="med"/>
                    </a:lnT>
                    <a:lnB w="12700" cap="flat" cmpd="sng" algn="ctr">
                      <a:solidFill>
                        <a:srgbClr val="0099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tabLst/>
                      </a:pPr>
                      <a:endParaRPr kumimoji="0" lang="nl-NL" sz="1200" b="1" i="0" u="none" strike="noStrike" cap="none" normalizeH="0" baseline="0">
                        <a:ln>
                          <a:noFill/>
                        </a:ln>
                        <a:solidFill>
                          <a:srgbClr val="000000"/>
                        </a:solidFill>
                        <a:effectLst/>
                        <a:latin typeface="Arial" charset="0"/>
                        <a:ea typeface="ＭＳ Ｐゴシック" charset="-128"/>
                      </a:endParaRPr>
                    </a:p>
                  </a:txBody>
                  <a:tcPr marT="45715" marB="45715" horzOverflow="overflow">
                    <a:lnL w="12700" cap="flat" cmpd="sng" algn="ctr">
                      <a:solidFill>
                        <a:srgbClr val="009900"/>
                      </a:solidFill>
                      <a:prstDash val="solid"/>
                      <a:round/>
                      <a:headEnd type="none" w="med" len="med"/>
                      <a:tailEnd type="none" w="med" len="med"/>
                    </a:lnL>
                    <a:lnR w="12700" cap="flat" cmpd="sng" algn="ctr">
                      <a:solidFill>
                        <a:srgbClr val="009900"/>
                      </a:solidFill>
                      <a:prstDash val="solid"/>
                      <a:round/>
                      <a:headEnd type="none" w="med" len="med"/>
                      <a:tailEnd type="none" w="med" len="med"/>
                    </a:lnR>
                    <a:lnT w="12700" cap="flat" cmpd="sng" algn="ctr">
                      <a:solidFill>
                        <a:srgbClr val="009900"/>
                      </a:solidFill>
                      <a:prstDash val="solid"/>
                      <a:round/>
                      <a:headEnd type="none" w="med" len="med"/>
                      <a:tailEnd type="none" w="med" len="med"/>
                    </a:lnT>
                    <a:lnB w="12700" cap="flat" cmpd="sng" algn="ctr">
                      <a:solidFill>
                        <a:srgbClr val="0099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5000"/>
                        </a:lnSpc>
                        <a:spcBef>
                          <a:spcPct val="20000"/>
                        </a:spcBef>
                        <a:spcAft>
                          <a:spcPct val="0"/>
                        </a:spcAft>
                        <a:buClr>
                          <a:schemeClr val="tx2"/>
                        </a:buClr>
                        <a:buSzTx/>
                        <a:buFontTx/>
                        <a:buNone/>
                        <a:tabLst/>
                      </a:pPr>
                      <a:r>
                        <a:rPr kumimoji="0" lang="en-US" altLang="ja-JP" sz="1400" b="0" i="0" u="none" strike="noStrike" cap="none" normalizeH="0" baseline="0">
                          <a:ln>
                            <a:noFill/>
                          </a:ln>
                          <a:solidFill>
                            <a:srgbClr val="000000"/>
                          </a:solidFill>
                          <a:effectLst/>
                          <a:latin typeface="Arial" charset="0"/>
                          <a:ea typeface="ＭＳ Ｐゴシック" charset="-128"/>
                        </a:rPr>
                        <a:t>Process capability is not sufficiently high, but is adequate. </a:t>
                      </a:r>
                    </a:p>
                  </a:txBody>
                  <a:tcPr marT="45715" marB="45715" horzOverflow="overflow">
                    <a:lnL w="12700" cap="flat" cmpd="sng" algn="ctr">
                      <a:solidFill>
                        <a:srgbClr val="009900"/>
                      </a:solidFill>
                      <a:prstDash val="solid"/>
                      <a:round/>
                      <a:headEnd type="none" w="med" len="med"/>
                      <a:tailEnd type="none" w="med" len="med"/>
                    </a:lnL>
                    <a:lnR w="12700" cap="flat" cmpd="sng" algn="ctr">
                      <a:solidFill>
                        <a:srgbClr val="009900"/>
                      </a:solidFill>
                      <a:prstDash val="solid"/>
                      <a:round/>
                      <a:headEnd type="none" w="med" len="med"/>
                      <a:tailEnd type="none" w="med" len="med"/>
                    </a:lnR>
                    <a:lnT w="12700" cap="flat" cmpd="sng" algn="ctr">
                      <a:solidFill>
                        <a:srgbClr val="009900"/>
                      </a:solidFill>
                      <a:prstDash val="solid"/>
                      <a:round/>
                      <a:headEnd type="none" w="med" len="med"/>
                      <a:tailEnd type="none" w="med" len="med"/>
                    </a:lnT>
                    <a:lnB w="12700" cap="flat" cmpd="sng" algn="ctr">
                      <a:solidFill>
                        <a:srgbClr val="009900"/>
                      </a:solidFill>
                      <a:prstDash val="solid"/>
                      <a:round/>
                      <a:headEnd type="none" w="med" len="med"/>
                      <a:tailEnd type="none" w="med" len="med"/>
                    </a:lnB>
                    <a:lnTlToBr>
                      <a:noFill/>
                    </a:lnTlToBr>
                    <a:lnBlToTr>
                      <a:noFill/>
                    </a:lnBlToTr>
                    <a:noFill/>
                  </a:tcPr>
                </a:tc>
                <a:tc>
                  <a:txBody>
                    <a:bodyPr/>
                    <a:lstStyle/>
                    <a:p>
                      <a:pPr marL="87313" marR="0" lvl="0" indent="-87313" algn="l" defTabSz="914400" rtl="0" eaLnBrk="1" fontAlgn="base" latinLnBrk="0" hangingPunct="1">
                        <a:lnSpc>
                          <a:spcPct val="85000"/>
                        </a:lnSpc>
                        <a:spcBef>
                          <a:spcPct val="20000"/>
                        </a:spcBef>
                        <a:spcAft>
                          <a:spcPct val="0"/>
                        </a:spcAft>
                        <a:buClr>
                          <a:schemeClr val="tx2"/>
                        </a:buClr>
                        <a:buSzTx/>
                        <a:buFont typeface="Arial" pitchFamily="34" charset="0"/>
                        <a:buChar char="•"/>
                        <a:tabLst/>
                      </a:pPr>
                      <a:r>
                        <a:rPr kumimoji="0" lang="en-US" altLang="ja-JP" sz="1400" b="0" i="0" u="none" strike="noStrike" kern="1200" cap="none" normalizeH="0" baseline="0" dirty="0">
                          <a:ln>
                            <a:noFill/>
                          </a:ln>
                          <a:solidFill>
                            <a:srgbClr val="000000"/>
                          </a:solidFill>
                          <a:effectLst/>
                          <a:latin typeface="Arial" charset="0"/>
                          <a:ea typeface="ＭＳ Ｐゴシック" charset="-128"/>
                          <a:cs typeface="+mn-cs"/>
                        </a:rPr>
                        <a:t>Control process properly and maintain it in a control state.</a:t>
                      </a:r>
                    </a:p>
                    <a:p>
                      <a:pPr marL="87313" marR="0" lvl="0" indent="-87313" algn="l" defTabSz="914400" rtl="0" eaLnBrk="1" fontAlgn="base" latinLnBrk="0" hangingPunct="1">
                        <a:lnSpc>
                          <a:spcPct val="85000"/>
                        </a:lnSpc>
                        <a:spcBef>
                          <a:spcPct val="20000"/>
                        </a:spcBef>
                        <a:spcAft>
                          <a:spcPct val="0"/>
                        </a:spcAft>
                        <a:buClr>
                          <a:schemeClr val="tx2"/>
                        </a:buClr>
                        <a:buSzTx/>
                        <a:buFont typeface="Arial" pitchFamily="34" charset="0"/>
                        <a:buChar char="•"/>
                        <a:tabLst/>
                      </a:pPr>
                      <a:r>
                        <a:rPr kumimoji="0" lang="en-US" altLang="ja-JP" sz="1400" b="0" i="0" u="none" strike="noStrike" kern="1200" cap="none" normalizeH="0" baseline="0" dirty="0">
                          <a:ln>
                            <a:noFill/>
                          </a:ln>
                          <a:solidFill>
                            <a:srgbClr val="000000"/>
                          </a:solidFill>
                          <a:effectLst/>
                          <a:latin typeface="Arial" charset="0"/>
                          <a:ea typeface="ＭＳ Ｐゴシック" charset="-128"/>
                          <a:cs typeface="+mn-cs"/>
                        </a:rPr>
                        <a:t>Defects may result if Cp approaches 1</a:t>
                      </a:r>
                    </a:p>
                    <a:p>
                      <a:pPr marL="87313" marR="0" lvl="0" indent="-87313" algn="l" defTabSz="914400" rtl="0" eaLnBrk="1" fontAlgn="base" latinLnBrk="0" hangingPunct="1">
                        <a:lnSpc>
                          <a:spcPct val="85000"/>
                        </a:lnSpc>
                        <a:spcBef>
                          <a:spcPct val="20000"/>
                        </a:spcBef>
                        <a:spcAft>
                          <a:spcPct val="0"/>
                        </a:spcAft>
                        <a:buClr>
                          <a:schemeClr val="tx2"/>
                        </a:buClr>
                        <a:buSzTx/>
                        <a:buFont typeface="Arial" pitchFamily="34" charset="0"/>
                        <a:buChar char="•"/>
                        <a:tabLst/>
                      </a:pPr>
                      <a:r>
                        <a:rPr kumimoji="0" lang="en-US" altLang="ja-JP" sz="1400" b="0" i="0" u="none" strike="noStrike" kern="1200" cap="none" normalizeH="0" baseline="0" dirty="0">
                          <a:ln>
                            <a:noFill/>
                          </a:ln>
                          <a:solidFill>
                            <a:srgbClr val="000000"/>
                          </a:solidFill>
                          <a:effectLst/>
                          <a:latin typeface="Arial" charset="0"/>
                          <a:ea typeface="ＭＳ Ｐゴシック" charset="-128"/>
                          <a:cs typeface="+mn-cs"/>
                        </a:rPr>
                        <a:t>Take action if needed. </a:t>
                      </a:r>
                    </a:p>
                    <a:p>
                      <a:pPr marL="87313" marR="0" lvl="0" indent="-87313" algn="l" defTabSz="914400" rtl="0" eaLnBrk="1" fontAlgn="base" latinLnBrk="0" hangingPunct="1">
                        <a:lnSpc>
                          <a:spcPct val="85000"/>
                        </a:lnSpc>
                        <a:spcBef>
                          <a:spcPct val="20000"/>
                        </a:spcBef>
                        <a:spcAft>
                          <a:spcPct val="0"/>
                        </a:spcAft>
                        <a:buClr>
                          <a:schemeClr val="tx2"/>
                        </a:buClr>
                        <a:buSzTx/>
                        <a:buFont typeface="Wingdings" pitchFamily="2" charset="2"/>
                        <a:buChar char="ü"/>
                        <a:tabLst/>
                      </a:pPr>
                      <a:r>
                        <a:rPr kumimoji="0" lang="en-US" altLang="ja-JP" sz="1400" b="0" i="0" u="none" strike="noStrike" kern="1200" cap="none" normalizeH="0" baseline="0" dirty="0">
                          <a:ln>
                            <a:noFill/>
                          </a:ln>
                          <a:solidFill>
                            <a:srgbClr val="3728F8"/>
                          </a:solidFill>
                          <a:effectLst/>
                          <a:latin typeface="Arial" charset="0"/>
                          <a:ea typeface="ＭＳ Ｐゴシック" charset="-128"/>
                          <a:cs typeface="+mn-cs"/>
                        </a:rPr>
                        <a:t>Frequent sampling on products</a:t>
                      </a:r>
                    </a:p>
                  </a:txBody>
                  <a:tcPr marT="45715" marB="45715" horzOverflow="overflow">
                    <a:lnL w="12700" cap="flat" cmpd="sng" algn="ctr">
                      <a:solidFill>
                        <a:srgbClr val="009900"/>
                      </a:solidFill>
                      <a:prstDash val="solid"/>
                      <a:round/>
                      <a:headEnd type="none" w="med" len="med"/>
                      <a:tailEnd type="none" w="med" len="med"/>
                    </a:lnL>
                    <a:lnR w="12700" cap="flat" cmpd="sng" algn="ctr">
                      <a:solidFill>
                        <a:srgbClr val="009900"/>
                      </a:solidFill>
                      <a:prstDash val="solid"/>
                      <a:round/>
                      <a:headEnd type="none" w="med" len="med"/>
                      <a:tailEnd type="none" w="med" len="med"/>
                    </a:lnR>
                    <a:lnT w="12700" cap="flat" cmpd="sng" algn="ctr">
                      <a:solidFill>
                        <a:srgbClr val="009900"/>
                      </a:solidFill>
                      <a:prstDash val="solid"/>
                      <a:round/>
                      <a:headEnd type="none" w="med" len="med"/>
                      <a:tailEnd type="none" w="med" len="med"/>
                    </a:lnT>
                    <a:lnB w="12700" cap="flat" cmpd="sng" algn="ctr">
                      <a:solidFill>
                        <a:srgbClr val="0099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023818">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tabLst/>
                      </a:pPr>
                      <a:r>
                        <a:rPr kumimoji="0" lang="en-US" altLang="ja-JP" sz="1600" b="0" i="0" u="none" strike="noStrike" cap="none" normalizeH="0" baseline="0" dirty="0">
                          <a:ln>
                            <a:noFill/>
                          </a:ln>
                          <a:solidFill>
                            <a:srgbClr val="000000"/>
                          </a:solidFill>
                          <a:effectLst/>
                          <a:latin typeface="Arial" charset="0"/>
                          <a:ea typeface="ＭＳ Ｐゴシック" charset="-128"/>
                        </a:rPr>
                        <a:t>1.00 &gt; C</a:t>
                      </a:r>
                      <a:r>
                        <a:rPr kumimoji="0" lang="en-US" altLang="ja-JP" sz="1600" b="0" i="0" u="none" strike="noStrike" cap="none" normalizeH="0" baseline="-25000" dirty="0">
                          <a:ln>
                            <a:noFill/>
                          </a:ln>
                          <a:solidFill>
                            <a:srgbClr val="000000"/>
                          </a:solidFill>
                          <a:effectLst/>
                          <a:latin typeface="Arial" charset="0"/>
                          <a:ea typeface="ＭＳ Ｐゴシック" charset="-128"/>
                        </a:rPr>
                        <a:t>P</a:t>
                      </a:r>
                      <a:r>
                        <a:rPr kumimoji="0" lang="en-US" altLang="ja-JP" sz="1600" b="0" i="0" u="none" strike="noStrike" cap="none" normalizeH="0" baseline="0" dirty="0">
                          <a:ln>
                            <a:noFill/>
                          </a:ln>
                          <a:solidFill>
                            <a:srgbClr val="000000"/>
                          </a:solidFill>
                          <a:effectLst/>
                          <a:latin typeface="Arial" charset="0"/>
                          <a:ea typeface="ＭＳ Ｐゴシック" charset="-128"/>
                        </a:rPr>
                        <a:t> ≥ 0.67</a:t>
                      </a:r>
                    </a:p>
                  </a:txBody>
                  <a:tcPr marT="45715" marB="45715" horzOverflow="overflow">
                    <a:lnL w="12700" cap="flat" cmpd="sng" algn="ctr">
                      <a:solidFill>
                        <a:srgbClr val="009900"/>
                      </a:solidFill>
                      <a:prstDash val="solid"/>
                      <a:round/>
                      <a:headEnd type="none" w="med" len="med"/>
                      <a:tailEnd type="none" w="med" len="med"/>
                    </a:lnL>
                    <a:lnR w="12700" cap="flat" cmpd="sng" algn="ctr">
                      <a:solidFill>
                        <a:srgbClr val="009900"/>
                      </a:solidFill>
                      <a:prstDash val="solid"/>
                      <a:round/>
                      <a:headEnd type="none" w="med" len="med"/>
                      <a:tailEnd type="none" w="med" len="med"/>
                    </a:lnR>
                    <a:lnT w="12700" cap="flat" cmpd="sng" algn="ctr">
                      <a:solidFill>
                        <a:srgbClr val="009900"/>
                      </a:solidFill>
                      <a:prstDash val="solid"/>
                      <a:round/>
                      <a:headEnd type="none" w="med" len="med"/>
                      <a:tailEnd type="none" w="med" len="med"/>
                    </a:lnT>
                    <a:lnB w="12700" cap="flat" cmpd="sng" algn="ctr">
                      <a:solidFill>
                        <a:srgbClr val="0099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tabLst/>
                      </a:pPr>
                      <a:endParaRPr kumimoji="0" lang="nl-NL" sz="1200" b="1" i="0" u="none" strike="noStrike" cap="none" normalizeH="0" baseline="0">
                        <a:ln>
                          <a:noFill/>
                        </a:ln>
                        <a:solidFill>
                          <a:srgbClr val="000000"/>
                        </a:solidFill>
                        <a:effectLst/>
                        <a:latin typeface="Arial" charset="0"/>
                        <a:ea typeface="ＭＳ Ｐゴシック" charset="-128"/>
                      </a:endParaRPr>
                    </a:p>
                  </a:txBody>
                  <a:tcPr marT="45715" marB="45715" horzOverflow="overflow">
                    <a:lnL w="12700" cap="flat" cmpd="sng" algn="ctr">
                      <a:solidFill>
                        <a:srgbClr val="009900"/>
                      </a:solidFill>
                      <a:prstDash val="solid"/>
                      <a:round/>
                      <a:headEnd type="none" w="med" len="med"/>
                      <a:tailEnd type="none" w="med" len="med"/>
                    </a:lnL>
                    <a:lnR w="12700" cap="flat" cmpd="sng" algn="ctr">
                      <a:solidFill>
                        <a:srgbClr val="009900"/>
                      </a:solidFill>
                      <a:prstDash val="solid"/>
                      <a:round/>
                      <a:headEnd type="none" w="med" len="med"/>
                      <a:tailEnd type="none" w="med" len="med"/>
                    </a:lnR>
                    <a:lnT w="12700" cap="flat" cmpd="sng" algn="ctr">
                      <a:solidFill>
                        <a:srgbClr val="009900"/>
                      </a:solidFill>
                      <a:prstDash val="solid"/>
                      <a:round/>
                      <a:headEnd type="none" w="med" len="med"/>
                      <a:tailEnd type="none" w="med" len="med"/>
                    </a:lnT>
                    <a:lnB w="12700" cap="flat" cmpd="sng" algn="ctr">
                      <a:solidFill>
                        <a:srgbClr val="0099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5000"/>
                        </a:lnSpc>
                        <a:spcBef>
                          <a:spcPct val="20000"/>
                        </a:spcBef>
                        <a:spcAft>
                          <a:spcPct val="0"/>
                        </a:spcAft>
                        <a:buClr>
                          <a:schemeClr val="tx2"/>
                        </a:buClr>
                        <a:buSzTx/>
                        <a:buFontTx/>
                        <a:buNone/>
                        <a:tabLst/>
                      </a:pPr>
                      <a:r>
                        <a:rPr kumimoji="0" lang="en-US" altLang="ja-JP" sz="1400" b="0" i="0" u="none" strike="noStrike" cap="none" normalizeH="0" baseline="0">
                          <a:ln>
                            <a:noFill/>
                          </a:ln>
                          <a:solidFill>
                            <a:srgbClr val="000000"/>
                          </a:solidFill>
                          <a:effectLst/>
                          <a:latin typeface="Arial" charset="0"/>
                          <a:ea typeface="ＭＳ Ｐゴシック" charset="-128"/>
                        </a:rPr>
                        <a:t>Process capability is not sufficient. </a:t>
                      </a:r>
                    </a:p>
                  </a:txBody>
                  <a:tcPr marT="45715" marB="45715" horzOverflow="overflow">
                    <a:lnL w="12700" cap="flat" cmpd="sng" algn="ctr">
                      <a:solidFill>
                        <a:srgbClr val="009900"/>
                      </a:solidFill>
                      <a:prstDash val="solid"/>
                      <a:round/>
                      <a:headEnd type="none" w="med" len="med"/>
                      <a:tailEnd type="none" w="med" len="med"/>
                    </a:lnL>
                    <a:lnR w="12700" cap="flat" cmpd="sng" algn="ctr">
                      <a:solidFill>
                        <a:srgbClr val="009900"/>
                      </a:solidFill>
                      <a:prstDash val="solid"/>
                      <a:round/>
                      <a:headEnd type="none" w="med" len="med"/>
                      <a:tailEnd type="none" w="med" len="med"/>
                    </a:lnR>
                    <a:lnT w="12700" cap="flat" cmpd="sng" algn="ctr">
                      <a:solidFill>
                        <a:srgbClr val="009900"/>
                      </a:solidFill>
                      <a:prstDash val="solid"/>
                      <a:round/>
                      <a:headEnd type="none" w="med" len="med"/>
                      <a:tailEnd type="none" w="med" len="med"/>
                    </a:lnT>
                    <a:lnB w="12700" cap="flat" cmpd="sng" algn="ctr">
                      <a:solidFill>
                        <a:srgbClr val="009900"/>
                      </a:solidFill>
                      <a:prstDash val="solid"/>
                      <a:round/>
                      <a:headEnd type="none" w="med" len="med"/>
                      <a:tailEnd type="none" w="med" len="med"/>
                    </a:lnB>
                    <a:lnTlToBr>
                      <a:noFill/>
                    </a:lnTlToBr>
                    <a:lnBlToTr>
                      <a:noFill/>
                    </a:lnBlToTr>
                    <a:noFill/>
                  </a:tcPr>
                </a:tc>
                <a:tc>
                  <a:txBody>
                    <a:bodyPr/>
                    <a:lstStyle/>
                    <a:p>
                      <a:pPr marL="87313" marR="0" lvl="0" indent="-87313" algn="l" defTabSz="914400" rtl="0" eaLnBrk="1" fontAlgn="base" latinLnBrk="0" hangingPunct="1">
                        <a:lnSpc>
                          <a:spcPct val="85000"/>
                        </a:lnSpc>
                        <a:spcBef>
                          <a:spcPct val="20000"/>
                        </a:spcBef>
                        <a:spcAft>
                          <a:spcPct val="0"/>
                        </a:spcAft>
                        <a:buClr>
                          <a:schemeClr val="tx2"/>
                        </a:buClr>
                        <a:buSzTx/>
                        <a:buFont typeface="Arial" pitchFamily="34" charset="0"/>
                        <a:buChar char="•"/>
                        <a:tabLst/>
                      </a:pPr>
                      <a:r>
                        <a:rPr kumimoji="0" lang="en-US" altLang="ja-JP" sz="1400" b="0" i="0" u="none" strike="noStrike" kern="1200" cap="none" normalizeH="0" baseline="0" dirty="0">
                          <a:ln>
                            <a:noFill/>
                          </a:ln>
                          <a:solidFill>
                            <a:srgbClr val="000000"/>
                          </a:solidFill>
                          <a:effectLst/>
                          <a:latin typeface="Arial" charset="0"/>
                          <a:ea typeface="ＭＳ Ｐゴシック" charset="-128"/>
                          <a:cs typeface="+mn-cs"/>
                        </a:rPr>
                        <a:t>Defects have been generated.</a:t>
                      </a:r>
                    </a:p>
                    <a:p>
                      <a:pPr marL="87313" marR="0" lvl="0" indent="-87313" algn="l" defTabSz="914400" rtl="0" eaLnBrk="1" fontAlgn="base" latinLnBrk="0" hangingPunct="1">
                        <a:lnSpc>
                          <a:spcPct val="85000"/>
                        </a:lnSpc>
                        <a:spcBef>
                          <a:spcPct val="20000"/>
                        </a:spcBef>
                        <a:spcAft>
                          <a:spcPct val="0"/>
                        </a:spcAft>
                        <a:buClr>
                          <a:schemeClr val="tx2"/>
                        </a:buClr>
                        <a:buSzTx/>
                        <a:buFont typeface="Arial" pitchFamily="34" charset="0"/>
                        <a:buChar char="•"/>
                        <a:tabLst/>
                      </a:pPr>
                      <a:r>
                        <a:rPr kumimoji="0" lang="en-US" altLang="ja-JP" sz="1400" b="0" i="0" u="none" strike="noStrike" kern="1200" cap="none" normalizeH="0" baseline="0" dirty="0">
                          <a:ln>
                            <a:noFill/>
                          </a:ln>
                          <a:solidFill>
                            <a:srgbClr val="000000"/>
                          </a:solidFill>
                          <a:effectLst/>
                          <a:latin typeface="Arial" charset="0"/>
                          <a:ea typeface="ＭＳ Ｐゴシック" charset="-128"/>
                          <a:cs typeface="+mn-cs"/>
                        </a:rPr>
                        <a:t>Screening inspection,  process control and Kaizen will be required. </a:t>
                      </a:r>
                    </a:p>
                    <a:p>
                      <a:pPr marL="87313" marR="0" lvl="0" indent="-87313" algn="l" defTabSz="914400" rtl="0" eaLnBrk="1" fontAlgn="base" latinLnBrk="0" hangingPunct="1">
                        <a:lnSpc>
                          <a:spcPct val="85000"/>
                        </a:lnSpc>
                        <a:spcBef>
                          <a:spcPct val="20000"/>
                        </a:spcBef>
                        <a:spcAft>
                          <a:spcPct val="0"/>
                        </a:spcAft>
                        <a:buClr>
                          <a:schemeClr val="tx2"/>
                        </a:buClr>
                        <a:buSzTx/>
                        <a:buFont typeface="Wingdings" pitchFamily="2" charset="2"/>
                        <a:buChar char="ü"/>
                        <a:tabLst/>
                      </a:pPr>
                      <a:r>
                        <a:rPr kumimoji="0" lang="en-US" altLang="ja-JP" sz="1400" b="0" i="0" u="none" strike="noStrike" kern="1200" cap="none" normalizeH="0" baseline="0" dirty="0">
                          <a:ln>
                            <a:noFill/>
                          </a:ln>
                          <a:solidFill>
                            <a:srgbClr val="3728F8"/>
                          </a:solidFill>
                          <a:effectLst/>
                          <a:latin typeface="Arial" charset="0"/>
                          <a:ea typeface="ＭＳ Ｐゴシック" charset="-128"/>
                          <a:cs typeface="+mn-cs"/>
                        </a:rPr>
                        <a:t>All products must be checked</a:t>
                      </a:r>
                    </a:p>
                  </a:txBody>
                  <a:tcPr marT="45715" marB="45715" horzOverflow="overflow">
                    <a:lnL w="12700" cap="flat" cmpd="sng" algn="ctr">
                      <a:solidFill>
                        <a:srgbClr val="009900"/>
                      </a:solidFill>
                      <a:prstDash val="solid"/>
                      <a:round/>
                      <a:headEnd type="none" w="med" len="med"/>
                      <a:tailEnd type="none" w="med" len="med"/>
                    </a:lnL>
                    <a:lnR w="12700" cap="flat" cmpd="sng" algn="ctr">
                      <a:solidFill>
                        <a:srgbClr val="009900"/>
                      </a:solidFill>
                      <a:prstDash val="solid"/>
                      <a:round/>
                      <a:headEnd type="none" w="med" len="med"/>
                      <a:tailEnd type="none" w="med" len="med"/>
                    </a:lnR>
                    <a:lnT w="12700" cap="flat" cmpd="sng" algn="ctr">
                      <a:solidFill>
                        <a:srgbClr val="009900"/>
                      </a:solidFill>
                      <a:prstDash val="solid"/>
                      <a:round/>
                      <a:headEnd type="none" w="med" len="med"/>
                      <a:tailEnd type="none" w="med" len="med"/>
                    </a:lnT>
                    <a:lnB w="12700" cap="flat" cmpd="sng" algn="ctr">
                      <a:solidFill>
                        <a:srgbClr val="0099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184137">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tabLst/>
                      </a:pPr>
                      <a:r>
                        <a:rPr kumimoji="0" lang="en-US" altLang="ja-JP" sz="1600" b="0" i="0" u="none" strike="noStrike" cap="none" normalizeH="0" baseline="0" dirty="0">
                          <a:ln>
                            <a:noFill/>
                          </a:ln>
                          <a:solidFill>
                            <a:srgbClr val="000000"/>
                          </a:solidFill>
                          <a:effectLst/>
                          <a:latin typeface="Arial" charset="0"/>
                          <a:ea typeface="ＭＳ Ｐゴシック" charset="-128"/>
                        </a:rPr>
                        <a:t>0.67 &gt; C</a:t>
                      </a:r>
                      <a:r>
                        <a:rPr kumimoji="0" lang="en-US" altLang="ja-JP" sz="1600" b="0" i="0" u="none" strike="noStrike" cap="none" normalizeH="0" baseline="-25000" dirty="0">
                          <a:ln>
                            <a:noFill/>
                          </a:ln>
                          <a:solidFill>
                            <a:srgbClr val="000000"/>
                          </a:solidFill>
                          <a:effectLst/>
                          <a:latin typeface="Arial" charset="0"/>
                          <a:ea typeface="ＭＳ Ｐゴシック" charset="-128"/>
                        </a:rPr>
                        <a:t>P</a:t>
                      </a:r>
                      <a:r>
                        <a:rPr kumimoji="0" lang="en-US" altLang="ja-JP" sz="1600" b="0" i="0" u="none" strike="noStrike" cap="none" normalizeH="0" baseline="0" dirty="0">
                          <a:ln>
                            <a:noFill/>
                          </a:ln>
                          <a:solidFill>
                            <a:srgbClr val="000000"/>
                          </a:solidFill>
                          <a:effectLst/>
                          <a:latin typeface="Arial" charset="0"/>
                          <a:ea typeface="ＭＳ Ｐゴシック" charset="-128"/>
                        </a:rPr>
                        <a:t> </a:t>
                      </a:r>
                    </a:p>
                  </a:txBody>
                  <a:tcPr marT="45715" marB="45715" horzOverflow="overflow">
                    <a:lnL w="12700" cap="flat" cmpd="sng" algn="ctr">
                      <a:solidFill>
                        <a:srgbClr val="009900"/>
                      </a:solidFill>
                      <a:prstDash val="solid"/>
                      <a:round/>
                      <a:headEnd type="none" w="med" len="med"/>
                      <a:tailEnd type="none" w="med" len="med"/>
                    </a:lnL>
                    <a:lnR w="12700" cap="flat" cmpd="sng" algn="ctr">
                      <a:solidFill>
                        <a:srgbClr val="009900"/>
                      </a:solidFill>
                      <a:prstDash val="solid"/>
                      <a:round/>
                      <a:headEnd type="none" w="med" len="med"/>
                      <a:tailEnd type="none" w="med" len="med"/>
                    </a:lnR>
                    <a:lnT w="12700" cap="flat" cmpd="sng" algn="ctr">
                      <a:solidFill>
                        <a:srgbClr val="009900"/>
                      </a:solidFill>
                      <a:prstDash val="solid"/>
                      <a:round/>
                      <a:headEnd type="none" w="med" len="med"/>
                      <a:tailEnd type="none" w="med" len="med"/>
                    </a:lnT>
                    <a:lnB w="12700" cap="flat" cmpd="sng" algn="ctr">
                      <a:solidFill>
                        <a:srgbClr val="0099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tabLst/>
                      </a:pPr>
                      <a:endParaRPr kumimoji="0" lang="nl-NL" sz="1200" b="1" i="0" u="none" strike="noStrike" cap="none" normalizeH="0" baseline="0" dirty="0">
                        <a:ln>
                          <a:noFill/>
                        </a:ln>
                        <a:solidFill>
                          <a:srgbClr val="000000"/>
                        </a:solidFill>
                        <a:effectLst/>
                        <a:latin typeface="Arial" charset="0"/>
                        <a:ea typeface="ＭＳ Ｐゴシック" charset="-128"/>
                      </a:endParaRPr>
                    </a:p>
                  </a:txBody>
                  <a:tcPr marT="45715" marB="45715" horzOverflow="overflow">
                    <a:lnL w="12700" cap="flat" cmpd="sng" algn="ctr">
                      <a:solidFill>
                        <a:srgbClr val="009900"/>
                      </a:solidFill>
                      <a:prstDash val="solid"/>
                      <a:round/>
                      <a:headEnd type="none" w="med" len="med"/>
                      <a:tailEnd type="none" w="med" len="med"/>
                    </a:lnL>
                    <a:lnR w="12700" cap="flat" cmpd="sng" algn="ctr">
                      <a:solidFill>
                        <a:srgbClr val="009900"/>
                      </a:solidFill>
                      <a:prstDash val="solid"/>
                      <a:round/>
                      <a:headEnd type="none" w="med" len="med"/>
                      <a:tailEnd type="none" w="med" len="med"/>
                    </a:lnR>
                    <a:lnT w="12700" cap="flat" cmpd="sng" algn="ctr">
                      <a:solidFill>
                        <a:srgbClr val="009900"/>
                      </a:solidFill>
                      <a:prstDash val="solid"/>
                      <a:round/>
                      <a:headEnd type="none" w="med" len="med"/>
                      <a:tailEnd type="none" w="med" len="med"/>
                    </a:lnT>
                    <a:lnB w="12700" cap="flat" cmpd="sng" algn="ctr">
                      <a:solidFill>
                        <a:srgbClr val="0099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5000"/>
                        </a:lnSpc>
                        <a:spcBef>
                          <a:spcPct val="20000"/>
                        </a:spcBef>
                        <a:spcAft>
                          <a:spcPct val="0"/>
                        </a:spcAft>
                        <a:buClr>
                          <a:schemeClr val="tx2"/>
                        </a:buClr>
                        <a:buSzTx/>
                        <a:buFontTx/>
                        <a:buNone/>
                        <a:tabLst/>
                      </a:pPr>
                      <a:r>
                        <a:rPr kumimoji="0" lang="en-US" altLang="ja-JP" sz="1400" b="0" i="0" u="none" strike="noStrike" cap="none" normalizeH="0" baseline="0">
                          <a:ln>
                            <a:noFill/>
                          </a:ln>
                          <a:solidFill>
                            <a:srgbClr val="000000"/>
                          </a:solidFill>
                          <a:effectLst/>
                          <a:latin typeface="Arial" charset="0"/>
                          <a:ea typeface="ＭＳ Ｐゴシック" charset="-128"/>
                        </a:rPr>
                        <a:t>Process capability is very low. </a:t>
                      </a:r>
                    </a:p>
                  </a:txBody>
                  <a:tcPr marT="45715" marB="45715" horzOverflow="overflow">
                    <a:lnL w="12700" cap="flat" cmpd="sng" algn="ctr">
                      <a:solidFill>
                        <a:srgbClr val="009900"/>
                      </a:solidFill>
                      <a:prstDash val="solid"/>
                      <a:round/>
                      <a:headEnd type="none" w="med" len="med"/>
                      <a:tailEnd type="none" w="med" len="med"/>
                    </a:lnL>
                    <a:lnR w="12700" cap="flat" cmpd="sng" algn="ctr">
                      <a:solidFill>
                        <a:srgbClr val="009900"/>
                      </a:solidFill>
                      <a:prstDash val="solid"/>
                      <a:round/>
                      <a:headEnd type="none" w="med" len="med"/>
                      <a:tailEnd type="none" w="med" len="med"/>
                    </a:lnR>
                    <a:lnT w="12700" cap="flat" cmpd="sng" algn="ctr">
                      <a:solidFill>
                        <a:srgbClr val="009900"/>
                      </a:solidFill>
                      <a:prstDash val="solid"/>
                      <a:round/>
                      <a:headEnd type="none" w="med" len="med"/>
                      <a:tailEnd type="none" w="med" len="med"/>
                    </a:lnT>
                    <a:lnB w="12700" cap="flat" cmpd="sng" algn="ctr">
                      <a:solidFill>
                        <a:srgbClr val="009900"/>
                      </a:solidFill>
                      <a:prstDash val="solid"/>
                      <a:round/>
                      <a:headEnd type="none" w="med" len="med"/>
                      <a:tailEnd type="none" w="med" len="med"/>
                    </a:lnB>
                    <a:lnTlToBr>
                      <a:noFill/>
                    </a:lnTlToBr>
                    <a:lnBlToTr>
                      <a:noFill/>
                    </a:lnBlToTr>
                    <a:noFill/>
                  </a:tcPr>
                </a:tc>
                <a:tc>
                  <a:txBody>
                    <a:bodyPr/>
                    <a:lstStyle/>
                    <a:p>
                      <a:pPr marL="87313" marR="0" lvl="0" indent="-87313" algn="l" defTabSz="914400" rtl="0" eaLnBrk="1" fontAlgn="base" latinLnBrk="0" hangingPunct="1">
                        <a:lnSpc>
                          <a:spcPct val="85000"/>
                        </a:lnSpc>
                        <a:spcBef>
                          <a:spcPct val="20000"/>
                        </a:spcBef>
                        <a:spcAft>
                          <a:spcPct val="0"/>
                        </a:spcAft>
                        <a:buClr>
                          <a:schemeClr val="tx2"/>
                        </a:buClr>
                        <a:buSzTx/>
                        <a:buFont typeface="Arial" pitchFamily="34" charset="0"/>
                        <a:buChar char="•"/>
                        <a:tabLst/>
                      </a:pPr>
                      <a:r>
                        <a:rPr kumimoji="0" lang="en-US" altLang="ja-JP" sz="1400" b="0" i="0" u="none" strike="noStrike" kern="1200" cap="none" normalizeH="0" baseline="0" dirty="0">
                          <a:ln>
                            <a:noFill/>
                          </a:ln>
                          <a:solidFill>
                            <a:srgbClr val="000000"/>
                          </a:solidFill>
                          <a:effectLst/>
                          <a:latin typeface="Arial" charset="0"/>
                          <a:ea typeface="ＭＳ Ｐゴシック" charset="-128"/>
                          <a:cs typeface="+mn-cs"/>
                        </a:rPr>
                        <a:t>Cannot satisfy quality. Quality must be improved, cause must be pursued and emergency actions must be taken.</a:t>
                      </a:r>
                    </a:p>
                    <a:p>
                      <a:pPr marL="87313" marR="0" lvl="0" indent="-87313" algn="l" defTabSz="914400" rtl="0" eaLnBrk="1" fontAlgn="base" latinLnBrk="0" hangingPunct="1">
                        <a:lnSpc>
                          <a:spcPct val="85000"/>
                        </a:lnSpc>
                        <a:spcBef>
                          <a:spcPct val="20000"/>
                        </a:spcBef>
                        <a:spcAft>
                          <a:spcPct val="0"/>
                        </a:spcAft>
                        <a:buClr>
                          <a:schemeClr val="tx2"/>
                        </a:buClr>
                        <a:buSzTx/>
                        <a:buFont typeface="Arial" pitchFamily="34" charset="0"/>
                        <a:buChar char="•"/>
                        <a:tabLst/>
                      </a:pPr>
                      <a:r>
                        <a:rPr kumimoji="0" lang="en-US" altLang="ja-JP" sz="1400" b="0" i="0" u="none" strike="noStrike" kern="1200" cap="none" normalizeH="0" baseline="0" dirty="0">
                          <a:ln>
                            <a:noFill/>
                          </a:ln>
                          <a:solidFill>
                            <a:srgbClr val="000000"/>
                          </a:solidFill>
                          <a:effectLst/>
                          <a:latin typeface="Arial" charset="0"/>
                          <a:ea typeface="ＭＳ Ｐゴシック" charset="-128"/>
                          <a:cs typeface="+mn-cs"/>
                        </a:rPr>
                        <a:t>Reexamine standards.</a:t>
                      </a:r>
                    </a:p>
                    <a:p>
                      <a:pPr marL="87313" marR="0" lvl="0" indent="-87313" algn="l" defTabSz="914400" rtl="0" eaLnBrk="1" fontAlgn="base" latinLnBrk="0" hangingPunct="1">
                        <a:lnSpc>
                          <a:spcPct val="85000"/>
                        </a:lnSpc>
                        <a:spcBef>
                          <a:spcPct val="20000"/>
                        </a:spcBef>
                        <a:spcAft>
                          <a:spcPct val="0"/>
                        </a:spcAft>
                        <a:buClr>
                          <a:schemeClr val="tx2"/>
                        </a:buClr>
                        <a:buSzTx/>
                        <a:buFont typeface="Wingdings" pitchFamily="2" charset="2"/>
                        <a:buChar char="ü"/>
                        <a:tabLst/>
                      </a:pPr>
                      <a:r>
                        <a:rPr kumimoji="0" lang="en-US" altLang="ja-JP" sz="1400" b="0" i="0" u="none" strike="noStrike" kern="1200" cap="none" normalizeH="0" baseline="0" dirty="0">
                          <a:ln>
                            <a:noFill/>
                          </a:ln>
                          <a:solidFill>
                            <a:srgbClr val="3728F8"/>
                          </a:solidFill>
                          <a:effectLst/>
                          <a:latin typeface="Arial" charset="0"/>
                          <a:ea typeface="ＭＳ Ｐゴシック" charset="-128"/>
                          <a:cs typeface="+mn-cs"/>
                        </a:rPr>
                        <a:t>All product must be checked</a:t>
                      </a:r>
                    </a:p>
                  </a:txBody>
                  <a:tcPr marT="45715" marB="45715" horzOverflow="overflow">
                    <a:lnL w="12700" cap="flat" cmpd="sng" algn="ctr">
                      <a:solidFill>
                        <a:srgbClr val="009900"/>
                      </a:solidFill>
                      <a:prstDash val="solid"/>
                      <a:round/>
                      <a:headEnd type="none" w="med" len="med"/>
                      <a:tailEnd type="none" w="med" len="med"/>
                    </a:lnL>
                    <a:lnR w="12700" cap="flat" cmpd="sng" algn="ctr">
                      <a:solidFill>
                        <a:srgbClr val="009900"/>
                      </a:solidFill>
                      <a:prstDash val="solid"/>
                      <a:round/>
                      <a:headEnd type="none" w="med" len="med"/>
                      <a:tailEnd type="none" w="med" len="med"/>
                    </a:lnR>
                    <a:lnT w="12700" cap="flat" cmpd="sng" algn="ctr">
                      <a:solidFill>
                        <a:srgbClr val="009900"/>
                      </a:solidFill>
                      <a:prstDash val="solid"/>
                      <a:round/>
                      <a:headEnd type="none" w="med" len="med"/>
                      <a:tailEnd type="none" w="med" len="med"/>
                    </a:lnT>
                    <a:lnB w="12700" cap="flat" cmpd="sng" algn="ctr">
                      <a:solidFill>
                        <a:srgbClr val="0099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45096" name="Foliennummernplatzhalter 2"/>
          <p:cNvSpPr>
            <a:spLocks noGrp="1"/>
          </p:cNvSpPr>
          <p:nvPr>
            <p:ph type="sldNum" sz="quarter" idx="10"/>
          </p:nvPr>
        </p:nvSpPr>
        <p:spPr>
          <a:noFill/>
        </p:spPr>
        <p:txBody>
          <a:bodyPr/>
          <a:lstStyle/>
          <a:p>
            <a:pPr defTabSz="909638"/>
            <a:fld id="{AC285565-DCE8-4EE1-B076-C37552A01132}" type="slidenum">
              <a:rPr lang="en-US" smtClean="0">
                <a:latin typeface="Arial" pitchFamily="34" charset="0"/>
              </a:rPr>
              <a:pPr defTabSz="909638"/>
              <a:t>44</a:t>
            </a:fld>
            <a:endParaRPr lang="en-US">
              <a:latin typeface="Arial" pitchFamily="34" charset="0"/>
            </a:endParaRPr>
          </a:p>
        </p:txBody>
      </p:sp>
      <p:sp>
        <p:nvSpPr>
          <p:cNvPr id="45097" name="Rectangle 6"/>
          <p:cNvSpPr>
            <a:spLocks noGrp="1" noChangeArrowheads="1"/>
          </p:cNvSpPr>
          <p:nvPr>
            <p:ph type="title"/>
            <p:custDataLst>
              <p:tags r:id="rId1"/>
            </p:custDataLst>
          </p:nvPr>
        </p:nvSpPr>
        <p:spPr bwMode="gray">
          <a:xfrm>
            <a:off x="122238" y="234950"/>
            <a:ext cx="7378700" cy="584200"/>
          </a:xfrm>
        </p:spPr>
        <p:txBody>
          <a:bodyPr/>
          <a:lstStyle/>
          <a:p>
            <a:pPr eaLnBrk="1" hangingPunct="1"/>
            <a:r>
              <a:rPr lang="en-US" sz="2000" dirty="0"/>
              <a:t>The table below can be used as a guide when considering process capability</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idx="4294967295"/>
          </p:nvPr>
        </p:nvSpPr>
        <p:spPr>
          <a:xfrm>
            <a:off x="429658" y="462708"/>
            <a:ext cx="6786390" cy="528810"/>
          </a:xfrm>
        </p:spPr>
        <p:txBody>
          <a:bodyPr>
            <a:normAutofit/>
          </a:bodyPr>
          <a:lstStyle/>
          <a:p>
            <a:r>
              <a:rPr lang="en-GB" altLang="nl-BE" dirty="0" err="1"/>
              <a:t>Proces</a:t>
            </a:r>
            <a:r>
              <a:rPr lang="en-GB" altLang="nl-BE" dirty="0"/>
              <a:t> </a:t>
            </a:r>
            <a:r>
              <a:rPr lang="en-GB" altLang="nl-BE" dirty="0" err="1"/>
              <a:t>capabiliteit</a:t>
            </a:r>
            <a:r>
              <a:rPr lang="en-GB" altLang="nl-BE" dirty="0"/>
              <a:t>: </a:t>
            </a:r>
            <a:r>
              <a:rPr lang="en-GB" altLang="nl-BE" dirty="0" err="1"/>
              <a:t>oefening</a:t>
            </a:r>
            <a:endParaRPr lang="en-US" altLang="nl-BE" dirty="0"/>
          </a:p>
        </p:txBody>
      </p:sp>
      <p:sp>
        <p:nvSpPr>
          <p:cNvPr id="2" name="Tijdelijke aanduiding voor inhoud 1"/>
          <p:cNvSpPr>
            <a:spLocks noGrp="1"/>
          </p:cNvSpPr>
          <p:nvPr>
            <p:ph idx="1"/>
          </p:nvPr>
        </p:nvSpPr>
        <p:spPr/>
        <p:txBody>
          <a:bodyPr/>
          <a:lstStyle/>
          <a:p>
            <a:pPr>
              <a:buFont typeface="Arial" pitchFamily="34" charset="0"/>
              <a:buChar char="•"/>
            </a:pPr>
            <a:r>
              <a:rPr lang="en-US" altLang="nl-BE" dirty="0" err="1">
                <a:solidFill>
                  <a:schemeClr val="tx1"/>
                </a:solidFill>
              </a:rPr>
              <a:t>Een</a:t>
            </a:r>
            <a:r>
              <a:rPr lang="en-US" altLang="nl-BE" dirty="0">
                <a:solidFill>
                  <a:schemeClr val="tx1"/>
                </a:solidFill>
              </a:rPr>
              <a:t> as die </a:t>
            </a:r>
            <a:r>
              <a:rPr lang="en-US" altLang="nl-BE" dirty="0" err="1">
                <a:solidFill>
                  <a:schemeClr val="tx1"/>
                </a:solidFill>
              </a:rPr>
              <a:t>wordt</a:t>
            </a:r>
            <a:r>
              <a:rPr lang="en-US" altLang="nl-BE" dirty="0">
                <a:solidFill>
                  <a:schemeClr val="tx1"/>
                </a:solidFill>
              </a:rPr>
              <a:t> </a:t>
            </a:r>
            <a:r>
              <a:rPr lang="en-US" altLang="nl-BE" dirty="0" err="1">
                <a:solidFill>
                  <a:schemeClr val="tx1"/>
                </a:solidFill>
              </a:rPr>
              <a:t>gebruikt</a:t>
            </a:r>
            <a:r>
              <a:rPr lang="en-US" altLang="nl-BE" dirty="0">
                <a:solidFill>
                  <a:schemeClr val="tx1"/>
                </a:solidFill>
              </a:rPr>
              <a:t> in </a:t>
            </a:r>
            <a:r>
              <a:rPr lang="en-US" altLang="nl-BE" dirty="0" err="1">
                <a:solidFill>
                  <a:schemeClr val="tx1"/>
                </a:solidFill>
              </a:rPr>
              <a:t>een</a:t>
            </a:r>
            <a:r>
              <a:rPr lang="en-US" altLang="nl-BE" dirty="0">
                <a:solidFill>
                  <a:schemeClr val="tx1"/>
                </a:solidFill>
              </a:rPr>
              <a:t> </a:t>
            </a:r>
            <a:r>
              <a:rPr lang="en-US" altLang="nl-BE" dirty="0" err="1">
                <a:solidFill>
                  <a:schemeClr val="tx1"/>
                </a:solidFill>
              </a:rPr>
              <a:t>automatische</a:t>
            </a:r>
            <a:r>
              <a:rPr lang="en-US" altLang="nl-BE" dirty="0">
                <a:solidFill>
                  <a:schemeClr val="tx1"/>
                </a:solidFill>
              </a:rPr>
              <a:t> </a:t>
            </a:r>
            <a:r>
              <a:rPr lang="en-US" altLang="nl-BE" dirty="0" err="1">
                <a:solidFill>
                  <a:schemeClr val="tx1"/>
                </a:solidFill>
              </a:rPr>
              <a:t>transmissie</a:t>
            </a:r>
            <a:r>
              <a:rPr lang="en-US" altLang="nl-BE" dirty="0">
                <a:solidFill>
                  <a:schemeClr val="tx1"/>
                </a:solidFill>
              </a:rPr>
              <a:t> </a:t>
            </a:r>
            <a:r>
              <a:rPr lang="en-US" altLang="nl-BE" dirty="0" err="1">
                <a:solidFill>
                  <a:schemeClr val="tx1"/>
                </a:solidFill>
              </a:rPr>
              <a:t>moet</a:t>
            </a:r>
            <a:r>
              <a:rPr lang="en-US" altLang="nl-BE" dirty="0">
                <a:solidFill>
                  <a:schemeClr val="tx1"/>
                </a:solidFill>
              </a:rPr>
              <a:t> </a:t>
            </a:r>
            <a:r>
              <a:rPr lang="en-US" altLang="nl-BE" dirty="0" err="1">
                <a:solidFill>
                  <a:schemeClr val="tx1"/>
                </a:solidFill>
              </a:rPr>
              <a:t>een</a:t>
            </a:r>
            <a:r>
              <a:rPr lang="en-US" altLang="nl-BE" dirty="0">
                <a:solidFill>
                  <a:schemeClr val="tx1"/>
                </a:solidFill>
              </a:rPr>
              <a:t> </a:t>
            </a:r>
            <a:r>
              <a:rPr lang="en-US" altLang="nl-BE" dirty="0" err="1">
                <a:solidFill>
                  <a:schemeClr val="tx1"/>
                </a:solidFill>
              </a:rPr>
              <a:t>lengte</a:t>
            </a:r>
            <a:r>
              <a:rPr lang="en-US" altLang="nl-BE" dirty="0">
                <a:solidFill>
                  <a:schemeClr val="tx1"/>
                </a:solidFill>
              </a:rPr>
              <a:t> </a:t>
            </a:r>
            <a:r>
              <a:rPr lang="en-US" altLang="nl-BE" dirty="0" err="1">
                <a:solidFill>
                  <a:schemeClr val="tx1"/>
                </a:solidFill>
              </a:rPr>
              <a:t>hebben</a:t>
            </a:r>
            <a:r>
              <a:rPr lang="en-US" altLang="nl-BE" dirty="0">
                <a:solidFill>
                  <a:schemeClr val="tx1"/>
                </a:solidFill>
              </a:rPr>
              <a:t> </a:t>
            </a:r>
            <a:r>
              <a:rPr lang="en-US" altLang="nl-BE" dirty="0" err="1">
                <a:solidFill>
                  <a:schemeClr val="tx1"/>
                </a:solidFill>
              </a:rPr>
              <a:t>tussen</a:t>
            </a:r>
            <a:r>
              <a:rPr lang="en-US" altLang="nl-BE" dirty="0">
                <a:solidFill>
                  <a:schemeClr val="tx1"/>
                </a:solidFill>
              </a:rPr>
              <a:t> 71,4 mm en 72,8 mm. Het </a:t>
            </a:r>
            <a:r>
              <a:rPr lang="en-US" altLang="nl-BE" dirty="0" err="1">
                <a:solidFill>
                  <a:schemeClr val="tx1"/>
                </a:solidFill>
              </a:rPr>
              <a:t>productieproces</a:t>
            </a:r>
            <a:r>
              <a:rPr lang="en-US" altLang="nl-BE" dirty="0">
                <a:solidFill>
                  <a:schemeClr val="tx1"/>
                </a:solidFill>
              </a:rPr>
              <a:t> </a:t>
            </a:r>
            <a:r>
              <a:rPr lang="en-US" altLang="nl-BE" dirty="0" err="1">
                <a:solidFill>
                  <a:schemeClr val="tx1"/>
                </a:solidFill>
              </a:rPr>
              <a:t>wordt</a:t>
            </a:r>
            <a:r>
              <a:rPr lang="en-US" altLang="nl-BE" dirty="0">
                <a:solidFill>
                  <a:schemeClr val="tx1"/>
                </a:solidFill>
              </a:rPr>
              <a:t> </a:t>
            </a:r>
            <a:r>
              <a:rPr lang="en-US" altLang="nl-BE" dirty="0" err="1">
                <a:solidFill>
                  <a:schemeClr val="tx1"/>
                </a:solidFill>
              </a:rPr>
              <a:t>gemonitord</a:t>
            </a:r>
            <a:r>
              <a:rPr lang="en-US" altLang="nl-BE" dirty="0">
                <a:solidFill>
                  <a:schemeClr val="tx1"/>
                </a:solidFill>
              </a:rPr>
              <a:t> met </a:t>
            </a:r>
            <a:r>
              <a:rPr lang="en-US" altLang="nl-BE" dirty="0" err="1">
                <a:solidFill>
                  <a:schemeClr val="tx1"/>
                </a:solidFill>
              </a:rPr>
              <a:t>een</a:t>
            </a:r>
            <a:r>
              <a:rPr lang="en-US" altLang="nl-BE" dirty="0">
                <a:solidFill>
                  <a:schemeClr val="tx1"/>
                </a:solidFill>
              </a:rPr>
              <a:t> </a:t>
            </a:r>
            <a:r>
              <a:rPr lang="en-US" altLang="nl-BE" dirty="0" err="1">
                <a:solidFill>
                  <a:schemeClr val="tx1"/>
                </a:solidFill>
              </a:rPr>
              <a:t>Xbar-kaart</a:t>
            </a:r>
            <a:r>
              <a:rPr lang="en-US" altLang="nl-BE" dirty="0">
                <a:solidFill>
                  <a:schemeClr val="tx1"/>
                </a:solidFill>
              </a:rPr>
              <a:t> en </a:t>
            </a:r>
            <a:r>
              <a:rPr lang="en-US" altLang="nl-BE" dirty="0" err="1">
                <a:solidFill>
                  <a:schemeClr val="tx1"/>
                </a:solidFill>
              </a:rPr>
              <a:t>een</a:t>
            </a:r>
            <a:r>
              <a:rPr lang="en-US" altLang="nl-BE" dirty="0">
                <a:solidFill>
                  <a:schemeClr val="tx1"/>
                </a:solidFill>
              </a:rPr>
              <a:t> s-</a:t>
            </a:r>
            <a:r>
              <a:rPr lang="en-US" altLang="nl-BE" dirty="0" err="1">
                <a:solidFill>
                  <a:schemeClr val="tx1"/>
                </a:solidFill>
              </a:rPr>
              <a:t>kaart</a:t>
            </a:r>
            <a:r>
              <a:rPr lang="en-US" altLang="nl-BE" dirty="0">
                <a:solidFill>
                  <a:schemeClr val="tx1"/>
                </a:solidFill>
              </a:rPr>
              <a:t>, met </a:t>
            </a:r>
            <a:r>
              <a:rPr lang="en-US" altLang="nl-BE" dirty="0" err="1">
                <a:solidFill>
                  <a:schemeClr val="tx1"/>
                </a:solidFill>
              </a:rPr>
              <a:t>steekproeven</a:t>
            </a:r>
            <a:r>
              <a:rPr lang="en-US" altLang="nl-BE" dirty="0">
                <a:solidFill>
                  <a:schemeClr val="tx1"/>
                </a:solidFill>
              </a:rPr>
              <a:t> van </a:t>
            </a:r>
            <a:r>
              <a:rPr lang="en-US" altLang="nl-BE" dirty="0" err="1">
                <a:solidFill>
                  <a:schemeClr val="tx1"/>
                </a:solidFill>
              </a:rPr>
              <a:t>lengte</a:t>
            </a:r>
            <a:r>
              <a:rPr lang="en-US" altLang="nl-BE" dirty="0">
                <a:solidFill>
                  <a:schemeClr val="tx1"/>
                </a:solidFill>
              </a:rPr>
              <a:t> 5</a:t>
            </a:r>
          </a:p>
          <a:p>
            <a:pPr>
              <a:buFont typeface="Arial" pitchFamily="34" charset="0"/>
              <a:buChar char="•"/>
            </a:pPr>
            <a:r>
              <a:rPr lang="en-US" altLang="nl-BE" dirty="0">
                <a:solidFill>
                  <a:schemeClr val="tx1"/>
                </a:solidFill>
              </a:rPr>
              <a:t>De </a:t>
            </a:r>
            <a:r>
              <a:rPr lang="en-US" altLang="nl-BE" dirty="0" err="1">
                <a:solidFill>
                  <a:schemeClr val="tx1"/>
                </a:solidFill>
              </a:rPr>
              <a:t>kaarten</a:t>
            </a:r>
            <a:r>
              <a:rPr lang="en-US" altLang="nl-BE" dirty="0">
                <a:solidFill>
                  <a:schemeClr val="tx1"/>
                </a:solidFill>
              </a:rPr>
              <a:t> </a:t>
            </a:r>
            <a:r>
              <a:rPr lang="en-US" altLang="nl-BE" dirty="0" err="1">
                <a:solidFill>
                  <a:schemeClr val="tx1"/>
                </a:solidFill>
              </a:rPr>
              <a:t>tonen</a:t>
            </a:r>
            <a:r>
              <a:rPr lang="en-US" altLang="nl-BE" dirty="0">
                <a:solidFill>
                  <a:schemeClr val="tx1"/>
                </a:solidFill>
              </a:rPr>
              <a:t> </a:t>
            </a:r>
            <a:r>
              <a:rPr lang="en-US" altLang="nl-BE" dirty="0" err="1">
                <a:solidFill>
                  <a:schemeClr val="tx1"/>
                </a:solidFill>
              </a:rPr>
              <a:t>aan</a:t>
            </a:r>
            <a:r>
              <a:rPr lang="en-US" altLang="nl-BE" dirty="0">
                <a:solidFill>
                  <a:schemeClr val="tx1"/>
                </a:solidFill>
              </a:rPr>
              <a:t> </a:t>
            </a:r>
            <a:r>
              <a:rPr lang="en-US" altLang="nl-BE" dirty="0" err="1">
                <a:solidFill>
                  <a:schemeClr val="tx1"/>
                </a:solidFill>
              </a:rPr>
              <a:t>dat</a:t>
            </a:r>
            <a:r>
              <a:rPr lang="en-US" altLang="nl-BE" dirty="0">
                <a:solidFill>
                  <a:schemeClr val="tx1"/>
                </a:solidFill>
              </a:rPr>
              <a:t> het </a:t>
            </a:r>
            <a:r>
              <a:rPr lang="en-US" altLang="nl-BE" dirty="0" err="1">
                <a:solidFill>
                  <a:schemeClr val="tx1"/>
                </a:solidFill>
              </a:rPr>
              <a:t>proces</a:t>
            </a:r>
            <a:r>
              <a:rPr lang="en-US" altLang="nl-BE" dirty="0">
                <a:solidFill>
                  <a:schemeClr val="tx1"/>
                </a:solidFill>
              </a:rPr>
              <a:t> </a:t>
            </a:r>
            <a:r>
              <a:rPr lang="en-US" altLang="nl-BE" dirty="0" err="1">
                <a:solidFill>
                  <a:schemeClr val="tx1"/>
                </a:solidFill>
              </a:rPr>
              <a:t>beheerst</a:t>
            </a:r>
            <a:r>
              <a:rPr lang="en-US" altLang="nl-BE" dirty="0">
                <a:solidFill>
                  <a:schemeClr val="tx1"/>
                </a:solidFill>
              </a:rPr>
              <a:t> </a:t>
            </a:r>
            <a:r>
              <a:rPr lang="en-US" altLang="nl-BE" dirty="0" err="1">
                <a:solidFill>
                  <a:schemeClr val="tx1"/>
                </a:solidFill>
              </a:rPr>
              <a:t>verloopt</a:t>
            </a:r>
            <a:r>
              <a:rPr lang="en-US" altLang="nl-BE" dirty="0">
                <a:solidFill>
                  <a:schemeClr val="tx1"/>
                </a:solidFill>
              </a:rPr>
              <a:t>. </a:t>
            </a:r>
            <a:r>
              <a:rPr lang="en-US" altLang="nl-BE" dirty="0" err="1">
                <a:solidFill>
                  <a:schemeClr val="tx1"/>
                </a:solidFill>
              </a:rPr>
              <a:t>Uit</a:t>
            </a:r>
            <a:r>
              <a:rPr lang="en-US" altLang="nl-BE" dirty="0">
                <a:solidFill>
                  <a:schemeClr val="tx1"/>
                </a:solidFill>
              </a:rPr>
              <a:t> de </a:t>
            </a:r>
            <a:r>
              <a:rPr lang="en-US" altLang="nl-BE" dirty="0" err="1">
                <a:solidFill>
                  <a:schemeClr val="tx1"/>
                </a:solidFill>
              </a:rPr>
              <a:t>kaarten</a:t>
            </a:r>
            <a:r>
              <a:rPr lang="en-US" altLang="nl-BE" dirty="0">
                <a:solidFill>
                  <a:schemeClr val="tx1"/>
                </a:solidFill>
              </a:rPr>
              <a:t> </a:t>
            </a:r>
            <a:r>
              <a:rPr lang="en-US" altLang="nl-BE" dirty="0" err="1">
                <a:solidFill>
                  <a:schemeClr val="tx1"/>
                </a:solidFill>
              </a:rPr>
              <a:t>blijkt</a:t>
            </a:r>
            <a:r>
              <a:rPr lang="en-US" altLang="nl-BE" dirty="0">
                <a:solidFill>
                  <a:schemeClr val="tx1"/>
                </a:solidFill>
              </a:rPr>
              <a:t> </a:t>
            </a:r>
            <a:r>
              <a:rPr lang="en-US" altLang="nl-BE" dirty="0" err="1">
                <a:solidFill>
                  <a:schemeClr val="tx1"/>
                </a:solidFill>
              </a:rPr>
              <a:t>dat</a:t>
            </a:r>
            <a:r>
              <a:rPr lang="en-US" altLang="nl-BE" dirty="0">
                <a:solidFill>
                  <a:schemeClr val="tx1"/>
                </a:solidFill>
              </a:rPr>
              <a:t> </a:t>
            </a:r>
            <a:r>
              <a:rPr lang="en-US" altLang="nl-BE" dirty="0" err="1">
                <a:solidFill>
                  <a:schemeClr val="tx1"/>
                </a:solidFill>
              </a:rPr>
              <a:t>Xbar</a:t>
            </a:r>
            <a:r>
              <a:rPr lang="en-US" altLang="nl-BE" dirty="0">
                <a:solidFill>
                  <a:schemeClr val="tx1"/>
                </a:solidFill>
              </a:rPr>
              <a:t> = 71,8 mm en sbar = 0,2 mm</a:t>
            </a:r>
          </a:p>
          <a:p>
            <a:pPr>
              <a:buFont typeface="Arial" pitchFamily="34" charset="0"/>
              <a:buChar char="•"/>
            </a:pPr>
            <a:r>
              <a:rPr lang="en-US" altLang="nl-BE" dirty="0">
                <a:solidFill>
                  <a:schemeClr val="tx1"/>
                </a:solidFill>
              </a:rPr>
              <a:t>Is </a:t>
            </a:r>
            <a:r>
              <a:rPr lang="en-US" altLang="nl-BE" dirty="0" err="1">
                <a:solidFill>
                  <a:schemeClr val="tx1"/>
                </a:solidFill>
              </a:rPr>
              <a:t>dit</a:t>
            </a:r>
            <a:r>
              <a:rPr lang="en-US" altLang="nl-BE" dirty="0">
                <a:solidFill>
                  <a:schemeClr val="tx1"/>
                </a:solidFill>
              </a:rPr>
              <a:t> </a:t>
            </a:r>
            <a:r>
              <a:rPr lang="en-US" altLang="nl-BE" dirty="0" err="1">
                <a:solidFill>
                  <a:schemeClr val="tx1"/>
                </a:solidFill>
              </a:rPr>
              <a:t>proces</a:t>
            </a:r>
            <a:r>
              <a:rPr lang="en-US" altLang="nl-BE" dirty="0">
                <a:solidFill>
                  <a:schemeClr val="tx1"/>
                </a:solidFill>
              </a:rPr>
              <a:t> </a:t>
            </a:r>
            <a:r>
              <a:rPr lang="en-US" altLang="nl-BE" dirty="0" err="1">
                <a:solidFill>
                  <a:schemeClr val="tx1"/>
                </a:solidFill>
              </a:rPr>
              <a:t>geschikt</a:t>
            </a:r>
            <a:r>
              <a:rPr lang="en-US" altLang="nl-BE" dirty="0">
                <a:solidFill>
                  <a:schemeClr val="tx1"/>
                </a:solidFill>
              </a:rPr>
              <a:t> </a:t>
            </a:r>
            <a:r>
              <a:rPr lang="en-US" altLang="nl-BE" dirty="0" err="1">
                <a:solidFill>
                  <a:schemeClr val="tx1"/>
                </a:solidFill>
              </a:rPr>
              <a:t>om</a:t>
            </a:r>
            <a:r>
              <a:rPr lang="en-US" altLang="nl-BE" dirty="0">
                <a:solidFill>
                  <a:schemeClr val="tx1"/>
                </a:solidFill>
              </a:rPr>
              <a:t> </a:t>
            </a:r>
            <a:r>
              <a:rPr lang="en-US" altLang="nl-BE" dirty="0" err="1">
                <a:solidFill>
                  <a:schemeClr val="tx1"/>
                </a:solidFill>
              </a:rPr>
              <a:t>aan</a:t>
            </a:r>
            <a:r>
              <a:rPr lang="en-US" altLang="nl-BE" dirty="0">
                <a:solidFill>
                  <a:schemeClr val="tx1"/>
                </a:solidFill>
              </a:rPr>
              <a:t> de </a:t>
            </a:r>
            <a:r>
              <a:rPr lang="en-US" altLang="nl-BE" dirty="0" err="1">
                <a:solidFill>
                  <a:schemeClr val="tx1"/>
                </a:solidFill>
              </a:rPr>
              <a:t>specificaties</a:t>
            </a:r>
            <a:r>
              <a:rPr lang="en-US" altLang="nl-BE" dirty="0">
                <a:solidFill>
                  <a:schemeClr val="tx1"/>
                </a:solidFill>
              </a:rPr>
              <a:t> van de </a:t>
            </a:r>
            <a:r>
              <a:rPr lang="en-US" altLang="nl-BE" dirty="0" err="1">
                <a:solidFill>
                  <a:schemeClr val="tx1"/>
                </a:solidFill>
              </a:rPr>
              <a:t>klant</a:t>
            </a:r>
            <a:r>
              <a:rPr lang="en-US" altLang="nl-BE" dirty="0">
                <a:solidFill>
                  <a:schemeClr val="tx1"/>
                </a:solidFill>
              </a:rPr>
              <a:t> </a:t>
            </a:r>
            <a:r>
              <a:rPr lang="en-US" altLang="nl-BE" dirty="0" err="1">
                <a:solidFill>
                  <a:schemeClr val="tx1"/>
                </a:solidFill>
              </a:rPr>
              <a:t>te</a:t>
            </a:r>
            <a:r>
              <a:rPr lang="en-US" altLang="nl-BE" dirty="0">
                <a:solidFill>
                  <a:schemeClr val="tx1"/>
                </a:solidFill>
              </a:rPr>
              <a:t> </a:t>
            </a:r>
            <a:r>
              <a:rPr lang="en-US" altLang="nl-BE" dirty="0" err="1">
                <a:solidFill>
                  <a:schemeClr val="tx1"/>
                </a:solidFill>
              </a:rPr>
              <a:t>voldoen</a:t>
            </a:r>
            <a:r>
              <a:rPr lang="en-US" altLang="nl-BE" dirty="0">
                <a:solidFill>
                  <a:schemeClr val="tx1"/>
                </a:solidFill>
              </a:rPr>
              <a:t>?</a:t>
            </a:r>
          </a:p>
          <a:p>
            <a:pPr>
              <a:buFont typeface="Arial" pitchFamily="34" charset="0"/>
              <a:buChar char="•"/>
            </a:pPr>
            <a:r>
              <a:rPr lang="en-US" altLang="nl-BE" dirty="0" err="1">
                <a:solidFill>
                  <a:schemeClr val="tx1"/>
                </a:solidFill>
              </a:rPr>
              <a:t>Hoeveel</a:t>
            </a:r>
            <a:r>
              <a:rPr lang="en-US" altLang="nl-BE" dirty="0">
                <a:solidFill>
                  <a:schemeClr val="tx1"/>
                </a:solidFill>
              </a:rPr>
              <a:t> % </a:t>
            </a:r>
            <a:r>
              <a:rPr lang="en-US" altLang="nl-BE" dirty="0" err="1">
                <a:solidFill>
                  <a:schemeClr val="tx1"/>
                </a:solidFill>
              </a:rPr>
              <a:t>uitval</a:t>
            </a:r>
            <a:r>
              <a:rPr lang="en-US" altLang="nl-BE" dirty="0">
                <a:solidFill>
                  <a:schemeClr val="tx1"/>
                </a:solidFill>
              </a:rPr>
              <a:t> </a:t>
            </a:r>
            <a:r>
              <a:rPr lang="en-US" altLang="nl-BE" dirty="0" err="1">
                <a:solidFill>
                  <a:schemeClr val="tx1"/>
                </a:solidFill>
              </a:rPr>
              <a:t>mogen</a:t>
            </a:r>
            <a:r>
              <a:rPr lang="en-US" altLang="nl-BE" dirty="0">
                <a:solidFill>
                  <a:schemeClr val="tx1"/>
                </a:solidFill>
              </a:rPr>
              <a:t> we </a:t>
            </a:r>
            <a:r>
              <a:rPr lang="en-US" altLang="nl-BE" dirty="0" err="1">
                <a:solidFill>
                  <a:schemeClr val="tx1"/>
                </a:solidFill>
              </a:rPr>
              <a:t>verwachten</a:t>
            </a:r>
            <a:r>
              <a:rPr lang="en-US" altLang="nl-BE" dirty="0">
                <a:solidFill>
                  <a:schemeClr val="tx1"/>
                </a:solidFill>
              </a:rPr>
              <a:t>?</a:t>
            </a:r>
          </a:p>
          <a:p>
            <a:pPr>
              <a:buFont typeface="Arial" pitchFamily="34" charset="0"/>
              <a:buChar char="•"/>
            </a:pPr>
            <a:endParaRPr lang="en-US" altLang="nl-BE" dirty="0">
              <a:solidFill>
                <a:schemeClr val="tx1"/>
              </a:solidFill>
            </a:endParaRPr>
          </a:p>
          <a:p>
            <a:pPr>
              <a:buFont typeface="Arial" pitchFamily="34" charset="0"/>
              <a:buChar char="•"/>
            </a:pPr>
            <a:r>
              <a:rPr lang="en-US" altLang="nl-BE" dirty="0">
                <a:solidFill>
                  <a:schemeClr val="tx1"/>
                </a:solidFill>
              </a:rPr>
              <a:t>Wat </a:t>
            </a:r>
            <a:r>
              <a:rPr lang="en-US" altLang="nl-BE" dirty="0" err="1">
                <a:solidFill>
                  <a:schemeClr val="tx1"/>
                </a:solidFill>
              </a:rPr>
              <a:t>als</a:t>
            </a:r>
            <a:r>
              <a:rPr lang="en-US" altLang="nl-BE" dirty="0">
                <a:solidFill>
                  <a:schemeClr val="tx1"/>
                </a:solidFill>
              </a:rPr>
              <a:t> </a:t>
            </a:r>
            <a:r>
              <a:rPr lang="en-US" altLang="nl-BE" dirty="0" err="1">
                <a:solidFill>
                  <a:schemeClr val="tx1"/>
                </a:solidFill>
              </a:rPr>
              <a:t>gemiddelde</a:t>
            </a:r>
            <a:r>
              <a:rPr lang="en-US" altLang="nl-BE" dirty="0">
                <a:solidFill>
                  <a:schemeClr val="tx1"/>
                </a:solidFill>
              </a:rPr>
              <a:t> in het </a:t>
            </a:r>
            <a:r>
              <a:rPr lang="en-US" altLang="nl-BE" dirty="0" err="1">
                <a:solidFill>
                  <a:schemeClr val="tx1"/>
                </a:solidFill>
              </a:rPr>
              <a:t>midden</a:t>
            </a:r>
            <a:r>
              <a:rPr lang="en-US" altLang="nl-BE" dirty="0">
                <a:solidFill>
                  <a:schemeClr val="tx1"/>
                </a:solidFill>
              </a:rPr>
              <a:t> </a:t>
            </a:r>
            <a:r>
              <a:rPr lang="en-US" altLang="nl-BE" dirty="0" err="1">
                <a:solidFill>
                  <a:schemeClr val="tx1"/>
                </a:solidFill>
              </a:rPr>
              <a:t>gelegd</a:t>
            </a:r>
            <a:r>
              <a:rPr lang="en-US" altLang="nl-BE" dirty="0">
                <a:solidFill>
                  <a:schemeClr val="tx1"/>
                </a:solidFill>
              </a:rPr>
              <a:t> </a:t>
            </a:r>
            <a:r>
              <a:rPr lang="en-US" altLang="nl-BE" dirty="0" err="1">
                <a:solidFill>
                  <a:schemeClr val="tx1"/>
                </a:solidFill>
              </a:rPr>
              <a:t>wordt</a:t>
            </a:r>
            <a:r>
              <a:rPr lang="en-US" altLang="nl-BE" dirty="0">
                <a:solidFill>
                  <a:schemeClr val="tx1"/>
                </a:solidFill>
              </a:rPr>
              <a:t>? Wat </a:t>
            </a:r>
            <a:r>
              <a:rPr lang="en-US" altLang="nl-BE" dirty="0" err="1">
                <a:solidFill>
                  <a:schemeClr val="tx1"/>
                </a:solidFill>
              </a:rPr>
              <a:t>wordt</a:t>
            </a:r>
            <a:r>
              <a:rPr lang="en-US" altLang="nl-BE" dirty="0">
                <a:solidFill>
                  <a:schemeClr val="tx1"/>
                </a:solidFill>
              </a:rPr>
              <a:t> </a:t>
            </a:r>
            <a:r>
              <a:rPr lang="en-US" altLang="nl-BE" dirty="0" err="1">
                <a:solidFill>
                  <a:schemeClr val="tx1"/>
                </a:solidFill>
              </a:rPr>
              <a:t>dan</a:t>
            </a:r>
            <a:r>
              <a:rPr lang="en-US" altLang="nl-BE" dirty="0">
                <a:solidFill>
                  <a:schemeClr val="tx1"/>
                </a:solidFill>
              </a:rPr>
              <a:t> </a:t>
            </a:r>
            <a:r>
              <a:rPr lang="en-US" altLang="nl-BE" dirty="0" err="1">
                <a:solidFill>
                  <a:schemeClr val="tx1"/>
                </a:solidFill>
              </a:rPr>
              <a:t>Cp</a:t>
            </a:r>
            <a:r>
              <a:rPr lang="en-US" altLang="nl-BE" dirty="0">
                <a:solidFill>
                  <a:schemeClr val="tx1"/>
                </a:solidFill>
              </a:rPr>
              <a:t>?, </a:t>
            </a:r>
            <a:r>
              <a:rPr lang="en-US" altLang="nl-BE" dirty="0" err="1">
                <a:solidFill>
                  <a:schemeClr val="tx1"/>
                </a:solidFill>
              </a:rPr>
              <a:t>Cpk</a:t>
            </a:r>
            <a:r>
              <a:rPr lang="en-US" altLang="nl-BE" dirty="0">
                <a:solidFill>
                  <a:schemeClr val="tx1"/>
                </a:solidFill>
              </a:rPr>
              <a:t>?, </a:t>
            </a:r>
            <a:r>
              <a:rPr lang="en-US" altLang="nl-BE" dirty="0" err="1">
                <a:solidFill>
                  <a:schemeClr val="tx1"/>
                </a:solidFill>
              </a:rPr>
              <a:t>uitval</a:t>
            </a:r>
            <a:r>
              <a:rPr lang="en-US" altLang="nl-BE" dirty="0">
                <a:solidFill>
                  <a:schemeClr val="tx1"/>
                </a:solidFill>
              </a:rPr>
              <a:t>?</a:t>
            </a:r>
          </a:p>
          <a:p>
            <a:endParaRPr lang="nl-BE" dirty="0"/>
          </a:p>
        </p:txBody>
      </p:sp>
      <p:sp>
        <p:nvSpPr>
          <p:cNvPr id="4" name="Tijdelijke aanduiding voor dianummer 3"/>
          <p:cNvSpPr>
            <a:spLocks noGrp="1"/>
          </p:cNvSpPr>
          <p:nvPr>
            <p:ph type="sldNum" sz="quarter" idx="12"/>
          </p:nvPr>
        </p:nvSpPr>
        <p:spPr/>
        <p:txBody>
          <a:bodyPr/>
          <a:lstStyle/>
          <a:p>
            <a:fld id="{42031524-F447-4BDB-9429-C46C4DFCF371}" type="slidenum">
              <a:rPr lang="nl-NL" smtClean="0"/>
              <a:pPr/>
              <a:t>45</a:t>
            </a:fld>
            <a:endParaRPr lang="nl-NL" dirty="0"/>
          </a:p>
        </p:txBody>
      </p:sp>
    </p:spTree>
    <p:extLst>
      <p:ext uri="{BB962C8B-B14F-4D97-AF65-F5344CB8AC3E}">
        <p14:creationId xmlns:p14="http://schemas.microsoft.com/office/powerpoint/2010/main" val="421678906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endParaRPr lang="nl-BE"/>
          </a:p>
        </p:txBody>
      </p:sp>
      <p:sp>
        <p:nvSpPr>
          <p:cNvPr id="3" name="Tijdelijke aanduiding voor inhoud 2"/>
          <p:cNvSpPr>
            <a:spLocks noGrp="1"/>
          </p:cNvSpPr>
          <p:nvPr>
            <p:ph idx="1"/>
          </p:nvPr>
        </p:nvSpPr>
        <p:spPr/>
        <p:txBody>
          <a:bodyPr/>
          <a:lstStyle/>
          <a:p>
            <a:endParaRPr lang="nl-BE"/>
          </a:p>
        </p:txBody>
      </p:sp>
      <p:sp>
        <p:nvSpPr>
          <p:cNvPr id="4" name="Tijdelijke aanduiding voor dianummer 3"/>
          <p:cNvSpPr>
            <a:spLocks noGrp="1"/>
          </p:cNvSpPr>
          <p:nvPr>
            <p:ph type="sldNum" sz="quarter" idx="12"/>
          </p:nvPr>
        </p:nvSpPr>
        <p:spPr/>
        <p:txBody>
          <a:bodyPr/>
          <a:lstStyle/>
          <a:p>
            <a:pPr>
              <a:defRPr/>
            </a:pPr>
            <a:fld id="{3BAE3F46-7F34-4D55-854B-55B1578BB741}" type="slidenum">
              <a:rPr lang="en-US" smtClean="0"/>
              <a:pPr>
                <a:defRPr/>
              </a:pPr>
              <a:t>46</a:t>
            </a:fld>
            <a:endParaRPr lang="en-US"/>
          </a:p>
        </p:txBody>
      </p:sp>
      <p:pic>
        <p:nvPicPr>
          <p:cNvPr id="8" name="Afbeelding 7"/>
          <p:cNvPicPr>
            <a:picLocks noChangeAspect="1"/>
          </p:cNvPicPr>
          <p:nvPr/>
        </p:nvPicPr>
        <p:blipFill>
          <a:blip r:embed="rId2"/>
          <a:stretch>
            <a:fillRect/>
          </a:stretch>
        </p:blipFill>
        <p:spPr>
          <a:xfrm>
            <a:off x="438150" y="148205"/>
            <a:ext cx="5806619" cy="6561590"/>
          </a:xfrm>
          <a:prstGeom prst="rect">
            <a:avLst/>
          </a:prstGeom>
        </p:spPr>
      </p:pic>
      <p:pic>
        <p:nvPicPr>
          <p:cNvPr id="6" name="Afbeelding 5">
            <a:extLst>
              <a:ext uri="{FF2B5EF4-FFF2-40B4-BE49-F238E27FC236}">
                <a16:creationId xmlns:a16="http://schemas.microsoft.com/office/drawing/2014/main" id="{33328920-FBEE-4285-8E47-A2C7970F3D81}"/>
              </a:ext>
            </a:extLst>
          </p:cNvPr>
          <p:cNvPicPr>
            <a:picLocks noChangeAspect="1"/>
          </p:cNvPicPr>
          <p:nvPr/>
        </p:nvPicPr>
        <p:blipFill>
          <a:blip r:embed="rId3"/>
          <a:stretch>
            <a:fillRect/>
          </a:stretch>
        </p:blipFill>
        <p:spPr>
          <a:xfrm>
            <a:off x="4883929" y="154218"/>
            <a:ext cx="5149425" cy="6555577"/>
          </a:xfrm>
          <a:prstGeom prst="rect">
            <a:avLst/>
          </a:prstGeom>
        </p:spPr>
      </p:pic>
    </p:spTree>
    <p:extLst>
      <p:ext uri="{BB962C8B-B14F-4D97-AF65-F5344CB8AC3E}">
        <p14:creationId xmlns:p14="http://schemas.microsoft.com/office/powerpoint/2010/main" val="73461946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BE" dirty="0" err="1"/>
              <a:t>Minitab</a:t>
            </a:r>
            <a:r>
              <a:rPr lang="nl-BE" dirty="0"/>
              <a:t> </a:t>
            </a:r>
            <a:r>
              <a:rPr lang="nl-BE" dirty="0" err="1"/>
              <a:t>capability</a:t>
            </a:r>
            <a:r>
              <a:rPr lang="nl-BE" dirty="0"/>
              <a:t> </a:t>
            </a:r>
            <a:r>
              <a:rPr lang="nl-BE" dirty="0" err="1"/>
              <a:t>example</a:t>
            </a:r>
            <a:endParaRPr lang="nl-BE" dirty="0"/>
          </a:p>
        </p:txBody>
      </p:sp>
      <p:sp>
        <p:nvSpPr>
          <p:cNvPr id="3" name="Tijdelijke aanduiding voor inhoud 2"/>
          <p:cNvSpPr>
            <a:spLocks noGrp="1"/>
          </p:cNvSpPr>
          <p:nvPr>
            <p:ph idx="1"/>
          </p:nvPr>
        </p:nvSpPr>
        <p:spPr/>
        <p:txBody>
          <a:bodyPr/>
          <a:lstStyle/>
          <a:p>
            <a:endParaRPr lang="nl-BE"/>
          </a:p>
        </p:txBody>
      </p:sp>
    </p:spTree>
    <p:extLst>
      <p:ext uri="{BB962C8B-B14F-4D97-AF65-F5344CB8AC3E}">
        <p14:creationId xmlns:p14="http://schemas.microsoft.com/office/powerpoint/2010/main" val="419656972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endParaRPr lang="nl-BE"/>
          </a:p>
        </p:txBody>
      </p:sp>
      <p:sp>
        <p:nvSpPr>
          <p:cNvPr id="3" name="Tijdelijke aanduiding voor inhoud 2"/>
          <p:cNvSpPr>
            <a:spLocks noGrp="1"/>
          </p:cNvSpPr>
          <p:nvPr>
            <p:ph idx="1"/>
          </p:nvPr>
        </p:nvSpPr>
        <p:spPr/>
        <p:txBody>
          <a:bodyPr/>
          <a:lstStyle/>
          <a:p>
            <a:endParaRPr lang="nl-BE"/>
          </a:p>
        </p:txBody>
      </p:sp>
      <p:pic>
        <p:nvPicPr>
          <p:cNvPr id="4" name="Afbeelding 3"/>
          <p:cNvPicPr>
            <a:picLocks noChangeAspect="1"/>
          </p:cNvPicPr>
          <p:nvPr/>
        </p:nvPicPr>
        <p:blipFill>
          <a:blip r:embed="rId3" cstate="email"/>
          <a:stretch>
            <a:fillRect/>
          </a:stretch>
        </p:blipFill>
        <p:spPr>
          <a:xfrm>
            <a:off x="117724" y="87340"/>
            <a:ext cx="8908552" cy="6683319"/>
          </a:xfrm>
          <a:prstGeom prst="rect">
            <a:avLst/>
          </a:prstGeom>
        </p:spPr>
      </p:pic>
    </p:spTree>
    <p:extLst>
      <p:ext uri="{BB962C8B-B14F-4D97-AF65-F5344CB8AC3E}">
        <p14:creationId xmlns:p14="http://schemas.microsoft.com/office/powerpoint/2010/main" val="98739529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endParaRPr lang="nl-BE"/>
          </a:p>
        </p:txBody>
      </p:sp>
      <p:sp>
        <p:nvSpPr>
          <p:cNvPr id="3" name="Tijdelijke aanduiding voor inhoud 2"/>
          <p:cNvSpPr>
            <a:spLocks noGrp="1"/>
          </p:cNvSpPr>
          <p:nvPr>
            <p:ph idx="1"/>
          </p:nvPr>
        </p:nvSpPr>
        <p:spPr/>
        <p:txBody>
          <a:bodyPr/>
          <a:lstStyle/>
          <a:p>
            <a:endParaRPr lang="nl-BE"/>
          </a:p>
        </p:txBody>
      </p:sp>
      <p:pic>
        <p:nvPicPr>
          <p:cNvPr id="4" name="Afbeelding 3"/>
          <p:cNvPicPr>
            <a:picLocks noChangeAspect="1"/>
          </p:cNvPicPr>
          <p:nvPr/>
        </p:nvPicPr>
        <p:blipFill>
          <a:blip r:embed="rId3" cstate="email"/>
          <a:stretch>
            <a:fillRect/>
          </a:stretch>
        </p:blipFill>
        <p:spPr>
          <a:xfrm>
            <a:off x="117724" y="87340"/>
            <a:ext cx="8908552" cy="6683319"/>
          </a:xfrm>
          <a:prstGeom prst="rect">
            <a:avLst/>
          </a:prstGeom>
        </p:spPr>
      </p:pic>
    </p:spTree>
    <p:extLst>
      <p:ext uri="{BB962C8B-B14F-4D97-AF65-F5344CB8AC3E}">
        <p14:creationId xmlns:p14="http://schemas.microsoft.com/office/powerpoint/2010/main" val="177616556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endParaRPr lang="nl-BE"/>
          </a:p>
        </p:txBody>
      </p:sp>
      <p:sp>
        <p:nvSpPr>
          <p:cNvPr id="3" name="Tijdelijke aanduiding voor inhoud 2"/>
          <p:cNvSpPr>
            <a:spLocks noGrp="1"/>
          </p:cNvSpPr>
          <p:nvPr>
            <p:ph idx="1"/>
          </p:nvPr>
        </p:nvSpPr>
        <p:spPr/>
        <p:txBody>
          <a:bodyPr/>
          <a:lstStyle/>
          <a:p>
            <a:endParaRPr lang="nl-BE"/>
          </a:p>
        </p:txBody>
      </p:sp>
      <p:pic>
        <p:nvPicPr>
          <p:cNvPr id="4" name="Afbeelding 3"/>
          <p:cNvPicPr>
            <a:picLocks noChangeAspect="1"/>
          </p:cNvPicPr>
          <p:nvPr/>
        </p:nvPicPr>
        <p:blipFill>
          <a:blip r:embed="rId3" cstate="email"/>
          <a:stretch>
            <a:fillRect/>
          </a:stretch>
        </p:blipFill>
        <p:spPr>
          <a:xfrm>
            <a:off x="117724" y="87340"/>
            <a:ext cx="8908552" cy="6683319"/>
          </a:xfrm>
          <a:prstGeom prst="rect">
            <a:avLst/>
          </a:prstGeom>
        </p:spPr>
      </p:pic>
    </p:spTree>
    <p:extLst>
      <p:ext uri="{BB962C8B-B14F-4D97-AF65-F5344CB8AC3E}">
        <p14:creationId xmlns:p14="http://schemas.microsoft.com/office/powerpoint/2010/main" val="315177046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endParaRPr lang="nl-BE"/>
          </a:p>
        </p:txBody>
      </p:sp>
      <p:sp>
        <p:nvSpPr>
          <p:cNvPr id="3" name="Tijdelijke aanduiding voor inhoud 2"/>
          <p:cNvSpPr>
            <a:spLocks noGrp="1"/>
          </p:cNvSpPr>
          <p:nvPr>
            <p:ph idx="1"/>
          </p:nvPr>
        </p:nvSpPr>
        <p:spPr/>
        <p:txBody>
          <a:bodyPr/>
          <a:lstStyle/>
          <a:p>
            <a:endParaRPr lang="nl-BE"/>
          </a:p>
        </p:txBody>
      </p:sp>
      <p:pic>
        <p:nvPicPr>
          <p:cNvPr id="4" name="Afbeelding 3"/>
          <p:cNvPicPr>
            <a:picLocks noChangeAspect="1"/>
          </p:cNvPicPr>
          <p:nvPr/>
        </p:nvPicPr>
        <p:blipFill>
          <a:blip r:embed="rId3" cstate="email"/>
          <a:stretch>
            <a:fillRect/>
          </a:stretch>
        </p:blipFill>
        <p:spPr>
          <a:xfrm>
            <a:off x="117724" y="87340"/>
            <a:ext cx="8908552" cy="6683319"/>
          </a:xfrm>
          <a:prstGeom prst="rect">
            <a:avLst/>
          </a:prstGeom>
        </p:spPr>
      </p:pic>
    </p:spTree>
    <p:extLst>
      <p:ext uri="{BB962C8B-B14F-4D97-AF65-F5344CB8AC3E}">
        <p14:creationId xmlns:p14="http://schemas.microsoft.com/office/powerpoint/2010/main" val="295244624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BE" dirty="0"/>
              <a:t>Agenda</a:t>
            </a:r>
          </a:p>
        </p:txBody>
      </p:sp>
      <p:sp>
        <p:nvSpPr>
          <p:cNvPr id="3" name="Tijdelijke aanduiding voor inhoud 2"/>
          <p:cNvSpPr>
            <a:spLocks noGrp="1"/>
          </p:cNvSpPr>
          <p:nvPr>
            <p:ph idx="1"/>
          </p:nvPr>
        </p:nvSpPr>
        <p:spPr/>
        <p:txBody>
          <a:bodyPr/>
          <a:lstStyle/>
          <a:p>
            <a:r>
              <a:rPr lang="nl-BE" dirty="0"/>
              <a:t>13u30-15u30: deel 1 	</a:t>
            </a:r>
            <a:r>
              <a:rPr lang="nl-BE" dirty="0">
                <a:solidFill>
                  <a:schemeClr val="tx2"/>
                </a:solidFill>
              </a:rPr>
              <a:t> </a:t>
            </a:r>
            <a:r>
              <a:rPr lang="nl-BE" dirty="0"/>
              <a:t>Intro &amp; </a:t>
            </a:r>
            <a:r>
              <a:rPr lang="nl-BE" dirty="0" err="1"/>
              <a:t>Process</a:t>
            </a:r>
            <a:r>
              <a:rPr lang="nl-BE" dirty="0"/>
              <a:t> </a:t>
            </a:r>
            <a:r>
              <a:rPr lang="nl-BE" dirty="0" err="1"/>
              <a:t>Capability</a:t>
            </a:r>
            <a:br>
              <a:rPr lang="nl-BE" dirty="0"/>
            </a:br>
            <a:r>
              <a:rPr lang="nl-BE" dirty="0"/>
              <a:t>				</a:t>
            </a:r>
          </a:p>
          <a:p>
            <a:r>
              <a:rPr lang="nl-BE" dirty="0"/>
              <a:t>15u30-15u45: pauze</a:t>
            </a:r>
          </a:p>
          <a:p>
            <a:endParaRPr lang="nl-BE" dirty="0"/>
          </a:p>
          <a:p>
            <a:r>
              <a:rPr lang="nl-BE" dirty="0"/>
              <a:t>15u45-17u45: deel 2	</a:t>
            </a:r>
            <a:r>
              <a:rPr lang="nl-BE" dirty="0">
                <a:solidFill>
                  <a:schemeClr val="tx2"/>
                </a:solidFill>
              </a:rPr>
              <a:t>Statistical </a:t>
            </a:r>
            <a:r>
              <a:rPr lang="nl-BE" dirty="0" err="1">
                <a:solidFill>
                  <a:schemeClr val="tx2"/>
                </a:solidFill>
              </a:rPr>
              <a:t>Process</a:t>
            </a:r>
            <a:r>
              <a:rPr lang="nl-BE" dirty="0">
                <a:solidFill>
                  <a:schemeClr val="tx2"/>
                </a:solidFill>
              </a:rPr>
              <a:t> Control (</a:t>
            </a:r>
            <a:r>
              <a:rPr lang="nl-BE" dirty="0" err="1">
                <a:solidFill>
                  <a:schemeClr val="tx2"/>
                </a:solidFill>
              </a:rPr>
              <a:t>charts</a:t>
            </a:r>
            <a:r>
              <a:rPr lang="nl-BE" dirty="0">
                <a:solidFill>
                  <a:schemeClr val="tx2"/>
                </a:solidFill>
              </a:rPr>
              <a:t>)</a:t>
            </a:r>
            <a:br>
              <a:rPr lang="nl-BE" dirty="0">
                <a:solidFill>
                  <a:schemeClr val="tx2"/>
                </a:solidFill>
              </a:rPr>
            </a:br>
            <a:endParaRPr lang="nl-BE" dirty="0">
              <a:solidFill>
                <a:schemeClr val="tx2"/>
              </a:solidFill>
            </a:endParaRPr>
          </a:p>
          <a:p>
            <a:r>
              <a:rPr lang="nl-BE" dirty="0"/>
              <a:t>17u45-18u15: pauze (broodjes)</a:t>
            </a:r>
          </a:p>
          <a:p>
            <a:endParaRPr lang="nl-BE" dirty="0"/>
          </a:p>
          <a:p>
            <a:r>
              <a:rPr lang="nl-BE" dirty="0"/>
              <a:t>18u15-20u15: deel 3	</a:t>
            </a:r>
            <a:r>
              <a:rPr lang="nl-BE" dirty="0" err="1"/>
              <a:t>Exercises</a:t>
            </a:r>
            <a:endParaRPr lang="nl-BE" dirty="0"/>
          </a:p>
        </p:txBody>
      </p:sp>
      <p:sp>
        <p:nvSpPr>
          <p:cNvPr id="4" name="Tijdelijke aanduiding voor dianummer 3"/>
          <p:cNvSpPr>
            <a:spLocks noGrp="1"/>
          </p:cNvSpPr>
          <p:nvPr>
            <p:ph type="sldNum" sz="quarter" idx="12"/>
          </p:nvPr>
        </p:nvSpPr>
        <p:spPr/>
        <p:txBody>
          <a:bodyPr/>
          <a:lstStyle/>
          <a:p>
            <a:pPr>
              <a:defRPr/>
            </a:pPr>
            <a:fld id="{3BAE3F46-7F34-4D55-854B-55B1578BB741}" type="slidenum">
              <a:rPr lang="en-US" smtClean="0"/>
              <a:pPr>
                <a:defRPr/>
              </a:pPr>
              <a:t>52</a:t>
            </a:fld>
            <a:endParaRPr lang="en-US"/>
          </a:p>
        </p:txBody>
      </p:sp>
    </p:spTree>
    <p:extLst>
      <p:ext uri="{BB962C8B-B14F-4D97-AF65-F5344CB8AC3E}">
        <p14:creationId xmlns:p14="http://schemas.microsoft.com/office/powerpoint/2010/main" val="131092275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BE" dirty="0"/>
              <a:t>SPC – </a:t>
            </a:r>
            <a:r>
              <a:rPr lang="nl-BE" dirty="0" err="1"/>
              <a:t>Control</a:t>
            </a:r>
            <a:r>
              <a:rPr lang="nl-BE" dirty="0"/>
              <a:t> </a:t>
            </a:r>
            <a:r>
              <a:rPr lang="nl-BE" dirty="0" err="1"/>
              <a:t>charts</a:t>
            </a:r>
            <a:endParaRPr lang="nl-BE" dirty="0"/>
          </a:p>
        </p:txBody>
      </p:sp>
      <p:sp>
        <p:nvSpPr>
          <p:cNvPr id="3" name="Tijdelijke aanduiding voor dianummer 2"/>
          <p:cNvSpPr>
            <a:spLocks noGrp="1"/>
          </p:cNvSpPr>
          <p:nvPr>
            <p:ph type="sldNum" sz="quarter" idx="12"/>
          </p:nvPr>
        </p:nvSpPr>
        <p:spPr/>
        <p:txBody>
          <a:bodyPr/>
          <a:lstStyle/>
          <a:p>
            <a:pPr>
              <a:defRPr/>
            </a:pPr>
            <a:fld id="{3BAE3F46-7F34-4D55-854B-55B1578BB741}" type="slidenum">
              <a:rPr lang="en-US" smtClean="0"/>
              <a:pPr>
                <a:defRPr/>
              </a:pPr>
              <a:t>53</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normAutofit/>
          </a:bodyPr>
          <a:lstStyle/>
          <a:p>
            <a:r>
              <a:rPr lang="en-GB" altLang="nl-BE" dirty="0" err="1"/>
              <a:t>Wat</a:t>
            </a:r>
            <a:r>
              <a:rPr lang="en-GB" altLang="nl-BE" dirty="0"/>
              <a:t> is SPC ?</a:t>
            </a:r>
          </a:p>
        </p:txBody>
      </p:sp>
      <p:sp>
        <p:nvSpPr>
          <p:cNvPr id="25603" name="Rectangle 3"/>
          <p:cNvSpPr>
            <a:spLocks noGrp="1" noChangeArrowheads="1"/>
          </p:cNvSpPr>
          <p:nvPr>
            <p:ph idx="1"/>
          </p:nvPr>
        </p:nvSpPr>
        <p:spPr/>
        <p:txBody>
          <a:bodyPr/>
          <a:lstStyle/>
          <a:p>
            <a:r>
              <a:rPr lang="en-GB" altLang="nl-BE" dirty="0"/>
              <a:t>SPC = Statistical Process Control</a:t>
            </a:r>
          </a:p>
          <a:p>
            <a:pPr>
              <a:buFont typeface="Wingdings" pitchFamily="2" charset="2"/>
              <a:buChar char=" "/>
            </a:pPr>
            <a:r>
              <a:rPr lang="en-GB" altLang="nl-BE" dirty="0"/>
              <a:t>(</a:t>
            </a:r>
            <a:r>
              <a:rPr lang="en-GB" altLang="nl-BE" dirty="0" err="1"/>
              <a:t>Statistische</a:t>
            </a:r>
            <a:r>
              <a:rPr lang="en-GB" altLang="nl-BE" dirty="0"/>
              <a:t> </a:t>
            </a:r>
            <a:r>
              <a:rPr lang="en-GB" altLang="nl-BE" dirty="0" err="1"/>
              <a:t>Procesbeheersing</a:t>
            </a:r>
            <a:r>
              <a:rPr lang="en-GB" altLang="nl-BE" dirty="0"/>
              <a:t>)</a:t>
            </a:r>
          </a:p>
          <a:p>
            <a:r>
              <a:rPr lang="en-GB" altLang="nl-BE" dirty="0" err="1"/>
              <a:t>Techniek</a:t>
            </a:r>
            <a:r>
              <a:rPr lang="en-GB" altLang="nl-BE" dirty="0"/>
              <a:t> om </a:t>
            </a:r>
            <a:r>
              <a:rPr lang="en-GB" altLang="nl-BE" dirty="0" err="1"/>
              <a:t>stabiliteit</a:t>
            </a:r>
            <a:r>
              <a:rPr lang="en-GB" altLang="nl-BE" dirty="0"/>
              <a:t> </a:t>
            </a:r>
            <a:r>
              <a:rPr lang="en-GB" altLang="nl-BE" dirty="0" err="1"/>
              <a:t>productieproces</a:t>
            </a:r>
            <a:r>
              <a:rPr lang="en-GB" altLang="nl-BE" dirty="0"/>
              <a:t> </a:t>
            </a:r>
            <a:r>
              <a:rPr lang="en-GB" altLang="nl-BE" dirty="0" err="1"/>
              <a:t>te</a:t>
            </a:r>
            <a:r>
              <a:rPr lang="en-GB" altLang="nl-BE" dirty="0"/>
              <a:t> </a:t>
            </a:r>
            <a:r>
              <a:rPr lang="en-GB" altLang="nl-BE" dirty="0" err="1"/>
              <a:t>bewaken</a:t>
            </a:r>
            <a:br>
              <a:rPr lang="en-GB" altLang="nl-BE" dirty="0"/>
            </a:br>
            <a:r>
              <a:rPr lang="en-GB" altLang="nl-BE" dirty="0"/>
              <a:t>(</a:t>
            </a:r>
            <a:r>
              <a:rPr lang="en-GB" altLang="nl-BE" dirty="0" err="1"/>
              <a:t>bescherming</a:t>
            </a:r>
            <a:r>
              <a:rPr lang="en-GB" altLang="nl-BE" dirty="0"/>
              <a:t> </a:t>
            </a:r>
            <a:r>
              <a:rPr lang="en-GB" altLang="nl-BE" dirty="0" err="1"/>
              <a:t>tegen</a:t>
            </a:r>
            <a:r>
              <a:rPr lang="en-GB" altLang="nl-BE" dirty="0"/>
              <a:t> </a:t>
            </a:r>
            <a:r>
              <a:rPr lang="en-GB" altLang="nl-BE" dirty="0" err="1"/>
              <a:t>aanwijsbare</a:t>
            </a:r>
            <a:r>
              <a:rPr lang="en-GB" altLang="nl-BE" dirty="0"/>
              <a:t>, </a:t>
            </a:r>
            <a:r>
              <a:rPr lang="en-GB" altLang="nl-BE" dirty="0" err="1"/>
              <a:t>niet</a:t>
            </a:r>
            <a:r>
              <a:rPr lang="en-GB" altLang="nl-BE" dirty="0"/>
              <a:t> </a:t>
            </a:r>
            <a:r>
              <a:rPr lang="en-GB" altLang="nl-BE" dirty="0" err="1"/>
              <a:t>tegen</a:t>
            </a:r>
            <a:r>
              <a:rPr lang="en-GB" altLang="nl-BE" dirty="0"/>
              <a:t> </a:t>
            </a:r>
            <a:r>
              <a:rPr lang="en-GB" altLang="nl-BE" dirty="0" err="1"/>
              <a:t>systematische</a:t>
            </a:r>
            <a:r>
              <a:rPr lang="en-GB" altLang="nl-BE" dirty="0"/>
              <a:t> </a:t>
            </a:r>
            <a:r>
              <a:rPr lang="en-GB" altLang="nl-BE" dirty="0" err="1"/>
              <a:t>oorzaken</a:t>
            </a:r>
            <a:r>
              <a:rPr lang="en-GB" altLang="nl-BE" dirty="0"/>
              <a:t>)</a:t>
            </a:r>
          </a:p>
          <a:p>
            <a:r>
              <a:rPr lang="en-GB" altLang="nl-BE" dirty="0" err="1"/>
              <a:t>Stabiel</a:t>
            </a:r>
            <a:r>
              <a:rPr lang="en-GB" altLang="nl-BE" dirty="0"/>
              <a:t> </a:t>
            </a:r>
            <a:r>
              <a:rPr lang="en-GB" altLang="nl-BE" dirty="0" err="1"/>
              <a:t>proces</a:t>
            </a:r>
            <a:r>
              <a:rPr lang="en-GB" altLang="nl-BE" dirty="0"/>
              <a:t> = </a:t>
            </a:r>
            <a:r>
              <a:rPr lang="en-GB" altLang="nl-BE" dirty="0" err="1"/>
              <a:t>distributies</a:t>
            </a:r>
            <a:r>
              <a:rPr lang="en-GB" altLang="nl-BE" dirty="0"/>
              <a:t> </a:t>
            </a:r>
            <a:r>
              <a:rPr lang="en-GB" altLang="nl-BE" dirty="0" err="1"/>
              <a:t>proceskenmerken</a:t>
            </a:r>
            <a:r>
              <a:rPr lang="en-GB" altLang="nl-BE" dirty="0"/>
              <a:t> </a:t>
            </a:r>
            <a:r>
              <a:rPr lang="en-GB" altLang="nl-BE" dirty="0" err="1"/>
              <a:t>zijn</a:t>
            </a:r>
            <a:r>
              <a:rPr lang="en-GB" altLang="nl-BE" dirty="0"/>
              <a:t> constant over de </a:t>
            </a:r>
            <a:r>
              <a:rPr lang="en-GB" altLang="nl-BE" dirty="0" err="1"/>
              <a:t>tijd</a:t>
            </a:r>
            <a:r>
              <a:rPr lang="en-GB" altLang="nl-BE" dirty="0"/>
              <a:t> (</a:t>
            </a:r>
            <a:r>
              <a:rPr lang="en-GB" altLang="nl-BE" dirty="0" err="1"/>
              <a:t>bv</a:t>
            </a:r>
            <a:r>
              <a:rPr lang="en-GB" altLang="nl-BE" dirty="0"/>
              <a:t>. N(</a:t>
            </a:r>
            <a:r>
              <a:rPr lang="en-GB" altLang="nl-BE" dirty="0" err="1">
                <a:latin typeface="Symbol" pitchFamily="18" charset="2"/>
              </a:rPr>
              <a:t>m</a:t>
            </a:r>
            <a:r>
              <a:rPr lang="en-GB" altLang="nl-BE" dirty="0" err="1"/>
              <a:t>,</a:t>
            </a:r>
            <a:r>
              <a:rPr lang="en-GB" altLang="nl-BE" dirty="0" err="1">
                <a:latin typeface="Symbol" pitchFamily="18" charset="2"/>
              </a:rPr>
              <a:t>s</a:t>
            </a:r>
            <a:r>
              <a:rPr lang="en-GB" altLang="nl-BE" dirty="0"/>
              <a:t>) met </a:t>
            </a:r>
            <a:r>
              <a:rPr lang="en-GB" altLang="nl-BE" dirty="0">
                <a:latin typeface="Symbol" pitchFamily="18" charset="2"/>
              </a:rPr>
              <a:t>m</a:t>
            </a:r>
            <a:r>
              <a:rPr lang="en-GB" altLang="nl-BE" dirty="0"/>
              <a:t> en </a:t>
            </a:r>
            <a:r>
              <a:rPr lang="en-GB" altLang="nl-BE" dirty="0">
                <a:latin typeface="Symbol" pitchFamily="18" charset="2"/>
              </a:rPr>
              <a:t>s</a:t>
            </a:r>
            <a:r>
              <a:rPr lang="en-GB" altLang="nl-BE" dirty="0"/>
              <a:t> constant)</a:t>
            </a:r>
          </a:p>
          <a:p>
            <a:r>
              <a:rPr lang="en-GB" altLang="nl-BE" dirty="0" err="1"/>
              <a:t>Opvolging</a:t>
            </a:r>
            <a:r>
              <a:rPr lang="en-GB" altLang="nl-BE" dirty="0"/>
              <a:t> </a:t>
            </a:r>
            <a:r>
              <a:rPr lang="en-GB" altLang="nl-BE" dirty="0" err="1"/>
              <a:t>d.m.v</a:t>
            </a:r>
            <a:r>
              <a:rPr lang="en-GB" altLang="nl-BE" dirty="0"/>
              <a:t>. </a:t>
            </a:r>
            <a:r>
              <a:rPr lang="en-GB" altLang="nl-BE" dirty="0" err="1"/>
              <a:t>regelmatige</a:t>
            </a:r>
            <a:r>
              <a:rPr lang="en-GB" altLang="nl-BE" dirty="0"/>
              <a:t> </a:t>
            </a:r>
            <a:r>
              <a:rPr lang="en-GB" altLang="nl-BE" dirty="0" err="1"/>
              <a:t>controles</a:t>
            </a:r>
            <a:r>
              <a:rPr lang="en-GB" altLang="nl-BE" dirty="0"/>
              <a:t> van </a:t>
            </a:r>
            <a:r>
              <a:rPr lang="en-GB" altLang="nl-BE" dirty="0" err="1"/>
              <a:t>essentiële</a:t>
            </a:r>
            <a:r>
              <a:rPr lang="en-GB" altLang="nl-BE" dirty="0"/>
              <a:t> </a:t>
            </a:r>
            <a:r>
              <a:rPr lang="en-GB" altLang="nl-BE" dirty="0" err="1"/>
              <a:t>proceskenmerken</a:t>
            </a:r>
            <a:r>
              <a:rPr lang="en-GB" altLang="nl-BE" dirty="0"/>
              <a:t> (= </a:t>
            </a:r>
            <a:r>
              <a:rPr lang="en-GB" altLang="nl-BE" dirty="0" err="1"/>
              <a:t>statistische</a:t>
            </a:r>
            <a:r>
              <a:rPr lang="en-GB" altLang="nl-BE" dirty="0"/>
              <a:t> </a:t>
            </a:r>
            <a:r>
              <a:rPr lang="en-GB" altLang="nl-BE" dirty="0" err="1"/>
              <a:t>fase</a:t>
            </a:r>
            <a:r>
              <a:rPr lang="en-GB" altLang="nl-BE" dirty="0"/>
              <a:t>)</a:t>
            </a:r>
          </a:p>
          <a:p>
            <a:r>
              <a:rPr lang="en-GB" altLang="nl-BE" dirty="0" err="1"/>
              <a:t>Indien</a:t>
            </a:r>
            <a:r>
              <a:rPr lang="en-GB" altLang="nl-BE" dirty="0"/>
              <a:t> </a:t>
            </a:r>
            <a:r>
              <a:rPr lang="en-GB" altLang="nl-BE" dirty="0" err="1"/>
              <a:t>controle</a:t>
            </a:r>
            <a:r>
              <a:rPr lang="en-GB" altLang="nl-BE" dirty="0"/>
              <a:t> NOK </a:t>
            </a:r>
            <a:r>
              <a:rPr lang="en-GB" altLang="nl-BE" dirty="0" err="1"/>
              <a:t>dan</a:t>
            </a:r>
            <a:r>
              <a:rPr lang="en-GB" altLang="nl-BE" dirty="0"/>
              <a:t> </a:t>
            </a:r>
            <a:r>
              <a:rPr lang="en-GB" altLang="nl-BE" dirty="0" err="1"/>
              <a:t>actie</a:t>
            </a:r>
            <a:r>
              <a:rPr lang="en-GB" altLang="nl-BE" dirty="0"/>
              <a:t> (= engineering </a:t>
            </a:r>
            <a:r>
              <a:rPr lang="en-GB" altLang="nl-BE" dirty="0" err="1"/>
              <a:t>fase</a:t>
            </a:r>
            <a:r>
              <a:rPr lang="en-GB" altLang="nl-BE" dirty="0"/>
              <a:t>)</a:t>
            </a:r>
          </a:p>
          <a:p>
            <a:endParaRPr lang="en-GB" altLang="nl-BE" dirty="0"/>
          </a:p>
        </p:txBody>
      </p:sp>
      <p:sp>
        <p:nvSpPr>
          <p:cNvPr id="4" name="Tijdelijke aanduiding voor dianummer 3"/>
          <p:cNvSpPr>
            <a:spLocks noGrp="1"/>
          </p:cNvSpPr>
          <p:nvPr>
            <p:ph type="sldNum" sz="quarter" idx="12"/>
          </p:nvPr>
        </p:nvSpPr>
        <p:spPr/>
        <p:txBody>
          <a:bodyPr/>
          <a:lstStyle/>
          <a:p>
            <a:pPr>
              <a:defRPr/>
            </a:pPr>
            <a:fld id="{3BAE3F46-7F34-4D55-854B-55B1578BB741}" type="slidenum">
              <a:rPr lang="en-US" smtClean="0"/>
              <a:pPr>
                <a:defRPr/>
              </a:pPr>
              <a:t>54</a:t>
            </a:fld>
            <a:endParaRPr lang="en-US"/>
          </a:p>
        </p:txBody>
      </p:sp>
    </p:spTree>
    <p:extLst>
      <p:ext uri="{BB962C8B-B14F-4D97-AF65-F5344CB8AC3E}">
        <p14:creationId xmlns:p14="http://schemas.microsoft.com/office/powerpoint/2010/main" val="187143586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12700" marR="5080">
              <a:lnSpc>
                <a:spcPts val="3800"/>
              </a:lnSpc>
            </a:pPr>
            <a:r>
              <a:rPr sz="3200" spc="-5" dirty="0"/>
              <a:t>Control Limits </a:t>
            </a:r>
            <a:r>
              <a:rPr sz="3200" dirty="0"/>
              <a:t>are</a:t>
            </a:r>
            <a:r>
              <a:rPr sz="3200" spc="-40" dirty="0"/>
              <a:t> </a:t>
            </a:r>
            <a:r>
              <a:rPr sz="3200" dirty="0"/>
              <a:t>Not  </a:t>
            </a:r>
            <a:r>
              <a:rPr sz="3200" spc="-5" dirty="0"/>
              <a:t>Specifications</a:t>
            </a:r>
            <a:endParaRPr sz="3200"/>
          </a:p>
        </p:txBody>
      </p:sp>
      <p:sp>
        <p:nvSpPr>
          <p:cNvPr id="3" name="object 3"/>
          <p:cNvSpPr txBox="1"/>
          <p:nvPr/>
        </p:nvSpPr>
        <p:spPr>
          <a:xfrm>
            <a:off x="336550" y="4993614"/>
            <a:ext cx="4584700" cy="1864995"/>
          </a:xfrm>
          <a:prstGeom prst="rect">
            <a:avLst/>
          </a:prstGeom>
        </p:spPr>
        <p:txBody>
          <a:bodyPr vert="horz" wrap="square" lIns="0" tIns="0" rIns="0" bIns="0" rtlCol="0">
            <a:spAutoFit/>
          </a:bodyPr>
          <a:lstStyle/>
          <a:p>
            <a:pPr>
              <a:lnSpc>
                <a:spcPct val="100000"/>
              </a:lnSpc>
            </a:pPr>
            <a:endParaRPr sz="1400" dirty="0">
              <a:latin typeface="Times New Roman"/>
              <a:cs typeface="Times New Roman"/>
            </a:endParaRPr>
          </a:p>
          <a:p>
            <a:pPr>
              <a:lnSpc>
                <a:spcPct val="100000"/>
              </a:lnSpc>
            </a:pPr>
            <a:endParaRPr sz="1400" dirty="0">
              <a:latin typeface="Times New Roman"/>
              <a:cs typeface="Times New Roman"/>
            </a:endParaRPr>
          </a:p>
          <a:p>
            <a:pPr>
              <a:lnSpc>
                <a:spcPct val="100000"/>
              </a:lnSpc>
            </a:pPr>
            <a:endParaRPr sz="1400" dirty="0">
              <a:latin typeface="Times New Roman"/>
              <a:cs typeface="Times New Roman"/>
            </a:endParaRPr>
          </a:p>
          <a:p>
            <a:pPr>
              <a:lnSpc>
                <a:spcPct val="100000"/>
              </a:lnSpc>
            </a:pPr>
            <a:endParaRPr sz="1400" dirty="0">
              <a:latin typeface="Times New Roman"/>
              <a:cs typeface="Times New Roman"/>
            </a:endParaRPr>
          </a:p>
          <a:p>
            <a:pPr>
              <a:lnSpc>
                <a:spcPct val="100000"/>
              </a:lnSpc>
            </a:pPr>
            <a:endParaRPr sz="1400" dirty="0">
              <a:latin typeface="Times New Roman"/>
              <a:cs typeface="Times New Roman"/>
            </a:endParaRPr>
          </a:p>
          <a:p>
            <a:pPr>
              <a:lnSpc>
                <a:spcPct val="100000"/>
              </a:lnSpc>
            </a:pPr>
            <a:endParaRPr sz="1400" dirty="0">
              <a:latin typeface="Times New Roman"/>
              <a:cs typeface="Times New Roman"/>
            </a:endParaRPr>
          </a:p>
          <a:p>
            <a:pPr>
              <a:lnSpc>
                <a:spcPct val="100000"/>
              </a:lnSpc>
              <a:spcBef>
                <a:spcPts val="5"/>
              </a:spcBef>
            </a:pPr>
            <a:endParaRPr sz="1650" dirty="0">
              <a:latin typeface="Times New Roman"/>
              <a:cs typeface="Times New Roman"/>
            </a:endParaRPr>
          </a:p>
          <a:p>
            <a:pPr marL="2967990">
              <a:lnSpc>
                <a:spcPct val="100000"/>
              </a:lnSpc>
            </a:pPr>
            <a:r>
              <a:rPr sz="1400" dirty="0">
                <a:solidFill>
                  <a:srgbClr val="3E3F2C"/>
                </a:solidFill>
                <a:latin typeface="Arial"/>
                <a:cs typeface="Arial"/>
              </a:rPr>
              <a:t>© </a:t>
            </a:r>
            <a:r>
              <a:rPr sz="1400" spc="-10" dirty="0">
                <a:solidFill>
                  <a:srgbClr val="3E3F2C"/>
                </a:solidFill>
                <a:latin typeface="Arial"/>
                <a:cs typeface="Arial"/>
              </a:rPr>
              <a:t>Veltion, </a:t>
            </a:r>
            <a:r>
              <a:rPr sz="1400" dirty="0">
                <a:solidFill>
                  <a:srgbClr val="3E3F2C"/>
                </a:solidFill>
                <a:latin typeface="Arial"/>
                <a:cs typeface="Arial"/>
              </a:rPr>
              <a:t>2013 |</a:t>
            </a:r>
            <a:r>
              <a:rPr sz="1400" spc="-90" dirty="0">
                <a:solidFill>
                  <a:srgbClr val="3E3F2C"/>
                </a:solidFill>
                <a:latin typeface="Arial"/>
                <a:cs typeface="Arial"/>
              </a:rPr>
              <a:t> </a:t>
            </a:r>
            <a:r>
              <a:rPr sz="1400" dirty="0">
                <a:solidFill>
                  <a:srgbClr val="3E3F2C"/>
                </a:solidFill>
                <a:latin typeface="Arial"/>
                <a:cs typeface="Arial"/>
              </a:rPr>
              <a:t>ww</a:t>
            </a:r>
            <a:endParaRPr sz="1400" dirty="0">
              <a:latin typeface="Arial"/>
              <a:cs typeface="Arial"/>
            </a:endParaRPr>
          </a:p>
        </p:txBody>
      </p:sp>
      <p:sp>
        <p:nvSpPr>
          <p:cNvPr id="4" name="object 4"/>
          <p:cNvSpPr txBox="1"/>
          <p:nvPr/>
        </p:nvSpPr>
        <p:spPr>
          <a:xfrm>
            <a:off x="4805362" y="4984089"/>
            <a:ext cx="4338955" cy="1772280"/>
          </a:xfrm>
          <a:prstGeom prst="rect">
            <a:avLst/>
          </a:prstGeom>
        </p:spPr>
        <p:txBody>
          <a:bodyPr vert="horz" wrap="square" lIns="0" tIns="0" rIns="0" bIns="0" rtlCol="0">
            <a:spAutoFit/>
          </a:bodyPr>
          <a:lstStyle/>
          <a:p>
            <a:pPr>
              <a:lnSpc>
                <a:spcPct val="100000"/>
              </a:lnSpc>
            </a:pPr>
            <a:endParaRPr sz="1400" dirty="0">
              <a:latin typeface="Times New Roman"/>
              <a:cs typeface="Times New Roman"/>
            </a:endParaRPr>
          </a:p>
          <a:p>
            <a:pPr>
              <a:lnSpc>
                <a:spcPct val="100000"/>
              </a:lnSpc>
            </a:pPr>
            <a:endParaRPr sz="1400" dirty="0">
              <a:latin typeface="Times New Roman"/>
              <a:cs typeface="Times New Roman"/>
            </a:endParaRPr>
          </a:p>
          <a:p>
            <a:pPr>
              <a:lnSpc>
                <a:spcPct val="100000"/>
              </a:lnSpc>
            </a:pPr>
            <a:endParaRPr sz="1400" dirty="0">
              <a:latin typeface="Times New Roman"/>
              <a:cs typeface="Times New Roman"/>
            </a:endParaRPr>
          </a:p>
          <a:p>
            <a:pPr>
              <a:lnSpc>
                <a:spcPct val="100000"/>
              </a:lnSpc>
            </a:pPr>
            <a:endParaRPr sz="1400" dirty="0">
              <a:latin typeface="Times New Roman"/>
              <a:cs typeface="Times New Roman"/>
            </a:endParaRPr>
          </a:p>
          <a:p>
            <a:pPr>
              <a:lnSpc>
                <a:spcPct val="100000"/>
              </a:lnSpc>
            </a:pPr>
            <a:endParaRPr sz="1400" dirty="0">
              <a:latin typeface="Times New Roman"/>
              <a:cs typeface="Times New Roman"/>
            </a:endParaRPr>
          </a:p>
          <a:p>
            <a:pPr>
              <a:lnSpc>
                <a:spcPct val="100000"/>
              </a:lnSpc>
            </a:pPr>
            <a:endParaRPr sz="1400" dirty="0">
              <a:latin typeface="Times New Roman"/>
              <a:cs typeface="Times New Roman"/>
            </a:endParaRPr>
          </a:p>
          <a:p>
            <a:pPr>
              <a:lnSpc>
                <a:spcPct val="100000"/>
              </a:lnSpc>
              <a:spcBef>
                <a:spcPts val="25"/>
              </a:spcBef>
            </a:pPr>
            <a:endParaRPr sz="1700" dirty="0">
              <a:latin typeface="Times New Roman"/>
              <a:cs typeface="Times New Roman"/>
            </a:endParaRPr>
          </a:p>
          <a:p>
            <a:pPr marL="109220">
              <a:lnSpc>
                <a:spcPts val="1664"/>
              </a:lnSpc>
              <a:tabLst>
                <a:tab pos="3794760" algn="r"/>
              </a:tabLst>
            </a:pPr>
            <a:endParaRPr sz="1400" dirty="0">
              <a:latin typeface="Arial"/>
              <a:cs typeface="Arial"/>
            </a:endParaRPr>
          </a:p>
        </p:txBody>
      </p:sp>
      <p:sp>
        <p:nvSpPr>
          <p:cNvPr id="5" name="object 5"/>
          <p:cNvSpPr/>
          <p:nvPr/>
        </p:nvSpPr>
        <p:spPr>
          <a:xfrm>
            <a:off x="890587" y="1474139"/>
            <a:ext cx="6742430" cy="3502025"/>
          </a:xfrm>
          <a:custGeom>
            <a:avLst/>
            <a:gdLst/>
            <a:ahLst/>
            <a:cxnLst/>
            <a:rect l="l" t="t" r="r" b="b"/>
            <a:pathLst>
              <a:path w="6742430" h="3502025">
                <a:moveTo>
                  <a:pt x="0" y="0"/>
                </a:moveTo>
                <a:lnTo>
                  <a:pt x="6742112" y="0"/>
                </a:lnTo>
                <a:lnTo>
                  <a:pt x="6742112" y="3502025"/>
                </a:lnTo>
                <a:lnTo>
                  <a:pt x="0" y="3502025"/>
                </a:lnTo>
                <a:lnTo>
                  <a:pt x="0" y="0"/>
                </a:lnTo>
                <a:close/>
              </a:path>
            </a:pathLst>
          </a:custGeom>
          <a:solidFill>
            <a:srgbClr val="FFFFFF"/>
          </a:solidFill>
        </p:spPr>
        <p:txBody>
          <a:bodyPr wrap="square" lIns="0" tIns="0" rIns="0" bIns="0" rtlCol="0"/>
          <a:lstStyle/>
          <a:p>
            <a:endParaRPr/>
          </a:p>
        </p:txBody>
      </p:sp>
      <p:sp>
        <p:nvSpPr>
          <p:cNvPr id="6" name="object 6"/>
          <p:cNvSpPr/>
          <p:nvPr/>
        </p:nvSpPr>
        <p:spPr>
          <a:xfrm>
            <a:off x="890587" y="1474139"/>
            <a:ext cx="6742430" cy="3502025"/>
          </a:xfrm>
          <a:custGeom>
            <a:avLst/>
            <a:gdLst/>
            <a:ahLst/>
            <a:cxnLst/>
            <a:rect l="l" t="t" r="r" b="b"/>
            <a:pathLst>
              <a:path w="6742430" h="3502025">
                <a:moveTo>
                  <a:pt x="0" y="0"/>
                </a:moveTo>
                <a:lnTo>
                  <a:pt x="6742105" y="0"/>
                </a:lnTo>
                <a:lnTo>
                  <a:pt x="6742105" y="3502017"/>
                </a:lnTo>
                <a:lnTo>
                  <a:pt x="0" y="3502017"/>
                </a:lnTo>
                <a:lnTo>
                  <a:pt x="0" y="0"/>
                </a:lnTo>
                <a:close/>
              </a:path>
            </a:pathLst>
          </a:custGeom>
          <a:ln w="4156">
            <a:solidFill>
              <a:srgbClr val="000000"/>
            </a:solidFill>
          </a:ln>
        </p:spPr>
        <p:txBody>
          <a:bodyPr wrap="square" lIns="0" tIns="0" rIns="0" bIns="0" rtlCol="0"/>
          <a:lstStyle/>
          <a:p>
            <a:endParaRPr/>
          </a:p>
        </p:txBody>
      </p:sp>
      <p:sp>
        <p:nvSpPr>
          <p:cNvPr id="7" name="object 7"/>
          <p:cNvSpPr/>
          <p:nvPr/>
        </p:nvSpPr>
        <p:spPr>
          <a:xfrm>
            <a:off x="1552575" y="1753539"/>
            <a:ext cx="5958205" cy="2453005"/>
          </a:xfrm>
          <a:custGeom>
            <a:avLst/>
            <a:gdLst/>
            <a:ahLst/>
            <a:cxnLst/>
            <a:rect l="l" t="t" r="r" b="b"/>
            <a:pathLst>
              <a:path w="5958205" h="2453004">
                <a:moveTo>
                  <a:pt x="0" y="0"/>
                </a:moveTo>
                <a:lnTo>
                  <a:pt x="5957887" y="0"/>
                </a:lnTo>
                <a:lnTo>
                  <a:pt x="5957887" y="2452687"/>
                </a:lnTo>
                <a:lnTo>
                  <a:pt x="0" y="2452687"/>
                </a:lnTo>
                <a:lnTo>
                  <a:pt x="0" y="0"/>
                </a:lnTo>
                <a:close/>
              </a:path>
            </a:pathLst>
          </a:custGeom>
          <a:solidFill>
            <a:srgbClr val="CBCBCB"/>
          </a:solidFill>
        </p:spPr>
        <p:txBody>
          <a:bodyPr wrap="square" lIns="0" tIns="0" rIns="0" bIns="0" rtlCol="0"/>
          <a:lstStyle/>
          <a:p>
            <a:endParaRPr/>
          </a:p>
        </p:txBody>
      </p:sp>
      <p:sp>
        <p:nvSpPr>
          <p:cNvPr id="8" name="object 8"/>
          <p:cNvSpPr/>
          <p:nvPr/>
        </p:nvSpPr>
        <p:spPr>
          <a:xfrm>
            <a:off x="1552574" y="3860152"/>
            <a:ext cx="5958205" cy="1905"/>
          </a:xfrm>
          <a:custGeom>
            <a:avLst/>
            <a:gdLst/>
            <a:ahLst/>
            <a:cxnLst/>
            <a:rect l="l" t="t" r="r" b="b"/>
            <a:pathLst>
              <a:path w="5958205" h="1904">
                <a:moveTo>
                  <a:pt x="0" y="0"/>
                </a:moveTo>
                <a:lnTo>
                  <a:pt x="5957885" y="1588"/>
                </a:lnTo>
              </a:path>
            </a:pathLst>
          </a:custGeom>
          <a:ln w="4156">
            <a:solidFill>
              <a:srgbClr val="000000"/>
            </a:solidFill>
          </a:ln>
        </p:spPr>
        <p:txBody>
          <a:bodyPr wrap="square" lIns="0" tIns="0" rIns="0" bIns="0" rtlCol="0"/>
          <a:lstStyle/>
          <a:p>
            <a:endParaRPr/>
          </a:p>
        </p:txBody>
      </p:sp>
      <p:sp>
        <p:nvSpPr>
          <p:cNvPr id="9" name="object 9"/>
          <p:cNvSpPr/>
          <p:nvPr/>
        </p:nvSpPr>
        <p:spPr>
          <a:xfrm>
            <a:off x="1552574" y="3504552"/>
            <a:ext cx="5958205" cy="1905"/>
          </a:xfrm>
          <a:custGeom>
            <a:avLst/>
            <a:gdLst/>
            <a:ahLst/>
            <a:cxnLst/>
            <a:rect l="l" t="t" r="r" b="b"/>
            <a:pathLst>
              <a:path w="5958205" h="1904">
                <a:moveTo>
                  <a:pt x="0" y="0"/>
                </a:moveTo>
                <a:lnTo>
                  <a:pt x="5957885" y="1587"/>
                </a:lnTo>
              </a:path>
            </a:pathLst>
          </a:custGeom>
          <a:ln w="4156">
            <a:solidFill>
              <a:srgbClr val="000000"/>
            </a:solidFill>
          </a:ln>
        </p:spPr>
        <p:txBody>
          <a:bodyPr wrap="square" lIns="0" tIns="0" rIns="0" bIns="0" rtlCol="0"/>
          <a:lstStyle/>
          <a:p>
            <a:endParaRPr/>
          </a:p>
        </p:txBody>
      </p:sp>
      <p:sp>
        <p:nvSpPr>
          <p:cNvPr id="10" name="object 10"/>
          <p:cNvSpPr/>
          <p:nvPr/>
        </p:nvSpPr>
        <p:spPr>
          <a:xfrm>
            <a:off x="1552574" y="3158477"/>
            <a:ext cx="5958205" cy="1905"/>
          </a:xfrm>
          <a:custGeom>
            <a:avLst/>
            <a:gdLst/>
            <a:ahLst/>
            <a:cxnLst/>
            <a:rect l="l" t="t" r="r" b="b"/>
            <a:pathLst>
              <a:path w="5958205" h="1905">
                <a:moveTo>
                  <a:pt x="0" y="0"/>
                </a:moveTo>
                <a:lnTo>
                  <a:pt x="5957885" y="1587"/>
                </a:lnTo>
              </a:path>
            </a:pathLst>
          </a:custGeom>
          <a:ln w="4156">
            <a:solidFill>
              <a:srgbClr val="000000"/>
            </a:solidFill>
          </a:ln>
        </p:spPr>
        <p:txBody>
          <a:bodyPr wrap="square" lIns="0" tIns="0" rIns="0" bIns="0" rtlCol="0"/>
          <a:lstStyle/>
          <a:p>
            <a:endParaRPr/>
          </a:p>
        </p:txBody>
      </p:sp>
      <p:sp>
        <p:nvSpPr>
          <p:cNvPr id="11" name="object 11"/>
          <p:cNvSpPr/>
          <p:nvPr/>
        </p:nvSpPr>
        <p:spPr>
          <a:xfrm>
            <a:off x="1552574" y="2801289"/>
            <a:ext cx="5958205" cy="1905"/>
          </a:xfrm>
          <a:custGeom>
            <a:avLst/>
            <a:gdLst/>
            <a:ahLst/>
            <a:cxnLst/>
            <a:rect l="l" t="t" r="r" b="b"/>
            <a:pathLst>
              <a:path w="5958205" h="1905">
                <a:moveTo>
                  <a:pt x="0" y="0"/>
                </a:moveTo>
                <a:lnTo>
                  <a:pt x="5957885" y="1587"/>
                </a:lnTo>
              </a:path>
            </a:pathLst>
          </a:custGeom>
          <a:ln w="4156">
            <a:solidFill>
              <a:srgbClr val="000000"/>
            </a:solidFill>
          </a:ln>
        </p:spPr>
        <p:txBody>
          <a:bodyPr wrap="square" lIns="0" tIns="0" rIns="0" bIns="0" rtlCol="0"/>
          <a:lstStyle/>
          <a:p>
            <a:endParaRPr/>
          </a:p>
        </p:txBody>
      </p:sp>
      <p:sp>
        <p:nvSpPr>
          <p:cNvPr id="12" name="object 12"/>
          <p:cNvSpPr/>
          <p:nvPr/>
        </p:nvSpPr>
        <p:spPr>
          <a:xfrm>
            <a:off x="1552574" y="2455215"/>
            <a:ext cx="5958205" cy="1905"/>
          </a:xfrm>
          <a:custGeom>
            <a:avLst/>
            <a:gdLst/>
            <a:ahLst/>
            <a:cxnLst/>
            <a:rect l="l" t="t" r="r" b="b"/>
            <a:pathLst>
              <a:path w="5958205" h="1905">
                <a:moveTo>
                  <a:pt x="0" y="0"/>
                </a:moveTo>
                <a:lnTo>
                  <a:pt x="5957885" y="1587"/>
                </a:lnTo>
              </a:path>
            </a:pathLst>
          </a:custGeom>
          <a:ln w="4156">
            <a:solidFill>
              <a:srgbClr val="000000"/>
            </a:solidFill>
          </a:ln>
        </p:spPr>
        <p:txBody>
          <a:bodyPr wrap="square" lIns="0" tIns="0" rIns="0" bIns="0" rtlCol="0"/>
          <a:lstStyle/>
          <a:p>
            <a:endParaRPr/>
          </a:p>
        </p:txBody>
      </p:sp>
      <p:sp>
        <p:nvSpPr>
          <p:cNvPr id="13" name="object 13"/>
          <p:cNvSpPr/>
          <p:nvPr/>
        </p:nvSpPr>
        <p:spPr>
          <a:xfrm>
            <a:off x="1552574" y="2099615"/>
            <a:ext cx="5958205" cy="1905"/>
          </a:xfrm>
          <a:custGeom>
            <a:avLst/>
            <a:gdLst/>
            <a:ahLst/>
            <a:cxnLst/>
            <a:rect l="l" t="t" r="r" b="b"/>
            <a:pathLst>
              <a:path w="5958205" h="1905">
                <a:moveTo>
                  <a:pt x="0" y="0"/>
                </a:moveTo>
                <a:lnTo>
                  <a:pt x="5957885" y="1587"/>
                </a:lnTo>
              </a:path>
            </a:pathLst>
          </a:custGeom>
          <a:ln w="4156">
            <a:solidFill>
              <a:srgbClr val="000000"/>
            </a:solidFill>
          </a:ln>
        </p:spPr>
        <p:txBody>
          <a:bodyPr wrap="square" lIns="0" tIns="0" rIns="0" bIns="0" rtlCol="0"/>
          <a:lstStyle/>
          <a:p>
            <a:endParaRPr/>
          </a:p>
        </p:txBody>
      </p:sp>
      <p:sp>
        <p:nvSpPr>
          <p:cNvPr id="14" name="object 14"/>
          <p:cNvSpPr/>
          <p:nvPr/>
        </p:nvSpPr>
        <p:spPr>
          <a:xfrm>
            <a:off x="1552574" y="1753539"/>
            <a:ext cx="5958205" cy="1905"/>
          </a:xfrm>
          <a:custGeom>
            <a:avLst/>
            <a:gdLst/>
            <a:ahLst/>
            <a:cxnLst/>
            <a:rect l="l" t="t" r="r" b="b"/>
            <a:pathLst>
              <a:path w="5958205" h="1905">
                <a:moveTo>
                  <a:pt x="0" y="0"/>
                </a:moveTo>
                <a:lnTo>
                  <a:pt x="5957885" y="1587"/>
                </a:lnTo>
              </a:path>
            </a:pathLst>
          </a:custGeom>
          <a:ln w="4156">
            <a:solidFill>
              <a:srgbClr val="000000"/>
            </a:solidFill>
          </a:ln>
        </p:spPr>
        <p:txBody>
          <a:bodyPr wrap="square" lIns="0" tIns="0" rIns="0" bIns="0" rtlCol="0"/>
          <a:lstStyle/>
          <a:p>
            <a:endParaRPr/>
          </a:p>
        </p:txBody>
      </p:sp>
      <p:sp>
        <p:nvSpPr>
          <p:cNvPr id="15" name="object 15"/>
          <p:cNvSpPr/>
          <p:nvPr/>
        </p:nvSpPr>
        <p:spPr>
          <a:xfrm>
            <a:off x="1552574" y="1753539"/>
            <a:ext cx="5958205" cy="2453005"/>
          </a:xfrm>
          <a:custGeom>
            <a:avLst/>
            <a:gdLst/>
            <a:ahLst/>
            <a:cxnLst/>
            <a:rect l="l" t="t" r="r" b="b"/>
            <a:pathLst>
              <a:path w="5958205" h="2453004">
                <a:moveTo>
                  <a:pt x="0" y="0"/>
                </a:moveTo>
                <a:lnTo>
                  <a:pt x="5957885" y="0"/>
                </a:lnTo>
                <a:lnTo>
                  <a:pt x="5957885" y="2452688"/>
                </a:lnTo>
                <a:lnTo>
                  <a:pt x="0" y="2452688"/>
                </a:lnTo>
                <a:lnTo>
                  <a:pt x="0" y="0"/>
                </a:lnTo>
                <a:close/>
              </a:path>
            </a:pathLst>
          </a:custGeom>
          <a:ln w="11112">
            <a:solidFill>
              <a:srgbClr val="929292"/>
            </a:solidFill>
          </a:ln>
        </p:spPr>
        <p:txBody>
          <a:bodyPr wrap="square" lIns="0" tIns="0" rIns="0" bIns="0" rtlCol="0"/>
          <a:lstStyle/>
          <a:p>
            <a:endParaRPr/>
          </a:p>
        </p:txBody>
      </p:sp>
      <p:sp>
        <p:nvSpPr>
          <p:cNvPr id="16" name="object 16"/>
          <p:cNvSpPr/>
          <p:nvPr/>
        </p:nvSpPr>
        <p:spPr>
          <a:xfrm>
            <a:off x="1552574" y="1753539"/>
            <a:ext cx="1905" cy="2453005"/>
          </a:xfrm>
          <a:custGeom>
            <a:avLst/>
            <a:gdLst/>
            <a:ahLst/>
            <a:cxnLst/>
            <a:rect l="l" t="t" r="r" b="b"/>
            <a:pathLst>
              <a:path w="1905" h="2453004">
                <a:moveTo>
                  <a:pt x="0" y="0"/>
                </a:moveTo>
                <a:lnTo>
                  <a:pt x="1587" y="2452688"/>
                </a:lnTo>
              </a:path>
            </a:pathLst>
          </a:custGeom>
          <a:ln w="4156">
            <a:solidFill>
              <a:srgbClr val="000000"/>
            </a:solidFill>
          </a:ln>
        </p:spPr>
        <p:txBody>
          <a:bodyPr wrap="square" lIns="0" tIns="0" rIns="0" bIns="0" rtlCol="0"/>
          <a:lstStyle/>
          <a:p>
            <a:endParaRPr/>
          </a:p>
        </p:txBody>
      </p:sp>
      <p:sp>
        <p:nvSpPr>
          <p:cNvPr id="17" name="object 17"/>
          <p:cNvSpPr/>
          <p:nvPr/>
        </p:nvSpPr>
        <p:spPr>
          <a:xfrm>
            <a:off x="1497012" y="4206227"/>
            <a:ext cx="55880" cy="1905"/>
          </a:xfrm>
          <a:custGeom>
            <a:avLst/>
            <a:gdLst/>
            <a:ahLst/>
            <a:cxnLst/>
            <a:rect l="l" t="t" r="r" b="b"/>
            <a:pathLst>
              <a:path w="55880" h="1904">
                <a:moveTo>
                  <a:pt x="0" y="0"/>
                </a:moveTo>
                <a:lnTo>
                  <a:pt x="55562" y="1588"/>
                </a:lnTo>
              </a:path>
            </a:pathLst>
          </a:custGeom>
          <a:ln w="4156">
            <a:solidFill>
              <a:srgbClr val="000000"/>
            </a:solidFill>
          </a:ln>
        </p:spPr>
        <p:txBody>
          <a:bodyPr wrap="square" lIns="0" tIns="0" rIns="0" bIns="0" rtlCol="0"/>
          <a:lstStyle/>
          <a:p>
            <a:endParaRPr/>
          </a:p>
        </p:txBody>
      </p:sp>
      <p:sp>
        <p:nvSpPr>
          <p:cNvPr id="18" name="object 18"/>
          <p:cNvSpPr/>
          <p:nvPr/>
        </p:nvSpPr>
        <p:spPr>
          <a:xfrm>
            <a:off x="1497012" y="3860152"/>
            <a:ext cx="55880" cy="1905"/>
          </a:xfrm>
          <a:custGeom>
            <a:avLst/>
            <a:gdLst/>
            <a:ahLst/>
            <a:cxnLst/>
            <a:rect l="l" t="t" r="r" b="b"/>
            <a:pathLst>
              <a:path w="55880" h="1904">
                <a:moveTo>
                  <a:pt x="0" y="0"/>
                </a:moveTo>
                <a:lnTo>
                  <a:pt x="55562" y="1588"/>
                </a:lnTo>
              </a:path>
            </a:pathLst>
          </a:custGeom>
          <a:ln w="4156">
            <a:solidFill>
              <a:srgbClr val="000000"/>
            </a:solidFill>
          </a:ln>
        </p:spPr>
        <p:txBody>
          <a:bodyPr wrap="square" lIns="0" tIns="0" rIns="0" bIns="0" rtlCol="0"/>
          <a:lstStyle/>
          <a:p>
            <a:endParaRPr/>
          </a:p>
        </p:txBody>
      </p:sp>
      <p:sp>
        <p:nvSpPr>
          <p:cNvPr id="19" name="object 19"/>
          <p:cNvSpPr/>
          <p:nvPr/>
        </p:nvSpPr>
        <p:spPr>
          <a:xfrm>
            <a:off x="1497012" y="3504552"/>
            <a:ext cx="55880" cy="1905"/>
          </a:xfrm>
          <a:custGeom>
            <a:avLst/>
            <a:gdLst/>
            <a:ahLst/>
            <a:cxnLst/>
            <a:rect l="l" t="t" r="r" b="b"/>
            <a:pathLst>
              <a:path w="55880" h="1904">
                <a:moveTo>
                  <a:pt x="0" y="0"/>
                </a:moveTo>
                <a:lnTo>
                  <a:pt x="55562" y="1587"/>
                </a:lnTo>
              </a:path>
            </a:pathLst>
          </a:custGeom>
          <a:ln w="4156">
            <a:solidFill>
              <a:srgbClr val="000000"/>
            </a:solidFill>
          </a:ln>
        </p:spPr>
        <p:txBody>
          <a:bodyPr wrap="square" lIns="0" tIns="0" rIns="0" bIns="0" rtlCol="0"/>
          <a:lstStyle/>
          <a:p>
            <a:endParaRPr/>
          </a:p>
        </p:txBody>
      </p:sp>
      <p:sp>
        <p:nvSpPr>
          <p:cNvPr id="20" name="object 20"/>
          <p:cNvSpPr/>
          <p:nvPr/>
        </p:nvSpPr>
        <p:spPr>
          <a:xfrm>
            <a:off x="1497012" y="3158477"/>
            <a:ext cx="55880" cy="1905"/>
          </a:xfrm>
          <a:custGeom>
            <a:avLst/>
            <a:gdLst/>
            <a:ahLst/>
            <a:cxnLst/>
            <a:rect l="l" t="t" r="r" b="b"/>
            <a:pathLst>
              <a:path w="55880" h="1905">
                <a:moveTo>
                  <a:pt x="0" y="0"/>
                </a:moveTo>
                <a:lnTo>
                  <a:pt x="55562" y="1587"/>
                </a:lnTo>
              </a:path>
            </a:pathLst>
          </a:custGeom>
          <a:ln w="4156">
            <a:solidFill>
              <a:srgbClr val="000000"/>
            </a:solidFill>
          </a:ln>
        </p:spPr>
        <p:txBody>
          <a:bodyPr wrap="square" lIns="0" tIns="0" rIns="0" bIns="0" rtlCol="0"/>
          <a:lstStyle/>
          <a:p>
            <a:endParaRPr/>
          </a:p>
        </p:txBody>
      </p:sp>
      <p:sp>
        <p:nvSpPr>
          <p:cNvPr id="21" name="object 21"/>
          <p:cNvSpPr/>
          <p:nvPr/>
        </p:nvSpPr>
        <p:spPr>
          <a:xfrm>
            <a:off x="1497012" y="2801289"/>
            <a:ext cx="55880" cy="1905"/>
          </a:xfrm>
          <a:custGeom>
            <a:avLst/>
            <a:gdLst/>
            <a:ahLst/>
            <a:cxnLst/>
            <a:rect l="l" t="t" r="r" b="b"/>
            <a:pathLst>
              <a:path w="55880" h="1905">
                <a:moveTo>
                  <a:pt x="0" y="0"/>
                </a:moveTo>
                <a:lnTo>
                  <a:pt x="55562" y="1587"/>
                </a:lnTo>
              </a:path>
            </a:pathLst>
          </a:custGeom>
          <a:ln w="4156">
            <a:solidFill>
              <a:srgbClr val="000000"/>
            </a:solidFill>
          </a:ln>
        </p:spPr>
        <p:txBody>
          <a:bodyPr wrap="square" lIns="0" tIns="0" rIns="0" bIns="0" rtlCol="0"/>
          <a:lstStyle/>
          <a:p>
            <a:endParaRPr/>
          </a:p>
        </p:txBody>
      </p:sp>
      <p:sp>
        <p:nvSpPr>
          <p:cNvPr id="22" name="object 22"/>
          <p:cNvSpPr/>
          <p:nvPr/>
        </p:nvSpPr>
        <p:spPr>
          <a:xfrm>
            <a:off x="1497012" y="2455215"/>
            <a:ext cx="55880" cy="1905"/>
          </a:xfrm>
          <a:custGeom>
            <a:avLst/>
            <a:gdLst/>
            <a:ahLst/>
            <a:cxnLst/>
            <a:rect l="l" t="t" r="r" b="b"/>
            <a:pathLst>
              <a:path w="55880" h="1905">
                <a:moveTo>
                  <a:pt x="0" y="0"/>
                </a:moveTo>
                <a:lnTo>
                  <a:pt x="55562" y="1587"/>
                </a:lnTo>
              </a:path>
            </a:pathLst>
          </a:custGeom>
          <a:ln w="4156">
            <a:solidFill>
              <a:srgbClr val="000000"/>
            </a:solidFill>
          </a:ln>
        </p:spPr>
        <p:txBody>
          <a:bodyPr wrap="square" lIns="0" tIns="0" rIns="0" bIns="0" rtlCol="0"/>
          <a:lstStyle/>
          <a:p>
            <a:endParaRPr/>
          </a:p>
        </p:txBody>
      </p:sp>
      <p:sp>
        <p:nvSpPr>
          <p:cNvPr id="23" name="object 23"/>
          <p:cNvSpPr/>
          <p:nvPr/>
        </p:nvSpPr>
        <p:spPr>
          <a:xfrm>
            <a:off x="1497012" y="2099615"/>
            <a:ext cx="55880" cy="1905"/>
          </a:xfrm>
          <a:custGeom>
            <a:avLst/>
            <a:gdLst/>
            <a:ahLst/>
            <a:cxnLst/>
            <a:rect l="l" t="t" r="r" b="b"/>
            <a:pathLst>
              <a:path w="55880" h="1905">
                <a:moveTo>
                  <a:pt x="0" y="0"/>
                </a:moveTo>
                <a:lnTo>
                  <a:pt x="55562" y="1587"/>
                </a:lnTo>
              </a:path>
            </a:pathLst>
          </a:custGeom>
          <a:ln w="4156">
            <a:solidFill>
              <a:srgbClr val="000000"/>
            </a:solidFill>
          </a:ln>
        </p:spPr>
        <p:txBody>
          <a:bodyPr wrap="square" lIns="0" tIns="0" rIns="0" bIns="0" rtlCol="0"/>
          <a:lstStyle/>
          <a:p>
            <a:endParaRPr/>
          </a:p>
        </p:txBody>
      </p:sp>
      <p:sp>
        <p:nvSpPr>
          <p:cNvPr id="24" name="object 24"/>
          <p:cNvSpPr/>
          <p:nvPr/>
        </p:nvSpPr>
        <p:spPr>
          <a:xfrm>
            <a:off x="1497012" y="1753539"/>
            <a:ext cx="55880" cy="1905"/>
          </a:xfrm>
          <a:custGeom>
            <a:avLst/>
            <a:gdLst/>
            <a:ahLst/>
            <a:cxnLst/>
            <a:rect l="l" t="t" r="r" b="b"/>
            <a:pathLst>
              <a:path w="55880" h="1905">
                <a:moveTo>
                  <a:pt x="0" y="0"/>
                </a:moveTo>
                <a:lnTo>
                  <a:pt x="55562" y="1587"/>
                </a:lnTo>
              </a:path>
            </a:pathLst>
          </a:custGeom>
          <a:ln w="4156">
            <a:solidFill>
              <a:srgbClr val="000000"/>
            </a:solidFill>
          </a:ln>
        </p:spPr>
        <p:txBody>
          <a:bodyPr wrap="square" lIns="0" tIns="0" rIns="0" bIns="0" rtlCol="0"/>
          <a:lstStyle/>
          <a:p>
            <a:endParaRPr/>
          </a:p>
        </p:txBody>
      </p:sp>
      <p:sp>
        <p:nvSpPr>
          <p:cNvPr id="25" name="object 25"/>
          <p:cNvSpPr/>
          <p:nvPr/>
        </p:nvSpPr>
        <p:spPr>
          <a:xfrm>
            <a:off x="1552574" y="4206227"/>
            <a:ext cx="5958205" cy="1905"/>
          </a:xfrm>
          <a:custGeom>
            <a:avLst/>
            <a:gdLst/>
            <a:ahLst/>
            <a:cxnLst/>
            <a:rect l="l" t="t" r="r" b="b"/>
            <a:pathLst>
              <a:path w="5958205" h="1904">
                <a:moveTo>
                  <a:pt x="0" y="0"/>
                </a:moveTo>
                <a:lnTo>
                  <a:pt x="5957885" y="1588"/>
                </a:lnTo>
              </a:path>
            </a:pathLst>
          </a:custGeom>
          <a:ln w="4156">
            <a:solidFill>
              <a:srgbClr val="000000"/>
            </a:solidFill>
          </a:ln>
        </p:spPr>
        <p:txBody>
          <a:bodyPr wrap="square" lIns="0" tIns="0" rIns="0" bIns="0" rtlCol="0"/>
          <a:lstStyle/>
          <a:p>
            <a:endParaRPr/>
          </a:p>
        </p:txBody>
      </p:sp>
      <p:sp>
        <p:nvSpPr>
          <p:cNvPr id="26" name="object 26"/>
          <p:cNvSpPr/>
          <p:nvPr/>
        </p:nvSpPr>
        <p:spPr>
          <a:xfrm>
            <a:off x="1552574" y="4206214"/>
            <a:ext cx="1905" cy="44450"/>
          </a:xfrm>
          <a:custGeom>
            <a:avLst/>
            <a:gdLst/>
            <a:ahLst/>
            <a:cxnLst/>
            <a:rect l="l" t="t" r="r" b="b"/>
            <a:pathLst>
              <a:path w="1905" h="44450">
                <a:moveTo>
                  <a:pt x="0" y="44449"/>
                </a:moveTo>
                <a:lnTo>
                  <a:pt x="1587" y="0"/>
                </a:lnTo>
              </a:path>
            </a:pathLst>
          </a:custGeom>
          <a:ln w="4156">
            <a:solidFill>
              <a:srgbClr val="000000"/>
            </a:solidFill>
          </a:ln>
        </p:spPr>
        <p:txBody>
          <a:bodyPr wrap="square" lIns="0" tIns="0" rIns="0" bIns="0" rtlCol="0"/>
          <a:lstStyle/>
          <a:p>
            <a:endParaRPr/>
          </a:p>
        </p:txBody>
      </p:sp>
      <p:sp>
        <p:nvSpPr>
          <p:cNvPr id="27" name="object 27"/>
          <p:cNvSpPr/>
          <p:nvPr/>
        </p:nvSpPr>
        <p:spPr>
          <a:xfrm>
            <a:off x="1946275" y="4206214"/>
            <a:ext cx="1905" cy="44450"/>
          </a:xfrm>
          <a:custGeom>
            <a:avLst/>
            <a:gdLst/>
            <a:ahLst/>
            <a:cxnLst/>
            <a:rect l="l" t="t" r="r" b="b"/>
            <a:pathLst>
              <a:path w="1905" h="44450">
                <a:moveTo>
                  <a:pt x="0" y="44449"/>
                </a:moveTo>
                <a:lnTo>
                  <a:pt x="1588" y="0"/>
                </a:lnTo>
              </a:path>
            </a:pathLst>
          </a:custGeom>
          <a:ln w="4156">
            <a:solidFill>
              <a:srgbClr val="000000"/>
            </a:solidFill>
          </a:ln>
        </p:spPr>
        <p:txBody>
          <a:bodyPr wrap="square" lIns="0" tIns="0" rIns="0" bIns="0" rtlCol="0"/>
          <a:lstStyle/>
          <a:p>
            <a:endParaRPr/>
          </a:p>
        </p:txBody>
      </p:sp>
      <p:sp>
        <p:nvSpPr>
          <p:cNvPr id="28" name="object 28"/>
          <p:cNvSpPr/>
          <p:nvPr/>
        </p:nvSpPr>
        <p:spPr>
          <a:xfrm>
            <a:off x="2349500" y="4206214"/>
            <a:ext cx="1905" cy="44450"/>
          </a:xfrm>
          <a:custGeom>
            <a:avLst/>
            <a:gdLst/>
            <a:ahLst/>
            <a:cxnLst/>
            <a:rect l="l" t="t" r="r" b="b"/>
            <a:pathLst>
              <a:path w="1905" h="44450">
                <a:moveTo>
                  <a:pt x="0" y="44449"/>
                </a:moveTo>
                <a:lnTo>
                  <a:pt x="1588" y="0"/>
                </a:lnTo>
              </a:path>
            </a:pathLst>
          </a:custGeom>
          <a:ln w="4156">
            <a:solidFill>
              <a:srgbClr val="000000"/>
            </a:solidFill>
          </a:ln>
        </p:spPr>
        <p:txBody>
          <a:bodyPr wrap="square" lIns="0" tIns="0" rIns="0" bIns="0" rtlCol="0"/>
          <a:lstStyle/>
          <a:p>
            <a:endParaRPr/>
          </a:p>
        </p:txBody>
      </p:sp>
      <p:sp>
        <p:nvSpPr>
          <p:cNvPr id="29" name="object 29"/>
          <p:cNvSpPr/>
          <p:nvPr/>
        </p:nvSpPr>
        <p:spPr>
          <a:xfrm>
            <a:off x="2741612" y="4206214"/>
            <a:ext cx="1905" cy="44450"/>
          </a:xfrm>
          <a:custGeom>
            <a:avLst/>
            <a:gdLst/>
            <a:ahLst/>
            <a:cxnLst/>
            <a:rect l="l" t="t" r="r" b="b"/>
            <a:pathLst>
              <a:path w="1905" h="44450">
                <a:moveTo>
                  <a:pt x="0" y="44449"/>
                </a:moveTo>
                <a:lnTo>
                  <a:pt x="1586" y="0"/>
                </a:lnTo>
              </a:path>
            </a:pathLst>
          </a:custGeom>
          <a:ln w="4156">
            <a:solidFill>
              <a:srgbClr val="000000"/>
            </a:solidFill>
          </a:ln>
        </p:spPr>
        <p:txBody>
          <a:bodyPr wrap="square" lIns="0" tIns="0" rIns="0" bIns="0" rtlCol="0"/>
          <a:lstStyle/>
          <a:p>
            <a:endParaRPr/>
          </a:p>
        </p:txBody>
      </p:sp>
      <p:sp>
        <p:nvSpPr>
          <p:cNvPr id="30" name="object 30"/>
          <p:cNvSpPr/>
          <p:nvPr/>
        </p:nvSpPr>
        <p:spPr>
          <a:xfrm>
            <a:off x="3146424" y="4206214"/>
            <a:ext cx="1905" cy="44450"/>
          </a:xfrm>
          <a:custGeom>
            <a:avLst/>
            <a:gdLst/>
            <a:ahLst/>
            <a:cxnLst/>
            <a:rect l="l" t="t" r="r" b="b"/>
            <a:pathLst>
              <a:path w="1905" h="44450">
                <a:moveTo>
                  <a:pt x="0" y="44449"/>
                </a:moveTo>
                <a:lnTo>
                  <a:pt x="1588" y="0"/>
                </a:lnTo>
              </a:path>
            </a:pathLst>
          </a:custGeom>
          <a:ln w="4156">
            <a:solidFill>
              <a:srgbClr val="000000"/>
            </a:solidFill>
          </a:ln>
        </p:spPr>
        <p:txBody>
          <a:bodyPr wrap="square" lIns="0" tIns="0" rIns="0" bIns="0" rtlCol="0"/>
          <a:lstStyle/>
          <a:p>
            <a:endParaRPr/>
          </a:p>
        </p:txBody>
      </p:sp>
      <p:sp>
        <p:nvSpPr>
          <p:cNvPr id="31" name="object 31"/>
          <p:cNvSpPr/>
          <p:nvPr/>
        </p:nvSpPr>
        <p:spPr>
          <a:xfrm>
            <a:off x="3538537" y="4206214"/>
            <a:ext cx="1905" cy="44450"/>
          </a:xfrm>
          <a:custGeom>
            <a:avLst/>
            <a:gdLst/>
            <a:ahLst/>
            <a:cxnLst/>
            <a:rect l="l" t="t" r="r" b="b"/>
            <a:pathLst>
              <a:path w="1904" h="44450">
                <a:moveTo>
                  <a:pt x="0" y="44449"/>
                </a:moveTo>
                <a:lnTo>
                  <a:pt x="1587" y="0"/>
                </a:lnTo>
              </a:path>
            </a:pathLst>
          </a:custGeom>
          <a:ln w="4156">
            <a:solidFill>
              <a:srgbClr val="000000"/>
            </a:solidFill>
          </a:ln>
        </p:spPr>
        <p:txBody>
          <a:bodyPr wrap="square" lIns="0" tIns="0" rIns="0" bIns="0" rtlCol="0"/>
          <a:lstStyle/>
          <a:p>
            <a:endParaRPr/>
          </a:p>
        </p:txBody>
      </p:sp>
      <p:sp>
        <p:nvSpPr>
          <p:cNvPr id="32" name="object 32"/>
          <p:cNvSpPr/>
          <p:nvPr/>
        </p:nvSpPr>
        <p:spPr>
          <a:xfrm>
            <a:off x="3932237" y="4206214"/>
            <a:ext cx="1905" cy="44450"/>
          </a:xfrm>
          <a:custGeom>
            <a:avLst/>
            <a:gdLst/>
            <a:ahLst/>
            <a:cxnLst/>
            <a:rect l="l" t="t" r="r" b="b"/>
            <a:pathLst>
              <a:path w="1904" h="44450">
                <a:moveTo>
                  <a:pt x="0" y="44449"/>
                </a:moveTo>
                <a:lnTo>
                  <a:pt x="1587" y="0"/>
                </a:lnTo>
              </a:path>
            </a:pathLst>
          </a:custGeom>
          <a:ln w="4156">
            <a:solidFill>
              <a:srgbClr val="000000"/>
            </a:solidFill>
          </a:ln>
        </p:spPr>
        <p:txBody>
          <a:bodyPr wrap="square" lIns="0" tIns="0" rIns="0" bIns="0" rtlCol="0"/>
          <a:lstStyle/>
          <a:p>
            <a:endParaRPr/>
          </a:p>
        </p:txBody>
      </p:sp>
      <p:sp>
        <p:nvSpPr>
          <p:cNvPr id="33" name="object 33"/>
          <p:cNvSpPr/>
          <p:nvPr/>
        </p:nvSpPr>
        <p:spPr>
          <a:xfrm>
            <a:off x="4335462" y="4206214"/>
            <a:ext cx="1905" cy="44450"/>
          </a:xfrm>
          <a:custGeom>
            <a:avLst/>
            <a:gdLst/>
            <a:ahLst/>
            <a:cxnLst/>
            <a:rect l="l" t="t" r="r" b="b"/>
            <a:pathLst>
              <a:path w="1904" h="44450">
                <a:moveTo>
                  <a:pt x="0" y="44449"/>
                </a:moveTo>
                <a:lnTo>
                  <a:pt x="1587" y="0"/>
                </a:lnTo>
              </a:path>
            </a:pathLst>
          </a:custGeom>
          <a:ln w="4156">
            <a:solidFill>
              <a:srgbClr val="000000"/>
            </a:solidFill>
          </a:ln>
        </p:spPr>
        <p:txBody>
          <a:bodyPr wrap="square" lIns="0" tIns="0" rIns="0" bIns="0" rtlCol="0"/>
          <a:lstStyle/>
          <a:p>
            <a:endParaRPr/>
          </a:p>
        </p:txBody>
      </p:sp>
      <p:sp>
        <p:nvSpPr>
          <p:cNvPr id="34" name="object 34"/>
          <p:cNvSpPr/>
          <p:nvPr/>
        </p:nvSpPr>
        <p:spPr>
          <a:xfrm>
            <a:off x="4727575" y="4206214"/>
            <a:ext cx="1905" cy="44450"/>
          </a:xfrm>
          <a:custGeom>
            <a:avLst/>
            <a:gdLst/>
            <a:ahLst/>
            <a:cxnLst/>
            <a:rect l="l" t="t" r="r" b="b"/>
            <a:pathLst>
              <a:path w="1904" h="44450">
                <a:moveTo>
                  <a:pt x="0" y="44449"/>
                </a:moveTo>
                <a:lnTo>
                  <a:pt x="1587" y="0"/>
                </a:lnTo>
              </a:path>
            </a:pathLst>
          </a:custGeom>
          <a:ln w="4156">
            <a:solidFill>
              <a:srgbClr val="000000"/>
            </a:solidFill>
          </a:ln>
        </p:spPr>
        <p:txBody>
          <a:bodyPr wrap="square" lIns="0" tIns="0" rIns="0" bIns="0" rtlCol="0"/>
          <a:lstStyle/>
          <a:p>
            <a:endParaRPr/>
          </a:p>
        </p:txBody>
      </p:sp>
      <p:sp>
        <p:nvSpPr>
          <p:cNvPr id="35" name="object 35"/>
          <p:cNvSpPr/>
          <p:nvPr/>
        </p:nvSpPr>
        <p:spPr>
          <a:xfrm>
            <a:off x="5132387" y="4206214"/>
            <a:ext cx="1905" cy="44450"/>
          </a:xfrm>
          <a:custGeom>
            <a:avLst/>
            <a:gdLst/>
            <a:ahLst/>
            <a:cxnLst/>
            <a:rect l="l" t="t" r="r" b="b"/>
            <a:pathLst>
              <a:path w="1904" h="44450">
                <a:moveTo>
                  <a:pt x="0" y="44449"/>
                </a:moveTo>
                <a:lnTo>
                  <a:pt x="1587" y="0"/>
                </a:lnTo>
              </a:path>
            </a:pathLst>
          </a:custGeom>
          <a:ln w="4156">
            <a:solidFill>
              <a:srgbClr val="000000"/>
            </a:solidFill>
          </a:ln>
        </p:spPr>
        <p:txBody>
          <a:bodyPr wrap="square" lIns="0" tIns="0" rIns="0" bIns="0" rtlCol="0"/>
          <a:lstStyle/>
          <a:p>
            <a:endParaRPr/>
          </a:p>
        </p:txBody>
      </p:sp>
      <p:sp>
        <p:nvSpPr>
          <p:cNvPr id="36" name="object 36"/>
          <p:cNvSpPr/>
          <p:nvPr/>
        </p:nvSpPr>
        <p:spPr>
          <a:xfrm>
            <a:off x="5524500" y="4206214"/>
            <a:ext cx="1905" cy="44450"/>
          </a:xfrm>
          <a:custGeom>
            <a:avLst/>
            <a:gdLst/>
            <a:ahLst/>
            <a:cxnLst/>
            <a:rect l="l" t="t" r="r" b="b"/>
            <a:pathLst>
              <a:path w="1904" h="44450">
                <a:moveTo>
                  <a:pt x="0" y="44449"/>
                </a:moveTo>
                <a:lnTo>
                  <a:pt x="1587" y="0"/>
                </a:lnTo>
              </a:path>
            </a:pathLst>
          </a:custGeom>
          <a:ln w="4156">
            <a:solidFill>
              <a:srgbClr val="000000"/>
            </a:solidFill>
          </a:ln>
        </p:spPr>
        <p:txBody>
          <a:bodyPr wrap="square" lIns="0" tIns="0" rIns="0" bIns="0" rtlCol="0"/>
          <a:lstStyle/>
          <a:p>
            <a:endParaRPr/>
          </a:p>
        </p:txBody>
      </p:sp>
      <p:sp>
        <p:nvSpPr>
          <p:cNvPr id="37" name="object 37"/>
          <p:cNvSpPr/>
          <p:nvPr/>
        </p:nvSpPr>
        <p:spPr>
          <a:xfrm>
            <a:off x="5916612" y="4206214"/>
            <a:ext cx="1905" cy="44450"/>
          </a:xfrm>
          <a:custGeom>
            <a:avLst/>
            <a:gdLst/>
            <a:ahLst/>
            <a:cxnLst/>
            <a:rect l="l" t="t" r="r" b="b"/>
            <a:pathLst>
              <a:path w="1904" h="44450">
                <a:moveTo>
                  <a:pt x="0" y="44449"/>
                </a:moveTo>
                <a:lnTo>
                  <a:pt x="1587" y="0"/>
                </a:lnTo>
              </a:path>
            </a:pathLst>
          </a:custGeom>
          <a:ln w="4156">
            <a:solidFill>
              <a:srgbClr val="000000"/>
            </a:solidFill>
          </a:ln>
        </p:spPr>
        <p:txBody>
          <a:bodyPr wrap="square" lIns="0" tIns="0" rIns="0" bIns="0" rtlCol="0"/>
          <a:lstStyle/>
          <a:p>
            <a:endParaRPr/>
          </a:p>
        </p:txBody>
      </p:sp>
      <p:sp>
        <p:nvSpPr>
          <p:cNvPr id="38" name="object 38"/>
          <p:cNvSpPr/>
          <p:nvPr/>
        </p:nvSpPr>
        <p:spPr>
          <a:xfrm>
            <a:off x="6321424" y="4206214"/>
            <a:ext cx="1905" cy="44450"/>
          </a:xfrm>
          <a:custGeom>
            <a:avLst/>
            <a:gdLst/>
            <a:ahLst/>
            <a:cxnLst/>
            <a:rect l="l" t="t" r="r" b="b"/>
            <a:pathLst>
              <a:path w="1904" h="44450">
                <a:moveTo>
                  <a:pt x="0" y="44449"/>
                </a:moveTo>
                <a:lnTo>
                  <a:pt x="1587" y="0"/>
                </a:lnTo>
              </a:path>
            </a:pathLst>
          </a:custGeom>
          <a:ln w="4156">
            <a:solidFill>
              <a:srgbClr val="000000"/>
            </a:solidFill>
          </a:ln>
        </p:spPr>
        <p:txBody>
          <a:bodyPr wrap="square" lIns="0" tIns="0" rIns="0" bIns="0" rtlCol="0"/>
          <a:lstStyle/>
          <a:p>
            <a:endParaRPr/>
          </a:p>
        </p:txBody>
      </p:sp>
      <p:sp>
        <p:nvSpPr>
          <p:cNvPr id="39" name="object 39"/>
          <p:cNvSpPr/>
          <p:nvPr/>
        </p:nvSpPr>
        <p:spPr>
          <a:xfrm>
            <a:off x="6713537" y="4206214"/>
            <a:ext cx="1905" cy="44450"/>
          </a:xfrm>
          <a:custGeom>
            <a:avLst/>
            <a:gdLst/>
            <a:ahLst/>
            <a:cxnLst/>
            <a:rect l="l" t="t" r="r" b="b"/>
            <a:pathLst>
              <a:path w="1904" h="44450">
                <a:moveTo>
                  <a:pt x="0" y="44449"/>
                </a:moveTo>
                <a:lnTo>
                  <a:pt x="1586" y="0"/>
                </a:lnTo>
              </a:path>
            </a:pathLst>
          </a:custGeom>
          <a:ln w="4156">
            <a:solidFill>
              <a:srgbClr val="000000"/>
            </a:solidFill>
          </a:ln>
        </p:spPr>
        <p:txBody>
          <a:bodyPr wrap="square" lIns="0" tIns="0" rIns="0" bIns="0" rtlCol="0"/>
          <a:lstStyle/>
          <a:p>
            <a:endParaRPr/>
          </a:p>
        </p:txBody>
      </p:sp>
      <p:sp>
        <p:nvSpPr>
          <p:cNvPr id="40" name="object 40"/>
          <p:cNvSpPr/>
          <p:nvPr/>
        </p:nvSpPr>
        <p:spPr>
          <a:xfrm>
            <a:off x="7116762" y="4206214"/>
            <a:ext cx="1905" cy="44450"/>
          </a:xfrm>
          <a:custGeom>
            <a:avLst/>
            <a:gdLst/>
            <a:ahLst/>
            <a:cxnLst/>
            <a:rect l="l" t="t" r="r" b="b"/>
            <a:pathLst>
              <a:path w="1904" h="44450">
                <a:moveTo>
                  <a:pt x="0" y="44449"/>
                </a:moveTo>
                <a:lnTo>
                  <a:pt x="1586" y="0"/>
                </a:lnTo>
              </a:path>
            </a:pathLst>
          </a:custGeom>
          <a:ln w="4156">
            <a:solidFill>
              <a:srgbClr val="000000"/>
            </a:solidFill>
          </a:ln>
        </p:spPr>
        <p:txBody>
          <a:bodyPr wrap="square" lIns="0" tIns="0" rIns="0" bIns="0" rtlCol="0"/>
          <a:lstStyle/>
          <a:p>
            <a:endParaRPr/>
          </a:p>
        </p:txBody>
      </p:sp>
      <p:sp>
        <p:nvSpPr>
          <p:cNvPr id="41" name="object 41"/>
          <p:cNvSpPr/>
          <p:nvPr/>
        </p:nvSpPr>
        <p:spPr>
          <a:xfrm>
            <a:off x="7510462" y="4206214"/>
            <a:ext cx="1905" cy="44450"/>
          </a:xfrm>
          <a:custGeom>
            <a:avLst/>
            <a:gdLst/>
            <a:ahLst/>
            <a:cxnLst/>
            <a:rect l="l" t="t" r="r" b="b"/>
            <a:pathLst>
              <a:path w="1904" h="44450">
                <a:moveTo>
                  <a:pt x="0" y="44449"/>
                </a:moveTo>
                <a:lnTo>
                  <a:pt x="1586" y="0"/>
                </a:lnTo>
              </a:path>
            </a:pathLst>
          </a:custGeom>
          <a:ln w="4156">
            <a:solidFill>
              <a:srgbClr val="000000"/>
            </a:solidFill>
          </a:ln>
        </p:spPr>
        <p:txBody>
          <a:bodyPr wrap="square" lIns="0" tIns="0" rIns="0" bIns="0" rtlCol="0"/>
          <a:lstStyle/>
          <a:p>
            <a:endParaRPr/>
          </a:p>
        </p:txBody>
      </p:sp>
      <p:sp>
        <p:nvSpPr>
          <p:cNvPr id="42" name="object 42"/>
          <p:cNvSpPr/>
          <p:nvPr/>
        </p:nvSpPr>
        <p:spPr>
          <a:xfrm>
            <a:off x="1654175" y="2912414"/>
            <a:ext cx="201930" cy="66675"/>
          </a:xfrm>
          <a:custGeom>
            <a:avLst/>
            <a:gdLst/>
            <a:ahLst/>
            <a:cxnLst/>
            <a:rect l="l" t="t" r="r" b="b"/>
            <a:pathLst>
              <a:path w="201930" h="66675">
                <a:moveTo>
                  <a:pt x="0" y="0"/>
                </a:moveTo>
                <a:lnTo>
                  <a:pt x="201612" y="66674"/>
                </a:lnTo>
              </a:path>
            </a:pathLst>
          </a:custGeom>
          <a:ln w="22224">
            <a:solidFill>
              <a:srgbClr val="004100"/>
            </a:solidFill>
          </a:ln>
        </p:spPr>
        <p:txBody>
          <a:bodyPr wrap="square" lIns="0" tIns="0" rIns="0" bIns="0" rtlCol="0"/>
          <a:lstStyle/>
          <a:p>
            <a:endParaRPr/>
          </a:p>
        </p:txBody>
      </p:sp>
      <p:sp>
        <p:nvSpPr>
          <p:cNvPr id="43" name="object 43"/>
          <p:cNvSpPr/>
          <p:nvPr/>
        </p:nvSpPr>
        <p:spPr>
          <a:xfrm>
            <a:off x="1855787" y="2979089"/>
            <a:ext cx="190500" cy="34925"/>
          </a:xfrm>
          <a:custGeom>
            <a:avLst/>
            <a:gdLst/>
            <a:ahLst/>
            <a:cxnLst/>
            <a:rect l="l" t="t" r="r" b="b"/>
            <a:pathLst>
              <a:path w="190500" h="34925">
                <a:moveTo>
                  <a:pt x="0" y="0"/>
                </a:moveTo>
                <a:lnTo>
                  <a:pt x="190499" y="34924"/>
                </a:lnTo>
              </a:path>
            </a:pathLst>
          </a:custGeom>
          <a:ln w="22224">
            <a:solidFill>
              <a:srgbClr val="004100"/>
            </a:solidFill>
          </a:ln>
        </p:spPr>
        <p:txBody>
          <a:bodyPr wrap="square" lIns="0" tIns="0" rIns="0" bIns="0" rtlCol="0"/>
          <a:lstStyle/>
          <a:p>
            <a:endParaRPr/>
          </a:p>
        </p:txBody>
      </p:sp>
      <p:sp>
        <p:nvSpPr>
          <p:cNvPr id="44" name="object 44"/>
          <p:cNvSpPr/>
          <p:nvPr/>
        </p:nvSpPr>
        <p:spPr>
          <a:xfrm>
            <a:off x="2046287" y="3014014"/>
            <a:ext cx="203200" cy="244475"/>
          </a:xfrm>
          <a:custGeom>
            <a:avLst/>
            <a:gdLst/>
            <a:ahLst/>
            <a:cxnLst/>
            <a:rect l="l" t="t" r="r" b="b"/>
            <a:pathLst>
              <a:path w="203200" h="244475">
                <a:moveTo>
                  <a:pt x="0" y="0"/>
                </a:moveTo>
                <a:lnTo>
                  <a:pt x="203199" y="244474"/>
                </a:lnTo>
              </a:path>
            </a:pathLst>
          </a:custGeom>
          <a:ln w="22224">
            <a:solidFill>
              <a:srgbClr val="004100"/>
            </a:solidFill>
          </a:ln>
        </p:spPr>
        <p:txBody>
          <a:bodyPr wrap="square" lIns="0" tIns="0" rIns="0" bIns="0" rtlCol="0"/>
          <a:lstStyle/>
          <a:p>
            <a:endParaRPr/>
          </a:p>
        </p:txBody>
      </p:sp>
      <p:sp>
        <p:nvSpPr>
          <p:cNvPr id="45" name="object 45"/>
          <p:cNvSpPr/>
          <p:nvPr/>
        </p:nvSpPr>
        <p:spPr>
          <a:xfrm>
            <a:off x="2249487" y="3047351"/>
            <a:ext cx="201930" cy="211454"/>
          </a:xfrm>
          <a:custGeom>
            <a:avLst/>
            <a:gdLst/>
            <a:ahLst/>
            <a:cxnLst/>
            <a:rect l="l" t="t" r="r" b="b"/>
            <a:pathLst>
              <a:path w="201930" h="211454">
                <a:moveTo>
                  <a:pt x="0" y="211137"/>
                </a:moveTo>
                <a:lnTo>
                  <a:pt x="201611" y="0"/>
                </a:lnTo>
              </a:path>
            </a:pathLst>
          </a:custGeom>
          <a:ln w="22224">
            <a:solidFill>
              <a:srgbClr val="004100"/>
            </a:solidFill>
          </a:ln>
        </p:spPr>
        <p:txBody>
          <a:bodyPr wrap="square" lIns="0" tIns="0" rIns="0" bIns="0" rtlCol="0"/>
          <a:lstStyle/>
          <a:p>
            <a:endParaRPr/>
          </a:p>
        </p:txBody>
      </p:sp>
      <p:sp>
        <p:nvSpPr>
          <p:cNvPr id="46" name="object 46"/>
          <p:cNvSpPr/>
          <p:nvPr/>
        </p:nvSpPr>
        <p:spPr>
          <a:xfrm>
            <a:off x="2451100" y="2701277"/>
            <a:ext cx="190500" cy="346075"/>
          </a:xfrm>
          <a:custGeom>
            <a:avLst/>
            <a:gdLst/>
            <a:ahLst/>
            <a:cxnLst/>
            <a:rect l="l" t="t" r="r" b="b"/>
            <a:pathLst>
              <a:path w="190500" h="346075">
                <a:moveTo>
                  <a:pt x="0" y="346074"/>
                </a:moveTo>
                <a:lnTo>
                  <a:pt x="190499" y="0"/>
                </a:lnTo>
              </a:path>
            </a:pathLst>
          </a:custGeom>
          <a:ln w="22224">
            <a:solidFill>
              <a:srgbClr val="004100"/>
            </a:solidFill>
          </a:ln>
        </p:spPr>
        <p:txBody>
          <a:bodyPr wrap="square" lIns="0" tIns="0" rIns="0" bIns="0" rtlCol="0"/>
          <a:lstStyle/>
          <a:p>
            <a:endParaRPr/>
          </a:p>
        </p:txBody>
      </p:sp>
      <p:sp>
        <p:nvSpPr>
          <p:cNvPr id="47" name="object 47"/>
          <p:cNvSpPr/>
          <p:nvPr/>
        </p:nvSpPr>
        <p:spPr>
          <a:xfrm>
            <a:off x="2641600" y="2701277"/>
            <a:ext cx="201930" cy="244475"/>
          </a:xfrm>
          <a:custGeom>
            <a:avLst/>
            <a:gdLst/>
            <a:ahLst/>
            <a:cxnLst/>
            <a:rect l="l" t="t" r="r" b="b"/>
            <a:pathLst>
              <a:path w="201930" h="244475">
                <a:moveTo>
                  <a:pt x="0" y="0"/>
                </a:moveTo>
                <a:lnTo>
                  <a:pt x="201612" y="244474"/>
                </a:lnTo>
              </a:path>
            </a:pathLst>
          </a:custGeom>
          <a:ln w="22224">
            <a:solidFill>
              <a:srgbClr val="004100"/>
            </a:solidFill>
          </a:ln>
        </p:spPr>
        <p:txBody>
          <a:bodyPr wrap="square" lIns="0" tIns="0" rIns="0" bIns="0" rtlCol="0"/>
          <a:lstStyle/>
          <a:p>
            <a:endParaRPr/>
          </a:p>
        </p:txBody>
      </p:sp>
      <p:sp>
        <p:nvSpPr>
          <p:cNvPr id="48" name="object 48"/>
          <p:cNvSpPr/>
          <p:nvPr/>
        </p:nvSpPr>
        <p:spPr>
          <a:xfrm>
            <a:off x="2843212" y="2912415"/>
            <a:ext cx="201930" cy="33655"/>
          </a:xfrm>
          <a:custGeom>
            <a:avLst/>
            <a:gdLst/>
            <a:ahLst/>
            <a:cxnLst/>
            <a:rect l="l" t="t" r="r" b="b"/>
            <a:pathLst>
              <a:path w="201930" h="33655">
                <a:moveTo>
                  <a:pt x="0" y="33337"/>
                </a:moveTo>
                <a:lnTo>
                  <a:pt x="201611" y="0"/>
                </a:lnTo>
              </a:path>
            </a:pathLst>
          </a:custGeom>
          <a:ln w="22224">
            <a:solidFill>
              <a:srgbClr val="004100"/>
            </a:solidFill>
          </a:ln>
        </p:spPr>
        <p:txBody>
          <a:bodyPr wrap="square" lIns="0" tIns="0" rIns="0" bIns="0" rtlCol="0"/>
          <a:lstStyle/>
          <a:p>
            <a:endParaRPr/>
          </a:p>
        </p:txBody>
      </p:sp>
      <p:sp>
        <p:nvSpPr>
          <p:cNvPr id="49" name="object 49"/>
          <p:cNvSpPr/>
          <p:nvPr/>
        </p:nvSpPr>
        <p:spPr>
          <a:xfrm>
            <a:off x="3044824" y="2912414"/>
            <a:ext cx="190500" cy="66675"/>
          </a:xfrm>
          <a:custGeom>
            <a:avLst/>
            <a:gdLst/>
            <a:ahLst/>
            <a:cxnLst/>
            <a:rect l="l" t="t" r="r" b="b"/>
            <a:pathLst>
              <a:path w="190500" h="66675">
                <a:moveTo>
                  <a:pt x="0" y="0"/>
                </a:moveTo>
                <a:lnTo>
                  <a:pt x="190500" y="66674"/>
                </a:lnTo>
              </a:path>
            </a:pathLst>
          </a:custGeom>
          <a:ln w="22224">
            <a:solidFill>
              <a:srgbClr val="004100"/>
            </a:solidFill>
          </a:ln>
        </p:spPr>
        <p:txBody>
          <a:bodyPr wrap="square" lIns="0" tIns="0" rIns="0" bIns="0" rtlCol="0"/>
          <a:lstStyle/>
          <a:p>
            <a:endParaRPr/>
          </a:p>
        </p:txBody>
      </p:sp>
      <p:sp>
        <p:nvSpPr>
          <p:cNvPr id="50" name="object 50"/>
          <p:cNvSpPr/>
          <p:nvPr/>
        </p:nvSpPr>
        <p:spPr>
          <a:xfrm>
            <a:off x="3235324" y="2979089"/>
            <a:ext cx="203200" cy="246379"/>
          </a:xfrm>
          <a:custGeom>
            <a:avLst/>
            <a:gdLst/>
            <a:ahLst/>
            <a:cxnLst/>
            <a:rect l="l" t="t" r="r" b="b"/>
            <a:pathLst>
              <a:path w="203200" h="246380">
                <a:moveTo>
                  <a:pt x="0" y="0"/>
                </a:moveTo>
                <a:lnTo>
                  <a:pt x="203199" y="246061"/>
                </a:lnTo>
              </a:path>
            </a:pathLst>
          </a:custGeom>
          <a:ln w="22224">
            <a:solidFill>
              <a:srgbClr val="004100"/>
            </a:solidFill>
          </a:ln>
        </p:spPr>
        <p:txBody>
          <a:bodyPr wrap="square" lIns="0" tIns="0" rIns="0" bIns="0" rtlCol="0"/>
          <a:lstStyle/>
          <a:p>
            <a:endParaRPr/>
          </a:p>
        </p:txBody>
      </p:sp>
      <p:sp>
        <p:nvSpPr>
          <p:cNvPr id="51" name="object 51"/>
          <p:cNvSpPr/>
          <p:nvPr/>
        </p:nvSpPr>
        <p:spPr>
          <a:xfrm>
            <a:off x="3438525" y="3225152"/>
            <a:ext cx="201930" cy="144780"/>
          </a:xfrm>
          <a:custGeom>
            <a:avLst/>
            <a:gdLst/>
            <a:ahLst/>
            <a:cxnLst/>
            <a:rect l="l" t="t" r="r" b="b"/>
            <a:pathLst>
              <a:path w="201929" h="144779">
                <a:moveTo>
                  <a:pt x="0" y="0"/>
                </a:moveTo>
                <a:lnTo>
                  <a:pt x="201612" y="144462"/>
                </a:lnTo>
              </a:path>
            </a:pathLst>
          </a:custGeom>
          <a:ln w="22224">
            <a:solidFill>
              <a:srgbClr val="004100"/>
            </a:solidFill>
          </a:ln>
        </p:spPr>
        <p:txBody>
          <a:bodyPr wrap="square" lIns="0" tIns="0" rIns="0" bIns="0" rtlCol="0"/>
          <a:lstStyle/>
          <a:p>
            <a:endParaRPr/>
          </a:p>
        </p:txBody>
      </p:sp>
      <p:sp>
        <p:nvSpPr>
          <p:cNvPr id="52" name="object 52"/>
          <p:cNvSpPr/>
          <p:nvPr/>
        </p:nvSpPr>
        <p:spPr>
          <a:xfrm>
            <a:off x="3640137" y="3291826"/>
            <a:ext cx="201930" cy="78105"/>
          </a:xfrm>
          <a:custGeom>
            <a:avLst/>
            <a:gdLst/>
            <a:ahLst/>
            <a:cxnLst/>
            <a:rect l="l" t="t" r="r" b="b"/>
            <a:pathLst>
              <a:path w="201929" h="78104">
                <a:moveTo>
                  <a:pt x="0" y="77787"/>
                </a:moveTo>
                <a:lnTo>
                  <a:pt x="201611" y="0"/>
                </a:lnTo>
              </a:path>
            </a:pathLst>
          </a:custGeom>
          <a:ln w="22224">
            <a:solidFill>
              <a:srgbClr val="004100"/>
            </a:solidFill>
          </a:ln>
        </p:spPr>
        <p:txBody>
          <a:bodyPr wrap="square" lIns="0" tIns="0" rIns="0" bIns="0" rtlCol="0"/>
          <a:lstStyle/>
          <a:p>
            <a:endParaRPr/>
          </a:p>
        </p:txBody>
      </p:sp>
      <p:sp>
        <p:nvSpPr>
          <p:cNvPr id="53" name="object 53"/>
          <p:cNvSpPr/>
          <p:nvPr/>
        </p:nvSpPr>
        <p:spPr>
          <a:xfrm>
            <a:off x="3841750" y="3158477"/>
            <a:ext cx="190500" cy="133350"/>
          </a:xfrm>
          <a:custGeom>
            <a:avLst/>
            <a:gdLst/>
            <a:ahLst/>
            <a:cxnLst/>
            <a:rect l="l" t="t" r="r" b="b"/>
            <a:pathLst>
              <a:path w="190500" h="133350">
                <a:moveTo>
                  <a:pt x="0" y="133350"/>
                </a:moveTo>
                <a:lnTo>
                  <a:pt x="190499" y="0"/>
                </a:lnTo>
              </a:path>
            </a:pathLst>
          </a:custGeom>
          <a:ln w="22224">
            <a:solidFill>
              <a:srgbClr val="004100"/>
            </a:solidFill>
          </a:ln>
        </p:spPr>
        <p:txBody>
          <a:bodyPr wrap="square" lIns="0" tIns="0" rIns="0" bIns="0" rtlCol="0"/>
          <a:lstStyle/>
          <a:p>
            <a:endParaRPr/>
          </a:p>
        </p:txBody>
      </p:sp>
      <p:sp>
        <p:nvSpPr>
          <p:cNvPr id="54" name="object 54"/>
          <p:cNvSpPr/>
          <p:nvPr/>
        </p:nvSpPr>
        <p:spPr>
          <a:xfrm>
            <a:off x="4032250" y="3080690"/>
            <a:ext cx="201930" cy="78105"/>
          </a:xfrm>
          <a:custGeom>
            <a:avLst/>
            <a:gdLst/>
            <a:ahLst/>
            <a:cxnLst/>
            <a:rect l="l" t="t" r="r" b="b"/>
            <a:pathLst>
              <a:path w="201929" h="78105">
                <a:moveTo>
                  <a:pt x="0" y="77787"/>
                </a:moveTo>
                <a:lnTo>
                  <a:pt x="201612" y="0"/>
                </a:lnTo>
              </a:path>
            </a:pathLst>
          </a:custGeom>
          <a:ln w="22224">
            <a:solidFill>
              <a:srgbClr val="004100"/>
            </a:solidFill>
          </a:ln>
        </p:spPr>
        <p:txBody>
          <a:bodyPr wrap="square" lIns="0" tIns="0" rIns="0" bIns="0" rtlCol="0"/>
          <a:lstStyle/>
          <a:p>
            <a:endParaRPr/>
          </a:p>
        </p:txBody>
      </p:sp>
      <p:sp>
        <p:nvSpPr>
          <p:cNvPr id="55" name="object 55"/>
          <p:cNvSpPr/>
          <p:nvPr/>
        </p:nvSpPr>
        <p:spPr>
          <a:xfrm>
            <a:off x="4233862" y="2979089"/>
            <a:ext cx="201930" cy="101600"/>
          </a:xfrm>
          <a:custGeom>
            <a:avLst/>
            <a:gdLst/>
            <a:ahLst/>
            <a:cxnLst/>
            <a:rect l="l" t="t" r="r" b="b"/>
            <a:pathLst>
              <a:path w="201929" h="101600">
                <a:moveTo>
                  <a:pt x="0" y="101600"/>
                </a:moveTo>
                <a:lnTo>
                  <a:pt x="201611" y="0"/>
                </a:lnTo>
              </a:path>
            </a:pathLst>
          </a:custGeom>
          <a:ln w="22224">
            <a:solidFill>
              <a:srgbClr val="004100"/>
            </a:solidFill>
          </a:ln>
        </p:spPr>
        <p:txBody>
          <a:bodyPr wrap="square" lIns="0" tIns="0" rIns="0" bIns="0" rtlCol="0"/>
          <a:lstStyle/>
          <a:p>
            <a:endParaRPr/>
          </a:p>
        </p:txBody>
      </p:sp>
      <p:sp>
        <p:nvSpPr>
          <p:cNvPr id="56" name="object 56"/>
          <p:cNvSpPr/>
          <p:nvPr/>
        </p:nvSpPr>
        <p:spPr>
          <a:xfrm>
            <a:off x="4435474" y="2521890"/>
            <a:ext cx="192405" cy="457200"/>
          </a:xfrm>
          <a:custGeom>
            <a:avLst/>
            <a:gdLst/>
            <a:ahLst/>
            <a:cxnLst/>
            <a:rect l="l" t="t" r="r" b="b"/>
            <a:pathLst>
              <a:path w="192404" h="457200">
                <a:moveTo>
                  <a:pt x="0" y="457199"/>
                </a:moveTo>
                <a:lnTo>
                  <a:pt x="192088" y="0"/>
                </a:lnTo>
              </a:path>
            </a:pathLst>
          </a:custGeom>
          <a:ln w="22224">
            <a:solidFill>
              <a:srgbClr val="004100"/>
            </a:solidFill>
          </a:ln>
        </p:spPr>
        <p:txBody>
          <a:bodyPr wrap="square" lIns="0" tIns="0" rIns="0" bIns="0" rtlCol="0"/>
          <a:lstStyle/>
          <a:p>
            <a:endParaRPr/>
          </a:p>
        </p:txBody>
      </p:sp>
      <p:sp>
        <p:nvSpPr>
          <p:cNvPr id="57" name="object 57"/>
          <p:cNvSpPr/>
          <p:nvPr/>
        </p:nvSpPr>
        <p:spPr>
          <a:xfrm>
            <a:off x="4627562" y="2521890"/>
            <a:ext cx="201930" cy="558800"/>
          </a:xfrm>
          <a:custGeom>
            <a:avLst/>
            <a:gdLst/>
            <a:ahLst/>
            <a:cxnLst/>
            <a:rect l="l" t="t" r="r" b="b"/>
            <a:pathLst>
              <a:path w="201929" h="558800">
                <a:moveTo>
                  <a:pt x="0" y="0"/>
                </a:moveTo>
                <a:lnTo>
                  <a:pt x="201612" y="558799"/>
                </a:lnTo>
              </a:path>
            </a:pathLst>
          </a:custGeom>
          <a:ln w="22224">
            <a:solidFill>
              <a:srgbClr val="004100"/>
            </a:solidFill>
          </a:ln>
        </p:spPr>
        <p:txBody>
          <a:bodyPr wrap="square" lIns="0" tIns="0" rIns="0" bIns="0" rtlCol="0"/>
          <a:lstStyle/>
          <a:p>
            <a:endParaRPr/>
          </a:p>
        </p:txBody>
      </p:sp>
      <p:sp>
        <p:nvSpPr>
          <p:cNvPr id="58" name="object 58"/>
          <p:cNvSpPr/>
          <p:nvPr/>
        </p:nvSpPr>
        <p:spPr>
          <a:xfrm>
            <a:off x="4829175" y="2945751"/>
            <a:ext cx="201930" cy="135255"/>
          </a:xfrm>
          <a:custGeom>
            <a:avLst/>
            <a:gdLst/>
            <a:ahLst/>
            <a:cxnLst/>
            <a:rect l="l" t="t" r="r" b="b"/>
            <a:pathLst>
              <a:path w="201929" h="135255">
                <a:moveTo>
                  <a:pt x="0" y="134938"/>
                </a:moveTo>
                <a:lnTo>
                  <a:pt x="201612" y="0"/>
                </a:lnTo>
              </a:path>
            </a:pathLst>
          </a:custGeom>
          <a:ln w="22224">
            <a:solidFill>
              <a:srgbClr val="004100"/>
            </a:solidFill>
          </a:ln>
        </p:spPr>
        <p:txBody>
          <a:bodyPr wrap="square" lIns="0" tIns="0" rIns="0" bIns="0" rtlCol="0"/>
          <a:lstStyle/>
          <a:p>
            <a:endParaRPr/>
          </a:p>
        </p:txBody>
      </p:sp>
      <p:sp>
        <p:nvSpPr>
          <p:cNvPr id="59" name="object 59"/>
          <p:cNvSpPr/>
          <p:nvPr/>
        </p:nvSpPr>
        <p:spPr>
          <a:xfrm>
            <a:off x="5030787" y="2945752"/>
            <a:ext cx="190500" cy="246379"/>
          </a:xfrm>
          <a:custGeom>
            <a:avLst/>
            <a:gdLst/>
            <a:ahLst/>
            <a:cxnLst/>
            <a:rect l="l" t="t" r="r" b="b"/>
            <a:pathLst>
              <a:path w="190500" h="246380">
                <a:moveTo>
                  <a:pt x="0" y="0"/>
                </a:moveTo>
                <a:lnTo>
                  <a:pt x="190500" y="246062"/>
                </a:lnTo>
              </a:path>
            </a:pathLst>
          </a:custGeom>
          <a:ln w="22224">
            <a:solidFill>
              <a:srgbClr val="004100"/>
            </a:solidFill>
          </a:ln>
        </p:spPr>
        <p:txBody>
          <a:bodyPr wrap="square" lIns="0" tIns="0" rIns="0" bIns="0" rtlCol="0"/>
          <a:lstStyle/>
          <a:p>
            <a:endParaRPr/>
          </a:p>
        </p:txBody>
      </p:sp>
      <p:sp>
        <p:nvSpPr>
          <p:cNvPr id="60" name="object 60"/>
          <p:cNvSpPr/>
          <p:nvPr/>
        </p:nvSpPr>
        <p:spPr>
          <a:xfrm>
            <a:off x="5221287" y="3047351"/>
            <a:ext cx="201930" cy="144780"/>
          </a:xfrm>
          <a:custGeom>
            <a:avLst/>
            <a:gdLst/>
            <a:ahLst/>
            <a:cxnLst/>
            <a:rect l="l" t="t" r="r" b="b"/>
            <a:pathLst>
              <a:path w="201929" h="144780">
                <a:moveTo>
                  <a:pt x="0" y="144463"/>
                </a:moveTo>
                <a:lnTo>
                  <a:pt x="201612" y="0"/>
                </a:lnTo>
              </a:path>
            </a:pathLst>
          </a:custGeom>
          <a:ln w="22224">
            <a:solidFill>
              <a:srgbClr val="004100"/>
            </a:solidFill>
          </a:ln>
        </p:spPr>
        <p:txBody>
          <a:bodyPr wrap="square" lIns="0" tIns="0" rIns="0" bIns="0" rtlCol="0"/>
          <a:lstStyle/>
          <a:p>
            <a:endParaRPr/>
          </a:p>
        </p:txBody>
      </p:sp>
      <p:sp>
        <p:nvSpPr>
          <p:cNvPr id="61" name="object 61"/>
          <p:cNvSpPr/>
          <p:nvPr/>
        </p:nvSpPr>
        <p:spPr>
          <a:xfrm>
            <a:off x="5422900" y="2912415"/>
            <a:ext cx="203200" cy="135255"/>
          </a:xfrm>
          <a:custGeom>
            <a:avLst/>
            <a:gdLst/>
            <a:ahLst/>
            <a:cxnLst/>
            <a:rect l="l" t="t" r="r" b="b"/>
            <a:pathLst>
              <a:path w="203200" h="135255">
                <a:moveTo>
                  <a:pt x="0" y="134936"/>
                </a:moveTo>
                <a:lnTo>
                  <a:pt x="203199" y="0"/>
                </a:lnTo>
              </a:path>
            </a:pathLst>
          </a:custGeom>
          <a:ln w="22224">
            <a:solidFill>
              <a:srgbClr val="004100"/>
            </a:solidFill>
          </a:ln>
        </p:spPr>
        <p:txBody>
          <a:bodyPr wrap="square" lIns="0" tIns="0" rIns="0" bIns="0" rtlCol="0"/>
          <a:lstStyle/>
          <a:p>
            <a:endParaRPr/>
          </a:p>
        </p:txBody>
      </p:sp>
      <p:sp>
        <p:nvSpPr>
          <p:cNvPr id="62" name="object 62"/>
          <p:cNvSpPr/>
          <p:nvPr/>
        </p:nvSpPr>
        <p:spPr>
          <a:xfrm>
            <a:off x="5626100" y="2912414"/>
            <a:ext cx="201930" cy="168275"/>
          </a:xfrm>
          <a:custGeom>
            <a:avLst/>
            <a:gdLst/>
            <a:ahLst/>
            <a:cxnLst/>
            <a:rect l="l" t="t" r="r" b="b"/>
            <a:pathLst>
              <a:path w="201929" h="168275">
                <a:moveTo>
                  <a:pt x="0" y="0"/>
                </a:moveTo>
                <a:lnTo>
                  <a:pt x="201612" y="168274"/>
                </a:lnTo>
              </a:path>
            </a:pathLst>
          </a:custGeom>
          <a:ln w="22224">
            <a:solidFill>
              <a:srgbClr val="004100"/>
            </a:solidFill>
          </a:ln>
        </p:spPr>
        <p:txBody>
          <a:bodyPr wrap="square" lIns="0" tIns="0" rIns="0" bIns="0" rtlCol="0"/>
          <a:lstStyle/>
          <a:p>
            <a:endParaRPr/>
          </a:p>
        </p:txBody>
      </p:sp>
      <p:sp>
        <p:nvSpPr>
          <p:cNvPr id="63" name="object 63"/>
          <p:cNvSpPr/>
          <p:nvPr/>
        </p:nvSpPr>
        <p:spPr>
          <a:xfrm>
            <a:off x="5827712" y="3014014"/>
            <a:ext cx="190500" cy="66675"/>
          </a:xfrm>
          <a:custGeom>
            <a:avLst/>
            <a:gdLst/>
            <a:ahLst/>
            <a:cxnLst/>
            <a:rect l="l" t="t" r="r" b="b"/>
            <a:pathLst>
              <a:path w="190500" h="66675">
                <a:moveTo>
                  <a:pt x="0" y="66674"/>
                </a:moveTo>
                <a:lnTo>
                  <a:pt x="190499" y="0"/>
                </a:lnTo>
              </a:path>
            </a:pathLst>
          </a:custGeom>
          <a:ln w="22224">
            <a:solidFill>
              <a:srgbClr val="004100"/>
            </a:solidFill>
          </a:ln>
        </p:spPr>
        <p:txBody>
          <a:bodyPr wrap="square" lIns="0" tIns="0" rIns="0" bIns="0" rtlCol="0"/>
          <a:lstStyle/>
          <a:p>
            <a:endParaRPr/>
          </a:p>
        </p:txBody>
      </p:sp>
      <p:sp>
        <p:nvSpPr>
          <p:cNvPr id="64" name="object 64"/>
          <p:cNvSpPr/>
          <p:nvPr/>
        </p:nvSpPr>
        <p:spPr>
          <a:xfrm>
            <a:off x="6018212" y="2801289"/>
            <a:ext cx="201930" cy="212725"/>
          </a:xfrm>
          <a:custGeom>
            <a:avLst/>
            <a:gdLst/>
            <a:ahLst/>
            <a:cxnLst/>
            <a:rect l="l" t="t" r="r" b="b"/>
            <a:pathLst>
              <a:path w="201929" h="212725">
                <a:moveTo>
                  <a:pt x="0" y="212724"/>
                </a:moveTo>
                <a:lnTo>
                  <a:pt x="201611" y="0"/>
                </a:lnTo>
              </a:path>
            </a:pathLst>
          </a:custGeom>
          <a:ln w="22224">
            <a:solidFill>
              <a:srgbClr val="004100"/>
            </a:solidFill>
          </a:ln>
        </p:spPr>
        <p:txBody>
          <a:bodyPr wrap="square" lIns="0" tIns="0" rIns="0" bIns="0" rtlCol="0"/>
          <a:lstStyle/>
          <a:p>
            <a:endParaRPr/>
          </a:p>
        </p:txBody>
      </p:sp>
      <p:sp>
        <p:nvSpPr>
          <p:cNvPr id="65" name="object 65"/>
          <p:cNvSpPr/>
          <p:nvPr/>
        </p:nvSpPr>
        <p:spPr>
          <a:xfrm>
            <a:off x="6219824" y="2801289"/>
            <a:ext cx="201930" cy="111125"/>
          </a:xfrm>
          <a:custGeom>
            <a:avLst/>
            <a:gdLst/>
            <a:ahLst/>
            <a:cxnLst/>
            <a:rect l="l" t="t" r="r" b="b"/>
            <a:pathLst>
              <a:path w="201929" h="111125">
                <a:moveTo>
                  <a:pt x="0" y="0"/>
                </a:moveTo>
                <a:lnTo>
                  <a:pt x="201613" y="111124"/>
                </a:lnTo>
              </a:path>
            </a:pathLst>
          </a:custGeom>
          <a:ln w="22224">
            <a:solidFill>
              <a:srgbClr val="004100"/>
            </a:solidFill>
          </a:ln>
        </p:spPr>
        <p:txBody>
          <a:bodyPr wrap="square" lIns="0" tIns="0" rIns="0" bIns="0" rtlCol="0"/>
          <a:lstStyle/>
          <a:p>
            <a:endParaRPr/>
          </a:p>
        </p:txBody>
      </p:sp>
      <p:sp>
        <p:nvSpPr>
          <p:cNvPr id="66" name="object 66"/>
          <p:cNvSpPr/>
          <p:nvPr/>
        </p:nvSpPr>
        <p:spPr>
          <a:xfrm>
            <a:off x="6421437" y="2912414"/>
            <a:ext cx="190500" cy="66675"/>
          </a:xfrm>
          <a:custGeom>
            <a:avLst/>
            <a:gdLst/>
            <a:ahLst/>
            <a:cxnLst/>
            <a:rect l="l" t="t" r="r" b="b"/>
            <a:pathLst>
              <a:path w="190500" h="66675">
                <a:moveTo>
                  <a:pt x="0" y="0"/>
                </a:moveTo>
                <a:lnTo>
                  <a:pt x="190499" y="66674"/>
                </a:lnTo>
              </a:path>
            </a:pathLst>
          </a:custGeom>
          <a:ln w="22224">
            <a:solidFill>
              <a:srgbClr val="004100"/>
            </a:solidFill>
          </a:ln>
        </p:spPr>
        <p:txBody>
          <a:bodyPr wrap="square" lIns="0" tIns="0" rIns="0" bIns="0" rtlCol="0"/>
          <a:lstStyle/>
          <a:p>
            <a:endParaRPr/>
          </a:p>
        </p:txBody>
      </p:sp>
      <p:sp>
        <p:nvSpPr>
          <p:cNvPr id="67" name="object 67"/>
          <p:cNvSpPr/>
          <p:nvPr/>
        </p:nvSpPr>
        <p:spPr>
          <a:xfrm>
            <a:off x="6611937" y="2979089"/>
            <a:ext cx="203200" cy="68580"/>
          </a:xfrm>
          <a:custGeom>
            <a:avLst/>
            <a:gdLst/>
            <a:ahLst/>
            <a:cxnLst/>
            <a:rect l="l" t="t" r="r" b="b"/>
            <a:pathLst>
              <a:path w="203200" h="68580">
                <a:moveTo>
                  <a:pt x="0" y="0"/>
                </a:moveTo>
                <a:lnTo>
                  <a:pt x="203200" y="68262"/>
                </a:lnTo>
              </a:path>
            </a:pathLst>
          </a:custGeom>
          <a:ln w="22224">
            <a:solidFill>
              <a:srgbClr val="004100"/>
            </a:solidFill>
          </a:ln>
        </p:spPr>
        <p:txBody>
          <a:bodyPr wrap="square" lIns="0" tIns="0" rIns="0" bIns="0" rtlCol="0"/>
          <a:lstStyle/>
          <a:p>
            <a:endParaRPr/>
          </a:p>
        </p:txBody>
      </p:sp>
      <p:sp>
        <p:nvSpPr>
          <p:cNvPr id="68" name="object 68"/>
          <p:cNvSpPr/>
          <p:nvPr/>
        </p:nvSpPr>
        <p:spPr>
          <a:xfrm>
            <a:off x="6815137" y="3047352"/>
            <a:ext cx="201930" cy="389255"/>
          </a:xfrm>
          <a:custGeom>
            <a:avLst/>
            <a:gdLst/>
            <a:ahLst/>
            <a:cxnLst/>
            <a:rect l="l" t="t" r="r" b="b"/>
            <a:pathLst>
              <a:path w="201929" h="389254">
                <a:moveTo>
                  <a:pt x="0" y="0"/>
                </a:moveTo>
                <a:lnTo>
                  <a:pt x="201611" y="388937"/>
                </a:lnTo>
              </a:path>
            </a:pathLst>
          </a:custGeom>
          <a:ln w="22224">
            <a:solidFill>
              <a:srgbClr val="004100"/>
            </a:solidFill>
          </a:ln>
        </p:spPr>
        <p:txBody>
          <a:bodyPr wrap="square" lIns="0" tIns="0" rIns="0" bIns="0" rtlCol="0"/>
          <a:lstStyle/>
          <a:p>
            <a:endParaRPr/>
          </a:p>
        </p:txBody>
      </p:sp>
      <p:sp>
        <p:nvSpPr>
          <p:cNvPr id="69" name="object 69"/>
          <p:cNvSpPr/>
          <p:nvPr/>
        </p:nvSpPr>
        <p:spPr>
          <a:xfrm>
            <a:off x="7016750" y="3225151"/>
            <a:ext cx="190500" cy="211454"/>
          </a:xfrm>
          <a:custGeom>
            <a:avLst/>
            <a:gdLst/>
            <a:ahLst/>
            <a:cxnLst/>
            <a:rect l="l" t="t" r="r" b="b"/>
            <a:pathLst>
              <a:path w="190500" h="211454">
                <a:moveTo>
                  <a:pt x="0" y="211138"/>
                </a:moveTo>
                <a:lnTo>
                  <a:pt x="190500" y="0"/>
                </a:lnTo>
              </a:path>
            </a:pathLst>
          </a:custGeom>
          <a:ln w="22224">
            <a:solidFill>
              <a:srgbClr val="004100"/>
            </a:solidFill>
          </a:ln>
        </p:spPr>
        <p:txBody>
          <a:bodyPr wrap="square" lIns="0" tIns="0" rIns="0" bIns="0" rtlCol="0"/>
          <a:lstStyle/>
          <a:p>
            <a:endParaRPr/>
          </a:p>
        </p:txBody>
      </p:sp>
      <p:sp>
        <p:nvSpPr>
          <p:cNvPr id="70" name="object 70"/>
          <p:cNvSpPr/>
          <p:nvPr/>
        </p:nvSpPr>
        <p:spPr>
          <a:xfrm>
            <a:off x="7207250" y="3158477"/>
            <a:ext cx="201930" cy="66675"/>
          </a:xfrm>
          <a:custGeom>
            <a:avLst/>
            <a:gdLst/>
            <a:ahLst/>
            <a:cxnLst/>
            <a:rect l="l" t="t" r="r" b="b"/>
            <a:pathLst>
              <a:path w="201929" h="66675">
                <a:moveTo>
                  <a:pt x="0" y="66674"/>
                </a:moveTo>
                <a:lnTo>
                  <a:pt x="201613" y="0"/>
                </a:lnTo>
              </a:path>
            </a:pathLst>
          </a:custGeom>
          <a:ln w="22224">
            <a:solidFill>
              <a:srgbClr val="004100"/>
            </a:solidFill>
          </a:ln>
        </p:spPr>
        <p:txBody>
          <a:bodyPr wrap="square" lIns="0" tIns="0" rIns="0" bIns="0" rtlCol="0"/>
          <a:lstStyle/>
          <a:p>
            <a:endParaRPr/>
          </a:p>
        </p:txBody>
      </p:sp>
      <p:sp>
        <p:nvSpPr>
          <p:cNvPr id="71" name="object 71"/>
          <p:cNvSpPr/>
          <p:nvPr/>
        </p:nvSpPr>
        <p:spPr>
          <a:xfrm>
            <a:off x="1654175" y="3642664"/>
            <a:ext cx="201930" cy="1905"/>
          </a:xfrm>
          <a:custGeom>
            <a:avLst/>
            <a:gdLst/>
            <a:ahLst/>
            <a:cxnLst/>
            <a:rect l="l" t="t" r="r" b="b"/>
            <a:pathLst>
              <a:path w="201930" h="1904">
                <a:moveTo>
                  <a:pt x="0" y="0"/>
                </a:moveTo>
                <a:lnTo>
                  <a:pt x="201612" y="1586"/>
                </a:lnTo>
              </a:path>
            </a:pathLst>
          </a:custGeom>
          <a:ln w="33337">
            <a:solidFill>
              <a:srgbClr val="004479"/>
            </a:solidFill>
          </a:ln>
        </p:spPr>
        <p:txBody>
          <a:bodyPr wrap="square" lIns="0" tIns="0" rIns="0" bIns="0" rtlCol="0"/>
          <a:lstStyle/>
          <a:p>
            <a:endParaRPr/>
          </a:p>
        </p:txBody>
      </p:sp>
      <p:sp>
        <p:nvSpPr>
          <p:cNvPr id="72" name="object 72"/>
          <p:cNvSpPr/>
          <p:nvPr/>
        </p:nvSpPr>
        <p:spPr>
          <a:xfrm>
            <a:off x="1855787" y="3642664"/>
            <a:ext cx="190500" cy="1905"/>
          </a:xfrm>
          <a:custGeom>
            <a:avLst/>
            <a:gdLst/>
            <a:ahLst/>
            <a:cxnLst/>
            <a:rect l="l" t="t" r="r" b="b"/>
            <a:pathLst>
              <a:path w="190500" h="1904">
                <a:moveTo>
                  <a:pt x="0" y="0"/>
                </a:moveTo>
                <a:lnTo>
                  <a:pt x="190499" y="1586"/>
                </a:lnTo>
              </a:path>
            </a:pathLst>
          </a:custGeom>
          <a:ln w="33337">
            <a:solidFill>
              <a:srgbClr val="004479"/>
            </a:solidFill>
          </a:ln>
        </p:spPr>
        <p:txBody>
          <a:bodyPr wrap="square" lIns="0" tIns="0" rIns="0" bIns="0" rtlCol="0"/>
          <a:lstStyle/>
          <a:p>
            <a:endParaRPr/>
          </a:p>
        </p:txBody>
      </p:sp>
      <p:sp>
        <p:nvSpPr>
          <p:cNvPr id="73" name="object 73"/>
          <p:cNvSpPr/>
          <p:nvPr/>
        </p:nvSpPr>
        <p:spPr>
          <a:xfrm>
            <a:off x="2046287" y="3642664"/>
            <a:ext cx="203200" cy="1905"/>
          </a:xfrm>
          <a:custGeom>
            <a:avLst/>
            <a:gdLst/>
            <a:ahLst/>
            <a:cxnLst/>
            <a:rect l="l" t="t" r="r" b="b"/>
            <a:pathLst>
              <a:path w="203200" h="1904">
                <a:moveTo>
                  <a:pt x="0" y="0"/>
                </a:moveTo>
                <a:lnTo>
                  <a:pt x="203199" y="1586"/>
                </a:lnTo>
              </a:path>
            </a:pathLst>
          </a:custGeom>
          <a:ln w="33337">
            <a:solidFill>
              <a:srgbClr val="004479"/>
            </a:solidFill>
          </a:ln>
        </p:spPr>
        <p:txBody>
          <a:bodyPr wrap="square" lIns="0" tIns="0" rIns="0" bIns="0" rtlCol="0"/>
          <a:lstStyle/>
          <a:p>
            <a:endParaRPr/>
          </a:p>
        </p:txBody>
      </p:sp>
      <p:sp>
        <p:nvSpPr>
          <p:cNvPr id="74" name="object 74"/>
          <p:cNvSpPr/>
          <p:nvPr/>
        </p:nvSpPr>
        <p:spPr>
          <a:xfrm>
            <a:off x="2249487" y="3642664"/>
            <a:ext cx="201930" cy="1905"/>
          </a:xfrm>
          <a:custGeom>
            <a:avLst/>
            <a:gdLst/>
            <a:ahLst/>
            <a:cxnLst/>
            <a:rect l="l" t="t" r="r" b="b"/>
            <a:pathLst>
              <a:path w="201930" h="1904">
                <a:moveTo>
                  <a:pt x="0" y="0"/>
                </a:moveTo>
                <a:lnTo>
                  <a:pt x="201612" y="1586"/>
                </a:lnTo>
              </a:path>
            </a:pathLst>
          </a:custGeom>
          <a:ln w="33337">
            <a:solidFill>
              <a:srgbClr val="004479"/>
            </a:solidFill>
          </a:ln>
        </p:spPr>
        <p:txBody>
          <a:bodyPr wrap="square" lIns="0" tIns="0" rIns="0" bIns="0" rtlCol="0"/>
          <a:lstStyle/>
          <a:p>
            <a:endParaRPr/>
          </a:p>
        </p:txBody>
      </p:sp>
      <p:sp>
        <p:nvSpPr>
          <p:cNvPr id="75" name="object 75"/>
          <p:cNvSpPr/>
          <p:nvPr/>
        </p:nvSpPr>
        <p:spPr>
          <a:xfrm>
            <a:off x="2451100" y="3642664"/>
            <a:ext cx="190500" cy="1905"/>
          </a:xfrm>
          <a:custGeom>
            <a:avLst/>
            <a:gdLst/>
            <a:ahLst/>
            <a:cxnLst/>
            <a:rect l="l" t="t" r="r" b="b"/>
            <a:pathLst>
              <a:path w="190500" h="1904">
                <a:moveTo>
                  <a:pt x="0" y="0"/>
                </a:moveTo>
                <a:lnTo>
                  <a:pt x="190499" y="1586"/>
                </a:lnTo>
              </a:path>
            </a:pathLst>
          </a:custGeom>
          <a:ln w="33337">
            <a:solidFill>
              <a:srgbClr val="004479"/>
            </a:solidFill>
          </a:ln>
        </p:spPr>
        <p:txBody>
          <a:bodyPr wrap="square" lIns="0" tIns="0" rIns="0" bIns="0" rtlCol="0"/>
          <a:lstStyle/>
          <a:p>
            <a:endParaRPr/>
          </a:p>
        </p:txBody>
      </p:sp>
      <p:sp>
        <p:nvSpPr>
          <p:cNvPr id="76" name="object 76"/>
          <p:cNvSpPr/>
          <p:nvPr/>
        </p:nvSpPr>
        <p:spPr>
          <a:xfrm>
            <a:off x="2641600" y="3642664"/>
            <a:ext cx="201930" cy="1905"/>
          </a:xfrm>
          <a:custGeom>
            <a:avLst/>
            <a:gdLst/>
            <a:ahLst/>
            <a:cxnLst/>
            <a:rect l="l" t="t" r="r" b="b"/>
            <a:pathLst>
              <a:path w="201930" h="1904">
                <a:moveTo>
                  <a:pt x="0" y="0"/>
                </a:moveTo>
                <a:lnTo>
                  <a:pt x="201612" y="1586"/>
                </a:lnTo>
              </a:path>
            </a:pathLst>
          </a:custGeom>
          <a:ln w="33337">
            <a:solidFill>
              <a:srgbClr val="004479"/>
            </a:solidFill>
          </a:ln>
        </p:spPr>
        <p:txBody>
          <a:bodyPr wrap="square" lIns="0" tIns="0" rIns="0" bIns="0" rtlCol="0"/>
          <a:lstStyle/>
          <a:p>
            <a:endParaRPr/>
          </a:p>
        </p:txBody>
      </p:sp>
      <p:sp>
        <p:nvSpPr>
          <p:cNvPr id="77" name="object 77"/>
          <p:cNvSpPr/>
          <p:nvPr/>
        </p:nvSpPr>
        <p:spPr>
          <a:xfrm>
            <a:off x="2843212" y="3642664"/>
            <a:ext cx="201930" cy="1905"/>
          </a:xfrm>
          <a:custGeom>
            <a:avLst/>
            <a:gdLst/>
            <a:ahLst/>
            <a:cxnLst/>
            <a:rect l="l" t="t" r="r" b="b"/>
            <a:pathLst>
              <a:path w="201930" h="1904">
                <a:moveTo>
                  <a:pt x="0" y="0"/>
                </a:moveTo>
                <a:lnTo>
                  <a:pt x="201612" y="1586"/>
                </a:lnTo>
              </a:path>
            </a:pathLst>
          </a:custGeom>
          <a:ln w="33337">
            <a:solidFill>
              <a:srgbClr val="004479"/>
            </a:solidFill>
          </a:ln>
        </p:spPr>
        <p:txBody>
          <a:bodyPr wrap="square" lIns="0" tIns="0" rIns="0" bIns="0" rtlCol="0"/>
          <a:lstStyle/>
          <a:p>
            <a:endParaRPr/>
          </a:p>
        </p:txBody>
      </p:sp>
      <p:sp>
        <p:nvSpPr>
          <p:cNvPr id="78" name="object 78"/>
          <p:cNvSpPr/>
          <p:nvPr/>
        </p:nvSpPr>
        <p:spPr>
          <a:xfrm>
            <a:off x="3044824" y="3642664"/>
            <a:ext cx="190500" cy="1905"/>
          </a:xfrm>
          <a:custGeom>
            <a:avLst/>
            <a:gdLst/>
            <a:ahLst/>
            <a:cxnLst/>
            <a:rect l="l" t="t" r="r" b="b"/>
            <a:pathLst>
              <a:path w="190500" h="1904">
                <a:moveTo>
                  <a:pt x="0" y="0"/>
                </a:moveTo>
                <a:lnTo>
                  <a:pt x="190500" y="1586"/>
                </a:lnTo>
              </a:path>
            </a:pathLst>
          </a:custGeom>
          <a:ln w="33337">
            <a:solidFill>
              <a:srgbClr val="004479"/>
            </a:solidFill>
          </a:ln>
        </p:spPr>
        <p:txBody>
          <a:bodyPr wrap="square" lIns="0" tIns="0" rIns="0" bIns="0" rtlCol="0"/>
          <a:lstStyle/>
          <a:p>
            <a:endParaRPr/>
          </a:p>
        </p:txBody>
      </p:sp>
      <p:sp>
        <p:nvSpPr>
          <p:cNvPr id="79" name="object 79"/>
          <p:cNvSpPr/>
          <p:nvPr/>
        </p:nvSpPr>
        <p:spPr>
          <a:xfrm>
            <a:off x="3235324" y="3642664"/>
            <a:ext cx="203200" cy="1905"/>
          </a:xfrm>
          <a:custGeom>
            <a:avLst/>
            <a:gdLst/>
            <a:ahLst/>
            <a:cxnLst/>
            <a:rect l="l" t="t" r="r" b="b"/>
            <a:pathLst>
              <a:path w="203200" h="1904">
                <a:moveTo>
                  <a:pt x="0" y="0"/>
                </a:moveTo>
                <a:lnTo>
                  <a:pt x="203199" y="1586"/>
                </a:lnTo>
              </a:path>
            </a:pathLst>
          </a:custGeom>
          <a:ln w="33337">
            <a:solidFill>
              <a:srgbClr val="004479"/>
            </a:solidFill>
          </a:ln>
        </p:spPr>
        <p:txBody>
          <a:bodyPr wrap="square" lIns="0" tIns="0" rIns="0" bIns="0" rtlCol="0"/>
          <a:lstStyle/>
          <a:p>
            <a:endParaRPr/>
          </a:p>
        </p:txBody>
      </p:sp>
      <p:sp>
        <p:nvSpPr>
          <p:cNvPr id="80" name="object 80"/>
          <p:cNvSpPr/>
          <p:nvPr/>
        </p:nvSpPr>
        <p:spPr>
          <a:xfrm>
            <a:off x="3438525" y="3642664"/>
            <a:ext cx="201930" cy="1905"/>
          </a:xfrm>
          <a:custGeom>
            <a:avLst/>
            <a:gdLst/>
            <a:ahLst/>
            <a:cxnLst/>
            <a:rect l="l" t="t" r="r" b="b"/>
            <a:pathLst>
              <a:path w="201929" h="1904">
                <a:moveTo>
                  <a:pt x="0" y="0"/>
                </a:moveTo>
                <a:lnTo>
                  <a:pt x="201612" y="1586"/>
                </a:lnTo>
              </a:path>
            </a:pathLst>
          </a:custGeom>
          <a:ln w="33337">
            <a:solidFill>
              <a:srgbClr val="004479"/>
            </a:solidFill>
          </a:ln>
        </p:spPr>
        <p:txBody>
          <a:bodyPr wrap="square" lIns="0" tIns="0" rIns="0" bIns="0" rtlCol="0"/>
          <a:lstStyle/>
          <a:p>
            <a:endParaRPr/>
          </a:p>
        </p:txBody>
      </p:sp>
      <p:sp>
        <p:nvSpPr>
          <p:cNvPr id="81" name="object 81"/>
          <p:cNvSpPr/>
          <p:nvPr/>
        </p:nvSpPr>
        <p:spPr>
          <a:xfrm>
            <a:off x="3640137" y="3642664"/>
            <a:ext cx="201930" cy="1905"/>
          </a:xfrm>
          <a:custGeom>
            <a:avLst/>
            <a:gdLst/>
            <a:ahLst/>
            <a:cxnLst/>
            <a:rect l="l" t="t" r="r" b="b"/>
            <a:pathLst>
              <a:path w="201929" h="1904">
                <a:moveTo>
                  <a:pt x="0" y="0"/>
                </a:moveTo>
                <a:lnTo>
                  <a:pt x="201612" y="1586"/>
                </a:lnTo>
              </a:path>
            </a:pathLst>
          </a:custGeom>
          <a:ln w="33337">
            <a:solidFill>
              <a:srgbClr val="004479"/>
            </a:solidFill>
          </a:ln>
        </p:spPr>
        <p:txBody>
          <a:bodyPr wrap="square" lIns="0" tIns="0" rIns="0" bIns="0" rtlCol="0"/>
          <a:lstStyle/>
          <a:p>
            <a:endParaRPr/>
          </a:p>
        </p:txBody>
      </p:sp>
      <p:sp>
        <p:nvSpPr>
          <p:cNvPr id="82" name="object 82"/>
          <p:cNvSpPr/>
          <p:nvPr/>
        </p:nvSpPr>
        <p:spPr>
          <a:xfrm>
            <a:off x="3841750" y="3642664"/>
            <a:ext cx="190500" cy="1905"/>
          </a:xfrm>
          <a:custGeom>
            <a:avLst/>
            <a:gdLst/>
            <a:ahLst/>
            <a:cxnLst/>
            <a:rect l="l" t="t" r="r" b="b"/>
            <a:pathLst>
              <a:path w="190500" h="1904">
                <a:moveTo>
                  <a:pt x="0" y="0"/>
                </a:moveTo>
                <a:lnTo>
                  <a:pt x="190499" y="1586"/>
                </a:lnTo>
              </a:path>
            </a:pathLst>
          </a:custGeom>
          <a:ln w="33337">
            <a:solidFill>
              <a:srgbClr val="004479"/>
            </a:solidFill>
          </a:ln>
        </p:spPr>
        <p:txBody>
          <a:bodyPr wrap="square" lIns="0" tIns="0" rIns="0" bIns="0" rtlCol="0"/>
          <a:lstStyle/>
          <a:p>
            <a:endParaRPr/>
          </a:p>
        </p:txBody>
      </p:sp>
      <p:sp>
        <p:nvSpPr>
          <p:cNvPr id="83" name="object 83"/>
          <p:cNvSpPr/>
          <p:nvPr/>
        </p:nvSpPr>
        <p:spPr>
          <a:xfrm>
            <a:off x="4032250" y="3642664"/>
            <a:ext cx="201930" cy="1905"/>
          </a:xfrm>
          <a:custGeom>
            <a:avLst/>
            <a:gdLst/>
            <a:ahLst/>
            <a:cxnLst/>
            <a:rect l="l" t="t" r="r" b="b"/>
            <a:pathLst>
              <a:path w="201929" h="1904">
                <a:moveTo>
                  <a:pt x="0" y="0"/>
                </a:moveTo>
                <a:lnTo>
                  <a:pt x="201612" y="1586"/>
                </a:lnTo>
              </a:path>
            </a:pathLst>
          </a:custGeom>
          <a:ln w="33337">
            <a:solidFill>
              <a:srgbClr val="004479"/>
            </a:solidFill>
          </a:ln>
        </p:spPr>
        <p:txBody>
          <a:bodyPr wrap="square" lIns="0" tIns="0" rIns="0" bIns="0" rtlCol="0"/>
          <a:lstStyle/>
          <a:p>
            <a:endParaRPr/>
          </a:p>
        </p:txBody>
      </p:sp>
      <p:sp>
        <p:nvSpPr>
          <p:cNvPr id="84" name="object 84"/>
          <p:cNvSpPr/>
          <p:nvPr/>
        </p:nvSpPr>
        <p:spPr>
          <a:xfrm>
            <a:off x="4233862" y="3642664"/>
            <a:ext cx="201930" cy="1905"/>
          </a:xfrm>
          <a:custGeom>
            <a:avLst/>
            <a:gdLst/>
            <a:ahLst/>
            <a:cxnLst/>
            <a:rect l="l" t="t" r="r" b="b"/>
            <a:pathLst>
              <a:path w="201929" h="1904">
                <a:moveTo>
                  <a:pt x="0" y="0"/>
                </a:moveTo>
                <a:lnTo>
                  <a:pt x="201612" y="1586"/>
                </a:lnTo>
              </a:path>
            </a:pathLst>
          </a:custGeom>
          <a:ln w="33337">
            <a:solidFill>
              <a:srgbClr val="004479"/>
            </a:solidFill>
          </a:ln>
        </p:spPr>
        <p:txBody>
          <a:bodyPr wrap="square" lIns="0" tIns="0" rIns="0" bIns="0" rtlCol="0"/>
          <a:lstStyle/>
          <a:p>
            <a:endParaRPr/>
          </a:p>
        </p:txBody>
      </p:sp>
      <p:sp>
        <p:nvSpPr>
          <p:cNvPr id="85" name="object 85"/>
          <p:cNvSpPr/>
          <p:nvPr/>
        </p:nvSpPr>
        <p:spPr>
          <a:xfrm>
            <a:off x="4435474" y="3642664"/>
            <a:ext cx="192405" cy="1905"/>
          </a:xfrm>
          <a:custGeom>
            <a:avLst/>
            <a:gdLst/>
            <a:ahLst/>
            <a:cxnLst/>
            <a:rect l="l" t="t" r="r" b="b"/>
            <a:pathLst>
              <a:path w="192404" h="1904">
                <a:moveTo>
                  <a:pt x="0" y="0"/>
                </a:moveTo>
                <a:lnTo>
                  <a:pt x="192088" y="1586"/>
                </a:lnTo>
              </a:path>
            </a:pathLst>
          </a:custGeom>
          <a:ln w="33337">
            <a:solidFill>
              <a:srgbClr val="004479"/>
            </a:solidFill>
          </a:ln>
        </p:spPr>
        <p:txBody>
          <a:bodyPr wrap="square" lIns="0" tIns="0" rIns="0" bIns="0" rtlCol="0"/>
          <a:lstStyle/>
          <a:p>
            <a:endParaRPr/>
          </a:p>
        </p:txBody>
      </p:sp>
      <p:sp>
        <p:nvSpPr>
          <p:cNvPr id="86" name="object 86"/>
          <p:cNvSpPr/>
          <p:nvPr/>
        </p:nvSpPr>
        <p:spPr>
          <a:xfrm>
            <a:off x="4627562" y="3642664"/>
            <a:ext cx="201930" cy="1905"/>
          </a:xfrm>
          <a:custGeom>
            <a:avLst/>
            <a:gdLst/>
            <a:ahLst/>
            <a:cxnLst/>
            <a:rect l="l" t="t" r="r" b="b"/>
            <a:pathLst>
              <a:path w="201929" h="1904">
                <a:moveTo>
                  <a:pt x="0" y="0"/>
                </a:moveTo>
                <a:lnTo>
                  <a:pt x="201613" y="1586"/>
                </a:lnTo>
              </a:path>
            </a:pathLst>
          </a:custGeom>
          <a:ln w="33337">
            <a:solidFill>
              <a:srgbClr val="004479"/>
            </a:solidFill>
          </a:ln>
        </p:spPr>
        <p:txBody>
          <a:bodyPr wrap="square" lIns="0" tIns="0" rIns="0" bIns="0" rtlCol="0"/>
          <a:lstStyle/>
          <a:p>
            <a:endParaRPr/>
          </a:p>
        </p:txBody>
      </p:sp>
      <p:sp>
        <p:nvSpPr>
          <p:cNvPr id="87" name="object 87"/>
          <p:cNvSpPr/>
          <p:nvPr/>
        </p:nvSpPr>
        <p:spPr>
          <a:xfrm>
            <a:off x="4829175" y="3642664"/>
            <a:ext cx="201930" cy="1905"/>
          </a:xfrm>
          <a:custGeom>
            <a:avLst/>
            <a:gdLst/>
            <a:ahLst/>
            <a:cxnLst/>
            <a:rect l="l" t="t" r="r" b="b"/>
            <a:pathLst>
              <a:path w="201929" h="1904">
                <a:moveTo>
                  <a:pt x="0" y="0"/>
                </a:moveTo>
                <a:lnTo>
                  <a:pt x="201612" y="1586"/>
                </a:lnTo>
              </a:path>
            </a:pathLst>
          </a:custGeom>
          <a:ln w="33337">
            <a:solidFill>
              <a:srgbClr val="004479"/>
            </a:solidFill>
          </a:ln>
        </p:spPr>
        <p:txBody>
          <a:bodyPr wrap="square" lIns="0" tIns="0" rIns="0" bIns="0" rtlCol="0"/>
          <a:lstStyle/>
          <a:p>
            <a:endParaRPr/>
          </a:p>
        </p:txBody>
      </p:sp>
      <p:sp>
        <p:nvSpPr>
          <p:cNvPr id="88" name="object 88"/>
          <p:cNvSpPr/>
          <p:nvPr/>
        </p:nvSpPr>
        <p:spPr>
          <a:xfrm>
            <a:off x="5030787" y="3642664"/>
            <a:ext cx="190500" cy="1905"/>
          </a:xfrm>
          <a:custGeom>
            <a:avLst/>
            <a:gdLst/>
            <a:ahLst/>
            <a:cxnLst/>
            <a:rect l="l" t="t" r="r" b="b"/>
            <a:pathLst>
              <a:path w="190500" h="1904">
                <a:moveTo>
                  <a:pt x="0" y="0"/>
                </a:moveTo>
                <a:lnTo>
                  <a:pt x="190500" y="1586"/>
                </a:lnTo>
              </a:path>
            </a:pathLst>
          </a:custGeom>
          <a:ln w="33337">
            <a:solidFill>
              <a:srgbClr val="004479"/>
            </a:solidFill>
          </a:ln>
        </p:spPr>
        <p:txBody>
          <a:bodyPr wrap="square" lIns="0" tIns="0" rIns="0" bIns="0" rtlCol="0"/>
          <a:lstStyle/>
          <a:p>
            <a:endParaRPr/>
          </a:p>
        </p:txBody>
      </p:sp>
      <p:sp>
        <p:nvSpPr>
          <p:cNvPr id="89" name="object 89"/>
          <p:cNvSpPr/>
          <p:nvPr/>
        </p:nvSpPr>
        <p:spPr>
          <a:xfrm>
            <a:off x="5221287" y="3642664"/>
            <a:ext cx="201930" cy="1905"/>
          </a:xfrm>
          <a:custGeom>
            <a:avLst/>
            <a:gdLst/>
            <a:ahLst/>
            <a:cxnLst/>
            <a:rect l="l" t="t" r="r" b="b"/>
            <a:pathLst>
              <a:path w="201929" h="1904">
                <a:moveTo>
                  <a:pt x="0" y="0"/>
                </a:moveTo>
                <a:lnTo>
                  <a:pt x="201613" y="1586"/>
                </a:lnTo>
              </a:path>
            </a:pathLst>
          </a:custGeom>
          <a:ln w="33337">
            <a:solidFill>
              <a:srgbClr val="004479"/>
            </a:solidFill>
          </a:ln>
        </p:spPr>
        <p:txBody>
          <a:bodyPr wrap="square" lIns="0" tIns="0" rIns="0" bIns="0" rtlCol="0"/>
          <a:lstStyle/>
          <a:p>
            <a:endParaRPr/>
          </a:p>
        </p:txBody>
      </p:sp>
      <p:sp>
        <p:nvSpPr>
          <p:cNvPr id="90" name="object 90"/>
          <p:cNvSpPr/>
          <p:nvPr/>
        </p:nvSpPr>
        <p:spPr>
          <a:xfrm>
            <a:off x="5422900" y="3642664"/>
            <a:ext cx="203200" cy="1905"/>
          </a:xfrm>
          <a:custGeom>
            <a:avLst/>
            <a:gdLst/>
            <a:ahLst/>
            <a:cxnLst/>
            <a:rect l="l" t="t" r="r" b="b"/>
            <a:pathLst>
              <a:path w="203200" h="1904">
                <a:moveTo>
                  <a:pt x="0" y="0"/>
                </a:moveTo>
                <a:lnTo>
                  <a:pt x="203199" y="1586"/>
                </a:lnTo>
              </a:path>
            </a:pathLst>
          </a:custGeom>
          <a:ln w="33337">
            <a:solidFill>
              <a:srgbClr val="004479"/>
            </a:solidFill>
          </a:ln>
        </p:spPr>
        <p:txBody>
          <a:bodyPr wrap="square" lIns="0" tIns="0" rIns="0" bIns="0" rtlCol="0"/>
          <a:lstStyle/>
          <a:p>
            <a:endParaRPr/>
          </a:p>
        </p:txBody>
      </p:sp>
      <p:sp>
        <p:nvSpPr>
          <p:cNvPr id="91" name="object 91"/>
          <p:cNvSpPr/>
          <p:nvPr/>
        </p:nvSpPr>
        <p:spPr>
          <a:xfrm>
            <a:off x="5626100" y="3642664"/>
            <a:ext cx="201930" cy="1905"/>
          </a:xfrm>
          <a:custGeom>
            <a:avLst/>
            <a:gdLst/>
            <a:ahLst/>
            <a:cxnLst/>
            <a:rect l="l" t="t" r="r" b="b"/>
            <a:pathLst>
              <a:path w="201929" h="1904">
                <a:moveTo>
                  <a:pt x="0" y="0"/>
                </a:moveTo>
                <a:lnTo>
                  <a:pt x="201612" y="1586"/>
                </a:lnTo>
              </a:path>
            </a:pathLst>
          </a:custGeom>
          <a:ln w="33337">
            <a:solidFill>
              <a:srgbClr val="004479"/>
            </a:solidFill>
          </a:ln>
        </p:spPr>
        <p:txBody>
          <a:bodyPr wrap="square" lIns="0" tIns="0" rIns="0" bIns="0" rtlCol="0"/>
          <a:lstStyle/>
          <a:p>
            <a:endParaRPr/>
          </a:p>
        </p:txBody>
      </p:sp>
      <p:sp>
        <p:nvSpPr>
          <p:cNvPr id="92" name="object 92"/>
          <p:cNvSpPr/>
          <p:nvPr/>
        </p:nvSpPr>
        <p:spPr>
          <a:xfrm>
            <a:off x="5827712" y="3642664"/>
            <a:ext cx="190500" cy="1905"/>
          </a:xfrm>
          <a:custGeom>
            <a:avLst/>
            <a:gdLst/>
            <a:ahLst/>
            <a:cxnLst/>
            <a:rect l="l" t="t" r="r" b="b"/>
            <a:pathLst>
              <a:path w="190500" h="1904">
                <a:moveTo>
                  <a:pt x="0" y="0"/>
                </a:moveTo>
                <a:lnTo>
                  <a:pt x="190499" y="1586"/>
                </a:lnTo>
              </a:path>
            </a:pathLst>
          </a:custGeom>
          <a:ln w="33337">
            <a:solidFill>
              <a:srgbClr val="004479"/>
            </a:solidFill>
          </a:ln>
        </p:spPr>
        <p:txBody>
          <a:bodyPr wrap="square" lIns="0" tIns="0" rIns="0" bIns="0" rtlCol="0"/>
          <a:lstStyle/>
          <a:p>
            <a:endParaRPr/>
          </a:p>
        </p:txBody>
      </p:sp>
      <p:sp>
        <p:nvSpPr>
          <p:cNvPr id="93" name="object 93"/>
          <p:cNvSpPr/>
          <p:nvPr/>
        </p:nvSpPr>
        <p:spPr>
          <a:xfrm>
            <a:off x="6018212" y="3642664"/>
            <a:ext cx="201930" cy="1905"/>
          </a:xfrm>
          <a:custGeom>
            <a:avLst/>
            <a:gdLst/>
            <a:ahLst/>
            <a:cxnLst/>
            <a:rect l="l" t="t" r="r" b="b"/>
            <a:pathLst>
              <a:path w="201929" h="1904">
                <a:moveTo>
                  <a:pt x="0" y="0"/>
                </a:moveTo>
                <a:lnTo>
                  <a:pt x="201612" y="1586"/>
                </a:lnTo>
              </a:path>
            </a:pathLst>
          </a:custGeom>
          <a:ln w="33337">
            <a:solidFill>
              <a:srgbClr val="004479"/>
            </a:solidFill>
          </a:ln>
        </p:spPr>
        <p:txBody>
          <a:bodyPr wrap="square" lIns="0" tIns="0" rIns="0" bIns="0" rtlCol="0"/>
          <a:lstStyle/>
          <a:p>
            <a:endParaRPr/>
          </a:p>
        </p:txBody>
      </p:sp>
      <p:sp>
        <p:nvSpPr>
          <p:cNvPr id="94" name="object 94"/>
          <p:cNvSpPr/>
          <p:nvPr/>
        </p:nvSpPr>
        <p:spPr>
          <a:xfrm>
            <a:off x="6219824" y="3642664"/>
            <a:ext cx="201930" cy="1905"/>
          </a:xfrm>
          <a:custGeom>
            <a:avLst/>
            <a:gdLst/>
            <a:ahLst/>
            <a:cxnLst/>
            <a:rect l="l" t="t" r="r" b="b"/>
            <a:pathLst>
              <a:path w="201929" h="1904">
                <a:moveTo>
                  <a:pt x="0" y="0"/>
                </a:moveTo>
                <a:lnTo>
                  <a:pt x="201613" y="1586"/>
                </a:lnTo>
              </a:path>
            </a:pathLst>
          </a:custGeom>
          <a:ln w="33337">
            <a:solidFill>
              <a:srgbClr val="004479"/>
            </a:solidFill>
          </a:ln>
        </p:spPr>
        <p:txBody>
          <a:bodyPr wrap="square" lIns="0" tIns="0" rIns="0" bIns="0" rtlCol="0"/>
          <a:lstStyle/>
          <a:p>
            <a:endParaRPr/>
          </a:p>
        </p:txBody>
      </p:sp>
      <p:sp>
        <p:nvSpPr>
          <p:cNvPr id="95" name="object 95"/>
          <p:cNvSpPr/>
          <p:nvPr/>
        </p:nvSpPr>
        <p:spPr>
          <a:xfrm>
            <a:off x="6421437" y="3642664"/>
            <a:ext cx="190500" cy="1905"/>
          </a:xfrm>
          <a:custGeom>
            <a:avLst/>
            <a:gdLst/>
            <a:ahLst/>
            <a:cxnLst/>
            <a:rect l="l" t="t" r="r" b="b"/>
            <a:pathLst>
              <a:path w="190500" h="1904">
                <a:moveTo>
                  <a:pt x="0" y="0"/>
                </a:moveTo>
                <a:lnTo>
                  <a:pt x="190499" y="1586"/>
                </a:lnTo>
              </a:path>
            </a:pathLst>
          </a:custGeom>
          <a:ln w="33337">
            <a:solidFill>
              <a:srgbClr val="004479"/>
            </a:solidFill>
          </a:ln>
        </p:spPr>
        <p:txBody>
          <a:bodyPr wrap="square" lIns="0" tIns="0" rIns="0" bIns="0" rtlCol="0"/>
          <a:lstStyle/>
          <a:p>
            <a:endParaRPr/>
          </a:p>
        </p:txBody>
      </p:sp>
      <p:sp>
        <p:nvSpPr>
          <p:cNvPr id="96" name="object 96"/>
          <p:cNvSpPr/>
          <p:nvPr/>
        </p:nvSpPr>
        <p:spPr>
          <a:xfrm>
            <a:off x="6611937" y="3642664"/>
            <a:ext cx="203200" cy="1905"/>
          </a:xfrm>
          <a:custGeom>
            <a:avLst/>
            <a:gdLst/>
            <a:ahLst/>
            <a:cxnLst/>
            <a:rect l="l" t="t" r="r" b="b"/>
            <a:pathLst>
              <a:path w="203200" h="1904">
                <a:moveTo>
                  <a:pt x="0" y="0"/>
                </a:moveTo>
                <a:lnTo>
                  <a:pt x="203200" y="1586"/>
                </a:lnTo>
              </a:path>
            </a:pathLst>
          </a:custGeom>
          <a:ln w="33337">
            <a:solidFill>
              <a:srgbClr val="004479"/>
            </a:solidFill>
          </a:ln>
        </p:spPr>
        <p:txBody>
          <a:bodyPr wrap="square" lIns="0" tIns="0" rIns="0" bIns="0" rtlCol="0"/>
          <a:lstStyle/>
          <a:p>
            <a:endParaRPr/>
          </a:p>
        </p:txBody>
      </p:sp>
      <p:sp>
        <p:nvSpPr>
          <p:cNvPr id="97" name="object 97"/>
          <p:cNvSpPr/>
          <p:nvPr/>
        </p:nvSpPr>
        <p:spPr>
          <a:xfrm>
            <a:off x="6815137" y="3642664"/>
            <a:ext cx="201930" cy="1905"/>
          </a:xfrm>
          <a:custGeom>
            <a:avLst/>
            <a:gdLst/>
            <a:ahLst/>
            <a:cxnLst/>
            <a:rect l="l" t="t" r="r" b="b"/>
            <a:pathLst>
              <a:path w="201929" h="1904">
                <a:moveTo>
                  <a:pt x="0" y="0"/>
                </a:moveTo>
                <a:lnTo>
                  <a:pt x="201613" y="1586"/>
                </a:lnTo>
              </a:path>
            </a:pathLst>
          </a:custGeom>
          <a:ln w="33337">
            <a:solidFill>
              <a:srgbClr val="004479"/>
            </a:solidFill>
          </a:ln>
        </p:spPr>
        <p:txBody>
          <a:bodyPr wrap="square" lIns="0" tIns="0" rIns="0" bIns="0" rtlCol="0"/>
          <a:lstStyle/>
          <a:p>
            <a:endParaRPr/>
          </a:p>
        </p:txBody>
      </p:sp>
      <p:sp>
        <p:nvSpPr>
          <p:cNvPr id="98" name="object 98"/>
          <p:cNvSpPr/>
          <p:nvPr/>
        </p:nvSpPr>
        <p:spPr>
          <a:xfrm>
            <a:off x="7016750" y="3642664"/>
            <a:ext cx="190500" cy="1905"/>
          </a:xfrm>
          <a:custGeom>
            <a:avLst/>
            <a:gdLst/>
            <a:ahLst/>
            <a:cxnLst/>
            <a:rect l="l" t="t" r="r" b="b"/>
            <a:pathLst>
              <a:path w="190500" h="1904">
                <a:moveTo>
                  <a:pt x="0" y="0"/>
                </a:moveTo>
                <a:lnTo>
                  <a:pt x="190500" y="1586"/>
                </a:lnTo>
              </a:path>
            </a:pathLst>
          </a:custGeom>
          <a:ln w="33337">
            <a:solidFill>
              <a:srgbClr val="004479"/>
            </a:solidFill>
          </a:ln>
        </p:spPr>
        <p:txBody>
          <a:bodyPr wrap="square" lIns="0" tIns="0" rIns="0" bIns="0" rtlCol="0"/>
          <a:lstStyle/>
          <a:p>
            <a:endParaRPr/>
          </a:p>
        </p:txBody>
      </p:sp>
      <p:sp>
        <p:nvSpPr>
          <p:cNvPr id="99" name="object 99"/>
          <p:cNvSpPr/>
          <p:nvPr/>
        </p:nvSpPr>
        <p:spPr>
          <a:xfrm>
            <a:off x="7207250" y="3642664"/>
            <a:ext cx="201930" cy="1905"/>
          </a:xfrm>
          <a:custGeom>
            <a:avLst/>
            <a:gdLst/>
            <a:ahLst/>
            <a:cxnLst/>
            <a:rect l="l" t="t" r="r" b="b"/>
            <a:pathLst>
              <a:path w="201929" h="1904">
                <a:moveTo>
                  <a:pt x="0" y="0"/>
                </a:moveTo>
                <a:lnTo>
                  <a:pt x="201613" y="1586"/>
                </a:lnTo>
              </a:path>
            </a:pathLst>
          </a:custGeom>
          <a:ln w="33337">
            <a:solidFill>
              <a:srgbClr val="004479"/>
            </a:solidFill>
          </a:ln>
        </p:spPr>
        <p:txBody>
          <a:bodyPr wrap="square" lIns="0" tIns="0" rIns="0" bIns="0" rtlCol="0"/>
          <a:lstStyle/>
          <a:p>
            <a:endParaRPr/>
          </a:p>
        </p:txBody>
      </p:sp>
      <p:sp>
        <p:nvSpPr>
          <p:cNvPr id="100" name="object 100"/>
          <p:cNvSpPr/>
          <p:nvPr/>
        </p:nvSpPr>
        <p:spPr>
          <a:xfrm>
            <a:off x="1654175" y="2515540"/>
            <a:ext cx="201930" cy="1905"/>
          </a:xfrm>
          <a:custGeom>
            <a:avLst/>
            <a:gdLst/>
            <a:ahLst/>
            <a:cxnLst/>
            <a:rect l="l" t="t" r="r" b="b"/>
            <a:pathLst>
              <a:path w="201930" h="1905">
                <a:moveTo>
                  <a:pt x="0" y="0"/>
                </a:moveTo>
                <a:lnTo>
                  <a:pt x="201612" y="1587"/>
                </a:lnTo>
              </a:path>
            </a:pathLst>
          </a:custGeom>
          <a:ln w="33337">
            <a:solidFill>
              <a:srgbClr val="004479"/>
            </a:solidFill>
          </a:ln>
        </p:spPr>
        <p:txBody>
          <a:bodyPr wrap="square" lIns="0" tIns="0" rIns="0" bIns="0" rtlCol="0"/>
          <a:lstStyle/>
          <a:p>
            <a:endParaRPr/>
          </a:p>
        </p:txBody>
      </p:sp>
      <p:sp>
        <p:nvSpPr>
          <p:cNvPr id="101" name="object 101"/>
          <p:cNvSpPr/>
          <p:nvPr/>
        </p:nvSpPr>
        <p:spPr>
          <a:xfrm>
            <a:off x="1855787" y="2515540"/>
            <a:ext cx="190500" cy="1905"/>
          </a:xfrm>
          <a:custGeom>
            <a:avLst/>
            <a:gdLst/>
            <a:ahLst/>
            <a:cxnLst/>
            <a:rect l="l" t="t" r="r" b="b"/>
            <a:pathLst>
              <a:path w="190500" h="1905">
                <a:moveTo>
                  <a:pt x="0" y="0"/>
                </a:moveTo>
                <a:lnTo>
                  <a:pt x="190499" y="1587"/>
                </a:lnTo>
              </a:path>
            </a:pathLst>
          </a:custGeom>
          <a:ln w="33337">
            <a:solidFill>
              <a:srgbClr val="004479"/>
            </a:solidFill>
          </a:ln>
        </p:spPr>
        <p:txBody>
          <a:bodyPr wrap="square" lIns="0" tIns="0" rIns="0" bIns="0" rtlCol="0"/>
          <a:lstStyle/>
          <a:p>
            <a:endParaRPr/>
          </a:p>
        </p:txBody>
      </p:sp>
      <p:sp>
        <p:nvSpPr>
          <p:cNvPr id="102" name="object 102"/>
          <p:cNvSpPr/>
          <p:nvPr/>
        </p:nvSpPr>
        <p:spPr>
          <a:xfrm>
            <a:off x="2046287" y="2515540"/>
            <a:ext cx="203200" cy="1905"/>
          </a:xfrm>
          <a:custGeom>
            <a:avLst/>
            <a:gdLst/>
            <a:ahLst/>
            <a:cxnLst/>
            <a:rect l="l" t="t" r="r" b="b"/>
            <a:pathLst>
              <a:path w="203200" h="1905">
                <a:moveTo>
                  <a:pt x="0" y="0"/>
                </a:moveTo>
                <a:lnTo>
                  <a:pt x="203199" y="1587"/>
                </a:lnTo>
              </a:path>
            </a:pathLst>
          </a:custGeom>
          <a:ln w="33337">
            <a:solidFill>
              <a:srgbClr val="004479"/>
            </a:solidFill>
          </a:ln>
        </p:spPr>
        <p:txBody>
          <a:bodyPr wrap="square" lIns="0" tIns="0" rIns="0" bIns="0" rtlCol="0"/>
          <a:lstStyle/>
          <a:p>
            <a:endParaRPr/>
          </a:p>
        </p:txBody>
      </p:sp>
      <p:sp>
        <p:nvSpPr>
          <p:cNvPr id="103" name="object 103"/>
          <p:cNvSpPr/>
          <p:nvPr/>
        </p:nvSpPr>
        <p:spPr>
          <a:xfrm>
            <a:off x="2249487" y="2515540"/>
            <a:ext cx="201930" cy="1905"/>
          </a:xfrm>
          <a:custGeom>
            <a:avLst/>
            <a:gdLst/>
            <a:ahLst/>
            <a:cxnLst/>
            <a:rect l="l" t="t" r="r" b="b"/>
            <a:pathLst>
              <a:path w="201930" h="1905">
                <a:moveTo>
                  <a:pt x="0" y="0"/>
                </a:moveTo>
                <a:lnTo>
                  <a:pt x="201612" y="1587"/>
                </a:lnTo>
              </a:path>
            </a:pathLst>
          </a:custGeom>
          <a:ln w="33337">
            <a:solidFill>
              <a:srgbClr val="004479"/>
            </a:solidFill>
          </a:ln>
        </p:spPr>
        <p:txBody>
          <a:bodyPr wrap="square" lIns="0" tIns="0" rIns="0" bIns="0" rtlCol="0"/>
          <a:lstStyle/>
          <a:p>
            <a:endParaRPr/>
          </a:p>
        </p:txBody>
      </p:sp>
      <p:sp>
        <p:nvSpPr>
          <p:cNvPr id="104" name="object 104"/>
          <p:cNvSpPr/>
          <p:nvPr/>
        </p:nvSpPr>
        <p:spPr>
          <a:xfrm>
            <a:off x="2451100" y="2515540"/>
            <a:ext cx="190500" cy="1905"/>
          </a:xfrm>
          <a:custGeom>
            <a:avLst/>
            <a:gdLst/>
            <a:ahLst/>
            <a:cxnLst/>
            <a:rect l="l" t="t" r="r" b="b"/>
            <a:pathLst>
              <a:path w="190500" h="1905">
                <a:moveTo>
                  <a:pt x="0" y="0"/>
                </a:moveTo>
                <a:lnTo>
                  <a:pt x="190499" y="1587"/>
                </a:lnTo>
              </a:path>
            </a:pathLst>
          </a:custGeom>
          <a:ln w="33337">
            <a:solidFill>
              <a:srgbClr val="004479"/>
            </a:solidFill>
          </a:ln>
        </p:spPr>
        <p:txBody>
          <a:bodyPr wrap="square" lIns="0" tIns="0" rIns="0" bIns="0" rtlCol="0"/>
          <a:lstStyle/>
          <a:p>
            <a:endParaRPr/>
          </a:p>
        </p:txBody>
      </p:sp>
      <p:sp>
        <p:nvSpPr>
          <p:cNvPr id="105" name="object 105"/>
          <p:cNvSpPr/>
          <p:nvPr/>
        </p:nvSpPr>
        <p:spPr>
          <a:xfrm>
            <a:off x="2641600" y="2515540"/>
            <a:ext cx="201930" cy="1905"/>
          </a:xfrm>
          <a:custGeom>
            <a:avLst/>
            <a:gdLst/>
            <a:ahLst/>
            <a:cxnLst/>
            <a:rect l="l" t="t" r="r" b="b"/>
            <a:pathLst>
              <a:path w="201930" h="1905">
                <a:moveTo>
                  <a:pt x="0" y="0"/>
                </a:moveTo>
                <a:lnTo>
                  <a:pt x="201612" y="1587"/>
                </a:lnTo>
              </a:path>
            </a:pathLst>
          </a:custGeom>
          <a:ln w="33337">
            <a:solidFill>
              <a:srgbClr val="004479"/>
            </a:solidFill>
          </a:ln>
        </p:spPr>
        <p:txBody>
          <a:bodyPr wrap="square" lIns="0" tIns="0" rIns="0" bIns="0" rtlCol="0"/>
          <a:lstStyle/>
          <a:p>
            <a:endParaRPr/>
          </a:p>
        </p:txBody>
      </p:sp>
      <p:sp>
        <p:nvSpPr>
          <p:cNvPr id="106" name="object 106"/>
          <p:cNvSpPr/>
          <p:nvPr/>
        </p:nvSpPr>
        <p:spPr>
          <a:xfrm>
            <a:off x="2843212" y="2515540"/>
            <a:ext cx="201930" cy="1905"/>
          </a:xfrm>
          <a:custGeom>
            <a:avLst/>
            <a:gdLst/>
            <a:ahLst/>
            <a:cxnLst/>
            <a:rect l="l" t="t" r="r" b="b"/>
            <a:pathLst>
              <a:path w="201930" h="1905">
                <a:moveTo>
                  <a:pt x="0" y="0"/>
                </a:moveTo>
                <a:lnTo>
                  <a:pt x="201612" y="1587"/>
                </a:lnTo>
              </a:path>
            </a:pathLst>
          </a:custGeom>
          <a:ln w="33337">
            <a:solidFill>
              <a:srgbClr val="004479"/>
            </a:solidFill>
          </a:ln>
        </p:spPr>
        <p:txBody>
          <a:bodyPr wrap="square" lIns="0" tIns="0" rIns="0" bIns="0" rtlCol="0"/>
          <a:lstStyle/>
          <a:p>
            <a:endParaRPr/>
          </a:p>
        </p:txBody>
      </p:sp>
      <p:sp>
        <p:nvSpPr>
          <p:cNvPr id="107" name="object 107"/>
          <p:cNvSpPr/>
          <p:nvPr/>
        </p:nvSpPr>
        <p:spPr>
          <a:xfrm>
            <a:off x="3044824" y="2515540"/>
            <a:ext cx="190500" cy="1905"/>
          </a:xfrm>
          <a:custGeom>
            <a:avLst/>
            <a:gdLst/>
            <a:ahLst/>
            <a:cxnLst/>
            <a:rect l="l" t="t" r="r" b="b"/>
            <a:pathLst>
              <a:path w="190500" h="1905">
                <a:moveTo>
                  <a:pt x="0" y="0"/>
                </a:moveTo>
                <a:lnTo>
                  <a:pt x="190500" y="1587"/>
                </a:lnTo>
              </a:path>
            </a:pathLst>
          </a:custGeom>
          <a:ln w="33337">
            <a:solidFill>
              <a:srgbClr val="004479"/>
            </a:solidFill>
          </a:ln>
        </p:spPr>
        <p:txBody>
          <a:bodyPr wrap="square" lIns="0" tIns="0" rIns="0" bIns="0" rtlCol="0"/>
          <a:lstStyle/>
          <a:p>
            <a:endParaRPr/>
          </a:p>
        </p:txBody>
      </p:sp>
      <p:sp>
        <p:nvSpPr>
          <p:cNvPr id="108" name="object 108"/>
          <p:cNvSpPr/>
          <p:nvPr/>
        </p:nvSpPr>
        <p:spPr>
          <a:xfrm>
            <a:off x="3235324" y="2515540"/>
            <a:ext cx="203200" cy="1905"/>
          </a:xfrm>
          <a:custGeom>
            <a:avLst/>
            <a:gdLst/>
            <a:ahLst/>
            <a:cxnLst/>
            <a:rect l="l" t="t" r="r" b="b"/>
            <a:pathLst>
              <a:path w="203200" h="1905">
                <a:moveTo>
                  <a:pt x="0" y="0"/>
                </a:moveTo>
                <a:lnTo>
                  <a:pt x="203199" y="1587"/>
                </a:lnTo>
              </a:path>
            </a:pathLst>
          </a:custGeom>
          <a:ln w="33337">
            <a:solidFill>
              <a:srgbClr val="004479"/>
            </a:solidFill>
          </a:ln>
        </p:spPr>
        <p:txBody>
          <a:bodyPr wrap="square" lIns="0" tIns="0" rIns="0" bIns="0" rtlCol="0"/>
          <a:lstStyle/>
          <a:p>
            <a:endParaRPr/>
          </a:p>
        </p:txBody>
      </p:sp>
      <p:sp>
        <p:nvSpPr>
          <p:cNvPr id="109" name="object 109"/>
          <p:cNvSpPr/>
          <p:nvPr/>
        </p:nvSpPr>
        <p:spPr>
          <a:xfrm>
            <a:off x="3438525" y="2515540"/>
            <a:ext cx="201930" cy="1905"/>
          </a:xfrm>
          <a:custGeom>
            <a:avLst/>
            <a:gdLst/>
            <a:ahLst/>
            <a:cxnLst/>
            <a:rect l="l" t="t" r="r" b="b"/>
            <a:pathLst>
              <a:path w="201929" h="1905">
                <a:moveTo>
                  <a:pt x="0" y="0"/>
                </a:moveTo>
                <a:lnTo>
                  <a:pt x="201612" y="1587"/>
                </a:lnTo>
              </a:path>
            </a:pathLst>
          </a:custGeom>
          <a:ln w="33337">
            <a:solidFill>
              <a:srgbClr val="004479"/>
            </a:solidFill>
          </a:ln>
        </p:spPr>
        <p:txBody>
          <a:bodyPr wrap="square" lIns="0" tIns="0" rIns="0" bIns="0" rtlCol="0"/>
          <a:lstStyle/>
          <a:p>
            <a:endParaRPr/>
          </a:p>
        </p:txBody>
      </p:sp>
      <p:sp>
        <p:nvSpPr>
          <p:cNvPr id="110" name="object 110"/>
          <p:cNvSpPr/>
          <p:nvPr/>
        </p:nvSpPr>
        <p:spPr>
          <a:xfrm>
            <a:off x="3640137" y="2515540"/>
            <a:ext cx="201930" cy="1905"/>
          </a:xfrm>
          <a:custGeom>
            <a:avLst/>
            <a:gdLst/>
            <a:ahLst/>
            <a:cxnLst/>
            <a:rect l="l" t="t" r="r" b="b"/>
            <a:pathLst>
              <a:path w="201929" h="1905">
                <a:moveTo>
                  <a:pt x="0" y="0"/>
                </a:moveTo>
                <a:lnTo>
                  <a:pt x="201612" y="1587"/>
                </a:lnTo>
              </a:path>
            </a:pathLst>
          </a:custGeom>
          <a:ln w="33337">
            <a:solidFill>
              <a:srgbClr val="004479"/>
            </a:solidFill>
          </a:ln>
        </p:spPr>
        <p:txBody>
          <a:bodyPr wrap="square" lIns="0" tIns="0" rIns="0" bIns="0" rtlCol="0"/>
          <a:lstStyle/>
          <a:p>
            <a:endParaRPr/>
          </a:p>
        </p:txBody>
      </p:sp>
      <p:sp>
        <p:nvSpPr>
          <p:cNvPr id="111" name="object 111"/>
          <p:cNvSpPr/>
          <p:nvPr/>
        </p:nvSpPr>
        <p:spPr>
          <a:xfrm>
            <a:off x="3841750" y="2515540"/>
            <a:ext cx="190500" cy="1905"/>
          </a:xfrm>
          <a:custGeom>
            <a:avLst/>
            <a:gdLst/>
            <a:ahLst/>
            <a:cxnLst/>
            <a:rect l="l" t="t" r="r" b="b"/>
            <a:pathLst>
              <a:path w="190500" h="1905">
                <a:moveTo>
                  <a:pt x="0" y="0"/>
                </a:moveTo>
                <a:lnTo>
                  <a:pt x="190499" y="1587"/>
                </a:lnTo>
              </a:path>
            </a:pathLst>
          </a:custGeom>
          <a:ln w="33337">
            <a:solidFill>
              <a:srgbClr val="004479"/>
            </a:solidFill>
          </a:ln>
        </p:spPr>
        <p:txBody>
          <a:bodyPr wrap="square" lIns="0" tIns="0" rIns="0" bIns="0" rtlCol="0"/>
          <a:lstStyle/>
          <a:p>
            <a:endParaRPr/>
          </a:p>
        </p:txBody>
      </p:sp>
      <p:sp>
        <p:nvSpPr>
          <p:cNvPr id="112" name="object 112"/>
          <p:cNvSpPr/>
          <p:nvPr/>
        </p:nvSpPr>
        <p:spPr>
          <a:xfrm>
            <a:off x="4032250" y="2515540"/>
            <a:ext cx="201930" cy="1905"/>
          </a:xfrm>
          <a:custGeom>
            <a:avLst/>
            <a:gdLst/>
            <a:ahLst/>
            <a:cxnLst/>
            <a:rect l="l" t="t" r="r" b="b"/>
            <a:pathLst>
              <a:path w="201929" h="1905">
                <a:moveTo>
                  <a:pt x="0" y="0"/>
                </a:moveTo>
                <a:lnTo>
                  <a:pt x="201612" y="1587"/>
                </a:lnTo>
              </a:path>
            </a:pathLst>
          </a:custGeom>
          <a:ln w="33337">
            <a:solidFill>
              <a:srgbClr val="004479"/>
            </a:solidFill>
          </a:ln>
        </p:spPr>
        <p:txBody>
          <a:bodyPr wrap="square" lIns="0" tIns="0" rIns="0" bIns="0" rtlCol="0"/>
          <a:lstStyle/>
          <a:p>
            <a:endParaRPr/>
          </a:p>
        </p:txBody>
      </p:sp>
      <p:sp>
        <p:nvSpPr>
          <p:cNvPr id="113" name="object 113"/>
          <p:cNvSpPr/>
          <p:nvPr/>
        </p:nvSpPr>
        <p:spPr>
          <a:xfrm>
            <a:off x="4233862" y="2515540"/>
            <a:ext cx="201930" cy="1905"/>
          </a:xfrm>
          <a:custGeom>
            <a:avLst/>
            <a:gdLst/>
            <a:ahLst/>
            <a:cxnLst/>
            <a:rect l="l" t="t" r="r" b="b"/>
            <a:pathLst>
              <a:path w="201929" h="1905">
                <a:moveTo>
                  <a:pt x="0" y="0"/>
                </a:moveTo>
                <a:lnTo>
                  <a:pt x="201612" y="1587"/>
                </a:lnTo>
              </a:path>
            </a:pathLst>
          </a:custGeom>
          <a:ln w="33337">
            <a:solidFill>
              <a:srgbClr val="004479"/>
            </a:solidFill>
          </a:ln>
        </p:spPr>
        <p:txBody>
          <a:bodyPr wrap="square" lIns="0" tIns="0" rIns="0" bIns="0" rtlCol="0"/>
          <a:lstStyle/>
          <a:p>
            <a:endParaRPr/>
          </a:p>
        </p:txBody>
      </p:sp>
      <p:sp>
        <p:nvSpPr>
          <p:cNvPr id="114" name="object 114"/>
          <p:cNvSpPr/>
          <p:nvPr/>
        </p:nvSpPr>
        <p:spPr>
          <a:xfrm>
            <a:off x="4435474" y="2515540"/>
            <a:ext cx="192405" cy="1905"/>
          </a:xfrm>
          <a:custGeom>
            <a:avLst/>
            <a:gdLst/>
            <a:ahLst/>
            <a:cxnLst/>
            <a:rect l="l" t="t" r="r" b="b"/>
            <a:pathLst>
              <a:path w="192404" h="1905">
                <a:moveTo>
                  <a:pt x="0" y="0"/>
                </a:moveTo>
                <a:lnTo>
                  <a:pt x="192088" y="1587"/>
                </a:lnTo>
              </a:path>
            </a:pathLst>
          </a:custGeom>
          <a:ln w="33337">
            <a:solidFill>
              <a:srgbClr val="004479"/>
            </a:solidFill>
          </a:ln>
        </p:spPr>
        <p:txBody>
          <a:bodyPr wrap="square" lIns="0" tIns="0" rIns="0" bIns="0" rtlCol="0"/>
          <a:lstStyle/>
          <a:p>
            <a:endParaRPr/>
          </a:p>
        </p:txBody>
      </p:sp>
      <p:sp>
        <p:nvSpPr>
          <p:cNvPr id="115" name="object 115"/>
          <p:cNvSpPr/>
          <p:nvPr/>
        </p:nvSpPr>
        <p:spPr>
          <a:xfrm>
            <a:off x="4627562" y="2515540"/>
            <a:ext cx="201930" cy="1905"/>
          </a:xfrm>
          <a:custGeom>
            <a:avLst/>
            <a:gdLst/>
            <a:ahLst/>
            <a:cxnLst/>
            <a:rect l="l" t="t" r="r" b="b"/>
            <a:pathLst>
              <a:path w="201929" h="1905">
                <a:moveTo>
                  <a:pt x="0" y="0"/>
                </a:moveTo>
                <a:lnTo>
                  <a:pt x="201613" y="1587"/>
                </a:lnTo>
              </a:path>
            </a:pathLst>
          </a:custGeom>
          <a:ln w="33337">
            <a:solidFill>
              <a:srgbClr val="004479"/>
            </a:solidFill>
          </a:ln>
        </p:spPr>
        <p:txBody>
          <a:bodyPr wrap="square" lIns="0" tIns="0" rIns="0" bIns="0" rtlCol="0"/>
          <a:lstStyle/>
          <a:p>
            <a:endParaRPr/>
          </a:p>
        </p:txBody>
      </p:sp>
      <p:sp>
        <p:nvSpPr>
          <p:cNvPr id="116" name="object 116"/>
          <p:cNvSpPr/>
          <p:nvPr/>
        </p:nvSpPr>
        <p:spPr>
          <a:xfrm>
            <a:off x="4829175" y="2515540"/>
            <a:ext cx="201930" cy="1905"/>
          </a:xfrm>
          <a:custGeom>
            <a:avLst/>
            <a:gdLst/>
            <a:ahLst/>
            <a:cxnLst/>
            <a:rect l="l" t="t" r="r" b="b"/>
            <a:pathLst>
              <a:path w="201929" h="1905">
                <a:moveTo>
                  <a:pt x="0" y="0"/>
                </a:moveTo>
                <a:lnTo>
                  <a:pt x="201612" y="1587"/>
                </a:lnTo>
              </a:path>
            </a:pathLst>
          </a:custGeom>
          <a:ln w="33337">
            <a:solidFill>
              <a:srgbClr val="004479"/>
            </a:solidFill>
          </a:ln>
        </p:spPr>
        <p:txBody>
          <a:bodyPr wrap="square" lIns="0" tIns="0" rIns="0" bIns="0" rtlCol="0"/>
          <a:lstStyle/>
          <a:p>
            <a:endParaRPr/>
          </a:p>
        </p:txBody>
      </p:sp>
      <p:sp>
        <p:nvSpPr>
          <p:cNvPr id="117" name="object 117"/>
          <p:cNvSpPr/>
          <p:nvPr/>
        </p:nvSpPr>
        <p:spPr>
          <a:xfrm>
            <a:off x="5030787" y="2515540"/>
            <a:ext cx="190500" cy="1905"/>
          </a:xfrm>
          <a:custGeom>
            <a:avLst/>
            <a:gdLst/>
            <a:ahLst/>
            <a:cxnLst/>
            <a:rect l="l" t="t" r="r" b="b"/>
            <a:pathLst>
              <a:path w="190500" h="1905">
                <a:moveTo>
                  <a:pt x="0" y="0"/>
                </a:moveTo>
                <a:lnTo>
                  <a:pt x="190500" y="1587"/>
                </a:lnTo>
              </a:path>
            </a:pathLst>
          </a:custGeom>
          <a:ln w="33337">
            <a:solidFill>
              <a:srgbClr val="004479"/>
            </a:solidFill>
          </a:ln>
        </p:spPr>
        <p:txBody>
          <a:bodyPr wrap="square" lIns="0" tIns="0" rIns="0" bIns="0" rtlCol="0"/>
          <a:lstStyle/>
          <a:p>
            <a:endParaRPr/>
          </a:p>
        </p:txBody>
      </p:sp>
      <p:sp>
        <p:nvSpPr>
          <p:cNvPr id="118" name="object 118"/>
          <p:cNvSpPr/>
          <p:nvPr/>
        </p:nvSpPr>
        <p:spPr>
          <a:xfrm>
            <a:off x="5221287" y="2515540"/>
            <a:ext cx="201930" cy="1905"/>
          </a:xfrm>
          <a:custGeom>
            <a:avLst/>
            <a:gdLst/>
            <a:ahLst/>
            <a:cxnLst/>
            <a:rect l="l" t="t" r="r" b="b"/>
            <a:pathLst>
              <a:path w="201929" h="1905">
                <a:moveTo>
                  <a:pt x="0" y="0"/>
                </a:moveTo>
                <a:lnTo>
                  <a:pt x="201613" y="1587"/>
                </a:lnTo>
              </a:path>
            </a:pathLst>
          </a:custGeom>
          <a:ln w="33337">
            <a:solidFill>
              <a:srgbClr val="004479"/>
            </a:solidFill>
          </a:ln>
        </p:spPr>
        <p:txBody>
          <a:bodyPr wrap="square" lIns="0" tIns="0" rIns="0" bIns="0" rtlCol="0"/>
          <a:lstStyle/>
          <a:p>
            <a:endParaRPr/>
          </a:p>
        </p:txBody>
      </p:sp>
      <p:sp>
        <p:nvSpPr>
          <p:cNvPr id="119" name="object 119"/>
          <p:cNvSpPr/>
          <p:nvPr/>
        </p:nvSpPr>
        <p:spPr>
          <a:xfrm>
            <a:off x="5422900" y="2515540"/>
            <a:ext cx="203200" cy="1905"/>
          </a:xfrm>
          <a:custGeom>
            <a:avLst/>
            <a:gdLst/>
            <a:ahLst/>
            <a:cxnLst/>
            <a:rect l="l" t="t" r="r" b="b"/>
            <a:pathLst>
              <a:path w="203200" h="1905">
                <a:moveTo>
                  <a:pt x="0" y="0"/>
                </a:moveTo>
                <a:lnTo>
                  <a:pt x="203199" y="1587"/>
                </a:lnTo>
              </a:path>
            </a:pathLst>
          </a:custGeom>
          <a:ln w="33337">
            <a:solidFill>
              <a:srgbClr val="004479"/>
            </a:solidFill>
          </a:ln>
        </p:spPr>
        <p:txBody>
          <a:bodyPr wrap="square" lIns="0" tIns="0" rIns="0" bIns="0" rtlCol="0"/>
          <a:lstStyle/>
          <a:p>
            <a:endParaRPr/>
          </a:p>
        </p:txBody>
      </p:sp>
      <p:sp>
        <p:nvSpPr>
          <p:cNvPr id="120" name="object 120"/>
          <p:cNvSpPr/>
          <p:nvPr/>
        </p:nvSpPr>
        <p:spPr>
          <a:xfrm>
            <a:off x="5626100" y="2515540"/>
            <a:ext cx="201930" cy="1905"/>
          </a:xfrm>
          <a:custGeom>
            <a:avLst/>
            <a:gdLst/>
            <a:ahLst/>
            <a:cxnLst/>
            <a:rect l="l" t="t" r="r" b="b"/>
            <a:pathLst>
              <a:path w="201929" h="1905">
                <a:moveTo>
                  <a:pt x="0" y="0"/>
                </a:moveTo>
                <a:lnTo>
                  <a:pt x="201612" y="1587"/>
                </a:lnTo>
              </a:path>
            </a:pathLst>
          </a:custGeom>
          <a:ln w="33337">
            <a:solidFill>
              <a:srgbClr val="004479"/>
            </a:solidFill>
          </a:ln>
        </p:spPr>
        <p:txBody>
          <a:bodyPr wrap="square" lIns="0" tIns="0" rIns="0" bIns="0" rtlCol="0"/>
          <a:lstStyle/>
          <a:p>
            <a:endParaRPr/>
          </a:p>
        </p:txBody>
      </p:sp>
      <p:sp>
        <p:nvSpPr>
          <p:cNvPr id="121" name="object 121"/>
          <p:cNvSpPr/>
          <p:nvPr/>
        </p:nvSpPr>
        <p:spPr>
          <a:xfrm>
            <a:off x="5827712" y="2515540"/>
            <a:ext cx="190500" cy="1905"/>
          </a:xfrm>
          <a:custGeom>
            <a:avLst/>
            <a:gdLst/>
            <a:ahLst/>
            <a:cxnLst/>
            <a:rect l="l" t="t" r="r" b="b"/>
            <a:pathLst>
              <a:path w="190500" h="1905">
                <a:moveTo>
                  <a:pt x="0" y="0"/>
                </a:moveTo>
                <a:lnTo>
                  <a:pt x="190499" y="1587"/>
                </a:lnTo>
              </a:path>
            </a:pathLst>
          </a:custGeom>
          <a:ln w="33337">
            <a:solidFill>
              <a:srgbClr val="004479"/>
            </a:solidFill>
          </a:ln>
        </p:spPr>
        <p:txBody>
          <a:bodyPr wrap="square" lIns="0" tIns="0" rIns="0" bIns="0" rtlCol="0"/>
          <a:lstStyle/>
          <a:p>
            <a:endParaRPr/>
          </a:p>
        </p:txBody>
      </p:sp>
      <p:sp>
        <p:nvSpPr>
          <p:cNvPr id="122" name="object 122"/>
          <p:cNvSpPr/>
          <p:nvPr/>
        </p:nvSpPr>
        <p:spPr>
          <a:xfrm>
            <a:off x="6018212" y="2515540"/>
            <a:ext cx="201930" cy="1905"/>
          </a:xfrm>
          <a:custGeom>
            <a:avLst/>
            <a:gdLst/>
            <a:ahLst/>
            <a:cxnLst/>
            <a:rect l="l" t="t" r="r" b="b"/>
            <a:pathLst>
              <a:path w="201929" h="1905">
                <a:moveTo>
                  <a:pt x="0" y="0"/>
                </a:moveTo>
                <a:lnTo>
                  <a:pt x="201612" y="1587"/>
                </a:lnTo>
              </a:path>
            </a:pathLst>
          </a:custGeom>
          <a:ln w="33337">
            <a:solidFill>
              <a:srgbClr val="004479"/>
            </a:solidFill>
          </a:ln>
        </p:spPr>
        <p:txBody>
          <a:bodyPr wrap="square" lIns="0" tIns="0" rIns="0" bIns="0" rtlCol="0"/>
          <a:lstStyle/>
          <a:p>
            <a:endParaRPr/>
          </a:p>
        </p:txBody>
      </p:sp>
      <p:sp>
        <p:nvSpPr>
          <p:cNvPr id="123" name="object 123"/>
          <p:cNvSpPr/>
          <p:nvPr/>
        </p:nvSpPr>
        <p:spPr>
          <a:xfrm>
            <a:off x="6219824" y="2515540"/>
            <a:ext cx="201930" cy="1905"/>
          </a:xfrm>
          <a:custGeom>
            <a:avLst/>
            <a:gdLst/>
            <a:ahLst/>
            <a:cxnLst/>
            <a:rect l="l" t="t" r="r" b="b"/>
            <a:pathLst>
              <a:path w="201929" h="1905">
                <a:moveTo>
                  <a:pt x="0" y="0"/>
                </a:moveTo>
                <a:lnTo>
                  <a:pt x="201613" y="1587"/>
                </a:lnTo>
              </a:path>
            </a:pathLst>
          </a:custGeom>
          <a:ln w="33337">
            <a:solidFill>
              <a:srgbClr val="004479"/>
            </a:solidFill>
          </a:ln>
        </p:spPr>
        <p:txBody>
          <a:bodyPr wrap="square" lIns="0" tIns="0" rIns="0" bIns="0" rtlCol="0"/>
          <a:lstStyle/>
          <a:p>
            <a:endParaRPr/>
          </a:p>
        </p:txBody>
      </p:sp>
      <p:sp>
        <p:nvSpPr>
          <p:cNvPr id="124" name="object 124"/>
          <p:cNvSpPr/>
          <p:nvPr/>
        </p:nvSpPr>
        <p:spPr>
          <a:xfrm>
            <a:off x="6421437" y="2515540"/>
            <a:ext cx="190500" cy="1905"/>
          </a:xfrm>
          <a:custGeom>
            <a:avLst/>
            <a:gdLst/>
            <a:ahLst/>
            <a:cxnLst/>
            <a:rect l="l" t="t" r="r" b="b"/>
            <a:pathLst>
              <a:path w="190500" h="1905">
                <a:moveTo>
                  <a:pt x="0" y="0"/>
                </a:moveTo>
                <a:lnTo>
                  <a:pt x="190499" y="1587"/>
                </a:lnTo>
              </a:path>
            </a:pathLst>
          </a:custGeom>
          <a:ln w="33337">
            <a:solidFill>
              <a:srgbClr val="004479"/>
            </a:solidFill>
          </a:ln>
        </p:spPr>
        <p:txBody>
          <a:bodyPr wrap="square" lIns="0" tIns="0" rIns="0" bIns="0" rtlCol="0"/>
          <a:lstStyle/>
          <a:p>
            <a:endParaRPr/>
          </a:p>
        </p:txBody>
      </p:sp>
      <p:sp>
        <p:nvSpPr>
          <p:cNvPr id="125" name="object 125"/>
          <p:cNvSpPr/>
          <p:nvPr/>
        </p:nvSpPr>
        <p:spPr>
          <a:xfrm>
            <a:off x="6611937" y="2515540"/>
            <a:ext cx="203200" cy="1905"/>
          </a:xfrm>
          <a:custGeom>
            <a:avLst/>
            <a:gdLst/>
            <a:ahLst/>
            <a:cxnLst/>
            <a:rect l="l" t="t" r="r" b="b"/>
            <a:pathLst>
              <a:path w="203200" h="1905">
                <a:moveTo>
                  <a:pt x="0" y="0"/>
                </a:moveTo>
                <a:lnTo>
                  <a:pt x="203200" y="1587"/>
                </a:lnTo>
              </a:path>
            </a:pathLst>
          </a:custGeom>
          <a:ln w="33337">
            <a:solidFill>
              <a:srgbClr val="004479"/>
            </a:solidFill>
          </a:ln>
        </p:spPr>
        <p:txBody>
          <a:bodyPr wrap="square" lIns="0" tIns="0" rIns="0" bIns="0" rtlCol="0"/>
          <a:lstStyle/>
          <a:p>
            <a:endParaRPr/>
          </a:p>
        </p:txBody>
      </p:sp>
      <p:sp>
        <p:nvSpPr>
          <p:cNvPr id="126" name="object 126"/>
          <p:cNvSpPr/>
          <p:nvPr/>
        </p:nvSpPr>
        <p:spPr>
          <a:xfrm>
            <a:off x="6815137" y="2515540"/>
            <a:ext cx="201930" cy="1905"/>
          </a:xfrm>
          <a:custGeom>
            <a:avLst/>
            <a:gdLst/>
            <a:ahLst/>
            <a:cxnLst/>
            <a:rect l="l" t="t" r="r" b="b"/>
            <a:pathLst>
              <a:path w="201929" h="1905">
                <a:moveTo>
                  <a:pt x="0" y="0"/>
                </a:moveTo>
                <a:lnTo>
                  <a:pt x="201613" y="1587"/>
                </a:lnTo>
              </a:path>
            </a:pathLst>
          </a:custGeom>
          <a:ln w="33337">
            <a:solidFill>
              <a:srgbClr val="004479"/>
            </a:solidFill>
          </a:ln>
        </p:spPr>
        <p:txBody>
          <a:bodyPr wrap="square" lIns="0" tIns="0" rIns="0" bIns="0" rtlCol="0"/>
          <a:lstStyle/>
          <a:p>
            <a:endParaRPr/>
          </a:p>
        </p:txBody>
      </p:sp>
      <p:sp>
        <p:nvSpPr>
          <p:cNvPr id="127" name="object 127"/>
          <p:cNvSpPr/>
          <p:nvPr/>
        </p:nvSpPr>
        <p:spPr>
          <a:xfrm>
            <a:off x="7016750" y="2515540"/>
            <a:ext cx="190500" cy="1905"/>
          </a:xfrm>
          <a:custGeom>
            <a:avLst/>
            <a:gdLst/>
            <a:ahLst/>
            <a:cxnLst/>
            <a:rect l="l" t="t" r="r" b="b"/>
            <a:pathLst>
              <a:path w="190500" h="1905">
                <a:moveTo>
                  <a:pt x="0" y="0"/>
                </a:moveTo>
                <a:lnTo>
                  <a:pt x="190500" y="1587"/>
                </a:lnTo>
              </a:path>
            </a:pathLst>
          </a:custGeom>
          <a:ln w="33337">
            <a:solidFill>
              <a:srgbClr val="004479"/>
            </a:solidFill>
          </a:ln>
        </p:spPr>
        <p:txBody>
          <a:bodyPr wrap="square" lIns="0" tIns="0" rIns="0" bIns="0" rtlCol="0"/>
          <a:lstStyle/>
          <a:p>
            <a:endParaRPr/>
          </a:p>
        </p:txBody>
      </p:sp>
      <p:sp>
        <p:nvSpPr>
          <p:cNvPr id="128" name="object 128"/>
          <p:cNvSpPr/>
          <p:nvPr/>
        </p:nvSpPr>
        <p:spPr>
          <a:xfrm>
            <a:off x="7207250" y="2515540"/>
            <a:ext cx="201930" cy="1905"/>
          </a:xfrm>
          <a:custGeom>
            <a:avLst/>
            <a:gdLst/>
            <a:ahLst/>
            <a:cxnLst/>
            <a:rect l="l" t="t" r="r" b="b"/>
            <a:pathLst>
              <a:path w="201929" h="1905">
                <a:moveTo>
                  <a:pt x="0" y="0"/>
                </a:moveTo>
                <a:lnTo>
                  <a:pt x="201613" y="1587"/>
                </a:lnTo>
              </a:path>
            </a:pathLst>
          </a:custGeom>
          <a:ln w="33337">
            <a:solidFill>
              <a:srgbClr val="004479"/>
            </a:solidFill>
          </a:ln>
        </p:spPr>
        <p:txBody>
          <a:bodyPr wrap="square" lIns="0" tIns="0" rIns="0" bIns="0" rtlCol="0"/>
          <a:lstStyle/>
          <a:p>
            <a:endParaRPr/>
          </a:p>
        </p:txBody>
      </p:sp>
      <p:sp>
        <p:nvSpPr>
          <p:cNvPr id="129" name="object 129"/>
          <p:cNvSpPr txBox="1"/>
          <p:nvPr/>
        </p:nvSpPr>
        <p:spPr>
          <a:xfrm>
            <a:off x="1192212" y="1653527"/>
            <a:ext cx="226060" cy="2677160"/>
          </a:xfrm>
          <a:prstGeom prst="rect">
            <a:avLst/>
          </a:prstGeom>
        </p:spPr>
        <p:txBody>
          <a:bodyPr vert="horz" wrap="square" lIns="0" tIns="0" rIns="0" bIns="0" rtlCol="0">
            <a:spAutoFit/>
          </a:bodyPr>
          <a:lstStyle/>
          <a:p>
            <a:pPr algn="ctr">
              <a:lnSpc>
                <a:spcPct val="100000"/>
              </a:lnSpc>
            </a:pPr>
            <a:r>
              <a:rPr sz="1400" dirty="0">
                <a:latin typeface="Arial"/>
                <a:cs typeface="Arial"/>
              </a:rPr>
              <a:t>70</a:t>
            </a:r>
            <a:endParaRPr sz="1400">
              <a:latin typeface="Arial"/>
              <a:cs typeface="Arial"/>
            </a:endParaRPr>
          </a:p>
          <a:p>
            <a:pPr algn="ctr">
              <a:lnSpc>
                <a:spcPct val="100000"/>
              </a:lnSpc>
              <a:spcBef>
                <a:spcPts val="1030"/>
              </a:spcBef>
            </a:pPr>
            <a:r>
              <a:rPr sz="1400" dirty="0">
                <a:latin typeface="Arial"/>
                <a:cs typeface="Arial"/>
              </a:rPr>
              <a:t>60</a:t>
            </a:r>
            <a:endParaRPr sz="1400">
              <a:latin typeface="Arial"/>
              <a:cs typeface="Arial"/>
            </a:endParaRPr>
          </a:p>
          <a:p>
            <a:pPr algn="ctr">
              <a:lnSpc>
                <a:spcPct val="100000"/>
              </a:lnSpc>
              <a:spcBef>
                <a:spcPts val="1130"/>
              </a:spcBef>
            </a:pPr>
            <a:r>
              <a:rPr sz="1400" dirty="0">
                <a:latin typeface="Arial"/>
                <a:cs typeface="Arial"/>
              </a:rPr>
              <a:t>50</a:t>
            </a:r>
            <a:endParaRPr sz="1400">
              <a:latin typeface="Arial"/>
              <a:cs typeface="Arial"/>
            </a:endParaRPr>
          </a:p>
          <a:p>
            <a:pPr algn="ctr">
              <a:lnSpc>
                <a:spcPct val="100000"/>
              </a:lnSpc>
              <a:spcBef>
                <a:spcPts val="1045"/>
              </a:spcBef>
            </a:pPr>
            <a:r>
              <a:rPr sz="1400" dirty="0">
                <a:latin typeface="Arial"/>
                <a:cs typeface="Arial"/>
              </a:rPr>
              <a:t>40</a:t>
            </a:r>
            <a:endParaRPr sz="1400">
              <a:latin typeface="Arial"/>
              <a:cs typeface="Arial"/>
            </a:endParaRPr>
          </a:p>
          <a:p>
            <a:pPr algn="ctr">
              <a:lnSpc>
                <a:spcPct val="100000"/>
              </a:lnSpc>
              <a:spcBef>
                <a:spcPts val="1130"/>
              </a:spcBef>
            </a:pPr>
            <a:r>
              <a:rPr sz="1400" dirty="0">
                <a:latin typeface="Arial"/>
                <a:cs typeface="Arial"/>
              </a:rPr>
              <a:t>30</a:t>
            </a:r>
            <a:endParaRPr sz="1400">
              <a:latin typeface="Arial"/>
              <a:cs typeface="Arial"/>
            </a:endParaRPr>
          </a:p>
          <a:p>
            <a:pPr algn="ctr">
              <a:lnSpc>
                <a:spcPct val="100000"/>
              </a:lnSpc>
              <a:spcBef>
                <a:spcPts val="1030"/>
              </a:spcBef>
            </a:pPr>
            <a:r>
              <a:rPr sz="1400" dirty="0">
                <a:latin typeface="Arial"/>
                <a:cs typeface="Arial"/>
              </a:rPr>
              <a:t>20</a:t>
            </a:r>
            <a:endParaRPr sz="1400">
              <a:latin typeface="Arial"/>
              <a:cs typeface="Arial"/>
            </a:endParaRPr>
          </a:p>
          <a:p>
            <a:pPr algn="ctr">
              <a:lnSpc>
                <a:spcPct val="100000"/>
              </a:lnSpc>
              <a:spcBef>
                <a:spcPts val="1130"/>
              </a:spcBef>
            </a:pPr>
            <a:r>
              <a:rPr sz="1400" dirty="0">
                <a:latin typeface="Arial"/>
                <a:cs typeface="Arial"/>
              </a:rPr>
              <a:t>10</a:t>
            </a:r>
            <a:endParaRPr sz="1400">
              <a:latin typeface="Arial"/>
              <a:cs typeface="Arial"/>
            </a:endParaRPr>
          </a:p>
          <a:p>
            <a:pPr marL="100965" algn="ctr">
              <a:lnSpc>
                <a:spcPct val="100000"/>
              </a:lnSpc>
              <a:spcBef>
                <a:spcPts val="1045"/>
              </a:spcBef>
            </a:pPr>
            <a:r>
              <a:rPr sz="1400" dirty="0">
                <a:latin typeface="Arial"/>
                <a:cs typeface="Arial"/>
              </a:rPr>
              <a:t>0</a:t>
            </a:r>
            <a:endParaRPr sz="1400">
              <a:latin typeface="Arial"/>
              <a:cs typeface="Arial"/>
            </a:endParaRPr>
          </a:p>
        </p:txBody>
      </p:sp>
      <p:sp>
        <p:nvSpPr>
          <p:cNvPr id="130" name="object 130"/>
          <p:cNvSpPr/>
          <p:nvPr/>
        </p:nvSpPr>
        <p:spPr>
          <a:xfrm>
            <a:off x="1341221" y="4369892"/>
            <a:ext cx="297180" cy="291465"/>
          </a:xfrm>
          <a:custGeom>
            <a:avLst/>
            <a:gdLst/>
            <a:ahLst/>
            <a:cxnLst/>
            <a:rect l="l" t="t" r="r" b="b"/>
            <a:pathLst>
              <a:path w="297180" h="291464">
                <a:moveTo>
                  <a:pt x="56394" y="196380"/>
                </a:moveTo>
                <a:lnTo>
                  <a:pt x="36410" y="196380"/>
                </a:lnTo>
                <a:lnTo>
                  <a:pt x="40538" y="198056"/>
                </a:lnTo>
                <a:lnTo>
                  <a:pt x="47282" y="204787"/>
                </a:lnTo>
                <a:lnTo>
                  <a:pt x="49403" y="209638"/>
                </a:lnTo>
                <a:lnTo>
                  <a:pt x="50355" y="216052"/>
                </a:lnTo>
                <a:lnTo>
                  <a:pt x="50843" y="221437"/>
                </a:lnTo>
                <a:lnTo>
                  <a:pt x="50801" y="231368"/>
                </a:lnTo>
                <a:lnTo>
                  <a:pt x="50564" y="236847"/>
                </a:lnTo>
                <a:lnTo>
                  <a:pt x="49771" y="246608"/>
                </a:lnTo>
                <a:lnTo>
                  <a:pt x="48869" y="255574"/>
                </a:lnTo>
                <a:lnTo>
                  <a:pt x="48628" y="262915"/>
                </a:lnTo>
                <a:lnTo>
                  <a:pt x="57708" y="290880"/>
                </a:lnTo>
                <a:lnTo>
                  <a:pt x="78097" y="270497"/>
                </a:lnTo>
                <a:lnTo>
                  <a:pt x="61506" y="270497"/>
                </a:lnTo>
                <a:lnTo>
                  <a:pt x="60896" y="267944"/>
                </a:lnTo>
                <a:lnTo>
                  <a:pt x="60553" y="265150"/>
                </a:lnTo>
                <a:lnTo>
                  <a:pt x="60401" y="259067"/>
                </a:lnTo>
                <a:lnTo>
                  <a:pt x="60782" y="252742"/>
                </a:lnTo>
                <a:lnTo>
                  <a:pt x="61633" y="243141"/>
                </a:lnTo>
                <a:lnTo>
                  <a:pt x="62226" y="235054"/>
                </a:lnTo>
                <a:lnTo>
                  <a:pt x="62553" y="228501"/>
                </a:lnTo>
                <a:lnTo>
                  <a:pt x="62649" y="223989"/>
                </a:lnTo>
                <a:lnTo>
                  <a:pt x="62547" y="217309"/>
                </a:lnTo>
                <a:lnTo>
                  <a:pt x="62217" y="211594"/>
                </a:lnTo>
                <a:lnTo>
                  <a:pt x="61264" y="206781"/>
                </a:lnTo>
                <a:lnTo>
                  <a:pt x="58102" y="198996"/>
                </a:lnTo>
                <a:lnTo>
                  <a:pt x="56394" y="196380"/>
                </a:lnTo>
                <a:close/>
              </a:path>
              <a:path w="297180" h="291464">
                <a:moveTo>
                  <a:pt x="96240" y="235762"/>
                </a:moveTo>
                <a:lnTo>
                  <a:pt x="61506" y="270497"/>
                </a:lnTo>
                <a:lnTo>
                  <a:pt x="78097" y="270497"/>
                </a:lnTo>
                <a:lnTo>
                  <a:pt x="104533" y="244068"/>
                </a:lnTo>
                <a:lnTo>
                  <a:pt x="96240" y="235762"/>
                </a:lnTo>
                <a:close/>
              </a:path>
              <a:path w="297180" h="291464">
                <a:moveTo>
                  <a:pt x="40843" y="184531"/>
                </a:moveTo>
                <a:lnTo>
                  <a:pt x="4622" y="201929"/>
                </a:lnTo>
                <a:lnTo>
                  <a:pt x="0" y="223989"/>
                </a:lnTo>
                <a:lnTo>
                  <a:pt x="2768" y="231368"/>
                </a:lnTo>
                <a:lnTo>
                  <a:pt x="8813" y="238632"/>
                </a:lnTo>
                <a:lnTo>
                  <a:pt x="18592" y="230631"/>
                </a:lnTo>
                <a:lnTo>
                  <a:pt x="14198" y="226174"/>
                </a:lnTo>
                <a:lnTo>
                  <a:pt x="12075" y="221569"/>
                </a:lnTo>
                <a:lnTo>
                  <a:pt x="36410" y="196380"/>
                </a:lnTo>
                <a:lnTo>
                  <a:pt x="56394" y="196380"/>
                </a:lnTo>
                <a:lnTo>
                  <a:pt x="55905" y="195630"/>
                </a:lnTo>
                <a:lnTo>
                  <a:pt x="47497" y="187223"/>
                </a:lnTo>
                <a:lnTo>
                  <a:pt x="40843" y="184531"/>
                </a:lnTo>
                <a:close/>
              </a:path>
              <a:path w="297180" h="291464">
                <a:moveTo>
                  <a:pt x="109778" y="178942"/>
                </a:moveTo>
                <a:lnTo>
                  <a:pt x="82918" y="205816"/>
                </a:lnTo>
                <a:lnTo>
                  <a:pt x="91605" y="214515"/>
                </a:lnTo>
                <a:lnTo>
                  <a:pt x="118478" y="187642"/>
                </a:lnTo>
                <a:lnTo>
                  <a:pt x="109778" y="178942"/>
                </a:lnTo>
                <a:close/>
              </a:path>
              <a:path w="297180" h="291464">
                <a:moveTo>
                  <a:pt x="127762" y="79375"/>
                </a:moveTo>
                <a:lnTo>
                  <a:pt x="80048" y="127088"/>
                </a:lnTo>
                <a:lnTo>
                  <a:pt x="150774" y="197815"/>
                </a:lnTo>
                <a:lnTo>
                  <a:pt x="160159" y="188429"/>
                </a:lnTo>
                <a:lnTo>
                  <a:pt x="128054" y="156324"/>
                </a:lnTo>
                <a:lnTo>
                  <a:pt x="136350" y="148031"/>
                </a:lnTo>
                <a:lnTo>
                  <a:pt x="119760" y="148031"/>
                </a:lnTo>
                <a:lnTo>
                  <a:pt x="97739" y="125996"/>
                </a:lnTo>
                <a:lnTo>
                  <a:pt x="136055" y="87668"/>
                </a:lnTo>
                <a:lnTo>
                  <a:pt x="127762" y="79375"/>
                </a:lnTo>
                <a:close/>
              </a:path>
              <a:path w="297180" h="291464">
                <a:moveTo>
                  <a:pt x="152958" y="114833"/>
                </a:moveTo>
                <a:lnTo>
                  <a:pt x="119760" y="148031"/>
                </a:lnTo>
                <a:lnTo>
                  <a:pt x="136350" y="148031"/>
                </a:lnTo>
                <a:lnTo>
                  <a:pt x="161251" y="123139"/>
                </a:lnTo>
                <a:lnTo>
                  <a:pt x="152958" y="114833"/>
                </a:lnTo>
                <a:close/>
              </a:path>
              <a:path w="297180" h="291464">
                <a:moveTo>
                  <a:pt x="201929" y="55930"/>
                </a:moveTo>
                <a:lnTo>
                  <a:pt x="168537" y="83368"/>
                </a:lnTo>
                <a:lnTo>
                  <a:pt x="168084" y="90055"/>
                </a:lnTo>
                <a:lnTo>
                  <a:pt x="169106" y="96880"/>
                </a:lnTo>
                <a:lnTo>
                  <a:pt x="194195" y="126155"/>
                </a:lnTo>
                <a:lnTo>
                  <a:pt x="207416" y="129527"/>
                </a:lnTo>
                <a:lnTo>
                  <a:pt x="214017" y="128975"/>
                </a:lnTo>
                <a:lnTo>
                  <a:pt x="220333" y="126977"/>
                </a:lnTo>
                <a:lnTo>
                  <a:pt x="226366" y="123537"/>
                </a:lnTo>
                <a:lnTo>
                  <a:pt x="232117" y="118656"/>
                </a:lnTo>
                <a:lnTo>
                  <a:pt x="232890" y="117881"/>
                </a:lnTo>
                <a:lnTo>
                  <a:pt x="215671" y="117881"/>
                </a:lnTo>
                <a:lnTo>
                  <a:pt x="203987" y="117627"/>
                </a:lnTo>
                <a:lnTo>
                  <a:pt x="198094" y="114922"/>
                </a:lnTo>
                <a:lnTo>
                  <a:pt x="192150" y="109613"/>
                </a:lnTo>
                <a:lnTo>
                  <a:pt x="199758" y="102006"/>
                </a:lnTo>
                <a:lnTo>
                  <a:pt x="185534" y="102006"/>
                </a:lnTo>
                <a:lnTo>
                  <a:pt x="181356" y="97256"/>
                </a:lnTo>
                <a:lnTo>
                  <a:pt x="179285" y="92176"/>
                </a:lnTo>
                <a:lnTo>
                  <a:pt x="179362" y="81419"/>
                </a:lnTo>
                <a:lnTo>
                  <a:pt x="181381" y="76733"/>
                </a:lnTo>
                <a:lnTo>
                  <a:pt x="189750" y="68364"/>
                </a:lnTo>
                <a:lnTo>
                  <a:pt x="195008" y="66459"/>
                </a:lnTo>
                <a:lnTo>
                  <a:pt x="225069" y="66459"/>
                </a:lnTo>
                <a:lnTo>
                  <a:pt x="221682" y="63503"/>
                </a:lnTo>
                <a:lnTo>
                  <a:pt x="215198" y="59455"/>
                </a:lnTo>
                <a:lnTo>
                  <a:pt x="208614" y="56930"/>
                </a:lnTo>
                <a:lnTo>
                  <a:pt x="201929" y="55930"/>
                </a:lnTo>
                <a:close/>
              </a:path>
              <a:path w="297180" h="291464">
                <a:moveTo>
                  <a:pt x="238086" y="79679"/>
                </a:moveTo>
                <a:lnTo>
                  <a:pt x="227914" y="87490"/>
                </a:lnTo>
                <a:lnTo>
                  <a:pt x="230289" y="92494"/>
                </a:lnTo>
                <a:lnTo>
                  <a:pt x="231176" y="96880"/>
                </a:lnTo>
                <a:lnTo>
                  <a:pt x="215671" y="117881"/>
                </a:lnTo>
                <a:lnTo>
                  <a:pt x="232890" y="117881"/>
                </a:lnTo>
                <a:lnTo>
                  <a:pt x="238048" y="112712"/>
                </a:lnTo>
                <a:lnTo>
                  <a:pt x="241477" y="106400"/>
                </a:lnTo>
                <a:lnTo>
                  <a:pt x="243344" y="92989"/>
                </a:lnTo>
                <a:lnTo>
                  <a:pt x="241909" y="86321"/>
                </a:lnTo>
                <a:lnTo>
                  <a:pt x="238086" y="79679"/>
                </a:lnTo>
                <a:close/>
              </a:path>
              <a:path w="297180" h="291464">
                <a:moveTo>
                  <a:pt x="225069" y="66459"/>
                </a:moveTo>
                <a:lnTo>
                  <a:pt x="195008" y="66459"/>
                </a:lnTo>
                <a:lnTo>
                  <a:pt x="205066" y="67398"/>
                </a:lnTo>
                <a:lnTo>
                  <a:pt x="209384" y="69532"/>
                </a:lnTo>
                <a:lnTo>
                  <a:pt x="214083" y="73469"/>
                </a:lnTo>
                <a:lnTo>
                  <a:pt x="185534" y="102006"/>
                </a:lnTo>
                <a:lnTo>
                  <a:pt x="199758" y="102006"/>
                </a:lnTo>
                <a:lnTo>
                  <a:pt x="230327" y="71437"/>
                </a:lnTo>
                <a:lnTo>
                  <a:pt x="228008" y="69024"/>
                </a:lnTo>
                <a:lnTo>
                  <a:pt x="225069" y="66459"/>
                </a:lnTo>
                <a:close/>
              </a:path>
              <a:path w="297180" h="291464">
                <a:moveTo>
                  <a:pt x="202349" y="4800"/>
                </a:moveTo>
                <a:lnTo>
                  <a:pt x="193649" y="13487"/>
                </a:lnTo>
                <a:lnTo>
                  <a:pt x="264375" y="84213"/>
                </a:lnTo>
                <a:lnTo>
                  <a:pt x="272478" y="76111"/>
                </a:lnTo>
                <a:lnTo>
                  <a:pt x="266026" y="69659"/>
                </a:lnTo>
                <a:lnTo>
                  <a:pt x="279673" y="69659"/>
                </a:lnTo>
                <a:lnTo>
                  <a:pt x="281749" y="69024"/>
                </a:lnTo>
                <a:lnTo>
                  <a:pt x="288048" y="62725"/>
                </a:lnTo>
                <a:lnTo>
                  <a:pt x="269354" y="62725"/>
                </a:lnTo>
                <a:lnTo>
                  <a:pt x="257759" y="59931"/>
                </a:lnTo>
                <a:lnTo>
                  <a:pt x="252501" y="56337"/>
                </a:lnTo>
                <a:lnTo>
                  <a:pt x="240131" y="43967"/>
                </a:lnTo>
                <a:lnTo>
                  <a:pt x="236753" y="37820"/>
                </a:lnTo>
                <a:lnTo>
                  <a:pt x="236067" y="30035"/>
                </a:lnTo>
                <a:lnTo>
                  <a:pt x="227584" y="30035"/>
                </a:lnTo>
                <a:lnTo>
                  <a:pt x="202349" y="4800"/>
                </a:lnTo>
                <a:close/>
              </a:path>
              <a:path w="297180" h="291464">
                <a:moveTo>
                  <a:pt x="279673" y="69659"/>
                </a:moveTo>
                <a:lnTo>
                  <a:pt x="266026" y="69659"/>
                </a:lnTo>
                <a:lnTo>
                  <a:pt x="274485" y="71246"/>
                </a:lnTo>
                <a:lnTo>
                  <a:pt x="279673" y="69659"/>
                </a:lnTo>
                <a:close/>
              </a:path>
              <a:path w="297180" h="291464">
                <a:moveTo>
                  <a:pt x="280701" y="11633"/>
                </a:moveTo>
                <a:lnTo>
                  <a:pt x="249656" y="11633"/>
                </a:lnTo>
                <a:lnTo>
                  <a:pt x="261327" y="12687"/>
                </a:lnTo>
                <a:lnTo>
                  <a:pt x="267576" y="16294"/>
                </a:lnTo>
                <a:lnTo>
                  <a:pt x="280784" y="29489"/>
                </a:lnTo>
                <a:lnTo>
                  <a:pt x="284302" y="35775"/>
                </a:lnTo>
                <a:lnTo>
                  <a:pt x="285356" y="47891"/>
                </a:lnTo>
                <a:lnTo>
                  <a:pt x="283730" y="52806"/>
                </a:lnTo>
                <a:lnTo>
                  <a:pt x="275285" y="61264"/>
                </a:lnTo>
                <a:lnTo>
                  <a:pt x="269354" y="62725"/>
                </a:lnTo>
                <a:lnTo>
                  <a:pt x="288048" y="62725"/>
                </a:lnTo>
                <a:lnTo>
                  <a:pt x="293865" y="56908"/>
                </a:lnTo>
                <a:lnTo>
                  <a:pt x="296684" y="49314"/>
                </a:lnTo>
                <a:lnTo>
                  <a:pt x="296240" y="40182"/>
                </a:lnTo>
                <a:lnTo>
                  <a:pt x="295125" y="33377"/>
                </a:lnTo>
                <a:lnTo>
                  <a:pt x="292450" y="26638"/>
                </a:lnTo>
                <a:lnTo>
                  <a:pt x="288215" y="19965"/>
                </a:lnTo>
                <a:lnTo>
                  <a:pt x="282308" y="13246"/>
                </a:lnTo>
                <a:lnTo>
                  <a:pt x="280701" y="11633"/>
                </a:lnTo>
                <a:close/>
              </a:path>
              <a:path w="297180" h="291464">
                <a:moveTo>
                  <a:pt x="253796" y="0"/>
                </a:moveTo>
                <a:lnTo>
                  <a:pt x="226669" y="21793"/>
                </a:lnTo>
                <a:lnTo>
                  <a:pt x="227584" y="30035"/>
                </a:lnTo>
                <a:lnTo>
                  <a:pt x="236067" y="30035"/>
                </a:lnTo>
                <a:lnTo>
                  <a:pt x="235686" y="25717"/>
                </a:lnTo>
                <a:lnTo>
                  <a:pt x="237324" y="20789"/>
                </a:lnTo>
                <a:lnTo>
                  <a:pt x="244868" y="13246"/>
                </a:lnTo>
                <a:lnTo>
                  <a:pt x="249656" y="11633"/>
                </a:lnTo>
                <a:lnTo>
                  <a:pt x="280701" y="11633"/>
                </a:lnTo>
                <a:lnTo>
                  <a:pt x="278739" y="9664"/>
                </a:lnTo>
                <a:lnTo>
                  <a:pt x="274751" y="6718"/>
                </a:lnTo>
                <a:lnTo>
                  <a:pt x="266217" y="2298"/>
                </a:lnTo>
                <a:lnTo>
                  <a:pt x="262013" y="952"/>
                </a:lnTo>
                <a:lnTo>
                  <a:pt x="253796" y="0"/>
                </a:lnTo>
                <a:close/>
              </a:path>
            </a:pathLst>
          </a:custGeom>
          <a:solidFill>
            <a:srgbClr val="000000"/>
          </a:solidFill>
        </p:spPr>
        <p:txBody>
          <a:bodyPr wrap="square" lIns="0" tIns="0" rIns="0" bIns="0" rtlCol="0"/>
          <a:lstStyle/>
          <a:p>
            <a:endParaRPr/>
          </a:p>
        </p:txBody>
      </p:sp>
      <p:sp>
        <p:nvSpPr>
          <p:cNvPr id="131" name="object 131"/>
          <p:cNvSpPr/>
          <p:nvPr/>
        </p:nvSpPr>
        <p:spPr>
          <a:xfrm>
            <a:off x="1752523" y="4369892"/>
            <a:ext cx="279400" cy="276225"/>
          </a:xfrm>
          <a:custGeom>
            <a:avLst/>
            <a:gdLst/>
            <a:ahLst/>
            <a:cxnLst/>
            <a:rect l="l" t="t" r="r" b="b"/>
            <a:pathLst>
              <a:path w="279400" h="276225">
                <a:moveTo>
                  <a:pt x="7112" y="182422"/>
                </a:moveTo>
                <a:lnTo>
                  <a:pt x="0" y="189534"/>
                </a:lnTo>
                <a:lnTo>
                  <a:pt x="13538" y="267665"/>
                </a:lnTo>
                <a:lnTo>
                  <a:pt x="21539" y="275678"/>
                </a:lnTo>
                <a:lnTo>
                  <a:pt x="38087" y="259130"/>
                </a:lnTo>
                <a:lnTo>
                  <a:pt x="22072" y="259130"/>
                </a:lnTo>
                <a:lnTo>
                  <a:pt x="12433" y="205130"/>
                </a:lnTo>
                <a:lnTo>
                  <a:pt x="29819" y="205130"/>
                </a:lnTo>
                <a:lnTo>
                  <a:pt x="7112" y="182422"/>
                </a:lnTo>
                <a:close/>
              </a:path>
              <a:path w="279400" h="276225">
                <a:moveTo>
                  <a:pt x="69646" y="244957"/>
                </a:moveTo>
                <a:lnTo>
                  <a:pt x="52260" y="244957"/>
                </a:lnTo>
                <a:lnTo>
                  <a:pt x="69151" y="261848"/>
                </a:lnTo>
                <a:lnTo>
                  <a:pt x="77838" y="253149"/>
                </a:lnTo>
                <a:lnTo>
                  <a:pt x="69646" y="244957"/>
                </a:lnTo>
                <a:close/>
              </a:path>
              <a:path w="279400" h="276225">
                <a:moveTo>
                  <a:pt x="29819" y="205130"/>
                </a:moveTo>
                <a:lnTo>
                  <a:pt x="12433" y="205130"/>
                </a:lnTo>
                <a:lnTo>
                  <a:pt x="44259" y="236956"/>
                </a:lnTo>
                <a:lnTo>
                  <a:pt x="22072" y="259130"/>
                </a:lnTo>
                <a:lnTo>
                  <a:pt x="38087" y="259130"/>
                </a:lnTo>
                <a:lnTo>
                  <a:pt x="52260" y="244957"/>
                </a:lnTo>
                <a:lnTo>
                  <a:pt x="69646" y="244957"/>
                </a:lnTo>
                <a:lnTo>
                  <a:pt x="60947" y="236258"/>
                </a:lnTo>
                <a:lnTo>
                  <a:pt x="68958" y="228257"/>
                </a:lnTo>
                <a:lnTo>
                  <a:pt x="52946" y="228257"/>
                </a:lnTo>
                <a:lnTo>
                  <a:pt x="29819" y="205130"/>
                </a:lnTo>
                <a:close/>
              </a:path>
              <a:path w="279400" h="276225">
                <a:moveTo>
                  <a:pt x="62534" y="218681"/>
                </a:moveTo>
                <a:lnTo>
                  <a:pt x="52946" y="228257"/>
                </a:lnTo>
                <a:lnTo>
                  <a:pt x="68958" y="228257"/>
                </a:lnTo>
                <a:lnTo>
                  <a:pt x="70535" y="226682"/>
                </a:lnTo>
                <a:lnTo>
                  <a:pt x="62534" y="218681"/>
                </a:lnTo>
                <a:close/>
              </a:path>
              <a:path w="279400" h="276225">
                <a:moveTo>
                  <a:pt x="92176" y="178942"/>
                </a:moveTo>
                <a:lnTo>
                  <a:pt x="65316" y="205816"/>
                </a:lnTo>
                <a:lnTo>
                  <a:pt x="74002" y="214515"/>
                </a:lnTo>
                <a:lnTo>
                  <a:pt x="100876" y="187642"/>
                </a:lnTo>
                <a:lnTo>
                  <a:pt x="92176" y="178942"/>
                </a:lnTo>
                <a:close/>
              </a:path>
              <a:path w="279400" h="276225">
                <a:moveTo>
                  <a:pt x="110159" y="79375"/>
                </a:moveTo>
                <a:lnTo>
                  <a:pt x="62445" y="127088"/>
                </a:lnTo>
                <a:lnTo>
                  <a:pt x="133172" y="197815"/>
                </a:lnTo>
                <a:lnTo>
                  <a:pt x="142557" y="188429"/>
                </a:lnTo>
                <a:lnTo>
                  <a:pt x="110451" y="156324"/>
                </a:lnTo>
                <a:lnTo>
                  <a:pt x="118748" y="148031"/>
                </a:lnTo>
                <a:lnTo>
                  <a:pt x="102158" y="148031"/>
                </a:lnTo>
                <a:lnTo>
                  <a:pt x="80124" y="125996"/>
                </a:lnTo>
                <a:lnTo>
                  <a:pt x="118452" y="87668"/>
                </a:lnTo>
                <a:lnTo>
                  <a:pt x="110159" y="79375"/>
                </a:lnTo>
                <a:close/>
              </a:path>
              <a:path w="279400" h="276225">
                <a:moveTo>
                  <a:pt x="135356" y="114833"/>
                </a:moveTo>
                <a:lnTo>
                  <a:pt x="102158" y="148031"/>
                </a:lnTo>
                <a:lnTo>
                  <a:pt x="118748" y="148031"/>
                </a:lnTo>
                <a:lnTo>
                  <a:pt x="143649" y="123139"/>
                </a:lnTo>
                <a:lnTo>
                  <a:pt x="135356" y="114833"/>
                </a:lnTo>
                <a:close/>
              </a:path>
              <a:path w="279400" h="276225">
                <a:moveTo>
                  <a:pt x="184315" y="55930"/>
                </a:moveTo>
                <a:lnTo>
                  <a:pt x="150934" y="83368"/>
                </a:lnTo>
                <a:lnTo>
                  <a:pt x="150482" y="90055"/>
                </a:lnTo>
                <a:lnTo>
                  <a:pt x="151504" y="96880"/>
                </a:lnTo>
                <a:lnTo>
                  <a:pt x="176593" y="126155"/>
                </a:lnTo>
                <a:lnTo>
                  <a:pt x="189814" y="129527"/>
                </a:lnTo>
                <a:lnTo>
                  <a:pt x="196415" y="128975"/>
                </a:lnTo>
                <a:lnTo>
                  <a:pt x="202731" y="126977"/>
                </a:lnTo>
                <a:lnTo>
                  <a:pt x="208764" y="123537"/>
                </a:lnTo>
                <a:lnTo>
                  <a:pt x="214515" y="118656"/>
                </a:lnTo>
                <a:lnTo>
                  <a:pt x="215288" y="117881"/>
                </a:lnTo>
                <a:lnTo>
                  <a:pt x="198069" y="117881"/>
                </a:lnTo>
                <a:lnTo>
                  <a:pt x="186385" y="117627"/>
                </a:lnTo>
                <a:lnTo>
                  <a:pt x="180492" y="114922"/>
                </a:lnTo>
                <a:lnTo>
                  <a:pt x="174548" y="109613"/>
                </a:lnTo>
                <a:lnTo>
                  <a:pt x="182156" y="102006"/>
                </a:lnTo>
                <a:lnTo>
                  <a:pt x="167932" y="102006"/>
                </a:lnTo>
                <a:lnTo>
                  <a:pt x="163753" y="97256"/>
                </a:lnTo>
                <a:lnTo>
                  <a:pt x="161683" y="92176"/>
                </a:lnTo>
                <a:lnTo>
                  <a:pt x="161759" y="81419"/>
                </a:lnTo>
                <a:lnTo>
                  <a:pt x="163766" y="76733"/>
                </a:lnTo>
                <a:lnTo>
                  <a:pt x="172148" y="68364"/>
                </a:lnTo>
                <a:lnTo>
                  <a:pt x="177406" y="66459"/>
                </a:lnTo>
                <a:lnTo>
                  <a:pt x="207466" y="66459"/>
                </a:lnTo>
                <a:lnTo>
                  <a:pt x="204080" y="63503"/>
                </a:lnTo>
                <a:lnTo>
                  <a:pt x="197594" y="59455"/>
                </a:lnTo>
                <a:lnTo>
                  <a:pt x="191006" y="56930"/>
                </a:lnTo>
                <a:lnTo>
                  <a:pt x="184315" y="55930"/>
                </a:lnTo>
                <a:close/>
              </a:path>
              <a:path w="279400" h="276225">
                <a:moveTo>
                  <a:pt x="220497" y="79679"/>
                </a:moveTo>
                <a:lnTo>
                  <a:pt x="210312" y="87490"/>
                </a:lnTo>
                <a:lnTo>
                  <a:pt x="212686" y="92494"/>
                </a:lnTo>
                <a:lnTo>
                  <a:pt x="213574" y="96880"/>
                </a:lnTo>
                <a:lnTo>
                  <a:pt x="198069" y="117881"/>
                </a:lnTo>
                <a:lnTo>
                  <a:pt x="215288" y="117881"/>
                </a:lnTo>
                <a:lnTo>
                  <a:pt x="220446" y="112712"/>
                </a:lnTo>
                <a:lnTo>
                  <a:pt x="223888" y="106400"/>
                </a:lnTo>
                <a:lnTo>
                  <a:pt x="225742" y="92989"/>
                </a:lnTo>
                <a:lnTo>
                  <a:pt x="224307" y="86321"/>
                </a:lnTo>
                <a:lnTo>
                  <a:pt x="220497" y="79679"/>
                </a:lnTo>
                <a:close/>
              </a:path>
              <a:path w="279400" h="276225">
                <a:moveTo>
                  <a:pt x="207466" y="66459"/>
                </a:moveTo>
                <a:lnTo>
                  <a:pt x="177406" y="66459"/>
                </a:lnTo>
                <a:lnTo>
                  <a:pt x="187464" y="67398"/>
                </a:lnTo>
                <a:lnTo>
                  <a:pt x="191782" y="69532"/>
                </a:lnTo>
                <a:lnTo>
                  <a:pt x="196481" y="73469"/>
                </a:lnTo>
                <a:lnTo>
                  <a:pt x="167932" y="102006"/>
                </a:lnTo>
                <a:lnTo>
                  <a:pt x="182156" y="102006"/>
                </a:lnTo>
                <a:lnTo>
                  <a:pt x="212725" y="71437"/>
                </a:lnTo>
                <a:lnTo>
                  <a:pt x="210406" y="69024"/>
                </a:lnTo>
                <a:lnTo>
                  <a:pt x="207466" y="66459"/>
                </a:lnTo>
                <a:close/>
              </a:path>
              <a:path w="279400" h="276225">
                <a:moveTo>
                  <a:pt x="184734" y="4800"/>
                </a:moveTo>
                <a:lnTo>
                  <a:pt x="176047" y="13487"/>
                </a:lnTo>
                <a:lnTo>
                  <a:pt x="246773" y="84213"/>
                </a:lnTo>
                <a:lnTo>
                  <a:pt x="254876" y="76111"/>
                </a:lnTo>
                <a:lnTo>
                  <a:pt x="248412" y="69659"/>
                </a:lnTo>
                <a:lnTo>
                  <a:pt x="262071" y="69659"/>
                </a:lnTo>
                <a:lnTo>
                  <a:pt x="264147" y="69024"/>
                </a:lnTo>
                <a:lnTo>
                  <a:pt x="270446" y="62725"/>
                </a:lnTo>
                <a:lnTo>
                  <a:pt x="251752" y="62725"/>
                </a:lnTo>
                <a:lnTo>
                  <a:pt x="240156" y="59931"/>
                </a:lnTo>
                <a:lnTo>
                  <a:pt x="234886" y="56337"/>
                </a:lnTo>
                <a:lnTo>
                  <a:pt x="222529" y="43967"/>
                </a:lnTo>
                <a:lnTo>
                  <a:pt x="219151" y="37820"/>
                </a:lnTo>
                <a:lnTo>
                  <a:pt x="218465" y="30035"/>
                </a:lnTo>
                <a:lnTo>
                  <a:pt x="209981" y="30035"/>
                </a:lnTo>
                <a:lnTo>
                  <a:pt x="184734" y="4800"/>
                </a:lnTo>
                <a:close/>
              </a:path>
              <a:path w="279400" h="276225">
                <a:moveTo>
                  <a:pt x="262071" y="69659"/>
                </a:moveTo>
                <a:lnTo>
                  <a:pt x="248412" y="69659"/>
                </a:lnTo>
                <a:lnTo>
                  <a:pt x="256882" y="71246"/>
                </a:lnTo>
                <a:lnTo>
                  <a:pt x="262071" y="69659"/>
                </a:lnTo>
                <a:close/>
              </a:path>
              <a:path w="279400" h="276225">
                <a:moveTo>
                  <a:pt x="263099" y="11633"/>
                </a:moveTo>
                <a:lnTo>
                  <a:pt x="232054" y="11633"/>
                </a:lnTo>
                <a:lnTo>
                  <a:pt x="243712" y="12687"/>
                </a:lnTo>
                <a:lnTo>
                  <a:pt x="249974" y="16294"/>
                </a:lnTo>
                <a:lnTo>
                  <a:pt x="263169" y="29489"/>
                </a:lnTo>
                <a:lnTo>
                  <a:pt x="266700" y="35775"/>
                </a:lnTo>
                <a:lnTo>
                  <a:pt x="267754" y="47891"/>
                </a:lnTo>
                <a:lnTo>
                  <a:pt x="266128" y="52806"/>
                </a:lnTo>
                <a:lnTo>
                  <a:pt x="257682" y="61264"/>
                </a:lnTo>
                <a:lnTo>
                  <a:pt x="251752" y="62725"/>
                </a:lnTo>
                <a:lnTo>
                  <a:pt x="270446" y="62725"/>
                </a:lnTo>
                <a:lnTo>
                  <a:pt x="276263" y="56908"/>
                </a:lnTo>
                <a:lnTo>
                  <a:pt x="279082" y="49314"/>
                </a:lnTo>
                <a:lnTo>
                  <a:pt x="278638" y="40182"/>
                </a:lnTo>
                <a:lnTo>
                  <a:pt x="277523" y="33377"/>
                </a:lnTo>
                <a:lnTo>
                  <a:pt x="274848" y="26638"/>
                </a:lnTo>
                <a:lnTo>
                  <a:pt x="270613" y="19965"/>
                </a:lnTo>
                <a:lnTo>
                  <a:pt x="264706" y="13246"/>
                </a:lnTo>
                <a:lnTo>
                  <a:pt x="263099" y="11633"/>
                </a:lnTo>
                <a:close/>
              </a:path>
              <a:path w="279400" h="276225">
                <a:moveTo>
                  <a:pt x="236194" y="0"/>
                </a:moveTo>
                <a:lnTo>
                  <a:pt x="209067" y="21793"/>
                </a:lnTo>
                <a:lnTo>
                  <a:pt x="209981" y="30035"/>
                </a:lnTo>
                <a:lnTo>
                  <a:pt x="218465" y="30035"/>
                </a:lnTo>
                <a:lnTo>
                  <a:pt x="218084" y="25717"/>
                </a:lnTo>
                <a:lnTo>
                  <a:pt x="219722" y="20789"/>
                </a:lnTo>
                <a:lnTo>
                  <a:pt x="227266" y="13246"/>
                </a:lnTo>
                <a:lnTo>
                  <a:pt x="232054" y="11633"/>
                </a:lnTo>
                <a:lnTo>
                  <a:pt x="263099" y="11633"/>
                </a:lnTo>
                <a:lnTo>
                  <a:pt x="261137" y="9664"/>
                </a:lnTo>
                <a:lnTo>
                  <a:pt x="257149" y="6718"/>
                </a:lnTo>
                <a:lnTo>
                  <a:pt x="248602" y="2298"/>
                </a:lnTo>
                <a:lnTo>
                  <a:pt x="244411" y="952"/>
                </a:lnTo>
                <a:lnTo>
                  <a:pt x="236194" y="0"/>
                </a:lnTo>
                <a:close/>
              </a:path>
            </a:pathLst>
          </a:custGeom>
          <a:solidFill>
            <a:srgbClr val="000000"/>
          </a:solidFill>
        </p:spPr>
        <p:txBody>
          <a:bodyPr wrap="square" lIns="0" tIns="0" rIns="0" bIns="0" rtlCol="0"/>
          <a:lstStyle/>
          <a:p>
            <a:endParaRPr/>
          </a:p>
        </p:txBody>
      </p:sp>
      <p:sp>
        <p:nvSpPr>
          <p:cNvPr id="132" name="object 132"/>
          <p:cNvSpPr/>
          <p:nvPr/>
        </p:nvSpPr>
        <p:spPr>
          <a:xfrm>
            <a:off x="2141410" y="4369892"/>
            <a:ext cx="294005" cy="276860"/>
          </a:xfrm>
          <a:custGeom>
            <a:avLst/>
            <a:gdLst/>
            <a:ahLst/>
            <a:cxnLst/>
            <a:rect l="l" t="t" r="r" b="b"/>
            <a:pathLst>
              <a:path w="294005" h="276860">
                <a:moveTo>
                  <a:pt x="34797" y="184061"/>
                </a:moveTo>
                <a:lnTo>
                  <a:pt x="1693" y="205633"/>
                </a:lnTo>
                <a:lnTo>
                  <a:pt x="0" y="219481"/>
                </a:lnTo>
                <a:lnTo>
                  <a:pt x="2033" y="228161"/>
                </a:lnTo>
                <a:lnTo>
                  <a:pt x="31170" y="264977"/>
                </a:lnTo>
                <a:lnTo>
                  <a:pt x="55384" y="276351"/>
                </a:lnTo>
                <a:lnTo>
                  <a:pt x="62556" y="276164"/>
                </a:lnTo>
                <a:lnTo>
                  <a:pt x="69232" y="274477"/>
                </a:lnTo>
                <a:lnTo>
                  <a:pt x="75410" y="271292"/>
                </a:lnTo>
                <a:lnTo>
                  <a:pt x="81089" y="266611"/>
                </a:lnTo>
                <a:lnTo>
                  <a:pt x="82130" y="265569"/>
                </a:lnTo>
                <a:lnTo>
                  <a:pt x="60756" y="265569"/>
                </a:lnTo>
                <a:lnTo>
                  <a:pt x="56895" y="265252"/>
                </a:lnTo>
                <a:lnTo>
                  <a:pt x="35458" y="244881"/>
                </a:lnTo>
                <a:lnTo>
                  <a:pt x="27393" y="244881"/>
                </a:lnTo>
                <a:lnTo>
                  <a:pt x="20396" y="237731"/>
                </a:lnTo>
                <a:lnTo>
                  <a:pt x="15773" y="231457"/>
                </a:lnTo>
                <a:lnTo>
                  <a:pt x="11290" y="220637"/>
                </a:lnTo>
                <a:lnTo>
                  <a:pt x="10540" y="215582"/>
                </a:lnTo>
                <a:lnTo>
                  <a:pt x="11849" y="207187"/>
                </a:lnTo>
                <a:lnTo>
                  <a:pt x="13538" y="203961"/>
                </a:lnTo>
                <a:lnTo>
                  <a:pt x="19786" y="197713"/>
                </a:lnTo>
                <a:lnTo>
                  <a:pt x="23939" y="196037"/>
                </a:lnTo>
                <a:lnTo>
                  <a:pt x="43166" y="196037"/>
                </a:lnTo>
                <a:lnTo>
                  <a:pt x="47434" y="191020"/>
                </a:lnTo>
                <a:lnTo>
                  <a:pt x="41236" y="186232"/>
                </a:lnTo>
                <a:lnTo>
                  <a:pt x="34797" y="184061"/>
                </a:lnTo>
                <a:close/>
              </a:path>
              <a:path w="294005" h="276860">
                <a:moveTo>
                  <a:pt x="80606" y="221818"/>
                </a:moveTo>
                <a:lnTo>
                  <a:pt x="49872" y="221818"/>
                </a:lnTo>
                <a:lnTo>
                  <a:pt x="60680" y="222275"/>
                </a:lnTo>
                <a:lnTo>
                  <a:pt x="65836" y="224828"/>
                </a:lnTo>
                <a:lnTo>
                  <a:pt x="75818" y="234810"/>
                </a:lnTo>
                <a:lnTo>
                  <a:pt x="78524" y="240144"/>
                </a:lnTo>
                <a:lnTo>
                  <a:pt x="79209" y="251307"/>
                </a:lnTo>
                <a:lnTo>
                  <a:pt x="77520" y="255955"/>
                </a:lnTo>
                <a:lnTo>
                  <a:pt x="71272" y="262204"/>
                </a:lnTo>
                <a:lnTo>
                  <a:pt x="68160" y="263893"/>
                </a:lnTo>
                <a:lnTo>
                  <a:pt x="60756" y="265569"/>
                </a:lnTo>
                <a:lnTo>
                  <a:pt x="82130" y="265569"/>
                </a:lnTo>
                <a:lnTo>
                  <a:pt x="85331" y="262369"/>
                </a:lnTo>
                <a:lnTo>
                  <a:pt x="88125" y="257556"/>
                </a:lnTo>
                <a:lnTo>
                  <a:pt x="90742" y="246859"/>
                </a:lnTo>
                <a:lnTo>
                  <a:pt x="90474" y="241249"/>
                </a:lnTo>
                <a:lnTo>
                  <a:pt x="86664" y="229793"/>
                </a:lnTo>
                <a:lnTo>
                  <a:pt x="83502" y="224713"/>
                </a:lnTo>
                <a:lnTo>
                  <a:pt x="80606" y="221818"/>
                </a:lnTo>
                <a:close/>
              </a:path>
              <a:path w="294005" h="276860">
                <a:moveTo>
                  <a:pt x="48069" y="209664"/>
                </a:moveTo>
                <a:lnTo>
                  <a:pt x="26425" y="240144"/>
                </a:lnTo>
                <a:lnTo>
                  <a:pt x="27393" y="244881"/>
                </a:lnTo>
                <a:lnTo>
                  <a:pt x="35458" y="244881"/>
                </a:lnTo>
                <a:lnTo>
                  <a:pt x="35331" y="236359"/>
                </a:lnTo>
                <a:lnTo>
                  <a:pt x="37249" y="231622"/>
                </a:lnTo>
                <a:lnTo>
                  <a:pt x="45173" y="223697"/>
                </a:lnTo>
                <a:lnTo>
                  <a:pt x="49872" y="221818"/>
                </a:lnTo>
                <a:lnTo>
                  <a:pt x="80606" y="221818"/>
                </a:lnTo>
                <a:lnTo>
                  <a:pt x="72301" y="213512"/>
                </a:lnTo>
                <a:lnTo>
                  <a:pt x="64744" y="210032"/>
                </a:lnTo>
                <a:lnTo>
                  <a:pt x="48069" y="209664"/>
                </a:lnTo>
                <a:close/>
              </a:path>
              <a:path w="294005" h="276860">
                <a:moveTo>
                  <a:pt x="106514" y="178942"/>
                </a:moveTo>
                <a:lnTo>
                  <a:pt x="79654" y="205816"/>
                </a:lnTo>
                <a:lnTo>
                  <a:pt x="88341" y="214515"/>
                </a:lnTo>
                <a:lnTo>
                  <a:pt x="115214" y="187642"/>
                </a:lnTo>
                <a:lnTo>
                  <a:pt x="106514" y="178942"/>
                </a:lnTo>
                <a:close/>
              </a:path>
              <a:path w="294005" h="276860">
                <a:moveTo>
                  <a:pt x="43166" y="196037"/>
                </a:moveTo>
                <a:lnTo>
                  <a:pt x="23939" y="196037"/>
                </a:lnTo>
                <a:lnTo>
                  <a:pt x="28790" y="196164"/>
                </a:lnTo>
                <a:lnTo>
                  <a:pt x="31750" y="196278"/>
                </a:lnTo>
                <a:lnTo>
                  <a:pt x="35344" y="197662"/>
                </a:lnTo>
                <a:lnTo>
                  <a:pt x="39535" y="200304"/>
                </a:lnTo>
                <a:lnTo>
                  <a:pt x="43166" y="196037"/>
                </a:lnTo>
                <a:close/>
              </a:path>
              <a:path w="294005" h="276860">
                <a:moveTo>
                  <a:pt x="124498" y="79375"/>
                </a:moveTo>
                <a:lnTo>
                  <a:pt x="76784" y="127088"/>
                </a:lnTo>
                <a:lnTo>
                  <a:pt x="147510" y="197815"/>
                </a:lnTo>
                <a:lnTo>
                  <a:pt x="156895" y="188429"/>
                </a:lnTo>
                <a:lnTo>
                  <a:pt x="124790" y="156324"/>
                </a:lnTo>
                <a:lnTo>
                  <a:pt x="133086" y="148031"/>
                </a:lnTo>
                <a:lnTo>
                  <a:pt x="116497" y="148031"/>
                </a:lnTo>
                <a:lnTo>
                  <a:pt x="94462" y="125996"/>
                </a:lnTo>
                <a:lnTo>
                  <a:pt x="132791" y="87668"/>
                </a:lnTo>
                <a:lnTo>
                  <a:pt x="124498" y="79375"/>
                </a:lnTo>
                <a:close/>
              </a:path>
              <a:path w="294005" h="276860">
                <a:moveTo>
                  <a:pt x="149682" y="114833"/>
                </a:moveTo>
                <a:lnTo>
                  <a:pt x="116497" y="148031"/>
                </a:lnTo>
                <a:lnTo>
                  <a:pt x="133086" y="148031"/>
                </a:lnTo>
                <a:lnTo>
                  <a:pt x="157987" y="123139"/>
                </a:lnTo>
                <a:lnTo>
                  <a:pt x="149682" y="114833"/>
                </a:lnTo>
                <a:close/>
              </a:path>
              <a:path w="294005" h="276860">
                <a:moveTo>
                  <a:pt x="198653" y="55930"/>
                </a:moveTo>
                <a:lnTo>
                  <a:pt x="165273" y="83368"/>
                </a:lnTo>
                <a:lnTo>
                  <a:pt x="164820" y="90055"/>
                </a:lnTo>
                <a:lnTo>
                  <a:pt x="165836" y="96880"/>
                </a:lnTo>
                <a:lnTo>
                  <a:pt x="190931" y="126155"/>
                </a:lnTo>
                <a:lnTo>
                  <a:pt x="204152" y="129527"/>
                </a:lnTo>
                <a:lnTo>
                  <a:pt x="210753" y="128975"/>
                </a:lnTo>
                <a:lnTo>
                  <a:pt x="217069" y="126977"/>
                </a:lnTo>
                <a:lnTo>
                  <a:pt x="223103" y="123537"/>
                </a:lnTo>
                <a:lnTo>
                  <a:pt x="228853" y="118656"/>
                </a:lnTo>
                <a:lnTo>
                  <a:pt x="229627" y="117881"/>
                </a:lnTo>
                <a:lnTo>
                  <a:pt x="212407" y="117881"/>
                </a:lnTo>
                <a:lnTo>
                  <a:pt x="200723" y="117627"/>
                </a:lnTo>
                <a:lnTo>
                  <a:pt x="194830" y="114922"/>
                </a:lnTo>
                <a:lnTo>
                  <a:pt x="188887" y="109613"/>
                </a:lnTo>
                <a:lnTo>
                  <a:pt x="196494" y="102006"/>
                </a:lnTo>
                <a:lnTo>
                  <a:pt x="182270" y="102006"/>
                </a:lnTo>
                <a:lnTo>
                  <a:pt x="178092" y="97256"/>
                </a:lnTo>
                <a:lnTo>
                  <a:pt x="176021" y="92176"/>
                </a:lnTo>
                <a:lnTo>
                  <a:pt x="176098" y="81419"/>
                </a:lnTo>
                <a:lnTo>
                  <a:pt x="178104" y="76733"/>
                </a:lnTo>
                <a:lnTo>
                  <a:pt x="186486" y="68364"/>
                </a:lnTo>
                <a:lnTo>
                  <a:pt x="191744" y="66459"/>
                </a:lnTo>
                <a:lnTo>
                  <a:pt x="221805" y="66459"/>
                </a:lnTo>
                <a:lnTo>
                  <a:pt x="218418" y="63503"/>
                </a:lnTo>
                <a:lnTo>
                  <a:pt x="211932" y="59455"/>
                </a:lnTo>
                <a:lnTo>
                  <a:pt x="205344" y="56930"/>
                </a:lnTo>
                <a:lnTo>
                  <a:pt x="198653" y="55930"/>
                </a:lnTo>
                <a:close/>
              </a:path>
              <a:path w="294005" h="276860">
                <a:moveTo>
                  <a:pt x="234822" y="79679"/>
                </a:moveTo>
                <a:lnTo>
                  <a:pt x="224650" y="87490"/>
                </a:lnTo>
                <a:lnTo>
                  <a:pt x="227025" y="92494"/>
                </a:lnTo>
                <a:lnTo>
                  <a:pt x="227912" y="96880"/>
                </a:lnTo>
                <a:lnTo>
                  <a:pt x="212407" y="117881"/>
                </a:lnTo>
                <a:lnTo>
                  <a:pt x="229627" y="117881"/>
                </a:lnTo>
                <a:lnTo>
                  <a:pt x="234784" y="112712"/>
                </a:lnTo>
                <a:lnTo>
                  <a:pt x="238226" y="106400"/>
                </a:lnTo>
                <a:lnTo>
                  <a:pt x="240080" y="92989"/>
                </a:lnTo>
                <a:lnTo>
                  <a:pt x="238645" y="86321"/>
                </a:lnTo>
                <a:lnTo>
                  <a:pt x="234822" y="79679"/>
                </a:lnTo>
                <a:close/>
              </a:path>
              <a:path w="294005" h="276860">
                <a:moveTo>
                  <a:pt x="221805" y="66459"/>
                </a:moveTo>
                <a:lnTo>
                  <a:pt x="191744" y="66459"/>
                </a:lnTo>
                <a:lnTo>
                  <a:pt x="201802" y="67398"/>
                </a:lnTo>
                <a:lnTo>
                  <a:pt x="206120" y="69532"/>
                </a:lnTo>
                <a:lnTo>
                  <a:pt x="210819" y="73469"/>
                </a:lnTo>
                <a:lnTo>
                  <a:pt x="182270" y="102006"/>
                </a:lnTo>
                <a:lnTo>
                  <a:pt x="196494" y="102006"/>
                </a:lnTo>
                <a:lnTo>
                  <a:pt x="227063" y="71437"/>
                </a:lnTo>
                <a:lnTo>
                  <a:pt x="224744" y="69024"/>
                </a:lnTo>
                <a:lnTo>
                  <a:pt x="221805" y="66459"/>
                </a:lnTo>
                <a:close/>
              </a:path>
              <a:path w="294005" h="276860">
                <a:moveTo>
                  <a:pt x="199072" y="4800"/>
                </a:moveTo>
                <a:lnTo>
                  <a:pt x="190385" y="13487"/>
                </a:lnTo>
                <a:lnTo>
                  <a:pt x="261112" y="84213"/>
                </a:lnTo>
                <a:lnTo>
                  <a:pt x="269214" y="76111"/>
                </a:lnTo>
                <a:lnTo>
                  <a:pt x="262750" y="69659"/>
                </a:lnTo>
                <a:lnTo>
                  <a:pt x="276410" y="69659"/>
                </a:lnTo>
                <a:lnTo>
                  <a:pt x="278485" y="69024"/>
                </a:lnTo>
                <a:lnTo>
                  <a:pt x="284784" y="62725"/>
                </a:lnTo>
                <a:lnTo>
                  <a:pt x="266090" y="62725"/>
                </a:lnTo>
                <a:lnTo>
                  <a:pt x="254495" y="59931"/>
                </a:lnTo>
                <a:lnTo>
                  <a:pt x="249224" y="56337"/>
                </a:lnTo>
                <a:lnTo>
                  <a:pt x="236867" y="43967"/>
                </a:lnTo>
                <a:lnTo>
                  <a:pt x="233489" y="37820"/>
                </a:lnTo>
                <a:lnTo>
                  <a:pt x="232803" y="30035"/>
                </a:lnTo>
                <a:lnTo>
                  <a:pt x="224320" y="30035"/>
                </a:lnTo>
                <a:lnTo>
                  <a:pt x="199072" y="4800"/>
                </a:lnTo>
                <a:close/>
              </a:path>
              <a:path w="294005" h="276860">
                <a:moveTo>
                  <a:pt x="276410" y="69659"/>
                </a:moveTo>
                <a:lnTo>
                  <a:pt x="262750" y="69659"/>
                </a:lnTo>
                <a:lnTo>
                  <a:pt x="271221" y="71246"/>
                </a:lnTo>
                <a:lnTo>
                  <a:pt x="276410" y="69659"/>
                </a:lnTo>
                <a:close/>
              </a:path>
              <a:path w="294005" h="276860">
                <a:moveTo>
                  <a:pt x="277437" y="11633"/>
                </a:moveTo>
                <a:lnTo>
                  <a:pt x="246392" y="11633"/>
                </a:lnTo>
                <a:lnTo>
                  <a:pt x="258051" y="12687"/>
                </a:lnTo>
                <a:lnTo>
                  <a:pt x="264312" y="16294"/>
                </a:lnTo>
                <a:lnTo>
                  <a:pt x="277520" y="29489"/>
                </a:lnTo>
                <a:lnTo>
                  <a:pt x="281038" y="35775"/>
                </a:lnTo>
                <a:lnTo>
                  <a:pt x="282105" y="47891"/>
                </a:lnTo>
                <a:lnTo>
                  <a:pt x="280466" y="52806"/>
                </a:lnTo>
                <a:lnTo>
                  <a:pt x="272021" y="61264"/>
                </a:lnTo>
                <a:lnTo>
                  <a:pt x="266090" y="62725"/>
                </a:lnTo>
                <a:lnTo>
                  <a:pt x="284784" y="62725"/>
                </a:lnTo>
                <a:lnTo>
                  <a:pt x="290601" y="56908"/>
                </a:lnTo>
                <a:lnTo>
                  <a:pt x="293408" y="49314"/>
                </a:lnTo>
                <a:lnTo>
                  <a:pt x="292976" y="40182"/>
                </a:lnTo>
                <a:lnTo>
                  <a:pt x="291862" y="33377"/>
                </a:lnTo>
                <a:lnTo>
                  <a:pt x="289186" y="26638"/>
                </a:lnTo>
                <a:lnTo>
                  <a:pt x="284952" y="19965"/>
                </a:lnTo>
                <a:lnTo>
                  <a:pt x="279044" y="13246"/>
                </a:lnTo>
                <a:lnTo>
                  <a:pt x="277437" y="11633"/>
                </a:lnTo>
                <a:close/>
              </a:path>
              <a:path w="294005" h="276860">
                <a:moveTo>
                  <a:pt x="250532" y="0"/>
                </a:moveTo>
                <a:lnTo>
                  <a:pt x="223405" y="21793"/>
                </a:lnTo>
                <a:lnTo>
                  <a:pt x="224320" y="30035"/>
                </a:lnTo>
                <a:lnTo>
                  <a:pt x="232803" y="30035"/>
                </a:lnTo>
                <a:lnTo>
                  <a:pt x="232422" y="25717"/>
                </a:lnTo>
                <a:lnTo>
                  <a:pt x="234060" y="20789"/>
                </a:lnTo>
                <a:lnTo>
                  <a:pt x="241604" y="13246"/>
                </a:lnTo>
                <a:lnTo>
                  <a:pt x="246392" y="11633"/>
                </a:lnTo>
                <a:lnTo>
                  <a:pt x="277437" y="11633"/>
                </a:lnTo>
                <a:lnTo>
                  <a:pt x="275475" y="9664"/>
                </a:lnTo>
                <a:lnTo>
                  <a:pt x="271487" y="6718"/>
                </a:lnTo>
                <a:lnTo>
                  <a:pt x="262940" y="2298"/>
                </a:lnTo>
                <a:lnTo>
                  <a:pt x="258749" y="952"/>
                </a:lnTo>
                <a:lnTo>
                  <a:pt x="250532" y="0"/>
                </a:lnTo>
                <a:close/>
              </a:path>
            </a:pathLst>
          </a:custGeom>
          <a:solidFill>
            <a:srgbClr val="000000"/>
          </a:solidFill>
        </p:spPr>
        <p:txBody>
          <a:bodyPr wrap="square" lIns="0" tIns="0" rIns="0" bIns="0" rtlCol="0"/>
          <a:lstStyle/>
          <a:p>
            <a:endParaRPr/>
          </a:p>
        </p:txBody>
      </p:sp>
      <p:sp>
        <p:nvSpPr>
          <p:cNvPr id="133" name="object 133"/>
          <p:cNvSpPr/>
          <p:nvPr/>
        </p:nvSpPr>
        <p:spPr>
          <a:xfrm>
            <a:off x="2533192" y="4369892"/>
            <a:ext cx="295910" cy="278765"/>
          </a:xfrm>
          <a:custGeom>
            <a:avLst/>
            <a:gdLst/>
            <a:ahLst/>
            <a:cxnLst/>
            <a:rect l="l" t="t" r="r" b="b"/>
            <a:pathLst>
              <a:path w="295910" h="278764">
                <a:moveTo>
                  <a:pt x="41190" y="237870"/>
                </a:moveTo>
                <a:lnTo>
                  <a:pt x="32689" y="237870"/>
                </a:lnTo>
                <a:lnTo>
                  <a:pt x="29489" y="243306"/>
                </a:lnTo>
                <a:lnTo>
                  <a:pt x="28282" y="248742"/>
                </a:lnTo>
                <a:lnTo>
                  <a:pt x="29806" y="259626"/>
                </a:lnTo>
                <a:lnTo>
                  <a:pt x="32486" y="264642"/>
                </a:lnTo>
                <a:lnTo>
                  <a:pt x="43256" y="275412"/>
                </a:lnTo>
                <a:lnTo>
                  <a:pt x="50545" y="278422"/>
                </a:lnTo>
                <a:lnTo>
                  <a:pt x="67348" y="278142"/>
                </a:lnTo>
                <a:lnTo>
                  <a:pt x="75031" y="274586"/>
                </a:lnTo>
                <a:lnTo>
                  <a:pt x="82537" y="267081"/>
                </a:lnTo>
                <a:lnTo>
                  <a:pt x="61963" y="267081"/>
                </a:lnTo>
                <a:lnTo>
                  <a:pt x="58432" y="267030"/>
                </a:lnTo>
                <a:lnTo>
                  <a:pt x="39932" y="240804"/>
                </a:lnTo>
                <a:lnTo>
                  <a:pt x="41190" y="237870"/>
                </a:lnTo>
                <a:close/>
              </a:path>
              <a:path w="295910" h="278764">
                <a:moveTo>
                  <a:pt x="86601" y="225704"/>
                </a:moveTo>
                <a:lnTo>
                  <a:pt x="66065" y="225704"/>
                </a:lnTo>
                <a:lnTo>
                  <a:pt x="70904" y="227774"/>
                </a:lnTo>
                <a:lnTo>
                  <a:pt x="79197" y="236067"/>
                </a:lnTo>
                <a:lnTo>
                  <a:pt x="81241" y="240804"/>
                </a:lnTo>
                <a:lnTo>
                  <a:pt x="81162" y="251650"/>
                </a:lnTo>
                <a:lnTo>
                  <a:pt x="79133" y="256260"/>
                </a:lnTo>
                <a:lnTo>
                  <a:pt x="72288" y="263105"/>
                </a:lnTo>
                <a:lnTo>
                  <a:pt x="69164" y="264960"/>
                </a:lnTo>
                <a:lnTo>
                  <a:pt x="61963" y="267081"/>
                </a:lnTo>
                <a:lnTo>
                  <a:pt x="82537" y="267081"/>
                </a:lnTo>
                <a:lnTo>
                  <a:pt x="88963" y="260654"/>
                </a:lnTo>
                <a:lnTo>
                  <a:pt x="92532" y="252983"/>
                </a:lnTo>
                <a:lnTo>
                  <a:pt x="92814" y="237464"/>
                </a:lnTo>
                <a:lnTo>
                  <a:pt x="92779" y="236067"/>
                </a:lnTo>
                <a:lnTo>
                  <a:pt x="89890" y="228993"/>
                </a:lnTo>
                <a:lnTo>
                  <a:pt x="86601" y="225704"/>
                </a:lnTo>
                <a:close/>
              </a:path>
              <a:path w="295910" h="278764">
                <a:moveTo>
                  <a:pt x="37274" y="185864"/>
                </a:moveTo>
                <a:lnTo>
                  <a:pt x="368" y="208330"/>
                </a:lnTo>
                <a:lnTo>
                  <a:pt x="0" y="222732"/>
                </a:lnTo>
                <a:lnTo>
                  <a:pt x="2489" y="228904"/>
                </a:lnTo>
                <a:lnTo>
                  <a:pt x="11049" y="237464"/>
                </a:lnTo>
                <a:lnTo>
                  <a:pt x="14846" y="239521"/>
                </a:lnTo>
                <a:lnTo>
                  <a:pt x="23215" y="240944"/>
                </a:lnTo>
                <a:lnTo>
                  <a:pt x="27762" y="240156"/>
                </a:lnTo>
                <a:lnTo>
                  <a:pt x="32689" y="237870"/>
                </a:lnTo>
                <a:lnTo>
                  <a:pt x="41190" y="237870"/>
                </a:lnTo>
                <a:lnTo>
                  <a:pt x="41910" y="236194"/>
                </a:lnTo>
                <a:lnTo>
                  <a:pt x="48221" y="229882"/>
                </a:lnTo>
                <a:lnTo>
                  <a:pt x="23368" y="229882"/>
                </a:lnTo>
                <a:lnTo>
                  <a:pt x="19557" y="228206"/>
                </a:lnTo>
                <a:lnTo>
                  <a:pt x="13246" y="221894"/>
                </a:lnTo>
                <a:lnTo>
                  <a:pt x="11785" y="218262"/>
                </a:lnTo>
                <a:lnTo>
                  <a:pt x="11874" y="209676"/>
                </a:lnTo>
                <a:lnTo>
                  <a:pt x="13563" y="205866"/>
                </a:lnTo>
                <a:lnTo>
                  <a:pt x="20205" y="199212"/>
                </a:lnTo>
                <a:lnTo>
                  <a:pt x="24041" y="197561"/>
                </a:lnTo>
                <a:lnTo>
                  <a:pt x="52365" y="197548"/>
                </a:lnTo>
                <a:lnTo>
                  <a:pt x="51955" y="196786"/>
                </a:lnTo>
                <a:lnTo>
                  <a:pt x="43522" y="188353"/>
                </a:lnTo>
                <a:lnTo>
                  <a:pt x="37274" y="185864"/>
                </a:lnTo>
                <a:close/>
              </a:path>
              <a:path w="295910" h="278764">
                <a:moveTo>
                  <a:pt x="52365" y="197548"/>
                </a:moveTo>
                <a:lnTo>
                  <a:pt x="32753" y="197548"/>
                </a:lnTo>
                <a:lnTo>
                  <a:pt x="36525" y="199135"/>
                </a:lnTo>
                <a:lnTo>
                  <a:pt x="42773" y="205384"/>
                </a:lnTo>
                <a:lnTo>
                  <a:pt x="44196" y="208787"/>
                </a:lnTo>
                <a:lnTo>
                  <a:pt x="44284" y="217487"/>
                </a:lnTo>
                <a:lnTo>
                  <a:pt x="42595" y="221284"/>
                </a:lnTo>
                <a:lnTo>
                  <a:pt x="35750" y="228117"/>
                </a:lnTo>
                <a:lnTo>
                  <a:pt x="31889" y="229857"/>
                </a:lnTo>
                <a:lnTo>
                  <a:pt x="23368" y="229882"/>
                </a:lnTo>
                <a:lnTo>
                  <a:pt x="48221" y="229882"/>
                </a:lnTo>
                <a:lnTo>
                  <a:pt x="50228" y="227876"/>
                </a:lnTo>
                <a:lnTo>
                  <a:pt x="55079" y="225755"/>
                </a:lnTo>
                <a:lnTo>
                  <a:pt x="86601" y="225704"/>
                </a:lnTo>
                <a:lnTo>
                  <a:pt x="79476" y="218579"/>
                </a:lnTo>
                <a:lnTo>
                  <a:pt x="78534" y="218071"/>
                </a:lnTo>
                <a:lnTo>
                  <a:pt x="52476" y="218071"/>
                </a:lnTo>
                <a:lnTo>
                  <a:pt x="54648" y="213258"/>
                </a:lnTo>
                <a:lnTo>
                  <a:pt x="55344" y="209029"/>
                </a:lnTo>
                <a:lnTo>
                  <a:pt x="55305" y="208330"/>
                </a:lnTo>
                <a:lnTo>
                  <a:pt x="53949" y="200494"/>
                </a:lnTo>
                <a:lnTo>
                  <a:pt x="52365" y="197548"/>
                </a:lnTo>
                <a:close/>
              </a:path>
              <a:path w="295910" h="278764">
                <a:moveTo>
                  <a:pt x="63779" y="214160"/>
                </a:moveTo>
                <a:lnTo>
                  <a:pt x="58216" y="215163"/>
                </a:lnTo>
                <a:lnTo>
                  <a:pt x="52476" y="218071"/>
                </a:lnTo>
                <a:lnTo>
                  <a:pt x="78534" y="218071"/>
                </a:lnTo>
                <a:lnTo>
                  <a:pt x="74599" y="215950"/>
                </a:lnTo>
                <a:lnTo>
                  <a:pt x="63779" y="214160"/>
                </a:lnTo>
                <a:close/>
              </a:path>
              <a:path w="295910" h="278764">
                <a:moveTo>
                  <a:pt x="108432" y="178942"/>
                </a:moveTo>
                <a:lnTo>
                  <a:pt x="81572" y="205816"/>
                </a:lnTo>
                <a:lnTo>
                  <a:pt x="90258" y="214515"/>
                </a:lnTo>
                <a:lnTo>
                  <a:pt x="117132" y="187642"/>
                </a:lnTo>
                <a:lnTo>
                  <a:pt x="108432" y="178942"/>
                </a:lnTo>
                <a:close/>
              </a:path>
              <a:path w="295910" h="278764">
                <a:moveTo>
                  <a:pt x="126415" y="79375"/>
                </a:moveTo>
                <a:lnTo>
                  <a:pt x="78701" y="127088"/>
                </a:lnTo>
                <a:lnTo>
                  <a:pt x="149428" y="197815"/>
                </a:lnTo>
                <a:lnTo>
                  <a:pt x="158813" y="188429"/>
                </a:lnTo>
                <a:lnTo>
                  <a:pt x="126707" y="156324"/>
                </a:lnTo>
                <a:lnTo>
                  <a:pt x="135004" y="148031"/>
                </a:lnTo>
                <a:lnTo>
                  <a:pt x="118414" y="148031"/>
                </a:lnTo>
                <a:lnTo>
                  <a:pt x="96380" y="125996"/>
                </a:lnTo>
                <a:lnTo>
                  <a:pt x="134708" y="87668"/>
                </a:lnTo>
                <a:lnTo>
                  <a:pt x="126415" y="79375"/>
                </a:lnTo>
                <a:close/>
              </a:path>
              <a:path w="295910" h="278764">
                <a:moveTo>
                  <a:pt x="151612" y="114833"/>
                </a:moveTo>
                <a:lnTo>
                  <a:pt x="118414" y="148031"/>
                </a:lnTo>
                <a:lnTo>
                  <a:pt x="135004" y="148031"/>
                </a:lnTo>
                <a:lnTo>
                  <a:pt x="159905" y="123139"/>
                </a:lnTo>
                <a:lnTo>
                  <a:pt x="151612" y="114833"/>
                </a:lnTo>
                <a:close/>
              </a:path>
              <a:path w="295910" h="278764">
                <a:moveTo>
                  <a:pt x="200571" y="55930"/>
                </a:moveTo>
                <a:lnTo>
                  <a:pt x="167190" y="83368"/>
                </a:lnTo>
                <a:lnTo>
                  <a:pt x="166738" y="90055"/>
                </a:lnTo>
                <a:lnTo>
                  <a:pt x="167754" y="96880"/>
                </a:lnTo>
                <a:lnTo>
                  <a:pt x="192849" y="126155"/>
                </a:lnTo>
                <a:lnTo>
                  <a:pt x="206070" y="129527"/>
                </a:lnTo>
                <a:lnTo>
                  <a:pt x="212671" y="128975"/>
                </a:lnTo>
                <a:lnTo>
                  <a:pt x="218987" y="126977"/>
                </a:lnTo>
                <a:lnTo>
                  <a:pt x="225020" y="123537"/>
                </a:lnTo>
                <a:lnTo>
                  <a:pt x="230771" y="118656"/>
                </a:lnTo>
                <a:lnTo>
                  <a:pt x="231544" y="117881"/>
                </a:lnTo>
                <a:lnTo>
                  <a:pt x="214325" y="117881"/>
                </a:lnTo>
                <a:lnTo>
                  <a:pt x="202641" y="117627"/>
                </a:lnTo>
                <a:lnTo>
                  <a:pt x="196748" y="114922"/>
                </a:lnTo>
                <a:lnTo>
                  <a:pt x="190804" y="109613"/>
                </a:lnTo>
                <a:lnTo>
                  <a:pt x="198412" y="102006"/>
                </a:lnTo>
                <a:lnTo>
                  <a:pt x="184188" y="102006"/>
                </a:lnTo>
                <a:lnTo>
                  <a:pt x="180009" y="97256"/>
                </a:lnTo>
                <a:lnTo>
                  <a:pt x="177939" y="92176"/>
                </a:lnTo>
                <a:lnTo>
                  <a:pt x="178015" y="81419"/>
                </a:lnTo>
                <a:lnTo>
                  <a:pt x="180022" y="76733"/>
                </a:lnTo>
                <a:lnTo>
                  <a:pt x="188404" y="68364"/>
                </a:lnTo>
                <a:lnTo>
                  <a:pt x="193662" y="66459"/>
                </a:lnTo>
                <a:lnTo>
                  <a:pt x="223722" y="66459"/>
                </a:lnTo>
                <a:lnTo>
                  <a:pt x="220336" y="63503"/>
                </a:lnTo>
                <a:lnTo>
                  <a:pt x="213850" y="59455"/>
                </a:lnTo>
                <a:lnTo>
                  <a:pt x="207262" y="56930"/>
                </a:lnTo>
                <a:lnTo>
                  <a:pt x="200571" y="55930"/>
                </a:lnTo>
                <a:close/>
              </a:path>
              <a:path w="295910" h="278764">
                <a:moveTo>
                  <a:pt x="236740" y="79679"/>
                </a:moveTo>
                <a:lnTo>
                  <a:pt x="226568" y="87490"/>
                </a:lnTo>
                <a:lnTo>
                  <a:pt x="228942" y="92494"/>
                </a:lnTo>
                <a:lnTo>
                  <a:pt x="229817" y="96880"/>
                </a:lnTo>
                <a:lnTo>
                  <a:pt x="214325" y="117881"/>
                </a:lnTo>
                <a:lnTo>
                  <a:pt x="231544" y="117881"/>
                </a:lnTo>
                <a:lnTo>
                  <a:pt x="236702" y="112712"/>
                </a:lnTo>
                <a:lnTo>
                  <a:pt x="240131" y="106400"/>
                </a:lnTo>
                <a:lnTo>
                  <a:pt x="241998" y="92989"/>
                </a:lnTo>
                <a:lnTo>
                  <a:pt x="240563" y="86321"/>
                </a:lnTo>
                <a:lnTo>
                  <a:pt x="236740" y="79679"/>
                </a:lnTo>
                <a:close/>
              </a:path>
              <a:path w="295910" h="278764">
                <a:moveTo>
                  <a:pt x="223722" y="66459"/>
                </a:moveTo>
                <a:lnTo>
                  <a:pt x="193662" y="66459"/>
                </a:lnTo>
                <a:lnTo>
                  <a:pt x="203720" y="67398"/>
                </a:lnTo>
                <a:lnTo>
                  <a:pt x="208038" y="69532"/>
                </a:lnTo>
                <a:lnTo>
                  <a:pt x="212737" y="73469"/>
                </a:lnTo>
                <a:lnTo>
                  <a:pt x="184188" y="102006"/>
                </a:lnTo>
                <a:lnTo>
                  <a:pt x="198412" y="102006"/>
                </a:lnTo>
                <a:lnTo>
                  <a:pt x="228981" y="71437"/>
                </a:lnTo>
                <a:lnTo>
                  <a:pt x="226662" y="69024"/>
                </a:lnTo>
                <a:lnTo>
                  <a:pt x="223722" y="66459"/>
                </a:lnTo>
                <a:close/>
              </a:path>
              <a:path w="295910" h="278764">
                <a:moveTo>
                  <a:pt x="200990" y="4800"/>
                </a:moveTo>
                <a:lnTo>
                  <a:pt x="192303" y="13487"/>
                </a:lnTo>
                <a:lnTo>
                  <a:pt x="263029" y="84213"/>
                </a:lnTo>
                <a:lnTo>
                  <a:pt x="271132" y="76111"/>
                </a:lnTo>
                <a:lnTo>
                  <a:pt x="264668" y="69659"/>
                </a:lnTo>
                <a:lnTo>
                  <a:pt x="278327" y="69659"/>
                </a:lnTo>
                <a:lnTo>
                  <a:pt x="280403" y="69024"/>
                </a:lnTo>
                <a:lnTo>
                  <a:pt x="286702" y="62725"/>
                </a:lnTo>
                <a:lnTo>
                  <a:pt x="268008" y="62725"/>
                </a:lnTo>
                <a:lnTo>
                  <a:pt x="256412" y="59931"/>
                </a:lnTo>
                <a:lnTo>
                  <a:pt x="251142" y="56337"/>
                </a:lnTo>
                <a:lnTo>
                  <a:pt x="238785" y="43967"/>
                </a:lnTo>
                <a:lnTo>
                  <a:pt x="235407" y="37820"/>
                </a:lnTo>
                <a:lnTo>
                  <a:pt x="234721" y="30035"/>
                </a:lnTo>
                <a:lnTo>
                  <a:pt x="226237" y="30035"/>
                </a:lnTo>
                <a:lnTo>
                  <a:pt x="200990" y="4800"/>
                </a:lnTo>
                <a:close/>
              </a:path>
              <a:path w="295910" h="278764">
                <a:moveTo>
                  <a:pt x="278327" y="69659"/>
                </a:moveTo>
                <a:lnTo>
                  <a:pt x="264668" y="69659"/>
                </a:lnTo>
                <a:lnTo>
                  <a:pt x="273138" y="71246"/>
                </a:lnTo>
                <a:lnTo>
                  <a:pt x="278327" y="69659"/>
                </a:lnTo>
                <a:close/>
              </a:path>
              <a:path w="295910" h="278764">
                <a:moveTo>
                  <a:pt x="279355" y="11633"/>
                </a:moveTo>
                <a:lnTo>
                  <a:pt x="248310" y="11633"/>
                </a:lnTo>
                <a:lnTo>
                  <a:pt x="259969" y="12687"/>
                </a:lnTo>
                <a:lnTo>
                  <a:pt x="266230" y="16294"/>
                </a:lnTo>
                <a:lnTo>
                  <a:pt x="279425" y="29489"/>
                </a:lnTo>
                <a:lnTo>
                  <a:pt x="282956" y="35775"/>
                </a:lnTo>
                <a:lnTo>
                  <a:pt x="284022" y="47891"/>
                </a:lnTo>
                <a:lnTo>
                  <a:pt x="282384" y="52806"/>
                </a:lnTo>
                <a:lnTo>
                  <a:pt x="273938" y="61264"/>
                </a:lnTo>
                <a:lnTo>
                  <a:pt x="268008" y="62725"/>
                </a:lnTo>
                <a:lnTo>
                  <a:pt x="286702" y="62725"/>
                </a:lnTo>
                <a:lnTo>
                  <a:pt x="292519" y="56908"/>
                </a:lnTo>
                <a:lnTo>
                  <a:pt x="295325" y="49314"/>
                </a:lnTo>
                <a:lnTo>
                  <a:pt x="294894" y="40182"/>
                </a:lnTo>
                <a:lnTo>
                  <a:pt x="293779" y="33377"/>
                </a:lnTo>
                <a:lnTo>
                  <a:pt x="291104" y="26638"/>
                </a:lnTo>
                <a:lnTo>
                  <a:pt x="286869" y="19965"/>
                </a:lnTo>
                <a:lnTo>
                  <a:pt x="280962" y="13246"/>
                </a:lnTo>
                <a:lnTo>
                  <a:pt x="279355" y="11633"/>
                </a:lnTo>
                <a:close/>
              </a:path>
              <a:path w="295910" h="278764">
                <a:moveTo>
                  <a:pt x="252450" y="0"/>
                </a:moveTo>
                <a:lnTo>
                  <a:pt x="225323" y="21793"/>
                </a:lnTo>
                <a:lnTo>
                  <a:pt x="226237" y="30035"/>
                </a:lnTo>
                <a:lnTo>
                  <a:pt x="234721" y="30035"/>
                </a:lnTo>
                <a:lnTo>
                  <a:pt x="234340" y="25717"/>
                </a:lnTo>
                <a:lnTo>
                  <a:pt x="235978" y="20789"/>
                </a:lnTo>
                <a:lnTo>
                  <a:pt x="243522" y="13246"/>
                </a:lnTo>
                <a:lnTo>
                  <a:pt x="248310" y="11633"/>
                </a:lnTo>
                <a:lnTo>
                  <a:pt x="279355" y="11633"/>
                </a:lnTo>
                <a:lnTo>
                  <a:pt x="277393" y="9664"/>
                </a:lnTo>
                <a:lnTo>
                  <a:pt x="273405" y="6718"/>
                </a:lnTo>
                <a:lnTo>
                  <a:pt x="264858" y="2298"/>
                </a:lnTo>
                <a:lnTo>
                  <a:pt x="260667" y="952"/>
                </a:lnTo>
                <a:lnTo>
                  <a:pt x="252450" y="0"/>
                </a:lnTo>
                <a:close/>
              </a:path>
            </a:pathLst>
          </a:custGeom>
          <a:solidFill>
            <a:srgbClr val="000000"/>
          </a:solidFill>
        </p:spPr>
        <p:txBody>
          <a:bodyPr wrap="square" lIns="0" tIns="0" rIns="0" bIns="0" rtlCol="0"/>
          <a:lstStyle/>
          <a:p>
            <a:endParaRPr/>
          </a:p>
        </p:txBody>
      </p:sp>
      <p:sp>
        <p:nvSpPr>
          <p:cNvPr id="134" name="object 134"/>
          <p:cNvSpPr/>
          <p:nvPr/>
        </p:nvSpPr>
        <p:spPr>
          <a:xfrm>
            <a:off x="2883141" y="4368800"/>
            <a:ext cx="339725" cy="320675"/>
          </a:xfrm>
          <a:custGeom>
            <a:avLst/>
            <a:gdLst/>
            <a:ahLst/>
            <a:cxnLst/>
            <a:rect l="l" t="t" r="r" b="b"/>
            <a:pathLst>
              <a:path w="339725" h="320675">
                <a:moveTo>
                  <a:pt x="32702" y="265302"/>
                </a:moveTo>
                <a:lnTo>
                  <a:pt x="15316" y="265302"/>
                </a:lnTo>
                <a:lnTo>
                  <a:pt x="70650" y="320636"/>
                </a:lnTo>
                <a:lnTo>
                  <a:pt x="79349" y="311950"/>
                </a:lnTo>
                <a:lnTo>
                  <a:pt x="32702" y="265302"/>
                </a:lnTo>
                <a:close/>
              </a:path>
              <a:path w="339725" h="320675">
                <a:moveTo>
                  <a:pt x="8318" y="240919"/>
                </a:moveTo>
                <a:lnTo>
                  <a:pt x="2717" y="246519"/>
                </a:lnTo>
                <a:lnTo>
                  <a:pt x="4267" y="251091"/>
                </a:lnTo>
                <a:lnTo>
                  <a:pt x="4824" y="256679"/>
                </a:lnTo>
                <a:lnTo>
                  <a:pt x="4831" y="256946"/>
                </a:lnTo>
                <a:lnTo>
                  <a:pt x="4063" y="270598"/>
                </a:lnTo>
                <a:lnTo>
                  <a:pt x="2578" y="277609"/>
                </a:lnTo>
                <a:lnTo>
                  <a:pt x="0" y="284759"/>
                </a:lnTo>
                <a:lnTo>
                  <a:pt x="8394" y="293154"/>
                </a:lnTo>
                <a:lnTo>
                  <a:pt x="15316" y="265302"/>
                </a:lnTo>
                <a:lnTo>
                  <a:pt x="32702" y="265302"/>
                </a:lnTo>
                <a:lnTo>
                  <a:pt x="8318" y="240919"/>
                </a:lnTo>
                <a:close/>
              </a:path>
              <a:path w="339725" h="320675">
                <a:moveTo>
                  <a:pt x="74930" y="186359"/>
                </a:moveTo>
                <a:lnTo>
                  <a:pt x="44386" y="218605"/>
                </a:lnTo>
                <a:lnTo>
                  <a:pt x="45758" y="225094"/>
                </a:lnTo>
                <a:lnTo>
                  <a:pt x="76497" y="263546"/>
                </a:lnTo>
                <a:lnTo>
                  <a:pt x="102577" y="276529"/>
                </a:lnTo>
                <a:lnTo>
                  <a:pt x="108950" y="276527"/>
                </a:lnTo>
                <a:lnTo>
                  <a:pt x="114960" y="275069"/>
                </a:lnTo>
                <a:lnTo>
                  <a:pt x="120608" y="272154"/>
                </a:lnTo>
                <a:lnTo>
                  <a:pt x="125895" y="267779"/>
                </a:lnTo>
                <a:lnTo>
                  <a:pt x="127584" y="266090"/>
                </a:lnTo>
                <a:lnTo>
                  <a:pt x="109524" y="266090"/>
                </a:lnTo>
                <a:lnTo>
                  <a:pt x="102984" y="264972"/>
                </a:lnTo>
                <a:lnTo>
                  <a:pt x="67962" y="237545"/>
                </a:lnTo>
                <a:lnTo>
                  <a:pt x="55308" y="211734"/>
                </a:lnTo>
                <a:lnTo>
                  <a:pt x="56807" y="206857"/>
                </a:lnTo>
                <a:lnTo>
                  <a:pt x="64858" y="198805"/>
                </a:lnTo>
                <a:lnTo>
                  <a:pt x="70167" y="197332"/>
                </a:lnTo>
                <a:lnTo>
                  <a:pt x="100567" y="197332"/>
                </a:lnTo>
                <a:lnTo>
                  <a:pt x="99720" y="196634"/>
                </a:lnTo>
                <a:lnTo>
                  <a:pt x="89331" y="190487"/>
                </a:lnTo>
                <a:lnTo>
                  <a:pt x="84378" y="188429"/>
                </a:lnTo>
                <a:lnTo>
                  <a:pt x="74930" y="186359"/>
                </a:lnTo>
                <a:close/>
              </a:path>
              <a:path w="339725" h="320675">
                <a:moveTo>
                  <a:pt x="100567" y="197332"/>
                </a:moveTo>
                <a:lnTo>
                  <a:pt x="70167" y="197332"/>
                </a:lnTo>
                <a:lnTo>
                  <a:pt x="76695" y="198450"/>
                </a:lnTo>
                <a:lnTo>
                  <a:pt x="82077" y="200276"/>
                </a:lnTo>
                <a:lnTo>
                  <a:pt x="111686" y="225833"/>
                </a:lnTo>
                <a:lnTo>
                  <a:pt x="124193" y="251409"/>
                </a:lnTo>
                <a:lnTo>
                  <a:pt x="122758" y="256679"/>
                </a:lnTo>
                <a:lnTo>
                  <a:pt x="114795" y="264655"/>
                </a:lnTo>
                <a:lnTo>
                  <a:pt x="109524" y="266090"/>
                </a:lnTo>
                <a:lnTo>
                  <a:pt x="127584" y="266090"/>
                </a:lnTo>
                <a:lnTo>
                  <a:pt x="131063" y="262610"/>
                </a:lnTo>
                <a:lnTo>
                  <a:pt x="133959" y="256946"/>
                </a:lnTo>
                <a:lnTo>
                  <a:pt x="135191" y="244640"/>
                </a:lnTo>
                <a:lnTo>
                  <a:pt x="133807" y="238163"/>
                </a:lnTo>
                <a:lnTo>
                  <a:pt x="105816" y="201663"/>
                </a:lnTo>
                <a:lnTo>
                  <a:pt x="100567" y="197332"/>
                </a:lnTo>
                <a:close/>
              </a:path>
              <a:path w="339725" h="320675">
                <a:moveTo>
                  <a:pt x="152476" y="178955"/>
                </a:moveTo>
                <a:lnTo>
                  <a:pt x="125615" y="205828"/>
                </a:lnTo>
                <a:lnTo>
                  <a:pt x="134302" y="214515"/>
                </a:lnTo>
                <a:lnTo>
                  <a:pt x="161175" y="187655"/>
                </a:lnTo>
                <a:lnTo>
                  <a:pt x="152476" y="178955"/>
                </a:lnTo>
                <a:close/>
              </a:path>
              <a:path w="339725" h="320675">
                <a:moveTo>
                  <a:pt x="170459" y="79387"/>
                </a:moveTo>
                <a:lnTo>
                  <a:pt x="122745" y="127088"/>
                </a:lnTo>
                <a:lnTo>
                  <a:pt x="193471" y="197827"/>
                </a:lnTo>
                <a:lnTo>
                  <a:pt x="202857" y="188442"/>
                </a:lnTo>
                <a:lnTo>
                  <a:pt x="170751" y="156337"/>
                </a:lnTo>
                <a:lnTo>
                  <a:pt x="179057" y="148031"/>
                </a:lnTo>
                <a:lnTo>
                  <a:pt x="162458" y="148031"/>
                </a:lnTo>
                <a:lnTo>
                  <a:pt x="140423" y="126009"/>
                </a:lnTo>
                <a:lnTo>
                  <a:pt x="178752" y="87680"/>
                </a:lnTo>
                <a:lnTo>
                  <a:pt x="170459" y="79387"/>
                </a:lnTo>
                <a:close/>
              </a:path>
              <a:path w="339725" h="320675">
                <a:moveTo>
                  <a:pt x="195643" y="114846"/>
                </a:moveTo>
                <a:lnTo>
                  <a:pt x="162458" y="148031"/>
                </a:lnTo>
                <a:lnTo>
                  <a:pt x="179057" y="148031"/>
                </a:lnTo>
                <a:lnTo>
                  <a:pt x="203949" y="123139"/>
                </a:lnTo>
                <a:lnTo>
                  <a:pt x="195643" y="114846"/>
                </a:lnTo>
                <a:close/>
              </a:path>
              <a:path w="339725" h="320675">
                <a:moveTo>
                  <a:pt x="244614" y="55930"/>
                </a:moveTo>
                <a:lnTo>
                  <a:pt x="211234" y="83368"/>
                </a:lnTo>
                <a:lnTo>
                  <a:pt x="210781" y="90055"/>
                </a:lnTo>
                <a:lnTo>
                  <a:pt x="211798" y="96887"/>
                </a:lnTo>
                <a:lnTo>
                  <a:pt x="236893" y="126166"/>
                </a:lnTo>
                <a:lnTo>
                  <a:pt x="250113" y="129539"/>
                </a:lnTo>
                <a:lnTo>
                  <a:pt x="256714" y="128982"/>
                </a:lnTo>
                <a:lnTo>
                  <a:pt x="263031" y="126984"/>
                </a:lnTo>
                <a:lnTo>
                  <a:pt x="269064" y="123542"/>
                </a:lnTo>
                <a:lnTo>
                  <a:pt x="274815" y="118656"/>
                </a:lnTo>
                <a:lnTo>
                  <a:pt x="275577" y="117894"/>
                </a:lnTo>
                <a:lnTo>
                  <a:pt x="258368" y="117894"/>
                </a:lnTo>
                <a:lnTo>
                  <a:pt x="246684" y="117640"/>
                </a:lnTo>
                <a:lnTo>
                  <a:pt x="240792" y="114922"/>
                </a:lnTo>
                <a:lnTo>
                  <a:pt x="234848" y="109626"/>
                </a:lnTo>
                <a:lnTo>
                  <a:pt x="242455" y="102019"/>
                </a:lnTo>
                <a:lnTo>
                  <a:pt x="228231" y="102019"/>
                </a:lnTo>
                <a:lnTo>
                  <a:pt x="224053" y="97256"/>
                </a:lnTo>
                <a:lnTo>
                  <a:pt x="222095" y="92494"/>
                </a:lnTo>
                <a:lnTo>
                  <a:pt x="222059" y="81419"/>
                </a:lnTo>
                <a:lnTo>
                  <a:pt x="224066" y="76746"/>
                </a:lnTo>
                <a:lnTo>
                  <a:pt x="232448" y="68364"/>
                </a:lnTo>
                <a:lnTo>
                  <a:pt x="237693" y="66459"/>
                </a:lnTo>
                <a:lnTo>
                  <a:pt x="267752" y="66459"/>
                </a:lnTo>
                <a:lnTo>
                  <a:pt x="264379" y="63515"/>
                </a:lnTo>
                <a:lnTo>
                  <a:pt x="257894" y="59466"/>
                </a:lnTo>
                <a:lnTo>
                  <a:pt x="251306" y="56938"/>
                </a:lnTo>
                <a:lnTo>
                  <a:pt x="244614" y="55930"/>
                </a:lnTo>
                <a:close/>
              </a:path>
              <a:path w="339725" h="320675">
                <a:moveTo>
                  <a:pt x="280784" y="79692"/>
                </a:moveTo>
                <a:lnTo>
                  <a:pt x="270611" y="87490"/>
                </a:lnTo>
                <a:lnTo>
                  <a:pt x="272973" y="92494"/>
                </a:lnTo>
                <a:lnTo>
                  <a:pt x="273859" y="96887"/>
                </a:lnTo>
                <a:lnTo>
                  <a:pt x="258368" y="117894"/>
                </a:lnTo>
                <a:lnTo>
                  <a:pt x="275577" y="117894"/>
                </a:lnTo>
                <a:lnTo>
                  <a:pt x="280746" y="112725"/>
                </a:lnTo>
                <a:lnTo>
                  <a:pt x="284175" y="106400"/>
                </a:lnTo>
                <a:lnTo>
                  <a:pt x="286042" y="93002"/>
                </a:lnTo>
                <a:lnTo>
                  <a:pt x="284606" y="86321"/>
                </a:lnTo>
                <a:lnTo>
                  <a:pt x="280784" y="79692"/>
                </a:lnTo>
                <a:close/>
              </a:path>
              <a:path w="339725" h="320675">
                <a:moveTo>
                  <a:pt x="267752" y="66459"/>
                </a:moveTo>
                <a:lnTo>
                  <a:pt x="237693" y="66459"/>
                </a:lnTo>
                <a:lnTo>
                  <a:pt x="247751" y="67398"/>
                </a:lnTo>
                <a:lnTo>
                  <a:pt x="252082" y="69545"/>
                </a:lnTo>
                <a:lnTo>
                  <a:pt x="256781" y="73469"/>
                </a:lnTo>
                <a:lnTo>
                  <a:pt x="228231" y="102019"/>
                </a:lnTo>
                <a:lnTo>
                  <a:pt x="242455" y="102019"/>
                </a:lnTo>
                <a:lnTo>
                  <a:pt x="273024" y="71450"/>
                </a:lnTo>
                <a:lnTo>
                  <a:pt x="271232" y="69545"/>
                </a:lnTo>
                <a:lnTo>
                  <a:pt x="270705" y="69037"/>
                </a:lnTo>
                <a:lnTo>
                  <a:pt x="267752" y="66459"/>
                </a:lnTo>
                <a:close/>
              </a:path>
              <a:path w="339725" h="320675">
                <a:moveTo>
                  <a:pt x="245033" y="4800"/>
                </a:moveTo>
                <a:lnTo>
                  <a:pt x="236346" y="13500"/>
                </a:lnTo>
                <a:lnTo>
                  <a:pt x="307073" y="84226"/>
                </a:lnTo>
                <a:lnTo>
                  <a:pt x="315175" y="76123"/>
                </a:lnTo>
                <a:lnTo>
                  <a:pt x="308711" y="69672"/>
                </a:lnTo>
                <a:lnTo>
                  <a:pt x="322371" y="69672"/>
                </a:lnTo>
                <a:lnTo>
                  <a:pt x="324446" y="69037"/>
                </a:lnTo>
                <a:lnTo>
                  <a:pt x="330752" y="62725"/>
                </a:lnTo>
                <a:lnTo>
                  <a:pt x="312051" y="62725"/>
                </a:lnTo>
                <a:lnTo>
                  <a:pt x="300456" y="59931"/>
                </a:lnTo>
                <a:lnTo>
                  <a:pt x="295186" y="56337"/>
                </a:lnTo>
                <a:lnTo>
                  <a:pt x="282828" y="43967"/>
                </a:lnTo>
                <a:lnTo>
                  <a:pt x="279438" y="37833"/>
                </a:lnTo>
                <a:lnTo>
                  <a:pt x="278760" y="30048"/>
                </a:lnTo>
                <a:lnTo>
                  <a:pt x="270281" y="30048"/>
                </a:lnTo>
                <a:lnTo>
                  <a:pt x="245033" y="4800"/>
                </a:lnTo>
                <a:close/>
              </a:path>
              <a:path w="339725" h="320675">
                <a:moveTo>
                  <a:pt x="322371" y="69672"/>
                </a:moveTo>
                <a:lnTo>
                  <a:pt x="308711" y="69672"/>
                </a:lnTo>
                <a:lnTo>
                  <a:pt x="317182" y="71259"/>
                </a:lnTo>
                <a:lnTo>
                  <a:pt x="322371" y="69672"/>
                </a:lnTo>
                <a:close/>
              </a:path>
              <a:path w="339725" h="320675">
                <a:moveTo>
                  <a:pt x="323380" y="11633"/>
                </a:moveTo>
                <a:lnTo>
                  <a:pt x="292353" y="11633"/>
                </a:lnTo>
                <a:lnTo>
                  <a:pt x="304012" y="12700"/>
                </a:lnTo>
                <a:lnTo>
                  <a:pt x="310273" y="16294"/>
                </a:lnTo>
                <a:lnTo>
                  <a:pt x="323469" y="29502"/>
                </a:lnTo>
                <a:lnTo>
                  <a:pt x="326999" y="35788"/>
                </a:lnTo>
                <a:lnTo>
                  <a:pt x="328053" y="47891"/>
                </a:lnTo>
                <a:lnTo>
                  <a:pt x="326428" y="52819"/>
                </a:lnTo>
                <a:lnTo>
                  <a:pt x="317982" y="61264"/>
                </a:lnTo>
                <a:lnTo>
                  <a:pt x="312051" y="62725"/>
                </a:lnTo>
                <a:lnTo>
                  <a:pt x="330752" y="62725"/>
                </a:lnTo>
                <a:lnTo>
                  <a:pt x="336562" y="56908"/>
                </a:lnTo>
                <a:lnTo>
                  <a:pt x="339369" y="49314"/>
                </a:lnTo>
                <a:lnTo>
                  <a:pt x="338924" y="40195"/>
                </a:lnTo>
                <a:lnTo>
                  <a:pt x="337818" y="33389"/>
                </a:lnTo>
                <a:lnTo>
                  <a:pt x="335146" y="26650"/>
                </a:lnTo>
                <a:lnTo>
                  <a:pt x="330913" y="19978"/>
                </a:lnTo>
                <a:lnTo>
                  <a:pt x="324993" y="13246"/>
                </a:lnTo>
                <a:lnTo>
                  <a:pt x="323380" y="11633"/>
                </a:lnTo>
                <a:close/>
              </a:path>
              <a:path w="339725" h="320675">
                <a:moveTo>
                  <a:pt x="296494" y="0"/>
                </a:moveTo>
                <a:lnTo>
                  <a:pt x="269367" y="21805"/>
                </a:lnTo>
                <a:lnTo>
                  <a:pt x="270281" y="30048"/>
                </a:lnTo>
                <a:lnTo>
                  <a:pt x="278760" y="30048"/>
                </a:lnTo>
                <a:lnTo>
                  <a:pt x="278383" y="25717"/>
                </a:lnTo>
                <a:lnTo>
                  <a:pt x="280009" y="20802"/>
                </a:lnTo>
                <a:lnTo>
                  <a:pt x="287566" y="13246"/>
                </a:lnTo>
                <a:lnTo>
                  <a:pt x="292353" y="11633"/>
                </a:lnTo>
                <a:lnTo>
                  <a:pt x="323380" y="11633"/>
                </a:lnTo>
                <a:lnTo>
                  <a:pt x="321424" y="9677"/>
                </a:lnTo>
                <a:lnTo>
                  <a:pt x="317449" y="6718"/>
                </a:lnTo>
                <a:lnTo>
                  <a:pt x="308902" y="2298"/>
                </a:lnTo>
                <a:lnTo>
                  <a:pt x="304711" y="952"/>
                </a:lnTo>
                <a:lnTo>
                  <a:pt x="296494" y="0"/>
                </a:lnTo>
                <a:close/>
              </a:path>
            </a:pathLst>
          </a:custGeom>
          <a:solidFill>
            <a:srgbClr val="000000"/>
          </a:solidFill>
        </p:spPr>
        <p:txBody>
          <a:bodyPr wrap="square" lIns="0" tIns="0" rIns="0" bIns="0" rtlCol="0"/>
          <a:lstStyle/>
          <a:p>
            <a:endParaRPr/>
          </a:p>
        </p:txBody>
      </p:sp>
      <p:sp>
        <p:nvSpPr>
          <p:cNvPr id="135" name="object 135"/>
          <p:cNvSpPr/>
          <p:nvPr/>
        </p:nvSpPr>
        <p:spPr>
          <a:xfrm>
            <a:off x="3286366" y="4368800"/>
            <a:ext cx="339725" cy="320675"/>
          </a:xfrm>
          <a:custGeom>
            <a:avLst/>
            <a:gdLst/>
            <a:ahLst/>
            <a:cxnLst/>
            <a:rect l="l" t="t" r="r" b="b"/>
            <a:pathLst>
              <a:path w="339725" h="320675">
                <a:moveTo>
                  <a:pt x="32702" y="265302"/>
                </a:moveTo>
                <a:lnTo>
                  <a:pt x="15316" y="265302"/>
                </a:lnTo>
                <a:lnTo>
                  <a:pt x="70650" y="320636"/>
                </a:lnTo>
                <a:lnTo>
                  <a:pt x="79349" y="311950"/>
                </a:lnTo>
                <a:lnTo>
                  <a:pt x="32702" y="265302"/>
                </a:lnTo>
                <a:close/>
              </a:path>
              <a:path w="339725" h="320675">
                <a:moveTo>
                  <a:pt x="8318" y="240919"/>
                </a:moveTo>
                <a:lnTo>
                  <a:pt x="2717" y="246519"/>
                </a:lnTo>
                <a:lnTo>
                  <a:pt x="4267" y="251091"/>
                </a:lnTo>
                <a:lnTo>
                  <a:pt x="4715" y="255587"/>
                </a:lnTo>
                <a:lnTo>
                  <a:pt x="4712" y="259067"/>
                </a:lnTo>
                <a:lnTo>
                  <a:pt x="4063" y="270598"/>
                </a:lnTo>
                <a:lnTo>
                  <a:pt x="2578" y="277609"/>
                </a:lnTo>
                <a:lnTo>
                  <a:pt x="0" y="284759"/>
                </a:lnTo>
                <a:lnTo>
                  <a:pt x="8394" y="293154"/>
                </a:lnTo>
                <a:lnTo>
                  <a:pt x="15316" y="265302"/>
                </a:lnTo>
                <a:lnTo>
                  <a:pt x="32702" y="265302"/>
                </a:lnTo>
                <a:lnTo>
                  <a:pt x="8318" y="240919"/>
                </a:lnTo>
                <a:close/>
              </a:path>
              <a:path w="339725" h="320675">
                <a:moveTo>
                  <a:pt x="99090" y="196392"/>
                </a:moveTo>
                <a:lnTo>
                  <a:pt x="79095" y="196392"/>
                </a:lnTo>
                <a:lnTo>
                  <a:pt x="83235" y="198056"/>
                </a:lnTo>
                <a:lnTo>
                  <a:pt x="89966" y="204787"/>
                </a:lnTo>
                <a:lnTo>
                  <a:pt x="92100" y="209651"/>
                </a:lnTo>
                <a:lnTo>
                  <a:pt x="93052" y="216052"/>
                </a:lnTo>
                <a:lnTo>
                  <a:pt x="93541" y="221449"/>
                </a:lnTo>
                <a:lnTo>
                  <a:pt x="93498" y="231368"/>
                </a:lnTo>
                <a:lnTo>
                  <a:pt x="93261" y="236853"/>
                </a:lnTo>
                <a:lnTo>
                  <a:pt x="92468" y="246621"/>
                </a:lnTo>
                <a:lnTo>
                  <a:pt x="91554" y="255587"/>
                </a:lnTo>
                <a:lnTo>
                  <a:pt x="91325" y="262928"/>
                </a:lnTo>
                <a:lnTo>
                  <a:pt x="100406" y="290893"/>
                </a:lnTo>
                <a:lnTo>
                  <a:pt x="120802" y="270497"/>
                </a:lnTo>
                <a:lnTo>
                  <a:pt x="104203" y="270497"/>
                </a:lnTo>
                <a:lnTo>
                  <a:pt x="103593" y="267957"/>
                </a:lnTo>
                <a:lnTo>
                  <a:pt x="103268" y="265302"/>
                </a:lnTo>
                <a:lnTo>
                  <a:pt x="103098" y="259067"/>
                </a:lnTo>
                <a:lnTo>
                  <a:pt x="103479" y="252742"/>
                </a:lnTo>
                <a:lnTo>
                  <a:pt x="104317" y="243154"/>
                </a:lnTo>
                <a:lnTo>
                  <a:pt x="104918" y="235065"/>
                </a:lnTo>
                <a:lnTo>
                  <a:pt x="105249" y="228503"/>
                </a:lnTo>
                <a:lnTo>
                  <a:pt x="105346" y="223989"/>
                </a:lnTo>
                <a:lnTo>
                  <a:pt x="105244" y="217309"/>
                </a:lnTo>
                <a:lnTo>
                  <a:pt x="104914" y="211594"/>
                </a:lnTo>
                <a:lnTo>
                  <a:pt x="103949" y="206794"/>
                </a:lnTo>
                <a:lnTo>
                  <a:pt x="100799" y="198996"/>
                </a:lnTo>
                <a:lnTo>
                  <a:pt x="99090" y="196392"/>
                </a:lnTo>
                <a:close/>
              </a:path>
              <a:path w="339725" h="320675">
                <a:moveTo>
                  <a:pt x="138925" y="235775"/>
                </a:moveTo>
                <a:lnTo>
                  <a:pt x="104203" y="270497"/>
                </a:lnTo>
                <a:lnTo>
                  <a:pt x="120802" y="270497"/>
                </a:lnTo>
                <a:lnTo>
                  <a:pt x="147231" y="244068"/>
                </a:lnTo>
                <a:lnTo>
                  <a:pt x="138925" y="235775"/>
                </a:lnTo>
                <a:close/>
              </a:path>
              <a:path w="339725" h="320675">
                <a:moveTo>
                  <a:pt x="83540" y="184543"/>
                </a:moveTo>
                <a:lnTo>
                  <a:pt x="47307" y="201930"/>
                </a:lnTo>
                <a:lnTo>
                  <a:pt x="42697" y="223989"/>
                </a:lnTo>
                <a:lnTo>
                  <a:pt x="45465" y="231368"/>
                </a:lnTo>
                <a:lnTo>
                  <a:pt x="51511" y="238632"/>
                </a:lnTo>
                <a:lnTo>
                  <a:pt x="61290" y="230631"/>
                </a:lnTo>
                <a:lnTo>
                  <a:pt x="56896" y="226187"/>
                </a:lnTo>
                <a:lnTo>
                  <a:pt x="54766" y="221569"/>
                </a:lnTo>
                <a:lnTo>
                  <a:pt x="79095" y="196392"/>
                </a:lnTo>
                <a:lnTo>
                  <a:pt x="99090" y="196392"/>
                </a:lnTo>
                <a:lnTo>
                  <a:pt x="98590" y="195630"/>
                </a:lnTo>
                <a:lnTo>
                  <a:pt x="90195" y="187236"/>
                </a:lnTo>
                <a:lnTo>
                  <a:pt x="83540" y="184543"/>
                </a:lnTo>
                <a:close/>
              </a:path>
              <a:path w="339725" h="320675">
                <a:moveTo>
                  <a:pt x="152476" y="178955"/>
                </a:moveTo>
                <a:lnTo>
                  <a:pt x="125615" y="205828"/>
                </a:lnTo>
                <a:lnTo>
                  <a:pt x="134302" y="214515"/>
                </a:lnTo>
                <a:lnTo>
                  <a:pt x="161175" y="187655"/>
                </a:lnTo>
                <a:lnTo>
                  <a:pt x="152476" y="178955"/>
                </a:lnTo>
                <a:close/>
              </a:path>
              <a:path w="339725" h="320675">
                <a:moveTo>
                  <a:pt x="170459" y="79387"/>
                </a:moveTo>
                <a:lnTo>
                  <a:pt x="122745" y="127088"/>
                </a:lnTo>
                <a:lnTo>
                  <a:pt x="193471" y="197827"/>
                </a:lnTo>
                <a:lnTo>
                  <a:pt x="202857" y="188442"/>
                </a:lnTo>
                <a:lnTo>
                  <a:pt x="170751" y="156337"/>
                </a:lnTo>
                <a:lnTo>
                  <a:pt x="179057" y="148031"/>
                </a:lnTo>
                <a:lnTo>
                  <a:pt x="162458" y="148031"/>
                </a:lnTo>
                <a:lnTo>
                  <a:pt x="140423" y="126009"/>
                </a:lnTo>
                <a:lnTo>
                  <a:pt x="178752" y="87680"/>
                </a:lnTo>
                <a:lnTo>
                  <a:pt x="170459" y="79387"/>
                </a:lnTo>
                <a:close/>
              </a:path>
              <a:path w="339725" h="320675">
                <a:moveTo>
                  <a:pt x="195643" y="114846"/>
                </a:moveTo>
                <a:lnTo>
                  <a:pt x="162458" y="148031"/>
                </a:lnTo>
                <a:lnTo>
                  <a:pt x="179057" y="148031"/>
                </a:lnTo>
                <a:lnTo>
                  <a:pt x="203949" y="123139"/>
                </a:lnTo>
                <a:lnTo>
                  <a:pt x="195643" y="114846"/>
                </a:lnTo>
                <a:close/>
              </a:path>
              <a:path w="339725" h="320675">
                <a:moveTo>
                  <a:pt x="244614" y="55930"/>
                </a:moveTo>
                <a:lnTo>
                  <a:pt x="211234" y="83368"/>
                </a:lnTo>
                <a:lnTo>
                  <a:pt x="210781" y="90055"/>
                </a:lnTo>
                <a:lnTo>
                  <a:pt x="211798" y="96887"/>
                </a:lnTo>
                <a:lnTo>
                  <a:pt x="236893" y="126166"/>
                </a:lnTo>
                <a:lnTo>
                  <a:pt x="250113" y="129539"/>
                </a:lnTo>
                <a:lnTo>
                  <a:pt x="256714" y="128982"/>
                </a:lnTo>
                <a:lnTo>
                  <a:pt x="263031" y="126984"/>
                </a:lnTo>
                <a:lnTo>
                  <a:pt x="269064" y="123542"/>
                </a:lnTo>
                <a:lnTo>
                  <a:pt x="274815" y="118656"/>
                </a:lnTo>
                <a:lnTo>
                  <a:pt x="275577" y="117894"/>
                </a:lnTo>
                <a:lnTo>
                  <a:pt x="258368" y="117894"/>
                </a:lnTo>
                <a:lnTo>
                  <a:pt x="246684" y="117640"/>
                </a:lnTo>
                <a:lnTo>
                  <a:pt x="240791" y="114922"/>
                </a:lnTo>
                <a:lnTo>
                  <a:pt x="234848" y="109626"/>
                </a:lnTo>
                <a:lnTo>
                  <a:pt x="242455" y="102019"/>
                </a:lnTo>
                <a:lnTo>
                  <a:pt x="228231" y="102019"/>
                </a:lnTo>
                <a:lnTo>
                  <a:pt x="224040" y="97256"/>
                </a:lnTo>
                <a:lnTo>
                  <a:pt x="222107" y="92494"/>
                </a:lnTo>
                <a:lnTo>
                  <a:pt x="222059" y="81419"/>
                </a:lnTo>
                <a:lnTo>
                  <a:pt x="224066" y="76746"/>
                </a:lnTo>
                <a:lnTo>
                  <a:pt x="232448" y="68364"/>
                </a:lnTo>
                <a:lnTo>
                  <a:pt x="237693" y="66459"/>
                </a:lnTo>
                <a:lnTo>
                  <a:pt x="267752" y="66459"/>
                </a:lnTo>
                <a:lnTo>
                  <a:pt x="264379" y="63515"/>
                </a:lnTo>
                <a:lnTo>
                  <a:pt x="257894" y="59466"/>
                </a:lnTo>
                <a:lnTo>
                  <a:pt x="251306" y="56938"/>
                </a:lnTo>
                <a:lnTo>
                  <a:pt x="244614" y="55930"/>
                </a:lnTo>
                <a:close/>
              </a:path>
              <a:path w="339725" h="320675">
                <a:moveTo>
                  <a:pt x="280784" y="79692"/>
                </a:moveTo>
                <a:lnTo>
                  <a:pt x="270611" y="87490"/>
                </a:lnTo>
                <a:lnTo>
                  <a:pt x="272973" y="92494"/>
                </a:lnTo>
                <a:lnTo>
                  <a:pt x="273859" y="96887"/>
                </a:lnTo>
                <a:lnTo>
                  <a:pt x="258368" y="117894"/>
                </a:lnTo>
                <a:lnTo>
                  <a:pt x="275577" y="117894"/>
                </a:lnTo>
                <a:lnTo>
                  <a:pt x="280746" y="112725"/>
                </a:lnTo>
                <a:lnTo>
                  <a:pt x="284175" y="106400"/>
                </a:lnTo>
                <a:lnTo>
                  <a:pt x="286042" y="93002"/>
                </a:lnTo>
                <a:lnTo>
                  <a:pt x="284606" y="86321"/>
                </a:lnTo>
                <a:lnTo>
                  <a:pt x="280784" y="79692"/>
                </a:lnTo>
                <a:close/>
              </a:path>
              <a:path w="339725" h="320675">
                <a:moveTo>
                  <a:pt x="267752" y="66459"/>
                </a:moveTo>
                <a:lnTo>
                  <a:pt x="237693" y="66459"/>
                </a:lnTo>
                <a:lnTo>
                  <a:pt x="247751" y="67398"/>
                </a:lnTo>
                <a:lnTo>
                  <a:pt x="252082" y="69545"/>
                </a:lnTo>
                <a:lnTo>
                  <a:pt x="256781" y="73469"/>
                </a:lnTo>
                <a:lnTo>
                  <a:pt x="228231" y="102019"/>
                </a:lnTo>
                <a:lnTo>
                  <a:pt x="242455" y="102019"/>
                </a:lnTo>
                <a:lnTo>
                  <a:pt x="273024" y="71450"/>
                </a:lnTo>
                <a:lnTo>
                  <a:pt x="271232" y="69545"/>
                </a:lnTo>
                <a:lnTo>
                  <a:pt x="270705" y="69037"/>
                </a:lnTo>
                <a:lnTo>
                  <a:pt x="267752" y="66459"/>
                </a:lnTo>
                <a:close/>
              </a:path>
              <a:path w="339725" h="320675">
                <a:moveTo>
                  <a:pt x="245033" y="4800"/>
                </a:moveTo>
                <a:lnTo>
                  <a:pt x="236347" y="13500"/>
                </a:lnTo>
                <a:lnTo>
                  <a:pt x="307073" y="84226"/>
                </a:lnTo>
                <a:lnTo>
                  <a:pt x="315175" y="76123"/>
                </a:lnTo>
                <a:lnTo>
                  <a:pt x="308711" y="69672"/>
                </a:lnTo>
                <a:lnTo>
                  <a:pt x="322362" y="69672"/>
                </a:lnTo>
                <a:lnTo>
                  <a:pt x="324434" y="69037"/>
                </a:lnTo>
                <a:lnTo>
                  <a:pt x="330746" y="62725"/>
                </a:lnTo>
                <a:lnTo>
                  <a:pt x="312051" y="62725"/>
                </a:lnTo>
                <a:lnTo>
                  <a:pt x="300456" y="59931"/>
                </a:lnTo>
                <a:lnTo>
                  <a:pt x="295186" y="56337"/>
                </a:lnTo>
                <a:lnTo>
                  <a:pt x="282828" y="43967"/>
                </a:lnTo>
                <a:lnTo>
                  <a:pt x="279450" y="37833"/>
                </a:lnTo>
                <a:lnTo>
                  <a:pt x="278765" y="30048"/>
                </a:lnTo>
                <a:lnTo>
                  <a:pt x="270281" y="30048"/>
                </a:lnTo>
                <a:lnTo>
                  <a:pt x="245033" y="4800"/>
                </a:lnTo>
                <a:close/>
              </a:path>
              <a:path w="339725" h="320675">
                <a:moveTo>
                  <a:pt x="322362" y="69672"/>
                </a:moveTo>
                <a:lnTo>
                  <a:pt x="308711" y="69672"/>
                </a:lnTo>
                <a:lnTo>
                  <a:pt x="317182" y="71259"/>
                </a:lnTo>
                <a:lnTo>
                  <a:pt x="322362" y="69672"/>
                </a:lnTo>
                <a:close/>
              </a:path>
              <a:path w="339725" h="320675">
                <a:moveTo>
                  <a:pt x="323380" y="11633"/>
                </a:moveTo>
                <a:lnTo>
                  <a:pt x="292353" y="11633"/>
                </a:lnTo>
                <a:lnTo>
                  <a:pt x="304012" y="12700"/>
                </a:lnTo>
                <a:lnTo>
                  <a:pt x="310273" y="16294"/>
                </a:lnTo>
                <a:lnTo>
                  <a:pt x="323468" y="29502"/>
                </a:lnTo>
                <a:lnTo>
                  <a:pt x="326999" y="35788"/>
                </a:lnTo>
                <a:lnTo>
                  <a:pt x="328053" y="47891"/>
                </a:lnTo>
                <a:lnTo>
                  <a:pt x="326428" y="52819"/>
                </a:lnTo>
                <a:lnTo>
                  <a:pt x="317982" y="61264"/>
                </a:lnTo>
                <a:lnTo>
                  <a:pt x="312051" y="62725"/>
                </a:lnTo>
                <a:lnTo>
                  <a:pt x="330746" y="62725"/>
                </a:lnTo>
                <a:lnTo>
                  <a:pt x="336562" y="56908"/>
                </a:lnTo>
                <a:lnTo>
                  <a:pt x="339369" y="49314"/>
                </a:lnTo>
                <a:lnTo>
                  <a:pt x="338924" y="40195"/>
                </a:lnTo>
                <a:lnTo>
                  <a:pt x="337818" y="33389"/>
                </a:lnTo>
                <a:lnTo>
                  <a:pt x="335146" y="26650"/>
                </a:lnTo>
                <a:lnTo>
                  <a:pt x="330913" y="19978"/>
                </a:lnTo>
                <a:lnTo>
                  <a:pt x="324993" y="13246"/>
                </a:lnTo>
                <a:lnTo>
                  <a:pt x="323380" y="11633"/>
                </a:lnTo>
                <a:close/>
              </a:path>
              <a:path w="339725" h="320675">
                <a:moveTo>
                  <a:pt x="296494" y="0"/>
                </a:moveTo>
                <a:lnTo>
                  <a:pt x="269366" y="21805"/>
                </a:lnTo>
                <a:lnTo>
                  <a:pt x="270281" y="30048"/>
                </a:lnTo>
                <a:lnTo>
                  <a:pt x="278765" y="30048"/>
                </a:lnTo>
                <a:lnTo>
                  <a:pt x="278384" y="25717"/>
                </a:lnTo>
                <a:lnTo>
                  <a:pt x="280009" y="20802"/>
                </a:lnTo>
                <a:lnTo>
                  <a:pt x="287566" y="13246"/>
                </a:lnTo>
                <a:lnTo>
                  <a:pt x="292353" y="11633"/>
                </a:lnTo>
                <a:lnTo>
                  <a:pt x="323380" y="11633"/>
                </a:lnTo>
                <a:lnTo>
                  <a:pt x="321424" y="9677"/>
                </a:lnTo>
                <a:lnTo>
                  <a:pt x="317449" y="6718"/>
                </a:lnTo>
                <a:lnTo>
                  <a:pt x="308902" y="2298"/>
                </a:lnTo>
                <a:lnTo>
                  <a:pt x="304711" y="952"/>
                </a:lnTo>
                <a:lnTo>
                  <a:pt x="296494" y="0"/>
                </a:lnTo>
                <a:close/>
              </a:path>
            </a:pathLst>
          </a:custGeom>
          <a:solidFill>
            <a:srgbClr val="000000"/>
          </a:solidFill>
        </p:spPr>
        <p:txBody>
          <a:bodyPr wrap="square" lIns="0" tIns="0" rIns="0" bIns="0" rtlCol="0"/>
          <a:lstStyle/>
          <a:p>
            <a:endParaRPr/>
          </a:p>
        </p:txBody>
      </p:sp>
      <p:sp>
        <p:nvSpPr>
          <p:cNvPr id="136" name="object 136"/>
          <p:cNvSpPr/>
          <p:nvPr/>
        </p:nvSpPr>
        <p:spPr>
          <a:xfrm>
            <a:off x="3678478" y="4368800"/>
            <a:ext cx="339725" cy="320675"/>
          </a:xfrm>
          <a:custGeom>
            <a:avLst/>
            <a:gdLst/>
            <a:ahLst/>
            <a:cxnLst/>
            <a:rect l="l" t="t" r="r" b="b"/>
            <a:pathLst>
              <a:path w="339725" h="320675">
                <a:moveTo>
                  <a:pt x="32702" y="265302"/>
                </a:moveTo>
                <a:lnTo>
                  <a:pt x="15316" y="265302"/>
                </a:lnTo>
                <a:lnTo>
                  <a:pt x="70662" y="320636"/>
                </a:lnTo>
                <a:lnTo>
                  <a:pt x="79349" y="311950"/>
                </a:lnTo>
                <a:lnTo>
                  <a:pt x="32702" y="265302"/>
                </a:lnTo>
                <a:close/>
              </a:path>
              <a:path w="339725" h="320675">
                <a:moveTo>
                  <a:pt x="8318" y="240919"/>
                </a:moveTo>
                <a:lnTo>
                  <a:pt x="2717" y="246519"/>
                </a:lnTo>
                <a:lnTo>
                  <a:pt x="4267" y="251091"/>
                </a:lnTo>
                <a:lnTo>
                  <a:pt x="4838" y="256819"/>
                </a:lnTo>
                <a:lnTo>
                  <a:pt x="4063" y="270598"/>
                </a:lnTo>
                <a:lnTo>
                  <a:pt x="2578" y="277609"/>
                </a:lnTo>
                <a:lnTo>
                  <a:pt x="0" y="284759"/>
                </a:lnTo>
                <a:lnTo>
                  <a:pt x="8394" y="293154"/>
                </a:lnTo>
                <a:lnTo>
                  <a:pt x="15316" y="265302"/>
                </a:lnTo>
                <a:lnTo>
                  <a:pt x="32702" y="265302"/>
                </a:lnTo>
                <a:lnTo>
                  <a:pt x="8318" y="240919"/>
                </a:lnTo>
                <a:close/>
              </a:path>
              <a:path w="339725" h="320675">
                <a:moveTo>
                  <a:pt x="67411" y="182435"/>
                </a:moveTo>
                <a:lnTo>
                  <a:pt x="60299" y="189547"/>
                </a:lnTo>
                <a:lnTo>
                  <a:pt x="73837" y="267677"/>
                </a:lnTo>
                <a:lnTo>
                  <a:pt x="81838" y="275678"/>
                </a:lnTo>
                <a:lnTo>
                  <a:pt x="98374" y="259143"/>
                </a:lnTo>
                <a:lnTo>
                  <a:pt x="82372" y="259143"/>
                </a:lnTo>
                <a:lnTo>
                  <a:pt x="72732" y="205143"/>
                </a:lnTo>
                <a:lnTo>
                  <a:pt x="90119" y="205143"/>
                </a:lnTo>
                <a:lnTo>
                  <a:pt x="67411" y="182435"/>
                </a:lnTo>
                <a:close/>
              </a:path>
              <a:path w="339725" h="320675">
                <a:moveTo>
                  <a:pt x="129933" y="244957"/>
                </a:moveTo>
                <a:lnTo>
                  <a:pt x="112560" y="244957"/>
                </a:lnTo>
                <a:lnTo>
                  <a:pt x="129451" y="261848"/>
                </a:lnTo>
                <a:lnTo>
                  <a:pt x="138137" y="253161"/>
                </a:lnTo>
                <a:lnTo>
                  <a:pt x="129933" y="244957"/>
                </a:lnTo>
                <a:close/>
              </a:path>
              <a:path w="339725" h="320675">
                <a:moveTo>
                  <a:pt x="90119" y="205143"/>
                </a:moveTo>
                <a:lnTo>
                  <a:pt x="72732" y="205143"/>
                </a:lnTo>
                <a:lnTo>
                  <a:pt x="104559" y="236956"/>
                </a:lnTo>
                <a:lnTo>
                  <a:pt x="82372" y="259143"/>
                </a:lnTo>
                <a:lnTo>
                  <a:pt x="98374" y="259143"/>
                </a:lnTo>
                <a:lnTo>
                  <a:pt x="112560" y="244957"/>
                </a:lnTo>
                <a:lnTo>
                  <a:pt x="129933" y="244957"/>
                </a:lnTo>
                <a:lnTo>
                  <a:pt x="121246" y="236270"/>
                </a:lnTo>
                <a:lnTo>
                  <a:pt x="129247" y="228269"/>
                </a:lnTo>
                <a:lnTo>
                  <a:pt x="113245" y="228269"/>
                </a:lnTo>
                <a:lnTo>
                  <a:pt x="90119" y="205143"/>
                </a:lnTo>
                <a:close/>
              </a:path>
              <a:path w="339725" h="320675">
                <a:moveTo>
                  <a:pt x="122834" y="218681"/>
                </a:moveTo>
                <a:lnTo>
                  <a:pt x="113245" y="228269"/>
                </a:lnTo>
                <a:lnTo>
                  <a:pt x="129247" y="228269"/>
                </a:lnTo>
                <a:lnTo>
                  <a:pt x="130835" y="226682"/>
                </a:lnTo>
                <a:lnTo>
                  <a:pt x="122834" y="218681"/>
                </a:lnTo>
                <a:close/>
              </a:path>
              <a:path w="339725" h="320675">
                <a:moveTo>
                  <a:pt x="152476" y="178955"/>
                </a:moveTo>
                <a:lnTo>
                  <a:pt x="125615" y="205828"/>
                </a:lnTo>
                <a:lnTo>
                  <a:pt x="134302" y="214515"/>
                </a:lnTo>
                <a:lnTo>
                  <a:pt x="161175" y="187655"/>
                </a:lnTo>
                <a:lnTo>
                  <a:pt x="152476" y="178955"/>
                </a:lnTo>
                <a:close/>
              </a:path>
              <a:path w="339725" h="320675">
                <a:moveTo>
                  <a:pt x="170459" y="79387"/>
                </a:moveTo>
                <a:lnTo>
                  <a:pt x="122745" y="127088"/>
                </a:lnTo>
                <a:lnTo>
                  <a:pt x="193471" y="197827"/>
                </a:lnTo>
                <a:lnTo>
                  <a:pt x="202857" y="188442"/>
                </a:lnTo>
                <a:lnTo>
                  <a:pt x="170751" y="156337"/>
                </a:lnTo>
                <a:lnTo>
                  <a:pt x="179057" y="148031"/>
                </a:lnTo>
                <a:lnTo>
                  <a:pt x="162458" y="148031"/>
                </a:lnTo>
                <a:lnTo>
                  <a:pt x="140423" y="126009"/>
                </a:lnTo>
                <a:lnTo>
                  <a:pt x="178752" y="87680"/>
                </a:lnTo>
                <a:lnTo>
                  <a:pt x="170459" y="79387"/>
                </a:lnTo>
                <a:close/>
              </a:path>
              <a:path w="339725" h="320675">
                <a:moveTo>
                  <a:pt x="195643" y="114846"/>
                </a:moveTo>
                <a:lnTo>
                  <a:pt x="162458" y="148031"/>
                </a:lnTo>
                <a:lnTo>
                  <a:pt x="179057" y="148031"/>
                </a:lnTo>
                <a:lnTo>
                  <a:pt x="203949" y="123139"/>
                </a:lnTo>
                <a:lnTo>
                  <a:pt x="195643" y="114846"/>
                </a:lnTo>
                <a:close/>
              </a:path>
              <a:path w="339725" h="320675">
                <a:moveTo>
                  <a:pt x="244614" y="55930"/>
                </a:moveTo>
                <a:lnTo>
                  <a:pt x="211234" y="83368"/>
                </a:lnTo>
                <a:lnTo>
                  <a:pt x="210781" y="90055"/>
                </a:lnTo>
                <a:lnTo>
                  <a:pt x="211798" y="96887"/>
                </a:lnTo>
                <a:lnTo>
                  <a:pt x="236893" y="126166"/>
                </a:lnTo>
                <a:lnTo>
                  <a:pt x="250113" y="129539"/>
                </a:lnTo>
                <a:lnTo>
                  <a:pt x="256714" y="128982"/>
                </a:lnTo>
                <a:lnTo>
                  <a:pt x="263031" y="126984"/>
                </a:lnTo>
                <a:lnTo>
                  <a:pt x="269064" y="123542"/>
                </a:lnTo>
                <a:lnTo>
                  <a:pt x="274815" y="118656"/>
                </a:lnTo>
                <a:lnTo>
                  <a:pt x="275577" y="117894"/>
                </a:lnTo>
                <a:lnTo>
                  <a:pt x="258368" y="117894"/>
                </a:lnTo>
                <a:lnTo>
                  <a:pt x="246684" y="117640"/>
                </a:lnTo>
                <a:lnTo>
                  <a:pt x="240791" y="114922"/>
                </a:lnTo>
                <a:lnTo>
                  <a:pt x="234848" y="109626"/>
                </a:lnTo>
                <a:lnTo>
                  <a:pt x="242455" y="102019"/>
                </a:lnTo>
                <a:lnTo>
                  <a:pt x="228231" y="102019"/>
                </a:lnTo>
                <a:lnTo>
                  <a:pt x="224053" y="97256"/>
                </a:lnTo>
                <a:lnTo>
                  <a:pt x="222095" y="92494"/>
                </a:lnTo>
                <a:lnTo>
                  <a:pt x="222059" y="81419"/>
                </a:lnTo>
                <a:lnTo>
                  <a:pt x="224066" y="76746"/>
                </a:lnTo>
                <a:lnTo>
                  <a:pt x="232448" y="68364"/>
                </a:lnTo>
                <a:lnTo>
                  <a:pt x="237693" y="66459"/>
                </a:lnTo>
                <a:lnTo>
                  <a:pt x="267752" y="66459"/>
                </a:lnTo>
                <a:lnTo>
                  <a:pt x="264379" y="63515"/>
                </a:lnTo>
                <a:lnTo>
                  <a:pt x="257894" y="59466"/>
                </a:lnTo>
                <a:lnTo>
                  <a:pt x="251306" y="56938"/>
                </a:lnTo>
                <a:lnTo>
                  <a:pt x="244614" y="55930"/>
                </a:lnTo>
                <a:close/>
              </a:path>
              <a:path w="339725" h="320675">
                <a:moveTo>
                  <a:pt x="280784" y="79692"/>
                </a:moveTo>
                <a:lnTo>
                  <a:pt x="270611" y="87490"/>
                </a:lnTo>
                <a:lnTo>
                  <a:pt x="272973" y="92494"/>
                </a:lnTo>
                <a:lnTo>
                  <a:pt x="273859" y="96887"/>
                </a:lnTo>
                <a:lnTo>
                  <a:pt x="258368" y="117894"/>
                </a:lnTo>
                <a:lnTo>
                  <a:pt x="275577" y="117894"/>
                </a:lnTo>
                <a:lnTo>
                  <a:pt x="280746" y="112725"/>
                </a:lnTo>
                <a:lnTo>
                  <a:pt x="284175" y="106400"/>
                </a:lnTo>
                <a:lnTo>
                  <a:pt x="286042" y="93002"/>
                </a:lnTo>
                <a:lnTo>
                  <a:pt x="284606" y="86321"/>
                </a:lnTo>
                <a:lnTo>
                  <a:pt x="280784" y="79692"/>
                </a:lnTo>
                <a:close/>
              </a:path>
              <a:path w="339725" h="320675">
                <a:moveTo>
                  <a:pt x="267752" y="66459"/>
                </a:moveTo>
                <a:lnTo>
                  <a:pt x="237693" y="66459"/>
                </a:lnTo>
                <a:lnTo>
                  <a:pt x="247764" y="67398"/>
                </a:lnTo>
                <a:lnTo>
                  <a:pt x="252082" y="69545"/>
                </a:lnTo>
                <a:lnTo>
                  <a:pt x="256781" y="73469"/>
                </a:lnTo>
                <a:lnTo>
                  <a:pt x="228231" y="102019"/>
                </a:lnTo>
                <a:lnTo>
                  <a:pt x="242455" y="102019"/>
                </a:lnTo>
                <a:lnTo>
                  <a:pt x="273024" y="71450"/>
                </a:lnTo>
                <a:lnTo>
                  <a:pt x="271232" y="69545"/>
                </a:lnTo>
                <a:lnTo>
                  <a:pt x="270705" y="69037"/>
                </a:lnTo>
                <a:lnTo>
                  <a:pt x="267752" y="66459"/>
                </a:lnTo>
                <a:close/>
              </a:path>
              <a:path w="339725" h="320675">
                <a:moveTo>
                  <a:pt x="245033" y="4800"/>
                </a:moveTo>
                <a:lnTo>
                  <a:pt x="236347" y="13500"/>
                </a:lnTo>
                <a:lnTo>
                  <a:pt x="307073" y="84226"/>
                </a:lnTo>
                <a:lnTo>
                  <a:pt x="315175" y="76123"/>
                </a:lnTo>
                <a:lnTo>
                  <a:pt x="308711" y="69672"/>
                </a:lnTo>
                <a:lnTo>
                  <a:pt x="322362" y="69672"/>
                </a:lnTo>
                <a:lnTo>
                  <a:pt x="324434" y="69037"/>
                </a:lnTo>
                <a:lnTo>
                  <a:pt x="330746" y="62725"/>
                </a:lnTo>
                <a:lnTo>
                  <a:pt x="312051" y="62725"/>
                </a:lnTo>
                <a:lnTo>
                  <a:pt x="300456" y="59931"/>
                </a:lnTo>
                <a:lnTo>
                  <a:pt x="295186" y="56337"/>
                </a:lnTo>
                <a:lnTo>
                  <a:pt x="282828" y="43967"/>
                </a:lnTo>
                <a:lnTo>
                  <a:pt x="279450" y="37833"/>
                </a:lnTo>
                <a:lnTo>
                  <a:pt x="278765" y="30048"/>
                </a:lnTo>
                <a:lnTo>
                  <a:pt x="270281" y="30048"/>
                </a:lnTo>
                <a:lnTo>
                  <a:pt x="245033" y="4800"/>
                </a:lnTo>
                <a:close/>
              </a:path>
              <a:path w="339725" h="320675">
                <a:moveTo>
                  <a:pt x="322362" y="69672"/>
                </a:moveTo>
                <a:lnTo>
                  <a:pt x="308711" y="69672"/>
                </a:lnTo>
                <a:lnTo>
                  <a:pt x="317182" y="71259"/>
                </a:lnTo>
                <a:lnTo>
                  <a:pt x="322362" y="69672"/>
                </a:lnTo>
                <a:close/>
              </a:path>
              <a:path w="339725" h="320675">
                <a:moveTo>
                  <a:pt x="323380" y="11633"/>
                </a:moveTo>
                <a:lnTo>
                  <a:pt x="292353" y="11633"/>
                </a:lnTo>
                <a:lnTo>
                  <a:pt x="304012" y="12700"/>
                </a:lnTo>
                <a:lnTo>
                  <a:pt x="310273" y="16294"/>
                </a:lnTo>
                <a:lnTo>
                  <a:pt x="323468" y="29502"/>
                </a:lnTo>
                <a:lnTo>
                  <a:pt x="326999" y="35788"/>
                </a:lnTo>
                <a:lnTo>
                  <a:pt x="328053" y="47891"/>
                </a:lnTo>
                <a:lnTo>
                  <a:pt x="326428" y="52819"/>
                </a:lnTo>
                <a:lnTo>
                  <a:pt x="317982" y="61264"/>
                </a:lnTo>
                <a:lnTo>
                  <a:pt x="312051" y="62725"/>
                </a:lnTo>
                <a:lnTo>
                  <a:pt x="330746" y="62725"/>
                </a:lnTo>
                <a:lnTo>
                  <a:pt x="336562" y="56908"/>
                </a:lnTo>
                <a:lnTo>
                  <a:pt x="339369" y="49314"/>
                </a:lnTo>
                <a:lnTo>
                  <a:pt x="338924" y="40195"/>
                </a:lnTo>
                <a:lnTo>
                  <a:pt x="337818" y="33389"/>
                </a:lnTo>
                <a:lnTo>
                  <a:pt x="335146" y="26650"/>
                </a:lnTo>
                <a:lnTo>
                  <a:pt x="330913" y="19978"/>
                </a:lnTo>
                <a:lnTo>
                  <a:pt x="324993" y="13246"/>
                </a:lnTo>
                <a:lnTo>
                  <a:pt x="323380" y="11633"/>
                </a:lnTo>
                <a:close/>
              </a:path>
              <a:path w="339725" h="320675">
                <a:moveTo>
                  <a:pt x="296494" y="0"/>
                </a:moveTo>
                <a:lnTo>
                  <a:pt x="269366" y="21805"/>
                </a:lnTo>
                <a:lnTo>
                  <a:pt x="270281" y="30048"/>
                </a:lnTo>
                <a:lnTo>
                  <a:pt x="278765" y="30048"/>
                </a:lnTo>
                <a:lnTo>
                  <a:pt x="278384" y="25717"/>
                </a:lnTo>
                <a:lnTo>
                  <a:pt x="280009" y="20802"/>
                </a:lnTo>
                <a:lnTo>
                  <a:pt x="287566" y="13246"/>
                </a:lnTo>
                <a:lnTo>
                  <a:pt x="292353" y="11633"/>
                </a:lnTo>
                <a:lnTo>
                  <a:pt x="323380" y="11633"/>
                </a:lnTo>
                <a:lnTo>
                  <a:pt x="321424" y="9677"/>
                </a:lnTo>
                <a:lnTo>
                  <a:pt x="317449" y="6718"/>
                </a:lnTo>
                <a:lnTo>
                  <a:pt x="308902" y="2298"/>
                </a:lnTo>
                <a:lnTo>
                  <a:pt x="304711" y="952"/>
                </a:lnTo>
                <a:lnTo>
                  <a:pt x="296494" y="0"/>
                </a:lnTo>
                <a:close/>
              </a:path>
            </a:pathLst>
          </a:custGeom>
          <a:solidFill>
            <a:srgbClr val="000000"/>
          </a:solidFill>
        </p:spPr>
        <p:txBody>
          <a:bodyPr wrap="square" lIns="0" tIns="0" rIns="0" bIns="0" rtlCol="0"/>
          <a:lstStyle/>
          <a:p>
            <a:endParaRPr/>
          </a:p>
        </p:txBody>
      </p:sp>
      <p:sp>
        <p:nvSpPr>
          <p:cNvPr id="137" name="object 137"/>
          <p:cNvSpPr/>
          <p:nvPr/>
        </p:nvSpPr>
        <p:spPr>
          <a:xfrm>
            <a:off x="4083291" y="4368800"/>
            <a:ext cx="2717444" cy="345833"/>
          </a:xfrm>
          <a:prstGeom prst="rect">
            <a:avLst/>
          </a:prstGeom>
          <a:blipFill>
            <a:blip r:embed="rId3" cstate="email"/>
            <a:stretch>
              <a:fillRect/>
            </a:stretch>
          </a:blipFill>
        </p:spPr>
        <p:txBody>
          <a:bodyPr wrap="square" lIns="0" tIns="0" rIns="0" bIns="0" rtlCol="0"/>
          <a:lstStyle/>
          <a:p>
            <a:endParaRPr/>
          </a:p>
        </p:txBody>
      </p:sp>
      <p:sp>
        <p:nvSpPr>
          <p:cNvPr id="138" name="object 138"/>
          <p:cNvSpPr/>
          <p:nvPr/>
        </p:nvSpPr>
        <p:spPr>
          <a:xfrm>
            <a:off x="6890105" y="4371924"/>
            <a:ext cx="283210" cy="281305"/>
          </a:xfrm>
          <a:custGeom>
            <a:avLst/>
            <a:gdLst/>
            <a:ahLst/>
            <a:cxnLst/>
            <a:rect l="l" t="t" r="r" b="b"/>
            <a:pathLst>
              <a:path w="283209" h="281304">
                <a:moveTo>
                  <a:pt x="32689" y="225552"/>
                </a:moveTo>
                <a:lnTo>
                  <a:pt x="15303" y="225552"/>
                </a:lnTo>
                <a:lnTo>
                  <a:pt x="70650" y="280898"/>
                </a:lnTo>
                <a:lnTo>
                  <a:pt x="79336" y="272199"/>
                </a:lnTo>
                <a:lnTo>
                  <a:pt x="32689" y="225552"/>
                </a:lnTo>
                <a:close/>
              </a:path>
              <a:path w="283209" h="281304">
                <a:moveTo>
                  <a:pt x="8318" y="201180"/>
                </a:moveTo>
                <a:lnTo>
                  <a:pt x="2717" y="206781"/>
                </a:lnTo>
                <a:lnTo>
                  <a:pt x="4254" y="211353"/>
                </a:lnTo>
                <a:lnTo>
                  <a:pt x="4838" y="217081"/>
                </a:lnTo>
                <a:lnTo>
                  <a:pt x="4051" y="230847"/>
                </a:lnTo>
                <a:lnTo>
                  <a:pt x="2578" y="237871"/>
                </a:lnTo>
                <a:lnTo>
                  <a:pt x="0" y="245008"/>
                </a:lnTo>
                <a:lnTo>
                  <a:pt x="8394" y="253403"/>
                </a:lnTo>
                <a:lnTo>
                  <a:pt x="15303" y="225552"/>
                </a:lnTo>
                <a:lnTo>
                  <a:pt x="32689" y="225552"/>
                </a:lnTo>
                <a:lnTo>
                  <a:pt x="8318" y="201180"/>
                </a:lnTo>
                <a:close/>
              </a:path>
              <a:path w="283209" h="281304">
                <a:moveTo>
                  <a:pt x="97535" y="194157"/>
                </a:moveTo>
                <a:lnTo>
                  <a:pt x="70662" y="221018"/>
                </a:lnTo>
                <a:lnTo>
                  <a:pt x="79362" y="229717"/>
                </a:lnTo>
                <a:lnTo>
                  <a:pt x="106222" y="202844"/>
                </a:lnTo>
                <a:lnTo>
                  <a:pt x="97535" y="194157"/>
                </a:lnTo>
                <a:close/>
              </a:path>
              <a:path w="283209" h="281304">
                <a:moveTo>
                  <a:pt x="81140" y="128943"/>
                </a:moveTo>
                <a:lnTo>
                  <a:pt x="67106" y="142976"/>
                </a:lnTo>
                <a:lnTo>
                  <a:pt x="137833" y="213702"/>
                </a:lnTo>
                <a:lnTo>
                  <a:pt x="146824" y="204724"/>
                </a:lnTo>
                <a:lnTo>
                  <a:pt x="86563" y="144462"/>
                </a:lnTo>
                <a:lnTo>
                  <a:pt x="112220" y="144462"/>
                </a:lnTo>
                <a:lnTo>
                  <a:pt x="81140" y="128943"/>
                </a:lnTo>
                <a:close/>
              </a:path>
              <a:path w="283209" h="281304">
                <a:moveTo>
                  <a:pt x="112220" y="144462"/>
                </a:moveTo>
                <a:lnTo>
                  <a:pt x="86563" y="144462"/>
                </a:lnTo>
                <a:lnTo>
                  <a:pt x="167233" y="184302"/>
                </a:lnTo>
                <a:lnTo>
                  <a:pt x="175666" y="175882"/>
                </a:lnTo>
                <a:lnTo>
                  <a:pt x="172528" y="169379"/>
                </a:lnTo>
                <a:lnTo>
                  <a:pt x="161772" y="169379"/>
                </a:lnTo>
                <a:lnTo>
                  <a:pt x="158750" y="167779"/>
                </a:lnTo>
                <a:lnTo>
                  <a:pt x="112220" y="144462"/>
                </a:lnTo>
                <a:close/>
              </a:path>
              <a:path w="283209" h="281304">
                <a:moveTo>
                  <a:pt x="134581" y="75514"/>
                </a:moveTo>
                <a:lnTo>
                  <a:pt x="154216" y="154266"/>
                </a:lnTo>
                <a:lnTo>
                  <a:pt x="161772" y="169379"/>
                </a:lnTo>
                <a:lnTo>
                  <a:pt x="172528" y="169379"/>
                </a:lnTo>
                <a:lnTo>
                  <a:pt x="137147" y="96062"/>
                </a:lnTo>
                <a:lnTo>
                  <a:pt x="155130" y="96062"/>
                </a:lnTo>
                <a:lnTo>
                  <a:pt x="134581" y="75514"/>
                </a:lnTo>
                <a:close/>
              </a:path>
              <a:path w="283209" h="281304">
                <a:moveTo>
                  <a:pt x="155130" y="96062"/>
                </a:moveTo>
                <a:lnTo>
                  <a:pt x="137147" y="96062"/>
                </a:lnTo>
                <a:lnTo>
                  <a:pt x="196316" y="155232"/>
                </a:lnTo>
                <a:lnTo>
                  <a:pt x="205308" y="146240"/>
                </a:lnTo>
                <a:lnTo>
                  <a:pt x="155130" y="96062"/>
                </a:lnTo>
                <a:close/>
              </a:path>
              <a:path w="283209" h="281304">
                <a:moveTo>
                  <a:pt x="229679" y="59575"/>
                </a:moveTo>
                <a:lnTo>
                  <a:pt x="210438" y="59575"/>
                </a:lnTo>
                <a:lnTo>
                  <a:pt x="213740" y="61226"/>
                </a:lnTo>
                <a:lnTo>
                  <a:pt x="217271" y="64757"/>
                </a:lnTo>
                <a:lnTo>
                  <a:pt x="219481" y="67068"/>
                </a:lnTo>
                <a:lnTo>
                  <a:pt x="217322" y="71539"/>
                </a:lnTo>
                <a:lnTo>
                  <a:pt x="213144" y="77698"/>
                </a:lnTo>
                <a:lnTo>
                  <a:pt x="203923" y="89420"/>
                </a:lnTo>
                <a:lnTo>
                  <a:pt x="201777" y="92430"/>
                </a:lnTo>
                <a:lnTo>
                  <a:pt x="198843" y="97548"/>
                </a:lnTo>
                <a:lnTo>
                  <a:pt x="197700" y="100584"/>
                </a:lnTo>
                <a:lnTo>
                  <a:pt x="196551" y="106565"/>
                </a:lnTo>
                <a:lnTo>
                  <a:pt x="196610" y="108927"/>
                </a:lnTo>
                <a:lnTo>
                  <a:pt x="212013" y="127990"/>
                </a:lnTo>
                <a:lnTo>
                  <a:pt x="223558" y="127419"/>
                </a:lnTo>
                <a:lnTo>
                  <a:pt x="229260" y="124460"/>
                </a:lnTo>
                <a:lnTo>
                  <a:pt x="238175" y="115544"/>
                </a:lnTo>
                <a:lnTo>
                  <a:pt x="216865" y="115544"/>
                </a:lnTo>
                <a:lnTo>
                  <a:pt x="214071" y="114503"/>
                </a:lnTo>
                <a:lnTo>
                  <a:pt x="210261" y="110693"/>
                </a:lnTo>
                <a:lnTo>
                  <a:pt x="209308" y="108927"/>
                </a:lnTo>
                <a:lnTo>
                  <a:pt x="208457" y="104851"/>
                </a:lnTo>
                <a:lnTo>
                  <a:pt x="208660" y="102768"/>
                </a:lnTo>
                <a:lnTo>
                  <a:pt x="210350" y="98526"/>
                </a:lnTo>
                <a:lnTo>
                  <a:pt x="212305" y="95415"/>
                </a:lnTo>
                <a:lnTo>
                  <a:pt x="220802" y="84099"/>
                </a:lnTo>
                <a:lnTo>
                  <a:pt x="224459" y="78270"/>
                </a:lnTo>
                <a:lnTo>
                  <a:pt x="226352" y="73837"/>
                </a:lnTo>
                <a:lnTo>
                  <a:pt x="243941" y="73837"/>
                </a:lnTo>
                <a:lnTo>
                  <a:pt x="229679" y="59575"/>
                </a:lnTo>
                <a:close/>
              </a:path>
              <a:path w="283209" h="281304">
                <a:moveTo>
                  <a:pt x="243941" y="73837"/>
                </a:moveTo>
                <a:lnTo>
                  <a:pt x="226352" y="73837"/>
                </a:lnTo>
                <a:lnTo>
                  <a:pt x="229463" y="77050"/>
                </a:lnTo>
                <a:lnTo>
                  <a:pt x="233273" y="80848"/>
                </a:lnTo>
                <a:lnTo>
                  <a:pt x="235686" y="84201"/>
                </a:lnTo>
                <a:lnTo>
                  <a:pt x="237998" y="90830"/>
                </a:lnTo>
                <a:lnTo>
                  <a:pt x="238074" y="94742"/>
                </a:lnTo>
                <a:lnTo>
                  <a:pt x="235762" y="102870"/>
                </a:lnTo>
                <a:lnTo>
                  <a:pt x="233514" y="106565"/>
                </a:lnTo>
                <a:lnTo>
                  <a:pt x="226783" y="113296"/>
                </a:lnTo>
                <a:lnTo>
                  <a:pt x="223443" y="115100"/>
                </a:lnTo>
                <a:lnTo>
                  <a:pt x="216865" y="115544"/>
                </a:lnTo>
                <a:lnTo>
                  <a:pt x="238175" y="115544"/>
                </a:lnTo>
                <a:lnTo>
                  <a:pt x="246303" y="92405"/>
                </a:lnTo>
                <a:lnTo>
                  <a:pt x="259143" y="92405"/>
                </a:lnTo>
                <a:lnTo>
                  <a:pt x="263486" y="88061"/>
                </a:lnTo>
                <a:lnTo>
                  <a:pt x="260451" y="87147"/>
                </a:lnTo>
                <a:lnTo>
                  <a:pt x="257682" y="85788"/>
                </a:lnTo>
                <a:lnTo>
                  <a:pt x="252653" y="82194"/>
                </a:lnTo>
                <a:lnTo>
                  <a:pt x="247383" y="77279"/>
                </a:lnTo>
                <a:lnTo>
                  <a:pt x="243941" y="73837"/>
                </a:lnTo>
                <a:close/>
              </a:path>
              <a:path w="283209" h="281304">
                <a:moveTo>
                  <a:pt x="207911" y="46685"/>
                </a:moveTo>
                <a:lnTo>
                  <a:pt x="176580" y="76301"/>
                </a:lnTo>
                <a:lnTo>
                  <a:pt x="175742" y="80581"/>
                </a:lnTo>
                <a:lnTo>
                  <a:pt x="176669" y="88607"/>
                </a:lnTo>
                <a:lnTo>
                  <a:pt x="178333" y="92824"/>
                </a:lnTo>
                <a:lnTo>
                  <a:pt x="181203" y="97243"/>
                </a:lnTo>
                <a:lnTo>
                  <a:pt x="190880" y="89928"/>
                </a:lnTo>
                <a:lnTo>
                  <a:pt x="188175" y="85356"/>
                </a:lnTo>
                <a:lnTo>
                  <a:pt x="187071" y="81368"/>
                </a:lnTo>
                <a:lnTo>
                  <a:pt x="210438" y="59575"/>
                </a:lnTo>
                <a:lnTo>
                  <a:pt x="229679" y="59575"/>
                </a:lnTo>
                <a:lnTo>
                  <a:pt x="223977" y="53873"/>
                </a:lnTo>
                <a:lnTo>
                  <a:pt x="221170" y="51358"/>
                </a:lnTo>
                <a:lnTo>
                  <a:pt x="219392" y="50165"/>
                </a:lnTo>
                <a:lnTo>
                  <a:pt x="216496" y="48298"/>
                </a:lnTo>
                <a:lnTo>
                  <a:pt x="213613" y="47231"/>
                </a:lnTo>
                <a:lnTo>
                  <a:pt x="207911" y="46685"/>
                </a:lnTo>
                <a:close/>
              </a:path>
              <a:path w="283209" h="281304">
                <a:moveTo>
                  <a:pt x="259143" y="92405"/>
                </a:moveTo>
                <a:lnTo>
                  <a:pt x="246303" y="92405"/>
                </a:lnTo>
                <a:lnTo>
                  <a:pt x="248996" y="94602"/>
                </a:lnTo>
                <a:lnTo>
                  <a:pt x="251701" y="96189"/>
                </a:lnTo>
                <a:lnTo>
                  <a:pt x="254406" y="97142"/>
                </a:lnTo>
                <a:lnTo>
                  <a:pt x="259143" y="92405"/>
                </a:lnTo>
                <a:close/>
              </a:path>
              <a:path w="283209" h="281304">
                <a:moveTo>
                  <a:pt x="230606" y="18402"/>
                </a:moveTo>
                <a:lnTo>
                  <a:pt x="222808" y="26200"/>
                </a:lnTo>
                <a:lnTo>
                  <a:pt x="274078" y="77470"/>
                </a:lnTo>
                <a:lnTo>
                  <a:pt x="282765" y="68783"/>
                </a:lnTo>
                <a:lnTo>
                  <a:pt x="252310" y="38328"/>
                </a:lnTo>
                <a:lnTo>
                  <a:pt x="249427" y="34467"/>
                </a:lnTo>
                <a:lnTo>
                  <a:pt x="245922" y="27762"/>
                </a:lnTo>
                <a:lnTo>
                  <a:pt x="245633" y="26250"/>
                </a:lnTo>
                <a:lnTo>
                  <a:pt x="238467" y="26250"/>
                </a:lnTo>
                <a:lnTo>
                  <a:pt x="230606" y="18402"/>
                </a:lnTo>
                <a:close/>
              </a:path>
              <a:path w="283209" h="281304">
                <a:moveTo>
                  <a:pt x="252323" y="0"/>
                </a:moveTo>
                <a:lnTo>
                  <a:pt x="236258" y="16370"/>
                </a:lnTo>
                <a:lnTo>
                  <a:pt x="236816" y="20612"/>
                </a:lnTo>
                <a:lnTo>
                  <a:pt x="238467" y="26250"/>
                </a:lnTo>
                <a:lnTo>
                  <a:pt x="245633" y="26250"/>
                </a:lnTo>
                <a:lnTo>
                  <a:pt x="245414" y="25107"/>
                </a:lnTo>
                <a:lnTo>
                  <a:pt x="246138" y="19824"/>
                </a:lnTo>
                <a:lnTo>
                  <a:pt x="247256" y="17564"/>
                </a:lnTo>
                <a:lnTo>
                  <a:pt x="251244" y="13563"/>
                </a:lnTo>
                <a:lnTo>
                  <a:pt x="253949" y="12052"/>
                </a:lnTo>
                <a:lnTo>
                  <a:pt x="257238" y="11125"/>
                </a:lnTo>
                <a:lnTo>
                  <a:pt x="252323" y="0"/>
                </a:lnTo>
                <a:close/>
              </a:path>
            </a:pathLst>
          </a:custGeom>
          <a:solidFill>
            <a:srgbClr val="000000"/>
          </a:solidFill>
        </p:spPr>
        <p:txBody>
          <a:bodyPr wrap="square" lIns="0" tIns="0" rIns="0" bIns="0" rtlCol="0"/>
          <a:lstStyle/>
          <a:p>
            <a:endParaRPr/>
          </a:p>
        </p:txBody>
      </p:sp>
      <p:sp>
        <p:nvSpPr>
          <p:cNvPr id="139" name="object 139"/>
          <p:cNvSpPr txBox="1"/>
          <p:nvPr/>
        </p:nvSpPr>
        <p:spPr>
          <a:xfrm>
            <a:off x="7784465" y="1808784"/>
            <a:ext cx="934085" cy="924560"/>
          </a:xfrm>
          <a:prstGeom prst="rect">
            <a:avLst/>
          </a:prstGeom>
        </p:spPr>
        <p:txBody>
          <a:bodyPr vert="horz" wrap="square" lIns="0" tIns="0" rIns="0" bIns="0" rtlCol="0">
            <a:spAutoFit/>
          </a:bodyPr>
          <a:lstStyle/>
          <a:p>
            <a:pPr marL="12700">
              <a:lnSpc>
                <a:spcPct val="100000"/>
              </a:lnSpc>
            </a:pPr>
            <a:r>
              <a:rPr sz="2000" dirty="0">
                <a:solidFill>
                  <a:srgbClr val="FF0000"/>
                </a:solidFill>
                <a:latin typeface="Arial"/>
                <a:cs typeface="Arial"/>
              </a:rPr>
              <a:t>USL 6</a:t>
            </a:r>
            <a:r>
              <a:rPr sz="2000" spc="-175" dirty="0">
                <a:solidFill>
                  <a:srgbClr val="FF0000"/>
                </a:solidFill>
                <a:latin typeface="Arial"/>
                <a:cs typeface="Arial"/>
              </a:rPr>
              <a:t> </a:t>
            </a:r>
            <a:r>
              <a:rPr sz="2000" dirty="0">
                <a:solidFill>
                  <a:srgbClr val="FF0000"/>
                </a:solidFill>
                <a:latin typeface="Arial"/>
                <a:cs typeface="Arial"/>
              </a:rPr>
              <a:t>s</a:t>
            </a:r>
            <a:endParaRPr sz="2000" dirty="0">
              <a:latin typeface="Arial"/>
              <a:cs typeface="Arial"/>
            </a:endParaRPr>
          </a:p>
          <a:p>
            <a:pPr>
              <a:lnSpc>
                <a:spcPct val="100000"/>
              </a:lnSpc>
              <a:spcBef>
                <a:spcPts val="40"/>
              </a:spcBef>
            </a:pPr>
            <a:endParaRPr sz="2050" dirty="0">
              <a:latin typeface="Times New Roman"/>
              <a:cs typeface="Times New Roman"/>
            </a:endParaRPr>
          </a:p>
          <a:p>
            <a:pPr marL="12700">
              <a:lnSpc>
                <a:spcPct val="100000"/>
              </a:lnSpc>
            </a:pPr>
            <a:r>
              <a:rPr sz="2000" dirty="0">
                <a:solidFill>
                  <a:srgbClr val="003366"/>
                </a:solidFill>
                <a:latin typeface="Arial"/>
                <a:cs typeface="Arial"/>
              </a:rPr>
              <a:t>UCL 3</a:t>
            </a:r>
            <a:r>
              <a:rPr sz="2000" spc="-175" dirty="0">
                <a:solidFill>
                  <a:srgbClr val="003366"/>
                </a:solidFill>
                <a:latin typeface="Arial"/>
                <a:cs typeface="Arial"/>
              </a:rPr>
              <a:t> </a:t>
            </a:r>
            <a:r>
              <a:rPr sz="2000" dirty="0">
                <a:solidFill>
                  <a:srgbClr val="003366"/>
                </a:solidFill>
                <a:latin typeface="Arial"/>
                <a:cs typeface="Arial"/>
              </a:rPr>
              <a:t>s</a:t>
            </a:r>
            <a:endParaRPr sz="2000" dirty="0">
              <a:latin typeface="Arial"/>
              <a:cs typeface="Arial"/>
            </a:endParaRPr>
          </a:p>
        </p:txBody>
      </p:sp>
      <p:sp>
        <p:nvSpPr>
          <p:cNvPr id="140" name="object 140"/>
          <p:cNvSpPr txBox="1"/>
          <p:nvPr/>
        </p:nvSpPr>
        <p:spPr>
          <a:xfrm>
            <a:off x="7784465" y="3447084"/>
            <a:ext cx="892175" cy="835660"/>
          </a:xfrm>
          <a:prstGeom prst="rect">
            <a:avLst/>
          </a:prstGeom>
        </p:spPr>
        <p:txBody>
          <a:bodyPr vert="horz" wrap="square" lIns="0" tIns="0" rIns="0" bIns="0" rtlCol="0">
            <a:spAutoFit/>
          </a:bodyPr>
          <a:lstStyle/>
          <a:p>
            <a:pPr marL="12700">
              <a:lnSpc>
                <a:spcPct val="100000"/>
              </a:lnSpc>
            </a:pPr>
            <a:r>
              <a:rPr sz="2000" dirty="0">
                <a:solidFill>
                  <a:srgbClr val="003366"/>
                </a:solidFill>
                <a:latin typeface="Arial"/>
                <a:cs typeface="Arial"/>
              </a:rPr>
              <a:t>LCL 3</a:t>
            </a:r>
            <a:r>
              <a:rPr sz="2000" spc="-175" dirty="0">
                <a:solidFill>
                  <a:srgbClr val="003366"/>
                </a:solidFill>
                <a:latin typeface="Arial"/>
                <a:cs typeface="Arial"/>
              </a:rPr>
              <a:t> </a:t>
            </a:r>
            <a:r>
              <a:rPr sz="2000" dirty="0">
                <a:solidFill>
                  <a:srgbClr val="003366"/>
                </a:solidFill>
                <a:latin typeface="Arial"/>
                <a:cs typeface="Arial"/>
              </a:rPr>
              <a:t>s</a:t>
            </a:r>
            <a:endParaRPr sz="2000">
              <a:latin typeface="Arial"/>
              <a:cs typeface="Arial"/>
            </a:endParaRPr>
          </a:p>
          <a:p>
            <a:pPr marL="12700">
              <a:lnSpc>
                <a:spcPct val="100000"/>
              </a:lnSpc>
              <a:spcBef>
                <a:spcPts val="1700"/>
              </a:spcBef>
            </a:pPr>
            <a:r>
              <a:rPr sz="2000" dirty="0">
                <a:solidFill>
                  <a:srgbClr val="FF0000"/>
                </a:solidFill>
                <a:latin typeface="Arial"/>
                <a:cs typeface="Arial"/>
              </a:rPr>
              <a:t>LSL 6</a:t>
            </a:r>
            <a:r>
              <a:rPr sz="2000" spc="-175" dirty="0">
                <a:solidFill>
                  <a:srgbClr val="FF0000"/>
                </a:solidFill>
                <a:latin typeface="Arial"/>
                <a:cs typeface="Arial"/>
              </a:rPr>
              <a:t> </a:t>
            </a:r>
            <a:r>
              <a:rPr sz="2000" dirty="0">
                <a:solidFill>
                  <a:srgbClr val="FF0000"/>
                </a:solidFill>
                <a:latin typeface="Arial"/>
                <a:cs typeface="Arial"/>
              </a:rPr>
              <a:t>s</a:t>
            </a:r>
            <a:endParaRPr sz="2000">
              <a:latin typeface="Arial"/>
              <a:cs typeface="Arial"/>
            </a:endParaRPr>
          </a:p>
        </p:txBody>
      </p:sp>
      <p:sp>
        <p:nvSpPr>
          <p:cNvPr id="141" name="object 141"/>
          <p:cNvSpPr/>
          <p:nvPr/>
        </p:nvSpPr>
        <p:spPr>
          <a:xfrm>
            <a:off x="336550" y="4993614"/>
            <a:ext cx="4584700" cy="1864995"/>
          </a:xfrm>
          <a:custGeom>
            <a:avLst/>
            <a:gdLst/>
            <a:ahLst/>
            <a:cxnLst/>
            <a:rect l="l" t="t" r="r" b="b"/>
            <a:pathLst>
              <a:path w="4584700" h="1864995">
                <a:moveTo>
                  <a:pt x="0" y="0"/>
                </a:moveTo>
                <a:lnTo>
                  <a:pt x="4584700" y="0"/>
                </a:lnTo>
                <a:lnTo>
                  <a:pt x="4584700" y="1864385"/>
                </a:lnTo>
                <a:lnTo>
                  <a:pt x="0" y="1864385"/>
                </a:lnTo>
                <a:lnTo>
                  <a:pt x="0" y="0"/>
                </a:lnTo>
                <a:close/>
              </a:path>
            </a:pathLst>
          </a:custGeom>
          <a:solidFill>
            <a:srgbClr val="FFFFFF"/>
          </a:solidFill>
        </p:spPr>
        <p:txBody>
          <a:bodyPr wrap="square" lIns="0" tIns="0" rIns="0" bIns="0" rtlCol="0"/>
          <a:lstStyle/>
          <a:p>
            <a:endParaRPr/>
          </a:p>
        </p:txBody>
      </p:sp>
      <p:sp>
        <p:nvSpPr>
          <p:cNvPr id="142" name="object 142"/>
          <p:cNvSpPr txBox="1"/>
          <p:nvPr/>
        </p:nvSpPr>
        <p:spPr>
          <a:xfrm>
            <a:off x="414238" y="5038814"/>
            <a:ext cx="4104640" cy="1783714"/>
          </a:xfrm>
          <a:prstGeom prst="rect">
            <a:avLst/>
          </a:prstGeom>
        </p:spPr>
        <p:txBody>
          <a:bodyPr vert="horz" wrap="square" lIns="0" tIns="0" rIns="0" bIns="0" rtlCol="0">
            <a:spAutoFit/>
          </a:bodyPr>
          <a:lstStyle/>
          <a:p>
            <a:pPr marL="12700">
              <a:lnSpc>
                <a:spcPct val="100000"/>
              </a:lnSpc>
            </a:pPr>
            <a:r>
              <a:rPr sz="1500" b="1" dirty="0">
                <a:solidFill>
                  <a:srgbClr val="003366"/>
                </a:solidFill>
                <a:latin typeface="Arial"/>
                <a:cs typeface="Arial"/>
              </a:rPr>
              <a:t>Control Limits (UCL,</a:t>
            </a:r>
            <a:r>
              <a:rPr sz="1500" b="1" spc="-100" dirty="0">
                <a:solidFill>
                  <a:srgbClr val="003366"/>
                </a:solidFill>
                <a:latin typeface="Arial"/>
                <a:cs typeface="Arial"/>
              </a:rPr>
              <a:t> </a:t>
            </a:r>
            <a:r>
              <a:rPr sz="1500" b="1" dirty="0">
                <a:solidFill>
                  <a:srgbClr val="003366"/>
                </a:solidFill>
                <a:latin typeface="Arial"/>
                <a:cs typeface="Arial"/>
              </a:rPr>
              <a:t>LCL)</a:t>
            </a:r>
            <a:endParaRPr sz="1500" dirty="0">
              <a:latin typeface="Arial"/>
              <a:cs typeface="Arial"/>
            </a:endParaRPr>
          </a:p>
          <a:p>
            <a:pPr marL="215900" marR="5080" indent="-203200" algn="l">
              <a:lnSpc>
                <a:spcPct val="102200"/>
              </a:lnSpc>
              <a:spcBef>
                <a:spcPts val="220"/>
              </a:spcBef>
            </a:pPr>
            <a:r>
              <a:rPr lang="nl-BE" sz="1100" spc="225" dirty="0">
                <a:solidFill>
                  <a:srgbClr val="030C22"/>
                </a:solidFill>
                <a:latin typeface="Arial"/>
                <a:cs typeface="Arial"/>
              </a:rPr>
              <a:t>-</a:t>
            </a:r>
            <a:r>
              <a:rPr sz="1100" spc="225" dirty="0">
                <a:solidFill>
                  <a:srgbClr val="030C22"/>
                </a:solidFill>
                <a:latin typeface="Arial"/>
                <a:cs typeface="Arial"/>
              </a:rPr>
              <a:t> </a:t>
            </a:r>
            <a:r>
              <a:rPr sz="1500" dirty="0">
                <a:latin typeface="Arial"/>
                <a:cs typeface="Arial"/>
              </a:rPr>
              <a:t>Defined based on process performance (+/- 3  estimated standard deviations from the</a:t>
            </a:r>
            <a:r>
              <a:rPr sz="1500" spc="-100" dirty="0">
                <a:latin typeface="Arial"/>
                <a:cs typeface="Arial"/>
              </a:rPr>
              <a:t> </a:t>
            </a:r>
            <a:r>
              <a:rPr sz="1500" dirty="0">
                <a:latin typeface="Arial"/>
                <a:cs typeface="Arial"/>
              </a:rPr>
              <a:t>mean)</a:t>
            </a:r>
          </a:p>
          <a:p>
            <a:pPr marL="215900" marR="481330" indent="-203200" algn="l">
              <a:lnSpc>
                <a:spcPct val="102200"/>
              </a:lnSpc>
              <a:spcBef>
                <a:spcPts val="320"/>
              </a:spcBef>
            </a:pPr>
            <a:r>
              <a:rPr lang="nl-BE" sz="1100" spc="225" dirty="0">
                <a:solidFill>
                  <a:srgbClr val="030C22"/>
                </a:solidFill>
                <a:latin typeface="Arial"/>
                <a:cs typeface="Arial"/>
              </a:rPr>
              <a:t>-</a:t>
            </a:r>
            <a:r>
              <a:rPr sz="1100" spc="225" dirty="0">
                <a:solidFill>
                  <a:srgbClr val="030C22"/>
                </a:solidFill>
                <a:latin typeface="Arial"/>
                <a:cs typeface="Arial"/>
              </a:rPr>
              <a:t> </a:t>
            </a:r>
            <a:r>
              <a:rPr sz="1500" dirty="0">
                <a:latin typeface="Arial"/>
                <a:cs typeface="Arial"/>
              </a:rPr>
              <a:t>Help determine if your process is “in  control” (without special cause</a:t>
            </a:r>
            <a:r>
              <a:rPr sz="1500" spc="-100" dirty="0">
                <a:latin typeface="Arial"/>
                <a:cs typeface="Arial"/>
              </a:rPr>
              <a:t> </a:t>
            </a:r>
            <a:r>
              <a:rPr sz="1500" dirty="0">
                <a:latin typeface="Arial"/>
                <a:cs typeface="Arial"/>
              </a:rPr>
              <a:t>variation)</a:t>
            </a:r>
          </a:p>
          <a:p>
            <a:pPr marL="12700" algn="l">
              <a:lnSpc>
                <a:spcPct val="100000"/>
              </a:lnSpc>
              <a:spcBef>
                <a:spcPts val="360"/>
              </a:spcBef>
            </a:pPr>
            <a:r>
              <a:rPr lang="nl-BE" sz="1100" spc="225" dirty="0">
                <a:solidFill>
                  <a:srgbClr val="030C22"/>
                </a:solidFill>
                <a:latin typeface="Arial"/>
                <a:cs typeface="Arial"/>
              </a:rPr>
              <a:t>-</a:t>
            </a:r>
            <a:r>
              <a:rPr sz="1100" spc="225" dirty="0">
                <a:solidFill>
                  <a:srgbClr val="030C22"/>
                </a:solidFill>
                <a:latin typeface="Arial"/>
                <a:cs typeface="Arial"/>
              </a:rPr>
              <a:t> </a:t>
            </a:r>
            <a:r>
              <a:rPr sz="1500" dirty="0">
                <a:latin typeface="Arial"/>
                <a:cs typeface="Arial"/>
              </a:rPr>
              <a:t>Plotted on control</a:t>
            </a:r>
            <a:r>
              <a:rPr sz="1500" spc="-5" dirty="0">
                <a:latin typeface="Arial"/>
                <a:cs typeface="Arial"/>
              </a:rPr>
              <a:t> </a:t>
            </a:r>
            <a:r>
              <a:rPr sz="1500" dirty="0">
                <a:latin typeface="Arial"/>
                <a:cs typeface="Arial"/>
              </a:rPr>
              <a:t>charts</a:t>
            </a:r>
          </a:p>
          <a:p>
            <a:pPr marL="12700" algn="l">
              <a:lnSpc>
                <a:spcPct val="100000"/>
              </a:lnSpc>
              <a:spcBef>
                <a:spcPts val="300"/>
              </a:spcBef>
            </a:pPr>
            <a:r>
              <a:rPr lang="nl-BE" sz="1100" spc="225" dirty="0">
                <a:solidFill>
                  <a:srgbClr val="030C22"/>
                </a:solidFill>
                <a:latin typeface="Arial"/>
                <a:cs typeface="Arial"/>
              </a:rPr>
              <a:t>-</a:t>
            </a:r>
            <a:r>
              <a:rPr sz="1100" spc="225" dirty="0">
                <a:solidFill>
                  <a:srgbClr val="030C22"/>
                </a:solidFill>
                <a:latin typeface="Arial"/>
                <a:cs typeface="Arial"/>
              </a:rPr>
              <a:t> </a:t>
            </a:r>
            <a:r>
              <a:rPr sz="1500" dirty="0">
                <a:latin typeface="Arial"/>
                <a:cs typeface="Arial"/>
              </a:rPr>
              <a:t>Represent the </a:t>
            </a:r>
            <a:r>
              <a:rPr sz="1500" b="1" dirty="0">
                <a:latin typeface="Arial"/>
                <a:cs typeface="Arial"/>
              </a:rPr>
              <a:t>voice of the</a:t>
            </a:r>
            <a:r>
              <a:rPr sz="1500" b="1" spc="-5" dirty="0">
                <a:latin typeface="Arial"/>
                <a:cs typeface="Arial"/>
              </a:rPr>
              <a:t> </a:t>
            </a:r>
            <a:r>
              <a:rPr sz="1500" b="1" dirty="0">
                <a:latin typeface="Arial"/>
                <a:cs typeface="Arial"/>
              </a:rPr>
              <a:t>process</a:t>
            </a:r>
          </a:p>
        </p:txBody>
      </p:sp>
      <p:sp>
        <p:nvSpPr>
          <p:cNvPr id="143" name="object 143"/>
          <p:cNvSpPr/>
          <p:nvPr/>
        </p:nvSpPr>
        <p:spPr>
          <a:xfrm>
            <a:off x="4805362" y="4984089"/>
            <a:ext cx="4338955" cy="1661160"/>
          </a:xfrm>
          <a:custGeom>
            <a:avLst/>
            <a:gdLst/>
            <a:ahLst/>
            <a:cxnLst/>
            <a:rect l="l" t="t" r="r" b="b"/>
            <a:pathLst>
              <a:path w="4338955" h="1661159">
                <a:moveTo>
                  <a:pt x="0" y="0"/>
                </a:moveTo>
                <a:lnTo>
                  <a:pt x="4338637" y="0"/>
                </a:lnTo>
                <a:lnTo>
                  <a:pt x="4338637" y="1660936"/>
                </a:lnTo>
                <a:lnTo>
                  <a:pt x="0" y="1660936"/>
                </a:lnTo>
                <a:lnTo>
                  <a:pt x="0" y="0"/>
                </a:lnTo>
                <a:close/>
              </a:path>
            </a:pathLst>
          </a:custGeom>
          <a:solidFill>
            <a:srgbClr val="FFFFFF"/>
          </a:solidFill>
        </p:spPr>
        <p:txBody>
          <a:bodyPr wrap="square" lIns="0" tIns="0" rIns="0" bIns="0" rtlCol="0"/>
          <a:lstStyle/>
          <a:p>
            <a:endParaRPr/>
          </a:p>
        </p:txBody>
      </p:sp>
      <p:sp>
        <p:nvSpPr>
          <p:cNvPr id="144" name="object 144"/>
          <p:cNvSpPr txBox="1"/>
          <p:nvPr/>
        </p:nvSpPr>
        <p:spPr>
          <a:xfrm>
            <a:off x="5086248" y="6032590"/>
            <a:ext cx="640080" cy="239395"/>
          </a:xfrm>
          <a:prstGeom prst="rect">
            <a:avLst/>
          </a:prstGeom>
        </p:spPr>
        <p:txBody>
          <a:bodyPr vert="horz" wrap="square" lIns="0" tIns="0" rIns="0" bIns="0" rtlCol="0">
            <a:spAutoFit/>
          </a:bodyPr>
          <a:lstStyle/>
          <a:p>
            <a:pPr marL="12700">
              <a:lnSpc>
                <a:spcPct val="100000"/>
              </a:lnSpc>
            </a:pPr>
            <a:r>
              <a:rPr sz="1500" dirty="0">
                <a:latin typeface="Arial"/>
                <a:cs typeface="Arial"/>
              </a:rPr>
              <a:t>defects</a:t>
            </a:r>
          </a:p>
        </p:txBody>
      </p:sp>
      <p:sp>
        <p:nvSpPr>
          <p:cNvPr id="145" name="object 145"/>
          <p:cNvSpPr txBox="1"/>
          <p:nvPr/>
        </p:nvSpPr>
        <p:spPr>
          <a:xfrm>
            <a:off x="4820703" y="4991158"/>
            <a:ext cx="3902075" cy="1802032"/>
          </a:xfrm>
          <a:prstGeom prst="rect">
            <a:avLst/>
          </a:prstGeom>
        </p:spPr>
        <p:txBody>
          <a:bodyPr vert="horz" wrap="square" lIns="0" tIns="0" rIns="0" bIns="0" rtlCol="0">
            <a:spAutoFit/>
          </a:bodyPr>
          <a:lstStyle/>
          <a:p>
            <a:pPr marL="12700">
              <a:lnSpc>
                <a:spcPct val="100000"/>
              </a:lnSpc>
            </a:pPr>
            <a:r>
              <a:rPr sz="1500" b="1" dirty="0">
                <a:solidFill>
                  <a:srgbClr val="FF0000"/>
                </a:solidFill>
                <a:latin typeface="Arial"/>
                <a:cs typeface="Arial"/>
              </a:rPr>
              <a:t>Customer Specification Limits (USL,</a:t>
            </a:r>
            <a:r>
              <a:rPr sz="1500" b="1" spc="-105" dirty="0">
                <a:solidFill>
                  <a:srgbClr val="FF0000"/>
                </a:solidFill>
                <a:latin typeface="Arial"/>
                <a:cs typeface="Arial"/>
              </a:rPr>
              <a:t> </a:t>
            </a:r>
            <a:r>
              <a:rPr sz="1500" b="1" dirty="0">
                <a:solidFill>
                  <a:srgbClr val="FF0000"/>
                </a:solidFill>
                <a:latin typeface="Arial"/>
                <a:cs typeface="Arial"/>
              </a:rPr>
              <a:t>LSL)</a:t>
            </a:r>
            <a:endParaRPr sz="1500" dirty="0">
              <a:latin typeface="Arial"/>
              <a:cs typeface="Arial"/>
            </a:endParaRPr>
          </a:p>
          <a:p>
            <a:pPr marL="215900" marR="597535" indent="-203200" algn="l">
              <a:lnSpc>
                <a:spcPct val="102200"/>
              </a:lnSpc>
              <a:spcBef>
                <a:spcPts val="220"/>
              </a:spcBef>
            </a:pPr>
            <a:r>
              <a:rPr lang="nl-BE" sz="1100" spc="225" dirty="0">
                <a:latin typeface="Arial"/>
                <a:cs typeface="Arial"/>
              </a:rPr>
              <a:t>-</a:t>
            </a:r>
            <a:r>
              <a:rPr sz="1100" spc="225" dirty="0">
                <a:latin typeface="Arial"/>
                <a:cs typeface="Arial"/>
              </a:rPr>
              <a:t> </a:t>
            </a:r>
            <a:r>
              <a:rPr sz="1500" dirty="0">
                <a:latin typeface="Arial"/>
                <a:cs typeface="Arial"/>
              </a:rPr>
              <a:t>Defined based on feedback from the  customer(s)</a:t>
            </a:r>
          </a:p>
          <a:p>
            <a:pPr marL="12700" algn="l">
              <a:lnSpc>
                <a:spcPct val="100000"/>
              </a:lnSpc>
              <a:spcBef>
                <a:spcPts val="360"/>
              </a:spcBef>
            </a:pPr>
            <a:r>
              <a:rPr lang="nl-BE" sz="1100" spc="225" dirty="0">
                <a:solidFill>
                  <a:srgbClr val="030C22"/>
                </a:solidFill>
                <a:latin typeface="Arial"/>
                <a:cs typeface="Arial"/>
              </a:rPr>
              <a:t>-</a:t>
            </a:r>
            <a:r>
              <a:rPr sz="1100" spc="225" dirty="0">
                <a:solidFill>
                  <a:srgbClr val="030C22"/>
                </a:solidFill>
                <a:latin typeface="Arial"/>
                <a:cs typeface="Arial"/>
              </a:rPr>
              <a:t> </a:t>
            </a:r>
            <a:r>
              <a:rPr sz="1500" dirty="0">
                <a:latin typeface="Arial"/>
                <a:cs typeface="Arial"/>
              </a:rPr>
              <a:t>Help determine if your process is</a:t>
            </a:r>
            <a:r>
              <a:rPr sz="1500" spc="-5" dirty="0">
                <a:latin typeface="Arial"/>
                <a:cs typeface="Arial"/>
              </a:rPr>
              <a:t> </a:t>
            </a:r>
            <a:r>
              <a:rPr sz="1500" dirty="0">
                <a:latin typeface="Arial"/>
                <a:cs typeface="Arial"/>
              </a:rPr>
              <a:t>producing</a:t>
            </a:r>
          </a:p>
          <a:p>
            <a:pPr algn="l">
              <a:lnSpc>
                <a:spcPct val="100000"/>
              </a:lnSpc>
              <a:spcBef>
                <a:spcPts val="15"/>
              </a:spcBef>
            </a:pPr>
            <a:endParaRPr sz="1900" dirty="0">
              <a:latin typeface="Times New Roman"/>
              <a:cs typeface="Times New Roman"/>
            </a:endParaRPr>
          </a:p>
          <a:p>
            <a:pPr marL="12700" algn="l">
              <a:lnSpc>
                <a:spcPct val="100000"/>
              </a:lnSpc>
            </a:pPr>
            <a:r>
              <a:rPr lang="nl-BE" sz="1100" spc="225" dirty="0">
                <a:solidFill>
                  <a:srgbClr val="030C22"/>
                </a:solidFill>
                <a:latin typeface="Arial"/>
                <a:cs typeface="Arial"/>
              </a:rPr>
              <a:t>-</a:t>
            </a:r>
            <a:r>
              <a:rPr sz="1100" spc="225" dirty="0">
                <a:solidFill>
                  <a:srgbClr val="030C22"/>
                </a:solidFill>
                <a:latin typeface="Arial"/>
                <a:cs typeface="Arial"/>
              </a:rPr>
              <a:t> </a:t>
            </a:r>
            <a:r>
              <a:rPr sz="1500" dirty="0">
                <a:latin typeface="Arial"/>
                <a:cs typeface="Arial"/>
              </a:rPr>
              <a:t>Plotted on histograms (not control</a:t>
            </a:r>
            <a:r>
              <a:rPr sz="1500" spc="-5" dirty="0">
                <a:latin typeface="Arial"/>
                <a:cs typeface="Arial"/>
              </a:rPr>
              <a:t> </a:t>
            </a:r>
            <a:r>
              <a:rPr sz="1500" dirty="0">
                <a:latin typeface="Arial"/>
                <a:cs typeface="Arial"/>
              </a:rPr>
              <a:t>charts)</a:t>
            </a:r>
          </a:p>
          <a:p>
            <a:pPr marL="12700" algn="l">
              <a:lnSpc>
                <a:spcPct val="100000"/>
              </a:lnSpc>
              <a:spcBef>
                <a:spcPts val="300"/>
              </a:spcBef>
            </a:pPr>
            <a:r>
              <a:rPr lang="nl-BE" sz="1100" spc="225" dirty="0">
                <a:solidFill>
                  <a:srgbClr val="030C22"/>
                </a:solidFill>
                <a:latin typeface="Arial"/>
                <a:cs typeface="Arial"/>
              </a:rPr>
              <a:t>-</a:t>
            </a:r>
            <a:r>
              <a:rPr sz="1100" spc="225" dirty="0">
                <a:solidFill>
                  <a:srgbClr val="030C22"/>
                </a:solidFill>
                <a:latin typeface="Arial"/>
                <a:cs typeface="Arial"/>
              </a:rPr>
              <a:t> </a:t>
            </a:r>
            <a:r>
              <a:rPr sz="1500" dirty="0">
                <a:latin typeface="Arial"/>
                <a:cs typeface="Arial"/>
              </a:rPr>
              <a:t>Represent the </a:t>
            </a:r>
            <a:r>
              <a:rPr sz="1500" b="1" dirty="0">
                <a:latin typeface="Arial"/>
                <a:cs typeface="Arial"/>
              </a:rPr>
              <a:t>voice of the</a:t>
            </a:r>
            <a:r>
              <a:rPr sz="1500" b="1" spc="-5" dirty="0">
                <a:latin typeface="Arial"/>
                <a:cs typeface="Arial"/>
              </a:rPr>
              <a:t> </a:t>
            </a:r>
            <a:r>
              <a:rPr sz="1500" b="1" dirty="0">
                <a:latin typeface="Arial"/>
                <a:cs typeface="Arial"/>
              </a:rPr>
              <a:t>customer</a:t>
            </a:r>
          </a:p>
        </p:txBody>
      </p:sp>
      <p:sp>
        <p:nvSpPr>
          <p:cNvPr id="146" name="object 146"/>
          <p:cNvSpPr/>
          <p:nvPr/>
        </p:nvSpPr>
        <p:spPr>
          <a:xfrm>
            <a:off x="495300" y="3579164"/>
            <a:ext cx="1054100" cy="1317625"/>
          </a:xfrm>
          <a:custGeom>
            <a:avLst/>
            <a:gdLst/>
            <a:ahLst/>
            <a:cxnLst/>
            <a:rect l="l" t="t" r="r" b="b"/>
            <a:pathLst>
              <a:path w="1054100" h="1317625">
                <a:moveTo>
                  <a:pt x="0" y="1317629"/>
                </a:moveTo>
                <a:lnTo>
                  <a:pt x="0" y="0"/>
                </a:lnTo>
                <a:lnTo>
                  <a:pt x="1054099" y="0"/>
                </a:lnTo>
              </a:path>
            </a:pathLst>
          </a:custGeom>
          <a:ln w="28574">
            <a:solidFill>
              <a:srgbClr val="004479"/>
            </a:solidFill>
          </a:ln>
        </p:spPr>
        <p:txBody>
          <a:bodyPr wrap="square" lIns="0" tIns="0" rIns="0" bIns="0" rtlCol="0"/>
          <a:lstStyle/>
          <a:p>
            <a:endParaRPr/>
          </a:p>
        </p:txBody>
      </p:sp>
      <p:sp>
        <p:nvSpPr>
          <p:cNvPr id="147" name="object 147"/>
          <p:cNvSpPr/>
          <p:nvPr/>
        </p:nvSpPr>
        <p:spPr>
          <a:xfrm>
            <a:off x="1492250" y="3536302"/>
            <a:ext cx="85725" cy="85725"/>
          </a:xfrm>
          <a:custGeom>
            <a:avLst/>
            <a:gdLst/>
            <a:ahLst/>
            <a:cxnLst/>
            <a:rect l="l" t="t" r="r" b="b"/>
            <a:pathLst>
              <a:path w="85725" h="85725">
                <a:moveTo>
                  <a:pt x="0" y="0"/>
                </a:moveTo>
                <a:lnTo>
                  <a:pt x="0" y="85725"/>
                </a:lnTo>
                <a:lnTo>
                  <a:pt x="85725" y="42862"/>
                </a:lnTo>
                <a:lnTo>
                  <a:pt x="0" y="0"/>
                </a:lnTo>
                <a:close/>
              </a:path>
            </a:pathLst>
          </a:custGeom>
          <a:solidFill>
            <a:srgbClr val="004479"/>
          </a:solidFill>
        </p:spPr>
        <p:txBody>
          <a:bodyPr wrap="square" lIns="0" tIns="0" rIns="0" bIns="0" rtlCol="0"/>
          <a:lstStyle/>
          <a:p>
            <a:endParaRPr/>
          </a:p>
        </p:txBody>
      </p:sp>
      <p:sp>
        <p:nvSpPr>
          <p:cNvPr id="148" name="object 148"/>
          <p:cNvSpPr/>
          <p:nvPr/>
        </p:nvSpPr>
        <p:spPr>
          <a:xfrm>
            <a:off x="490537" y="2496490"/>
            <a:ext cx="1141730" cy="2114550"/>
          </a:xfrm>
          <a:custGeom>
            <a:avLst/>
            <a:gdLst/>
            <a:ahLst/>
            <a:cxnLst/>
            <a:rect l="l" t="t" r="r" b="b"/>
            <a:pathLst>
              <a:path w="1141730" h="2114550">
                <a:moveTo>
                  <a:pt x="0" y="2114548"/>
                </a:moveTo>
                <a:lnTo>
                  <a:pt x="0" y="0"/>
                </a:lnTo>
                <a:lnTo>
                  <a:pt x="1141409" y="0"/>
                </a:lnTo>
              </a:path>
            </a:pathLst>
          </a:custGeom>
          <a:ln w="28574">
            <a:solidFill>
              <a:srgbClr val="004479"/>
            </a:solidFill>
          </a:ln>
        </p:spPr>
        <p:txBody>
          <a:bodyPr wrap="square" lIns="0" tIns="0" rIns="0" bIns="0" rtlCol="0"/>
          <a:lstStyle/>
          <a:p>
            <a:endParaRPr/>
          </a:p>
        </p:txBody>
      </p:sp>
      <p:sp>
        <p:nvSpPr>
          <p:cNvPr id="149" name="object 149"/>
          <p:cNvSpPr/>
          <p:nvPr/>
        </p:nvSpPr>
        <p:spPr>
          <a:xfrm>
            <a:off x="1574800" y="2453627"/>
            <a:ext cx="85725" cy="85725"/>
          </a:xfrm>
          <a:custGeom>
            <a:avLst/>
            <a:gdLst/>
            <a:ahLst/>
            <a:cxnLst/>
            <a:rect l="l" t="t" r="r" b="b"/>
            <a:pathLst>
              <a:path w="85725" h="85725">
                <a:moveTo>
                  <a:pt x="0" y="0"/>
                </a:moveTo>
                <a:lnTo>
                  <a:pt x="0" y="85725"/>
                </a:lnTo>
                <a:lnTo>
                  <a:pt x="85725" y="42862"/>
                </a:lnTo>
                <a:lnTo>
                  <a:pt x="0" y="0"/>
                </a:lnTo>
                <a:close/>
              </a:path>
            </a:pathLst>
          </a:custGeom>
          <a:solidFill>
            <a:srgbClr val="004479"/>
          </a:solidFill>
        </p:spPr>
        <p:txBody>
          <a:bodyPr wrap="square" lIns="0" tIns="0" rIns="0" bIns="0" rtlCol="0"/>
          <a:lstStyle/>
          <a:p>
            <a:endParaRPr/>
          </a:p>
        </p:txBody>
      </p:sp>
      <p:sp>
        <p:nvSpPr>
          <p:cNvPr id="150" name="object 150"/>
          <p:cNvSpPr/>
          <p:nvPr/>
        </p:nvSpPr>
        <p:spPr>
          <a:xfrm>
            <a:off x="1654175" y="1947215"/>
            <a:ext cx="201930" cy="1905"/>
          </a:xfrm>
          <a:custGeom>
            <a:avLst/>
            <a:gdLst/>
            <a:ahLst/>
            <a:cxnLst/>
            <a:rect l="l" t="t" r="r" b="b"/>
            <a:pathLst>
              <a:path w="201930" h="1905">
                <a:moveTo>
                  <a:pt x="0" y="0"/>
                </a:moveTo>
                <a:lnTo>
                  <a:pt x="201612" y="1587"/>
                </a:lnTo>
              </a:path>
            </a:pathLst>
          </a:custGeom>
          <a:ln w="33337">
            <a:solidFill>
              <a:srgbClr val="FF2600"/>
            </a:solidFill>
          </a:ln>
        </p:spPr>
        <p:txBody>
          <a:bodyPr wrap="square" lIns="0" tIns="0" rIns="0" bIns="0" rtlCol="0"/>
          <a:lstStyle/>
          <a:p>
            <a:endParaRPr/>
          </a:p>
        </p:txBody>
      </p:sp>
      <p:sp>
        <p:nvSpPr>
          <p:cNvPr id="151" name="object 151"/>
          <p:cNvSpPr/>
          <p:nvPr/>
        </p:nvSpPr>
        <p:spPr>
          <a:xfrm>
            <a:off x="1855787" y="1947215"/>
            <a:ext cx="190500" cy="1905"/>
          </a:xfrm>
          <a:custGeom>
            <a:avLst/>
            <a:gdLst/>
            <a:ahLst/>
            <a:cxnLst/>
            <a:rect l="l" t="t" r="r" b="b"/>
            <a:pathLst>
              <a:path w="190500" h="1905">
                <a:moveTo>
                  <a:pt x="0" y="0"/>
                </a:moveTo>
                <a:lnTo>
                  <a:pt x="190499" y="1587"/>
                </a:lnTo>
              </a:path>
            </a:pathLst>
          </a:custGeom>
          <a:ln w="33337">
            <a:solidFill>
              <a:srgbClr val="FF2600"/>
            </a:solidFill>
          </a:ln>
        </p:spPr>
        <p:txBody>
          <a:bodyPr wrap="square" lIns="0" tIns="0" rIns="0" bIns="0" rtlCol="0"/>
          <a:lstStyle/>
          <a:p>
            <a:endParaRPr/>
          </a:p>
        </p:txBody>
      </p:sp>
      <p:sp>
        <p:nvSpPr>
          <p:cNvPr id="152" name="object 152"/>
          <p:cNvSpPr/>
          <p:nvPr/>
        </p:nvSpPr>
        <p:spPr>
          <a:xfrm>
            <a:off x="2046287" y="1947215"/>
            <a:ext cx="203200" cy="1905"/>
          </a:xfrm>
          <a:custGeom>
            <a:avLst/>
            <a:gdLst/>
            <a:ahLst/>
            <a:cxnLst/>
            <a:rect l="l" t="t" r="r" b="b"/>
            <a:pathLst>
              <a:path w="203200" h="1905">
                <a:moveTo>
                  <a:pt x="0" y="0"/>
                </a:moveTo>
                <a:lnTo>
                  <a:pt x="203199" y="1587"/>
                </a:lnTo>
              </a:path>
            </a:pathLst>
          </a:custGeom>
          <a:ln w="33337">
            <a:solidFill>
              <a:srgbClr val="FF2600"/>
            </a:solidFill>
          </a:ln>
        </p:spPr>
        <p:txBody>
          <a:bodyPr wrap="square" lIns="0" tIns="0" rIns="0" bIns="0" rtlCol="0"/>
          <a:lstStyle/>
          <a:p>
            <a:endParaRPr/>
          </a:p>
        </p:txBody>
      </p:sp>
      <p:sp>
        <p:nvSpPr>
          <p:cNvPr id="153" name="object 153"/>
          <p:cNvSpPr/>
          <p:nvPr/>
        </p:nvSpPr>
        <p:spPr>
          <a:xfrm>
            <a:off x="2249487" y="1947215"/>
            <a:ext cx="201930" cy="1905"/>
          </a:xfrm>
          <a:custGeom>
            <a:avLst/>
            <a:gdLst/>
            <a:ahLst/>
            <a:cxnLst/>
            <a:rect l="l" t="t" r="r" b="b"/>
            <a:pathLst>
              <a:path w="201930" h="1905">
                <a:moveTo>
                  <a:pt x="0" y="0"/>
                </a:moveTo>
                <a:lnTo>
                  <a:pt x="201612" y="1587"/>
                </a:lnTo>
              </a:path>
            </a:pathLst>
          </a:custGeom>
          <a:ln w="33337">
            <a:solidFill>
              <a:srgbClr val="FF2600"/>
            </a:solidFill>
          </a:ln>
        </p:spPr>
        <p:txBody>
          <a:bodyPr wrap="square" lIns="0" tIns="0" rIns="0" bIns="0" rtlCol="0"/>
          <a:lstStyle/>
          <a:p>
            <a:endParaRPr/>
          </a:p>
        </p:txBody>
      </p:sp>
      <p:sp>
        <p:nvSpPr>
          <p:cNvPr id="154" name="object 154"/>
          <p:cNvSpPr/>
          <p:nvPr/>
        </p:nvSpPr>
        <p:spPr>
          <a:xfrm>
            <a:off x="2451100" y="1947215"/>
            <a:ext cx="190500" cy="1905"/>
          </a:xfrm>
          <a:custGeom>
            <a:avLst/>
            <a:gdLst/>
            <a:ahLst/>
            <a:cxnLst/>
            <a:rect l="l" t="t" r="r" b="b"/>
            <a:pathLst>
              <a:path w="190500" h="1905">
                <a:moveTo>
                  <a:pt x="0" y="0"/>
                </a:moveTo>
                <a:lnTo>
                  <a:pt x="190499" y="1587"/>
                </a:lnTo>
              </a:path>
            </a:pathLst>
          </a:custGeom>
          <a:ln w="33337">
            <a:solidFill>
              <a:srgbClr val="FF2600"/>
            </a:solidFill>
          </a:ln>
        </p:spPr>
        <p:txBody>
          <a:bodyPr wrap="square" lIns="0" tIns="0" rIns="0" bIns="0" rtlCol="0"/>
          <a:lstStyle/>
          <a:p>
            <a:endParaRPr/>
          </a:p>
        </p:txBody>
      </p:sp>
      <p:sp>
        <p:nvSpPr>
          <p:cNvPr id="155" name="object 155"/>
          <p:cNvSpPr/>
          <p:nvPr/>
        </p:nvSpPr>
        <p:spPr>
          <a:xfrm>
            <a:off x="2641600" y="1947215"/>
            <a:ext cx="201930" cy="1905"/>
          </a:xfrm>
          <a:custGeom>
            <a:avLst/>
            <a:gdLst/>
            <a:ahLst/>
            <a:cxnLst/>
            <a:rect l="l" t="t" r="r" b="b"/>
            <a:pathLst>
              <a:path w="201930" h="1905">
                <a:moveTo>
                  <a:pt x="0" y="0"/>
                </a:moveTo>
                <a:lnTo>
                  <a:pt x="201612" y="1587"/>
                </a:lnTo>
              </a:path>
            </a:pathLst>
          </a:custGeom>
          <a:ln w="33337">
            <a:solidFill>
              <a:srgbClr val="FF2600"/>
            </a:solidFill>
          </a:ln>
        </p:spPr>
        <p:txBody>
          <a:bodyPr wrap="square" lIns="0" tIns="0" rIns="0" bIns="0" rtlCol="0"/>
          <a:lstStyle/>
          <a:p>
            <a:endParaRPr/>
          </a:p>
        </p:txBody>
      </p:sp>
      <p:sp>
        <p:nvSpPr>
          <p:cNvPr id="156" name="object 156"/>
          <p:cNvSpPr/>
          <p:nvPr/>
        </p:nvSpPr>
        <p:spPr>
          <a:xfrm>
            <a:off x="2843212" y="1947215"/>
            <a:ext cx="201930" cy="1905"/>
          </a:xfrm>
          <a:custGeom>
            <a:avLst/>
            <a:gdLst/>
            <a:ahLst/>
            <a:cxnLst/>
            <a:rect l="l" t="t" r="r" b="b"/>
            <a:pathLst>
              <a:path w="201930" h="1905">
                <a:moveTo>
                  <a:pt x="0" y="0"/>
                </a:moveTo>
                <a:lnTo>
                  <a:pt x="201612" y="1587"/>
                </a:lnTo>
              </a:path>
            </a:pathLst>
          </a:custGeom>
          <a:ln w="33337">
            <a:solidFill>
              <a:srgbClr val="FF2600"/>
            </a:solidFill>
          </a:ln>
        </p:spPr>
        <p:txBody>
          <a:bodyPr wrap="square" lIns="0" tIns="0" rIns="0" bIns="0" rtlCol="0"/>
          <a:lstStyle/>
          <a:p>
            <a:endParaRPr/>
          </a:p>
        </p:txBody>
      </p:sp>
      <p:sp>
        <p:nvSpPr>
          <p:cNvPr id="157" name="object 157"/>
          <p:cNvSpPr/>
          <p:nvPr/>
        </p:nvSpPr>
        <p:spPr>
          <a:xfrm>
            <a:off x="3044824" y="1947215"/>
            <a:ext cx="190500" cy="1905"/>
          </a:xfrm>
          <a:custGeom>
            <a:avLst/>
            <a:gdLst/>
            <a:ahLst/>
            <a:cxnLst/>
            <a:rect l="l" t="t" r="r" b="b"/>
            <a:pathLst>
              <a:path w="190500" h="1905">
                <a:moveTo>
                  <a:pt x="0" y="0"/>
                </a:moveTo>
                <a:lnTo>
                  <a:pt x="190500" y="1587"/>
                </a:lnTo>
              </a:path>
            </a:pathLst>
          </a:custGeom>
          <a:ln w="33337">
            <a:solidFill>
              <a:srgbClr val="FF2600"/>
            </a:solidFill>
          </a:ln>
        </p:spPr>
        <p:txBody>
          <a:bodyPr wrap="square" lIns="0" tIns="0" rIns="0" bIns="0" rtlCol="0"/>
          <a:lstStyle/>
          <a:p>
            <a:endParaRPr/>
          </a:p>
        </p:txBody>
      </p:sp>
      <p:sp>
        <p:nvSpPr>
          <p:cNvPr id="158" name="object 158"/>
          <p:cNvSpPr/>
          <p:nvPr/>
        </p:nvSpPr>
        <p:spPr>
          <a:xfrm>
            <a:off x="3235324" y="1947215"/>
            <a:ext cx="203200" cy="1905"/>
          </a:xfrm>
          <a:custGeom>
            <a:avLst/>
            <a:gdLst/>
            <a:ahLst/>
            <a:cxnLst/>
            <a:rect l="l" t="t" r="r" b="b"/>
            <a:pathLst>
              <a:path w="203200" h="1905">
                <a:moveTo>
                  <a:pt x="0" y="0"/>
                </a:moveTo>
                <a:lnTo>
                  <a:pt x="203199" y="1587"/>
                </a:lnTo>
              </a:path>
            </a:pathLst>
          </a:custGeom>
          <a:ln w="33337">
            <a:solidFill>
              <a:srgbClr val="FF2600"/>
            </a:solidFill>
          </a:ln>
        </p:spPr>
        <p:txBody>
          <a:bodyPr wrap="square" lIns="0" tIns="0" rIns="0" bIns="0" rtlCol="0"/>
          <a:lstStyle/>
          <a:p>
            <a:endParaRPr/>
          </a:p>
        </p:txBody>
      </p:sp>
      <p:sp>
        <p:nvSpPr>
          <p:cNvPr id="159" name="object 159"/>
          <p:cNvSpPr/>
          <p:nvPr/>
        </p:nvSpPr>
        <p:spPr>
          <a:xfrm>
            <a:off x="3438525" y="1947215"/>
            <a:ext cx="201930" cy="1905"/>
          </a:xfrm>
          <a:custGeom>
            <a:avLst/>
            <a:gdLst/>
            <a:ahLst/>
            <a:cxnLst/>
            <a:rect l="l" t="t" r="r" b="b"/>
            <a:pathLst>
              <a:path w="201929" h="1905">
                <a:moveTo>
                  <a:pt x="0" y="0"/>
                </a:moveTo>
                <a:lnTo>
                  <a:pt x="201612" y="1587"/>
                </a:lnTo>
              </a:path>
            </a:pathLst>
          </a:custGeom>
          <a:ln w="33337">
            <a:solidFill>
              <a:srgbClr val="FF2600"/>
            </a:solidFill>
          </a:ln>
        </p:spPr>
        <p:txBody>
          <a:bodyPr wrap="square" lIns="0" tIns="0" rIns="0" bIns="0" rtlCol="0"/>
          <a:lstStyle/>
          <a:p>
            <a:endParaRPr/>
          </a:p>
        </p:txBody>
      </p:sp>
      <p:sp>
        <p:nvSpPr>
          <p:cNvPr id="160" name="object 160"/>
          <p:cNvSpPr/>
          <p:nvPr/>
        </p:nvSpPr>
        <p:spPr>
          <a:xfrm>
            <a:off x="3640137" y="1947215"/>
            <a:ext cx="201930" cy="1905"/>
          </a:xfrm>
          <a:custGeom>
            <a:avLst/>
            <a:gdLst/>
            <a:ahLst/>
            <a:cxnLst/>
            <a:rect l="l" t="t" r="r" b="b"/>
            <a:pathLst>
              <a:path w="201929" h="1905">
                <a:moveTo>
                  <a:pt x="0" y="0"/>
                </a:moveTo>
                <a:lnTo>
                  <a:pt x="201612" y="1587"/>
                </a:lnTo>
              </a:path>
            </a:pathLst>
          </a:custGeom>
          <a:ln w="33337">
            <a:solidFill>
              <a:srgbClr val="FF2600"/>
            </a:solidFill>
          </a:ln>
        </p:spPr>
        <p:txBody>
          <a:bodyPr wrap="square" lIns="0" tIns="0" rIns="0" bIns="0" rtlCol="0"/>
          <a:lstStyle/>
          <a:p>
            <a:endParaRPr/>
          </a:p>
        </p:txBody>
      </p:sp>
      <p:sp>
        <p:nvSpPr>
          <p:cNvPr id="161" name="object 161"/>
          <p:cNvSpPr/>
          <p:nvPr/>
        </p:nvSpPr>
        <p:spPr>
          <a:xfrm>
            <a:off x="3841750" y="1947215"/>
            <a:ext cx="190500" cy="1905"/>
          </a:xfrm>
          <a:custGeom>
            <a:avLst/>
            <a:gdLst/>
            <a:ahLst/>
            <a:cxnLst/>
            <a:rect l="l" t="t" r="r" b="b"/>
            <a:pathLst>
              <a:path w="190500" h="1905">
                <a:moveTo>
                  <a:pt x="0" y="0"/>
                </a:moveTo>
                <a:lnTo>
                  <a:pt x="190499" y="1587"/>
                </a:lnTo>
              </a:path>
            </a:pathLst>
          </a:custGeom>
          <a:ln w="33337">
            <a:solidFill>
              <a:srgbClr val="FF2600"/>
            </a:solidFill>
          </a:ln>
        </p:spPr>
        <p:txBody>
          <a:bodyPr wrap="square" lIns="0" tIns="0" rIns="0" bIns="0" rtlCol="0"/>
          <a:lstStyle/>
          <a:p>
            <a:endParaRPr/>
          </a:p>
        </p:txBody>
      </p:sp>
      <p:sp>
        <p:nvSpPr>
          <p:cNvPr id="162" name="object 162"/>
          <p:cNvSpPr/>
          <p:nvPr/>
        </p:nvSpPr>
        <p:spPr>
          <a:xfrm>
            <a:off x="4032250" y="1947215"/>
            <a:ext cx="201930" cy="1905"/>
          </a:xfrm>
          <a:custGeom>
            <a:avLst/>
            <a:gdLst/>
            <a:ahLst/>
            <a:cxnLst/>
            <a:rect l="l" t="t" r="r" b="b"/>
            <a:pathLst>
              <a:path w="201929" h="1905">
                <a:moveTo>
                  <a:pt x="0" y="0"/>
                </a:moveTo>
                <a:lnTo>
                  <a:pt x="201612" y="1587"/>
                </a:lnTo>
              </a:path>
            </a:pathLst>
          </a:custGeom>
          <a:ln w="33337">
            <a:solidFill>
              <a:srgbClr val="FF2600"/>
            </a:solidFill>
          </a:ln>
        </p:spPr>
        <p:txBody>
          <a:bodyPr wrap="square" lIns="0" tIns="0" rIns="0" bIns="0" rtlCol="0"/>
          <a:lstStyle/>
          <a:p>
            <a:endParaRPr/>
          </a:p>
        </p:txBody>
      </p:sp>
      <p:sp>
        <p:nvSpPr>
          <p:cNvPr id="163" name="object 163"/>
          <p:cNvSpPr/>
          <p:nvPr/>
        </p:nvSpPr>
        <p:spPr>
          <a:xfrm>
            <a:off x="4233862" y="1947215"/>
            <a:ext cx="201930" cy="1905"/>
          </a:xfrm>
          <a:custGeom>
            <a:avLst/>
            <a:gdLst/>
            <a:ahLst/>
            <a:cxnLst/>
            <a:rect l="l" t="t" r="r" b="b"/>
            <a:pathLst>
              <a:path w="201929" h="1905">
                <a:moveTo>
                  <a:pt x="0" y="0"/>
                </a:moveTo>
                <a:lnTo>
                  <a:pt x="201612" y="1587"/>
                </a:lnTo>
              </a:path>
            </a:pathLst>
          </a:custGeom>
          <a:ln w="33337">
            <a:solidFill>
              <a:srgbClr val="FF2600"/>
            </a:solidFill>
          </a:ln>
        </p:spPr>
        <p:txBody>
          <a:bodyPr wrap="square" lIns="0" tIns="0" rIns="0" bIns="0" rtlCol="0"/>
          <a:lstStyle/>
          <a:p>
            <a:endParaRPr/>
          </a:p>
        </p:txBody>
      </p:sp>
      <p:sp>
        <p:nvSpPr>
          <p:cNvPr id="164" name="object 164"/>
          <p:cNvSpPr/>
          <p:nvPr/>
        </p:nvSpPr>
        <p:spPr>
          <a:xfrm>
            <a:off x="4435474" y="1947215"/>
            <a:ext cx="192405" cy="1905"/>
          </a:xfrm>
          <a:custGeom>
            <a:avLst/>
            <a:gdLst/>
            <a:ahLst/>
            <a:cxnLst/>
            <a:rect l="l" t="t" r="r" b="b"/>
            <a:pathLst>
              <a:path w="192404" h="1905">
                <a:moveTo>
                  <a:pt x="0" y="0"/>
                </a:moveTo>
                <a:lnTo>
                  <a:pt x="192088" y="1587"/>
                </a:lnTo>
              </a:path>
            </a:pathLst>
          </a:custGeom>
          <a:ln w="33337">
            <a:solidFill>
              <a:srgbClr val="FF2600"/>
            </a:solidFill>
          </a:ln>
        </p:spPr>
        <p:txBody>
          <a:bodyPr wrap="square" lIns="0" tIns="0" rIns="0" bIns="0" rtlCol="0"/>
          <a:lstStyle/>
          <a:p>
            <a:endParaRPr/>
          </a:p>
        </p:txBody>
      </p:sp>
      <p:sp>
        <p:nvSpPr>
          <p:cNvPr id="165" name="object 165"/>
          <p:cNvSpPr/>
          <p:nvPr/>
        </p:nvSpPr>
        <p:spPr>
          <a:xfrm>
            <a:off x="4627562" y="1947215"/>
            <a:ext cx="201930" cy="1905"/>
          </a:xfrm>
          <a:custGeom>
            <a:avLst/>
            <a:gdLst/>
            <a:ahLst/>
            <a:cxnLst/>
            <a:rect l="l" t="t" r="r" b="b"/>
            <a:pathLst>
              <a:path w="201929" h="1905">
                <a:moveTo>
                  <a:pt x="0" y="0"/>
                </a:moveTo>
                <a:lnTo>
                  <a:pt x="201613" y="1587"/>
                </a:lnTo>
              </a:path>
            </a:pathLst>
          </a:custGeom>
          <a:ln w="33337">
            <a:solidFill>
              <a:srgbClr val="FF2600"/>
            </a:solidFill>
          </a:ln>
        </p:spPr>
        <p:txBody>
          <a:bodyPr wrap="square" lIns="0" tIns="0" rIns="0" bIns="0" rtlCol="0"/>
          <a:lstStyle/>
          <a:p>
            <a:endParaRPr/>
          </a:p>
        </p:txBody>
      </p:sp>
      <p:sp>
        <p:nvSpPr>
          <p:cNvPr id="166" name="object 166"/>
          <p:cNvSpPr/>
          <p:nvPr/>
        </p:nvSpPr>
        <p:spPr>
          <a:xfrm>
            <a:off x="4829175" y="1947215"/>
            <a:ext cx="201930" cy="1905"/>
          </a:xfrm>
          <a:custGeom>
            <a:avLst/>
            <a:gdLst/>
            <a:ahLst/>
            <a:cxnLst/>
            <a:rect l="l" t="t" r="r" b="b"/>
            <a:pathLst>
              <a:path w="201929" h="1905">
                <a:moveTo>
                  <a:pt x="0" y="0"/>
                </a:moveTo>
                <a:lnTo>
                  <a:pt x="201612" y="1587"/>
                </a:lnTo>
              </a:path>
            </a:pathLst>
          </a:custGeom>
          <a:ln w="33337">
            <a:solidFill>
              <a:srgbClr val="FF2600"/>
            </a:solidFill>
          </a:ln>
        </p:spPr>
        <p:txBody>
          <a:bodyPr wrap="square" lIns="0" tIns="0" rIns="0" bIns="0" rtlCol="0"/>
          <a:lstStyle/>
          <a:p>
            <a:endParaRPr/>
          </a:p>
        </p:txBody>
      </p:sp>
      <p:sp>
        <p:nvSpPr>
          <p:cNvPr id="167" name="object 167"/>
          <p:cNvSpPr/>
          <p:nvPr/>
        </p:nvSpPr>
        <p:spPr>
          <a:xfrm>
            <a:off x="5030787" y="1947215"/>
            <a:ext cx="190500" cy="1905"/>
          </a:xfrm>
          <a:custGeom>
            <a:avLst/>
            <a:gdLst/>
            <a:ahLst/>
            <a:cxnLst/>
            <a:rect l="l" t="t" r="r" b="b"/>
            <a:pathLst>
              <a:path w="190500" h="1905">
                <a:moveTo>
                  <a:pt x="0" y="0"/>
                </a:moveTo>
                <a:lnTo>
                  <a:pt x="190500" y="1587"/>
                </a:lnTo>
              </a:path>
            </a:pathLst>
          </a:custGeom>
          <a:ln w="33337">
            <a:solidFill>
              <a:srgbClr val="FF2600"/>
            </a:solidFill>
          </a:ln>
        </p:spPr>
        <p:txBody>
          <a:bodyPr wrap="square" lIns="0" tIns="0" rIns="0" bIns="0" rtlCol="0"/>
          <a:lstStyle/>
          <a:p>
            <a:endParaRPr/>
          </a:p>
        </p:txBody>
      </p:sp>
      <p:sp>
        <p:nvSpPr>
          <p:cNvPr id="168" name="object 168"/>
          <p:cNvSpPr/>
          <p:nvPr/>
        </p:nvSpPr>
        <p:spPr>
          <a:xfrm>
            <a:off x="5221287" y="1947215"/>
            <a:ext cx="201930" cy="1905"/>
          </a:xfrm>
          <a:custGeom>
            <a:avLst/>
            <a:gdLst/>
            <a:ahLst/>
            <a:cxnLst/>
            <a:rect l="l" t="t" r="r" b="b"/>
            <a:pathLst>
              <a:path w="201929" h="1905">
                <a:moveTo>
                  <a:pt x="0" y="0"/>
                </a:moveTo>
                <a:lnTo>
                  <a:pt x="201613" y="1587"/>
                </a:lnTo>
              </a:path>
            </a:pathLst>
          </a:custGeom>
          <a:ln w="33337">
            <a:solidFill>
              <a:srgbClr val="FF2600"/>
            </a:solidFill>
          </a:ln>
        </p:spPr>
        <p:txBody>
          <a:bodyPr wrap="square" lIns="0" tIns="0" rIns="0" bIns="0" rtlCol="0"/>
          <a:lstStyle/>
          <a:p>
            <a:endParaRPr/>
          </a:p>
        </p:txBody>
      </p:sp>
      <p:sp>
        <p:nvSpPr>
          <p:cNvPr id="169" name="object 169"/>
          <p:cNvSpPr/>
          <p:nvPr/>
        </p:nvSpPr>
        <p:spPr>
          <a:xfrm>
            <a:off x="5422900" y="1947215"/>
            <a:ext cx="203200" cy="1905"/>
          </a:xfrm>
          <a:custGeom>
            <a:avLst/>
            <a:gdLst/>
            <a:ahLst/>
            <a:cxnLst/>
            <a:rect l="l" t="t" r="r" b="b"/>
            <a:pathLst>
              <a:path w="203200" h="1905">
                <a:moveTo>
                  <a:pt x="0" y="0"/>
                </a:moveTo>
                <a:lnTo>
                  <a:pt x="203199" y="1587"/>
                </a:lnTo>
              </a:path>
            </a:pathLst>
          </a:custGeom>
          <a:ln w="33337">
            <a:solidFill>
              <a:srgbClr val="FF2600"/>
            </a:solidFill>
          </a:ln>
        </p:spPr>
        <p:txBody>
          <a:bodyPr wrap="square" lIns="0" tIns="0" rIns="0" bIns="0" rtlCol="0"/>
          <a:lstStyle/>
          <a:p>
            <a:endParaRPr/>
          </a:p>
        </p:txBody>
      </p:sp>
      <p:sp>
        <p:nvSpPr>
          <p:cNvPr id="170" name="object 170"/>
          <p:cNvSpPr/>
          <p:nvPr/>
        </p:nvSpPr>
        <p:spPr>
          <a:xfrm>
            <a:off x="5626100" y="1947215"/>
            <a:ext cx="201930" cy="1905"/>
          </a:xfrm>
          <a:custGeom>
            <a:avLst/>
            <a:gdLst/>
            <a:ahLst/>
            <a:cxnLst/>
            <a:rect l="l" t="t" r="r" b="b"/>
            <a:pathLst>
              <a:path w="201929" h="1905">
                <a:moveTo>
                  <a:pt x="0" y="0"/>
                </a:moveTo>
                <a:lnTo>
                  <a:pt x="201612" y="1587"/>
                </a:lnTo>
              </a:path>
            </a:pathLst>
          </a:custGeom>
          <a:ln w="33337">
            <a:solidFill>
              <a:srgbClr val="FF2600"/>
            </a:solidFill>
          </a:ln>
        </p:spPr>
        <p:txBody>
          <a:bodyPr wrap="square" lIns="0" tIns="0" rIns="0" bIns="0" rtlCol="0"/>
          <a:lstStyle/>
          <a:p>
            <a:endParaRPr/>
          </a:p>
        </p:txBody>
      </p:sp>
      <p:sp>
        <p:nvSpPr>
          <p:cNvPr id="171" name="object 171"/>
          <p:cNvSpPr/>
          <p:nvPr/>
        </p:nvSpPr>
        <p:spPr>
          <a:xfrm>
            <a:off x="5827712" y="1947215"/>
            <a:ext cx="190500" cy="1905"/>
          </a:xfrm>
          <a:custGeom>
            <a:avLst/>
            <a:gdLst/>
            <a:ahLst/>
            <a:cxnLst/>
            <a:rect l="l" t="t" r="r" b="b"/>
            <a:pathLst>
              <a:path w="190500" h="1905">
                <a:moveTo>
                  <a:pt x="0" y="0"/>
                </a:moveTo>
                <a:lnTo>
                  <a:pt x="190499" y="1587"/>
                </a:lnTo>
              </a:path>
            </a:pathLst>
          </a:custGeom>
          <a:ln w="33337">
            <a:solidFill>
              <a:srgbClr val="FF2600"/>
            </a:solidFill>
          </a:ln>
        </p:spPr>
        <p:txBody>
          <a:bodyPr wrap="square" lIns="0" tIns="0" rIns="0" bIns="0" rtlCol="0"/>
          <a:lstStyle/>
          <a:p>
            <a:endParaRPr/>
          </a:p>
        </p:txBody>
      </p:sp>
      <p:sp>
        <p:nvSpPr>
          <p:cNvPr id="172" name="object 172"/>
          <p:cNvSpPr/>
          <p:nvPr/>
        </p:nvSpPr>
        <p:spPr>
          <a:xfrm>
            <a:off x="6018212" y="1947215"/>
            <a:ext cx="201930" cy="1905"/>
          </a:xfrm>
          <a:custGeom>
            <a:avLst/>
            <a:gdLst/>
            <a:ahLst/>
            <a:cxnLst/>
            <a:rect l="l" t="t" r="r" b="b"/>
            <a:pathLst>
              <a:path w="201929" h="1905">
                <a:moveTo>
                  <a:pt x="0" y="0"/>
                </a:moveTo>
                <a:lnTo>
                  <a:pt x="201612" y="1587"/>
                </a:lnTo>
              </a:path>
            </a:pathLst>
          </a:custGeom>
          <a:ln w="33337">
            <a:solidFill>
              <a:srgbClr val="FF2600"/>
            </a:solidFill>
          </a:ln>
        </p:spPr>
        <p:txBody>
          <a:bodyPr wrap="square" lIns="0" tIns="0" rIns="0" bIns="0" rtlCol="0"/>
          <a:lstStyle/>
          <a:p>
            <a:endParaRPr/>
          </a:p>
        </p:txBody>
      </p:sp>
      <p:sp>
        <p:nvSpPr>
          <p:cNvPr id="173" name="object 173"/>
          <p:cNvSpPr/>
          <p:nvPr/>
        </p:nvSpPr>
        <p:spPr>
          <a:xfrm>
            <a:off x="6219824" y="1947215"/>
            <a:ext cx="201930" cy="1905"/>
          </a:xfrm>
          <a:custGeom>
            <a:avLst/>
            <a:gdLst/>
            <a:ahLst/>
            <a:cxnLst/>
            <a:rect l="l" t="t" r="r" b="b"/>
            <a:pathLst>
              <a:path w="201929" h="1905">
                <a:moveTo>
                  <a:pt x="0" y="0"/>
                </a:moveTo>
                <a:lnTo>
                  <a:pt x="201613" y="1587"/>
                </a:lnTo>
              </a:path>
            </a:pathLst>
          </a:custGeom>
          <a:ln w="33337">
            <a:solidFill>
              <a:srgbClr val="FF2600"/>
            </a:solidFill>
          </a:ln>
        </p:spPr>
        <p:txBody>
          <a:bodyPr wrap="square" lIns="0" tIns="0" rIns="0" bIns="0" rtlCol="0"/>
          <a:lstStyle/>
          <a:p>
            <a:endParaRPr/>
          </a:p>
        </p:txBody>
      </p:sp>
      <p:sp>
        <p:nvSpPr>
          <p:cNvPr id="174" name="object 174"/>
          <p:cNvSpPr/>
          <p:nvPr/>
        </p:nvSpPr>
        <p:spPr>
          <a:xfrm>
            <a:off x="6421437" y="1947215"/>
            <a:ext cx="190500" cy="1905"/>
          </a:xfrm>
          <a:custGeom>
            <a:avLst/>
            <a:gdLst/>
            <a:ahLst/>
            <a:cxnLst/>
            <a:rect l="l" t="t" r="r" b="b"/>
            <a:pathLst>
              <a:path w="190500" h="1905">
                <a:moveTo>
                  <a:pt x="0" y="0"/>
                </a:moveTo>
                <a:lnTo>
                  <a:pt x="190499" y="1587"/>
                </a:lnTo>
              </a:path>
            </a:pathLst>
          </a:custGeom>
          <a:ln w="33337">
            <a:solidFill>
              <a:srgbClr val="FF2600"/>
            </a:solidFill>
          </a:ln>
        </p:spPr>
        <p:txBody>
          <a:bodyPr wrap="square" lIns="0" tIns="0" rIns="0" bIns="0" rtlCol="0"/>
          <a:lstStyle/>
          <a:p>
            <a:endParaRPr/>
          </a:p>
        </p:txBody>
      </p:sp>
      <p:sp>
        <p:nvSpPr>
          <p:cNvPr id="175" name="object 175"/>
          <p:cNvSpPr/>
          <p:nvPr/>
        </p:nvSpPr>
        <p:spPr>
          <a:xfrm>
            <a:off x="6611937" y="1947215"/>
            <a:ext cx="203200" cy="1905"/>
          </a:xfrm>
          <a:custGeom>
            <a:avLst/>
            <a:gdLst/>
            <a:ahLst/>
            <a:cxnLst/>
            <a:rect l="l" t="t" r="r" b="b"/>
            <a:pathLst>
              <a:path w="203200" h="1905">
                <a:moveTo>
                  <a:pt x="0" y="0"/>
                </a:moveTo>
                <a:lnTo>
                  <a:pt x="203200" y="1587"/>
                </a:lnTo>
              </a:path>
            </a:pathLst>
          </a:custGeom>
          <a:ln w="33337">
            <a:solidFill>
              <a:srgbClr val="FF2600"/>
            </a:solidFill>
          </a:ln>
        </p:spPr>
        <p:txBody>
          <a:bodyPr wrap="square" lIns="0" tIns="0" rIns="0" bIns="0" rtlCol="0"/>
          <a:lstStyle/>
          <a:p>
            <a:endParaRPr/>
          </a:p>
        </p:txBody>
      </p:sp>
      <p:sp>
        <p:nvSpPr>
          <p:cNvPr id="176" name="object 176"/>
          <p:cNvSpPr/>
          <p:nvPr/>
        </p:nvSpPr>
        <p:spPr>
          <a:xfrm>
            <a:off x="6815137" y="1947215"/>
            <a:ext cx="201930" cy="1905"/>
          </a:xfrm>
          <a:custGeom>
            <a:avLst/>
            <a:gdLst/>
            <a:ahLst/>
            <a:cxnLst/>
            <a:rect l="l" t="t" r="r" b="b"/>
            <a:pathLst>
              <a:path w="201929" h="1905">
                <a:moveTo>
                  <a:pt x="0" y="0"/>
                </a:moveTo>
                <a:lnTo>
                  <a:pt x="201613" y="1587"/>
                </a:lnTo>
              </a:path>
            </a:pathLst>
          </a:custGeom>
          <a:ln w="33337">
            <a:solidFill>
              <a:srgbClr val="FF2600"/>
            </a:solidFill>
          </a:ln>
        </p:spPr>
        <p:txBody>
          <a:bodyPr wrap="square" lIns="0" tIns="0" rIns="0" bIns="0" rtlCol="0"/>
          <a:lstStyle/>
          <a:p>
            <a:endParaRPr/>
          </a:p>
        </p:txBody>
      </p:sp>
      <p:sp>
        <p:nvSpPr>
          <p:cNvPr id="177" name="object 177"/>
          <p:cNvSpPr/>
          <p:nvPr/>
        </p:nvSpPr>
        <p:spPr>
          <a:xfrm>
            <a:off x="7016750" y="1947215"/>
            <a:ext cx="190500" cy="1905"/>
          </a:xfrm>
          <a:custGeom>
            <a:avLst/>
            <a:gdLst/>
            <a:ahLst/>
            <a:cxnLst/>
            <a:rect l="l" t="t" r="r" b="b"/>
            <a:pathLst>
              <a:path w="190500" h="1905">
                <a:moveTo>
                  <a:pt x="0" y="0"/>
                </a:moveTo>
                <a:lnTo>
                  <a:pt x="190500" y="1587"/>
                </a:lnTo>
              </a:path>
            </a:pathLst>
          </a:custGeom>
          <a:ln w="33337">
            <a:solidFill>
              <a:srgbClr val="FF2600"/>
            </a:solidFill>
          </a:ln>
        </p:spPr>
        <p:txBody>
          <a:bodyPr wrap="square" lIns="0" tIns="0" rIns="0" bIns="0" rtlCol="0"/>
          <a:lstStyle/>
          <a:p>
            <a:endParaRPr/>
          </a:p>
        </p:txBody>
      </p:sp>
      <p:sp>
        <p:nvSpPr>
          <p:cNvPr id="178" name="object 178"/>
          <p:cNvSpPr/>
          <p:nvPr/>
        </p:nvSpPr>
        <p:spPr>
          <a:xfrm>
            <a:off x="7207250" y="1947215"/>
            <a:ext cx="201930" cy="1905"/>
          </a:xfrm>
          <a:custGeom>
            <a:avLst/>
            <a:gdLst/>
            <a:ahLst/>
            <a:cxnLst/>
            <a:rect l="l" t="t" r="r" b="b"/>
            <a:pathLst>
              <a:path w="201929" h="1905">
                <a:moveTo>
                  <a:pt x="0" y="0"/>
                </a:moveTo>
                <a:lnTo>
                  <a:pt x="201613" y="1587"/>
                </a:lnTo>
              </a:path>
            </a:pathLst>
          </a:custGeom>
          <a:ln w="33337">
            <a:solidFill>
              <a:srgbClr val="FF2600"/>
            </a:solidFill>
          </a:ln>
        </p:spPr>
        <p:txBody>
          <a:bodyPr wrap="square" lIns="0" tIns="0" rIns="0" bIns="0" rtlCol="0"/>
          <a:lstStyle/>
          <a:p>
            <a:endParaRPr/>
          </a:p>
        </p:txBody>
      </p:sp>
      <p:sp>
        <p:nvSpPr>
          <p:cNvPr id="179" name="object 179"/>
          <p:cNvSpPr/>
          <p:nvPr/>
        </p:nvSpPr>
        <p:spPr>
          <a:xfrm>
            <a:off x="1654175" y="4157014"/>
            <a:ext cx="201930" cy="1905"/>
          </a:xfrm>
          <a:custGeom>
            <a:avLst/>
            <a:gdLst/>
            <a:ahLst/>
            <a:cxnLst/>
            <a:rect l="l" t="t" r="r" b="b"/>
            <a:pathLst>
              <a:path w="201930" h="1904">
                <a:moveTo>
                  <a:pt x="0" y="0"/>
                </a:moveTo>
                <a:lnTo>
                  <a:pt x="201612" y="1586"/>
                </a:lnTo>
              </a:path>
            </a:pathLst>
          </a:custGeom>
          <a:ln w="33337">
            <a:solidFill>
              <a:srgbClr val="FF2600"/>
            </a:solidFill>
          </a:ln>
        </p:spPr>
        <p:txBody>
          <a:bodyPr wrap="square" lIns="0" tIns="0" rIns="0" bIns="0" rtlCol="0"/>
          <a:lstStyle/>
          <a:p>
            <a:endParaRPr/>
          </a:p>
        </p:txBody>
      </p:sp>
      <p:sp>
        <p:nvSpPr>
          <p:cNvPr id="180" name="object 180"/>
          <p:cNvSpPr/>
          <p:nvPr/>
        </p:nvSpPr>
        <p:spPr>
          <a:xfrm>
            <a:off x="1855787" y="4157014"/>
            <a:ext cx="190500" cy="1905"/>
          </a:xfrm>
          <a:custGeom>
            <a:avLst/>
            <a:gdLst/>
            <a:ahLst/>
            <a:cxnLst/>
            <a:rect l="l" t="t" r="r" b="b"/>
            <a:pathLst>
              <a:path w="190500" h="1904">
                <a:moveTo>
                  <a:pt x="0" y="0"/>
                </a:moveTo>
                <a:lnTo>
                  <a:pt x="190499" y="1586"/>
                </a:lnTo>
              </a:path>
            </a:pathLst>
          </a:custGeom>
          <a:ln w="33337">
            <a:solidFill>
              <a:srgbClr val="FF2600"/>
            </a:solidFill>
          </a:ln>
        </p:spPr>
        <p:txBody>
          <a:bodyPr wrap="square" lIns="0" tIns="0" rIns="0" bIns="0" rtlCol="0"/>
          <a:lstStyle/>
          <a:p>
            <a:endParaRPr/>
          </a:p>
        </p:txBody>
      </p:sp>
      <p:sp>
        <p:nvSpPr>
          <p:cNvPr id="181" name="object 181"/>
          <p:cNvSpPr/>
          <p:nvPr/>
        </p:nvSpPr>
        <p:spPr>
          <a:xfrm>
            <a:off x="2046287" y="4157014"/>
            <a:ext cx="203200" cy="1905"/>
          </a:xfrm>
          <a:custGeom>
            <a:avLst/>
            <a:gdLst/>
            <a:ahLst/>
            <a:cxnLst/>
            <a:rect l="l" t="t" r="r" b="b"/>
            <a:pathLst>
              <a:path w="203200" h="1904">
                <a:moveTo>
                  <a:pt x="0" y="0"/>
                </a:moveTo>
                <a:lnTo>
                  <a:pt x="203199" y="1586"/>
                </a:lnTo>
              </a:path>
            </a:pathLst>
          </a:custGeom>
          <a:ln w="33337">
            <a:solidFill>
              <a:srgbClr val="FF2600"/>
            </a:solidFill>
          </a:ln>
        </p:spPr>
        <p:txBody>
          <a:bodyPr wrap="square" lIns="0" tIns="0" rIns="0" bIns="0" rtlCol="0"/>
          <a:lstStyle/>
          <a:p>
            <a:endParaRPr/>
          </a:p>
        </p:txBody>
      </p:sp>
      <p:sp>
        <p:nvSpPr>
          <p:cNvPr id="182" name="object 182"/>
          <p:cNvSpPr/>
          <p:nvPr/>
        </p:nvSpPr>
        <p:spPr>
          <a:xfrm>
            <a:off x="2249487" y="4157014"/>
            <a:ext cx="201930" cy="1905"/>
          </a:xfrm>
          <a:custGeom>
            <a:avLst/>
            <a:gdLst/>
            <a:ahLst/>
            <a:cxnLst/>
            <a:rect l="l" t="t" r="r" b="b"/>
            <a:pathLst>
              <a:path w="201930" h="1904">
                <a:moveTo>
                  <a:pt x="0" y="0"/>
                </a:moveTo>
                <a:lnTo>
                  <a:pt x="201612" y="1586"/>
                </a:lnTo>
              </a:path>
            </a:pathLst>
          </a:custGeom>
          <a:ln w="33337">
            <a:solidFill>
              <a:srgbClr val="FF2600"/>
            </a:solidFill>
          </a:ln>
        </p:spPr>
        <p:txBody>
          <a:bodyPr wrap="square" lIns="0" tIns="0" rIns="0" bIns="0" rtlCol="0"/>
          <a:lstStyle/>
          <a:p>
            <a:endParaRPr/>
          </a:p>
        </p:txBody>
      </p:sp>
      <p:sp>
        <p:nvSpPr>
          <p:cNvPr id="183" name="object 183"/>
          <p:cNvSpPr/>
          <p:nvPr/>
        </p:nvSpPr>
        <p:spPr>
          <a:xfrm>
            <a:off x="2451100" y="4157014"/>
            <a:ext cx="190500" cy="1905"/>
          </a:xfrm>
          <a:custGeom>
            <a:avLst/>
            <a:gdLst/>
            <a:ahLst/>
            <a:cxnLst/>
            <a:rect l="l" t="t" r="r" b="b"/>
            <a:pathLst>
              <a:path w="190500" h="1904">
                <a:moveTo>
                  <a:pt x="0" y="0"/>
                </a:moveTo>
                <a:lnTo>
                  <a:pt x="190499" y="1586"/>
                </a:lnTo>
              </a:path>
            </a:pathLst>
          </a:custGeom>
          <a:ln w="33337">
            <a:solidFill>
              <a:srgbClr val="FF2600"/>
            </a:solidFill>
          </a:ln>
        </p:spPr>
        <p:txBody>
          <a:bodyPr wrap="square" lIns="0" tIns="0" rIns="0" bIns="0" rtlCol="0"/>
          <a:lstStyle/>
          <a:p>
            <a:endParaRPr/>
          </a:p>
        </p:txBody>
      </p:sp>
      <p:sp>
        <p:nvSpPr>
          <p:cNvPr id="184" name="object 184"/>
          <p:cNvSpPr/>
          <p:nvPr/>
        </p:nvSpPr>
        <p:spPr>
          <a:xfrm>
            <a:off x="2641600" y="4157014"/>
            <a:ext cx="201930" cy="1905"/>
          </a:xfrm>
          <a:custGeom>
            <a:avLst/>
            <a:gdLst/>
            <a:ahLst/>
            <a:cxnLst/>
            <a:rect l="l" t="t" r="r" b="b"/>
            <a:pathLst>
              <a:path w="201930" h="1904">
                <a:moveTo>
                  <a:pt x="0" y="0"/>
                </a:moveTo>
                <a:lnTo>
                  <a:pt x="201612" y="1586"/>
                </a:lnTo>
              </a:path>
            </a:pathLst>
          </a:custGeom>
          <a:ln w="33337">
            <a:solidFill>
              <a:srgbClr val="FF2600"/>
            </a:solidFill>
          </a:ln>
        </p:spPr>
        <p:txBody>
          <a:bodyPr wrap="square" lIns="0" tIns="0" rIns="0" bIns="0" rtlCol="0"/>
          <a:lstStyle/>
          <a:p>
            <a:endParaRPr/>
          </a:p>
        </p:txBody>
      </p:sp>
      <p:sp>
        <p:nvSpPr>
          <p:cNvPr id="185" name="object 185"/>
          <p:cNvSpPr/>
          <p:nvPr/>
        </p:nvSpPr>
        <p:spPr>
          <a:xfrm>
            <a:off x="2843212" y="4157014"/>
            <a:ext cx="201930" cy="1905"/>
          </a:xfrm>
          <a:custGeom>
            <a:avLst/>
            <a:gdLst/>
            <a:ahLst/>
            <a:cxnLst/>
            <a:rect l="l" t="t" r="r" b="b"/>
            <a:pathLst>
              <a:path w="201930" h="1904">
                <a:moveTo>
                  <a:pt x="0" y="0"/>
                </a:moveTo>
                <a:lnTo>
                  <a:pt x="201612" y="1586"/>
                </a:lnTo>
              </a:path>
            </a:pathLst>
          </a:custGeom>
          <a:ln w="33337">
            <a:solidFill>
              <a:srgbClr val="FF2600"/>
            </a:solidFill>
          </a:ln>
        </p:spPr>
        <p:txBody>
          <a:bodyPr wrap="square" lIns="0" tIns="0" rIns="0" bIns="0" rtlCol="0"/>
          <a:lstStyle/>
          <a:p>
            <a:endParaRPr/>
          </a:p>
        </p:txBody>
      </p:sp>
      <p:sp>
        <p:nvSpPr>
          <p:cNvPr id="186" name="object 186"/>
          <p:cNvSpPr/>
          <p:nvPr/>
        </p:nvSpPr>
        <p:spPr>
          <a:xfrm>
            <a:off x="3044824" y="4157014"/>
            <a:ext cx="190500" cy="1905"/>
          </a:xfrm>
          <a:custGeom>
            <a:avLst/>
            <a:gdLst/>
            <a:ahLst/>
            <a:cxnLst/>
            <a:rect l="l" t="t" r="r" b="b"/>
            <a:pathLst>
              <a:path w="190500" h="1904">
                <a:moveTo>
                  <a:pt x="0" y="0"/>
                </a:moveTo>
                <a:lnTo>
                  <a:pt x="190500" y="1586"/>
                </a:lnTo>
              </a:path>
            </a:pathLst>
          </a:custGeom>
          <a:ln w="33337">
            <a:solidFill>
              <a:srgbClr val="FF2600"/>
            </a:solidFill>
          </a:ln>
        </p:spPr>
        <p:txBody>
          <a:bodyPr wrap="square" lIns="0" tIns="0" rIns="0" bIns="0" rtlCol="0"/>
          <a:lstStyle/>
          <a:p>
            <a:endParaRPr/>
          </a:p>
        </p:txBody>
      </p:sp>
      <p:sp>
        <p:nvSpPr>
          <p:cNvPr id="187" name="object 187"/>
          <p:cNvSpPr/>
          <p:nvPr/>
        </p:nvSpPr>
        <p:spPr>
          <a:xfrm>
            <a:off x="3235324" y="4157014"/>
            <a:ext cx="203200" cy="1905"/>
          </a:xfrm>
          <a:custGeom>
            <a:avLst/>
            <a:gdLst/>
            <a:ahLst/>
            <a:cxnLst/>
            <a:rect l="l" t="t" r="r" b="b"/>
            <a:pathLst>
              <a:path w="203200" h="1904">
                <a:moveTo>
                  <a:pt x="0" y="0"/>
                </a:moveTo>
                <a:lnTo>
                  <a:pt x="203199" y="1586"/>
                </a:lnTo>
              </a:path>
            </a:pathLst>
          </a:custGeom>
          <a:ln w="33337">
            <a:solidFill>
              <a:srgbClr val="FF2600"/>
            </a:solidFill>
          </a:ln>
        </p:spPr>
        <p:txBody>
          <a:bodyPr wrap="square" lIns="0" tIns="0" rIns="0" bIns="0" rtlCol="0"/>
          <a:lstStyle/>
          <a:p>
            <a:endParaRPr/>
          </a:p>
        </p:txBody>
      </p:sp>
      <p:sp>
        <p:nvSpPr>
          <p:cNvPr id="188" name="object 188"/>
          <p:cNvSpPr/>
          <p:nvPr/>
        </p:nvSpPr>
        <p:spPr>
          <a:xfrm>
            <a:off x="3438525" y="4157014"/>
            <a:ext cx="201930" cy="1905"/>
          </a:xfrm>
          <a:custGeom>
            <a:avLst/>
            <a:gdLst/>
            <a:ahLst/>
            <a:cxnLst/>
            <a:rect l="l" t="t" r="r" b="b"/>
            <a:pathLst>
              <a:path w="201929" h="1904">
                <a:moveTo>
                  <a:pt x="0" y="0"/>
                </a:moveTo>
                <a:lnTo>
                  <a:pt x="201612" y="1586"/>
                </a:lnTo>
              </a:path>
            </a:pathLst>
          </a:custGeom>
          <a:ln w="33337">
            <a:solidFill>
              <a:srgbClr val="FF2600"/>
            </a:solidFill>
          </a:ln>
        </p:spPr>
        <p:txBody>
          <a:bodyPr wrap="square" lIns="0" tIns="0" rIns="0" bIns="0" rtlCol="0"/>
          <a:lstStyle/>
          <a:p>
            <a:endParaRPr/>
          </a:p>
        </p:txBody>
      </p:sp>
      <p:sp>
        <p:nvSpPr>
          <p:cNvPr id="189" name="object 189"/>
          <p:cNvSpPr/>
          <p:nvPr/>
        </p:nvSpPr>
        <p:spPr>
          <a:xfrm>
            <a:off x="3640137" y="4157014"/>
            <a:ext cx="201930" cy="1905"/>
          </a:xfrm>
          <a:custGeom>
            <a:avLst/>
            <a:gdLst/>
            <a:ahLst/>
            <a:cxnLst/>
            <a:rect l="l" t="t" r="r" b="b"/>
            <a:pathLst>
              <a:path w="201929" h="1904">
                <a:moveTo>
                  <a:pt x="0" y="0"/>
                </a:moveTo>
                <a:lnTo>
                  <a:pt x="201612" y="1586"/>
                </a:lnTo>
              </a:path>
            </a:pathLst>
          </a:custGeom>
          <a:ln w="33337">
            <a:solidFill>
              <a:srgbClr val="FF2600"/>
            </a:solidFill>
          </a:ln>
        </p:spPr>
        <p:txBody>
          <a:bodyPr wrap="square" lIns="0" tIns="0" rIns="0" bIns="0" rtlCol="0"/>
          <a:lstStyle/>
          <a:p>
            <a:endParaRPr/>
          </a:p>
        </p:txBody>
      </p:sp>
      <p:sp>
        <p:nvSpPr>
          <p:cNvPr id="190" name="object 190"/>
          <p:cNvSpPr/>
          <p:nvPr/>
        </p:nvSpPr>
        <p:spPr>
          <a:xfrm>
            <a:off x="3841750" y="4157014"/>
            <a:ext cx="190500" cy="1905"/>
          </a:xfrm>
          <a:custGeom>
            <a:avLst/>
            <a:gdLst/>
            <a:ahLst/>
            <a:cxnLst/>
            <a:rect l="l" t="t" r="r" b="b"/>
            <a:pathLst>
              <a:path w="190500" h="1904">
                <a:moveTo>
                  <a:pt x="0" y="0"/>
                </a:moveTo>
                <a:lnTo>
                  <a:pt x="190499" y="1586"/>
                </a:lnTo>
              </a:path>
            </a:pathLst>
          </a:custGeom>
          <a:ln w="33337">
            <a:solidFill>
              <a:srgbClr val="FF2600"/>
            </a:solidFill>
          </a:ln>
        </p:spPr>
        <p:txBody>
          <a:bodyPr wrap="square" lIns="0" tIns="0" rIns="0" bIns="0" rtlCol="0"/>
          <a:lstStyle/>
          <a:p>
            <a:endParaRPr/>
          </a:p>
        </p:txBody>
      </p:sp>
      <p:sp>
        <p:nvSpPr>
          <p:cNvPr id="191" name="object 191"/>
          <p:cNvSpPr/>
          <p:nvPr/>
        </p:nvSpPr>
        <p:spPr>
          <a:xfrm>
            <a:off x="4032250" y="4157014"/>
            <a:ext cx="201930" cy="1905"/>
          </a:xfrm>
          <a:custGeom>
            <a:avLst/>
            <a:gdLst/>
            <a:ahLst/>
            <a:cxnLst/>
            <a:rect l="l" t="t" r="r" b="b"/>
            <a:pathLst>
              <a:path w="201929" h="1904">
                <a:moveTo>
                  <a:pt x="0" y="0"/>
                </a:moveTo>
                <a:lnTo>
                  <a:pt x="201612" y="1586"/>
                </a:lnTo>
              </a:path>
            </a:pathLst>
          </a:custGeom>
          <a:ln w="33337">
            <a:solidFill>
              <a:srgbClr val="FF2600"/>
            </a:solidFill>
          </a:ln>
        </p:spPr>
        <p:txBody>
          <a:bodyPr wrap="square" lIns="0" tIns="0" rIns="0" bIns="0" rtlCol="0"/>
          <a:lstStyle/>
          <a:p>
            <a:endParaRPr/>
          </a:p>
        </p:txBody>
      </p:sp>
      <p:sp>
        <p:nvSpPr>
          <p:cNvPr id="192" name="object 192"/>
          <p:cNvSpPr/>
          <p:nvPr/>
        </p:nvSpPr>
        <p:spPr>
          <a:xfrm>
            <a:off x="4233862" y="4157014"/>
            <a:ext cx="201930" cy="1905"/>
          </a:xfrm>
          <a:custGeom>
            <a:avLst/>
            <a:gdLst/>
            <a:ahLst/>
            <a:cxnLst/>
            <a:rect l="l" t="t" r="r" b="b"/>
            <a:pathLst>
              <a:path w="201929" h="1904">
                <a:moveTo>
                  <a:pt x="0" y="0"/>
                </a:moveTo>
                <a:lnTo>
                  <a:pt x="201612" y="1586"/>
                </a:lnTo>
              </a:path>
            </a:pathLst>
          </a:custGeom>
          <a:ln w="33337">
            <a:solidFill>
              <a:srgbClr val="FF2600"/>
            </a:solidFill>
          </a:ln>
        </p:spPr>
        <p:txBody>
          <a:bodyPr wrap="square" lIns="0" tIns="0" rIns="0" bIns="0" rtlCol="0"/>
          <a:lstStyle/>
          <a:p>
            <a:endParaRPr/>
          </a:p>
        </p:txBody>
      </p:sp>
      <p:sp>
        <p:nvSpPr>
          <p:cNvPr id="193" name="object 193"/>
          <p:cNvSpPr/>
          <p:nvPr/>
        </p:nvSpPr>
        <p:spPr>
          <a:xfrm>
            <a:off x="4435474" y="4157014"/>
            <a:ext cx="192405" cy="1905"/>
          </a:xfrm>
          <a:custGeom>
            <a:avLst/>
            <a:gdLst/>
            <a:ahLst/>
            <a:cxnLst/>
            <a:rect l="l" t="t" r="r" b="b"/>
            <a:pathLst>
              <a:path w="192404" h="1904">
                <a:moveTo>
                  <a:pt x="0" y="0"/>
                </a:moveTo>
                <a:lnTo>
                  <a:pt x="192088" y="1586"/>
                </a:lnTo>
              </a:path>
            </a:pathLst>
          </a:custGeom>
          <a:ln w="33337">
            <a:solidFill>
              <a:srgbClr val="FF2600"/>
            </a:solidFill>
          </a:ln>
        </p:spPr>
        <p:txBody>
          <a:bodyPr wrap="square" lIns="0" tIns="0" rIns="0" bIns="0" rtlCol="0"/>
          <a:lstStyle/>
          <a:p>
            <a:endParaRPr/>
          </a:p>
        </p:txBody>
      </p:sp>
      <p:sp>
        <p:nvSpPr>
          <p:cNvPr id="194" name="object 194"/>
          <p:cNvSpPr/>
          <p:nvPr/>
        </p:nvSpPr>
        <p:spPr>
          <a:xfrm>
            <a:off x="4627562" y="4157014"/>
            <a:ext cx="201930" cy="1905"/>
          </a:xfrm>
          <a:custGeom>
            <a:avLst/>
            <a:gdLst/>
            <a:ahLst/>
            <a:cxnLst/>
            <a:rect l="l" t="t" r="r" b="b"/>
            <a:pathLst>
              <a:path w="201929" h="1904">
                <a:moveTo>
                  <a:pt x="0" y="0"/>
                </a:moveTo>
                <a:lnTo>
                  <a:pt x="201613" y="1586"/>
                </a:lnTo>
              </a:path>
            </a:pathLst>
          </a:custGeom>
          <a:ln w="33337">
            <a:solidFill>
              <a:srgbClr val="FF2600"/>
            </a:solidFill>
          </a:ln>
        </p:spPr>
        <p:txBody>
          <a:bodyPr wrap="square" lIns="0" tIns="0" rIns="0" bIns="0" rtlCol="0"/>
          <a:lstStyle/>
          <a:p>
            <a:endParaRPr/>
          </a:p>
        </p:txBody>
      </p:sp>
      <p:sp>
        <p:nvSpPr>
          <p:cNvPr id="195" name="object 195"/>
          <p:cNvSpPr/>
          <p:nvPr/>
        </p:nvSpPr>
        <p:spPr>
          <a:xfrm>
            <a:off x="4829175" y="4157014"/>
            <a:ext cx="201930" cy="1905"/>
          </a:xfrm>
          <a:custGeom>
            <a:avLst/>
            <a:gdLst/>
            <a:ahLst/>
            <a:cxnLst/>
            <a:rect l="l" t="t" r="r" b="b"/>
            <a:pathLst>
              <a:path w="201929" h="1904">
                <a:moveTo>
                  <a:pt x="0" y="0"/>
                </a:moveTo>
                <a:lnTo>
                  <a:pt x="201612" y="1586"/>
                </a:lnTo>
              </a:path>
            </a:pathLst>
          </a:custGeom>
          <a:ln w="33337">
            <a:solidFill>
              <a:srgbClr val="FF2600"/>
            </a:solidFill>
          </a:ln>
        </p:spPr>
        <p:txBody>
          <a:bodyPr wrap="square" lIns="0" tIns="0" rIns="0" bIns="0" rtlCol="0"/>
          <a:lstStyle/>
          <a:p>
            <a:endParaRPr/>
          </a:p>
        </p:txBody>
      </p:sp>
      <p:sp>
        <p:nvSpPr>
          <p:cNvPr id="196" name="object 196"/>
          <p:cNvSpPr/>
          <p:nvPr/>
        </p:nvSpPr>
        <p:spPr>
          <a:xfrm>
            <a:off x="5030787" y="4157014"/>
            <a:ext cx="190500" cy="1905"/>
          </a:xfrm>
          <a:custGeom>
            <a:avLst/>
            <a:gdLst/>
            <a:ahLst/>
            <a:cxnLst/>
            <a:rect l="l" t="t" r="r" b="b"/>
            <a:pathLst>
              <a:path w="190500" h="1904">
                <a:moveTo>
                  <a:pt x="0" y="0"/>
                </a:moveTo>
                <a:lnTo>
                  <a:pt x="190500" y="1586"/>
                </a:lnTo>
              </a:path>
            </a:pathLst>
          </a:custGeom>
          <a:ln w="33337">
            <a:solidFill>
              <a:srgbClr val="FF2600"/>
            </a:solidFill>
          </a:ln>
        </p:spPr>
        <p:txBody>
          <a:bodyPr wrap="square" lIns="0" tIns="0" rIns="0" bIns="0" rtlCol="0"/>
          <a:lstStyle/>
          <a:p>
            <a:endParaRPr/>
          </a:p>
        </p:txBody>
      </p:sp>
      <p:sp>
        <p:nvSpPr>
          <p:cNvPr id="197" name="object 197"/>
          <p:cNvSpPr/>
          <p:nvPr/>
        </p:nvSpPr>
        <p:spPr>
          <a:xfrm>
            <a:off x="5221287" y="4157014"/>
            <a:ext cx="201930" cy="1905"/>
          </a:xfrm>
          <a:custGeom>
            <a:avLst/>
            <a:gdLst/>
            <a:ahLst/>
            <a:cxnLst/>
            <a:rect l="l" t="t" r="r" b="b"/>
            <a:pathLst>
              <a:path w="201929" h="1904">
                <a:moveTo>
                  <a:pt x="0" y="0"/>
                </a:moveTo>
                <a:lnTo>
                  <a:pt x="201613" y="1586"/>
                </a:lnTo>
              </a:path>
            </a:pathLst>
          </a:custGeom>
          <a:ln w="33337">
            <a:solidFill>
              <a:srgbClr val="FF2600"/>
            </a:solidFill>
          </a:ln>
        </p:spPr>
        <p:txBody>
          <a:bodyPr wrap="square" lIns="0" tIns="0" rIns="0" bIns="0" rtlCol="0"/>
          <a:lstStyle/>
          <a:p>
            <a:endParaRPr/>
          </a:p>
        </p:txBody>
      </p:sp>
      <p:sp>
        <p:nvSpPr>
          <p:cNvPr id="198" name="object 198"/>
          <p:cNvSpPr/>
          <p:nvPr/>
        </p:nvSpPr>
        <p:spPr>
          <a:xfrm>
            <a:off x="5422900" y="4157014"/>
            <a:ext cx="203200" cy="1905"/>
          </a:xfrm>
          <a:custGeom>
            <a:avLst/>
            <a:gdLst/>
            <a:ahLst/>
            <a:cxnLst/>
            <a:rect l="l" t="t" r="r" b="b"/>
            <a:pathLst>
              <a:path w="203200" h="1904">
                <a:moveTo>
                  <a:pt x="0" y="0"/>
                </a:moveTo>
                <a:lnTo>
                  <a:pt x="203199" y="1586"/>
                </a:lnTo>
              </a:path>
            </a:pathLst>
          </a:custGeom>
          <a:ln w="33337">
            <a:solidFill>
              <a:srgbClr val="FF2600"/>
            </a:solidFill>
          </a:ln>
        </p:spPr>
        <p:txBody>
          <a:bodyPr wrap="square" lIns="0" tIns="0" rIns="0" bIns="0" rtlCol="0"/>
          <a:lstStyle/>
          <a:p>
            <a:endParaRPr/>
          </a:p>
        </p:txBody>
      </p:sp>
      <p:sp>
        <p:nvSpPr>
          <p:cNvPr id="199" name="object 199"/>
          <p:cNvSpPr/>
          <p:nvPr/>
        </p:nvSpPr>
        <p:spPr>
          <a:xfrm>
            <a:off x="5626100" y="4157014"/>
            <a:ext cx="201930" cy="1905"/>
          </a:xfrm>
          <a:custGeom>
            <a:avLst/>
            <a:gdLst/>
            <a:ahLst/>
            <a:cxnLst/>
            <a:rect l="l" t="t" r="r" b="b"/>
            <a:pathLst>
              <a:path w="201929" h="1904">
                <a:moveTo>
                  <a:pt x="0" y="0"/>
                </a:moveTo>
                <a:lnTo>
                  <a:pt x="201612" y="1586"/>
                </a:lnTo>
              </a:path>
            </a:pathLst>
          </a:custGeom>
          <a:ln w="33337">
            <a:solidFill>
              <a:srgbClr val="FF2600"/>
            </a:solidFill>
          </a:ln>
        </p:spPr>
        <p:txBody>
          <a:bodyPr wrap="square" lIns="0" tIns="0" rIns="0" bIns="0" rtlCol="0"/>
          <a:lstStyle/>
          <a:p>
            <a:endParaRPr/>
          </a:p>
        </p:txBody>
      </p:sp>
      <p:sp>
        <p:nvSpPr>
          <p:cNvPr id="200" name="object 200"/>
          <p:cNvSpPr/>
          <p:nvPr/>
        </p:nvSpPr>
        <p:spPr>
          <a:xfrm>
            <a:off x="5827712" y="4157014"/>
            <a:ext cx="190500" cy="1905"/>
          </a:xfrm>
          <a:custGeom>
            <a:avLst/>
            <a:gdLst/>
            <a:ahLst/>
            <a:cxnLst/>
            <a:rect l="l" t="t" r="r" b="b"/>
            <a:pathLst>
              <a:path w="190500" h="1904">
                <a:moveTo>
                  <a:pt x="0" y="0"/>
                </a:moveTo>
                <a:lnTo>
                  <a:pt x="190499" y="1586"/>
                </a:lnTo>
              </a:path>
            </a:pathLst>
          </a:custGeom>
          <a:ln w="33337">
            <a:solidFill>
              <a:srgbClr val="FF2600"/>
            </a:solidFill>
          </a:ln>
        </p:spPr>
        <p:txBody>
          <a:bodyPr wrap="square" lIns="0" tIns="0" rIns="0" bIns="0" rtlCol="0"/>
          <a:lstStyle/>
          <a:p>
            <a:endParaRPr/>
          </a:p>
        </p:txBody>
      </p:sp>
      <p:sp>
        <p:nvSpPr>
          <p:cNvPr id="201" name="object 201"/>
          <p:cNvSpPr/>
          <p:nvPr/>
        </p:nvSpPr>
        <p:spPr>
          <a:xfrm>
            <a:off x="6018212" y="4157014"/>
            <a:ext cx="201930" cy="1905"/>
          </a:xfrm>
          <a:custGeom>
            <a:avLst/>
            <a:gdLst/>
            <a:ahLst/>
            <a:cxnLst/>
            <a:rect l="l" t="t" r="r" b="b"/>
            <a:pathLst>
              <a:path w="201929" h="1904">
                <a:moveTo>
                  <a:pt x="0" y="0"/>
                </a:moveTo>
                <a:lnTo>
                  <a:pt x="201612" y="1586"/>
                </a:lnTo>
              </a:path>
            </a:pathLst>
          </a:custGeom>
          <a:ln w="33337">
            <a:solidFill>
              <a:srgbClr val="FF2600"/>
            </a:solidFill>
          </a:ln>
        </p:spPr>
        <p:txBody>
          <a:bodyPr wrap="square" lIns="0" tIns="0" rIns="0" bIns="0" rtlCol="0"/>
          <a:lstStyle/>
          <a:p>
            <a:endParaRPr/>
          </a:p>
        </p:txBody>
      </p:sp>
      <p:sp>
        <p:nvSpPr>
          <p:cNvPr id="202" name="object 202"/>
          <p:cNvSpPr/>
          <p:nvPr/>
        </p:nvSpPr>
        <p:spPr>
          <a:xfrm>
            <a:off x="6219824" y="4157014"/>
            <a:ext cx="201930" cy="1905"/>
          </a:xfrm>
          <a:custGeom>
            <a:avLst/>
            <a:gdLst/>
            <a:ahLst/>
            <a:cxnLst/>
            <a:rect l="l" t="t" r="r" b="b"/>
            <a:pathLst>
              <a:path w="201929" h="1904">
                <a:moveTo>
                  <a:pt x="0" y="0"/>
                </a:moveTo>
                <a:lnTo>
                  <a:pt x="201613" y="1586"/>
                </a:lnTo>
              </a:path>
            </a:pathLst>
          </a:custGeom>
          <a:ln w="33337">
            <a:solidFill>
              <a:srgbClr val="FF2600"/>
            </a:solidFill>
          </a:ln>
        </p:spPr>
        <p:txBody>
          <a:bodyPr wrap="square" lIns="0" tIns="0" rIns="0" bIns="0" rtlCol="0"/>
          <a:lstStyle/>
          <a:p>
            <a:endParaRPr/>
          </a:p>
        </p:txBody>
      </p:sp>
      <p:sp>
        <p:nvSpPr>
          <p:cNvPr id="203" name="object 203"/>
          <p:cNvSpPr/>
          <p:nvPr/>
        </p:nvSpPr>
        <p:spPr>
          <a:xfrm>
            <a:off x="6421437" y="4157014"/>
            <a:ext cx="190500" cy="1905"/>
          </a:xfrm>
          <a:custGeom>
            <a:avLst/>
            <a:gdLst/>
            <a:ahLst/>
            <a:cxnLst/>
            <a:rect l="l" t="t" r="r" b="b"/>
            <a:pathLst>
              <a:path w="190500" h="1904">
                <a:moveTo>
                  <a:pt x="0" y="0"/>
                </a:moveTo>
                <a:lnTo>
                  <a:pt x="190499" y="1586"/>
                </a:lnTo>
              </a:path>
            </a:pathLst>
          </a:custGeom>
          <a:ln w="33337">
            <a:solidFill>
              <a:srgbClr val="FF2600"/>
            </a:solidFill>
          </a:ln>
        </p:spPr>
        <p:txBody>
          <a:bodyPr wrap="square" lIns="0" tIns="0" rIns="0" bIns="0" rtlCol="0"/>
          <a:lstStyle/>
          <a:p>
            <a:endParaRPr/>
          </a:p>
        </p:txBody>
      </p:sp>
      <p:sp>
        <p:nvSpPr>
          <p:cNvPr id="204" name="object 204"/>
          <p:cNvSpPr/>
          <p:nvPr/>
        </p:nvSpPr>
        <p:spPr>
          <a:xfrm>
            <a:off x="6611937" y="4157014"/>
            <a:ext cx="203200" cy="1905"/>
          </a:xfrm>
          <a:custGeom>
            <a:avLst/>
            <a:gdLst/>
            <a:ahLst/>
            <a:cxnLst/>
            <a:rect l="l" t="t" r="r" b="b"/>
            <a:pathLst>
              <a:path w="203200" h="1904">
                <a:moveTo>
                  <a:pt x="0" y="0"/>
                </a:moveTo>
                <a:lnTo>
                  <a:pt x="203200" y="1586"/>
                </a:lnTo>
              </a:path>
            </a:pathLst>
          </a:custGeom>
          <a:ln w="33337">
            <a:solidFill>
              <a:srgbClr val="FF2600"/>
            </a:solidFill>
          </a:ln>
        </p:spPr>
        <p:txBody>
          <a:bodyPr wrap="square" lIns="0" tIns="0" rIns="0" bIns="0" rtlCol="0"/>
          <a:lstStyle/>
          <a:p>
            <a:endParaRPr/>
          </a:p>
        </p:txBody>
      </p:sp>
      <p:sp>
        <p:nvSpPr>
          <p:cNvPr id="205" name="object 205"/>
          <p:cNvSpPr/>
          <p:nvPr/>
        </p:nvSpPr>
        <p:spPr>
          <a:xfrm>
            <a:off x="6815137" y="4157014"/>
            <a:ext cx="201930" cy="1905"/>
          </a:xfrm>
          <a:custGeom>
            <a:avLst/>
            <a:gdLst/>
            <a:ahLst/>
            <a:cxnLst/>
            <a:rect l="l" t="t" r="r" b="b"/>
            <a:pathLst>
              <a:path w="201929" h="1904">
                <a:moveTo>
                  <a:pt x="0" y="0"/>
                </a:moveTo>
                <a:lnTo>
                  <a:pt x="201613" y="1586"/>
                </a:lnTo>
              </a:path>
            </a:pathLst>
          </a:custGeom>
          <a:ln w="33337">
            <a:solidFill>
              <a:srgbClr val="FF2600"/>
            </a:solidFill>
          </a:ln>
        </p:spPr>
        <p:txBody>
          <a:bodyPr wrap="square" lIns="0" tIns="0" rIns="0" bIns="0" rtlCol="0"/>
          <a:lstStyle/>
          <a:p>
            <a:endParaRPr/>
          </a:p>
        </p:txBody>
      </p:sp>
      <p:sp>
        <p:nvSpPr>
          <p:cNvPr id="206" name="object 206"/>
          <p:cNvSpPr/>
          <p:nvPr/>
        </p:nvSpPr>
        <p:spPr>
          <a:xfrm>
            <a:off x="7016750" y="4157014"/>
            <a:ext cx="190500" cy="1905"/>
          </a:xfrm>
          <a:custGeom>
            <a:avLst/>
            <a:gdLst/>
            <a:ahLst/>
            <a:cxnLst/>
            <a:rect l="l" t="t" r="r" b="b"/>
            <a:pathLst>
              <a:path w="190500" h="1904">
                <a:moveTo>
                  <a:pt x="0" y="0"/>
                </a:moveTo>
                <a:lnTo>
                  <a:pt x="190500" y="1586"/>
                </a:lnTo>
              </a:path>
            </a:pathLst>
          </a:custGeom>
          <a:ln w="33337">
            <a:solidFill>
              <a:srgbClr val="FF2600"/>
            </a:solidFill>
          </a:ln>
        </p:spPr>
        <p:txBody>
          <a:bodyPr wrap="square" lIns="0" tIns="0" rIns="0" bIns="0" rtlCol="0"/>
          <a:lstStyle/>
          <a:p>
            <a:endParaRPr/>
          </a:p>
        </p:txBody>
      </p:sp>
      <p:sp>
        <p:nvSpPr>
          <p:cNvPr id="207" name="object 207"/>
          <p:cNvSpPr/>
          <p:nvPr/>
        </p:nvSpPr>
        <p:spPr>
          <a:xfrm>
            <a:off x="7207250" y="4157014"/>
            <a:ext cx="201930" cy="1905"/>
          </a:xfrm>
          <a:custGeom>
            <a:avLst/>
            <a:gdLst/>
            <a:ahLst/>
            <a:cxnLst/>
            <a:rect l="l" t="t" r="r" b="b"/>
            <a:pathLst>
              <a:path w="201929" h="1904">
                <a:moveTo>
                  <a:pt x="0" y="0"/>
                </a:moveTo>
                <a:lnTo>
                  <a:pt x="201613" y="1586"/>
                </a:lnTo>
              </a:path>
            </a:pathLst>
          </a:custGeom>
          <a:ln w="33337">
            <a:solidFill>
              <a:srgbClr val="FF2600"/>
            </a:solidFill>
          </a:ln>
        </p:spPr>
        <p:txBody>
          <a:bodyPr wrap="square" lIns="0" tIns="0" rIns="0" bIns="0" rtlCol="0"/>
          <a:lstStyle/>
          <a:p>
            <a:endParaRPr/>
          </a:p>
        </p:txBody>
      </p:sp>
      <p:sp>
        <p:nvSpPr>
          <p:cNvPr id="208" name="object 208"/>
          <p:cNvSpPr/>
          <p:nvPr/>
        </p:nvSpPr>
        <p:spPr>
          <a:xfrm>
            <a:off x="7508875" y="1912290"/>
            <a:ext cx="233679" cy="3103880"/>
          </a:xfrm>
          <a:custGeom>
            <a:avLst/>
            <a:gdLst/>
            <a:ahLst/>
            <a:cxnLst/>
            <a:rect l="l" t="t" r="r" b="b"/>
            <a:pathLst>
              <a:path w="233679" h="3103879">
                <a:moveTo>
                  <a:pt x="233361" y="3103557"/>
                </a:moveTo>
                <a:lnTo>
                  <a:pt x="233361" y="0"/>
                </a:lnTo>
                <a:lnTo>
                  <a:pt x="0" y="0"/>
                </a:lnTo>
              </a:path>
            </a:pathLst>
          </a:custGeom>
          <a:ln w="25399">
            <a:solidFill>
              <a:srgbClr val="FF2600"/>
            </a:solidFill>
          </a:ln>
        </p:spPr>
        <p:txBody>
          <a:bodyPr wrap="square" lIns="0" tIns="0" rIns="0" bIns="0" rtlCol="0"/>
          <a:lstStyle/>
          <a:p>
            <a:endParaRPr/>
          </a:p>
        </p:txBody>
      </p:sp>
      <p:sp>
        <p:nvSpPr>
          <p:cNvPr id="209" name="object 209"/>
          <p:cNvSpPr/>
          <p:nvPr/>
        </p:nvSpPr>
        <p:spPr>
          <a:xfrm>
            <a:off x="7483475" y="1874189"/>
            <a:ext cx="76200" cy="76200"/>
          </a:xfrm>
          <a:custGeom>
            <a:avLst/>
            <a:gdLst/>
            <a:ahLst/>
            <a:cxnLst/>
            <a:rect l="l" t="t" r="r" b="b"/>
            <a:pathLst>
              <a:path w="76200" h="76200">
                <a:moveTo>
                  <a:pt x="76200" y="0"/>
                </a:moveTo>
                <a:lnTo>
                  <a:pt x="0" y="38100"/>
                </a:lnTo>
                <a:lnTo>
                  <a:pt x="76200" y="76200"/>
                </a:lnTo>
                <a:lnTo>
                  <a:pt x="76200" y="0"/>
                </a:lnTo>
                <a:close/>
              </a:path>
            </a:pathLst>
          </a:custGeom>
          <a:solidFill>
            <a:srgbClr val="FF2600"/>
          </a:solidFill>
        </p:spPr>
        <p:txBody>
          <a:bodyPr wrap="square" lIns="0" tIns="0" rIns="0" bIns="0" rtlCol="0"/>
          <a:lstStyle/>
          <a:p>
            <a:endParaRPr/>
          </a:p>
        </p:txBody>
      </p:sp>
      <p:sp>
        <p:nvSpPr>
          <p:cNvPr id="210" name="object 210"/>
          <p:cNvSpPr/>
          <p:nvPr/>
        </p:nvSpPr>
        <p:spPr>
          <a:xfrm>
            <a:off x="7508875" y="4160189"/>
            <a:ext cx="233679" cy="779780"/>
          </a:xfrm>
          <a:custGeom>
            <a:avLst/>
            <a:gdLst/>
            <a:ahLst/>
            <a:cxnLst/>
            <a:rect l="l" t="t" r="r" b="b"/>
            <a:pathLst>
              <a:path w="233679" h="779779">
                <a:moveTo>
                  <a:pt x="233361" y="779462"/>
                </a:moveTo>
                <a:lnTo>
                  <a:pt x="233361" y="0"/>
                </a:lnTo>
                <a:lnTo>
                  <a:pt x="0" y="0"/>
                </a:lnTo>
              </a:path>
            </a:pathLst>
          </a:custGeom>
          <a:ln w="25399">
            <a:solidFill>
              <a:srgbClr val="FF2600"/>
            </a:solidFill>
          </a:ln>
        </p:spPr>
        <p:txBody>
          <a:bodyPr wrap="square" lIns="0" tIns="0" rIns="0" bIns="0" rtlCol="0"/>
          <a:lstStyle/>
          <a:p>
            <a:endParaRPr/>
          </a:p>
        </p:txBody>
      </p:sp>
      <p:sp>
        <p:nvSpPr>
          <p:cNvPr id="211" name="object 211"/>
          <p:cNvSpPr/>
          <p:nvPr/>
        </p:nvSpPr>
        <p:spPr>
          <a:xfrm>
            <a:off x="7483475" y="4122089"/>
            <a:ext cx="76200" cy="76200"/>
          </a:xfrm>
          <a:custGeom>
            <a:avLst/>
            <a:gdLst/>
            <a:ahLst/>
            <a:cxnLst/>
            <a:rect l="l" t="t" r="r" b="b"/>
            <a:pathLst>
              <a:path w="76200" h="76200">
                <a:moveTo>
                  <a:pt x="76200" y="0"/>
                </a:moveTo>
                <a:lnTo>
                  <a:pt x="0" y="38100"/>
                </a:lnTo>
                <a:lnTo>
                  <a:pt x="76200" y="76200"/>
                </a:lnTo>
                <a:lnTo>
                  <a:pt x="76200" y="0"/>
                </a:lnTo>
                <a:close/>
              </a:path>
            </a:pathLst>
          </a:custGeom>
          <a:solidFill>
            <a:srgbClr val="FF2600"/>
          </a:solidFill>
        </p:spPr>
        <p:txBody>
          <a:bodyPr wrap="square" lIns="0" tIns="0" rIns="0" bIns="0" rtlCol="0"/>
          <a:lstStyle/>
          <a:p>
            <a:endParaRPr/>
          </a:p>
        </p:txBody>
      </p:sp>
      <p:sp>
        <p:nvSpPr>
          <p:cNvPr id="212" name="object 212"/>
          <p:cNvSpPr/>
          <p:nvPr/>
        </p:nvSpPr>
        <p:spPr>
          <a:xfrm>
            <a:off x="890587" y="1550339"/>
            <a:ext cx="6742430" cy="3425825"/>
          </a:xfrm>
          <a:custGeom>
            <a:avLst/>
            <a:gdLst/>
            <a:ahLst/>
            <a:cxnLst/>
            <a:rect l="l" t="t" r="r" b="b"/>
            <a:pathLst>
              <a:path w="6742430" h="3425825">
                <a:moveTo>
                  <a:pt x="0" y="0"/>
                </a:moveTo>
                <a:lnTo>
                  <a:pt x="6742105" y="0"/>
                </a:lnTo>
                <a:lnTo>
                  <a:pt x="6742105" y="3425817"/>
                </a:lnTo>
                <a:lnTo>
                  <a:pt x="0" y="3425817"/>
                </a:lnTo>
                <a:lnTo>
                  <a:pt x="0" y="0"/>
                </a:lnTo>
                <a:close/>
              </a:path>
            </a:pathLst>
          </a:custGeom>
          <a:ln w="4156">
            <a:solidFill>
              <a:srgbClr val="000000"/>
            </a:solidFill>
          </a:ln>
        </p:spPr>
        <p:txBody>
          <a:bodyPr wrap="square" lIns="0" tIns="0" rIns="0" bIns="0" rtlCol="0"/>
          <a:lstStyle/>
          <a:p>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title"/>
          </p:nvPr>
        </p:nvSpPr>
        <p:spPr>
          <a:prstGeom prst="rect">
            <a:avLst/>
          </a:prstGeom>
        </p:spPr>
        <p:txBody>
          <a:bodyPr vert="horz" wrap="square" lIns="0" tIns="223520" rIns="0" bIns="0" rtlCol="0">
            <a:spAutoFit/>
          </a:bodyPr>
          <a:lstStyle/>
          <a:p>
            <a:pPr marL="12700">
              <a:lnSpc>
                <a:spcPct val="100000"/>
              </a:lnSpc>
            </a:pPr>
            <a:r>
              <a:rPr sz="3200" dirty="0"/>
              <a:t>Purpose </a:t>
            </a:r>
            <a:r>
              <a:rPr sz="3200" spc="-5" dirty="0"/>
              <a:t>for </a:t>
            </a:r>
            <a:r>
              <a:rPr sz="3200" dirty="0"/>
              <a:t>Using </a:t>
            </a:r>
            <a:r>
              <a:rPr sz="3200" spc="-5" dirty="0"/>
              <a:t>Control</a:t>
            </a:r>
            <a:r>
              <a:rPr sz="3200" spc="-35" dirty="0"/>
              <a:t> </a:t>
            </a:r>
            <a:r>
              <a:rPr sz="3200" spc="-5" dirty="0"/>
              <a:t>Charts</a:t>
            </a:r>
            <a:endParaRPr sz="3200"/>
          </a:p>
        </p:txBody>
      </p:sp>
      <p:sp>
        <p:nvSpPr>
          <p:cNvPr id="6" name="object 6"/>
          <p:cNvSpPr txBox="1"/>
          <p:nvPr/>
        </p:nvSpPr>
        <p:spPr>
          <a:xfrm>
            <a:off x="8389975" y="6462395"/>
            <a:ext cx="223520" cy="224790"/>
          </a:xfrm>
          <a:prstGeom prst="rect">
            <a:avLst/>
          </a:prstGeom>
        </p:spPr>
        <p:txBody>
          <a:bodyPr vert="horz" wrap="square" lIns="0" tIns="0" rIns="0" bIns="0" rtlCol="0">
            <a:spAutoFit/>
          </a:bodyPr>
          <a:lstStyle/>
          <a:p>
            <a:pPr marL="12700">
              <a:lnSpc>
                <a:spcPct val="100000"/>
              </a:lnSpc>
            </a:pPr>
            <a:r>
              <a:rPr sz="1400" spc="-5" dirty="0">
                <a:solidFill>
                  <a:srgbClr val="3E3F2C"/>
                </a:solidFill>
                <a:latin typeface="Arial"/>
                <a:cs typeface="Arial"/>
              </a:rPr>
              <a:t>90</a:t>
            </a:r>
            <a:endParaRPr sz="1400">
              <a:latin typeface="Arial"/>
              <a:cs typeface="Arial"/>
            </a:endParaRPr>
          </a:p>
        </p:txBody>
      </p:sp>
      <p:sp>
        <p:nvSpPr>
          <p:cNvPr id="7" name="object 7"/>
          <p:cNvSpPr txBox="1"/>
          <p:nvPr/>
        </p:nvSpPr>
        <p:spPr>
          <a:xfrm>
            <a:off x="1931987" y="6100018"/>
            <a:ext cx="5653405" cy="641350"/>
          </a:xfrm>
          <a:prstGeom prst="rect">
            <a:avLst/>
          </a:prstGeom>
        </p:spPr>
        <p:txBody>
          <a:bodyPr vert="horz" wrap="square" lIns="0" tIns="0" rIns="0" bIns="0" rtlCol="0">
            <a:spAutoFit/>
          </a:bodyPr>
          <a:lstStyle/>
          <a:p>
            <a:pPr>
              <a:lnSpc>
                <a:spcPct val="100000"/>
              </a:lnSpc>
            </a:pPr>
            <a:endParaRPr sz="1400" dirty="0">
              <a:latin typeface="Times New Roman"/>
              <a:cs typeface="Times New Roman"/>
            </a:endParaRPr>
          </a:p>
          <a:p>
            <a:pPr marL="1372235">
              <a:lnSpc>
                <a:spcPct val="100000"/>
              </a:lnSpc>
              <a:spcBef>
                <a:spcPts val="1240"/>
              </a:spcBef>
            </a:pPr>
            <a:r>
              <a:rPr sz="1400" dirty="0">
                <a:solidFill>
                  <a:srgbClr val="3E3F2C"/>
                </a:solidFill>
                <a:latin typeface="Arial"/>
                <a:cs typeface="Arial"/>
              </a:rPr>
              <a:t>© </a:t>
            </a:r>
            <a:r>
              <a:rPr sz="1400" spc="-10" dirty="0">
                <a:solidFill>
                  <a:srgbClr val="3E3F2C"/>
                </a:solidFill>
                <a:latin typeface="Arial"/>
                <a:cs typeface="Arial"/>
              </a:rPr>
              <a:t>V</a:t>
            </a:r>
            <a:r>
              <a:rPr sz="1400" spc="-10" dirty="0">
                <a:solidFill>
                  <a:srgbClr val="3E3F2C"/>
                </a:solidFill>
                <a:latin typeface="Arial"/>
                <a:cs typeface="Arial"/>
                <a:hlinkClick r:id="rId3"/>
              </a:rPr>
              <a:t>eltion, </a:t>
            </a:r>
            <a:r>
              <a:rPr sz="1400" dirty="0">
                <a:solidFill>
                  <a:srgbClr val="3E3F2C"/>
                </a:solidFill>
                <a:latin typeface="Arial"/>
                <a:cs typeface="Arial"/>
                <a:hlinkClick r:id="rId3"/>
              </a:rPr>
              <a:t>2013 |</a:t>
            </a:r>
            <a:r>
              <a:rPr sz="1400" spc="-30" dirty="0">
                <a:solidFill>
                  <a:srgbClr val="3E3F2C"/>
                </a:solidFill>
                <a:latin typeface="Arial"/>
                <a:cs typeface="Arial"/>
                <a:hlinkClick r:id="rId3"/>
              </a:rPr>
              <a:t> </a:t>
            </a:r>
            <a:r>
              <a:rPr sz="1400" spc="-10" dirty="0">
                <a:solidFill>
                  <a:srgbClr val="3E3F2C"/>
                </a:solidFill>
                <a:latin typeface="Arial"/>
                <a:cs typeface="Arial"/>
                <a:hlinkClick r:id="rId3"/>
              </a:rPr>
              <a:t>www.veltion.be</a:t>
            </a:r>
            <a:endParaRPr sz="1400" dirty="0">
              <a:latin typeface="Arial"/>
              <a:cs typeface="Arial"/>
            </a:endParaRPr>
          </a:p>
        </p:txBody>
      </p:sp>
      <p:sp>
        <p:nvSpPr>
          <p:cNvPr id="8" name="object 8"/>
          <p:cNvSpPr/>
          <p:nvPr/>
        </p:nvSpPr>
        <p:spPr>
          <a:xfrm>
            <a:off x="1443037" y="2032838"/>
            <a:ext cx="0" cy="3351529"/>
          </a:xfrm>
          <a:custGeom>
            <a:avLst/>
            <a:gdLst/>
            <a:ahLst/>
            <a:cxnLst/>
            <a:rect l="l" t="t" r="r" b="b"/>
            <a:pathLst>
              <a:path h="3351529">
                <a:moveTo>
                  <a:pt x="0" y="0"/>
                </a:moveTo>
                <a:lnTo>
                  <a:pt x="0" y="3351207"/>
                </a:lnTo>
              </a:path>
            </a:pathLst>
          </a:custGeom>
          <a:ln w="12699">
            <a:solidFill>
              <a:srgbClr val="000000"/>
            </a:solidFill>
          </a:ln>
        </p:spPr>
        <p:txBody>
          <a:bodyPr wrap="square" lIns="0" tIns="0" rIns="0" bIns="0" rtlCol="0"/>
          <a:lstStyle/>
          <a:p>
            <a:endParaRPr/>
          </a:p>
        </p:txBody>
      </p:sp>
      <p:sp>
        <p:nvSpPr>
          <p:cNvPr id="9" name="object 9"/>
          <p:cNvSpPr/>
          <p:nvPr/>
        </p:nvSpPr>
        <p:spPr>
          <a:xfrm>
            <a:off x="1444625" y="5395163"/>
            <a:ext cx="6593205" cy="0"/>
          </a:xfrm>
          <a:custGeom>
            <a:avLst/>
            <a:gdLst/>
            <a:ahLst/>
            <a:cxnLst/>
            <a:rect l="l" t="t" r="r" b="b"/>
            <a:pathLst>
              <a:path w="6593205">
                <a:moveTo>
                  <a:pt x="0" y="0"/>
                </a:moveTo>
                <a:lnTo>
                  <a:pt x="6592885" y="0"/>
                </a:lnTo>
              </a:path>
            </a:pathLst>
          </a:custGeom>
          <a:ln w="12699">
            <a:solidFill>
              <a:srgbClr val="000000"/>
            </a:solidFill>
          </a:ln>
        </p:spPr>
        <p:txBody>
          <a:bodyPr wrap="square" lIns="0" tIns="0" rIns="0" bIns="0" rtlCol="0"/>
          <a:lstStyle/>
          <a:p>
            <a:endParaRPr/>
          </a:p>
        </p:txBody>
      </p:sp>
      <p:sp>
        <p:nvSpPr>
          <p:cNvPr id="10" name="object 10"/>
          <p:cNvSpPr/>
          <p:nvPr/>
        </p:nvSpPr>
        <p:spPr>
          <a:xfrm>
            <a:off x="1543049" y="3652088"/>
            <a:ext cx="6494780" cy="0"/>
          </a:xfrm>
          <a:custGeom>
            <a:avLst/>
            <a:gdLst/>
            <a:ahLst/>
            <a:cxnLst/>
            <a:rect l="l" t="t" r="r" b="b"/>
            <a:pathLst>
              <a:path w="6494780">
                <a:moveTo>
                  <a:pt x="0" y="0"/>
                </a:moveTo>
                <a:lnTo>
                  <a:pt x="6494455" y="0"/>
                </a:lnTo>
              </a:path>
            </a:pathLst>
          </a:custGeom>
          <a:ln w="25399">
            <a:solidFill>
              <a:srgbClr val="000000"/>
            </a:solidFill>
          </a:ln>
        </p:spPr>
        <p:txBody>
          <a:bodyPr wrap="square" lIns="0" tIns="0" rIns="0" bIns="0" rtlCol="0"/>
          <a:lstStyle/>
          <a:p>
            <a:endParaRPr/>
          </a:p>
        </p:txBody>
      </p:sp>
      <p:sp>
        <p:nvSpPr>
          <p:cNvPr id="11" name="object 11"/>
          <p:cNvSpPr/>
          <p:nvPr/>
        </p:nvSpPr>
        <p:spPr>
          <a:xfrm>
            <a:off x="1509712" y="2004263"/>
            <a:ext cx="6591300" cy="786130"/>
          </a:xfrm>
          <a:custGeom>
            <a:avLst/>
            <a:gdLst/>
            <a:ahLst/>
            <a:cxnLst/>
            <a:rect l="l" t="t" r="r" b="b"/>
            <a:pathLst>
              <a:path w="6591300" h="786130">
                <a:moveTo>
                  <a:pt x="0" y="0"/>
                </a:moveTo>
                <a:lnTo>
                  <a:pt x="6591300" y="0"/>
                </a:lnTo>
                <a:lnTo>
                  <a:pt x="6591300" y="785812"/>
                </a:lnTo>
                <a:lnTo>
                  <a:pt x="0" y="785812"/>
                </a:lnTo>
                <a:lnTo>
                  <a:pt x="0" y="0"/>
                </a:lnTo>
                <a:close/>
              </a:path>
            </a:pathLst>
          </a:custGeom>
          <a:solidFill>
            <a:srgbClr val="FFFFFF"/>
          </a:solidFill>
        </p:spPr>
        <p:txBody>
          <a:bodyPr wrap="square" lIns="0" tIns="0" rIns="0" bIns="0" rtlCol="0"/>
          <a:lstStyle/>
          <a:p>
            <a:endParaRPr/>
          </a:p>
        </p:txBody>
      </p:sp>
      <p:sp>
        <p:nvSpPr>
          <p:cNvPr id="12" name="object 12"/>
          <p:cNvSpPr/>
          <p:nvPr/>
        </p:nvSpPr>
        <p:spPr>
          <a:xfrm>
            <a:off x="1509712" y="2004263"/>
            <a:ext cx="6591300" cy="785812"/>
          </a:xfrm>
          <a:prstGeom prst="rect">
            <a:avLst/>
          </a:prstGeom>
          <a:blipFill>
            <a:blip r:embed="rId4" cstate="email"/>
            <a:stretch>
              <a:fillRect/>
            </a:stretch>
          </a:blipFill>
        </p:spPr>
        <p:txBody>
          <a:bodyPr wrap="square" lIns="0" tIns="0" rIns="0" bIns="0" rtlCol="0"/>
          <a:lstStyle/>
          <a:p>
            <a:endParaRPr/>
          </a:p>
        </p:txBody>
      </p:sp>
      <p:sp>
        <p:nvSpPr>
          <p:cNvPr id="13" name="object 13"/>
          <p:cNvSpPr/>
          <p:nvPr/>
        </p:nvSpPr>
        <p:spPr>
          <a:xfrm>
            <a:off x="1541462" y="4544263"/>
            <a:ext cx="6593205" cy="784225"/>
          </a:xfrm>
          <a:custGeom>
            <a:avLst/>
            <a:gdLst/>
            <a:ahLst/>
            <a:cxnLst/>
            <a:rect l="l" t="t" r="r" b="b"/>
            <a:pathLst>
              <a:path w="6593205" h="784225">
                <a:moveTo>
                  <a:pt x="0" y="0"/>
                </a:moveTo>
                <a:lnTo>
                  <a:pt x="6592887" y="0"/>
                </a:lnTo>
                <a:lnTo>
                  <a:pt x="6592887" y="784224"/>
                </a:lnTo>
                <a:lnTo>
                  <a:pt x="0" y="784224"/>
                </a:lnTo>
                <a:lnTo>
                  <a:pt x="0" y="0"/>
                </a:lnTo>
                <a:close/>
              </a:path>
            </a:pathLst>
          </a:custGeom>
          <a:solidFill>
            <a:srgbClr val="FFFFFF"/>
          </a:solidFill>
        </p:spPr>
        <p:txBody>
          <a:bodyPr wrap="square" lIns="0" tIns="0" rIns="0" bIns="0" rtlCol="0"/>
          <a:lstStyle/>
          <a:p>
            <a:endParaRPr/>
          </a:p>
        </p:txBody>
      </p:sp>
      <p:sp>
        <p:nvSpPr>
          <p:cNvPr id="14" name="object 14"/>
          <p:cNvSpPr/>
          <p:nvPr/>
        </p:nvSpPr>
        <p:spPr>
          <a:xfrm>
            <a:off x="1541462" y="4544263"/>
            <a:ext cx="6592887" cy="784225"/>
          </a:xfrm>
          <a:prstGeom prst="rect">
            <a:avLst/>
          </a:prstGeom>
          <a:blipFill>
            <a:blip r:embed="rId5" cstate="email"/>
            <a:stretch>
              <a:fillRect/>
            </a:stretch>
          </a:blipFill>
        </p:spPr>
        <p:txBody>
          <a:bodyPr wrap="square" lIns="0" tIns="0" rIns="0" bIns="0" rtlCol="0"/>
          <a:lstStyle/>
          <a:p>
            <a:endParaRPr/>
          </a:p>
        </p:txBody>
      </p:sp>
      <p:sp>
        <p:nvSpPr>
          <p:cNvPr id="15" name="object 15"/>
          <p:cNvSpPr txBox="1"/>
          <p:nvPr/>
        </p:nvSpPr>
        <p:spPr>
          <a:xfrm>
            <a:off x="919162" y="2371981"/>
            <a:ext cx="134620" cy="1511935"/>
          </a:xfrm>
          <a:prstGeom prst="rect">
            <a:avLst/>
          </a:prstGeom>
        </p:spPr>
        <p:txBody>
          <a:bodyPr vert="horz" wrap="square" lIns="0" tIns="6350" rIns="0" bIns="0" rtlCol="0">
            <a:spAutoFit/>
          </a:bodyPr>
          <a:lstStyle/>
          <a:p>
            <a:pPr marL="12700" marR="5080" algn="just">
              <a:lnSpc>
                <a:spcPts val="1300"/>
              </a:lnSpc>
              <a:spcBef>
                <a:spcPts val="50"/>
              </a:spcBef>
            </a:pPr>
            <a:r>
              <a:rPr sz="1100" b="1" dirty="0">
                <a:latin typeface="Arial"/>
                <a:cs typeface="Arial"/>
              </a:rPr>
              <a:t>F  R  E  Q  U</a:t>
            </a:r>
            <a:endParaRPr sz="1100">
              <a:latin typeface="Arial"/>
              <a:cs typeface="Arial"/>
            </a:endParaRPr>
          </a:p>
          <a:p>
            <a:pPr marL="12700" marR="12700" algn="just">
              <a:lnSpc>
                <a:spcPts val="1300"/>
              </a:lnSpc>
              <a:spcBef>
                <a:spcPts val="100"/>
              </a:spcBef>
            </a:pPr>
            <a:r>
              <a:rPr sz="1100" b="1" dirty="0">
                <a:latin typeface="Arial"/>
                <a:cs typeface="Arial"/>
              </a:rPr>
              <a:t>E  N  C  Y</a:t>
            </a:r>
            <a:endParaRPr sz="1100">
              <a:latin typeface="Arial"/>
              <a:cs typeface="Arial"/>
            </a:endParaRPr>
          </a:p>
        </p:txBody>
      </p:sp>
      <p:sp>
        <p:nvSpPr>
          <p:cNvPr id="16" name="object 16"/>
          <p:cNvSpPr/>
          <p:nvPr/>
        </p:nvSpPr>
        <p:spPr>
          <a:xfrm>
            <a:off x="2322363" y="3380689"/>
            <a:ext cx="1080135" cy="580390"/>
          </a:xfrm>
          <a:custGeom>
            <a:avLst/>
            <a:gdLst/>
            <a:ahLst/>
            <a:cxnLst/>
            <a:rect l="l" t="t" r="r" b="b"/>
            <a:pathLst>
              <a:path w="1080135" h="580389">
                <a:moveTo>
                  <a:pt x="42587" y="476680"/>
                </a:moveTo>
                <a:lnTo>
                  <a:pt x="5460" y="500096"/>
                </a:lnTo>
                <a:lnTo>
                  <a:pt x="0" y="517859"/>
                </a:lnTo>
                <a:lnTo>
                  <a:pt x="196" y="525411"/>
                </a:lnTo>
                <a:lnTo>
                  <a:pt x="18975" y="566799"/>
                </a:lnTo>
                <a:lnTo>
                  <a:pt x="52211" y="580075"/>
                </a:lnTo>
                <a:lnTo>
                  <a:pt x="61104" y="578644"/>
                </a:lnTo>
                <a:lnTo>
                  <a:pt x="70062" y="575297"/>
                </a:lnTo>
                <a:lnTo>
                  <a:pt x="76787" y="571513"/>
                </a:lnTo>
                <a:lnTo>
                  <a:pt x="82446" y="567131"/>
                </a:lnTo>
                <a:lnTo>
                  <a:pt x="86206" y="563054"/>
                </a:lnTo>
                <a:lnTo>
                  <a:pt x="49323" y="563054"/>
                </a:lnTo>
                <a:lnTo>
                  <a:pt x="42897" y="560184"/>
                </a:lnTo>
                <a:lnTo>
                  <a:pt x="19973" y="524152"/>
                </a:lnTo>
                <a:lnTo>
                  <a:pt x="19410" y="517859"/>
                </a:lnTo>
                <a:lnTo>
                  <a:pt x="20139" y="512483"/>
                </a:lnTo>
                <a:lnTo>
                  <a:pt x="22018" y="505688"/>
                </a:lnTo>
                <a:lnTo>
                  <a:pt x="26298" y="500684"/>
                </a:lnTo>
                <a:lnTo>
                  <a:pt x="37830" y="495160"/>
                </a:lnTo>
                <a:lnTo>
                  <a:pt x="42592" y="494537"/>
                </a:lnTo>
                <a:lnTo>
                  <a:pt x="70298" y="494537"/>
                </a:lnTo>
                <a:lnTo>
                  <a:pt x="75218" y="490550"/>
                </a:lnTo>
                <a:lnTo>
                  <a:pt x="69707" y="484301"/>
                </a:lnTo>
                <a:lnTo>
                  <a:pt x="63966" y="480225"/>
                </a:lnTo>
                <a:lnTo>
                  <a:pt x="58010" y="478332"/>
                </a:lnTo>
                <a:lnTo>
                  <a:pt x="50392" y="476705"/>
                </a:lnTo>
                <a:lnTo>
                  <a:pt x="42587" y="476680"/>
                </a:lnTo>
                <a:close/>
              </a:path>
              <a:path w="1080135" h="580389">
                <a:moveTo>
                  <a:pt x="93468" y="527977"/>
                </a:moveTo>
                <a:lnTo>
                  <a:pt x="73237" y="531012"/>
                </a:lnTo>
                <a:lnTo>
                  <a:pt x="74842" y="538148"/>
                </a:lnTo>
                <a:lnTo>
                  <a:pt x="74875" y="538784"/>
                </a:lnTo>
                <a:lnTo>
                  <a:pt x="49323" y="563054"/>
                </a:lnTo>
                <a:lnTo>
                  <a:pt x="86206" y="563054"/>
                </a:lnTo>
                <a:lnTo>
                  <a:pt x="94441" y="536049"/>
                </a:lnTo>
                <a:lnTo>
                  <a:pt x="93468" y="527977"/>
                </a:lnTo>
                <a:close/>
              </a:path>
              <a:path w="1080135" h="580389">
                <a:moveTo>
                  <a:pt x="137748" y="431855"/>
                </a:moveTo>
                <a:lnTo>
                  <a:pt x="97189" y="454063"/>
                </a:lnTo>
                <a:lnTo>
                  <a:pt x="90226" y="476427"/>
                </a:lnTo>
                <a:lnTo>
                  <a:pt x="90338" y="480225"/>
                </a:lnTo>
                <a:lnTo>
                  <a:pt x="109531" y="523416"/>
                </a:lnTo>
                <a:lnTo>
                  <a:pt x="143822" y="536300"/>
                </a:lnTo>
                <a:lnTo>
                  <a:pt x="153449" y="534520"/>
                </a:lnTo>
                <a:lnTo>
                  <a:pt x="163369" y="530707"/>
                </a:lnTo>
                <a:lnTo>
                  <a:pt x="172442" y="525411"/>
                </a:lnTo>
                <a:lnTo>
                  <a:pt x="179771" y="519048"/>
                </a:lnTo>
                <a:lnTo>
                  <a:pt x="179934" y="518833"/>
                </a:lnTo>
                <a:lnTo>
                  <a:pt x="141297" y="518833"/>
                </a:lnTo>
                <a:lnTo>
                  <a:pt x="134045" y="515823"/>
                </a:lnTo>
                <a:lnTo>
                  <a:pt x="110994" y="481510"/>
                </a:lnTo>
                <a:lnTo>
                  <a:pt x="110644" y="474827"/>
                </a:lnTo>
                <a:lnTo>
                  <a:pt x="111528" y="469328"/>
                </a:lnTo>
                <a:lnTo>
                  <a:pt x="113661" y="461975"/>
                </a:lnTo>
                <a:lnTo>
                  <a:pt x="118487" y="456488"/>
                </a:lnTo>
                <a:lnTo>
                  <a:pt x="133537" y="449275"/>
                </a:lnTo>
                <a:lnTo>
                  <a:pt x="140789" y="448919"/>
                </a:lnTo>
                <a:lnTo>
                  <a:pt x="175495" y="448919"/>
                </a:lnTo>
                <a:lnTo>
                  <a:pt x="172251" y="444958"/>
                </a:lnTo>
                <a:lnTo>
                  <a:pt x="164666" y="438742"/>
                </a:lnTo>
                <a:lnTo>
                  <a:pt x="156168" y="434454"/>
                </a:lnTo>
                <a:lnTo>
                  <a:pt x="147086" y="432142"/>
                </a:lnTo>
                <a:lnTo>
                  <a:pt x="137748" y="431855"/>
                </a:lnTo>
                <a:close/>
              </a:path>
              <a:path w="1080135" h="580389">
                <a:moveTo>
                  <a:pt x="175495" y="448919"/>
                </a:moveTo>
                <a:lnTo>
                  <a:pt x="140789" y="448919"/>
                </a:lnTo>
                <a:lnTo>
                  <a:pt x="147774" y="451840"/>
                </a:lnTo>
                <a:lnTo>
                  <a:pt x="152822" y="454726"/>
                </a:lnTo>
                <a:lnTo>
                  <a:pt x="170793" y="490550"/>
                </a:lnTo>
                <a:lnTo>
                  <a:pt x="170838" y="493356"/>
                </a:lnTo>
                <a:lnTo>
                  <a:pt x="169986" y="498665"/>
                </a:lnTo>
                <a:lnTo>
                  <a:pt x="167840" y="506133"/>
                </a:lnTo>
                <a:lnTo>
                  <a:pt x="163115" y="511619"/>
                </a:lnTo>
                <a:lnTo>
                  <a:pt x="148574" y="518591"/>
                </a:lnTo>
                <a:lnTo>
                  <a:pt x="141297" y="518833"/>
                </a:lnTo>
                <a:lnTo>
                  <a:pt x="179934" y="518833"/>
                </a:lnTo>
                <a:lnTo>
                  <a:pt x="185358" y="511619"/>
                </a:lnTo>
                <a:lnTo>
                  <a:pt x="189201" y="503123"/>
                </a:lnTo>
                <a:lnTo>
                  <a:pt x="191154" y="493853"/>
                </a:lnTo>
                <a:lnTo>
                  <a:pt x="191049" y="484103"/>
                </a:lnTo>
                <a:lnTo>
                  <a:pt x="188887" y="473874"/>
                </a:lnTo>
                <a:lnTo>
                  <a:pt x="184667" y="463168"/>
                </a:lnTo>
                <a:lnTo>
                  <a:pt x="178919" y="453101"/>
                </a:lnTo>
                <a:lnTo>
                  <a:pt x="175495" y="448919"/>
                </a:lnTo>
                <a:close/>
              </a:path>
              <a:path w="1080135" h="580389">
                <a:moveTo>
                  <a:pt x="70298" y="494537"/>
                </a:moveTo>
                <a:lnTo>
                  <a:pt x="42592" y="494537"/>
                </a:lnTo>
                <a:lnTo>
                  <a:pt x="51965" y="496696"/>
                </a:lnTo>
                <a:lnTo>
                  <a:pt x="55953" y="499313"/>
                </a:lnTo>
                <a:lnTo>
                  <a:pt x="59267" y="503478"/>
                </a:lnTo>
                <a:lnTo>
                  <a:pt x="70298" y="494537"/>
                </a:lnTo>
                <a:close/>
              </a:path>
              <a:path w="1080135" h="580389">
                <a:moveTo>
                  <a:pt x="204301" y="398144"/>
                </a:moveTo>
                <a:lnTo>
                  <a:pt x="176945" y="411264"/>
                </a:lnTo>
                <a:lnTo>
                  <a:pt x="220189" y="501459"/>
                </a:lnTo>
                <a:lnTo>
                  <a:pt x="237067" y="493356"/>
                </a:lnTo>
                <a:lnTo>
                  <a:pt x="203095" y="422325"/>
                </a:lnTo>
                <a:lnTo>
                  <a:pt x="224838" y="422325"/>
                </a:lnTo>
                <a:lnTo>
                  <a:pt x="204301" y="398144"/>
                </a:lnTo>
                <a:close/>
              </a:path>
              <a:path w="1080135" h="580389">
                <a:moveTo>
                  <a:pt x="224838" y="422325"/>
                </a:moveTo>
                <a:lnTo>
                  <a:pt x="203095" y="422325"/>
                </a:lnTo>
                <a:lnTo>
                  <a:pt x="254835" y="484847"/>
                </a:lnTo>
                <a:lnTo>
                  <a:pt x="272386" y="476427"/>
                </a:lnTo>
                <a:lnTo>
                  <a:pt x="267376" y="451916"/>
                </a:lnTo>
                <a:lnTo>
                  <a:pt x="249970" y="451916"/>
                </a:lnTo>
                <a:lnTo>
                  <a:pt x="224838" y="422325"/>
                </a:lnTo>
                <a:close/>
              </a:path>
              <a:path w="1080135" h="580389">
                <a:moveTo>
                  <a:pt x="276961" y="396900"/>
                </a:moveTo>
                <a:lnTo>
                  <a:pt x="256130" y="396900"/>
                </a:lnTo>
                <a:lnTo>
                  <a:pt x="290229" y="467867"/>
                </a:lnTo>
                <a:lnTo>
                  <a:pt x="307108" y="459778"/>
                </a:lnTo>
                <a:lnTo>
                  <a:pt x="276961" y="396900"/>
                </a:lnTo>
                <a:close/>
              </a:path>
              <a:path w="1080135" h="580389">
                <a:moveTo>
                  <a:pt x="263864" y="369582"/>
                </a:moveTo>
                <a:lnTo>
                  <a:pt x="236458" y="382727"/>
                </a:lnTo>
                <a:lnTo>
                  <a:pt x="249970" y="451916"/>
                </a:lnTo>
                <a:lnTo>
                  <a:pt x="267376" y="451916"/>
                </a:lnTo>
                <a:lnTo>
                  <a:pt x="256130" y="396900"/>
                </a:lnTo>
                <a:lnTo>
                  <a:pt x="276961" y="396900"/>
                </a:lnTo>
                <a:lnTo>
                  <a:pt x="263864" y="369582"/>
                </a:lnTo>
                <a:close/>
              </a:path>
              <a:path w="1080135" h="580389">
                <a:moveTo>
                  <a:pt x="309229" y="347840"/>
                </a:moveTo>
                <a:lnTo>
                  <a:pt x="281886" y="360946"/>
                </a:lnTo>
                <a:lnTo>
                  <a:pt x="325129" y="451142"/>
                </a:lnTo>
                <a:lnTo>
                  <a:pt x="342007" y="443052"/>
                </a:lnTo>
                <a:lnTo>
                  <a:pt x="308022" y="372021"/>
                </a:lnTo>
                <a:lnTo>
                  <a:pt x="329771" y="372021"/>
                </a:lnTo>
                <a:lnTo>
                  <a:pt x="309229" y="347840"/>
                </a:lnTo>
                <a:close/>
              </a:path>
              <a:path w="1080135" h="580389">
                <a:moveTo>
                  <a:pt x="329771" y="372021"/>
                </a:moveTo>
                <a:lnTo>
                  <a:pt x="308022" y="372021"/>
                </a:lnTo>
                <a:lnTo>
                  <a:pt x="359775" y="434530"/>
                </a:lnTo>
                <a:lnTo>
                  <a:pt x="377313" y="426123"/>
                </a:lnTo>
                <a:lnTo>
                  <a:pt x="372300" y="401599"/>
                </a:lnTo>
                <a:lnTo>
                  <a:pt x="354898" y="401599"/>
                </a:lnTo>
                <a:lnTo>
                  <a:pt x="329771" y="372021"/>
                </a:lnTo>
                <a:close/>
              </a:path>
              <a:path w="1080135" h="580389">
                <a:moveTo>
                  <a:pt x="381902" y="346595"/>
                </a:moveTo>
                <a:lnTo>
                  <a:pt x="361057" y="346595"/>
                </a:lnTo>
                <a:lnTo>
                  <a:pt x="395170" y="417563"/>
                </a:lnTo>
                <a:lnTo>
                  <a:pt x="412048" y="409473"/>
                </a:lnTo>
                <a:lnTo>
                  <a:pt x="381902" y="346595"/>
                </a:lnTo>
                <a:close/>
              </a:path>
              <a:path w="1080135" h="580389">
                <a:moveTo>
                  <a:pt x="368804" y="319277"/>
                </a:moveTo>
                <a:lnTo>
                  <a:pt x="341398" y="332409"/>
                </a:lnTo>
                <a:lnTo>
                  <a:pt x="354898" y="401599"/>
                </a:lnTo>
                <a:lnTo>
                  <a:pt x="372300" y="401599"/>
                </a:lnTo>
                <a:lnTo>
                  <a:pt x="361057" y="346595"/>
                </a:lnTo>
                <a:lnTo>
                  <a:pt x="381902" y="346595"/>
                </a:lnTo>
                <a:lnTo>
                  <a:pt x="368804" y="319277"/>
                </a:lnTo>
                <a:close/>
              </a:path>
              <a:path w="1080135" h="580389">
                <a:moveTo>
                  <a:pt x="445596" y="284251"/>
                </a:moveTo>
                <a:lnTo>
                  <a:pt x="405037" y="306463"/>
                </a:lnTo>
                <a:lnTo>
                  <a:pt x="398053" y="328117"/>
                </a:lnTo>
                <a:lnTo>
                  <a:pt x="398180" y="332409"/>
                </a:lnTo>
                <a:lnTo>
                  <a:pt x="417380" y="375816"/>
                </a:lnTo>
                <a:lnTo>
                  <a:pt x="451672" y="388700"/>
                </a:lnTo>
                <a:lnTo>
                  <a:pt x="461297" y="386920"/>
                </a:lnTo>
                <a:lnTo>
                  <a:pt x="471217" y="383108"/>
                </a:lnTo>
                <a:lnTo>
                  <a:pt x="480290" y="377812"/>
                </a:lnTo>
                <a:lnTo>
                  <a:pt x="487621" y="371449"/>
                </a:lnTo>
                <a:lnTo>
                  <a:pt x="487783" y="371233"/>
                </a:lnTo>
                <a:lnTo>
                  <a:pt x="449157" y="371233"/>
                </a:lnTo>
                <a:lnTo>
                  <a:pt x="441893" y="368223"/>
                </a:lnTo>
                <a:lnTo>
                  <a:pt x="418844" y="333911"/>
                </a:lnTo>
                <a:lnTo>
                  <a:pt x="418479" y="328117"/>
                </a:lnTo>
                <a:lnTo>
                  <a:pt x="418492" y="327228"/>
                </a:lnTo>
                <a:lnTo>
                  <a:pt x="448637" y="301332"/>
                </a:lnTo>
                <a:lnTo>
                  <a:pt x="483357" y="301332"/>
                </a:lnTo>
                <a:lnTo>
                  <a:pt x="480104" y="297359"/>
                </a:lnTo>
                <a:lnTo>
                  <a:pt x="472520" y="291143"/>
                </a:lnTo>
                <a:lnTo>
                  <a:pt x="464016" y="286854"/>
                </a:lnTo>
                <a:lnTo>
                  <a:pt x="454934" y="284537"/>
                </a:lnTo>
                <a:lnTo>
                  <a:pt x="445596" y="284251"/>
                </a:lnTo>
                <a:close/>
              </a:path>
              <a:path w="1080135" h="580389">
                <a:moveTo>
                  <a:pt x="483357" y="301332"/>
                </a:moveTo>
                <a:lnTo>
                  <a:pt x="448637" y="301332"/>
                </a:lnTo>
                <a:lnTo>
                  <a:pt x="455622" y="304241"/>
                </a:lnTo>
                <a:lnTo>
                  <a:pt x="460670" y="307127"/>
                </a:lnTo>
                <a:lnTo>
                  <a:pt x="478760" y="344782"/>
                </a:lnTo>
                <a:lnTo>
                  <a:pt x="478710" y="345643"/>
                </a:lnTo>
                <a:lnTo>
                  <a:pt x="449157" y="371233"/>
                </a:lnTo>
                <a:lnTo>
                  <a:pt x="487783" y="371233"/>
                </a:lnTo>
                <a:lnTo>
                  <a:pt x="493211" y="364020"/>
                </a:lnTo>
                <a:lnTo>
                  <a:pt x="497062" y="355523"/>
                </a:lnTo>
                <a:lnTo>
                  <a:pt x="498935" y="346595"/>
                </a:lnTo>
                <a:lnTo>
                  <a:pt x="498898" y="336503"/>
                </a:lnTo>
                <a:lnTo>
                  <a:pt x="496735" y="326275"/>
                </a:lnTo>
                <a:lnTo>
                  <a:pt x="492515" y="315569"/>
                </a:lnTo>
                <a:lnTo>
                  <a:pt x="486769" y="305501"/>
                </a:lnTo>
                <a:lnTo>
                  <a:pt x="483357" y="301332"/>
                </a:lnTo>
                <a:close/>
              </a:path>
              <a:path w="1080135" h="580389">
                <a:moveTo>
                  <a:pt x="502739" y="255066"/>
                </a:moveTo>
                <a:lnTo>
                  <a:pt x="485047" y="263537"/>
                </a:lnTo>
                <a:lnTo>
                  <a:pt x="528291" y="353733"/>
                </a:lnTo>
                <a:lnTo>
                  <a:pt x="545169" y="345643"/>
                </a:lnTo>
                <a:lnTo>
                  <a:pt x="516747" y="286346"/>
                </a:lnTo>
                <a:lnTo>
                  <a:pt x="551214" y="286346"/>
                </a:lnTo>
                <a:lnTo>
                  <a:pt x="502739" y="255066"/>
                </a:lnTo>
                <a:close/>
              </a:path>
              <a:path w="1080135" h="580389">
                <a:moveTo>
                  <a:pt x="551214" y="286346"/>
                </a:moveTo>
                <a:lnTo>
                  <a:pt x="516747" y="286346"/>
                </a:lnTo>
                <a:lnTo>
                  <a:pt x="581733" y="328117"/>
                </a:lnTo>
                <a:lnTo>
                  <a:pt x="599970" y="319366"/>
                </a:lnTo>
                <a:lnTo>
                  <a:pt x="589588" y="297713"/>
                </a:lnTo>
                <a:lnTo>
                  <a:pt x="568829" y="297713"/>
                </a:lnTo>
                <a:lnTo>
                  <a:pt x="551214" y="286346"/>
                </a:lnTo>
                <a:close/>
              </a:path>
              <a:path w="1080135" h="580389">
                <a:moveTo>
                  <a:pt x="556726" y="229171"/>
                </a:moveTo>
                <a:lnTo>
                  <a:pt x="539848" y="237261"/>
                </a:lnTo>
                <a:lnTo>
                  <a:pt x="568829" y="297713"/>
                </a:lnTo>
                <a:lnTo>
                  <a:pt x="589588" y="297713"/>
                </a:lnTo>
                <a:lnTo>
                  <a:pt x="556726" y="229171"/>
                </a:lnTo>
                <a:close/>
              </a:path>
              <a:path w="1080135" h="580389">
                <a:moveTo>
                  <a:pt x="665362" y="178085"/>
                </a:moveTo>
                <a:lnTo>
                  <a:pt x="628230" y="201501"/>
                </a:lnTo>
                <a:lnTo>
                  <a:pt x="622771" y="219270"/>
                </a:lnTo>
                <a:lnTo>
                  <a:pt x="623033" y="229133"/>
                </a:lnTo>
                <a:lnTo>
                  <a:pt x="641748" y="268204"/>
                </a:lnTo>
                <a:lnTo>
                  <a:pt x="674987" y="281481"/>
                </a:lnTo>
                <a:lnTo>
                  <a:pt x="683879" y="280053"/>
                </a:lnTo>
                <a:lnTo>
                  <a:pt x="692832" y="276707"/>
                </a:lnTo>
                <a:lnTo>
                  <a:pt x="699564" y="272923"/>
                </a:lnTo>
                <a:lnTo>
                  <a:pt x="705226" y="268541"/>
                </a:lnTo>
                <a:lnTo>
                  <a:pt x="708995" y="264452"/>
                </a:lnTo>
                <a:lnTo>
                  <a:pt x="672106" y="264452"/>
                </a:lnTo>
                <a:lnTo>
                  <a:pt x="665680" y="261594"/>
                </a:lnTo>
                <a:lnTo>
                  <a:pt x="642750" y="225563"/>
                </a:lnTo>
                <a:lnTo>
                  <a:pt x="642178" y="219358"/>
                </a:lnTo>
                <a:lnTo>
                  <a:pt x="642921" y="213893"/>
                </a:lnTo>
                <a:lnTo>
                  <a:pt x="644788" y="207098"/>
                </a:lnTo>
                <a:lnTo>
                  <a:pt x="649068" y="202095"/>
                </a:lnTo>
                <a:lnTo>
                  <a:pt x="660600" y="196570"/>
                </a:lnTo>
                <a:lnTo>
                  <a:pt x="665362" y="195948"/>
                </a:lnTo>
                <a:lnTo>
                  <a:pt x="693072" y="195948"/>
                </a:lnTo>
                <a:lnTo>
                  <a:pt x="698001" y="191960"/>
                </a:lnTo>
                <a:lnTo>
                  <a:pt x="692477" y="185712"/>
                </a:lnTo>
                <a:lnTo>
                  <a:pt x="686736" y="181635"/>
                </a:lnTo>
                <a:lnTo>
                  <a:pt x="680780" y="179743"/>
                </a:lnTo>
                <a:lnTo>
                  <a:pt x="673167" y="178114"/>
                </a:lnTo>
                <a:lnTo>
                  <a:pt x="665362" y="178085"/>
                </a:lnTo>
                <a:close/>
              </a:path>
              <a:path w="1080135" h="580389">
                <a:moveTo>
                  <a:pt x="716251" y="229374"/>
                </a:moveTo>
                <a:lnTo>
                  <a:pt x="696020" y="232422"/>
                </a:lnTo>
                <a:lnTo>
                  <a:pt x="697615" y="239558"/>
                </a:lnTo>
                <a:lnTo>
                  <a:pt x="697645" y="240195"/>
                </a:lnTo>
                <a:lnTo>
                  <a:pt x="672106" y="264452"/>
                </a:lnTo>
                <a:lnTo>
                  <a:pt x="708995" y="264452"/>
                </a:lnTo>
                <a:lnTo>
                  <a:pt x="717220" y="237477"/>
                </a:lnTo>
                <a:lnTo>
                  <a:pt x="716251" y="229374"/>
                </a:lnTo>
                <a:close/>
              </a:path>
              <a:path w="1080135" h="580389">
                <a:moveTo>
                  <a:pt x="693072" y="195948"/>
                </a:moveTo>
                <a:lnTo>
                  <a:pt x="665362" y="195948"/>
                </a:lnTo>
                <a:lnTo>
                  <a:pt x="674735" y="198107"/>
                </a:lnTo>
                <a:lnTo>
                  <a:pt x="678735" y="200723"/>
                </a:lnTo>
                <a:lnTo>
                  <a:pt x="682037" y="204876"/>
                </a:lnTo>
                <a:lnTo>
                  <a:pt x="693072" y="195948"/>
                </a:lnTo>
                <a:close/>
              </a:path>
              <a:path w="1080135" h="580389">
                <a:moveTo>
                  <a:pt x="747112" y="137896"/>
                </a:moveTo>
                <a:lnTo>
                  <a:pt x="727887" y="147110"/>
                </a:lnTo>
                <a:lnTo>
                  <a:pt x="727931" y="148577"/>
                </a:lnTo>
                <a:lnTo>
                  <a:pt x="736038" y="254126"/>
                </a:lnTo>
                <a:lnTo>
                  <a:pt x="755354" y="244868"/>
                </a:lnTo>
                <a:lnTo>
                  <a:pt x="752992" y="220751"/>
                </a:lnTo>
                <a:lnTo>
                  <a:pt x="789187" y="203390"/>
                </a:lnTo>
                <a:lnTo>
                  <a:pt x="818450" y="203390"/>
                </a:lnTo>
                <a:lnTo>
                  <a:pt x="817855" y="202844"/>
                </a:lnTo>
                <a:lnTo>
                  <a:pt x="751252" y="202844"/>
                </a:lnTo>
                <a:lnTo>
                  <a:pt x="747417" y="163626"/>
                </a:lnTo>
                <a:lnTo>
                  <a:pt x="775138" y="163626"/>
                </a:lnTo>
                <a:lnTo>
                  <a:pt x="747112" y="137896"/>
                </a:lnTo>
                <a:close/>
              </a:path>
              <a:path w="1080135" h="580389">
                <a:moveTo>
                  <a:pt x="818450" y="203390"/>
                </a:moveTo>
                <a:lnTo>
                  <a:pt x="789187" y="203390"/>
                </a:lnTo>
                <a:lnTo>
                  <a:pt x="806827" y="220192"/>
                </a:lnTo>
                <a:lnTo>
                  <a:pt x="826487" y="210769"/>
                </a:lnTo>
                <a:lnTo>
                  <a:pt x="818450" y="203390"/>
                </a:lnTo>
                <a:close/>
              </a:path>
              <a:path w="1080135" h="580389">
                <a:moveTo>
                  <a:pt x="775138" y="163626"/>
                </a:moveTo>
                <a:lnTo>
                  <a:pt x="747417" y="163626"/>
                </a:lnTo>
                <a:lnTo>
                  <a:pt x="775954" y="190995"/>
                </a:lnTo>
                <a:lnTo>
                  <a:pt x="751252" y="202844"/>
                </a:lnTo>
                <a:lnTo>
                  <a:pt x="817855" y="202844"/>
                </a:lnTo>
                <a:lnTo>
                  <a:pt x="775138" y="163626"/>
                </a:lnTo>
                <a:close/>
              </a:path>
              <a:path w="1080135" h="580389">
                <a:moveTo>
                  <a:pt x="811234" y="107149"/>
                </a:moveTo>
                <a:lnTo>
                  <a:pt x="816060" y="164071"/>
                </a:lnTo>
                <a:lnTo>
                  <a:pt x="842806" y="195643"/>
                </a:lnTo>
                <a:lnTo>
                  <a:pt x="847556" y="196557"/>
                </a:lnTo>
                <a:lnTo>
                  <a:pt x="858326" y="196291"/>
                </a:lnTo>
                <a:lnTo>
                  <a:pt x="865324" y="194157"/>
                </a:lnTo>
                <a:lnTo>
                  <a:pt x="881021" y="186639"/>
                </a:lnTo>
                <a:lnTo>
                  <a:pt x="886342" y="182956"/>
                </a:lnTo>
                <a:lnTo>
                  <a:pt x="890887" y="177888"/>
                </a:lnTo>
                <a:lnTo>
                  <a:pt x="856319" y="177888"/>
                </a:lnTo>
                <a:lnTo>
                  <a:pt x="848369" y="176199"/>
                </a:lnTo>
                <a:lnTo>
                  <a:pt x="845105" y="174116"/>
                </a:lnTo>
                <a:lnTo>
                  <a:pt x="842565" y="170789"/>
                </a:lnTo>
                <a:lnTo>
                  <a:pt x="841016" y="168706"/>
                </a:lnTo>
                <a:lnTo>
                  <a:pt x="838308" y="163626"/>
                </a:lnTo>
                <a:lnTo>
                  <a:pt x="811234" y="107149"/>
                </a:lnTo>
                <a:close/>
              </a:path>
              <a:path w="1080135" h="580389">
                <a:moveTo>
                  <a:pt x="864638" y="81546"/>
                </a:moveTo>
                <a:lnTo>
                  <a:pt x="846375" y="90296"/>
                </a:lnTo>
                <a:lnTo>
                  <a:pt x="873731" y="147370"/>
                </a:lnTo>
                <a:lnTo>
                  <a:pt x="875930" y="152653"/>
                </a:lnTo>
                <a:lnTo>
                  <a:pt x="877820" y="159270"/>
                </a:lnTo>
                <a:lnTo>
                  <a:pt x="877503" y="162610"/>
                </a:lnTo>
                <a:lnTo>
                  <a:pt x="874328" y="169329"/>
                </a:lnTo>
                <a:lnTo>
                  <a:pt x="870975" y="172237"/>
                </a:lnTo>
                <a:lnTo>
                  <a:pt x="860828" y="177101"/>
                </a:lnTo>
                <a:lnTo>
                  <a:pt x="856319" y="177888"/>
                </a:lnTo>
                <a:lnTo>
                  <a:pt x="890887" y="177888"/>
                </a:lnTo>
                <a:lnTo>
                  <a:pt x="893416" y="175069"/>
                </a:lnTo>
                <a:lnTo>
                  <a:pt x="895765" y="170929"/>
                </a:lnTo>
                <a:lnTo>
                  <a:pt x="897991" y="162610"/>
                </a:lnTo>
                <a:lnTo>
                  <a:pt x="898090" y="157594"/>
                </a:lnTo>
                <a:lnTo>
                  <a:pt x="896906" y="152603"/>
                </a:lnTo>
                <a:lnTo>
                  <a:pt x="895668" y="148388"/>
                </a:lnTo>
                <a:lnTo>
                  <a:pt x="893662" y="143021"/>
                </a:lnTo>
                <a:lnTo>
                  <a:pt x="890872" y="136486"/>
                </a:lnTo>
                <a:lnTo>
                  <a:pt x="887383" y="128968"/>
                </a:lnTo>
                <a:lnTo>
                  <a:pt x="864638" y="81546"/>
                </a:lnTo>
                <a:close/>
              </a:path>
              <a:path w="1080135" h="580389">
                <a:moveTo>
                  <a:pt x="925293" y="125272"/>
                </a:moveTo>
                <a:lnTo>
                  <a:pt x="908377" y="135559"/>
                </a:lnTo>
                <a:lnTo>
                  <a:pt x="913135" y="142005"/>
                </a:lnTo>
                <a:lnTo>
                  <a:pt x="918429" y="147142"/>
                </a:lnTo>
                <a:lnTo>
                  <a:pt x="924118" y="150872"/>
                </a:lnTo>
                <a:lnTo>
                  <a:pt x="930348" y="153288"/>
                </a:lnTo>
                <a:lnTo>
                  <a:pt x="937077" y="154301"/>
                </a:lnTo>
                <a:lnTo>
                  <a:pt x="944327" y="153852"/>
                </a:lnTo>
                <a:lnTo>
                  <a:pt x="977887" y="136486"/>
                </a:lnTo>
                <a:lnTo>
                  <a:pt x="942628" y="136486"/>
                </a:lnTo>
                <a:lnTo>
                  <a:pt x="933446" y="134035"/>
                </a:lnTo>
                <a:lnTo>
                  <a:pt x="929205" y="130708"/>
                </a:lnTo>
                <a:lnTo>
                  <a:pt x="925293" y="125272"/>
                </a:lnTo>
                <a:close/>
              </a:path>
              <a:path w="1080135" h="580389">
                <a:moveTo>
                  <a:pt x="984638" y="106540"/>
                </a:moveTo>
                <a:lnTo>
                  <a:pt x="955659" y="106540"/>
                </a:lnTo>
                <a:lnTo>
                  <a:pt x="958465" y="106794"/>
                </a:lnTo>
                <a:lnTo>
                  <a:pt x="962390" y="108597"/>
                </a:lnTo>
                <a:lnTo>
                  <a:pt x="963876" y="110108"/>
                </a:lnTo>
                <a:lnTo>
                  <a:pt x="966492" y="115557"/>
                </a:lnTo>
                <a:lnTo>
                  <a:pt x="966403" y="119164"/>
                </a:lnTo>
                <a:lnTo>
                  <a:pt x="962847" y="126974"/>
                </a:lnTo>
                <a:lnTo>
                  <a:pt x="959037" y="130327"/>
                </a:lnTo>
                <a:lnTo>
                  <a:pt x="947670" y="135775"/>
                </a:lnTo>
                <a:lnTo>
                  <a:pt x="942628" y="136486"/>
                </a:lnTo>
                <a:lnTo>
                  <a:pt x="977887" y="136486"/>
                </a:lnTo>
                <a:lnTo>
                  <a:pt x="982621" y="131165"/>
                </a:lnTo>
                <a:lnTo>
                  <a:pt x="985072" y="125869"/>
                </a:lnTo>
                <a:lnTo>
                  <a:pt x="986494" y="114084"/>
                </a:lnTo>
                <a:lnTo>
                  <a:pt x="985611" y="108597"/>
                </a:lnTo>
                <a:lnTo>
                  <a:pt x="984638" y="106540"/>
                </a:lnTo>
                <a:close/>
              </a:path>
              <a:path w="1080135" h="580389">
                <a:moveTo>
                  <a:pt x="1034716" y="0"/>
                </a:moveTo>
                <a:lnTo>
                  <a:pt x="967952" y="32003"/>
                </a:lnTo>
                <a:lnTo>
                  <a:pt x="1011196" y="122199"/>
                </a:lnTo>
                <a:lnTo>
                  <a:pt x="1061235" y="98209"/>
                </a:lnTo>
                <a:lnTo>
                  <a:pt x="1022156" y="98209"/>
                </a:lnTo>
                <a:lnTo>
                  <a:pt x="1010434" y="73761"/>
                </a:lnTo>
                <a:lnTo>
                  <a:pt x="1042230" y="58521"/>
                </a:lnTo>
                <a:lnTo>
                  <a:pt x="1003131" y="58521"/>
                </a:lnTo>
                <a:lnTo>
                  <a:pt x="993530" y="38493"/>
                </a:lnTo>
                <a:lnTo>
                  <a:pt x="1042031" y="15239"/>
                </a:lnTo>
                <a:lnTo>
                  <a:pt x="1034716" y="0"/>
                </a:lnTo>
                <a:close/>
              </a:path>
              <a:path w="1080135" h="580389">
                <a:moveTo>
                  <a:pt x="937275" y="49903"/>
                </a:moveTo>
                <a:lnTo>
                  <a:pt x="894508" y="71666"/>
                </a:lnTo>
                <a:lnTo>
                  <a:pt x="890900" y="87096"/>
                </a:lnTo>
                <a:lnTo>
                  <a:pt x="891651" y="91947"/>
                </a:lnTo>
                <a:lnTo>
                  <a:pt x="897302" y="103720"/>
                </a:lnTo>
                <a:lnTo>
                  <a:pt x="902966" y="108470"/>
                </a:lnTo>
                <a:lnTo>
                  <a:pt x="916479" y="112458"/>
                </a:lnTo>
                <a:lnTo>
                  <a:pt x="924734" y="112166"/>
                </a:lnTo>
                <a:lnTo>
                  <a:pt x="944076" y="108203"/>
                </a:lnTo>
                <a:lnTo>
                  <a:pt x="949550" y="107200"/>
                </a:lnTo>
                <a:lnTo>
                  <a:pt x="955659" y="106540"/>
                </a:lnTo>
                <a:lnTo>
                  <a:pt x="984638" y="106540"/>
                </a:lnTo>
                <a:lnTo>
                  <a:pt x="980398" y="97688"/>
                </a:lnTo>
                <a:lnTo>
                  <a:pt x="976893" y="93471"/>
                </a:lnTo>
                <a:lnTo>
                  <a:pt x="974660" y="92036"/>
                </a:lnTo>
                <a:lnTo>
                  <a:pt x="919210" y="92036"/>
                </a:lnTo>
                <a:lnTo>
                  <a:pt x="913469" y="90538"/>
                </a:lnTo>
                <a:lnTo>
                  <a:pt x="911691" y="89141"/>
                </a:lnTo>
                <a:lnTo>
                  <a:pt x="909532" y="84645"/>
                </a:lnTo>
                <a:lnTo>
                  <a:pt x="909596" y="82321"/>
                </a:lnTo>
                <a:lnTo>
                  <a:pt x="912758" y="76390"/>
                </a:lnTo>
                <a:lnTo>
                  <a:pt x="916339" y="73329"/>
                </a:lnTo>
                <a:lnTo>
                  <a:pt x="926677" y="68376"/>
                </a:lnTo>
                <a:lnTo>
                  <a:pt x="930983" y="67563"/>
                </a:lnTo>
                <a:lnTo>
                  <a:pt x="960514" y="67563"/>
                </a:lnTo>
                <a:lnTo>
                  <a:pt x="962263" y="66649"/>
                </a:lnTo>
                <a:lnTo>
                  <a:pt x="957957" y="58419"/>
                </a:lnTo>
                <a:lnTo>
                  <a:pt x="951760" y="53174"/>
                </a:lnTo>
                <a:lnTo>
                  <a:pt x="943657" y="50888"/>
                </a:lnTo>
                <a:lnTo>
                  <a:pt x="937275" y="49903"/>
                </a:lnTo>
                <a:close/>
              </a:path>
              <a:path w="1080135" h="580389">
                <a:moveTo>
                  <a:pt x="1072422" y="74104"/>
                </a:moveTo>
                <a:lnTo>
                  <a:pt x="1022156" y="98209"/>
                </a:lnTo>
                <a:lnTo>
                  <a:pt x="1061235" y="98209"/>
                </a:lnTo>
                <a:lnTo>
                  <a:pt x="1079725" y="89344"/>
                </a:lnTo>
                <a:lnTo>
                  <a:pt x="1072422" y="74104"/>
                </a:lnTo>
                <a:close/>
              </a:path>
              <a:path w="1080135" h="580389">
                <a:moveTo>
                  <a:pt x="953004" y="86131"/>
                </a:moveTo>
                <a:lnTo>
                  <a:pt x="945422" y="87096"/>
                </a:lnTo>
                <a:lnTo>
                  <a:pt x="925737" y="91376"/>
                </a:lnTo>
                <a:lnTo>
                  <a:pt x="919210" y="92036"/>
                </a:lnTo>
                <a:lnTo>
                  <a:pt x="974660" y="92036"/>
                </a:lnTo>
                <a:lnTo>
                  <a:pt x="968397" y="88010"/>
                </a:lnTo>
                <a:lnTo>
                  <a:pt x="963609" y="86550"/>
                </a:lnTo>
                <a:lnTo>
                  <a:pt x="953004" y="86131"/>
                </a:lnTo>
                <a:close/>
              </a:path>
              <a:path w="1080135" h="580389">
                <a:moveTo>
                  <a:pt x="960514" y="67563"/>
                </a:moveTo>
                <a:lnTo>
                  <a:pt x="930983" y="67563"/>
                </a:lnTo>
                <a:lnTo>
                  <a:pt x="938031" y="69202"/>
                </a:lnTo>
                <a:lnTo>
                  <a:pt x="941295" y="71754"/>
                </a:lnTo>
                <a:lnTo>
                  <a:pt x="944292" y="76047"/>
                </a:lnTo>
                <a:lnTo>
                  <a:pt x="960514" y="67563"/>
                </a:lnTo>
                <a:close/>
              </a:path>
              <a:path w="1080135" h="580389">
                <a:moveTo>
                  <a:pt x="1048229" y="36906"/>
                </a:moveTo>
                <a:lnTo>
                  <a:pt x="1003131" y="58521"/>
                </a:lnTo>
                <a:lnTo>
                  <a:pt x="1042230" y="58521"/>
                </a:lnTo>
                <a:lnTo>
                  <a:pt x="1055531" y="52146"/>
                </a:lnTo>
                <a:lnTo>
                  <a:pt x="1048229" y="36906"/>
                </a:lnTo>
                <a:close/>
              </a:path>
            </a:pathLst>
          </a:custGeom>
          <a:solidFill>
            <a:srgbClr val="000000"/>
          </a:solidFill>
        </p:spPr>
        <p:txBody>
          <a:bodyPr wrap="square" lIns="0" tIns="0" rIns="0" bIns="0" rtlCol="0"/>
          <a:lstStyle/>
          <a:p>
            <a:endParaRPr/>
          </a:p>
        </p:txBody>
      </p:sp>
      <p:sp>
        <p:nvSpPr>
          <p:cNvPr id="17" name="object 17"/>
          <p:cNvSpPr/>
          <p:nvPr/>
        </p:nvSpPr>
        <p:spPr>
          <a:xfrm>
            <a:off x="5492778" y="3190646"/>
            <a:ext cx="1080135" cy="579755"/>
          </a:xfrm>
          <a:custGeom>
            <a:avLst/>
            <a:gdLst/>
            <a:ahLst/>
            <a:cxnLst/>
            <a:rect l="l" t="t" r="r" b="b"/>
            <a:pathLst>
              <a:path w="1080134" h="579754">
                <a:moveTo>
                  <a:pt x="42600" y="476330"/>
                </a:moveTo>
                <a:lnTo>
                  <a:pt x="5460" y="499729"/>
                </a:lnTo>
                <a:lnTo>
                  <a:pt x="0" y="517491"/>
                </a:lnTo>
                <a:lnTo>
                  <a:pt x="197" y="525106"/>
                </a:lnTo>
                <a:lnTo>
                  <a:pt x="18953" y="566439"/>
                </a:lnTo>
                <a:lnTo>
                  <a:pt x="52187" y="579726"/>
                </a:lnTo>
                <a:lnTo>
                  <a:pt x="61079" y="578300"/>
                </a:lnTo>
                <a:lnTo>
                  <a:pt x="70037" y="574954"/>
                </a:lnTo>
                <a:lnTo>
                  <a:pt x="76769" y="571175"/>
                </a:lnTo>
                <a:lnTo>
                  <a:pt x="82431" y="566794"/>
                </a:lnTo>
                <a:lnTo>
                  <a:pt x="86207" y="562698"/>
                </a:lnTo>
                <a:lnTo>
                  <a:pt x="49311" y="562698"/>
                </a:lnTo>
                <a:lnTo>
                  <a:pt x="42884" y="559828"/>
                </a:lnTo>
                <a:lnTo>
                  <a:pt x="19969" y="523797"/>
                </a:lnTo>
                <a:lnTo>
                  <a:pt x="19415" y="517491"/>
                </a:lnTo>
                <a:lnTo>
                  <a:pt x="20151" y="512127"/>
                </a:lnTo>
                <a:lnTo>
                  <a:pt x="22018" y="505332"/>
                </a:lnTo>
                <a:lnTo>
                  <a:pt x="26298" y="500329"/>
                </a:lnTo>
                <a:lnTo>
                  <a:pt x="37843" y="494804"/>
                </a:lnTo>
                <a:lnTo>
                  <a:pt x="42605" y="494182"/>
                </a:lnTo>
                <a:lnTo>
                  <a:pt x="70329" y="494182"/>
                </a:lnTo>
                <a:lnTo>
                  <a:pt x="75231" y="490219"/>
                </a:lnTo>
                <a:lnTo>
                  <a:pt x="69707" y="483958"/>
                </a:lnTo>
                <a:lnTo>
                  <a:pt x="63979" y="479882"/>
                </a:lnTo>
                <a:lnTo>
                  <a:pt x="58023" y="477989"/>
                </a:lnTo>
                <a:lnTo>
                  <a:pt x="50405" y="476360"/>
                </a:lnTo>
                <a:lnTo>
                  <a:pt x="42600" y="476330"/>
                </a:lnTo>
                <a:close/>
              </a:path>
              <a:path w="1080134" h="579754">
                <a:moveTo>
                  <a:pt x="93469" y="527634"/>
                </a:moveTo>
                <a:lnTo>
                  <a:pt x="73237" y="530669"/>
                </a:lnTo>
                <a:lnTo>
                  <a:pt x="74826" y="537785"/>
                </a:lnTo>
                <a:lnTo>
                  <a:pt x="74863" y="538429"/>
                </a:lnTo>
                <a:lnTo>
                  <a:pt x="49311" y="562698"/>
                </a:lnTo>
                <a:lnTo>
                  <a:pt x="86207" y="562698"/>
                </a:lnTo>
                <a:lnTo>
                  <a:pt x="94436" y="535728"/>
                </a:lnTo>
                <a:lnTo>
                  <a:pt x="93469" y="527634"/>
                </a:lnTo>
                <a:close/>
              </a:path>
              <a:path w="1080134" h="579754">
                <a:moveTo>
                  <a:pt x="137774" y="431538"/>
                </a:moveTo>
                <a:lnTo>
                  <a:pt x="97202" y="453732"/>
                </a:lnTo>
                <a:lnTo>
                  <a:pt x="90237" y="476161"/>
                </a:lnTo>
                <a:lnTo>
                  <a:pt x="90339" y="479882"/>
                </a:lnTo>
                <a:lnTo>
                  <a:pt x="109531" y="523084"/>
                </a:lnTo>
                <a:lnTo>
                  <a:pt x="143811" y="535987"/>
                </a:lnTo>
                <a:lnTo>
                  <a:pt x="153436" y="534213"/>
                </a:lnTo>
                <a:lnTo>
                  <a:pt x="163357" y="530402"/>
                </a:lnTo>
                <a:lnTo>
                  <a:pt x="172431" y="525106"/>
                </a:lnTo>
                <a:lnTo>
                  <a:pt x="179767" y="518744"/>
                </a:lnTo>
                <a:lnTo>
                  <a:pt x="179939" y="518515"/>
                </a:lnTo>
                <a:lnTo>
                  <a:pt x="141297" y="518515"/>
                </a:lnTo>
                <a:lnTo>
                  <a:pt x="134045" y="515505"/>
                </a:lnTo>
                <a:lnTo>
                  <a:pt x="111007" y="481183"/>
                </a:lnTo>
                <a:lnTo>
                  <a:pt x="110658" y="474497"/>
                </a:lnTo>
                <a:lnTo>
                  <a:pt x="111541" y="469010"/>
                </a:lnTo>
                <a:lnTo>
                  <a:pt x="113674" y="461644"/>
                </a:lnTo>
                <a:lnTo>
                  <a:pt x="118513" y="456158"/>
                </a:lnTo>
                <a:lnTo>
                  <a:pt x="133562" y="448957"/>
                </a:lnTo>
                <a:lnTo>
                  <a:pt x="140814" y="448614"/>
                </a:lnTo>
                <a:lnTo>
                  <a:pt x="175517" y="448614"/>
                </a:lnTo>
                <a:lnTo>
                  <a:pt x="172277" y="444653"/>
                </a:lnTo>
                <a:lnTo>
                  <a:pt x="164695" y="438432"/>
                </a:lnTo>
                <a:lnTo>
                  <a:pt x="156194" y="434136"/>
                </a:lnTo>
                <a:lnTo>
                  <a:pt x="147112" y="431824"/>
                </a:lnTo>
                <a:lnTo>
                  <a:pt x="137774" y="431538"/>
                </a:lnTo>
                <a:close/>
              </a:path>
              <a:path w="1080134" h="579754">
                <a:moveTo>
                  <a:pt x="175517" y="448614"/>
                </a:moveTo>
                <a:lnTo>
                  <a:pt x="140814" y="448614"/>
                </a:lnTo>
                <a:lnTo>
                  <a:pt x="147799" y="451523"/>
                </a:lnTo>
                <a:lnTo>
                  <a:pt x="152847" y="454411"/>
                </a:lnTo>
                <a:lnTo>
                  <a:pt x="170804" y="490219"/>
                </a:lnTo>
                <a:lnTo>
                  <a:pt x="170847" y="493077"/>
                </a:lnTo>
                <a:lnTo>
                  <a:pt x="169999" y="498360"/>
                </a:lnTo>
                <a:lnTo>
                  <a:pt x="167840" y="505828"/>
                </a:lnTo>
                <a:lnTo>
                  <a:pt x="163128" y="511314"/>
                </a:lnTo>
                <a:lnTo>
                  <a:pt x="148574" y="518286"/>
                </a:lnTo>
                <a:lnTo>
                  <a:pt x="141297" y="518515"/>
                </a:lnTo>
                <a:lnTo>
                  <a:pt x="179939" y="518515"/>
                </a:lnTo>
                <a:lnTo>
                  <a:pt x="185361" y="511314"/>
                </a:lnTo>
                <a:lnTo>
                  <a:pt x="189214" y="502818"/>
                </a:lnTo>
                <a:lnTo>
                  <a:pt x="191167" y="493550"/>
                </a:lnTo>
                <a:lnTo>
                  <a:pt x="191063" y="483804"/>
                </a:lnTo>
                <a:lnTo>
                  <a:pt x="188905" y="473580"/>
                </a:lnTo>
                <a:lnTo>
                  <a:pt x="184693" y="462876"/>
                </a:lnTo>
                <a:lnTo>
                  <a:pt x="178941" y="452801"/>
                </a:lnTo>
                <a:lnTo>
                  <a:pt x="175517" y="448614"/>
                </a:lnTo>
                <a:close/>
              </a:path>
              <a:path w="1080134" h="579754">
                <a:moveTo>
                  <a:pt x="70329" y="494182"/>
                </a:moveTo>
                <a:lnTo>
                  <a:pt x="42605" y="494182"/>
                </a:lnTo>
                <a:lnTo>
                  <a:pt x="51965" y="496354"/>
                </a:lnTo>
                <a:lnTo>
                  <a:pt x="55965" y="498970"/>
                </a:lnTo>
                <a:lnTo>
                  <a:pt x="59267" y="503123"/>
                </a:lnTo>
                <a:lnTo>
                  <a:pt x="70329" y="494182"/>
                </a:lnTo>
                <a:close/>
              </a:path>
              <a:path w="1080134" h="579754">
                <a:moveTo>
                  <a:pt x="204340" y="397852"/>
                </a:moveTo>
                <a:lnTo>
                  <a:pt x="176984" y="410959"/>
                </a:lnTo>
                <a:lnTo>
                  <a:pt x="220202" y="501167"/>
                </a:lnTo>
                <a:lnTo>
                  <a:pt x="237080" y="493077"/>
                </a:lnTo>
                <a:lnTo>
                  <a:pt x="203133" y="422033"/>
                </a:lnTo>
                <a:lnTo>
                  <a:pt x="224866" y="422033"/>
                </a:lnTo>
                <a:lnTo>
                  <a:pt x="204340" y="397852"/>
                </a:lnTo>
                <a:close/>
              </a:path>
              <a:path w="1080134" h="579754">
                <a:moveTo>
                  <a:pt x="224866" y="422033"/>
                </a:moveTo>
                <a:lnTo>
                  <a:pt x="203133" y="422033"/>
                </a:lnTo>
                <a:lnTo>
                  <a:pt x="254847" y="484568"/>
                </a:lnTo>
                <a:lnTo>
                  <a:pt x="272399" y="476161"/>
                </a:lnTo>
                <a:lnTo>
                  <a:pt x="267394" y="451637"/>
                </a:lnTo>
                <a:lnTo>
                  <a:pt x="249996" y="451637"/>
                </a:lnTo>
                <a:lnTo>
                  <a:pt x="224866" y="422033"/>
                </a:lnTo>
                <a:close/>
              </a:path>
              <a:path w="1080134" h="579754">
                <a:moveTo>
                  <a:pt x="277003" y="396633"/>
                </a:moveTo>
                <a:lnTo>
                  <a:pt x="256168" y="396633"/>
                </a:lnTo>
                <a:lnTo>
                  <a:pt x="290255" y="467613"/>
                </a:lnTo>
                <a:lnTo>
                  <a:pt x="307133" y="459524"/>
                </a:lnTo>
                <a:lnTo>
                  <a:pt x="277003" y="396633"/>
                </a:lnTo>
                <a:close/>
              </a:path>
              <a:path w="1080134" h="579754">
                <a:moveTo>
                  <a:pt x="263915" y="369315"/>
                </a:moveTo>
                <a:lnTo>
                  <a:pt x="236509" y="382447"/>
                </a:lnTo>
                <a:lnTo>
                  <a:pt x="249996" y="451637"/>
                </a:lnTo>
                <a:lnTo>
                  <a:pt x="267394" y="451637"/>
                </a:lnTo>
                <a:lnTo>
                  <a:pt x="256168" y="396633"/>
                </a:lnTo>
                <a:lnTo>
                  <a:pt x="277003" y="396633"/>
                </a:lnTo>
                <a:lnTo>
                  <a:pt x="263915" y="369315"/>
                </a:lnTo>
                <a:close/>
              </a:path>
              <a:path w="1080134" h="579754">
                <a:moveTo>
                  <a:pt x="309292" y="347586"/>
                </a:moveTo>
                <a:lnTo>
                  <a:pt x="281937" y="360679"/>
                </a:lnTo>
                <a:lnTo>
                  <a:pt x="325155" y="450888"/>
                </a:lnTo>
                <a:lnTo>
                  <a:pt x="342033" y="442810"/>
                </a:lnTo>
                <a:lnTo>
                  <a:pt x="308086" y="371767"/>
                </a:lnTo>
                <a:lnTo>
                  <a:pt x="329819" y="371767"/>
                </a:lnTo>
                <a:lnTo>
                  <a:pt x="309292" y="347586"/>
                </a:lnTo>
                <a:close/>
              </a:path>
              <a:path w="1080134" h="579754">
                <a:moveTo>
                  <a:pt x="329819" y="371767"/>
                </a:moveTo>
                <a:lnTo>
                  <a:pt x="308086" y="371767"/>
                </a:lnTo>
                <a:lnTo>
                  <a:pt x="359800" y="434301"/>
                </a:lnTo>
                <a:lnTo>
                  <a:pt x="377352" y="425894"/>
                </a:lnTo>
                <a:lnTo>
                  <a:pt x="372347" y="401370"/>
                </a:lnTo>
                <a:lnTo>
                  <a:pt x="354949" y="401370"/>
                </a:lnTo>
                <a:lnTo>
                  <a:pt x="329819" y="371767"/>
                </a:lnTo>
                <a:close/>
              </a:path>
              <a:path w="1080134" h="579754">
                <a:moveTo>
                  <a:pt x="381954" y="346354"/>
                </a:moveTo>
                <a:lnTo>
                  <a:pt x="361121" y="346354"/>
                </a:lnTo>
                <a:lnTo>
                  <a:pt x="395208" y="417334"/>
                </a:lnTo>
                <a:lnTo>
                  <a:pt x="412086" y="409257"/>
                </a:lnTo>
                <a:lnTo>
                  <a:pt x="381954" y="346354"/>
                </a:lnTo>
                <a:close/>
              </a:path>
              <a:path w="1080134" h="579754">
                <a:moveTo>
                  <a:pt x="368868" y="319036"/>
                </a:moveTo>
                <a:lnTo>
                  <a:pt x="341461" y="332168"/>
                </a:lnTo>
                <a:lnTo>
                  <a:pt x="354949" y="401370"/>
                </a:lnTo>
                <a:lnTo>
                  <a:pt x="372347" y="401370"/>
                </a:lnTo>
                <a:lnTo>
                  <a:pt x="361121" y="346354"/>
                </a:lnTo>
                <a:lnTo>
                  <a:pt x="381954" y="346354"/>
                </a:lnTo>
                <a:lnTo>
                  <a:pt x="368868" y="319036"/>
                </a:lnTo>
                <a:close/>
              </a:path>
              <a:path w="1080134" h="579754">
                <a:moveTo>
                  <a:pt x="445679" y="284046"/>
                </a:moveTo>
                <a:lnTo>
                  <a:pt x="408492" y="302450"/>
                </a:lnTo>
                <a:lnTo>
                  <a:pt x="405114" y="306235"/>
                </a:lnTo>
                <a:lnTo>
                  <a:pt x="402523" y="310819"/>
                </a:lnTo>
                <a:lnTo>
                  <a:pt x="398929" y="321538"/>
                </a:lnTo>
                <a:lnTo>
                  <a:pt x="398242" y="326095"/>
                </a:lnTo>
                <a:lnTo>
                  <a:pt x="398129" y="327952"/>
                </a:lnTo>
                <a:lnTo>
                  <a:pt x="398244" y="332168"/>
                </a:lnTo>
                <a:lnTo>
                  <a:pt x="417430" y="375599"/>
                </a:lnTo>
                <a:lnTo>
                  <a:pt x="451721" y="388497"/>
                </a:lnTo>
                <a:lnTo>
                  <a:pt x="461348" y="386722"/>
                </a:lnTo>
                <a:lnTo>
                  <a:pt x="471268" y="382917"/>
                </a:lnTo>
                <a:lnTo>
                  <a:pt x="480341" y="377621"/>
                </a:lnTo>
                <a:lnTo>
                  <a:pt x="487672" y="371259"/>
                </a:lnTo>
                <a:lnTo>
                  <a:pt x="487844" y="371030"/>
                </a:lnTo>
                <a:lnTo>
                  <a:pt x="449208" y="371030"/>
                </a:lnTo>
                <a:lnTo>
                  <a:pt x="441944" y="368020"/>
                </a:lnTo>
                <a:lnTo>
                  <a:pt x="418908" y="333695"/>
                </a:lnTo>
                <a:lnTo>
                  <a:pt x="418551" y="327952"/>
                </a:lnTo>
                <a:lnTo>
                  <a:pt x="418561" y="327012"/>
                </a:lnTo>
                <a:lnTo>
                  <a:pt x="448713" y="301116"/>
                </a:lnTo>
                <a:lnTo>
                  <a:pt x="483414" y="301116"/>
                </a:lnTo>
                <a:lnTo>
                  <a:pt x="480182" y="297164"/>
                </a:lnTo>
                <a:lnTo>
                  <a:pt x="472601" y="290942"/>
                </a:lnTo>
                <a:lnTo>
                  <a:pt x="464105" y="286651"/>
                </a:lnTo>
                <a:lnTo>
                  <a:pt x="455018" y="284334"/>
                </a:lnTo>
                <a:lnTo>
                  <a:pt x="445679" y="284046"/>
                </a:lnTo>
                <a:close/>
              </a:path>
              <a:path w="1080134" h="579754">
                <a:moveTo>
                  <a:pt x="483414" y="301116"/>
                </a:moveTo>
                <a:lnTo>
                  <a:pt x="448713" y="301116"/>
                </a:lnTo>
                <a:lnTo>
                  <a:pt x="455698" y="304038"/>
                </a:lnTo>
                <a:lnTo>
                  <a:pt x="460746" y="306924"/>
                </a:lnTo>
                <a:lnTo>
                  <a:pt x="478819" y="344565"/>
                </a:lnTo>
                <a:lnTo>
                  <a:pt x="478768" y="345465"/>
                </a:lnTo>
                <a:lnTo>
                  <a:pt x="449208" y="371030"/>
                </a:lnTo>
                <a:lnTo>
                  <a:pt x="487844" y="371030"/>
                </a:lnTo>
                <a:lnTo>
                  <a:pt x="493262" y="363829"/>
                </a:lnTo>
                <a:lnTo>
                  <a:pt x="497113" y="355333"/>
                </a:lnTo>
                <a:lnTo>
                  <a:pt x="499005" y="346354"/>
                </a:lnTo>
                <a:lnTo>
                  <a:pt x="498962" y="336319"/>
                </a:lnTo>
                <a:lnTo>
                  <a:pt x="496804" y="326095"/>
                </a:lnTo>
                <a:lnTo>
                  <a:pt x="492591" y="315391"/>
                </a:lnTo>
                <a:lnTo>
                  <a:pt x="486846" y="305314"/>
                </a:lnTo>
                <a:lnTo>
                  <a:pt x="483414" y="301116"/>
                </a:lnTo>
                <a:close/>
              </a:path>
              <a:path w="1080134" h="579754">
                <a:moveTo>
                  <a:pt x="502828" y="254876"/>
                </a:moveTo>
                <a:lnTo>
                  <a:pt x="485137" y="263347"/>
                </a:lnTo>
                <a:lnTo>
                  <a:pt x="528355" y="353555"/>
                </a:lnTo>
                <a:lnTo>
                  <a:pt x="545233" y="345465"/>
                </a:lnTo>
                <a:lnTo>
                  <a:pt x="516836" y="286169"/>
                </a:lnTo>
                <a:lnTo>
                  <a:pt x="551285" y="286169"/>
                </a:lnTo>
                <a:lnTo>
                  <a:pt x="502828" y="254876"/>
                </a:lnTo>
                <a:close/>
              </a:path>
              <a:path w="1080134" h="579754">
                <a:moveTo>
                  <a:pt x="551285" y="286169"/>
                </a:moveTo>
                <a:lnTo>
                  <a:pt x="516836" y="286169"/>
                </a:lnTo>
                <a:lnTo>
                  <a:pt x="581796" y="327952"/>
                </a:lnTo>
                <a:lnTo>
                  <a:pt x="600046" y="319214"/>
                </a:lnTo>
                <a:lnTo>
                  <a:pt x="589666" y="297548"/>
                </a:lnTo>
                <a:lnTo>
                  <a:pt x="568906" y="297548"/>
                </a:lnTo>
                <a:lnTo>
                  <a:pt x="551285" y="286169"/>
                </a:lnTo>
                <a:close/>
              </a:path>
              <a:path w="1080134" h="579754">
                <a:moveTo>
                  <a:pt x="556828" y="229006"/>
                </a:moveTo>
                <a:lnTo>
                  <a:pt x="539950" y="237096"/>
                </a:lnTo>
                <a:lnTo>
                  <a:pt x="568906" y="297548"/>
                </a:lnTo>
                <a:lnTo>
                  <a:pt x="589666" y="297548"/>
                </a:lnTo>
                <a:lnTo>
                  <a:pt x="556828" y="229006"/>
                </a:lnTo>
                <a:close/>
              </a:path>
              <a:path w="1080134" h="579754">
                <a:moveTo>
                  <a:pt x="665484" y="177958"/>
                </a:moveTo>
                <a:lnTo>
                  <a:pt x="628344" y="201363"/>
                </a:lnTo>
                <a:lnTo>
                  <a:pt x="622882" y="219130"/>
                </a:lnTo>
                <a:lnTo>
                  <a:pt x="623135" y="228993"/>
                </a:lnTo>
                <a:lnTo>
                  <a:pt x="641837" y="268076"/>
                </a:lnTo>
                <a:lnTo>
                  <a:pt x="675071" y="281365"/>
                </a:lnTo>
                <a:lnTo>
                  <a:pt x="683963" y="279938"/>
                </a:lnTo>
                <a:lnTo>
                  <a:pt x="692921" y="276593"/>
                </a:lnTo>
                <a:lnTo>
                  <a:pt x="699653" y="272809"/>
                </a:lnTo>
                <a:lnTo>
                  <a:pt x="705315" y="268428"/>
                </a:lnTo>
                <a:lnTo>
                  <a:pt x="709089" y="264337"/>
                </a:lnTo>
                <a:lnTo>
                  <a:pt x="672195" y="264337"/>
                </a:lnTo>
                <a:lnTo>
                  <a:pt x="665769" y="261467"/>
                </a:lnTo>
                <a:lnTo>
                  <a:pt x="642851" y="225429"/>
                </a:lnTo>
                <a:lnTo>
                  <a:pt x="642280" y="219220"/>
                </a:lnTo>
                <a:lnTo>
                  <a:pt x="643023" y="213753"/>
                </a:lnTo>
                <a:lnTo>
                  <a:pt x="644903" y="206959"/>
                </a:lnTo>
                <a:lnTo>
                  <a:pt x="649182" y="201968"/>
                </a:lnTo>
                <a:lnTo>
                  <a:pt x="660714" y="196443"/>
                </a:lnTo>
                <a:lnTo>
                  <a:pt x="665489" y="195821"/>
                </a:lnTo>
                <a:lnTo>
                  <a:pt x="693202" y="195821"/>
                </a:lnTo>
                <a:lnTo>
                  <a:pt x="698116" y="191846"/>
                </a:lnTo>
                <a:lnTo>
                  <a:pt x="692591" y="185597"/>
                </a:lnTo>
                <a:lnTo>
                  <a:pt x="686863" y="181521"/>
                </a:lnTo>
                <a:lnTo>
                  <a:pt x="680907" y="179616"/>
                </a:lnTo>
                <a:lnTo>
                  <a:pt x="673289" y="177987"/>
                </a:lnTo>
                <a:lnTo>
                  <a:pt x="665484" y="177958"/>
                </a:lnTo>
                <a:close/>
              </a:path>
              <a:path w="1080134" h="579754">
                <a:moveTo>
                  <a:pt x="716353" y="229273"/>
                </a:moveTo>
                <a:lnTo>
                  <a:pt x="696122" y="232308"/>
                </a:lnTo>
                <a:lnTo>
                  <a:pt x="697711" y="239418"/>
                </a:lnTo>
                <a:lnTo>
                  <a:pt x="697747" y="240068"/>
                </a:lnTo>
                <a:lnTo>
                  <a:pt x="672195" y="264337"/>
                </a:lnTo>
                <a:lnTo>
                  <a:pt x="709089" y="264337"/>
                </a:lnTo>
                <a:lnTo>
                  <a:pt x="717321" y="237376"/>
                </a:lnTo>
                <a:lnTo>
                  <a:pt x="716353" y="229273"/>
                </a:lnTo>
                <a:close/>
              </a:path>
              <a:path w="1080134" h="579754">
                <a:moveTo>
                  <a:pt x="693202" y="195821"/>
                </a:moveTo>
                <a:lnTo>
                  <a:pt x="665489" y="195821"/>
                </a:lnTo>
                <a:lnTo>
                  <a:pt x="674849" y="197980"/>
                </a:lnTo>
                <a:lnTo>
                  <a:pt x="678850" y="200596"/>
                </a:lnTo>
                <a:lnTo>
                  <a:pt x="682152" y="204762"/>
                </a:lnTo>
                <a:lnTo>
                  <a:pt x="693202" y="195821"/>
                </a:lnTo>
                <a:close/>
              </a:path>
              <a:path w="1080134" h="579754">
                <a:moveTo>
                  <a:pt x="747252" y="137794"/>
                </a:moveTo>
                <a:lnTo>
                  <a:pt x="727961" y="147040"/>
                </a:lnTo>
                <a:lnTo>
                  <a:pt x="736139" y="254025"/>
                </a:lnTo>
                <a:lnTo>
                  <a:pt x="755456" y="244779"/>
                </a:lnTo>
                <a:lnTo>
                  <a:pt x="753107" y="220649"/>
                </a:lnTo>
                <a:lnTo>
                  <a:pt x="789302" y="203314"/>
                </a:lnTo>
                <a:lnTo>
                  <a:pt x="818570" y="203314"/>
                </a:lnTo>
                <a:lnTo>
                  <a:pt x="817948" y="202742"/>
                </a:lnTo>
                <a:lnTo>
                  <a:pt x="751367" y="202742"/>
                </a:lnTo>
                <a:lnTo>
                  <a:pt x="747544" y="163525"/>
                </a:lnTo>
                <a:lnTo>
                  <a:pt x="775259" y="163525"/>
                </a:lnTo>
                <a:lnTo>
                  <a:pt x="747252" y="137794"/>
                </a:lnTo>
                <a:close/>
              </a:path>
              <a:path w="1080134" h="579754">
                <a:moveTo>
                  <a:pt x="818570" y="203314"/>
                </a:moveTo>
                <a:lnTo>
                  <a:pt x="789302" y="203314"/>
                </a:lnTo>
                <a:lnTo>
                  <a:pt x="806929" y="220116"/>
                </a:lnTo>
                <a:lnTo>
                  <a:pt x="826601" y="210692"/>
                </a:lnTo>
                <a:lnTo>
                  <a:pt x="818570" y="203314"/>
                </a:lnTo>
                <a:close/>
              </a:path>
              <a:path w="1080134" h="579754">
                <a:moveTo>
                  <a:pt x="775259" y="163525"/>
                </a:moveTo>
                <a:lnTo>
                  <a:pt x="747544" y="163525"/>
                </a:lnTo>
                <a:lnTo>
                  <a:pt x="776068" y="190906"/>
                </a:lnTo>
                <a:lnTo>
                  <a:pt x="751367" y="202742"/>
                </a:lnTo>
                <a:lnTo>
                  <a:pt x="817948" y="202742"/>
                </a:lnTo>
                <a:lnTo>
                  <a:pt x="775259" y="163525"/>
                </a:lnTo>
                <a:close/>
              </a:path>
              <a:path w="1080134" h="579754">
                <a:moveTo>
                  <a:pt x="811374" y="107073"/>
                </a:moveTo>
                <a:lnTo>
                  <a:pt x="816187" y="163995"/>
                </a:lnTo>
                <a:lnTo>
                  <a:pt x="842921" y="195592"/>
                </a:lnTo>
                <a:lnTo>
                  <a:pt x="847671" y="196494"/>
                </a:lnTo>
                <a:lnTo>
                  <a:pt x="858453" y="196227"/>
                </a:lnTo>
                <a:lnTo>
                  <a:pt x="865438" y="194106"/>
                </a:lnTo>
                <a:lnTo>
                  <a:pt x="881135" y="186588"/>
                </a:lnTo>
                <a:lnTo>
                  <a:pt x="886457" y="182905"/>
                </a:lnTo>
                <a:lnTo>
                  <a:pt x="891029" y="177825"/>
                </a:lnTo>
                <a:lnTo>
                  <a:pt x="856446" y="177825"/>
                </a:lnTo>
                <a:lnTo>
                  <a:pt x="848484" y="176136"/>
                </a:lnTo>
                <a:lnTo>
                  <a:pt x="845232" y="174053"/>
                </a:lnTo>
                <a:lnTo>
                  <a:pt x="842692" y="170726"/>
                </a:lnTo>
                <a:lnTo>
                  <a:pt x="841143" y="168643"/>
                </a:lnTo>
                <a:lnTo>
                  <a:pt x="838417" y="163525"/>
                </a:lnTo>
                <a:lnTo>
                  <a:pt x="811374" y="107073"/>
                </a:lnTo>
                <a:close/>
              </a:path>
              <a:path w="1080134" h="579754">
                <a:moveTo>
                  <a:pt x="864803" y="81483"/>
                </a:moveTo>
                <a:lnTo>
                  <a:pt x="846528" y="90246"/>
                </a:lnTo>
                <a:lnTo>
                  <a:pt x="873871" y="147319"/>
                </a:lnTo>
                <a:lnTo>
                  <a:pt x="876070" y="152603"/>
                </a:lnTo>
                <a:lnTo>
                  <a:pt x="877948" y="159219"/>
                </a:lnTo>
                <a:lnTo>
                  <a:pt x="877630" y="162559"/>
                </a:lnTo>
                <a:lnTo>
                  <a:pt x="874455" y="169278"/>
                </a:lnTo>
                <a:lnTo>
                  <a:pt x="871102" y="172186"/>
                </a:lnTo>
                <a:lnTo>
                  <a:pt x="860942" y="177050"/>
                </a:lnTo>
                <a:lnTo>
                  <a:pt x="856446" y="177825"/>
                </a:lnTo>
                <a:lnTo>
                  <a:pt x="891029" y="177825"/>
                </a:lnTo>
                <a:lnTo>
                  <a:pt x="893543" y="175031"/>
                </a:lnTo>
                <a:lnTo>
                  <a:pt x="895893" y="170878"/>
                </a:lnTo>
                <a:lnTo>
                  <a:pt x="898118" y="162559"/>
                </a:lnTo>
                <a:lnTo>
                  <a:pt x="898217" y="157543"/>
                </a:lnTo>
                <a:lnTo>
                  <a:pt x="897033" y="152552"/>
                </a:lnTo>
                <a:lnTo>
                  <a:pt x="895803" y="148343"/>
                </a:lnTo>
                <a:lnTo>
                  <a:pt x="893800" y="142975"/>
                </a:lnTo>
                <a:lnTo>
                  <a:pt x="891023" y="136461"/>
                </a:lnTo>
                <a:lnTo>
                  <a:pt x="887523" y="128917"/>
                </a:lnTo>
                <a:lnTo>
                  <a:pt x="864803" y="81483"/>
                </a:lnTo>
                <a:close/>
              </a:path>
              <a:path w="1080134" h="579754">
                <a:moveTo>
                  <a:pt x="925433" y="125247"/>
                </a:moveTo>
                <a:lnTo>
                  <a:pt x="908516" y="135521"/>
                </a:lnTo>
                <a:lnTo>
                  <a:pt x="913269" y="141967"/>
                </a:lnTo>
                <a:lnTo>
                  <a:pt x="918514" y="147072"/>
                </a:lnTo>
                <a:lnTo>
                  <a:pt x="924251" y="150834"/>
                </a:lnTo>
                <a:lnTo>
                  <a:pt x="930475" y="153250"/>
                </a:lnTo>
                <a:lnTo>
                  <a:pt x="937204" y="154270"/>
                </a:lnTo>
                <a:lnTo>
                  <a:pt x="944456" y="153827"/>
                </a:lnTo>
                <a:lnTo>
                  <a:pt x="978032" y="136461"/>
                </a:lnTo>
                <a:lnTo>
                  <a:pt x="942756" y="136461"/>
                </a:lnTo>
                <a:lnTo>
                  <a:pt x="933586" y="133997"/>
                </a:lnTo>
                <a:lnTo>
                  <a:pt x="929344" y="130670"/>
                </a:lnTo>
                <a:lnTo>
                  <a:pt x="925433" y="125247"/>
                </a:lnTo>
                <a:close/>
              </a:path>
              <a:path w="1080134" h="579754">
                <a:moveTo>
                  <a:pt x="984782" y="106514"/>
                </a:moveTo>
                <a:lnTo>
                  <a:pt x="955811" y="106514"/>
                </a:lnTo>
                <a:lnTo>
                  <a:pt x="958605" y="106781"/>
                </a:lnTo>
                <a:lnTo>
                  <a:pt x="962542" y="108572"/>
                </a:lnTo>
                <a:lnTo>
                  <a:pt x="964028" y="110096"/>
                </a:lnTo>
                <a:lnTo>
                  <a:pt x="966644" y="115544"/>
                </a:lnTo>
                <a:lnTo>
                  <a:pt x="966543" y="119151"/>
                </a:lnTo>
                <a:lnTo>
                  <a:pt x="962987" y="126949"/>
                </a:lnTo>
                <a:lnTo>
                  <a:pt x="959177" y="130301"/>
                </a:lnTo>
                <a:lnTo>
                  <a:pt x="947810" y="135750"/>
                </a:lnTo>
                <a:lnTo>
                  <a:pt x="942756" y="136461"/>
                </a:lnTo>
                <a:lnTo>
                  <a:pt x="978032" y="136461"/>
                </a:lnTo>
                <a:lnTo>
                  <a:pt x="982761" y="131152"/>
                </a:lnTo>
                <a:lnTo>
                  <a:pt x="985212" y="125856"/>
                </a:lnTo>
                <a:lnTo>
                  <a:pt x="986634" y="114084"/>
                </a:lnTo>
                <a:lnTo>
                  <a:pt x="985762" y="108572"/>
                </a:lnTo>
                <a:lnTo>
                  <a:pt x="984782" y="106514"/>
                </a:lnTo>
                <a:close/>
              </a:path>
              <a:path w="1080134" h="579754">
                <a:moveTo>
                  <a:pt x="1034907" y="0"/>
                </a:moveTo>
                <a:lnTo>
                  <a:pt x="968130" y="31991"/>
                </a:lnTo>
                <a:lnTo>
                  <a:pt x="1011336" y="122199"/>
                </a:lnTo>
                <a:lnTo>
                  <a:pt x="1061423" y="98209"/>
                </a:lnTo>
                <a:lnTo>
                  <a:pt x="1022308" y="98209"/>
                </a:lnTo>
                <a:lnTo>
                  <a:pt x="1010599" y="73761"/>
                </a:lnTo>
                <a:lnTo>
                  <a:pt x="1042423" y="58521"/>
                </a:lnTo>
                <a:lnTo>
                  <a:pt x="1003297" y="58521"/>
                </a:lnTo>
                <a:lnTo>
                  <a:pt x="993695" y="38480"/>
                </a:lnTo>
                <a:lnTo>
                  <a:pt x="1042209" y="15252"/>
                </a:lnTo>
                <a:lnTo>
                  <a:pt x="1034907" y="0"/>
                </a:lnTo>
                <a:close/>
              </a:path>
              <a:path w="1080134" h="579754">
                <a:moveTo>
                  <a:pt x="937446" y="49877"/>
                </a:moveTo>
                <a:lnTo>
                  <a:pt x="894673" y="71615"/>
                </a:lnTo>
                <a:lnTo>
                  <a:pt x="891057" y="87071"/>
                </a:lnTo>
                <a:lnTo>
                  <a:pt x="891803" y="91909"/>
                </a:lnTo>
                <a:lnTo>
                  <a:pt x="897442" y="103682"/>
                </a:lnTo>
                <a:lnTo>
                  <a:pt x="903106" y="108419"/>
                </a:lnTo>
                <a:lnTo>
                  <a:pt x="916632" y="112420"/>
                </a:lnTo>
                <a:lnTo>
                  <a:pt x="924874" y="112140"/>
                </a:lnTo>
                <a:lnTo>
                  <a:pt x="944229" y="108178"/>
                </a:lnTo>
                <a:lnTo>
                  <a:pt x="949703" y="107175"/>
                </a:lnTo>
                <a:lnTo>
                  <a:pt x="955811" y="106514"/>
                </a:lnTo>
                <a:lnTo>
                  <a:pt x="984782" y="106514"/>
                </a:lnTo>
                <a:lnTo>
                  <a:pt x="980538" y="97675"/>
                </a:lnTo>
                <a:lnTo>
                  <a:pt x="977046" y="93459"/>
                </a:lnTo>
                <a:lnTo>
                  <a:pt x="974773" y="91998"/>
                </a:lnTo>
                <a:lnTo>
                  <a:pt x="919362" y="91998"/>
                </a:lnTo>
                <a:lnTo>
                  <a:pt x="913622" y="90500"/>
                </a:lnTo>
                <a:lnTo>
                  <a:pt x="911844" y="89103"/>
                </a:lnTo>
                <a:lnTo>
                  <a:pt x="909685" y="84607"/>
                </a:lnTo>
                <a:lnTo>
                  <a:pt x="909748" y="82283"/>
                </a:lnTo>
                <a:lnTo>
                  <a:pt x="912911" y="76352"/>
                </a:lnTo>
                <a:lnTo>
                  <a:pt x="916505" y="73291"/>
                </a:lnTo>
                <a:lnTo>
                  <a:pt x="926843" y="68338"/>
                </a:lnTo>
                <a:lnTo>
                  <a:pt x="931148" y="67538"/>
                </a:lnTo>
                <a:lnTo>
                  <a:pt x="960690" y="67538"/>
                </a:lnTo>
                <a:lnTo>
                  <a:pt x="962415" y="66636"/>
                </a:lnTo>
                <a:lnTo>
                  <a:pt x="958123" y="58407"/>
                </a:lnTo>
                <a:lnTo>
                  <a:pt x="951925" y="53149"/>
                </a:lnTo>
                <a:lnTo>
                  <a:pt x="943822" y="50863"/>
                </a:lnTo>
                <a:lnTo>
                  <a:pt x="937446" y="49877"/>
                </a:lnTo>
                <a:close/>
              </a:path>
              <a:path w="1080134" h="579754">
                <a:moveTo>
                  <a:pt x="1072575" y="74129"/>
                </a:moveTo>
                <a:lnTo>
                  <a:pt x="1022308" y="98209"/>
                </a:lnTo>
                <a:lnTo>
                  <a:pt x="1061423" y="98209"/>
                </a:lnTo>
                <a:lnTo>
                  <a:pt x="1079878" y="89369"/>
                </a:lnTo>
                <a:lnTo>
                  <a:pt x="1072575" y="74129"/>
                </a:lnTo>
                <a:close/>
              </a:path>
              <a:path w="1080134" h="579754">
                <a:moveTo>
                  <a:pt x="953157" y="86118"/>
                </a:moveTo>
                <a:lnTo>
                  <a:pt x="945588" y="87071"/>
                </a:lnTo>
                <a:lnTo>
                  <a:pt x="925903" y="91351"/>
                </a:lnTo>
                <a:lnTo>
                  <a:pt x="919362" y="91998"/>
                </a:lnTo>
                <a:lnTo>
                  <a:pt x="974773" y="91998"/>
                </a:lnTo>
                <a:lnTo>
                  <a:pt x="968549" y="87998"/>
                </a:lnTo>
                <a:lnTo>
                  <a:pt x="963774" y="86525"/>
                </a:lnTo>
                <a:lnTo>
                  <a:pt x="953157" y="86118"/>
                </a:lnTo>
                <a:close/>
              </a:path>
              <a:path w="1080134" h="579754">
                <a:moveTo>
                  <a:pt x="960690" y="67538"/>
                </a:moveTo>
                <a:lnTo>
                  <a:pt x="931148" y="67538"/>
                </a:lnTo>
                <a:lnTo>
                  <a:pt x="938184" y="69176"/>
                </a:lnTo>
                <a:lnTo>
                  <a:pt x="941448" y="71729"/>
                </a:lnTo>
                <a:lnTo>
                  <a:pt x="944457" y="76022"/>
                </a:lnTo>
                <a:lnTo>
                  <a:pt x="960690" y="67538"/>
                </a:lnTo>
                <a:close/>
              </a:path>
              <a:path w="1080134" h="579754">
                <a:moveTo>
                  <a:pt x="1048407" y="36906"/>
                </a:moveTo>
                <a:lnTo>
                  <a:pt x="1003297" y="58521"/>
                </a:lnTo>
                <a:lnTo>
                  <a:pt x="1042423" y="58521"/>
                </a:lnTo>
                <a:lnTo>
                  <a:pt x="1055709" y="52158"/>
                </a:lnTo>
                <a:lnTo>
                  <a:pt x="1048407" y="36906"/>
                </a:lnTo>
                <a:close/>
              </a:path>
            </a:pathLst>
          </a:custGeom>
          <a:solidFill>
            <a:srgbClr val="000000"/>
          </a:solidFill>
        </p:spPr>
        <p:txBody>
          <a:bodyPr wrap="square" lIns="0" tIns="0" rIns="0" bIns="0" rtlCol="0"/>
          <a:lstStyle/>
          <a:p>
            <a:endParaRPr/>
          </a:p>
        </p:txBody>
      </p:sp>
      <p:sp>
        <p:nvSpPr>
          <p:cNvPr id="18" name="object 18"/>
          <p:cNvSpPr/>
          <p:nvPr/>
        </p:nvSpPr>
        <p:spPr>
          <a:xfrm>
            <a:off x="4854384" y="4564371"/>
            <a:ext cx="0" cy="238125"/>
          </a:xfrm>
          <a:custGeom>
            <a:avLst/>
            <a:gdLst/>
            <a:ahLst/>
            <a:cxnLst/>
            <a:rect l="l" t="t" r="r" b="b"/>
            <a:pathLst>
              <a:path h="238125">
                <a:moveTo>
                  <a:pt x="0" y="0"/>
                </a:moveTo>
                <a:lnTo>
                  <a:pt x="0" y="237860"/>
                </a:lnTo>
              </a:path>
            </a:pathLst>
          </a:custGeom>
          <a:ln w="12699">
            <a:solidFill>
              <a:srgbClr val="000000"/>
            </a:solidFill>
          </a:ln>
        </p:spPr>
        <p:txBody>
          <a:bodyPr wrap="square" lIns="0" tIns="0" rIns="0" bIns="0" rtlCol="0"/>
          <a:lstStyle/>
          <a:p>
            <a:endParaRPr/>
          </a:p>
        </p:txBody>
      </p:sp>
      <p:sp>
        <p:nvSpPr>
          <p:cNvPr id="19" name="object 19"/>
          <p:cNvSpPr/>
          <p:nvPr/>
        </p:nvSpPr>
        <p:spPr>
          <a:xfrm>
            <a:off x="4816284" y="4522038"/>
            <a:ext cx="76200" cy="127000"/>
          </a:xfrm>
          <a:custGeom>
            <a:avLst/>
            <a:gdLst/>
            <a:ahLst/>
            <a:cxnLst/>
            <a:rect l="l" t="t" r="r" b="b"/>
            <a:pathLst>
              <a:path w="76200" h="127000">
                <a:moveTo>
                  <a:pt x="38100" y="0"/>
                </a:moveTo>
                <a:lnTo>
                  <a:pt x="0" y="126999"/>
                </a:lnTo>
                <a:lnTo>
                  <a:pt x="38100" y="76199"/>
                </a:lnTo>
                <a:lnTo>
                  <a:pt x="60960" y="76199"/>
                </a:lnTo>
                <a:lnTo>
                  <a:pt x="38100" y="0"/>
                </a:lnTo>
                <a:close/>
              </a:path>
              <a:path w="76200" h="127000">
                <a:moveTo>
                  <a:pt x="60960" y="76199"/>
                </a:moveTo>
                <a:lnTo>
                  <a:pt x="38100" y="76199"/>
                </a:lnTo>
                <a:lnTo>
                  <a:pt x="76200" y="126999"/>
                </a:lnTo>
                <a:lnTo>
                  <a:pt x="60960" y="76199"/>
                </a:lnTo>
                <a:close/>
              </a:path>
            </a:pathLst>
          </a:custGeom>
          <a:solidFill>
            <a:srgbClr val="000000"/>
          </a:solidFill>
        </p:spPr>
        <p:txBody>
          <a:bodyPr wrap="square" lIns="0" tIns="0" rIns="0" bIns="0" rtlCol="0"/>
          <a:lstStyle/>
          <a:p>
            <a:endParaRPr/>
          </a:p>
        </p:txBody>
      </p:sp>
      <p:sp>
        <p:nvSpPr>
          <p:cNvPr id="20" name="object 20"/>
          <p:cNvSpPr/>
          <p:nvPr/>
        </p:nvSpPr>
        <p:spPr>
          <a:xfrm>
            <a:off x="4854384" y="5087188"/>
            <a:ext cx="0" cy="240665"/>
          </a:xfrm>
          <a:custGeom>
            <a:avLst/>
            <a:gdLst/>
            <a:ahLst/>
            <a:cxnLst/>
            <a:rect l="l" t="t" r="r" b="b"/>
            <a:pathLst>
              <a:path h="240664">
                <a:moveTo>
                  <a:pt x="0" y="0"/>
                </a:moveTo>
                <a:lnTo>
                  <a:pt x="0" y="240241"/>
                </a:lnTo>
              </a:path>
            </a:pathLst>
          </a:custGeom>
          <a:ln w="12699">
            <a:solidFill>
              <a:srgbClr val="000000"/>
            </a:solidFill>
          </a:ln>
        </p:spPr>
        <p:txBody>
          <a:bodyPr wrap="square" lIns="0" tIns="0" rIns="0" bIns="0" rtlCol="0"/>
          <a:lstStyle/>
          <a:p>
            <a:endParaRPr/>
          </a:p>
        </p:txBody>
      </p:sp>
      <p:sp>
        <p:nvSpPr>
          <p:cNvPr id="21" name="object 21"/>
          <p:cNvSpPr/>
          <p:nvPr/>
        </p:nvSpPr>
        <p:spPr>
          <a:xfrm>
            <a:off x="4816284" y="5242763"/>
            <a:ext cx="76200" cy="127000"/>
          </a:xfrm>
          <a:custGeom>
            <a:avLst/>
            <a:gdLst/>
            <a:ahLst/>
            <a:cxnLst/>
            <a:rect l="l" t="t" r="r" b="b"/>
            <a:pathLst>
              <a:path w="76200" h="127000">
                <a:moveTo>
                  <a:pt x="0" y="0"/>
                </a:moveTo>
                <a:lnTo>
                  <a:pt x="38100" y="126999"/>
                </a:lnTo>
                <a:lnTo>
                  <a:pt x="60960" y="50799"/>
                </a:lnTo>
                <a:lnTo>
                  <a:pt x="38100" y="50799"/>
                </a:lnTo>
                <a:lnTo>
                  <a:pt x="0" y="0"/>
                </a:lnTo>
                <a:close/>
              </a:path>
              <a:path w="76200" h="127000">
                <a:moveTo>
                  <a:pt x="76200" y="0"/>
                </a:moveTo>
                <a:lnTo>
                  <a:pt x="38100" y="50799"/>
                </a:lnTo>
                <a:lnTo>
                  <a:pt x="60960" y="50799"/>
                </a:lnTo>
                <a:lnTo>
                  <a:pt x="76200" y="0"/>
                </a:lnTo>
                <a:close/>
              </a:path>
            </a:pathLst>
          </a:custGeom>
          <a:solidFill>
            <a:srgbClr val="000000"/>
          </a:solidFill>
        </p:spPr>
        <p:txBody>
          <a:bodyPr wrap="square" lIns="0" tIns="0" rIns="0" bIns="0" rtlCol="0"/>
          <a:lstStyle/>
          <a:p>
            <a:endParaRPr/>
          </a:p>
        </p:txBody>
      </p:sp>
      <p:sp>
        <p:nvSpPr>
          <p:cNvPr id="22" name="object 22"/>
          <p:cNvSpPr txBox="1"/>
          <p:nvPr/>
        </p:nvSpPr>
        <p:spPr>
          <a:xfrm>
            <a:off x="3833812" y="2314359"/>
            <a:ext cx="1156335" cy="179070"/>
          </a:xfrm>
          <a:prstGeom prst="rect">
            <a:avLst/>
          </a:prstGeom>
        </p:spPr>
        <p:txBody>
          <a:bodyPr vert="horz" wrap="square" lIns="0" tIns="0" rIns="0" bIns="0" rtlCol="0">
            <a:spAutoFit/>
          </a:bodyPr>
          <a:lstStyle/>
          <a:p>
            <a:pPr marL="12700">
              <a:lnSpc>
                <a:spcPct val="100000"/>
              </a:lnSpc>
            </a:pPr>
            <a:r>
              <a:rPr sz="1100" b="1" dirty="0">
                <a:latin typeface="Arial"/>
                <a:cs typeface="Arial"/>
              </a:rPr>
              <a:t>SPECIAL</a:t>
            </a:r>
            <a:r>
              <a:rPr sz="1100" b="1" spc="-120" dirty="0">
                <a:latin typeface="Arial"/>
                <a:cs typeface="Arial"/>
              </a:rPr>
              <a:t> </a:t>
            </a:r>
            <a:r>
              <a:rPr sz="1100" b="1" dirty="0">
                <a:latin typeface="Arial"/>
                <a:cs typeface="Arial"/>
              </a:rPr>
              <a:t>CAUSE</a:t>
            </a:r>
            <a:endParaRPr sz="1100">
              <a:latin typeface="Arial"/>
              <a:cs typeface="Arial"/>
            </a:endParaRPr>
          </a:p>
        </p:txBody>
      </p:sp>
      <p:sp>
        <p:nvSpPr>
          <p:cNvPr id="23" name="object 23"/>
          <p:cNvSpPr/>
          <p:nvPr/>
        </p:nvSpPr>
        <p:spPr>
          <a:xfrm>
            <a:off x="4854384" y="2035496"/>
            <a:ext cx="0" cy="238125"/>
          </a:xfrm>
          <a:custGeom>
            <a:avLst/>
            <a:gdLst/>
            <a:ahLst/>
            <a:cxnLst/>
            <a:rect l="l" t="t" r="r" b="b"/>
            <a:pathLst>
              <a:path h="238125">
                <a:moveTo>
                  <a:pt x="0" y="0"/>
                </a:moveTo>
                <a:lnTo>
                  <a:pt x="0" y="237860"/>
                </a:lnTo>
              </a:path>
            </a:pathLst>
          </a:custGeom>
          <a:ln w="12699">
            <a:solidFill>
              <a:srgbClr val="000000"/>
            </a:solidFill>
          </a:ln>
        </p:spPr>
        <p:txBody>
          <a:bodyPr wrap="square" lIns="0" tIns="0" rIns="0" bIns="0" rtlCol="0"/>
          <a:lstStyle/>
          <a:p>
            <a:endParaRPr/>
          </a:p>
        </p:txBody>
      </p:sp>
      <p:sp>
        <p:nvSpPr>
          <p:cNvPr id="24" name="object 24"/>
          <p:cNvSpPr/>
          <p:nvPr/>
        </p:nvSpPr>
        <p:spPr>
          <a:xfrm>
            <a:off x="4816284" y="1993163"/>
            <a:ext cx="76200" cy="127000"/>
          </a:xfrm>
          <a:custGeom>
            <a:avLst/>
            <a:gdLst/>
            <a:ahLst/>
            <a:cxnLst/>
            <a:rect l="l" t="t" r="r" b="b"/>
            <a:pathLst>
              <a:path w="76200" h="127000">
                <a:moveTo>
                  <a:pt x="38100" y="0"/>
                </a:moveTo>
                <a:lnTo>
                  <a:pt x="0" y="127000"/>
                </a:lnTo>
                <a:lnTo>
                  <a:pt x="38100" y="76200"/>
                </a:lnTo>
                <a:lnTo>
                  <a:pt x="60960" y="76200"/>
                </a:lnTo>
                <a:lnTo>
                  <a:pt x="38100" y="0"/>
                </a:lnTo>
                <a:close/>
              </a:path>
              <a:path w="76200" h="127000">
                <a:moveTo>
                  <a:pt x="60960" y="76200"/>
                </a:moveTo>
                <a:lnTo>
                  <a:pt x="38100" y="76200"/>
                </a:lnTo>
                <a:lnTo>
                  <a:pt x="76200" y="127000"/>
                </a:lnTo>
                <a:lnTo>
                  <a:pt x="60960" y="76200"/>
                </a:lnTo>
                <a:close/>
              </a:path>
            </a:pathLst>
          </a:custGeom>
          <a:solidFill>
            <a:srgbClr val="000000"/>
          </a:solidFill>
        </p:spPr>
        <p:txBody>
          <a:bodyPr wrap="square" lIns="0" tIns="0" rIns="0" bIns="0" rtlCol="0"/>
          <a:lstStyle/>
          <a:p>
            <a:endParaRPr/>
          </a:p>
        </p:txBody>
      </p:sp>
      <p:sp>
        <p:nvSpPr>
          <p:cNvPr id="25" name="object 25"/>
          <p:cNvSpPr/>
          <p:nvPr/>
        </p:nvSpPr>
        <p:spPr>
          <a:xfrm>
            <a:off x="4854384" y="2560421"/>
            <a:ext cx="0" cy="238125"/>
          </a:xfrm>
          <a:custGeom>
            <a:avLst/>
            <a:gdLst/>
            <a:ahLst/>
            <a:cxnLst/>
            <a:rect l="l" t="t" r="r" b="b"/>
            <a:pathLst>
              <a:path h="238125">
                <a:moveTo>
                  <a:pt x="0" y="0"/>
                </a:moveTo>
                <a:lnTo>
                  <a:pt x="0" y="237860"/>
                </a:lnTo>
              </a:path>
            </a:pathLst>
          </a:custGeom>
          <a:ln w="12699">
            <a:solidFill>
              <a:srgbClr val="000000"/>
            </a:solidFill>
          </a:ln>
        </p:spPr>
        <p:txBody>
          <a:bodyPr wrap="square" lIns="0" tIns="0" rIns="0" bIns="0" rtlCol="0"/>
          <a:lstStyle/>
          <a:p>
            <a:endParaRPr/>
          </a:p>
        </p:txBody>
      </p:sp>
      <p:sp>
        <p:nvSpPr>
          <p:cNvPr id="26" name="object 26"/>
          <p:cNvSpPr/>
          <p:nvPr/>
        </p:nvSpPr>
        <p:spPr>
          <a:xfrm>
            <a:off x="4816284" y="2713608"/>
            <a:ext cx="76200" cy="127000"/>
          </a:xfrm>
          <a:custGeom>
            <a:avLst/>
            <a:gdLst/>
            <a:ahLst/>
            <a:cxnLst/>
            <a:rect l="l" t="t" r="r" b="b"/>
            <a:pathLst>
              <a:path w="76200" h="127000">
                <a:moveTo>
                  <a:pt x="0" y="0"/>
                </a:moveTo>
                <a:lnTo>
                  <a:pt x="38100" y="127000"/>
                </a:lnTo>
                <a:lnTo>
                  <a:pt x="60960" y="50800"/>
                </a:lnTo>
                <a:lnTo>
                  <a:pt x="38100" y="50800"/>
                </a:lnTo>
                <a:lnTo>
                  <a:pt x="0" y="0"/>
                </a:lnTo>
                <a:close/>
              </a:path>
              <a:path w="76200" h="127000">
                <a:moveTo>
                  <a:pt x="76200" y="0"/>
                </a:moveTo>
                <a:lnTo>
                  <a:pt x="38100" y="50800"/>
                </a:lnTo>
                <a:lnTo>
                  <a:pt x="60960" y="50800"/>
                </a:lnTo>
                <a:lnTo>
                  <a:pt x="76200" y="0"/>
                </a:lnTo>
                <a:close/>
              </a:path>
            </a:pathLst>
          </a:custGeom>
          <a:solidFill>
            <a:srgbClr val="000000"/>
          </a:solidFill>
        </p:spPr>
        <p:txBody>
          <a:bodyPr wrap="square" lIns="0" tIns="0" rIns="0" bIns="0" rtlCol="0"/>
          <a:lstStyle/>
          <a:p>
            <a:endParaRPr/>
          </a:p>
        </p:txBody>
      </p:sp>
      <p:sp>
        <p:nvSpPr>
          <p:cNvPr id="27" name="object 27"/>
          <p:cNvSpPr/>
          <p:nvPr/>
        </p:nvSpPr>
        <p:spPr>
          <a:xfrm>
            <a:off x="2773362" y="5653930"/>
            <a:ext cx="2202815" cy="0"/>
          </a:xfrm>
          <a:custGeom>
            <a:avLst/>
            <a:gdLst/>
            <a:ahLst/>
            <a:cxnLst/>
            <a:rect l="l" t="t" r="r" b="b"/>
            <a:pathLst>
              <a:path w="2202815">
                <a:moveTo>
                  <a:pt x="0" y="0"/>
                </a:moveTo>
                <a:lnTo>
                  <a:pt x="2202388" y="0"/>
                </a:lnTo>
              </a:path>
            </a:pathLst>
          </a:custGeom>
          <a:ln w="12699">
            <a:solidFill>
              <a:srgbClr val="000000"/>
            </a:solidFill>
          </a:ln>
        </p:spPr>
        <p:txBody>
          <a:bodyPr wrap="square" lIns="0" tIns="0" rIns="0" bIns="0" rtlCol="0"/>
          <a:lstStyle/>
          <a:p>
            <a:endParaRPr/>
          </a:p>
        </p:txBody>
      </p:sp>
      <p:sp>
        <p:nvSpPr>
          <p:cNvPr id="28" name="object 28"/>
          <p:cNvSpPr/>
          <p:nvPr/>
        </p:nvSpPr>
        <p:spPr>
          <a:xfrm>
            <a:off x="4891087" y="5615830"/>
            <a:ext cx="127000" cy="76200"/>
          </a:xfrm>
          <a:custGeom>
            <a:avLst/>
            <a:gdLst/>
            <a:ahLst/>
            <a:cxnLst/>
            <a:rect l="l" t="t" r="r" b="b"/>
            <a:pathLst>
              <a:path w="127000" h="76200">
                <a:moveTo>
                  <a:pt x="0" y="0"/>
                </a:moveTo>
                <a:lnTo>
                  <a:pt x="50800" y="38100"/>
                </a:lnTo>
                <a:lnTo>
                  <a:pt x="0" y="76200"/>
                </a:lnTo>
                <a:lnTo>
                  <a:pt x="127000" y="38100"/>
                </a:lnTo>
                <a:lnTo>
                  <a:pt x="0" y="0"/>
                </a:lnTo>
                <a:close/>
              </a:path>
            </a:pathLst>
          </a:custGeom>
          <a:solidFill>
            <a:srgbClr val="000000"/>
          </a:solidFill>
        </p:spPr>
        <p:txBody>
          <a:bodyPr wrap="square" lIns="0" tIns="0" rIns="0" bIns="0" rtlCol="0"/>
          <a:lstStyle/>
          <a:p>
            <a:endParaRPr/>
          </a:p>
        </p:txBody>
      </p:sp>
      <p:sp>
        <p:nvSpPr>
          <p:cNvPr id="29" name="object 29"/>
          <p:cNvSpPr txBox="1"/>
          <p:nvPr/>
        </p:nvSpPr>
        <p:spPr>
          <a:xfrm>
            <a:off x="5178425" y="5541213"/>
            <a:ext cx="359410" cy="179070"/>
          </a:xfrm>
          <a:prstGeom prst="rect">
            <a:avLst/>
          </a:prstGeom>
        </p:spPr>
        <p:txBody>
          <a:bodyPr vert="horz" wrap="square" lIns="0" tIns="0" rIns="0" bIns="0" rtlCol="0">
            <a:spAutoFit/>
          </a:bodyPr>
          <a:lstStyle/>
          <a:p>
            <a:pPr marL="12700">
              <a:lnSpc>
                <a:spcPct val="100000"/>
              </a:lnSpc>
            </a:pPr>
            <a:r>
              <a:rPr sz="1100" b="1" dirty="0">
                <a:latin typeface="Arial"/>
                <a:cs typeface="Arial"/>
              </a:rPr>
              <a:t>TIME</a:t>
            </a:r>
            <a:endParaRPr sz="1100">
              <a:latin typeface="Arial"/>
              <a:cs typeface="Arial"/>
            </a:endParaRPr>
          </a:p>
        </p:txBody>
      </p:sp>
      <p:sp>
        <p:nvSpPr>
          <p:cNvPr id="30" name="object 30"/>
          <p:cNvSpPr txBox="1"/>
          <p:nvPr/>
        </p:nvSpPr>
        <p:spPr>
          <a:xfrm>
            <a:off x="1514474" y="2693250"/>
            <a:ext cx="6831330" cy="187325"/>
          </a:xfrm>
          <a:prstGeom prst="rect">
            <a:avLst/>
          </a:prstGeom>
        </p:spPr>
        <p:txBody>
          <a:bodyPr vert="horz" wrap="square" lIns="0" tIns="0" rIns="0" bIns="0" rtlCol="0">
            <a:spAutoFit/>
          </a:bodyPr>
          <a:lstStyle/>
          <a:p>
            <a:pPr marL="12700">
              <a:lnSpc>
                <a:spcPct val="100000"/>
              </a:lnSpc>
              <a:tabLst>
                <a:tab pos="6503670" algn="l"/>
              </a:tabLst>
            </a:pPr>
            <a:r>
              <a:rPr sz="1650" b="1" u="heavy" baseline="-7575" dirty="0">
                <a:latin typeface="Arial"/>
                <a:cs typeface="Arial"/>
              </a:rPr>
              <a:t> 	</a:t>
            </a:r>
            <a:r>
              <a:rPr sz="1650" b="1" baseline="-7575" dirty="0">
                <a:latin typeface="Arial"/>
                <a:cs typeface="Arial"/>
              </a:rPr>
              <a:t> </a:t>
            </a:r>
            <a:r>
              <a:rPr sz="1650" b="1" spc="-209" baseline="-7575" dirty="0">
                <a:latin typeface="Arial"/>
                <a:cs typeface="Arial"/>
              </a:rPr>
              <a:t> </a:t>
            </a:r>
            <a:r>
              <a:rPr sz="1000" dirty="0">
                <a:latin typeface="Arial"/>
                <a:cs typeface="Arial"/>
              </a:rPr>
              <a:t>UCL</a:t>
            </a:r>
            <a:endParaRPr sz="1000">
              <a:latin typeface="Arial"/>
              <a:cs typeface="Arial"/>
            </a:endParaRPr>
          </a:p>
        </p:txBody>
      </p:sp>
      <p:sp>
        <p:nvSpPr>
          <p:cNvPr id="31" name="object 31"/>
          <p:cNvSpPr txBox="1"/>
          <p:nvPr/>
        </p:nvSpPr>
        <p:spPr>
          <a:xfrm>
            <a:off x="1514474" y="4382351"/>
            <a:ext cx="6826250" cy="638175"/>
          </a:xfrm>
          <a:prstGeom prst="rect">
            <a:avLst/>
          </a:prstGeom>
        </p:spPr>
        <p:txBody>
          <a:bodyPr vert="horz" wrap="square" lIns="0" tIns="0" rIns="0" bIns="0" rtlCol="0">
            <a:spAutoFit/>
          </a:bodyPr>
          <a:lstStyle/>
          <a:p>
            <a:pPr marL="12700">
              <a:lnSpc>
                <a:spcPct val="100000"/>
              </a:lnSpc>
              <a:tabLst>
                <a:tab pos="6503670" algn="l"/>
              </a:tabLst>
            </a:pPr>
            <a:r>
              <a:rPr sz="1000" u="heavy" dirty="0">
                <a:latin typeface="Arial"/>
                <a:cs typeface="Arial"/>
              </a:rPr>
              <a:t> 	</a:t>
            </a:r>
            <a:r>
              <a:rPr sz="1000" dirty="0">
                <a:latin typeface="Arial"/>
                <a:cs typeface="Arial"/>
              </a:rPr>
              <a:t> </a:t>
            </a:r>
            <a:r>
              <a:rPr sz="1000" spc="40" dirty="0">
                <a:latin typeface="Arial"/>
                <a:cs typeface="Arial"/>
              </a:rPr>
              <a:t> </a:t>
            </a:r>
            <a:r>
              <a:rPr sz="1000" dirty="0">
                <a:latin typeface="Arial"/>
                <a:cs typeface="Arial"/>
              </a:rPr>
              <a:t>LCL</a:t>
            </a:r>
            <a:endParaRPr sz="1000">
              <a:latin typeface="Arial"/>
              <a:cs typeface="Arial"/>
            </a:endParaRPr>
          </a:p>
          <a:p>
            <a:pPr>
              <a:lnSpc>
                <a:spcPct val="100000"/>
              </a:lnSpc>
            </a:pPr>
            <a:endParaRPr sz="1000">
              <a:latin typeface="Times New Roman"/>
              <a:cs typeface="Times New Roman"/>
            </a:endParaRPr>
          </a:p>
          <a:p>
            <a:pPr>
              <a:lnSpc>
                <a:spcPct val="100000"/>
              </a:lnSpc>
              <a:spcBef>
                <a:spcPts val="55"/>
              </a:spcBef>
            </a:pPr>
            <a:endParaRPr sz="1050">
              <a:latin typeface="Times New Roman"/>
              <a:cs typeface="Times New Roman"/>
            </a:endParaRPr>
          </a:p>
          <a:p>
            <a:pPr marR="1022985" algn="ctr">
              <a:lnSpc>
                <a:spcPct val="100000"/>
              </a:lnSpc>
            </a:pPr>
            <a:r>
              <a:rPr sz="1100" b="1" dirty="0">
                <a:latin typeface="Arial"/>
                <a:cs typeface="Arial"/>
              </a:rPr>
              <a:t>SPECIAL</a:t>
            </a:r>
            <a:r>
              <a:rPr sz="1100" b="1" spc="-120" dirty="0">
                <a:latin typeface="Arial"/>
                <a:cs typeface="Arial"/>
              </a:rPr>
              <a:t> </a:t>
            </a:r>
            <a:r>
              <a:rPr sz="1100" b="1" dirty="0">
                <a:latin typeface="Arial"/>
                <a:cs typeface="Arial"/>
              </a:rPr>
              <a:t>CAUSE</a:t>
            </a:r>
            <a:endParaRPr sz="1100">
              <a:latin typeface="Arial"/>
              <a:cs typeface="Arial"/>
            </a:endParaRPr>
          </a:p>
        </p:txBody>
      </p:sp>
      <p:sp>
        <p:nvSpPr>
          <p:cNvPr id="32" name="object 32"/>
          <p:cNvSpPr/>
          <p:nvPr/>
        </p:nvSpPr>
        <p:spPr>
          <a:xfrm>
            <a:off x="1931987" y="6100018"/>
            <a:ext cx="5653405" cy="641350"/>
          </a:xfrm>
          <a:custGeom>
            <a:avLst/>
            <a:gdLst/>
            <a:ahLst/>
            <a:cxnLst/>
            <a:rect l="l" t="t" r="r" b="b"/>
            <a:pathLst>
              <a:path w="5653405" h="641350">
                <a:moveTo>
                  <a:pt x="0" y="0"/>
                </a:moveTo>
                <a:lnTo>
                  <a:pt x="5653087" y="0"/>
                </a:lnTo>
                <a:lnTo>
                  <a:pt x="5653087" y="641349"/>
                </a:lnTo>
                <a:lnTo>
                  <a:pt x="0" y="641349"/>
                </a:lnTo>
                <a:lnTo>
                  <a:pt x="0" y="0"/>
                </a:lnTo>
                <a:close/>
              </a:path>
            </a:pathLst>
          </a:custGeom>
          <a:solidFill>
            <a:srgbClr val="FFFFFF"/>
          </a:solidFill>
        </p:spPr>
        <p:txBody>
          <a:bodyPr wrap="square" lIns="0" tIns="0" rIns="0" bIns="0" rtlCol="0"/>
          <a:lstStyle/>
          <a:p>
            <a:endParaRPr/>
          </a:p>
        </p:txBody>
      </p:sp>
      <p:sp>
        <p:nvSpPr>
          <p:cNvPr id="33" name="object 33"/>
          <p:cNvSpPr txBox="1"/>
          <p:nvPr/>
        </p:nvSpPr>
        <p:spPr>
          <a:xfrm>
            <a:off x="2011362" y="6161295"/>
            <a:ext cx="5387340" cy="536575"/>
          </a:xfrm>
          <a:prstGeom prst="rect">
            <a:avLst/>
          </a:prstGeom>
        </p:spPr>
        <p:txBody>
          <a:bodyPr vert="horz" wrap="square" lIns="0" tIns="0" rIns="0" bIns="0" rtlCol="0">
            <a:spAutoFit/>
          </a:bodyPr>
          <a:lstStyle/>
          <a:p>
            <a:pPr marL="12700" marR="5080">
              <a:lnSpc>
                <a:spcPts val="2100"/>
              </a:lnSpc>
            </a:pPr>
            <a:r>
              <a:rPr sz="1800" dirty="0">
                <a:latin typeface="Arial"/>
                <a:cs typeface="Arial"/>
              </a:rPr>
              <a:t>The Control Limits probabilistically separate</a:t>
            </a:r>
            <a:r>
              <a:rPr sz="1800" spc="-100" dirty="0">
                <a:latin typeface="Arial"/>
                <a:cs typeface="Arial"/>
              </a:rPr>
              <a:t> </a:t>
            </a:r>
            <a:r>
              <a:rPr sz="1800" dirty="0">
                <a:latin typeface="Arial"/>
                <a:cs typeface="Arial"/>
              </a:rPr>
              <a:t>common  cause and special cause</a:t>
            </a:r>
            <a:r>
              <a:rPr sz="1800" spc="-55" dirty="0">
                <a:latin typeface="Arial"/>
                <a:cs typeface="Arial"/>
              </a:rPr>
              <a:t> </a:t>
            </a:r>
            <a:r>
              <a:rPr sz="1800" spc="-15" dirty="0">
                <a:latin typeface="Arial"/>
                <a:cs typeface="Arial"/>
              </a:rPr>
              <a:t>variability.</a:t>
            </a:r>
            <a:endParaRPr sz="1800">
              <a:latin typeface="Arial"/>
              <a:cs typeface="Arial"/>
            </a:endParaRPr>
          </a:p>
        </p:txBody>
      </p:sp>
      <p:sp>
        <p:nvSpPr>
          <p:cNvPr id="34" name="object 34"/>
          <p:cNvSpPr/>
          <p:nvPr/>
        </p:nvSpPr>
        <p:spPr>
          <a:xfrm>
            <a:off x="1939925" y="4514113"/>
            <a:ext cx="201930" cy="1905"/>
          </a:xfrm>
          <a:custGeom>
            <a:avLst/>
            <a:gdLst/>
            <a:ahLst/>
            <a:cxnLst/>
            <a:rect l="l" t="t" r="r" b="b"/>
            <a:pathLst>
              <a:path w="201930" h="1904">
                <a:moveTo>
                  <a:pt x="0" y="0"/>
                </a:moveTo>
                <a:lnTo>
                  <a:pt x="201612" y="1586"/>
                </a:lnTo>
              </a:path>
            </a:pathLst>
          </a:custGeom>
          <a:ln w="33337">
            <a:solidFill>
              <a:srgbClr val="004479"/>
            </a:solidFill>
          </a:ln>
        </p:spPr>
        <p:txBody>
          <a:bodyPr wrap="square" lIns="0" tIns="0" rIns="0" bIns="0" rtlCol="0"/>
          <a:lstStyle/>
          <a:p>
            <a:endParaRPr/>
          </a:p>
        </p:txBody>
      </p:sp>
      <p:sp>
        <p:nvSpPr>
          <p:cNvPr id="35" name="object 35"/>
          <p:cNvSpPr/>
          <p:nvPr/>
        </p:nvSpPr>
        <p:spPr>
          <a:xfrm>
            <a:off x="2141537" y="4514113"/>
            <a:ext cx="190500" cy="1905"/>
          </a:xfrm>
          <a:custGeom>
            <a:avLst/>
            <a:gdLst/>
            <a:ahLst/>
            <a:cxnLst/>
            <a:rect l="l" t="t" r="r" b="b"/>
            <a:pathLst>
              <a:path w="190500" h="1904">
                <a:moveTo>
                  <a:pt x="0" y="0"/>
                </a:moveTo>
                <a:lnTo>
                  <a:pt x="190499" y="1586"/>
                </a:lnTo>
              </a:path>
            </a:pathLst>
          </a:custGeom>
          <a:ln w="33337">
            <a:solidFill>
              <a:srgbClr val="004479"/>
            </a:solidFill>
          </a:ln>
        </p:spPr>
        <p:txBody>
          <a:bodyPr wrap="square" lIns="0" tIns="0" rIns="0" bIns="0" rtlCol="0"/>
          <a:lstStyle/>
          <a:p>
            <a:endParaRPr/>
          </a:p>
        </p:txBody>
      </p:sp>
      <p:sp>
        <p:nvSpPr>
          <p:cNvPr id="36" name="object 36"/>
          <p:cNvSpPr/>
          <p:nvPr/>
        </p:nvSpPr>
        <p:spPr>
          <a:xfrm>
            <a:off x="2332037" y="4514113"/>
            <a:ext cx="203200" cy="1905"/>
          </a:xfrm>
          <a:custGeom>
            <a:avLst/>
            <a:gdLst/>
            <a:ahLst/>
            <a:cxnLst/>
            <a:rect l="l" t="t" r="r" b="b"/>
            <a:pathLst>
              <a:path w="203200" h="1904">
                <a:moveTo>
                  <a:pt x="0" y="0"/>
                </a:moveTo>
                <a:lnTo>
                  <a:pt x="203199" y="1586"/>
                </a:lnTo>
              </a:path>
            </a:pathLst>
          </a:custGeom>
          <a:ln w="33337">
            <a:solidFill>
              <a:srgbClr val="004479"/>
            </a:solidFill>
          </a:ln>
        </p:spPr>
        <p:txBody>
          <a:bodyPr wrap="square" lIns="0" tIns="0" rIns="0" bIns="0" rtlCol="0"/>
          <a:lstStyle/>
          <a:p>
            <a:endParaRPr/>
          </a:p>
        </p:txBody>
      </p:sp>
      <p:sp>
        <p:nvSpPr>
          <p:cNvPr id="37" name="object 37"/>
          <p:cNvSpPr/>
          <p:nvPr/>
        </p:nvSpPr>
        <p:spPr>
          <a:xfrm>
            <a:off x="2535237" y="4514113"/>
            <a:ext cx="201930" cy="1905"/>
          </a:xfrm>
          <a:custGeom>
            <a:avLst/>
            <a:gdLst/>
            <a:ahLst/>
            <a:cxnLst/>
            <a:rect l="l" t="t" r="r" b="b"/>
            <a:pathLst>
              <a:path w="201930" h="1904">
                <a:moveTo>
                  <a:pt x="0" y="0"/>
                </a:moveTo>
                <a:lnTo>
                  <a:pt x="201612" y="1586"/>
                </a:lnTo>
              </a:path>
            </a:pathLst>
          </a:custGeom>
          <a:ln w="33337">
            <a:solidFill>
              <a:srgbClr val="004479"/>
            </a:solidFill>
          </a:ln>
        </p:spPr>
        <p:txBody>
          <a:bodyPr wrap="square" lIns="0" tIns="0" rIns="0" bIns="0" rtlCol="0"/>
          <a:lstStyle/>
          <a:p>
            <a:endParaRPr/>
          </a:p>
        </p:txBody>
      </p:sp>
      <p:sp>
        <p:nvSpPr>
          <p:cNvPr id="38" name="object 38"/>
          <p:cNvSpPr/>
          <p:nvPr/>
        </p:nvSpPr>
        <p:spPr>
          <a:xfrm>
            <a:off x="2736850" y="4514113"/>
            <a:ext cx="190500" cy="1905"/>
          </a:xfrm>
          <a:custGeom>
            <a:avLst/>
            <a:gdLst/>
            <a:ahLst/>
            <a:cxnLst/>
            <a:rect l="l" t="t" r="r" b="b"/>
            <a:pathLst>
              <a:path w="190500" h="1904">
                <a:moveTo>
                  <a:pt x="0" y="0"/>
                </a:moveTo>
                <a:lnTo>
                  <a:pt x="190499" y="1586"/>
                </a:lnTo>
              </a:path>
            </a:pathLst>
          </a:custGeom>
          <a:ln w="33337">
            <a:solidFill>
              <a:srgbClr val="004479"/>
            </a:solidFill>
          </a:ln>
        </p:spPr>
        <p:txBody>
          <a:bodyPr wrap="square" lIns="0" tIns="0" rIns="0" bIns="0" rtlCol="0"/>
          <a:lstStyle/>
          <a:p>
            <a:endParaRPr/>
          </a:p>
        </p:txBody>
      </p:sp>
      <p:sp>
        <p:nvSpPr>
          <p:cNvPr id="39" name="object 39"/>
          <p:cNvSpPr/>
          <p:nvPr/>
        </p:nvSpPr>
        <p:spPr>
          <a:xfrm>
            <a:off x="2927350" y="4514113"/>
            <a:ext cx="201930" cy="1905"/>
          </a:xfrm>
          <a:custGeom>
            <a:avLst/>
            <a:gdLst/>
            <a:ahLst/>
            <a:cxnLst/>
            <a:rect l="l" t="t" r="r" b="b"/>
            <a:pathLst>
              <a:path w="201930" h="1904">
                <a:moveTo>
                  <a:pt x="0" y="0"/>
                </a:moveTo>
                <a:lnTo>
                  <a:pt x="201612" y="1586"/>
                </a:lnTo>
              </a:path>
            </a:pathLst>
          </a:custGeom>
          <a:ln w="33337">
            <a:solidFill>
              <a:srgbClr val="004479"/>
            </a:solidFill>
          </a:ln>
        </p:spPr>
        <p:txBody>
          <a:bodyPr wrap="square" lIns="0" tIns="0" rIns="0" bIns="0" rtlCol="0"/>
          <a:lstStyle/>
          <a:p>
            <a:endParaRPr/>
          </a:p>
        </p:txBody>
      </p:sp>
      <p:sp>
        <p:nvSpPr>
          <p:cNvPr id="40" name="object 40"/>
          <p:cNvSpPr/>
          <p:nvPr/>
        </p:nvSpPr>
        <p:spPr>
          <a:xfrm>
            <a:off x="3128962" y="4514113"/>
            <a:ext cx="201930" cy="1905"/>
          </a:xfrm>
          <a:custGeom>
            <a:avLst/>
            <a:gdLst/>
            <a:ahLst/>
            <a:cxnLst/>
            <a:rect l="l" t="t" r="r" b="b"/>
            <a:pathLst>
              <a:path w="201929" h="1904">
                <a:moveTo>
                  <a:pt x="0" y="0"/>
                </a:moveTo>
                <a:lnTo>
                  <a:pt x="201612" y="1586"/>
                </a:lnTo>
              </a:path>
            </a:pathLst>
          </a:custGeom>
          <a:ln w="33337">
            <a:solidFill>
              <a:srgbClr val="004479"/>
            </a:solidFill>
          </a:ln>
        </p:spPr>
        <p:txBody>
          <a:bodyPr wrap="square" lIns="0" tIns="0" rIns="0" bIns="0" rtlCol="0"/>
          <a:lstStyle/>
          <a:p>
            <a:endParaRPr/>
          </a:p>
        </p:txBody>
      </p:sp>
      <p:sp>
        <p:nvSpPr>
          <p:cNvPr id="41" name="object 41"/>
          <p:cNvSpPr/>
          <p:nvPr/>
        </p:nvSpPr>
        <p:spPr>
          <a:xfrm>
            <a:off x="3330575" y="4514113"/>
            <a:ext cx="190500" cy="1905"/>
          </a:xfrm>
          <a:custGeom>
            <a:avLst/>
            <a:gdLst/>
            <a:ahLst/>
            <a:cxnLst/>
            <a:rect l="l" t="t" r="r" b="b"/>
            <a:pathLst>
              <a:path w="190500" h="1904">
                <a:moveTo>
                  <a:pt x="0" y="0"/>
                </a:moveTo>
                <a:lnTo>
                  <a:pt x="190499" y="1586"/>
                </a:lnTo>
              </a:path>
            </a:pathLst>
          </a:custGeom>
          <a:ln w="33337">
            <a:solidFill>
              <a:srgbClr val="004479"/>
            </a:solidFill>
          </a:ln>
        </p:spPr>
        <p:txBody>
          <a:bodyPr wrap="square" lIns="0" tIns="0" rIns="0" bIns="0" rtlCol="0"/>
          <a:lstStyle/>
          <a:p>
            <a:endParaRPr/>
          </a:p>
        </p:txBody>
      </p:sp>
      <p:sp>
        <p:nvSpPr>
          <p:cNvPr id="42" name="object 42"/>
          <p:cNvSpPr/>
          <p:nvPr/>
        </p:nvSpPr>
        <p:spPr>
          <a:xfrm>
            <a:off x="3521075" y="4514113"/>
            <a:ext cx="203200" cy="1905"/>
          </a:xfrm>
          <a:custGeom>
            <a:avLst/>
            <a:gdLst/>
            <a:ahLst/>
            <a:cxnLst/>
            <a:rect l="l" t="t" r="r" b="b"/>
            <a:pathLst>
              <a:path w="203200" h="1904">
                <a:moveTo>
                  <a:pt x="0" y="0"/>
                </a:moveTo>
                <a:lnTo>
                  <a:pt x="203199" y="1586"/>
                </a:lnTo>
              </a:path>
            </a:pathLst>
          </a:custGeom>
          <a:ln w="33337">
            <a:solidFill>
              <a:srgbClr val="004479"/>
            </a:solidFill>
          </a:ln>
        </p:spPr>
        <p:txBody>
          <a:bodyPr wrap="square" lIns="0" tIns="0" rIns="0" bIns="0" rtlCol="0"/>
          <a:lstStyle/>
          <a:p>
            <a:endParaRPr/>
          </a:p>
        </p:txBody>
      </p:sp>
      <p:sp>
        <p:nvSpPr>
          <p:cNvPr id="43" name="object 43"/>
          <p:cNvSpPr/>
          <p:nvPr/>
        </p:nvSpPr>
        <p:spPr>
          <a:xfrm>
            <a:off x="3724275" y="4514113"/>
            <a:ext cx="201930" cy="1905"/>
          </a:xfrm>
          <a:custGeom>
            <a:avLst/>
            <a:gdLst/>
            <a:ahLst/>
            <a:cxnLst/>
            <a:rect l="l" t="t" r="r" b="b"/>
            <a:pathLst>
              <a:path w="201929" h="1904">
                <a:moveTo>
                  <a:pt x="0" y="0"/>
                </a:moveTo>
                <a:lnTo>
                  <a:pt x="201612" y="1586"/>
                </a:lnTo>
              </a:path>
            </a:pathLst>
          </a:custGeom>
          <a:ln w="33337">
            <a:solidFill>
              <a:srgbClr val="004479"/>
            </a:solidFill>
          </a:ln>
        </p:spPr>
        <p:txBody>
          <a:bodyPr wrap="square" lIns="0" tIns="0" rIns="0" bIns="0" rtlCol="0"/>
          <a:lstStyle/>
          <a:p>
            <a:endParaRPr/>
          </a:p>
        </p:txBody>
      </p:sp>
      <p:sp>
        <p:nvSpPr>
          <p:cNvPr id="44" name="object 44"/>
          <p:cNvSpPr/>
          <p:nvPr/>
        </p:nvSpPr>
        <p:spPr>
          <a:xfrm>
            <a:off x="3925887" y="4514113"/>
            <a:ext cx="201930" cy="1905"/>
          </a:xfrm>
          <a:custGeom>
            <a:avLst/>
            <a:gdLst/>
            <a:ahLst/>
            <a:cxnLst/>
            <a:rect l="l" t="t" r="r" b="b"/>
            <a:pathLst>
              <a:path w="201929" h="1904">
                <a:moveTo>
                  <a:pt x="0" y="0"/>
                </a:moveTo>
                <a:lnTo>
                  <a:pt x="201613" y="1586"/>
                </a:lnTo>
              </a:path>
            </a:pathLst>
          </a:custGeom>
          <a:ln w="33337">
            <a:solidFill>
              <a:srgbClr val="004479"/>
            </a:solidFill>
          </a:ln>
        </p:spPr>
        <p:txBody>
          <a:bodyPr wrap="square" lIns="0" tIns="0" rIns="0" bIns="0" rtlCol="0"/>
          <a:lstStyle/>
          <a:p>
            <a:endParaRPr/>
          </a:p>
        </p:txBody>
      </p:sp>
      <p:sp>
        <p:nvSpPr>
          <p:cNvPr id="45" name="object 45"/>
          <p:cNvSpPr/>
          <p:nvPr/>
        </p:nvSpPr>
        <p:spPr>
          <a:xfrm>
            <a:off x="4127500" y="4514113"/>
            <a:ext cx="190500" cy="1905"/>
          </a:xfrm>
          <a:custGeom>
            <a:avLst/>
            <a:gdLst/>
            <a:ahLst/>
            <a:cxnLst/>
            <a:rect l="l" t="t" r="r" b="b"/>
            <a:pathLst>
              <a:path w="190500" h="1904">
                <a:moveTo>
                  <a:pt x="0" y="0"/>
                </a:moveTo>
                <a:lnTo>
                  <a:pt x="190500" y="1586"/>
                </a:lnTo>
              </a:path>
            </a:pathLst>
          </a:custGeom>
          <a:ln w="33337">
            <a:solidFill>
              <a:srgbClr val="004479"/>
            </a:solidFill>
          </a:ln>
        </p:spPr>
        <p:txBody>
          <a:bodyPr wrap="square" lIns="0" tIns="0" rIns="0" bIns="0" rtlCol="0"/>
          <a:lstStyle/>
          <a:p>
            <a:endParaRPr/>
          </a:p>
        </p:txBody>
      </p:sp>
      <p:sp>
        <p:nvSpPr>
          <p:cNvPr id="46" name="object 46"/>
          <p:cNvSpPr/>
          <p:nvPr/>
        </p:nvSpPr>
        <p:spPr>
          <a:xfrm>
            <a:off x="4317999" y="4514113"/>
            <a:ext cx="201930" cy="1905"/>
          </a:xfrm>
          <a:custGeom>
            <a:avLst/>
            <a:gdLst/>
            <a:ahLst/>
            <a:cxnLst/>
            <a:rect l="l" t="t" r="r" b="b"/>
            <a:pathLst>
              <a:path w="201929" h="1904">
                <a:moveTo>
                  <a:pt x="0" y="0"/>
                </a:moveTo>
                <a:lnTo>
                  <a:pt x="201613" y="1586"/>
                </a:lnTo>
              </a:path>
            </a:pathLst>
          </a:custGeom>
          <a:ln w="33337">
            <a:solidFill>
              <a:srgbClr val="004479"/>
            </a:solidFill>
          </a:ln>
        </p:spPr>
        <p:txBody>
          <a:bodyPr wrap="square" lIns="0" tIns="0" rIns="0" bIns="0" rtlCol="0"/>
          <a:lstStyle/>
          <a:p>
            <a:endParaRPr/>
          </a:p>
        </p:txBody>
      </p:sp>
      <p:sp>
        <p:nvSpPr>
          <p:cNvPr id="47" name="object 47"/>
          <p:cNvSpPr/>
          <p:nvPr/>
        </p:nvSpPr>
        <p:spPr>
          <a:xfrm>
            <a:off x="4519612" y="4514113"/>
            <a:ext cx="201930" cy="1905"/>
          </a:xfrm>
          <a:custGeom>
            <a:avLst/>
            <a:gdLst/>
            <a:ahLst/>
            <a:cxnLst/>
            <a:rect l="l" t="t" r="r" b="b"/>
            <a:pathLst>
              <a:path w="201929" h="1904">
                <a:moveTo>
                  <a:pt x="0" y="0"/>
                </a:moveTo>
                <a:lnTo>
                  <a:pt x="201613" y="1586"/>
                </a:lnTo>
              </a:path>
            </a:pathLst>
          </a:custGeom>
          <a:ln w="33337">
            <a:solidFill>
              <a:srgbClr val="004479"/>
            </a:solidFill>
          </a:ln>
        </p:spPr>
        <p:txBody>
          <a:bodyPr wrap="square" lIns="0" tIns="0" rIns="0" bIns="0" rtlCol="0"/>
          <a:lstStyle/>
          <a:p>
            <a:endParaRPr/>
          </a:p>
        </p:txBody>
      </p:sp>
      <p:sp>
        <p:nvSpPr>
          <p:cNvPr id="48" name="object 48"/>
          <p:cNvSpPr/>
          <p:nvPr/>
        </p:nvSpPr>
        <p:spPr>
          <a:xfrm>
            <a:off x="4721225" y="4514113"/>
            <a:ext cx="192405" cy="1905"/>
          </a:xfrm>
          <a:custGeom>
            <a:avLst/>
            <a:gdLst/>
            <a:ahLst/>
            <a:cxnLst/>
            <a:rect l="l" t="t" r="r" b="b"/>
            <a:pathLst>
              <a:path w="192404" h="1904">
                <a:moveTo>
                  <a:pt x="0" y="0"/>
                </a:moveTo>
                <a:lnTo>
                  <a:pt x="192088" y="1586"/>
                </a:lnTo>
              </a:path>
            </a:pathLst>
          </a:custGeom>
          <a:ln w="33337">
            <a:solidFill>
              <a:srgbClr val="004479"/>
            </a:solidFill>
          </a:ln>
        </p:spPr>
        <p:txBody>
          <a:bodyPr wrap="square" lIns="0" tIns="0" rIns="0" bIns="0" rtlCol="0"/>
          <a:lstStyle/>
          <a:p>
            <a:endParaRPr/>
          </a:p>
        </p:txBody>
      </p:sp>
      <p:sp>
        <p:nvSpPr>
          <p:cNvPr id="49" name="object 49"/>
          <p:cNvSpPr/>
          <p:nvPr/>
        </p:nvSpPr>
        <p:spPr>
          <a:xfrm>
            <a:off x="4913312" y="4514113"/>
            <a:ext cx="201930" cy="1905"/>
          </a:xfrm>
          <a:custGeom>
            <a:avLst/>
            <a:gdLst/>
            <a:ahLst/>
            <a:cxnLst/>
            <a:rect l="l" t="t" r="r" b="b"/>
            <a:pathLst>
              <a:path w="201929" h="1904">
                <a:moveTo>
                  <a:pt x="0" y="0"/>
                </a:moveTo>
                <a:lnTo>
                  <a:pt x="201612" y="1586"/>
                </a:lnTo>
              </a:path>
            </a:pathLst>
          </a:custGeom>
          <a:ln w="33337">
            <a:solidFill>
              <a:srgbClr val="004479"/>
            </a:solidFill>
          </a:ln>
        </p:spPr>
        <p:txBody>
          <a:bodyPr wrap="square" lIns="0" tIns="0" rIns="0" bIns="0" rtlCol="0"/>
          <a:lstStyle/>
          <a:p>
            <a:endParaRPr/>
          </a:p>
        </p:txBody>
      </p:sp>
      <p:sp>
        <p:nvSpPr>
          <p:cNvPr id="50" name="object 50"/>
          <p:cNvSpPr/>
          <p:nvPr/>
        </p:nvSpPr>
        <p:spPr>
          <a:xfrm>
            <a:off x="5114925" y="4514113"/>
            <a:ext cx="201930" cy="1905"/>
          </a:xfrm>
          <a:custGeom>
            <a:avLst/>
            <a:gdLst/>
            <a:ahLst/>
            <a:cxnLst/>
            <a:rect l="l" t="t" r="r" b="b"/>
            <a:pathLst>
              <a:path w="201929" h="1904">
                <a:moveTo>
                  <a:pt x="0" y="0"/>
                </a:moveTo>
                <a:lnTo>
                  <a:pt x="201612" y="1586"/>
                </a:lnTo>
              </a:path>
            </a:pathLst>
          </a:custGeom>
          <a:ln w="33337">
            <a:solidFill>
              <a:srgbClr val="004479"/>
            </a:solidFill>
          </a:ln>
        </p:spPr>
        <p:txBody>
          <a:bodyPr wrap="square" lIns="0" tIns="0" rIns="0" bIns="0" rtlCol="0"/>
          <a:lstStyle/>
          <a:p>
            <a:endParaRPr/>
          </a:p>
        </p:txBody>
      </p:sp>
      <p:sp>
        <p:nvSpPr>
          <p:cNvPr id="51" name="object 51"/>
          <p:cNvSpPr/>
          <p:nvPr/>
        </p:nvSpPr>
        <p:spPr>
          <a:xfrm>
            <a:off x="5316537" y="4514113"/>
            <a:ext cx="190500" cy="1905"/>
          </a:xfrm>
          <a:custGeom>
            <a:avLst/>
            <a:gdLst/>
            <a:ahLst/>
            <a:cxnLst/>
            <a:rect l="l" t="t" r="r" b="b"/>
            <a:pathLst>
              <a:path w="190500" h="1904">
                <a:moveTo>
                  <a:pt x="0" y="0"/>
                </a:moveTo>
                <a:lnTo>
                  <a:pt x="190500" y="1586"/>
                </a:lnTo>
              </a:path>
            </a:pathLst>
          </a:custGeom>
          <a:ln w="33337">
            <a:solidFill>
              <a:srgbClr val="004479"/>
            </a:solidFill>
          </a:ln>
        </p:spPr>
        <p:txBody>
          <a:bodyPr wrap="square" lIns="0" tIns="0" rIns="0" bIns="0" rtlCol="0"/>
          <a:lstStyle/>
          <a:p>
            <a:endParaRPr/>
          </a:p>
        </p:txBody>
      </p:sp>
      <p:sp>
        <p:nvSpPr>
          <p:cNvPr id="52" name="object 52"/>
          <p:cNvSpPr/>
          <p:nvPr/>
        </p:nvSpPr>
        <p:spPr>
          <a:xfrm>
            <a:off x="5507037" y="4514113"/>
            <a:ext cx="201930" cy="1905"/>
          </a:xfrm>
          <a:custGeom>
            <a:avLst/>
            <a:gdLst/>
            <a:ahLst/>
            <a:cxnLst/>
            <a:rect l="l" t="t" r="r" b="b"/>
            <a:pathLst>
              <a:path w="201929" h="1904">
                <a:moveTo>
                  <a:pt x="0" y="0"/>
                </a:moveTo>
                <a:lnTo>
                  <a:pt x="201613" y="1586"/>
                </a:lnTo>
              </a:path>
            </a:pathLst>
          </a:custGeom>
          <a:ln w="33337">
            <a:solidFill>
              <a:srgbClr val="004479"/>
            </a:solidFill>
          </a:ln>
        </p:spPr>
        <p:txBody>
          <a:bodyPr wrap="square" lIns="0" tIns="0" rIns="0" bIns="0" rtlCol="0"/>
          <a:lstStyle/>
          <a:p>
            <a:endParaRPr/>
          </a:p>
        </p:txBody>
      </p:sp>
      <p:sp>
        <p:nvSpPr>
          <p:cNvPr id="53" name="object 53"/>
          <p:cNvSpPr/>
          <p:nvPr/>
        </p:nvSpPr>
        <p:spPr>
          <a:xfrm>
            <a:off x="5708649" y="4514113"/>
            <a:ext cx="203200" cy="1905"/>
          </a:xfrm>
          <a:custGeom>
            <a:avLst/>
            <a:gdLst/>
            <a:ahLst/>
            <a:cxnLst/>
            <a:rect l="l" t="t" r="r" b="b"/>
            <a:pathLst>
              <a:path w="203200" h="1904">
                <a:moveTo>
                  <a:pt x="0" y="0"/>
                </a:moveTo>
                <a:lnTo>
                  <a:pt x="203200" y="1586"/>
                </a:lnTo>
              </a:path>
            </a:pathLst>
          </a:custGeom>
          <a:ln w="33337">
            <a:solidFill>
              <a:srgbClr val="004479"/>
            </a:solidFill>
          </a:ln>
        </p:spPr>
        <p:txBody>
          <a:bodyPr wrap="square" lIns="0" tIns="0" rIns="0" bIns="0" rtlCol="0"/>
          <a:lstStyle/>
          <a:p>
            <a:endParaRPr/>
          </a:p>
        </p:txBody>
      </p:sp>
      <p:sp>
        <p:nvSpPr>
          <p:cNvPr id="54" name="object 54"/>
          <p:cNvSpPr/>
          <p:nvPr/>
        </p:nvSpPr>
        <p:spPr>
          <a:xfrm>
            <a:off x="5911850" y="4514113"/>
            <a:ext cx="201930" cy="1905"/>
          </a:xfrm>
          <a:custGeom>
            <a:avLst/>
            <a:gdLst/>
            <a:ahLst/>
            <a:cxnLst/>
            <a:rect l="l" t="t" r="r" b="b"/>
            <a:pathLst>
              <a:path w="201929" h="1904">
                <a:moveTo>
                  <a:pt x="0" y="0"/>
                </a:moveTo>
                <a:lnTo>
                  <a:pt x="201612" y="1586"/>
                </a:lnTo>
              </a:path>
            </a:pathLst>
          </a:custGeom>
          <a:ln w="33337">
            <a:solidFill>
              <a:srgbClr val="004479"/>
            </a:solidFill>
          </a:ln>
        </p:spPr>
        <p:txBody>
          <a:bodyPr wrap="square" lIns="0" tIns="0" rIns="0" bIns="0" rtlCol="0"/>
          <a:lstStyle/>
          <a:p>
            <a:endParaRPr/>
          </a:p>
        </p:txBody>
      </p:sp>
      <p:sp>
        <p:nvSpPr>
          <p:cNvPr id="55" name="object 55"/>
          <p:cNvSpPr/>
          <p:nvPr/>
        </p:nvSpPr>
        <p:spPr>
          <a:xfrm>
            <a:off x="6113462" y="4514113"/>
            <a:ext cx="190500" cy="1905"/>
          </a:xfrm>
          <a:custGeom>
            <a:avLst/>
            <a:gdLst/>
            <a:ahLst/>
            <a:cxnLst/>
            <a:rect l="l" t="t" r="r" b="b"/>
            <a:pathLst>
              <a:path w="190500" h="1904">
                <a:moveTo>
                  <a:pt x="0" y="0"/>
                </a:moveTo>
                <a:lnTo>
                  <a:pt x="190499" y="1586"/>
                </a:lnTo>
              </a:path>
            </a:pathLst>
          </a:custGeom>
          <a:ln w="33337">
            <a:solidFill>
              <a:srgbClr val="004479"/>
            </a:solidFill>
          </a:ln>
        </p:spPr>
        <p:txBody>
          <a:bodyPr wrap="square" lIns="0" tIns="0" rIns="0" bIns="0" rtlCol="0"/>
          <a:lstStyle/>
          <a:p>
            <a:endParaRPr/>
          </a:p>
        </p:txBody>
      </p:sp>
      <p:sp>
        <p:nvSpPr>
          <p:cNvPr id="56" name="object 56"/>
          <p:cNvSpPr/>
          <p:nvPr/>
        </p:nvSpPr>
        <p:spPr>
          <a:xfrm>
            <a:off x="6303962" y="4514113"/>
            <a:ext cx="201930" cy="1905"/>
          </a:xfrm>
          <a:custGeom>
            <a:avLst/>
            <a:gdLst/>
            <a:ahLst/>
            <a:cxnLst/>
            <a:rect l="l" t="t" r="r" b="b"/>
            <a:pathLst>
              <a:path w="201929" h="1904">
                <a:moveTo>
                  <a:pt x="0" y="0"/>
                </a:moveTo>
                <a:lnTo>
                  <a:pt x="201612" y="1586"/>
                </a:lnTo>
              </a:path>
            </a:pathLst>
          </a:custGeom>
          <a:ln w="33337">
            <a:solidFill>
              <a:srgbClr val="004479"/>
            </a:solidFill>
          </a:ln>
        </p:spPr>
        <p:txBody>
          <a:bodyPr wrap="square" lIns="0" tIns="0" rIns="0" bIns="0" rtlCol="0"/>
          <a:lstStyle/>
          <a:p>
            <a:endParaRPr/>
          </a:p>
        </p:txBody>
      </p:sp>
      <p:sp>
        <p:nvSpPr>
          <p:cNvPr id="57" name="object 57"/>
          <p:cNvSpPr/>
          <p:nvPr/>
        </p:nvSpPr>
        <p:spPr>
          <a:xfrm>
            <a:off x="6505575" y="4514113"/>
            <a:ext cx="201930" cy="1905"/>
          </a:xfrm>
          <a:custGeom>
            <a:avLst/>
            <a:gdLst/>
            <a:ahLst/>
            <a:cxnLst/>
            <a:rect l="l" t="t" r="r" b="b"/>
            <a:pathLst>
              <a:path w="201929" h="1904">
                <a:moveTo>
                  <a:pt x="0" y="0"/>
                </a:moveTo>
                <a:lnTo>
                  <a:pt x="201613" y="1586"/>
                </a:lnTo>
              </a:path>
            </a:pathLst>
          </a:custGeom>
          <a:ln w="33337">
            <a:solidFill>
              <a:srgbClr val="004479"/>
            </a:solidFill>
          </a:ln>
        </p:spPr>
        <p:txBody>
          <a:bodyPr wrap="square" lIns="0" tIns="0" rIns="0" bIns="0" rtlCol="0"/>
          <a:lstStyle/>
          <a:p>
            <a:endParaRPr/>
          </a:p>
        </p:txBody>
      </p:sp>
      <p:sp>
        <p:nvSpPr>
          <p:cNvPr id="58" name="object 58"/>
          <p:cNvSpPr/>
          <p:nvPr/>
        </p:nvSpPr>
        <p:spPr>
          <a:xfrm>
            <a:off x="6707187" y="4514113"/>
            <a:ext cx="190500" cy="1905"/>
          </a:xfrm>
          <a:custGeom>
            <a:avLst/>
            <a:gdLst/>
            <a:ahLst/>
            <a:cxnLst/>
            <a:rect l="l" t="t" r="r" b="b"/>
            <a:pathLst>
              <a:path w="190500" h="1904">
                <a:moveTo>
                  <a:pt x="0" y="0"/>
                </a:moveTo>
                <a:lnTo>
                  <a:pt x="190499" y="1586"/>
                </a:lnTo>
              </a:path>
            </a:pathLst>
          </a:custGeom>
          <a:ln w="33337">
            <a:solidFill>
              <a:srgbClr val="004479"/>
            </a:solidFill>
          </a:ln>
        </p:spPr>
        <p:txBody>
          <a:bodyPr wrap="square" lIns="0" tIns="0" rIns="0" bIns="0" rtlCol="0"/>
          <a:lstStyle/>
          <a:p>
            <a:endParaRPr/>
          </a:p>
        </p:txBody>
      </p:sp>
      <p:sp>
        <p:nvSpPr>
          <p:cNvPr id="59" name="object 59"/>
          <p:cNvSpPr/>
          <p:nvPr/>
        </p:nvSpPr>
        <p:spPr>
          <a:xfrm>
            <a:off x="6897687" y="4514113"/>
            <a:ext cx="203200" cy="1905"/>
          </a:xfrm>
          <a:custGeom>
            <a:avLst/>
            <a:gdLst/>
            <a:ahLst/>
            <a:cxnLst/>
            <a:rect l="l" t="t" r="r" b="b"/>
            <a:pathLst>
              <a:path w="203200" h="1904">
                <a:moveTo>
                  <a:pt x="0" y="0"/>
                </a:moveTo>
                <a:lnTo>
                  <a:pt x="203200" y="1586"/>
                </a:lnTo>
              </a:path>
            </a:pathLst>
          </a:custGeom>
          <a:ln w="33337">
            <a:solidFill>
              <a:srgbClr val="004479"/>
            </a:solidFill>
          </a:ln>
        </p:spPr>
        <p:txBody>
          <a:bodyPr wrap="square" lIns="0" tIns="0" rIns="0" bIns="0" rtlCol="0"/>
          <a:lstStyle/>
          <a:p>
            <a:endParaRPr/>
          </a:p>
        </p:txBody>
      </p:sp>
      <p:sp>
        <p:nvSpPr>
          <p:cNvPr id="60" name="object 60"/>
          <p:cNvSpPr/>
          <p:nvPr/>
        </p:nvSpPr>
        <p:spPr>
          <a:xfrm>
            <a:off x="7100887" y="4514113"/>
            <a:ext cx="201930" cy="1905"/>
          </a:xfrm>
          <a:custGeom>
            <a:avLst/>
            <a:gdLst/>
            <a:ahLst/>
            <a:cxnLst/>
            <a:rect l="l" t="t" r="r" b="b"/>
            <a:pathLst>
              <a:path w="201929" h="1904">
                <a:moveTo>
                  <a:pt x="0" y="0"/>
                </a:moveTo>
                <a:lnTo>
                  <a:pt x="201613" y="1586"/>
                </a:lnTo>
              </a:path>
            </a:pathLst>
          </a:custGeom>
          <a:ln w="33337">
            <a:solidFill>
              <a:srgbClr val="004479"/>
            </a:solidFill>
          </a:ln>
        </p:spPr>
        <p:txBody>
          <a:bodyPr wrap="square" lIns="0" tIns="0" rIns="0" bIns="0" rtlCol="0"/>
          <a:lstStyle/>
          <a:p>
            <a:endParaRPr/>
          </a:p>
        </p:txBody>
      </p:sp>
      <p:sp>
        <p:nvSpPr>
          <p:cNvPr id="61" name="object 61"/>
          <p:cNvSpPr/>
          <p:nvPr/>
        </p:nvSpPr>
        <p:spPr>
          <a:xfrm>
            <a:off x="7302500" y="4514113"/>
            <a:ext cx="190500" cy="1905"/>
          </a:xfrm>
          <a:custGeom>
            <a:avLst/>
            <a:gdLst/>
            <a:ahLst/>
            <a:cxnLst/>
            <a:rect l="l" t="t" r="r" b="b"/>
            <a:pathLst>
              <a:path w="190500" h="1904">
                <a:moveTo>
                  <a:pt x="0" y="0"/>
                </a:moveTo>
                <a:lnTo>
                  <a:pt x="190500" y="1586"/>
                </a:lnTo>
              </a:path>
            </a:pathLst>
          </a:custGeom>
          <a:ln w="33337">
            <a:solidFill>
              <a:srgbClr val="004479"/>
            </a:solidFill>
          </a:ln>
        </p:spPr>
        <p:txBody>
          <a:bodyPr wrap="square" lIns="0" tIns="0" rIns="0" bIns="0" rtlCol="0"/>
          <a:lstStyle/>
          <a:p>
            <a:endParaRPr/>
          </a:p>
        </p:txBody>
      </p:sp>
      <p:sp>
        <p:nvSpPr>
          <p:cNvPr id="62" name="object 62"/>
          <p:cNvSpPr/>
          <p:nvPr/>
        </p:nvSpPr>
        <p:spPr>
          <a:xfrm>
            <a:off x="7493000" y="4514113"/>
            <a:ext cx="201930" cy="1905"/>
          </a:xfrm>
          <a:custGeom>
            <a:avLst/>
            <a:gdLst/>
            <a:ahLst/>
            <a:cxnLst/>
            <a:rect l="l" t="t" r="r" b="b"/>
            <a:pathLst>
              <a:path w="201929" h="1904">
                <a:moveTo>
                  <a:pt x="0" y="0"/>
                </a:moveTo>
                <a:lnTo>
                  <a:pt x="201612" y="1586"/>
                </a:lnTo>
              </a:path>
            </a:pathLst>
          </a:custGeom>
          <a:ln w="33337">
            <a:solidFill>
              <a:srgbClr val="004479"/>
            </a:solidFill>
          </a:ln>
        </p:spPr>
        <p:txBody>
          <a:bodyPr wrap="square" lIns="0" tIns="0" rIns="0" bIns="0" rtlCol="0"/>
          <a:lstStyle/>
          <a:p>
            <a:endParaRPr/>
          </a:p>
        </p:txBody>
      </p:sp>
      <p:sp>
        <p:nvSpPr>
          <p:cNvPr id="63" name="object 63"/>
          <p:cNvSpPr/>
          <p:nvPr/>
        </p:nvSpPr>
        <p:spPr>
          <a:xfrm>
            <a:off x="1920875" y="2825013"/>
            <a:ext cx="201930" cy="1905"/>
          </a:xfrm>
          <a:custGeom>
            <a:avLst/>
            <a:gdLst/>
            <a:ahLst/>
            <a:cxnLst/>
            <a:rect l="l" t="t" r="r" b="b"/>
            <a:pathLst>
              <a:path w="201930" h="1905">
                <a:moveTo>
                  <a:pt x="0" y="0"/>
                </a:moveTo>
                <a:lnTo>
                  <a:pt x="201612" y="1587"/>
                </a:lnTo>
              </a:path>
            </a:pathLst>
          </a:custGeom>
          <a:ln w="33337">
            <a:solidFill>
              <a:srgbClr val="004479"/>
            </a:solidFill>
          </a:ln>
        </p:spPr>
        <p:txBody>
          <a:bodyPr wrap="square" lIns="0" tIns="0" rIns="0" bIns="0" rtlCol="0"/>
          <a:lstStyle/>
          <a:p>
            <a:endParaRPr/>
          </a:p>
        </p:txBody>
      </p:sp>
      <p:sp>
        <p:nvSpPr>
          <p:cNvPr id="64" name="object 64"/>
          <p:cNvSpPr/>
          <p:nvPr/>
        </p:nvSpPr>
        <p:spPr>
          <a:xfrm>
            <a:off x="2122487" y="2825013"/>
            <a:ext cx="190500" cy="1905"/>
          </a:xfrm>
          <a:custGeom>
            <a:avLst/>
            <a:gdLst/>
            <a:ahLst/>
            <a:cxnLst/>
            <a:rect l="l" t="t" r="r" b="b"/>
            <a:pathLst>
              <a:path w="190500" h="1905">
                <a:moveTo>
                  <a:pt x="0" y="0"/>
                </a:moveTo>
                <a:lnTo>
                  <a:pt x="190499" y="1587"/>
                </a:lnTo>
              </a:path>
            </a:pathLst>
          </a:custGeom>
          <a:ln w="33337">
            <a:solidFill>
              <a:srgbClr val="004479"/>
            </a:solidFill>
          </a:ln>
        </p:spPr>
        <p:txBody>
          <a:bodyPr wrap="square" lIns="0" tIns="0" rIns="0" bIns="0" rtlCol="0"/>
          <a:lstStyle/>
          <a:p>
            <a:endParaRPr/>
          </a:p>
        </p:txBody>
      </p:sp>
      <p:sp>
        <p:nvSpPr>
          <p:cNvPr id="65" name="object 65"/>
          <p:cNvSpPr/>
          <p:nvPr/>
        </p:nvSpPr>
        <p:spPr>
          <a:xfrm>
            <a:off x="2312987" y="2825013"/>
            <a:ext cx="203200" cy="1905"/>
          </a:xfrm>
          <a:custGeom>
            <a:avLst/>
            <a:gdLst/>
            <a:ahLst/>
            <a:cxnLst/>
            <a:rect l="l" t="t" r="r" b="b"/>
            <a:pathLst>
              <a:path w="203200" h="1905">
                <a:moveTo>
                  <a:pt x="0" y="0"/>
                </a:moveTo>
                <a:lnTo>
                  <a:pt x="203199" y="1587"/>
                </a:lnTo>
              </a:path>
            </a:pathLst>
          </a:custGeom>
          <a:ln w="33337">
            <a:solidFill>
              <a:srgbClr val="004479"/>
            </a:solidFill>
          </a:ln>
        </p:spPr>
        <p:txBody>
          <a:bodyPr wrap="square" lIns="0" tIns="0" rIns="0" bIns="0" rtlCol="0"/>
          <a:lstStyle/>
          <a:p>
            <a:endParaRPr/>
          </a:p>
        </p:txBody>
      </p:sp>
      <p:sp>
        <p:nvSpPr>
          <p:cNvPr id="66" name="object 66"/>
          <p:cNvSpPr/>
          <p:nvPr/>
        </p:nvSpPr>
        <p:spPr>
          <a:xfrm>
            <a:off x="2516187" y="2825013"/>
            <a:ext cx="201930" cy="1905"/>
          </a:xfrm>
          <a:custGeom>
            <a:avLst/>
            <a:gdLst/>
            <a:ahLst/>
            <a:cxnLst/>
            <a:rect l="l" t="t" r="r" b="b"/>
            <a:pathLst>
              <a:path w="201930" h="1905">
                <a:moveTo>
                  <a:pt x="0" y="0"/>
                </a:moveTo>
                <a:lnTo>
                  <a:pt x="201612" y="1587"/>
                </a:lnTo>
              </a:path>
            </a:pathLst>
          </a:custGeom>
          <a:ln w="33337">
            <a:solidFill>
              <a:srgbClr val="004479"/>
            </a:solidFill>
          </a:ln>
        </p:spPr>
        <p:txBody>
          <a:bodyPr wrap="square" lIns="0" tIns="0" rIns="0" bIns="0" rtlCol="0"/>
          <a:lstStyle/>
          <a:p>
            <a:endParaRPr/>
          </a:p>
        </p:txBody>
      </p:sp>
      <p:sp>
        <p:nvSpPr>
          <p:cNvPr id="67" name="object 67"/>
          <p:cNvSpPr/>
          <p:nvPr/>
        </p:nvSpPr>
        <p:spPr>
          <a:xfrm>
            <a:off x="2717800" y="2825013"/>
            <a:ext cx="190500" cy="1905"/>
          </a:xfrm>
          <a:custGeom>
            <a:avLst/>
            <a:gdLst/>
            <a:ahLst/>
            <a:cxnLst/>
            <a:rect l="l" t="t" r="r" b="b"/>
            <a:pathLst>
              <a:path w="190500" h="1905">
                <a:moveTo>
                  <a:pt x="0" y="0"/>
                </a:moveTo>
                <a:lnTo>
                  <a:pt x="190499" y="1587"/>
                </a:lnTo>
              </a:path>
            </a:pathLst>
          </a:custGeom>
          <a:ln w="33337">
            <a:solidFill>
              <a:srgbClr val="004479"/>
            </a:solidFill>
          </a:ln>
        </p:spPr>
        <p:txBody>
          <a:bodyPr wrap="square" lIns="0" tIns="0" rIns="0" bIns="0" rtlCol="0"/>
          <a:lstStyle/>
          <a:p>
            <a:endParaRPr/>
          </a:p>
        </p:txBody>
      </p:sp>
      <p:sp>
        <p:nvSpPr>
          <p:cNvPr id="68" name="object 68"/>
          <p:cNvSpPr/>
          <p:nvPr/>
        </p:nvSpPr>
        <p:spPr>
          <a:xfrm>
            <a:off x="2908300" y="2825013"/>
            <a:ext cx="201930" cy="1905"/>
          </a:xfrm>
          <a:custGeom>
            <a:avLst/>
            <a:gdLst/>
            <a:ahLst/>
            <a:cxnLst/>
            <a:rect l="l" t="t" r="r" b="b"/>
            <a:pathLst>
              <a:path w="201930" h="1905">
                <a:moveTo>
                  <a:pt x="0" y="0"/>
                </a:moveTo>
                <a:lnTo>
                  <a:pt x="201612" y="1587"/>
                </a:lnTo>
              </a:path>
            </a:pathLst>
          </a:custGeom>
          <a:ln w="33337">
            <a:solidFill>
              <a:srgbClr val="004479"/>
            </a:solidFill>
          </a:ln>
        </p:spPr>
        <p:txBody>
          <a:bodyPr wrap="square" lIns="0" tIns="0" rIns="0" bIns="0" rtlCol="0"/>
          <a:lstStyle/>
          <a:p>
            <a:endParaRPr/>
          </a:p>
        </p:txBody>
      </p:sp>
      <p:sp>
        <p:nvSpPr>
          <p:cNvPr id="69" name="object 69"/>
          <p:cNvSpPr/>
          <p:nvPr/>
        </p:nvSpPr>
        <p:spPr>
          <a:xfrm>
            <a:off x="3109912" y="2825013"/>
            <a:ext cx="201930" cy="1905"/>
          </a:xfrm>
          <a:custGeom>
            <a:avLst/>
            <a:gdLst/>
            <a:ahLst/>
            <a:cxnLst/>
            <a:rect l="l" t="t" r="r" b="b"/>
            <a:pathLst>
              <a:path w="201929" h="1905">
                <a:moveTo>
                  <a:pt x="0" y="0"/>
                </a:moveTo>
                <a:lnTo>
                  <a:pt x="201612" y="1587"/>
                </a:lnTo>
              </a:path>
            </a:pathLst>
          </a:custGeom>
          <a:ln w="33337">
            <a:solidFill>
              <a:srgbClr val="004479"/>
            </a:solidFill>
          </a:ln>
        </p:spPr>
        <p:txBody>
          <a:bodyPr wrap="square" lIns="0" tIns="0" rIns="0" bIns="0" rtlCol="0"/>
          <a:lstStyle/>
          <a:p>
            <a:endParaRPr/>
          </a:p>
        </p:txBody>
      </p:sp>
      <p:sp>
        <p:nvSpPr>
          <p:cNvPr id="70" name="object 70"/>
          <p:cNvSpPr/>
          <p:nvPr/>
        </p:nvSpPr>
        <p:spPr>
          <a:xfrm>
            <a:off x="3311525" y="2825013"/>
            <a:ext cx="190500" cy="1905"/>
          </a:xfrm>
          <a:custGeom>
            <a:avLst/>
            <a:gdLst/>
            <a:ahLst/>
            <a:cxnLst/>
            <a:rect l="l" t="t" r="r" b="b"/>
            <a:pathLst>
              <a:path w="190500" h="1905">
                <a:moveTo>
                  <a:pt x="0" y="0"/>
                </a:moveTo>
                <a:lnTo>
                  <a:pt x="190499" y="1587"/>
                </a:lnTo>
              </a:path>
            </a:pathLst>
          </a:custGeom>
          <a:ln w="33337">
            <a:solidFill>
              <a:srgbClr val="004479"/>
            </a:solidFill>
          </a:ln>
        </p:spPr>
        <p:txBody>
          <a:bodyPr wrap="square" lIns="0" tIns="0" rIns="0" bIns="0" rtlCol="0"/>
          <a:lstStyle/>
          <a:p>
            <a:endParaRPr/>
          </a:p>
        </p:txBody>
      </p:sp>
      <p:sp>
        <p:nvSpPr>
          <p:cNvPr id="71" name="object 71"/>
          <p:cNvSpPr/>
          <p:nvPr/>
        </p:nvSpPr>
        <p:spPr>
          <a:xfrm>
            <a:off x="3502025" y="2825013"/>
            <a:ext cx="203200" cy="1905"/>
          </a:xfrm>
          <a:custGeom>
            <a:avLst/>
            <a:gdLst/>
            <a:ahLst/>
            <a:cxnLst/>
            <a:rect l="l" t="t" r="r" b="b"/>
            <a:pathLst>
              <a:path w="203200" h="1905">
                <a:moveTo>
                  <a:pt x="0" y="0"/>
                </a:moveTo>
                <a:lnTo>
                  <a:pt x="203199" y="1587"/>
                </a:lnTo>
              </a:path>
            </a:pathLst>
          </a:custGeom>
          <a:ln w="33337">
            <a:solidFill>
              <a:srgbClr val="004479"/>
            </a:solidFill>
          </a:ln>
        </p:spPr>
        <p:txBody>
          <a:bodyPr wrap="square" lIns="0" tIns="0" rIns="0" bIns="0" rtlCol="0"/>
          <a:lstStyle/>
          <a:p>
            <a:endParaRPr/>
          </a:p>
        </p:txBody>
      </p:sp>
      <p:sp>
        <p:nvSpPr>
          <p:cNvPr id="72" name="object 72"/>
          <p:cNvSpPr/>
          <p:nvPr/>
        </p:nvSpPr>
        <p:spPr>
          <a:xfrm>
            <a:off x="3705225" y="2825013"/>
            <a:ext cx="201930" cy="1905"/>
          </a:xfrm>
          <a:custGeom>
            <a:avLst/>
            <a:gdLst/>
            <a:ahLst/>
            <a:cxnLst/>
            <a:rect l="l" t="t" r="r" b="b"/>
            <a:pathLst>
              <a:path w="201929" h="1905">
                <a:moveTo>
                  <a:pt x="0" y="0"/>
                </a:moveTo>
                <a:lnTo>
                  <a:pt x="201612" y="1587"/>
                </a:lnTo>
              </a:path>
            </a:pathLst>
          </a:custGeom>
          <a:ln w="33337">
            <a:solidFill>
              <a:srgbClr val="004479"/>
            </a:solidFill>
          </a:ln>
        </p:spPr>
        <p:txBody>
          <a:bodyPr wrap="square" lIns="0" tIns="0" rIns="0" bIns="0" rtlCol="0"/>
          <a:lstStyle/>
          <a:p>
            <a:endParaRPr/>
          </a:p>
        </p:txBody>
      </p:sp>
      <p:sp>
        <p:nvSpPr>
          <p:cNvPr id="73" name="object 73"/>
          <p:cNvSpPr/>
          <p:nvPr/>
        </p:nvSpPr>
        <p:spPr>
          <a:xfrm>
            <a:off x="3906837" y="2825013"/>
            <a:ext cx="201930" cy="1905"/>
          </a:xfrm>
          <a:custGeom>
            <a:avLst/>
            <a:gdLst/>
            <a:ahLst/>
            <a:cxnLst/>
            <a:rect l="l" t="t" r="r" b="b"/>
            <a:pathLst>
              <a:path w="201929" h="1905">
                <a:moveTo>
                  <a:pt x="0" y="0"/>
                </a:moveTo>
                <a:lnTo>
                  <a:pt x="201613" y="1587"/>
                </a:lnTo>
              </a:path>
            </a:pathLst>
          </a:custGeom>
          <a:ln w="33337">
            <a:solidFill>
              <a:srgbClr val="004479"/>
            </a:solidFill>
          </a:ln>
        </p:spPr>
        <p:txBody>
          <a:bodyPr wrap="square" lIns="0" tIns="0" rIns="0" bIns="0" rtlCol="0"/>
          <a:lstStyle/>
          <a:p>
            <a:endParaRPr/>
          </a:p>
        </p:txBody>
      </p:sp>
      <p:sp>
        <p:nvSpPr>
          <p:cNvPr id="74" name="object 74"/>
          <p:cNvSpPr/>
          <p:nvPr/>
        </p:nvSpPr>
        <p:spPr>
          <a:xfrm>
            <a:off x="4108450" y="2825013"/>
            <a:ext cx="190500" cy="1905"/>
          </a:xfrm>
          <a:custGeom>
            <a:avLst/>
            <a:gdLst/>
            <a:ahLst/>
            <a:cxnLst/>
            <a:rect l="l" t="t" r="r" b="b"/>
            <a:pathLst>
              <a:path w="190500" h="1905">
                <a:moveTo>
                  <a:pt x="0" y="0"/>
                </a:moveTo>
                <a:lnTo>
                  <a:pt x="190499" y="1587"/>
                </a:lnTo>
              </a:path>
            </a:pathLst>
          </a:custGeom>
          <a:ln w="33337">
            <a:solidFill>
              <a:srgbClr val="004479"/>
            </a:solidFill>
          </a:ln>
        </p:spPr>
        <p:txBody>
          <a:bodyPr wrap="square" lIns="0" tIns="0" rIns="0" bIns="0" rtlCol="0"/>
          <a:lstStyle/>
          <a:p>
            <a:endParaRPr/>
          </a:p>
        </p:txBody>
      </p:sp>
      <p:sp>
        <p:nvSpPr>
          <p:cNvPr id="75" name="object 75"/>
          <p:cNvSpPr/>
          <p:nvPr/>
        </p:nvSpPr>
        <p:spPr>
          <a:xfrm>
            <a:off x="4298950" y="2825013"/>
            <a:ext cx="201930" cy="1905"/>
          </a:xfrm>
          <a:custGeom>
            <a:avLst/>
            <a:gdLst/>
            <a:ahLst/>
            <a:cxnLst/>
            <a:rect l="l" t="t" r="r" b="b"/>
            <a:pathLst>
              <a:path w="201929" h="1905">
                <a:moveTo>
                  <a:pt x="0" y="0"/>
                </a:moveTo>
                <a:lnTo>
                  <a:pt x="201612" y="1587"/>
                </a:lnTo>
              </a:path>
            </a:pathLst>
          </a:custGeom>
          <a:ln w="33337">
            <a:solidFill>
              <a:srgbClr val="004479"/>
            </a:solidFill>
          </a:ln>
        </p:spPr>
        <p:txBody>
          <a:bodyPr wrap="square" lIns="0" tIns="0" rIns="0" bIns="0" rtlCol="0"/>
          <a:lstStyle/>
          <a:p>
            <a:endParaRPr/>
          </a:p>
        </p:txBody>
      </p:sp>
      <p:sp>
        <p:nvSpPr>
          <p:cNvPr id="76" name="object 76"/>
          <p:cNvSpPr/>
          <p:nvPr/>
        </p:nvSpPr>
        <p:spPr>
          <a:xfrm>
            <a:off x="4500562" y="2825013"/>
            <a:ext cx="201930" cy="1905"/>
          </a:xfrm>
          <a:custGeom>
            <a:avLst/>
            <a:gdLst/>
            <a:ahLst/>
            <a:cxnLst/>
            <a:rect l="l" t="t" r="r" b="b"/>
            <a:pathLst>
              <a:path w="201929" h="1905">
                <a:moveTo>
                  <a:pt x="0" y="0"/>
                </a:moveTo>
                <a:lnTo>
                  <a:pt x="201613" y="1587"/>
                </a:lnTo>
              </a:path>
            </a:pathLst>
          </a:custGeom>
          <a:ln w="33337">
            <a:solidFill>
              <a:srgbClr val="004479"/>
            </a:solidFill>
          </a:ln>
        </p:spPr>
        <p:txBody>
          <a:bodyPr wrap="square" lIns="0" tIns="0" rIns="0" bIns="0" rtlCol="0"/>
          <a:lstStyle/>
          <a:p>
            <a:endParaRPr/>
          </a:p>
        </p:txBody>
      </p:sp>
      <p:sp>
        <p:nvSpPr>
          <p:cNvPr id="77" name="object 77"/>
          <p:cNvSpPr/>
          <p:nvPr/>
        </p:nvSpPr>
        <p:spPr>
          <a:xfrm>
            <a:off x="4702175" y="2825013"/>
            <a:ext cx="192405" cy="1905"/>
          </a:xfrm>
          <a:custGeom>
            <a:avLst/>
            <a:gdLst/>
            <a:ahLst/>
            <a:cxnLst/>
            <a:rect l="l" t="t" r="r" b="b"/>
            <a:pathLst>
              <a:path w="192404" h="1905">
                <a:moveTo>
                  <a:pt x="0" y="0"/>
                </a:moveTo>
                <a:lnTo>
                  <a:pt x="192088" y="1587"/>
                </a:lnTo>
              </a:path>
            </a:pathLst>
          </a:custGeom>
          <a:ln w="33337">
            <a:solidFill>
              <a:srgbClr val="004479"/>
            </a:solidFill>
          </a:ln>
        </p:spPr>
        <p:txBody>
          <a:bodyPr wrap="square" lIns="0" tIns="0" rIns="0" bIns="0" rtlCol="0"/>
          <a:lstStyle/>
          <a:p>
            <a:endParaRPr/>
          </a:p>
        </p:txBody>
      </p:sp>
      <p:sp>
        <p:nvSpPr>
          <p:cNvPr id="78" name="object 78"/>
          <p:cNvSpPr/>
          <p:nvPr/>
        </p:nvSpPr>
        <p:spPr>
          <a:xfrm>
            <a:off x="4894262" y="2825013"/>
            <a:ext cx="201930" cy="1905"/>
          </a:xfrm>
          <a:custGeom>
            <a:avLst/>
            <a:gdLst/>
            <a:ahLst/>
            <a:cxnLst/>
            <a:rect l="l" t="t" r="r" b="b"/>
            <a:pathLst>
              <a:path w="201929" h="1905">
                <a:moveTo>
                  <a:pt x="0" y="0"/>
                </a:moveTo>
                <a:lnTo>
                  <a:pt x="201612" y="1587"/>
                </a:lnTo>
              </a:path>
            </a:pathLst>
          </a:custGeom>
          <a:ln w="33337">
            <a:solidFill>
              <a:srgbClr val="004479"/>
            </a:solidFill>
          </a:ln>
        </p:spPr>
        <p:txBody>
          <a:bodyPr wrap="square" lIns="0" tIns="0" rIns="0" bIns="0" rtlCol="0"/>
          <a:lstStyle/>
          <a:p>
            <a:endParaRPr/>
          </a:p>
        </p:txBody>
      </p:sp>
      <p:sp>
        <p:nvSpPr>
          <p:cNvPr id="79" name="object 79"/>
          <p:cNvSpPr/>
          <p:nvPr/>
        </p:nvSpPr>
        <p:spPr>
          <a:xfrm>
            <a:off x="5095875" y="2825013"/>
            <a:ext cx="201930" cy="1905"/>
          </a:xfrm>
          <a:custGeom>
            <a:avLst/>
            <a:gdLst/>
            <a:ahLst/>
            <a:cxnLst/>
            <a:rect l="l" t="t" r="r" b="b"/>
            <a:pathLst>
              <a:path w="201929" h="1905">
                <a:moveTo>
                  <a:pt x="0" y="0"/>
                </a:moveTo>
                <a:lnTo>
                  <a:pt x="201612" y="1587"/>
                </a:lnTo>
              </a:path>
            </a:pathLst>
          </a:custGeom>
          <a:ln w="33337">
            <a:solidFill>
              <a:srgbClr val="004479"/>
            </a:solidFill>
          </a:ln>
        </p:spPr>
        <p:txBody>
          <a:bodyPr wrap="square" lIns="0" tIns="0" rIns="0" bIns="0" rtlCol="0"/>
          <a:lstStyle/>
          <a:p>
            <a:endParaRPr/>
          </a:p>
        </p:txBody>
      </p:sp>
      <p:sp>
        <p:nvSpPr>
          <p:cNvPr id="80" name="object 80"/>
          <p:cNvSpPr/>
          <p:nvPr/>
        </p:nvSpPr>
        <p:spPr>
          <a:xfrm>
            <a:off x="5297487" y="2825013"/>
            <a:ext cx="190500" cy="1905"/>
          </a:xfrm>
          <a:custGeom>
            <a:avLst/>
            <a:gdLst/>
            <a:ahLst/>
            <a:cxnLst/>
            <a:rect l="l" t="t" r="r" b="b"/>
            <a:pathLst>
              <a:path w="190500" h="1905">
                <a:moveTo>
                  <a:pt x="0" y="0"/>
                </a:moveTo>
                <a:lnTo>
                  <a:pt x="190499" y="1587"/>
                </a:lnTo>
              </a:path>
            </a:pathLst>
          </a:custGeom>
          <a:ln w="33337">
            <a:solidFill>
              <a:srgbClr val="004479"/>
            </a:solidFill>
          </a:ln>
        </p:spPr>
        <p:txBody>
          <a:bodyPr wrap="square" lIns="0" tIns="0" rIns="0" bIns="0" rtlCol="0"/>
          <a:lstStyle/>
          <a:p>
            <a:endParaRPr/>
          </a:p>
        </p:txBody>
      </p:sp>
      <p:sp>
        <p:nvSpPr>
          <p:cNvPr id="81" name="object 81"/>
          <p:cNvSpPr/>
          <p:nvPr/>
        </p:nvSpPr>
        <p:spPr>
          <a:xfrm>
            <a:off x="5487987" y="2825013"/>
            <a:ext cx="201930" cy="1905"/>
          </a:xfrm>
          <a:custGeom>
            <a:avLst/>
            <a:gdLst/>
            <a:ahLst/>
            <a:cxnLst/>
            <a:rect l="l" t="t" r="r" b="b"/>
            <a:pathLst>
              <a:path w="201929" h="1905">
                <a:moveTo>
                  <a:pt x="0" y="0"/>
                </a:moveTo>
                <a:lnTo>
                  <a:pt x="201613" y="1587"/>
                </a:lnTo>
              </a:path>
            </a:pathLst>
          </a:custGeom>
          <a:ln w="33337">
            <a:solidFill>
              <a:srgbClr val="004479"/>
            </a:solidFill>
          </a:ln>
        </p:spPr>
        <p:txBody>
          <a:bodyPr wrap="square" lIns="0" tIns="0" rIns="0" bIns="0" rtlCol="0"/>
          <a:lstStyle/>
          <a:p>
            <a:endParaRPr/>
          </a:p>
        </p:txBody>
      </p:sp>
      <p:sp>
        <p:nvSpPr>
          <p:cNvPr id="82" name="object 82"/>
          <p:cNvSpPr/>
          <p:nvPr/>
        </p:nvSpPr>
        <p:spPr>
          <a:xfrm>
            <a:off x="5689600" y="2825013"/>
            <a:ext cx="203200" cy="1905"/>
          </a:xfrm>
          <a:custGeom>
            <a:avLst/>
            <a:gdLst/>
            <a:ahLst/>
            <a:cxnLst/>
            <a:rect l="l" t="t" r="r" b="b"/>
            <a:pathLst>
              <a:path w="203200" h="1905">
                <a:moveTo>
                  <a:pt x="0" y="0"/>
                </a:moveTo>
                <a:lnTo>
                  <a:pt x="203199" y="1587"/>
                </a:lnTo>
              </a:path>
            </a:pathLst>
          </a:custGeom>
          <a:ln w="33337">
            <a:solidFill>
              <a:srgbClr val="004479"/>
            </a:solidFill>
          </a:ln>
        </p:spPr>
        <p:txBody>
          <a:bodyPr wrap="square" lIns="0" tIns="0" rIns="0" bIns="0" rtlCol="0"/>
          <a:lstStyle/>
          <a:p>
            <a:endParaRPr/>
          </a:p>
        </p:txBody>
      </p:sp>
      <p:sp>
        <p:nvSpPr>
          <p:cNvPr id="83" name="object 83"/>
          <p:cNvSpPr/>
          <p:nvPr/>
        </p:nvSpPr>
        <p:spPr>
          <a:xfrm>
            <a:off x="5892800" y="2825013"/>
            <a:ext cx="201930" cy="1905"/>
          </a:xfrm>
          <a:custGeom>
            <a:avLst/>
            <a:gdLst/>
            <a:ahLst/>
            <a:cxnLst/>
            <a:rect l="l" t="t" r="r" b="b"/>
            <a:pathLst>
              <a:path w="201929" h="1905">
                <a:moveTo>
                  <a:pt x="0" y="0"/>
                </a:moveTo>
                <a:lnTo>
                  <a:pt x="201612" y="1587"/>
                </a:lnTo>
              </a:path>
            </a:pathLst>
          </a:custGeom>
          <a:ln w="33337">
            <a:solidFill>
              <a:srgbClr val="004479"/>
            </a:solidFill>
          </a:ln>
        </p:spPr>
        <p:txBody>
          <a:bodyPr wrap="square" lIns="0" tIns="0" rIns="0" bIns="0" rtlCol="0"/>
          <a:lstStyle/>
          <a:p>
            <a:endParaRPr/>
          </a:p>
        </p:txBody>
      </p:sp>
      <p:sp>
        <p:nvSpPr>
          <p:cNvPr id="84" name="object 84"/>
          <p:cNvSpPr/>
          <p:nvPr/>
        </p:nvSpPr>
        <p:spPr>
          <a:xfrm>
            <a:off x="6094412" y="2825013"/>
            <a:ext cx="190500" cy="1905"/>
          </a:xfrm>
          <a:custGeom>
            <a:avLst/>
            <a:gdLst/>
            <a:ahLst/>
            <a:cxnLst/>
            <a:rect l="l" t="t" r="r" b="b"/>
            <a:pathLst>
              <a:path w="190500" h="1905">
                <a:moveTo>
                  <a:pt x="0" y="0"/>
                </a:moveTo>
                <a:lnTo>
                  <a:pt x="190499" y="1587"/>
                </a:lnTo>
              </a:path>
            </a:pathLst>
          </a:custGeom>
          <a:ln w="33337">
            <a:solidFill>
              <a:srgbClr val="004479"/>
            </a:solidFill>
          </a:ln>
        </p:spPr>
        <p:txBody>
          <a:bodyPr wrap="square" lIns="0" tIns="0" rIns="0" bIns="0" rtlCol="0"/>
          <a:lstStyle/>
          <a:p>
            <a:endParaRPr/>
          </a:p>
        </p:txBody>
      </p:sp>
      <p:sp>
        <p:nvSpPr>
          <p:cNvPr id="85" name="object 85"/>
          <p:cNvSpPr/>
          <p:nvPr/>
        </p:nvSpPr>
        <p:spPr>
          <a:xfrm>
            <a:off x="6284912" y="2825013"/>
            <a:ext cx="201930" cy="1905"/>
          </a:xfrm>
          <a:custGeom>
            <a:avLst/>
            <a:gdLst/>
            <a:ahLst/>
            <a:cxnLst/>
            <a:rect l="l" t="t" r="r" b="b"/>
            <a:pathLst>
              <a:path w="201929" h="1905">
                <a:moveTo>
                  <a:pt x="0" y="0"/>
                </a:moveTo>
                <a:lnTo>
                  <a:pt x="201612" y="1587"/>
                </a:lnTo>
              </a:path>
            </a:pathLst>
          </a:custGeom>
          <a:ln w="33337">
            <a:solidFill>
              <a:srgbClr val="004479"/>
            </a:solidFill>
          </a:ln>
        </p:spPr>
        <p:txBody>
          <a:bodyPr wrap="square" lIns="0" tIns="0" rIns="0" bIns="0" rtlCol="0"/>
          <a:lstStyle/>
          <a:p>
            <a:endParaRPr/>
          </a:p>
        </p:txBody>
      </p:sp>
      <p:sp>
        <p:nvSpPr>
          <p:cNvPr id="86" name="object 86"/>
          <p:cNvSpPr/>
          <p:nvPr/>
        </p:nvSpPr>
        <p:spPr>
          <a:xfrm>
            <a:off x="6486524" y="2825013"/>
            <a:ext cx="201930" cy="1905"/>
          </a:xfrm>
          <a:custGeom>
            <a:avLst/>
            <a:gdLst/>
            <a:ahLst/>
            <a:cxnLst/>
            <a:rect l="l" t="t" r="r" b="b"/>
            <a:pathLst>
              <a:path w="201929" h="1905">
                <a:moveTo>
                  <a:pt x="0" y="0"/>
                </a:moveTo>
                <a:lnTo>
                  <a:pt x="201613" y="1587"/>
                </a:lnTo>
              </a:path>
            </a:pathLst>
          </a:custGeom>
          <a:ln w="33337">
            <a:solidFill>
              <a:srgbClr val="004479"/>
            </a:solidFill>
          </a:ln>
        </p:spPr>
        <p:txBody>
          <a:bodyPr wrap="square" lIns="0" tIns="0" rIns="0" bIns="0" rtlCol="0"/>
          <a:lstStyle/>
          <a:p>
            <a:endParaRPr/>
          </a:p>
        </p:txBody>
      </p:sp>
      <p:sp>
        <p:nvSpPr>
          <p:cNvPr id="87" name="object 87"/>
          <p:cNvSpPr/>
          <p:nvPr/>
        </p:nvSpPr>
        <p:spPr>
          <a:xfrm>
            <a:off x="6688137" y="2825013"/>
            <a:ext cx="190500" cy="1905"/>
          </a:xfrm>
          <a:custGeom>
            <a:avLst/>
            <a:gdLst/>
            <a:ahLst/>
            <a:cxnLst/>
            <a:rect l="l" t="t" r="r" b="b"/>
            <a:pathLst>
              <a:path w="190500" h="1905">
                <a:moveTo>
                  <a:pt x="0" y="0"/>
                </a:moveTo>
                <a:lnTo>
                  <a:pt x="190499" y="1587"/>
                </a:lnTo>
              </a:path>
            </a:pathLst>
          </a:custGeom>
          <a:ln w="33337">
            <a:solidFill>
              <a:srgbClr val="004479"/>
            </a:solidFill>
          </a:ln>
        </p:spPr>
        <p:txBody>
          <a:bodyPr wrap="square" lIns="0" tIns="0" rIns="0" bIns="0" rtlCol="0"/>
          <a:lstStyle/>
          <a:p>
            <a:endParaRPr/>
          </a:p>
        </p:txBody>
      </p:sp>
      <p:sp>
        <p:nvSpPr>
          <p:cNvPr id="88" name="object 88"/>
          <p:cNvSpPr/>
          <p:nvPr/>
        </p:nvSpPr>
        <p:spPr>
          <a:xfrm>
            <a:off x="6878637" y="2825013"/>
            <a:ext cx="203200" cy="1905"/>
          </a:xfrm>
          <a:custGeom>
            <a:avLst/>
            <a:gdLst/>
            <a:ahLst/>
            <a:cxnLst/>
            <a:rect l="l" t="t" r="r" b="b"/>
            <a:pathLst>
              <a:path w="203200" h="1905">
                <a:moveTo>
                  <a:pt x="0" y="0"/>
                </a:moveTo>
                <a:lnTo>
                  <a:pt x="203199" y="1587"/>
                </a:lnTo>
              </a:path>
            </a:pathLst>
          </a:custGeom>
          <a:ln w="33337">
            <a:solidFill>
              <a:srgbClr val="004479"/>
            </a:solidFill>
          </a:ln>
        </p:spPr>
        <p:txBody>
          <a:bodyPr wrap="square" lIns="0" tIns="0" rIns="0" bIns="0" rtlCol="0"/>
          <a:lstStyle/>
          <a:p>
            <a:endParaRPr/>
          </a:p>
        </p:txBody>
      </p:sp>
      <p:sp>
        <p:nvSpPr>
          <p:cNvPr id="89" name="object 89"/>
          <p:cNvSpPr/>
          <p:nvPr/>
        </p:nvSpPr>
        <p:spPr>
          <a:xfrm>
            <a:off x="7081837" y="2825013"/>
            <a:ext cx="201930" cy="1905"/>
          </a:xfrm>
          <a:custGeom>
            <a:avLst/>
            <a:gdLst/>
            <a:ahLst/>
            <a:cxnLst/>
            <a:rect l="l" t="t" r="r" b="b"/>
            <a:pathLst>
              <a:path w="201929" h="1905">
                <a:moveTo>
                  <a:pt x="0" y="0"/>
                </a:moveTo>
                <a:lnTo>
                  <a:pt x="201613" y="1587"/>
                </a:lnTo>
              </a:path>
            </a:pathLst>
          </a:custGeom>
          <a:ln w="33337">
            <a:solidFill>
              <a:srgbClr val="004479"/>
            </a:solidFill>
          </a:ln>
        </p:spPr>
        <p:txBody>
          <a:bodyPr wrap="square" lIns="0" tIns="0" rIns="0" bIns="0" rtlCol="0"/>
          <a:lstStyle/>
          <a:p>
            <a:endParaRPr/>
          </a:p>
        </p:txBody>
      </p:sp>
      <p:sp>
        <p:nvSpPr>
          <p:cNvPr id="90" name="object 90"/>
          <p:cNvSpPr/>
          <p:nvPr/>
        </p:nvSpPr>
        <p:spPr>
          <a:xfrm>
            <a:off x="7283450" y="2825013"/>
            <a:ext cx="190500" cy="1905"/>
          </a:xfrm>
          <a:custGeom>
            <a:avLst/>
            <a:gdLst/>
            <a:ahLst/>
            <a:cxnLst/>
            <a:rect l="l" t="t" r="r" b="b"/>
            <a:pathLst>
              <a:path w="190500" h="1905">
                <a:moveTo>
                  <a:pt x="0" y="0"/>
                </a:moveTo>
                <a:lnTo>
                  <a:pt x="190500" y="1587"/>
                </a:lnTo>
              </a:path>
            </a:pathLst>
          </a:custGeom>
          <a:ln w="33337">
            <a:solidFill>
              <a:srgbClr val="004479"/>
            </a:solidFill>
          </a:ln>
        </p:spPr>
        <p:txBody>
          <a:bodyPr wrap="square" lIns="0" tIns="0" rIns="0" bIns="0" rtlCol="0"/>
          <a:lstStyle/>
          <a:p>
            <a:endParaRPr/>
          </a:p>
        </p:txBody>
      </p:sp>
      <p:sp>
        <p:nvSpPr>
          <p:cNvPr id="91" name="object 91"/>
          <p:cNvSpPr/>
          <p:nvPr/>
        </p:nvSpPr>
        <p:spPr>
          <a:xfrm>
            <a:off x="7473950" y="2825013"/>
            <a:ext cx="201930" cy="1905"/>
          </a:xfrm>
          <a:custGeom>
            <a:avLst/>
            <a:gdLst/>
            <a:ahLst/>
            <a:cxnLst/>
            <a:rect l="l" t="t" r="r" b="b"/>
            <a:pathLst>
              <a:path w="201929" h="1905">
                <a:moveTo>
                  <a:pt x="0" y="0"/>
                </a:moveTo>
                <a:lnTo>
                  <a:pt x="201612" y="1587"/>
                </a:lnTo>
              </a:path>
            </a:pathLst>
          </a:custGeom>
          <a:ln w="33337">
            <a:solidFill>
              <a:srgbClr val="004479"/>
            </a:solidFill>
          </a:ln>
        </p:spPr>
        <p:txBody>
          <a:bodyPr wrap="square" lIns="0" tIns="0" rIns="0" bIns="0" rtlCol="0"/>
          <a:lstStyle/>
          <a:p>
            <a:endParaRPr/>
          </a:p>
        </p:txBody>
      </p:sp>
      <p:sp>
        <p:nvSpPr>
          <p:cNvPr id="92" name="Tijdelijke aanduiding voor dianummer 91"/>
          <p:cNvSpPr>
            <a:spLocks noGrp="1"/>
          </p:cNvSpPr>
          <p:nvPr>
            <p:ph type="sldNum" sz="quarter" idx="12"/>
          </p:nvPr>
        </p:nvSpPr>
        <p:spPr/>
        <p:txBody>
          <a:bodyPr/>
          <a:lstStyle/>
          <a:p>
            <a:pPr>
              <a:defRPr/>
            </a:pPr>
            <a:fld id="{58282971-9F67-4B8D-956D-CE27B12C28F5}" type="slidenum">
              <a:rPr lang="en-US" smtClean="0"/>
              <a:pPr>
                <a:defRPr/>
              </a:pPr>
              <a:t>56</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p:cNvSpPr>
            <a:spLocks noGrp="1"/>
          </p:cNvSpPr>
          <p:nvPr>
            <p:ph type="title"/>
          </p:nvPr>
        </p:nvSpPr>
        <p:spPr/>
        <p:txBody>
          <a:bodyPr/>
          <a:lstStyle/>
          <a:p>
            <a:r>
              <a:rPr lang="nl-BE" dirty="0"/>
              <a:t>SPC </a:t>
            </a:r>
            <a:r>
              <a:rPr lang="nl-BE" dirty="0" err="1"/>
              <a:t>process</a:t>
            </a:r>
            <a:r>
              <a:rPr lang="nl-BE" dirty="0"/>
              <a:t> set up</a:t>
            </a:r>
          </a:p>
        </p:txBody>
      </p:sp>
      <p:sp>
        <p:nvSpPr>
          <p:cNvPr id="6" name="Tijdelijke aanduiding voor inhoud 5"/>
          <p:cNvSpPr>
            <a:spLocks noGrp="1"/>
          </p:cNvSpPr>
          <p:nvPr>
            <p:ph idx="1"/>
          </p:nvPr>
        </p:nvSpPr>
        <p:spPr/>
        <p:txBody>
          <a:bodyPr/>
          <a:lstStyle/>
          <a:p>
            <a:endParaRPr lang="nl-BE"/>
          </a:p>
        </p:txBody>
      </p:sp>
      <p:pic>
        <p:nvPicPr>
          <p:cNvPr id="905218" name="Picture 2"/>
          <p:cNvPicPr>
            <a:picLocks noChangeAspect="1" noChangeArrowheads="1"/>
          </p:cNvPicPr>
          <p:nvPr/>
        </p:nvPicPr>
        <p:blipFill>
          <a:blip r:embed="rId3" cstate="email"/>
          <a:srcRect/>
          <a:stretch>
            <a:fillRect/>
          </a:stretch>
        </p:blipFill>
        <p:spPr bwMode="auto">
          <a:xfrm>
            <a:off x="325104" y="1833813"/>
            <a:ext cx="8592644" cy="4061660"/>
          </a:xfrm>
          <a:prstGeom prst="rect">
            <a:avLst/>
          </a:prstGeom>
          <a:noFill/>
          <a:ln w="9525">
            <a:noFill/>
            <a:miter lim="800000"/>
            <a:headEnd/>
            <a:tailEnd/>
          </a:ln>
        </p:spPr>
      </p:pic>
      <p:sp>
        <p:nvSpPr>
          <p:cNvPr id="7" name="Tijdelijke aanduiding voor dianummer 6"/>
          <p:cNvSpPr>
            <a:spLocks noGrp="1"/>
          </p:cNvSpPr>
          <p:nvPr>
            <p:ph type="sldNum" sz="quarter" idx="12"/>
          </p:nvPr>
        </p:nvSpPr>
        <p:spPr/>
        <p:txBody>
          <a:bodyPr/>
          <a:lstStyle/>
          <a:p>
            <a:pPr>
              <a:defRPr/>
            </a:pPr>
            <a:fld id="{3BAE3F46-7F34-4D55-854B-55B1578BB741}" type="slidenum">
              <a:rPr lang="en-US" smtClean="0"/>
              <a:pPr>
                <a:defRPr/>
              </a:pPr>
              <a:t>57</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normAutofit/>
          </a:bodyPr>
          <a:lstStyle/>
          <a:p>
            <a:r>
              <a:rPr lang="en-GB" altLang="nl-BE" dirty="0"/>
              <a:t>SPC: de PDCA-</a:t>
            </a:r>
            <a:r>
              <a:rPr lang="en-GB" altLang="nl-BE" dirty="0" err="1"/>
              <a:t>cirkel</a:t>
            </a:r>
            <a:endParaRPr lang="en-GB" altLang="nl-BE" dirty="0"/>
          </a:p>
        </p:txBody>
      </p:sp>
      <p:pic>
        <p:nvPicPr>
          <p:cNvPr id="44034" name="Picture 2"/>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418148" y="1469205"/>
            <a:ext cx="7128792" cy="53887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ijdelijke aanduiding voor dianummer 3"/>
          <p:cNvSpPr>
            <a:spLocks noGrp="1"/>
          </p:cNvSpPr>
          <p:nvPr>
            <p:ph type="sldNum" sz="quarter" idx="12"/>
          </p:nvPr>
        </p:nvSpPr>
        <p:spPr/>
        <p:txBody>
          <a:bodyPr/>
          <a:lstStyle/>
          <a:p>
            <a:pPr>
              <a:defRPr/>
            </a:pPr>
            <a:fld id="{58282971-9F67-4B8D-956D-CE27B12C28F5}" type="slidenum">
              <a:rPr lang="en-US" smtClean="0"/>
              <a:pPr>
                <a:defRPr/>
              </a:pPr>
              <a:t>58</a:t>
            </a:fld>
            <a:endParaRPr lang="en-US"/>
          </a:p>
        </p:txBody>
      </p:sp>
    </p:spTree>
    <p:extLst>
      <p:ext uri="{BB962C8B-B14F-4D97-AF65-F5344CB8AC3E}">
        <p14:creationId xmlns:p14="http://schemas.microsoft.com/office/powerpoint/2010/main" val="8185291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hidden="1"/>
          <p:cNvGraphicFramePr>
            <a:graphicFrameLocks/>
          </p:cNvGraphicFramePr>
          <p:nvPr>
            <p:custDataLst>
              <p:tags r:id="rId1"/>
            </p:custDataLst>
            <p:extLst>
              <p:ext uri="{D42A27DB-BD31-4B8C-83A1-F6EECF244321}">
                <p14:modId xmlns:p14="http://schemas.microsoft.com/office/powerpoint/2010/main" val="33753761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59" imgH="360" progId="TCLayout.ActiveDocument.1">
                  <p:embed/>
                </p:oleObj>
              </mc:Choice>
              <mc:Fallback>
                <p:oleObj name="think-cell Slide" r:id="rId5" imgW="359" imgH="360" progId="TCLayout.ActiveDocument.1">
                  <p:embed/>
                  <p:pic>
                    <p:nvPicPr>
                      <p:cNvPr id="2" name="Object 1"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hthoek 2" hidden="1"/>
          <p:cNvSpPr/>
          <p:nvPr>
            <p:custDataLst>
              <p:tags r:id="rId2"/>
            </p:custDataLst>
          </p:nvPr>
        </p:nvSpPr>
        <p:spPr bwMode="auto">
          <a:xfrm>
            <a:off x="0" y="0"/>
            <a:ext cx="158750" cy="158750"/>
          </a:xfrm>
          <a:prstGeom prst="rect">
            <a:avLst/>
          </a:prstGeom>
          <a:solidFill>
            <a:schemeClr val="bg1"/>
          </a:solidFill>
          <a:ln w="6350"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endParaRPr kumimoji="0" lang="nl-BE" sz="3000" u="none" strike="noStrike" cap="none" normalizeH="0" dirty="0">
              <a:ln>
                <a:noFill/>
              </a:ln>
              <a:solidFill>
                <a:schemeClr val="tx1"/>
              </a:solidFill>
              <a:effectLst/>
              <a:latin typeface="Arial" panose="020B0604020202020204" pitchFamily="34" charset="0"/>
              <a:cs typeface="+mj-cs"/>
              <a:sym typeface="Arial" panose="020B0604020202020204" pitchFamily="34" charset="0"/>
            </a:endParaRPr>
          </a:p>
        </p:txBody>
      </p:sp>
      <p:sp>
        <p:nvSpPr>
          <p:cNvPr id="8" name="Titel 7"/>
          <p:cNvSpPr>
            <a:spLocks noGrp="1"/>
          </p:cNvSpPr>
          <p:nvPr>
            <p:ph type="title"/>
          </p:nvPr>
        </p:nvSpPr>
        <p:spPr/>
        <p:txBody>
          <a:bodyPr/>
          <a:lstStyle/>
          <a:p>
            <a:r>
              <a:rPr lang="nl-BE" dirty="0"/>
              <a:t>Spreiding door meetinstrument</a:t>
            </a:r>
          </a:p>
        </p:txBody>
      </p:sp>
      <p:sp>
        <p:nvSpPr>
          <p:cNvPr id="16386" name="Date Placeholder 3"/>
          <p:cNvSpPr>
            <a:spLocks noGrp="1"/>
          </p:cNvSpPr>
          <p:nvPr>
            <p:ph type="dt" sz="half" idx="10"/>
          </p:nvPr>
        </p:nvSpPr>
        <p:spPr/>
        <p:txBody>
          <a:bodyPr/>
          <a:lstStyle/>
          <a:p>
            <a:fld id="{D53F2BEA-E8CF-4438-B540-2CFEEABC70AE}" type="datetime1">
              <a:rPr lang="en-US" smtClean="0"/>
              <a:pPr/>
              <a:t>5/20/2026</a:t>
            </a:fld>
            <a:endParaRPr lang="en-US" dirty="0"/>
          </a:p>
        </p:txBody>
      </p:sp>
      <p:sp>
        <p:nvSpPr>
          <p:cNvPr id="16388" name="Slide Number Placeholder 5"/>
          <p:cNvSpPr>
            <a:spLocks noGrp="1"/>
          </p:cNvSpPr>
          <p:nvPr>
            <p:ph type="sldNum" sz="quarter" idx="12"/>
          </p:nvPr>
        </p:nvSpPr>
        <p:spPr/>
        <p:txBody>
          <a:bodyPr/>
          <a:lstStyle/>
          <a:p>
            <a:fld id="{7B73FC27-7614-474C-A366-A748676F22E6}" type="slidenum">
              <a:rPr lang="en-US" smtClean="0"/>
              <a:pPr/>
              <a:t>59</a:t>
            </a:fld>
            <a:endParaRPr lang="en-US" dirty="0"/>
          </a:p>
        </p:txBody>
      </p:sp>
      <p:pic>
        <p:nvPicPr>
          <p:cNvPr id="37890" name="Picture 2"/>
          <p:cNvPicPr>
            <a:picLocks noGrp="1" noChangeAspect="1" noChangeArrowheads="1"/>
          </p:cNvPicPr>
          <p:nvPr>
            <p:ph idx="1"/>
          </p:nvPr>
        </p:nvPicPr>
        <p:blipFill>
          <a:blip r:embed="rId7" cstate="print"/>
          <a:srcRect/>
          <a:stretch>
            <a:fillRect/>
          </a:stretch>
        </p:blipFill>
        <p:spPr bwMode="auto">
          <a:xfrm>
            <a:off x="813433" y="1348699"/>
            <a:ext cx="7553106" cy="4767263"/>
          </a:xfrm>
          <a:prstGeom prst="rect">
            <a:avLst/>
          </a:prstGeom>
          <a:noFill/>
          <a:ln w="9525">
            <a:noFill/>
            <a:miter lim="800000"/>
            <a:headEnd/>
            <a:tailEnd/>
          </a:ln>
        </p:spPr>
      </p:pic>
    </p:spTree>
    <p:extLst>
      <p:ext uri="{BB962C8B-B14F-4D97-AF65-F5344CB8AC3E}">
        <p14:creationId xmlns:p14="http://schemas.microsoft.com/office/powerpoint/2010/main" val="389890372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ext Box 1133"/>
          <p:cNvSpPr txBox="1">
            <a:spLocks noChangeArrowheads="1"/>
          </p:cNvSpPr>
          <p:nvPr/>
        </p:nvSpPr>
        <p:spPr bwMode="auto">
          <a:xfrm>
            <a:off x="457200" y="1981200"/>
            <a:ext cx="4876800" cy="1909763"/>
          </a:xfrm>
          <a:prstGeom prst="rect">
            <a:avLst/>
          </a:prstGeom>
          <a:noFill/>
          <a:ln w="9525">
            <a:noFill/>
            <a:miter lim="800000"/>
            <a:headEnd/>
            <a:tailEnd/>
          </a:ln>
        </p:spPr>
        <p:txBody>
          <a:bodyPr>
            <a:spAutoFit/>
          </a:bodyPr>
          <a:lstStyle/>
          <a:p>
            <a:r>
              <a:rPr lang="en-US" dirty="0">
                <a:latin typeface="Symbol" pitchFamily="18" charset="2"/>
              </a:rPr>
              <a:t>s</a:t>
            </a:r>
            <a:r>
              <a:rPr lang="en-US" sz="2800" baseline="30000" dirty="0"/>
              <a:t>2</a:t>
            </a:r>
            <a:r>
              <a:rPr lang="en-US" sz="2800" baseline="-25000" dirty="0">
                <a:latin typeface="Arial" pitchFamily="34" charset="0"/>
              </a:rPr>
              <a:t>Total</a:t>
            </a:r>
            <a:r>
              <a:rPr lang="en-US" dirty="0"/>
              <a:t> = </a:t>
            </a:r>
            <a:r>
              <a:rPr lang="en-US" dirty="0">
                <a:latin typeface="Symbol" pitchFamily="18" charset="2"/>
              </a:rPr>
              <a:t>s</a:t>
            </a:r>
            <a:r>
              <a:rPr lang="en-US" sz="2800" baseline="30000" dirty="0"/>
              <a:t>2</a:t>
            </a:r>
            <a:r>
              <a:rPr lang="en-US" sz="2800" baseline="-25000" dirty="0">
                <a:latin typeface="Arial" pitchFamily="34" charset="0"/>
              </a:rPr>
              <a:t>Part-Part</a:t>
            </a:r>
            <a:r>
              <a:rPr lang="en-US" dirty="0"/>
              <a:t>  + </a:t>
            </a:r>
            <a:r>
              <a:rPr lang="en-US" dirty="0">
                <a:latin typeface="Symbol" pitchFamily="18" charset="2"/>
              </a:rPr>
              <a:t>s</a:t>
            </a:r>
            <a:r>
              <a:rPr lang="en-US" sz="2800" baseline="30000" dirty="0"/>
              <a:t>2</a:t>
            </a:r>
            <a:r>
              <a:rPr lang="en-US" sz="2800" baseline="-25000" dirty="0">
                <a:latin typeface="Arial" pitchFamily="34" charset="0"/>
              </a:rPr>
              <a:t>R&amp;R</a:t>
            </a:r>
          </a:p>
          <a:p>
            <a:endParaRPr lang="en-US" sz="1800" dirty="0">
              <a:latin typeface="Arial" pitchFamily="34" charset="0"/>
            </a:endParaRPr>
          </a:p>
          <a:p>
            <a:r>
              <a:rPr lang="en-US" sz="1800" dirty="0">
                <a:latin typeface="Arial" pitchFamily="34" charset="0"/>
              </a:rPr>
              <a:t>Recommendation:</a:t>
            </a:r>
          </a:p>
          <a:p>
            <a:pPr>
              <a:lnSpc>
                <a:spcPct val="40000"/>
              </a:lnSpc>
            </a:pPr>
            <a:endParaRPr lang="en-US" sz="1800" dirty="0">
              <a:latin typeface="Arial" pitchFamily="34" charset="0"/>
            </a:endParaRPr>
          </a:p>
          <a:p>
            <a:r>
              <a:rPr lang="en-US" sz="1800" dirty="0">
                <a:latin typeface="Arial" pitchFamily="34" charset="0"/>
              </a:rPr>
              <a:t>Resolution </a:t>
            </a:r>
            <a:r>
              <a:rPr lang="en-US" sz="1800" dirty="0">
                <a:latin typeface="Symbol" pitchFamily="18" charset="2"/>
              </a:rPr>
              <a:t>£ </a:t>
            </a:r>
            <a:r>
              <a:rPr lang="en-US" sz="1800" dirty="0">
                <a:latin typeface="Arial" pitchFamily="34" charset="0"/>
              </a:rPr>
              <a:t>10% of tolerance to measure</a:t>
            </a:r>
          </a:p>
          <a:p>
            <a:r>
              <a:rPr lang="en-US" sz="1800" dirty="0">
                <a:latin typeface="Arial" pitchFamily="34" charset="0"/>
              </a:rPr>
              <a:t>Gauge R&amp;R </a:t>
            </a:r>
            <a:r>
              <a:rPr lang="en-US" sz="1800" dirty="0">
                <a:latin typeface="Symbol" pitchFamily="18" charset="2"/>
              </a:rPr>
              <a:t>£</a:t>
            </a:r>
            <a:r>
              <a:rPr lang="en-US" sz="1800" dirty="0">
                <a:latin typeface="Arial" pitchFamily="34" charset="0"/>
              </a:rPr>
              <a:t> 20% of tolerance to measure</a:t>
            </a:r>
          </a:p>
          <a:p>
            <a:endParaRPr lang="en-US" sz="1600" dirty="0"/>
          </a:p>
        </p:txBody>
      </p:sp>
      <p:sp>
        <p:nvSpPr>
          <p:cNvPr id="50179" name="Text Box 1134"/>
          <p:cNvSpPr txBox="1">
            <a:spLocks noChangeArrowheads="1"/>
          </p:cNvSpPr>
          <p:nvPr/>
        </p:nvSpPr>
        <p:spPr bwMode="auto">
          <a:xfrm>
            <a:off x="533400" y="4410075"/>
            <a:ext cx="7848600" cy="2246769"/>
          </a:xfrm>
          <a:prstGeom prst="rect">
            <a:avLst/>
          </a:prstGeom>
          <a:noFill/>
          <a:ln w="9525">
            <a:noFill/>
            <a:miter lim="800000"/>
            <a:headEnd/>
            <a:tailEnd/>
          </a:ln>
        </p:spPr>
        <p:txBody>
          <a:bodyPr>
            <a:spAutoFit/>
          </a:bodyPr>
          <a:lstStyle/>
          <a:p>
            <a:pPr algn="just">
              <a:buFontTx/>
              <a:buChar char="•"/>
            </a:pPr>
            <a:r>
              <a:rPr lang="en-US" sz="1400" b="1" i="1" dirty="0">
                <a:latin typeface="Arial" pitchFamily="34" charset="0"/>
              </a:rPr>
              <a:t> </a:t>
            </a:r>
            <a:r>
              <a:rPr lang="en-US" sz="1400" b="1" i="1" dirty="0">
                <a:solidFill>
                  <a:srgbClr val="FF0000"/>
                </a:solidFill>
                <a:latin typeface="Arial" pitchFamily="34" charset="0"/>
              </a:rPr>
              <a:t>R</a:t>
            </a:r>
            <a:r>
              <a:rPr lang="en-US" sz="1400" b="1" i="1" dirty="0">
                <a:latin typeface="Arial" pitchFamily="34" charset="0"/>
              </a:rPr>
              <a:t>epeatability (Equipment variation)</a:t>
            </a:r>
          </a:p>
          <a:p>
            <a:pPr marL="342900" lvl="1" indent="-50800" algn="just"/>
            <a:r>
              <a:rPr lang="en-US" sz="1400" dirty="0">
                <a:latin typeface="Arial" pitchFamily="34" charset="0"/>
              </a:rPr>
              <a:t>	Variation observed with one measurement device when used several times by </a:t>
            </a:r>
            <a:r>
              <a:rPr lang="en-US" sz="1400" b="1" dirty="0">
                <a:latin typeface="Arial" pitchFamily="34" charset="0"/>
              </a:rPr>
              <a:t>one operator </a:t>
            </a:r>
            <a:r>
              <a:rPr lang="en-US" sz="1400" dirty="0">
                <a:latin typeface="Arial" pitchFamily="34" charset="0"/>
              </a:rPr>
              <a:t>while measuring the identical characteristic on the same part.</a:t>
            </a:r>
          </a:p>
          <a:p>
            <a:pPr algn="just">
              <a:buFontTx/>
              <a:buChar char="•"/>
            </a:pPr>
            <a:r>
              <a:rPr lang="en-US" sz="1400" b="1" i="1" dirty="0">
                <a:latin typeface="Arial" pitchFamily="34" charset="0"/>
              </a:rPr>
              <a:t> </a:t>
            </a:r>
            <a:r>
              <a:rPr lang="en-US" sz="1400" b="1" i="1" dirty="0">
                <a:solidFill>
                  <a:srgbClr val="FF0000"/>
                </a:solidFill>
                <a:latin typeface="Arial" pitchFamily="34" charset="0"/>
              </a:rPr>
              <a:t>R</a:t>
            </a:r>
            <a:r>
              <a:rPr lang="en-US" sz="1400" b="1" i="1" dirty="0">
                <a:latin typeface="Arial" pitchFamily="34" charset="0"/>
              </a:rPr>
              <a:t>eproducibility (Appraised variation)</a:t>
            </a:r>
          </a:p>
          <a:p>
            <a:pPr marL="342900" lvl="1" indent="-50800" algn="just"/>
            <a:r>
              <a:rPr lang="en-US" sz="1400" dirty="0">
                <a:latin typeface="Arial" pitchFamily="34" charset="0"/>
              </a:rPr>
              <a:t>	Variation obtained from </a:t>
            </a:r>
            <a:r>
              <a:rPr lang="en-US" sz="1400" b="1" dirty="0">
                <a:latin typeface="Arial" pitchFamily="34" charset="0"/>
              </a:rPr>
              <a:t>different operators</a:t>
            </a:r>
            <a:r>
              <a:rPr lang="en-US" sz="1400" dirty="0">
                <a:latin typeface="Arial" pitchFamily="34" charset="0"/>
              </a:rPr>
              <a:t> using the same device when measuring the identical characteristic on the same part.</a:t>
            </a:r>
          </a:p>
          <a:p>
            <a:pPr algn="just">
              <a:buFontTx/>
              <a:buChar char="•"/>
            </a:pPr>
            <a:r>
              <a:rPr lang="en-US" sz="1400" b="1" i="1" dirty="0">
                <a:latin typeface="Arial" pitchFamily="34" charset="0"/>
              </a:rPr>
              <a:t>Stability or Drift</a:t>
            </a:r>
          </a:p>
          <a:p>
            <a:pPr marL="342900" lvl="1" indent="-50800" algn="just"/>
            <a:r>
              <a:rPr lang="en-US" sz="1400" dirty="0">
                <a:latin typeface="Arial" pitchFamily="34" charset="0"/>
              </a:rPr>
              <a:t>	Total variation in the measurement obtained with a measurement obtained on the same master or reference value when measuring the same characteristic, over an extending time period.</a:t>
            </a:r>
          </a:p>
        </p:txBody>
      </p:sp>
      <p:grpSp>
        <p:nvGrpSpPr>
          <p:cNvPr id="2" name="Group 1138"/>
          <p:cNvGrpSpPr>
            <a:grpSpLocks/>
          </p:cNvGrpSpPr>
          <p:nvPr/>
        </p:nvGrpSpPr>
        <p:grpSpPr bwMode="auto">
          <a:xfrm>
            <a:off x="5360988" y="1536700"/>
            <a:ext cx="2716212" cy="2806700"/>
            <a:chOff x="278" y="1200"/>
            <a:chExt cx="2139" cy="2210"/>
          </a:xfrm>
        </p:grpSpPr>
        <p:sp>
          <p:nvSpPr>
            <p:cNvPr id="50182" name="Line 1028"/>
            <p:cNvSpPr>
              <a:spLocks noChangeShapeType="1"/>
            </p:cNvSpPr>
            <p:nvPr/>
          </p:nvSpPr>
          <p:spPr bwMode="auto">
            <a:xfrm rot="5400000">
              <a:off x="-371" y="2016"/>
              <a:ext cx="1632" cy="0"/>
            </a:xfrm>
            <a:prstGeom prst="line">
              <a:avLst/>
            </a:prstGeom>
            <a:noFill/>
            <a:ln w="12700">
              <a:solidFill>
                <a:srgbClr val="000000"/>
              </a:solidFill>
              <a:round/>
              <a:headEnd type="none" w="sm" len="sm"/>
              <a:tailEnd type="none" w="sm" len="sm"/>
            </a:ln>
          </p:spPr>
          <p:txBody>
            <a:bodyPr wrap="none" anchor="ctr"/>
            <a:lstStyle/>
            <a:p>
              <a:endParaRPr lang="nl-BE"/>
            </a:p>
          </p:txBody>
        </p:sp>
        <p:sp>
          <p:nvSpPr>
            <p:cNvPr id="50183" name="Line 1029"/>
            <p:cNvSpPr>
              <a:spLocks noChangeShapeType="1"/>
            </p:cNvSpPr>
            <p:nvPr/>
          </p:nvSpPr>
          <p:spPr bwMode="auto">
            <a:xfrm rot="5400000" flipV="1">
              <a:off x="445" y="1189"/>
              <a:ext cx="0" cy="22"/>
            </a:xfrm>
            <a:prstGeom prst="line">
              <a:avLst/>
            </a:prstGeom>
            <a:noFill/>
            <a:ln w="12700">
              <a:solidFill>
                <a:srgbClr val="000000"/>
              </a:solidFill>
              <a:round/>
              <a:headEnd type="none" w="sm" len="sm"/>
              <a:tailEnd type="none" w="sm" len="sm"/>
            </a:ln>
          </p:spPr>
          <p:txBody>
            <a:bodyPr wrap="none" anchor="ctr"/>
            <a:lstStyle/>
            <a:p>
              <a:endParaRPr lang="nl-BE"/>
            </a:p>
          </p:txBody>
        </p:sp>
        <p:sp>
          <p:nvSpPr>
            <p:cNvPr id="50184" name="Line 1030"/>
            <p:cNvSpPr>
              <a:spLocks noChangeShapeType="1"/>
            </p:cNvSpPr>
            <p:nvPr/>
          </p:nvSpPr>
          <p:spPr bwMode="auto">
            <a:xfrm rot="5400000" flipV="1">
              <a:off x="445" y="1324"/>
              <a:ext cx="0" cy="22"/>
            </a:xfrm>
            <a:prstGeom prst="line">
              <a:avLst/>
            </a:prstGeom>
            <a:noFill/>
            <a:ln w="12700">
              <a:solidFill>
                <a:srgbClr val="000000"/>
              </a:solidFill>
              <a:round/>
              <a:headEnd type="none" w="sm" len="sm"/>
              <a:tailEnd type="none" w="sm" len="sm"/>
            </a:ln>
          </p:spPr>
          <p:txBody>
            <a:bodyPr wrap="none" anchor="ctr"/>
            <a:lstStyle/>
            <a:p>
              <a:endParaRPr lang="nl-BE"/>
            </a:p>
          </p:txBody>
        </p:sp>
        <p:sp>
          <p:nvSpPr>
            <p:cNvPr id="50185" name="Line 1031"/>
            <p:cNvSpPr>
              <a:spLocks noChangeShapeType="1"/>
            </p:cNvSpPr>
            <p:nvPr/>
          </p:nvSpPr>
          <p:spPr bwMode="auto">
            <a:xfrm rot="5400000" flipV="1">
              <a:off x="445" y="1461"/>
              <a:ext cx="0" cy="22"/>
            </a:xfrm>
            <a:prstGeom prst="line">
              <a:avLst/>
            </a:prstGeom>
            <a:noFill/>
            <a:ln w="12700">
              <a:solidFill>
                <a:srgbClr val="000000"/>
              </a:solidFill>
              <a:round/>
              <a:headEnd type="none" w="sm" len="sm"/>
              <a:tailEnd type="none" w="sm" len="sm"/>
            </a:ln>
          </p:spPr>
          <p:txBody>
            <a:bodyPr wrap="none" anchor="ctr"/>
            <a:lstStyle/>
            <a:p>
              <a:endParaRPr lang="nl-BE"/>
            </a:p>
          </p:txBody>
        </p:sp>
        <p:sp>
          <p:nvSpPr>
            <p:cNvPr id="50186" name="Line 1032"/>
            <p:cNvSpPr>
              <a:spLocks noChangeShapeType="1"/>
            </p:cNvSpPr>
            <p:nvPr/>
          </p:nvSpPr>
          <p:spPr bwMode="auto">
            <a:xfrm rot="5400000" flipV="1">
              <a:off x="445" y="1597"/>
              <a:ext cx="0" cy="22"/>
            </a:xfrm>
            <a:prstGeom prst="line">
              <a:avLst/>
            </a:prstGeom>
            <a:noFill/>
            <a:ln w="12700">
              <a:solidFill>
                <a:srgbClr val="000000"/>
              </a:solidFill>
              <a:round/>
              <a:headEnd type="none" w="sm" len="sm"/>
              <a:tailEnd type="none" w="sm" len="sm"/>
            </a:ln>
          </p:spPr>
          <p:txBody>
            <a:bodyPr wrap="none" anchor="ctr"/>
            <a:lstStyle/>
            <a:p>
              <a:endParaRPr lang="nl-BE"/>
            </a:p>
          </p:txBody>
        </p:sp>
        <p:sp>
          <p:nvSpPr>
            <p:cNvPr id="50187" name="Line 1033"/>
            <p:cNvSpPr>
              <a:spLocks noChangeShapeType="1"/>
            </p:cNvSpPr>
            <p:nvPr/>
          </p:nvSpPr>
          <p:spPr bwMode="auto">
            <a:xfrm rot="5400000" flipV="1">
              <a:off x="445" y="1733"/>
              <a:ext cx="0" cy="22"/>
            </a:xfrm>
            <a:prstGeom prst="line">
              <a:avLst/>
            </a:prstGeom>
            <a:noFill/>
            <a:ln w="12700">
              <a:solidFill>
                <a:srgbClr val="000000"/>
              </a:solidFill>
              <a:round/>
              <a:headEnd type="none" w="sm" len="sm"/>
              <a:tailEnd type="none" w="sm" len="sm"/>
            </a:ln>
          </p:spPr>
          <p:txBody>
            <a:bodyPr wrap="none" anchor="ctr"/>
            <a:lstStyle/>
            <a:p>
              <a:endParaRPr lang="nl-BE"/>
            </a:p>
          </p:txBody>
        </p:sp>
        <p:sp>
          <p:nvSpPr>
            <p:cNvPr id="50188" name="Line 1034"/>
            <p:cNvSpPr>
              <a:spLocks noChangeShapeType="1"/>
            </p:cNvSpPr>
            <p:nvPr/>
          </p:nvSpPr>
          <p:spPr bwMode="auto">
            <a:xfrm rot="5400000" flipV="1">
              <a:off x="445" y="1869"/>
              <a:ext cx="0" cy="22"/>
            </a:xfrm>
            <a:prstGeom prst="line">
              <a:avLst/>
            </a:prstGeom>
            <a:noFill/>
            <a:ln w="12700">
              <a:solidFill>
                <a:srgbClr val="000000"/>
              </a:solidFill>
              <a:round/>
              <a:headEnd type="none" w="sm" len="sm"/>
              <a:tailEnd type="none" w="sm" len="sm"/>
            </a:ln>
          </p:spPr>
          <p:txBody>
            <a:bodyPr wrap="none" anchor="ctr"/>
            <a:lstStyle/>
            <a:p>
              <a:endParaRPr lang="nl-BE"/>
            </a:p>
          </p:txBody>
        </p:sp>
        <p:sp>
          <p:nvSpPr>
            <p:cNvPr id="50189" name="Line 1035"/>
            <p:cNvSpPr>
              <a:spLocks noChangeShapeType="1"/>
            </p:cNvSpPr>
            <p:nvPr/>
          </p:nvSpPr>
          <p:spPr bwMode="auto">
            <a:xfrm rot="5400000" flipV="1">
              <a:off x="445" y="2005"/>
              <a:ext cx="0" cy="22"/>
            </a:xfrm>
            <a:prstGeom prst="line">
              <a:avLst/>
            </a:prstGeom>
            <a:noFill/>
            <a:ln w="12700">
              <a:solidFill>
                <a:srgbClr val="000000"/>
              </a:solidFill>
              <a:round/>
              <a:headEnd type="none" w="sm" len="sm"/>
              <a:tailEnd type="none" w="sm" len="sm"/>
            </a:ln>
          </p:spPr>
          <p:txBody>
            <a:bodyPr wrap="none" anchor="ctr"/>
            <a:lstStyle/>
            <a:p>
              <a:endParaRPr lang="nl-BE"/>
            </a:p>
          </p:txBody>
        </p:sp>
        <p:sp>
          <p:nvSpPr>
            <p:cNvPr id="50190" name="Line 1036"/>
            <p:cNvSpPr>
              <a:spLocks noChangeShapeType="1"/>
            </p:cNvSpPr>
            <p:nvPr/>
          </p:nvSpPr>
          <p:spPr bwMode="auto">
            <a:xfrm rot="5400000" flipV="1">
              <a:off x="445" y="2141"/>
              <a:ext cx="0" cy="22"/>
            </a:xfrm>
            <a:prstGeom prst="line">
              <a:avLst/>
            </a:prstGeom>
            <a:noFill/>
            <a:ln w="12700">
              <a:solidFill>
                <a:srgbClr val="000000"/>
              </a:solidFill>
              <a:round/>
              <a:headEnd type="none" w="sm" len="sm"/>
              <a:tailEnd type="none" w="sm" len="sm"/>
            </a:ln>
          </p:spPr>
          <p:txBody>
            <a:bodyPr wrap="none" anchor="ctr"/>
            <a:lstStyle/>
            <a:p>
              <a:endParaRPr lang="nl-BE"/>
            </a:p>
          </p:txBody>
        </p:sp>
        <p:sp>
          <p:nvSpPr>
            <p:cNvPr id="50191" name="Line 1037"/>
            <p:cNvSpPr>
              <a:spLocks noChangeShapeType="1"/>
            </p:cNvSpPr>
            <p:nvPr/>
          </p:nvSpPr>
          <p:spPr bwMode="auto">
            <a:xfrm rot="5400000" flipV="1">
              <a:off x="445" y="2277"/>
              <a:ext cx="0" cy="22"/>
            </a:xfrm>
            <a:prstGeom prst="line">
              <a:avLst/>
            </a:prstGeom>
            <a:noFill/>
            <a:ln w="12700">
              <a:solidFill>
                <a:srgbClr val="000000"/>
              </a:solidFill>
              <a:round/>
              <a:headEnd type="none" w="sm" len="sm"/>
              <a:tailEnd type="none" w="sm" len="sm"/>
            </a:ln>
          </p:spPr>
          <p:txBody>
            <a:bodyPr wrap="none" anchor="ctr"/>
            <a:lstStyle/>
            <a:p>
              <a:endParaRPr lang="nl-BE"/>
            </a:p>
          </p:txBody>
        </p:sp>
        <p:sp>
          <p:nvSpPr>
            <p:cNvPr id="50192" name="Line 1038"/>
            <p:cNvSpPr>
              <a:spLocks noChangeShapeType="1"/>
            </p:cNvSpPr>
            <p:nvPr/>
          </p:nvSpPr>
          <p:spPr bwMode="auto">
            <a:xfrm rot="5400000" flipV="1">
              <a:off x="445" y="2413"/>
              <a:ext cx="0" cy="22"/>
            </a:xfrm>
            <a:prstGeom prst="line">
              <a:avLst/>
            </a:prstGeom>
            <a:noFill/>
            <a:ln w="12700">
              <a:solidFill>
                <a:srgbClr val="000000"/>
              </a:solidFill>
              <a:round/>
              <a:headEnd type="none" w="sm" len="sm"/>
              <a:tailEnd type="none" w="sm" len="sm"/>
            </a:ln>
          </p:spPr>
          <p:txBody>
            <a:bodyPr wrap="none" anchor="ctr"/>
            <a:lstStyle/>
            <a:p>
              <a:endParaRPr lang="nl-BE"/>
            </a:p>
          </p:txBody>
        </p:sp>
        <p:sp>
          <p:nvSpPr>
            <p:cNvPr id="50193" name="Line 1039"/>
            <p:cNvSpPr>
              <a:spLocks noChangeShapeType="1"/>
            </p:cNvSpPr>
            <p:nvPr/>
          </p:nvSpPr>
          <p:spPr bwMode="auto">
            <a:xfrm rot="5400000" flipV="1">
              <a:off x="445" y="2549"/>
              <a:ext cx="0" cy="22"/>
            </a:xfrm>
            <a:prstGeom prst="line">
              <a:avLst/>
            </a:prstGeom>
            <a:noFill/>
            <a:ln w="12700">
              <a:solidFill>
                <a:srgbClr val="000000"/>
              </a:solidFill>
              <a:round/>
              <a:headEnd type="none" w="sm" len="sm"/>
              <a:tailEnd type="none" w="sm" len="sm"/>
            </a:ln>
          </p:spPr>
          <p:txBody>
            <a:bodyPr wrap="none" anchor="ctr"/>
            <a:lstStyle/>
            <a:p>
              <a:endParaRPr lang="nl-BE"/>
            </a:p>
          </p:txBody>
        </p:sp>
        <p:sp>
          <p:nvSpPr>
            <p:cNvPr id="50194" name="Line 1040"/>
            <p:cNvSpPr>
              <a:spLocks noChangeShapeType="1"/>
            </p:cNvSpPr>
            <p:nvPr/>
          </p:nvSpPr>
          <p:spPr bwMode="auto">
            <a:xfrm rot="5400000" flipV="1">
              <a:off x="445" y="2685"/>
              <a:ext cx="0" cy="22"/>
            </a:xfrm>
            <a:prstGeom prst="line">
              <a:avLst/>
            </a:prstGeom>
            <a:noFill/>
            <a:ln w="12700">
              <a:solidFill>
                <a:srgbClr val="000000"/>
              </a:solidFill>
              <a:round/>
              <a:headEnd type="none" w="sm" len="sm"/>
              <a:tailEnd type="none" w="sm" len="sm"/>
            </a:ln>
          </p:spPr>
          <p:txBody>
            <a:bodyPr wrap="none" anchor="ctr"/>
            <a:lstStyle/>
            <a:p>
              <a:endParaRPr lang="nl-BE"/>
            </a:p>
          </p:txBody>
        </p:sp>
        <p:sp>
          <p:nvSpPr>
            <p:cNvPr id="50195" name="Line 1041"/>
            <p:cNvSpPr>
              <a:spLocks noChangeShapeType="1"/>
            </p:cNvSpPr>
            <p:nvPr/>
          </p:nvSpPr>
          <p:spPr bwMode="auto">
            <a:xfrm rot="5400000" flipV="1">
              <a:off x="445" y="2821"/>
              <a:ext cx="0" cy="22"/>
            </a:xfrm>
            <a:prstGeom prst="line">
              <a:avLst/>
            </a:prstGeom>
            <a:noFill/>
            <a:ln w="12700">
              <a:solidFill>
                <a:srgbClr val="000000"/>
              </a:solidFill>
              <a:round/>
              <a:headEnd type="none" w="sm" len="sm"/>
              <a:tailEnd type="none" w="sm" len="sm"/>
            </a:ln>
          </p:spPr>
          <p:txBody>
            <a:bodyPr wrap="none" anchor="ctr"/>
            <a:lstStyle/>
            <a:p>
              <a:endParaRPr lang="nl-BE"/>
            </a:p>
          </p:txBody>
        </p:sp>
        <p:sp>
          <p:nvSpPr>
            <p:cNvPr id="50196" name="Line 1042"/>
            <p:cNvSpPr>
              <a:spLocks noChangeShapeType="1"/>
            </p:cNvSpPr>
            <p:nvPr/>
          </p:nvSpPr>
          <p:spPr bwMode="auto">
            <a:xfrm rot="5400000">
              <a:off x="410" y="1235"/>
              <a:ext cx="69" cy="0"/>
            </a:xfrm>
            <a:prstGeom prst="line">
              <a:avLst/>
            </a:prstGeom>
            <a:noFill/>
            <a:ln w="12700">
              <a:solidFill>
                <a:srgbClr val="808080"/>
              </a:solidFill>
              <a:round/>
              <a:headEnd type="none" w="sm" len="sm"/>
              <a:tailEnd type="none" w="sm" len="sm"/>
            </a:ln>
          </p:spPr>
          <p:txBody>
            <a:bodyPr wrap="none" anchor="ctr"/>
            <a:lstStyle/>
            <a:p>
              <a:endParaRPr lang="nl-BE"/>
            </a:p>
          </p:txBody>
        </p:sp>
        <p:sp>
          <p:nvSpPr>
            <p:cNvPr id="50197" name="Line 1043"/>
            <p:cNvSpPr>
              <a:spLocks noChangeShapeType="1"/>
            </p:cNvSpPr>
            <p:nvPr/>
          </p:nvSpPr>
          <p:spPr bwMode="auto">
            <a:xfrm rot="5400000">
              <a:off x="412" y="1302"/>
              <a:ext cx="66" cy="0"/>
            </a:xfrm>
            <a:prstGeom prst="line">
              <a:avLst/>
            </a:prstGeom>
            <a:noFill/>
            <a:ln w="12700">
              <a:solidFill>
                <a:srgbClr val="808080"/>
              </a:solidFill>
              <a:round/>
              <a:headEnd type="none" w="sm" len="sm"/>
              <a:tailEnd type="none" w="sm" len="sm"/>
            </a:ln>
          </p:spPr>
          <p:txBody>
            <a:bodyPr wrap="none" anchor="ctr"/>
            <a:lstStyle/>
            <a:p>
              <a:endParaRPr lang="nl-BE"/>
            </a:p>
          </p:txBody>
        </p:sp>
        <p:sp>
          <p:nvSpPr>
            <p:cNvPr id="50198" name="Line 1044"/>
            <p:cNvSpPr>
              <a:spLocks noChangeShapeType="1"/>
            </p:cNvSpPr>
            <p:nvPr/>
          </p:nvSpPr>
          <p:spPr bwMode="auto">
            <a:xfrm rot="5400000">
              <a:off x="410" y="1370"/>
              <a:ext cx="69" cy="0"/>
            </a:xfrm>
            <a:prstGeom prst="line">
              <a:avLst/>
            </a:prstGeom>
            <a:noFill/>
            <a:ln w="12700">
              <a:solidFill>
                <a:srgbClr val="808080"/>
              </a:solidFill>
              <a:round/>
              <a:headEnd type="none" w="sm" len="sm"/>
              <a:tailEnd type="none" w="sm" len="sm"/>
            </a:ln>
          </p:spPr>
          <p:txBody>
            <a:bodyPr wrap="none" anchor="ctr"/>
            <a:lstStyle/>
            <a:p>
              <a:endParaRPr lang="nl-BE"/>
            </a:p>
          </p:txBody>
        </p:sp>
        <p:sp>
          <p:nvSpPr>
            <p:cNvPr id="50199" name="Freeform 1045"/>
            <p:cNvSpPr>
              <a:spLocks/>
            </p:cNvSpPr>
            <p:nvPr/>
          </p:nvSpPr>
          <p:spPr bwMode="auto">
            <a:xfrm rot="5400000">
              <a:off x="410" y="1437"/>
              <a:ext cx="68" cy="1"/>
            </a:xfrm>
            <a:custGeom>
              <a:avLst/>
              <a:gdLst>
                <a:gd name="T0" fmla="*/ 0 w 153"/>
                <a:gd name="T1" fmla="*/ 0 h 1"/>
                <a:gd name="T2" fmla="*/ 76 w 153"/>
                <a:gd name="T3" fmla="*/ 0 h 1"/>
                <a:gd name="T4" fmla="*/ 152 w 153"/>
                <a:gd name="T5" fmla="*/ 0 h 1"/>
                <a:gd name="T6" fmla="*/ 0 60000 65536"/>
                <a:gd name="T7" fmla="*/ 0 60000 65536"/>
                <a:gd name="T8" fmla="*/ 0 60000 65536"/>
                <a:gd name="T9" fmla="*/ 0 w 153"/>
                <a:gd name="T10" fmla="*/ 0 h 1"/>
                <a:gd name="T11" fmla="*/ 153 w 153"/>
                <a:gd name="T12" fmla="*/ 1 h 1"/>
              </a:gdLst>
              <a:ahLst/>
              <a:cxnLst>
                <a:cxn ang="T6">
                  <a:pos x="T0" y="T1"/>
                </a:cxn>
                <a:cxn ang="T7">
                  <a:pos x="T2" y="T3"/>
                </a:cxn>
                <a:cxn ang="T8">
                  <a:pos x="T4" y="T5"/>
                </a:cxn>
              </a:cxnLst>
              <a:rect l="T9" t="T10" r="T11" b="T12"/>
              <a:pathLst>
                <a:path w="153" h="1">
                  <a:moveTo>
                    <a:pt x="0" y="0"/>
                  </a:moveTo>
                  <a:lnTo>
                    <a:pt x="76" y="0"/>
                  </a:lnTo>
                  <a:lnTo>
                    <a:pt x="152" y="0"/>
                  </a:lnTo>
                </a:path>
              </a:pathLst>
            </a:custGeom>
            <a:noFill/>
            <a:ln w="12700" cap="rnd" cmpd="sng">
              <a:solidFill>
                <a:srgbClr val="808080"/>
              </a:solidFill>
              <a:prstDash val="solid"/>
              <a:round/>
              <a:headEnd type="none" w="sm" len="sm"/>
              <a:tailEnd type="none" w="sm" len="sm"/>
            </a:ln>
          </p:spPr>
          <p:txBody>
            <a:bodyPr/>
            <a:lstStyle/>
            <a:p>
              <a:endParaRPr lang="nl-BE"/>
            </a:p>
          </p:txBody>
        </p:sp>
        <p:sp>
          <p:nvSpPr>
            <p:cNvPr id="50200" name="Freeform 1046"/>
            <p:cNvSpPr>
              <a:spLocks/>
            </p:cNvSpPr>
            <p:nvPr/>
          </p:nvSpPr>
          <p:spPr bwMode="auto">
            <a:xfrm rot="5400000">
              <a:off x="414" y="1570"/>
              <a:ext cx="68" cy="8"/>
            </a:xfrm>
            <a:custGeom>
              <a:avLst/>
              <a:gdLst>
                <a:gd name="T0" fmla="*/ 0 w 153"/>
                <a:gd name="T1" fmla="*/ 16 h 17"/>
                <a:gd name="T2" fmla="*/ 38 w 153"/>
                <a:gd name="T3" fmla="*/ 13 h 17"/>
                <a:gd name="T4" fmla="*/ 76 w 153"/>
                <a:gd name="T5" fmla="*/ 12 h 17"/>
                <a:gd name="T6" fmla="*/ 114 w 153"/>
                <a:gd name="T7" fmla="*/ 6 h 17"/>
                <a:gd name="T8" fmla="*/ 152 w 153"/>
                <a:gd name="T9" fmla="*/ 0 h 17"/>
                <a:gd name="T10" fmla="*/ 0 60000 65536"/>
                <a:gd name="T11" fmla="*/ 0 60000 65536"/>
                <a:gd name="T12" fmla="*/ 0 60000 65536"/>
                <a:gd name="T13" fmla="*/ 0 60000 65536"/>
                <a:gd name="T14" fmla="*/ 0 60000 65536"/>
                <a:gd name="T15" fmla="*/ 0 w 153"/>
                <a:gd name="T16" fmla="*/ 0 h 17"/>
                <a:gd name="T17" fmla="*/ 153 w 153"/>
                <a:gd name="T18" fmla="*/ 17 h 17"/>
              </a:gdLst>
              <a:ahLst/>
              <a:cxnLst>
                <a:cxn ang="T10">
                  <a:pos x="T0" y="T1"/>
                </a:cxn>
                <a:cxn ang="T11">
                  <a:pos x="T2" y="T3"/>
                </a:cxn>
                <a:cxn ang="T12">
                  <a:pos x="T4" y="T5"/>
                </a:cxn>
                <a:cxn ang="T13">
                  <a:pos x="T6" y="T7"/>
                </a:cxn>
                <a:cxn ang="T14">
                  <a:pos x="T8" y="T9"/>
                </a:cxn>
              </a:cxnLst>
              <a:rect l="T15" t="T16" r="T17" b="T18"/>
              <a:pathLst>
                <a:path w="153" h="17">
                  <a:moveTo>
                    <a:pt x="0" y="16"/>
                  </a:moveTo>
                  <a:lnTo>
                    <a:pt x="38" y="13"/>
                  </a:lnTo>
                  <a:lnTo>
                    <a:pt x="76" y="12"/>
                  </a:lnTo>
                  <a:lnTo>
                    <a:pt x="114" y="6"/>
                  </a:lnTo>
                  <a:lnTo>
                    <a:pt x="152" y="0"/>
                  </a:lnTo>
                </a:path>
              </a:pathLst>
            </a:custGeom>
            <a:noFill/>
            <a:ln w="12700" cap="rnd" cmpd="sng">
              <a:solidFill>
                <a:srgbClr val="808080"/>
              </a:solidFill>
              <a:prstDash val="solid"/>
              <a:round/>
              <a:headEnd type="none" w="sm" len="sm"/>
              <a:tailEnd type="none" w="sm" len="sm"/>
            </a:ln>
          </p:spPr>
          <p:txBody>
            <a:bodyPr/>
            <a:lstStyle/>
            <a:p>
              <a:endParaRPr lang="nl-BE"/>
            </a:p>
          </p:txBody>
        </p:sp>
        <p:sp>
          <p:nvSpPr>
            <p:cNvPr id="50201" name="Freeform 1047"/>
            <p:cNvSpPr>
              <a:spLocks/>
            </p:cNvSpPr>
            <p:nvPr/>
          </p:nvSpPr>
          <p:spPr bwMode="auto">
            <a:xfrm rot="5400000">
              <a:off x="430" y="1629"/>
              <a:ext cx="68" cy="25"/>
            </a:xfrm>
            <a:custGeom>
              <a:avLst/>
              <a:gdLst>
                <a:gd name="T0" fmla="*/ 0 w 152"/>
                <a:gd name="T1" fmla="*/ 49 h 50"/>
                <a:gd name="T2" fmla="*/ 38 w 152"/>
                <a:gd name="T3" fmla="*/ 41 h 50"/>
                <a:gd name="T4" fmla="*/ 75 w 152"/>
                <a:gd name="T5" fmla="*/ 32 h 50"/>
                <a:gd name="T6" fmla="*/ 95 w 152"/>
                <a:gd name="T7" fmla="*/ 25 h 50"/>
                <a:gd name="T8" fmla="*/ 113 w 152"/>
                <a:gd name="T9" fmla="*/ 20 h 50"/>
                <a:gd name="T10" fmla="*/ 133 w 152"/>
                <a:gd name="T11" fmla="*/ 11 h 50"/>
                <a:gd name="T12" fmla="*/ 151 w 152"/>
                <a:gd name="T13" fmla="*/ 0 h 50"/>
                <a:gd name="T14" fmla="*/ 0 60000 65536"/>
                <a:gd name="T15" fmla="*/ 0 60000 65536"/>
                <a:gd name="T16" fmla="*/ 0 60000 65536"/>
                <a:gd name="T17" fmla="*/ 0 60000 65536"/>
                <a:gd name="T18" fmla="*/ 0 60000 65536"/>
                <a:gd name="T19" fmla="*/ 0 60000 65536"/>
                <a:gd name="T20" fmla="*/ 0 60000 65536"/>
                <a:gd name="T21" fmla="*/ 0 w 152"/>
                <a:gd name="T22" fmla="*/ 0 h 50"/>
                <a:gd name="T23" fmla="*/ 152 w 152"/>
                <a:gd name="T24" fmla="*/ 50 h 5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2" h="50">
                  <a:moveTo>
                    <a:pt x="0" y="49"/>
                  </a:moveTo>
                  <a:lnTo>
                    <a:pt x="38" y="41"/>
                  </a:lnTo>
                  <a:lnTo>
                    <a:pt x="75" y="32"/>
                  </a:lnTo>
                  <a:lnTo>
                    <a:pt x="95" y="25"/>
                  </a:lnTo>
                  <a:lnTo>
                    <a:pt x="113" y="20"/>
                  </a:lnTo>
                  <a:lnTo>
                    <a:pt x="133" y="11"/>
                  </a:lnTo>
                  <a:lnTo>
                    <a:pt x="151" y="0"/>
                  </a:lnTo>
                </a:path>
              </a:pathLst>
            </a:custGeom>
            <a:noFill/>
            <a:ln w="12700" cap="rnd" cmpd="sng">
              <a:solidFill>
                <a:srgbClr val="808080"/>
              </a:solidFill>
              <a:prstDash val="solid"/>
              <a:round/>
              <a:headEnd type="none" w="sm" len="sm"/>
              <a:tailEnd type="none" w="sm" len="sm"/>
            </a:ln>
          </p:spPr>
          <p:txBody>
            <a:bodyPr/>
            <a:lstStyle/>
            <a:p>
              <a:endParaRPr lang="nl-BE"/>
            </a:p>
          </p:txBody>
        </p:sp>
        <p:sp>
          <p:nvSpPr>
            <p:cNvPr id="50202" name="Freeform 1048"/>
            <p:cNvSpPr>
              <a:spLocks/>
            </p:cNvSpPr>
            <p:nvPr/>
          </p:nvSpPr>
          <p:spPr bwMode="auto">
            <a:xfrm rot="5400000">
              <a:off x="475" y="1677"/>
              <a:ext cx="68" cy="66"/>
            </a:xfrm>
            <a:custGeom>
              <a:avLst/>
              <a:gdLst>
                <a:gd name="T0" fmla="*/ 0 w 151"/>
                <a:gd name="T1" fmla="*/ 134 h 135"/>
                <a:gd name="T2" fmla="*/ 38 w 151"/>
                <a:gd name="T3" fmla="*/ 110 h 135"/>
                <a:gd name="T4" fmla="*/ 56 w 151"/>
                <a:gd name="T5" fmla="*/ 96 h 135"/>
                <a:gd name="T6" fmla="*/ 74 w 151"/>
                <a:gd name="T7" fmla="*/ 81 h 135"/>
                <a:gd name="T8" fmla="*/ 94 w 151"/>
                <a:gd name="T9" fmla="*/ 65 h 135"/>
                <a:gd name="T10" fmla="*/ 112 w 151"/>
                <a:gd name="T11" fmla="*/ 45 h 135"/>
                <a:gd name="T12" fmla="*/ 132 w 151"/>
                <a:gd name="T13" fmla="*/ 24 h 135"/>
                <a:gd name="T14" fmla="*/ 150 w 151"/>
                <a:gd name="T15" fmla="*/ 0 h 135"/>
                <a:gd name="T16" fmla="*/ 0 60000 65536"/>
                <a:gd name="T17" fmla="*/ 0 60000 65536"/>
                <a:gd name="T18" fmla="*/ 0 60000 65536"/>
                <a:gd name="T19" fmla="*/ 0 60000 65536"/>
                <a:gd name="T20" fmla="*/ 0 60000 65536"/>
                <a:gd name="T21" fmla="*/ 0 60000 65536"/>
                <a:gd name="T22" fmla="*/ 0 60000 65536"/>
                <a:gd name="T23" fmla="*/ 0 60000 65536"/>
                <a:gd name="T24" fmla="*/ 0 w 151"/>
                <a:gd name="T25" fmla="*/ 0 h 135"/>
                <a:gd name="T26" fmla="*/ 151 w 151"/>
                <a:gd name="T27" fmla="*/ 135 h 13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51" h="135">
                  <a:moveTo>
                    <a:pt x="0" y="134"/>
                  </a:moveTo>
                  <a:lnTo>
                    <a:pt x="38" y="110"/>
                  </a:lnTo>
                  <a:lnTo>
                    <a:pt x="56" y="96"/>
                  </a:lnTo>
                  <a:lnTo>
                    <a:pt x="74" y="81"/>
                  </a:lnTo>
                  <a:lnTo>
                    <a:pt x="94" y="65"/>
                  </a:lnTo>
                  <a:lnTo>
                    <a:pt x="112" y="45"/>
                  </a:lnTo>
                  <a:lnTo>
                    <a:pt x="132" y="24"/>
                  </a:lnTo>
                  <a:lnTo>
                    <a:pt x="150" y="0"/>
                  </a:lnTo>
                </a:path>
              </a:pathLst>
            </a:custGeom>
            <a:noFill/>
            <a:ln w="12700" cap="rnd" cmpd="sng">
              <a:solidFill>
                <a:srgbClr val="808080"/>
              </a:solidFill>
              <a:prstDash val="solid"/>
              <a:round/>
              <a:headEnd type="none" w="sm" len="sm"/>
              <a:tailEnd type="none" w="sm" len="sm"/>
            </a:ln>
          </p:spPr>
          <p:txBody>
            <a:bodyPr/>
            <a:lstStyle/>
            <a:p>
              <a:endParaRPr lang="nl-BE"/>
            </a:p>
          </p:txBody>
        </p:sp>
        <p:sp>
          <p:nvSpPr>
            <p:cNvPr id="50203" name="Freeform 1049"/>
            <p:cNvSpPr>
              <a:spLocks/>
            </p:cNvSpPr>
            <p:nvPr/>
          </p:nvSpPr>
          <p:spPr bwMode="auto">
            <a:xfrm rot="5400000">
              <a:off x="576" y="1709"/>
              <a:ext cx="68" cy="137"/>
            </a:xfrm>
            <a:custGeom>
              <a:avLst/>
              <a:gdLst>
                <a:gd name="T0" fmla="*/ 0 w 153"/>
                <a:gd name="T1" fmla="*/ 278 h 279"/>
                <a:gd name="T2" fmla="*/ 18 w 153"/>
                <a:gd name="T3" fmla="*/ 251 h 279"/>
                <a:gd name="T4" fmla="*/ 38 w 153"/>
                <a:gd name="T5" fmla="*/ 222 h 279"/>
                <a:gd name="T6" fmla="*/ 56 w 153"/>
                <a:gd name="T7" fmla="*/ 190 h 279"/>
                <a:gd name="T8" fmla="*/ 76 w 153"/>
                <a:gd name="T9" fmla="*/ 157 h 279"/>
                <a:gd name="T10" fmla="*/ 94 w 153"/>
                <a:gd name="T11" fmla="*/ 121 h 279"/>
                <a:gd name="T12" fmla="*/ 114 w 153"/>
                <a:gd name="T13" fmla="*/ 83 h 279"/>
                <a:gd name="T14" fmla="*/ 132 w 153"/>
                <a:gd name="T15" fmla="*/ 41 h 279"/>
                <a:gd name="T16" fmla="*/ 152 w 153"/>
                <a:gd name="T17" fmla="*/ 0 h 27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3"/>
                <a:gd name="T28" fmla="*/ 0 h 279"/>
                <a:gd name="T29" fmla="*/ 153 w 153"/>
                <a:gd name="T30" fmla="*/ 279 h 27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3" h="279">
                  <a:moveTo>
                    <a:pt x="0" y="278"/>
                  </a:moveTo>
                  <a:lnTo>
                    <a:pt x="18" y="251"/>
                  </a:lnTo>
                  <a:lnTo>
                    <a:pt x="38" y="222"/>
                  </a:lnTo>
                  <a:lnTo>
                    <a:pt x="56" y="190"/>
                  </a:lnTo>
                  <a:lnTo>
                    <a:pt x="76" y="157"/>
                  </a:lnTo>
                  <a:lnTo>
                    <a:pt x="94" y="121"/>
                  </a:lnTo>
                  <a:lnTo>
                    <a:pt x="114" y="83"/>
                  </a:lnTo>
                  <a:lnTo>
                    <a:pt x="132" y="41"/>
                  </a:lnTo>
                  <a:lnTo>
                    <a:pt x="152" y="0"/>
                  </a:lnTo>
                </a:path>
              </a:pathLst>
            </a:custGeom>
            <a:noFill/>
            <a:ln w="12700" cap="rnd" cmpd="sng">
              <a:solidFill>
                <a:srgbClr val="808080"/>
              </a:solidFill>
              <a:prstDash val="solid"/>
              <a:round/>
              <a:headEnd type="none" w="sm" len="sm"/>
              <a:tailEnd type="none" w="sm" len="sm"/>
            </a:ln>
          </p:spPr>
          <p:txBody>
            <a:bodyPr/>
            <a:lstStyle/>
            <a:p>
              <a:endParaRPr lang="nl-BE"/>
            </a:p>
          </p:txBody>
        </p:sp>
        <p:sp>
          <p:nvSpPr>
            <p:cNvPr id="50204" name="Freeform 1050"/>
            <p:cNvSpPr>
              <a:spLocks/>
            </p:cNvSpPr>
            <p:nvPr/>
          </p:nvSpPr>
          <p:spPr bwMode="auto">
            <a:xfrm rot="5400000">
              <a:off x="745" y="1745"/>
              <a:ext cx="69" cy="204"/>
            </a:xfrm>
            <a:custGeom>
              <a:avLst/>
              <a:gdLst>
                <a:gd name="T0" fmla="*/ 0 w 153"/>
                <a:gd name="T1" fmla="*/ 415 h 416"/>
                <a:gd name="T2" fmla="*/ 20 w 153"/>
                <a:gd name="T3" fmla="*/ 370 h 416"/>
                <a:gd name="T4" fmla="*/ 38 w 153"/>
                <a:gd name="T5" fmla="*/ 321 h 416"/>
                <a:gd name="T6" fmla="*/ 58 w 153"/>
                <a:gd name="T7" fmla="*/ 269 h 416"/>
                <a:gd name="T8" fmla="*/ 76 w 153"/>
                <a:gd name="T9" fmla="*/ 214 h 416"/>
                <a:gd name="T10" fmla="*/ 114 w 153"/>
                <a:gd name="T11" fmla="*/ 106 h 416"/>
                <a:gd name="T12" fmla="*/ 134 w 153"/>
                <a:gd name="T13" fmla="*/ 52 h 416"/>
                <a:gd name="T14" fmla="*/ 152 w 153"/>
                <a:gd name="T15" fmla="*/ 0 h 416"/>
                <a:gd name="T16" fmla="*/ 0 60000 65536"/>
                <a:gd name="T17" fmla="*/ 0 60000 65536"/>
                <a:gd name="T18" fmla="*/ 0 60000 65536"/>
                <a:gd name="T19" fmla="*/ 0 60000 65536"/>
                <a:gd name="T20" fmla="*/ 0 60000 65536"/>
                <a:gd name="T21" fmla="*/ 0 60000 65536"/>
                <a:gd name="T22" fmla="*/ 0 60000 65536"/>
                <a:gd name="T23" fmla="*/ 0 60000 65536"/>
                <a:gd name="T24" fmla="*/ 0 w 153"/>
                <a:gd name="T25" fmla="*/ 0 h 416"/>
                <a:gd name="T26" fmla="*/ 153 w 153"/>
                <a:gd name="T27" fmla="*/ 416 h 41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53" h="416">
                  <a:moveTo>
                    <a:pt x="0" y="415"/>
                  </a:moveTo>
                  <a:lnTo>
                    <a:pt x="20" y="370"/>
                  </a:lnTo>
                  <a:lnTo>
                    <a:pt x="38" y="321"/>
                  </a:lnTo>
                  <a:lnTo>
                    <a:pt x="58" y="269"/>
                  </a:lnTo>
                  <a:lnTo>
                    <a:pt x="76" y="214"/>
                  </a:lnTo>
                  <a:lnTo>
                    <a:pt x="114" y="106"/>
                  </a:lnTo>
                  <a:lnTo>
                    <a:pt x="134" y="52"/>
                  </a:lnTo>
                  <a:lnTo>
                    <a:pt x="152" y="0"/>
                  </a:lnTo>
                </a:path>
              </a:pathLst>
            </a:custGeom>
            <a:noFill/>
            <a:ln w="12700" cap="rnd" cmpd="sng">
              <a:solidFill>
                <a:srgbClr val="808080"/>
              </a:solidFill>
              <a:prstDash val="solid"/>
              <a:round/>
              <a:headEnd type="none" w="sm" len="sm"/>
              <a:tailEnd type="none" w="sm" len="sm"/>
            </a:ln>
          </p:spPr>
          <p:txBody>
            <a:bodyPr/>
            <a:lstStyle/>
            <a:p>
              <a:endParaRPr lang="nl-BE"/>
            </a:p>
          </p:txBody>
        </p:sp>
        <p:sp>
          <p:nvSpPr>
            <p:cNvPr id="50205" name="Freeform 1051"/>
            <p:cNvSpPr>
              <a:spLocks/>
            </p:cNvSpPr>
            <p:nvPr/>
          </p:nvSpPr>
          <p:spPr bwMode="auto">
            <a:xfrm rot="5400000">
              <a:off x="948" y="1814"/>
              <a:ext cx="68" cy="200"/>
            </a:xfrm>
            <a:custGeom>
              <a:avLst/>
              <a:gdLst>
                <a:gd name="T0" fmla="*/ 0 w 151"/>
                <a:gd name="T1" fmla="*/ 407 h 408"/>
                <a:gd name="T2" fmla="*/ 18 w 151"/>
                <a:gd name="T3" fmla="*/ 354 h 408"/>
                <a:gd name="T4" fmla="*/ 38 w 151"/>
                <a:gd name="T5" fmla="*/ 298 h 408"/>
                <a:gd name="T6" fmla="*/ 56 w 151"/>
                <a:gd name="T7" fmla="*/ 244 h 408"/>
                <a:gd name="T8" fmla="*/ 74 w 151"/>
                <a:gd name="T9" fmla="*/ 188 h 408"/>
                <a:gd name="T10" fmla="*/ 94 w 151"/>
                <a:gd name="T11" fmla="*/ 136 h 408"/>
                <a:gd name="T12" fmla="*/ 112 w 151"/>
                <a:gd name="T13" fmla="*/ 85 h 408"/>
                <a:gd name="T14" fmla="*/ 121 w 151"/>
                <a:gd name="T15" fmla="*/ 62 h 408"/>
                <a:gd name="T16" fmla="*/ 132 w 151"/>
                <a:gd name="T17" fmla="*/ 40 h 408"/>
                <a:gd name="T18" fmla="*/ 141 w 151"/>
                <a:gd name="T19" fmla="*/ 18 h 408"/>
                <a:gd name="T20" fmla="*/ 150 w 151"/>
                <a:gd name="T21" fmla="*/ 0 h 40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51"/>
                <a:gd name="T34" fmla="*/ 0 h 408"/>
                <a:gd name="T35" fmla="*/ 151 w 151"/>
                <a:gd name="T36" fmla="*/ 408 h 40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51" h="408">
                  <a:moveTo>
                    <a:pt x="0" y="407"/>
                  </a:moveTo>
                  <a:lnTo>
                    <a:pt x="18" y="354"/>
                  </a:lnTo>
                  <a:lnTo>
                    <a:pt x="38" y="298"/>
                  </a:lnTo>
                  <a:lnTo>
                    <a:pt x="56" y="244"/>
                  </a:lnTo>
                  <a:lnTo>
                    <a:pt x="74" y="188"/>
                  </a:lnTo>
                  <a:lnTo>
                    <a:pt x="94" y="136"/>
                  </a:lnTo>
                  <a:lnTo>
                    <a:pt x="112" y="85"/>
                  </a:lnTo>
                  <a:lnTo>
                    <a:pt x="121" y="62"/>
                  </a:lnTo>
                  <a:lnTo>
                    <a:pt x="132" y="40"/>
                  </a:lnTo>
                  <a:lnTo>
                    <a:pt x="141" y="18"/>
                  </a:lnTo>
                  <a:lnTo>
                    <a:pt x="150" y="0"/>
                  </a:lnTo>
                </a:path>
              </a:pathLst>
            </a:custGeom>
            <a:noFill/>
            <a:ln w="12700" cap="rnd" cmpd="sng">
              <a:solidFill>
                <a:srgbClr val="808080"/>
              </a:solidFill>
              <a:prstDash val="solid"/>
              <a:round/>
              <a:headEnd type="none" w="sm" len="sm"/>
              <a:tailEnd type="none" w="sm" len="sm"/>
            </a:ln>
          </p:spPr>
          <p:txBody>
            <a:bodyPr/>
            <a:lstStyle/>
            <a:p>
              <a:endParaRPr lang="nl-BE"/>
            </a:p>
          </p:txBody>
        </p:sp>
        <p:sp>
          <p:nvSpPr>
            <p:cNvPr id="50206" name="Freeform 1052"/>
            <p:cNvSpPr>
              <a:spLocks/>
            </p:cNvSpPr>
            <p:nvPr/>
          </p:nvSpPr>
          <p:spPr bwMode="auto">
            <a:xfrm rot="5400000">
              <a:off x="1089" y="1939"/>
              <a:ext cx="68" cy="85"/>
            </a:xfrm>
            <a:custGeom>
              <a:avLst/>
              <a:gdLst>
                <a:gd name="T0" fmla="*/ 0 w 152"/>
                <a:gd name="T1" fmla="*/ 172 h 173"/>
                <a:gd name="T2" fmla="*/ 18 w 152"/>
                <a:gd name="T3" fmla="*/ 138 h 173"/>
                <a:gd name="T4" fmla="*/ 38 w 152"/>
                <a:gd name="T5" fmla="*/ 105 h 173"/>
                <a:gd name="T6" fmla="*/ 56 w 152"/>
                <a:gd name="T7" fmla="*/ 76 h 173"/>
                <a:gd name="T8" fmla="*/ 76 w 152"/>
                <a:gd name="T9" fmla="*/ 51 h 173"/>
                <a:gd name="T10" fmla="*/ 94 w 152"/>
                <a:gd name="T11" fmla="*/ 29 h 173"/>
                <a:gd name="T12" fmla="*/ 104 w 152"/>
                <a:gd name="T13" fmla="*/ 20 h 173"/>
                <a:gd name="T14" fmla="*/ 114 w 152"/>
                <a:gd name="T15" fmla="*/ 13 h 173"/>
                <a:gd name="T16" fmla="*/ 123 w 152"/>
                <a:gd name="T17" fmla="*/ 8 h 173"/>
                <a:gd name="T18" fmla="*/ 132 w 152"/>
                <a:gd name="T19" fmla="*/ 4 h 173"/>
                <a:gd name="T20" fmla="*/ 142 w 152"/>
                <a:gd name="T21" fmla="*/ 0 h 173"/>
                <a:gd name="T22" fmla="*/ 151 w 152"/>
                <a:gd name="T23" fmla="*/ 0 h 17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2"/>
                <a:gd name="T37" fmla="*/ 0 h 173"/>
                <a:gd name="T38" fmla="*/ 152 w 152"/>
                <a:gd name="T39" fmla="*/ 173 h 17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2" h="173">
                  <a:moveTo>
                    <a:pt x="0" y="172"/>
                  </a:moveTo>
                  <a:lnTo>
                    <a:pt x="18" y="138"/>
                  </a:lnTo>
                  <a:lnTo>
                    <a:pt x="38" y="105"/>
                  </a:lnTo>
                  <a:lnTo>
                    <a:pt x="56" y="76"/>
                  </a:lnTo>
                  <a:lnTo>
                    <a:pt x="76" y="51"/>
                  </a:lnTo>
                  <a:lnTo>
                    <a:pt x="94" y="29"/>
                  </a:lnTo>
                  <a:lnTo>
                    <a:pt x="104" y="20"/>
                  </a:lnTo>
                  <a:lnTo>
                    <a:pt x="114" y="13"/>
                  </a:lnTo>
                  <a:lnTo>
                    <a:pt x="123" y="8"/>
                  </a:lnTo>
                  <a:lnTo>
                    <a:pt x="132" y="4"/>
                  </a:lnTo>
                  <a:lnTo>
                    <a:pt x="142" y="0"/>
                  </a:lnTo>
                  <a:lnTo>
                    <a:pt x="151" y="0"/>
                  </a:lnTo>
                </a:path>
              </a:pathLst>
            </a:custGeom>
            <a:noFill/>
            <a:ln w="12700" cap="rnd" cmpd="sng">
              <a:solidFill>
                <a:srgbClr val="808080"/>
              </a:solidFill>
              <a:prstDash val="solid"/>
              <a:round/>
              <a:headEnd type="none" w="sm" len="sm"/>
              <a:tailEnd type="none" w="sm" len="sm"/>
            </a:ln>
          </p:spPr>
          <p:txBody>
            <a:bodyPr/>
            <a:lstStyle/>
            <a:p>
              <a:endParaRPr lang="nl-BE"/>
            </a:p>
          </p:txBody>
        </p:sp>
        <p:sp>
          <p:nvSpPr>
            <p:cNvPr id="50207" name="Freeform 1053"/>
            <p:cNvSpPr>
              <a:spLocks/>
            </p:cNvSpPr>
            <p:nvPr/>
          </p:nvSpPr>
          <p:spPr bwMode="auto">
            <a:xfrm rot="5400000">
              <a:off x="1088" y="2008"/>
              <a:ext cx="69" cy="85"/>
            </a:xfrm>
            <a:custGeom>
              <a:avLst/>
              <a:gdLst>
                <a:gd name="T0" fmla="*/ 0 w 153"/>
                <a:gd name="T1" fmla="*/ 0 h 173"/>
                <a:gd name="T2" fmla="*/ 9 w 153"/>
                <a:gd name="T3" fmla="*/ 0 h 173"/>
                <a:gd name="T4" fmla="*/ 20 w 153"/>
                <a:gd name="T5" fmla="*/ 4 h 173"/>
                <a:gd name="T6" fmla="*/ 29 w 153"/>
                <a:gd name="T7" fmla="*/ 8 h 173"/>
                <a:gd name="T8" fmla="*/ 38 w 153"/>
                <a:gd name="T9" fmla="*/ 13 h 173"/>
                <a:gd name="T10" fmla="*/ 47 w 153"/>
                <a:gd name="T11" fmla="*/ 20 h 173"/>
                <a:gd name="T12" fmla="*/ 58 w 153"/>
                <a:gd name="T13" fmla="*/ 29 h 173"/>
                <a:gd name="T14" fmla="*/ 76 w 153"/>
                <a:gd name="T15" fmla="*/ 51 h 173"/>
                <a:gd name="T16" fmla="*/ 96 w 153"/>
                <a:gd name="T17" fmla="*/ 76 h 173"/>
                <a:gd name="T18" fmla="*/ 114 w 153"/>
                <a:gd name="T19" fmla="*/ 105 h 173"/>
                <a:gd name="T20" fmla="*/ 134 w 153"/>
                <a:gd name="T21" fmla="*/ 138 h 173"/>
                <a:gd name="T22" fmla="*/ 152 w 153"/>
                <a:gd name="T23" fmla="*/ 172 h 17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3"/>
                <a:gd name="T37" fmla="*/ 0 h 173"/>
                <a:gd name="T38" fmla="*/ 153 w 153"/>
                <a:gd name="T39" fmla="*/ 173 h 17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3" h="173">
                  <a:moveTo>
                    <a:pt x="0" y="0"/>
                  </a:moveTo>
                  <a:lnTo>
                    <a:pt x="9" y="0"/>
                  </a:lnTo>
                  <a:lnTo>
                    <a:pt x="20" y="4"/>
                  </a:lnTo>
                  <a:lnTo>
                    <a:pt x="29" y="8"/>
                  </a:lnTo>
                  <a:lnTo>
                    <a:pt x="38" y="13"/>
                  </a:lnTo>
                  <a:lnTo>
                    <a:pt x="47" y="20"/>
                  </a:lnTo>
                  <a:lnTo>
                    <a:pt x="58" y="29"/>
                  </a:lnTo>
                  <a:lnTo>
                    <a:pt x="76" y="51"/>
                  </a:lnTo>
                  <a:lnTo>
                    <a:pt x="96" y="76"/>
                  </a:lnTo>
                  <a:lnTo>
                    <a:pt x="114" y="105"/>
                  </a:lnTo>
                  <a:lnTo>
                    <a:pt x="134" y="138"/>
                  </a:lnTo>
                  <a:lnTo>
                    <a:pt x="152" y="172"/>
                  </a:lnTo>
                </a:path>
              </a:pathLst>
            </a:custGeom>
            <a:noFill/>
            <a:ln w="12700" cap="rnd" cmpd="sng">
              <a:solidFill>
                <a:srgbClr val="808080"/>
              </a:solidFill>
              <a:prstDash val="solid"/>
              <a:round/>
              <a:headEnd type="none" w="sm" len="sm"/>
              <a:tailEnd type="none" w="sm" len="sm"/>
            </a:ln>
          </p:spPr>
          <p:txBody>
            <a:bodyPr/>
            <a:lstStyle/>
            <a:p>
              <a:endParaRPr lang="nl-BE"/>
            </a:p>
          </p:txBody>
        </p:sp>
        <p:sp>
          <p:nvSpPr>
            <p:cNvPr id="50208" name="Freeform 1054"/>
            <p:cNvSpPr>
              <a:spLocks/>
            </p:cNvSpPr>
            <p:nvPr/>
          </p:nvSpPr>
          <p:spPr bwMode="auto">
            <a:xfrm rot="5400000">
              <a:off x="948" y="2018"/>
              <a:ext cx="68" cy="200"/>
            </a:xfrm>
            <a:custGeom>
              <a:avLst/>
              <a:gdLst>
                <a:gd name="T0" fmla="*/ 0 w 151"/>
                <a:gd name="T1" fmla="*/ 0 h 408"/>
                <a:gd name="T2" fmla="*/ 9 w 151"/>
                <a:gd name="T3" fmla="*/ 18 h 408"/>
                <a:gd name="T4" fmla="*/ 18 w 151"/>
                <a:gd name="T5" fmla="*/ 40 h 408"/>
                <a:gd name="T6" fmla="*/ 29 w 151"/>
                <a:gd name="T7" fmla="*/ 62 h 408"/>
                <a:gd name="T8" fmla="*/ 38 w 151"/>
                <a:gd name="T9" fmla="*/ 85 h 408"/>
                <a:gd name="T10" fmla="*/ 56 w 151"/>
                <a:gd name="T11" fmla="*/ 136 h 408"/>
                <a:gd name="T12" fmla="*/ 74 w 151"/>
                <a:gd name="T13" fmla="*/ 188 h 408"/>
                <a:gd name="T14" fmla="*/ 94 w 151"/>
                <a:gd name="T15" fmla="*/ 244 h 408"/>
                <a:gd name="T16" fmla="*/ 112 w 151"/>
                <a:gd name="T17" fmla="*/ 298 h 408"/>
                <a:gd name="T18" fmla="*/ 132 w 151"/>
                <a:gd name="T19" fmla="*/ 354 h 408"/>
                <a:gd name="T20" fmla="*/ 150 w 151"/>
                <a:gd name="T21" fmla="*/ 407 h 40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51"/>
                <a:gd name="T34" fmla="*/ 0 h 408"/>
                <a:gd name="T35" fmla="*/ 151 w 151"/>
                <a:gd name="T36" fmla="*/ 408 h 40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51" h="408">
                  <a:moveTo>
                    <a:pt x="0" y="0"/>
                  </a:moveTo>
                  <a:lnTo>
                    <a:pt x="9" y="18"/>
                  </a:lnTo>
                  <a:lnTo>
                    <a:pt x="18" y="40"/>
                  </a:lnTo>
                  <a:lnTo>
                    <a:pt x="29" y="62"/>
                  </a:lnTo>
                  <a:lnTo>
                    <a:pt x="38" y="85"/>
                  </a:lnTo>
                  <a:lnTo>
                    <a:pt x="56" y="136"/>
                  </a:lnTo>
                  <a:lnTo>
                    <a:pt x="74" y="188"/>
                  </a:lnTo>
                  <a:lnTo>
                    <a:pt x="94" y="244"/>
                  </a:lnTo>
                  <a:lnTo>
                    <a:pt x="112" y="298"/>
                  </a:lnTo>
                  <a:lnTo>
                    <a:pt x="132" y="354"/>
                  </a:lnTo>
                  <a:lnTo>
                    <a:pt x="150" y="407"/>
                  </a:lnTo>
                </a:path>
              </a:pathLst>
            </a:custGeom>
            <a:noFill/>
            <a:ln w="12700" cap="rnd" cmpd="sng">
              <a:solidFill>
                <a:srgbClr val="808080"/>
              </a:solidFill>
              <a:prstDash val="solid"/>
              <a:round/>
              <a:headEnd type="none" w="sm" len="sm"/>
              <a:tailEnd type="none" w="sm" len="sm"/>
            </a:ln>
          </p:spPr>
          <p:txBody>
            <a:bodyPr/>
            <a:lstStyle/>
            <a:p>
              <a:endParaRPr lang="nl-BE"/>
            </a:p>
          </p:txBody>
        </p:sp>
        <p:sp>
          <p:nvSpPr>
            <p:cNvPr id="50209" name="Freeform 1055"/>
            <p:cNvSpPr>
              <a:spLocks/>
            </p:cNvSpPr>
            <p:nvPr/>
          </p:nvSpPr>
          <p:spPr bwMode="auto">
            <a:xfrm rot="5400000">
              <a:off x="745" y="2085"/>
              <a:ext cx="69" cy="204"/>
            </a:xfrm>
            <a:custGeom>
              <a:avLst/>
              <a:gdLst>
                <a:gd name="T0" fmla="*/ 0 w 153"/>
                <a:gd name="T1" fmla="*/ 0 h 416"/>
                <a:gd name="T2" fmla="*/ 18 w 153"/>
                <a:gd name="T3" fmla="*/ 52 h 416"/>
                <a:gd name="T4" fmla="*/ 38 w 153"/>
                <a:gd name="T5" fmla="*/ 106 h 416"/>
                <a:gd name="T6" fmla="*/ 76 w 153"/>
                <a:gd name="T7" fmla="*/ 214 h 416"/>
                <a:gd name="T8" fmla="*/ 94 w 153"/>
                <a:gd name="T9" fmla="*/ 269 h 416"/>
                <a:gd name="T10" fmla="*/ 114 w 153"/>
                <a:gd name="T11" fmla="*/ 321 h 416"/>
                <a:gd name="T12" fmla="*/ 132 w 153"/>
                <a:gd name="T13" fmla="*/ 370 h 416"/>
                <a:gd name="T14" fmla="*/ 152 w 153"/>
                <a:gd name="T15" fmla="*/ 415 h 416"/>
                <a:gd name="T16" fmla="*/ 0 60000 65536"/>
                <a:gd name="T17" fmla="*/ 0 60000 65536"/>
                <a:gd name="T18" fmla="*/ 0 60000 65536"/>
                <a:gd name="T19" fmla="*/ 0 60000 65536"/>
                <a:gd name="T20" fmla="*/ 0 60000 65536"/>
                <a:gd name="T21" fmla="*/ 0 60000 65536"/>
                <a:gd name="T22" fmla="*/ 0 60000 65536"/>
                <a:gd name="T23" fmla="*/ 0 60000 65536"/>
                <a:gd name="T24" fmla="*/ 0 w 153"/>
                <a:gd name="T25" fmla="*/ 0 h 416"/>
                <a:gd name="T26" fmla="*/ 153 w 153"/>
                <a:gd name="T27" fmla="*/ 416 h 41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53" h="416">
                  <a:moveTo>
                    <a:pt x="0" y="0"/>
                  </a:moveTo>
                  <a:lnTo>
                    <a:pt x="18" y="52"/>
                  </a:lnTo>
                  <a:lnTo>
                    <a:pt x="38" y="106"/>
                  </a:lnTo>
                  <a:lnTo>
                    <a:pt x="76" y="214"/>
                  </a:lnTo>
                  <a:lnTo>
                    <a:pt x="94" y="269"/>
                  </a:lnTo>
                  <a:lnTo>
                    <a:pt x="114" y="321"/>
                  </a:lnTo>
                  <a:lnTo>
                    <a:pt x="132" y="370"/>
                  </a:lnTo>
                  <a:lnTo>
                    <a:pt x="152" y="415"/>
                  </a:lnTo>
                </a:path>
              </a:pathLst>
            </a:custGeom>
            <a:noFill/>
            <a:ln w="12700" cap="rnd" cmpd="sng">
              <a:solidFill>
                <a:srgbClr val="808080"/>
              </a:solidFill>
              <a:prstDash val="solid"/>
              <a:round/>
              <a:headEnd type="none" w="sm" len="sm"/>
              <a:tailEnd type="none" w="sm" len="sm"/>
            </a:ln>
          </p:spPr>
          <p:txBody>
            <a:bodyPr/>
            <a:lstStyle/>
            <a:p>
              <a:endParaRPr lang="nl-BE"/>
            </a:p>
          </p:txBody>
        </p:sp>
        <p:sp>
          <p:nvSpPr>
            <p:cNvPr id="50210" name="Freeform 1056"/>
            <p:cNvSpPr>
              <a:spLocks/>
            </p:cNvSpPr>
            <p:nvPr/>
          </p:nvSpPr>
          <p:spPr bwMode="auto">
            <a:xfrm rot="5400000">
              <a:off x="575" y="2186"/>
              <a:ext cx="69" cy="137"/>
            </a:xfrm>
            <a:custGeom>
              <a:avLst/>
              <a:gdLst>
                <a:gd name="T0" fmla="*/ 0 w 153"/>
                <a:gd name="T1" fmla="*/ 0 h 279"/>
                <a:gd name="T2" fmla="*/ 20 w 153"/>
                <a:gd name="T3" fmla="*/ 41 h 279"/>
                <a:gd name="T4" fmla="*/ 38 w 153"/>
                <a:gd name="T5" fmla="*/ 83 h 279"/>
                <a:gd name="T6" fmla="*/ 58 w 153"/>
                <a:gd name="T7" fmla="*/ 121 h 279"/>
                <a:gd name="T8" fmla="*/ 76 w 153"/>
                <a:gd name="T9" fmla="*/ 157 h 279"/>
                <a:gd name="T10" fmla="*/ 96 w 153"/>
                <a:gd name="T11" fmla="*/ 190 h 279"/>
                <a:gd name="T12" fmla="*/ 114 w 153"/>
                <a:gd name="T13" fmla="*/ 222 h 279"/>
                <a:gd name="T14" fmla="*/ 134 w 153"/>
                <a:gd name="T15" fmla="*/ 251 h 279"/>
                <a:gd name="T16" fmla="*/ 152 w 153"/>
                <a:gd name="T17" fmla="*/ 278 h 27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3"/>
                <a:gd name="T28" fmla="*/ 0 h 279"/>
                <a:gd name="T29" fmla="*/ 153 w 153"/>
                <a:gd name="T30" fmla="*/ 279 h 27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3" h="279">
                  <a:moveTo>
                    <a:pt x="0" y="0"/>
                  </a:moveTo>
                  <a:lnTo>
                    <a:pt x="20" y="41"/>
                  </a:lnTo>
                  <a:lnTo>
                    <a:pt x="38" y="83"/>
                  </a:lnTo>
                  <a:lnTo>
                    <a:pt x="58" y="121"/>
                  </a:lnTo>
                  <a:lnTo>
                    <a:pt x="76" y="157"/>
                  </a:lnTo>
                  <a:lnTo>
                    <a:pt x="96" y="190"/>
                  </a:lnTo>
                  <a:lnTo>
                    <a:pt x="114" y="222"/>
                  </a:lnTo>
                  <a:lnTo>
                    <a:pt x="134" y="251"/>
                  </a:lnTo>
                  <a:lnTo>
                    <a:pt x="152" y="278"/>
                  </a:lnTo>
                </a:path>
              </a:pathLst>
            </a:custGeom>
            <a:noFill/>
            <a:ln w="12700" cap="rnd" cmpd="sng">
              <a:solidFill>
                <a:srgbClr val="808080"/>
              </a:solidFill>
              <a:prstDash val="solid"/>
              <a:round/>
              <a:headEnd type="none" w="sm" len="sm"/>
              <a:tailEnd type="none" w="sm" len="sm"/>
            </a:ln>
          </p:spPr>
          <p:txBody>
            <a:bodyPr/>
            <a:lstStyle/>
            <a:p>
              <a:endParaRPr lang="nl-BE"/>
            </a:p>
          </p:txBody>
        </p:sp>
        <p:sp>
          <p:nvSpPr>
            <p:cNvPr id="50211" name="Freeform 1057"/>
            <p:cNvSpPr>
              <a:spLocks/>
            </p:cNvSpPr>
            <p:nvPr/>
          </p:nvSpPr>
          <p:spPr bwMode="auto">
            <a:xfrm rot="5400000">
              <a:off x="475" y="2289"/>
              <a:ext cx="68" cy="66"/>
            </a:xfrm>
            <a:custGeom>
              <a:avLst/>
              <a:gdLst>
                <a:gd name="T0" fmla="*/ 0 w 151"/>
                <a:gd name="T1" fmla="*/ 0 h 135"/>
                <a:gd name="T2" fmla="*/ 18 w 151"/>
                <a:gd name="T3" fmla="*/ 24 h 135"/>
                <a:gd name="T4" fmla="*/ 38 w 151"/>
                <a:gd name="T5" fmla="*/ 45 h 135"/>
                <a:gd name="T6" fmla="*/ 56 w 151"/>
                <a:gd name="T7" fmla="*/ 65 h 135"/>
                <a:gd name="T8" fmla="*/ 74 w 151"/>
                <a:gd name="T9" fmla="*/ 81 h 135"/>
                <a:gd name="T10" fmla="*/ 94 w 151"/>
                <a:gd name="T11" fmla="*/ 96 h 135"/>
                <a:gd name="T12" fmla="*/ 112 w 151"/>
                <a:gd name="T13" fmla="*/ 110 h 135"/>
                <a:gd name="T14" fmla="*/ 150 w 151"/>
                <a:gd name="T15" fmla="*/ 134 h 135"/>
                <a:gd name="T16" fmla="*/ 0 60000 65536"/>
                <a:gd name="T17" fmla="*/ 0 60000 65536"/>
                <a:gd name="T18" fmla="*/ 0 60000 65536"/>
                <a:gd name="T19" fmla="*/ 0 60000 65536"/>
                <a:gd name="T20" fmla="*/ 0 60000 65536"/>
                <a:gd name="T21" fmla="*/ 0 60000 65536"/>
                <a:gd name="T22" fmla="*/ 0 60000 65536"/>
                <a:gd name="T23" fmla="*/ 0 60000 65536"/>
                <a:gd name="T24" fmla="*/ 0 w 151"/>
                <a:gd name="T25" fmla="*/ 0 h 135"/>
                <a:gd name="T26" fmla="*/ 151 w 151"/>
                <a:gd name="T27" fmla="*/ 135 h 13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51" h="135">
                  <a:moveTo>
                    <a:pt x="0" y="0"/>
                  </a:moveTo>
                  <a:lnTo>
                    <a:pt x="18" y="24"/>
                  </a:lnTo>
                  <a:lnTo>
                    <a:pt x="38" y="45"/>
                  </a:lnTo>
                  <a:lnTo>
                    <a:pt x="56" y="65"/>
                  </a:lnTo>
                  <a:lnTo>
                    <a:pt x="74" y="81"/>
                  </a:lnTo>
                  <a:lnTo>
                    <a:pt x="94" y="96"/>
                  </a:lnTo>
                  <a:lnTo>
                    <a:pt x="112" y="110"/>
                  </a:lnTo>
                  <a:lnTo>
                    <a:pt x="150" y="134"/>
                  </a:lnTo>
                </a:path>
              </a:pathLst>
            </a:custGeom>
            <a:noFill/>
            <a:ln w="12700" cap="rnd" cmpd="sng">
              <a:solidFill>
                <a:srgbClr val="808080"/>
              </a:solidFill>
              <a:prstDash val="solid"/>
              <a:round/>
              <a:headEnd type="none" w="sm" len="sm"/>
              <a:tailEnd type="none" w="sm" len="sm"/>
            </a:ln>
          </p:spPr>
          <p:txBody>
            <a:bodyPr/>
            <a:lstStyle/>
            <a:p>
              <a:endParaRPr lang="nl-BE"/>
            </a:p>
          </p:txBody>
        </p:sp>
        <p:sp>
          <p:nvSpPr>
            <p:cNvPr id="50212" name="Freeform 1058"/>
            <p:cNvSpPr>
              <a:spLocks/>
            </p:cNvSpPr>
            <p:nvPr/>
          </p:nvSpPr>
          <p:spPr bwMode="auto">
            <a:xfrm rot="5400000">
              <a:off x="430" y="2377"/>
              <a:ext cx="68" cy="25"/>
            </a:xfrm>
            <a:custGeom>
              <a:avLst/>
              <a:gdLst>
                <a:gd name="T0" fmla="*/ 0 w 152"/>
                <a:gd name="T1" fmla="*/ 0 h 50"/>
                <a:gd name="T2" fmla="*/ 18 w 152"/>
                <a:gd name="T3" fmla="*/ 11 h 50"/>
                <a:gd name="T4" fmla="*/ 37 w 152"/>
                <a:gd name="T5" fmla="*/ 20 h 50"/>
                <a:gd name="T6" fmla="*/ 56 w 152"/>
                <a:gd name="T7" fmla="*/ 25 h 50"/>
                <a:gd name="T8" fmla="*/ 75 w 152"/>
                <a:gd name="T9" fmla="*/ 32 h 50"/>
                <a:gd name="T10" fmla="*/ 113 w 152"/>
                <a:gd name="T11" fmla="*/ 41 h 50"/>
                <a:gd name="T12" fmla="*/ 151 w 152"/>
                <a:gd name="T13" fmla="*/ 49 h 50"/>
                <a:gd name="T14" fmla="*/ 0 60000 65536"/>
                <a:gd name="T15" fmla="*/ 0 60000 65536"/>
                <a:gd name="T16" fmla="*/ 0 60000 65536"/>
                <a:gd name="T17" fmla="*/ 0 60000 65536"/>
                <a:gd name="T18" fmla="*/ 0 60000 65536"/>
                <a:gd name="T19" fmla="*/ 0 60000 65536"/>
                <a:gd name="T20" fmla="*/ 0 60000 65536"/>
                <a:gd name="T21" fmla="*/ 0 w 152"/>
                <a:gd name="T22" fmla="*/ 0 h 50"/>
                <a:gd name="T23" fmla="*/ 152 w 152"/>
                <a:gd name="T24" fmla="*/ 50 h 5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2" h="50">
                  <a:moveTo>
                    <a:pt x="0" y="0"/>
                  </a:moveTo>
                  <a:lnTo>
                    <a:pt x="18" y="11"/>
                  </a:lnTo>
                  <a:lnTo>
                    <a:pt x="37" y="20"/>
                  </a:lnTo>
                  <a:lnTo>
                    <a:pt x="56" y="25"/>
                  </a:lnTo>
                  <a:lnTo>
                    <a:pt x="75" y="32"/>
                  </a:lnTo>
                  <a:lnTo>
                    <a:pt x="113" y="41"/>
                  </a:lnTo>
                  <a:lnTo>
                    <a:pt x="151" y="49"/>
                  </a:lnTo>
                </a:path>
              </a:pathLst>
            </a:custGeom>
            <a:noFill/>
            <a:ln w="12700" cap="rnd" cmpd="sng">
              <a:solidFill>
                <a:srgbClr val="808080"/>
              </a:solidFill>
              <a:prstDash val="solid"/>
              <a:round/>
              <a:headEnd type="none" w="sm" len="sm"/>
              <a:tailEnd type="none" w="sm" len="sm"/>
            </a:ln>
          </p:spPr>
          <p:txBody>
            <a:bodyPr/>
            <a:lstStyle/>
            <a:p>
              <a:endParaRPr lang="nl-BE"/>
            </a:p>
          </p:txBody>
        </p:sp>
        <p:sp>
          <p:nvSpPr>
            <p:cNvPr id="50213" name="Freeform 1059"/>
            <p:cNvSpPr>
              <a:spLocks/>
            </p:cNvSpPr>
            <p:nvPr/>
          </p:nvSpPr>
          <p:spPr bwMode="auto">
            <a:xfrm rot="5400000">
              <a:off x="413" y="2455"/>
              <a:ext cx="69" cy="8"/>
            </a:xfrm>
            <a:custGeom>
              <a:avLst/>
              <a:gdLst>
                <a:gd name="T0" fmla="*/ 0 w 153"/>
                <a:gd name="T1" fmla="*/ 0 h 17"/>
                <a:gd name="T2" fmla="*/ 38 w 153"/>
                <a:gd name="T3" fmla="*/ 6 h 17"/>
                <a:gd name="T4" fmla="*/ 76 w 153"/>
                <a:gd name="T5" fmla="*/ 12 h 17"/>
                <a:gd name="T6" fmla="*/ 114 w 153"/>
                <a:gd name="T7" fmla="*/ 13 h 17"/>
                <a:gd name="T8" fmla="*/ 152 w 153"/>
                <a:gd name="T9" fmla="*/ 16 h 17"/>
                <a:gd name="T10" fmla="*/ 0 60000 65536"/>
                <a:gd name="T11" fmla="*/ 0 60000 65536"/>
                <a:gd name="T12" fmla="*/ 0 60000 65536"/>
                <a:gd name="T13" fmla="*/ 0 60000 65536"/>
                <a:gd name="T14" fmla="*/ 0 60000 65536"/>
                <a:gd name="T15" fmla="*/ 0 w 153"/>
                <a:gd name="T16" fmla="*/ 0 h 17"/>
                <a:gd name="T17" fmla="*/ 153 w 153"/>
                <a:gd name="T18" fmla="*/ 17 h 17"/>
              </a:gdLst>
              <a:ahLst/>
              <a:cxnLst>
                <a:cxn ang="T10">
                  <a:pos x="T0" y="T1"/>
                </a:cxn>
                <a:cxn ang="T11">
                  <a:pos x="T2" y="T3"/>
                </a:cxn>
                <a:cxn ang="T12">
                  <a:pos x="T4" y="T5"/>
                </a:cxn>
                <a:cxn ang="T13">
                  <a:pos x="T6" y="T7"/>
                </a:cxn>
                <a:cxn ang="T14">
                  <a:pos x="T8" y="T9"/>
                </a:cxn>
              </a:cxnLst>
              <a:rect l="T15" t="T16" r="T17" b="T18"/>
              <a:pathLst>
                <a:path w="153" h="17">
                  <a:moveTo>
                    <a:pt x="0" y="0"/>
                  </a:moveTo>
                  <a:lnTo>
                    <a:pt x="38" y="6"/>
                  </a:lnTo>
                  <a:lnTo>
                    <a:pt x="76" y="12"/>
                  </a:lnTo>
                  <a:lnTo>
                    <a:pt x="114" y="13"/>
                  </a:lnTo>
                  <a:lnTo>
                    <a:pt x="152" y="16"/>
                  </a:lnTo>
                </a:path>
              </a:pathLst>
            </a:custGeom>
            <a:noFill/>
            <a:ln w="12700" cap="rnd" cmpd="sng">
              <a:solidFill>
                <a:srgbClr val="808080"/>
              </a:solidFill>
              <a:prstDash val="solid"/>
              <a:round/>
              <a:headEnd type="none" w="sm" len="sm"/>
              <a:tailEnd type="none" w="sm" len="sm"/>
            </a:ln>
          </p:spPr>
          <p:txBody>
            <a:bodyPr/>
            <a:lstStyle/>
            <a:p>
              <a:endParaRPr lang="nl-BE"/>
            </a:p>
          </p:txBody>
        </p:sp>
        <p:sp>
          <p:nvSpPr>
            <p:cNvPr id="50214" name="Line 1060"/>
            <p:cNvSpPr>
              <a:spLocks noChangeShapeType="1"/>
            </p:cNvSpPr>
            <p:nvPr/>
          </p:nvSpPr>
          <p:spPr bwMode="auto">
            <a:xfrm rot="5400000">
              <a:off x="411" y="2662"/>
              <a:ext cx="68" cy="0"/>
            </a:xfrm>
            <a:prstGeom prst="line">
              <a:avLst/>
            </a:prstGeom>
            <a:noFill/>
            <a:ln w="12700">
              <a:solidFill>
                <a:srgbClr val="808080"/>
              </a:solidFill>
              <a:round/>
              <a:headEnd type="none" w="sm" len="sm"/>
              <a:tailEnd type="none" w="sm" len="sm"/>
            </a:ln>
          </p:spPr>
          <p:txBody>
            <a:bodyPr wrap="none" anchor="ctr"/>
            <a:lstStyle/>
            <a:p>
              <a:endParaRPr lang="nl-BE"/>
            </a:p>
          </p:txBody>
        </p:sp>
        <p:sp>
          <p:nvSpPr>
            <p:cNvPr id="50215" name="Line 1061"/>
            <p:cNvSpPr>
              <a:spLocks noChangeShapeType="1"/>
            </p:cNvSpPr>
            <p:nvPr/>
          </p:nvSpPr>
          <p:spPr bwMode="auto">
            <a:xfrm rot="5400000">
              <a:off x="411" y="2730"/>
              <a:ext cx="67" cy="0"/>
            </a:xfrm>
            <a:prstGeom prst="line">
              <a:avLst/>
            </a:prstGeom>
            <a:noFill/>
            <a:ln w="12700">
              <a:solidFill>
                <a:srgbClr val="808080"/>
              </a:solidFill>
              <a:round/>
              <a:headEnd type="none" w="sm" len="sm"/>
              <a:tailEnd type="none" w="sm" len="sm"/>
            </a:ln>
          </p:spPr>
          <p:txBody>
            <a:bodyPr wrap="none" anchor="ctr"/>
            <a:lstStyle/>
            <a:p>
              <a:endParaRPr lang="nl-BE"/>
            </a:p>
          </p:txBody>
        </p:sp>
        <p:sp>
          <p:nvSpPr>
            <p:cNvPr id="50216" name="Line 1062"/>
            <p:cNvSpPr>
              <a:spLocks noChangeShapeType="1"/>
            </p:cNvSpPr>
            <p:nvPr/>
          </p:nvSpPr>
          <p:spPr bwMode="auto">
            <a:xfrm rot="5400000">
              <a:off x="410" y="2798"/>
              <a:ext cx="69" cy="0"/>
            </a:xfrm>
            <a:prstGeom prst="line">
              <a:avLst/>
            </a:prstGeom>
            <a:noFill/>
            <a:ln w="12700">
              <a:solidFill>
                <a:srgbClr val="808080"/>
              </a:solidFill>
              <a:round/>
              <a:headEnd type="none" w="sm" len="sm"/>
              <a:tailEnd type="none" w="sm" len="sm"/>
            </a:ln>
          </p:spPr>
          <p:txBody>
            <a:bodyPr wrap="none" anchor="ctr"/>
            <a:lstStyle/>
            <a:p>
              <a:endParaRPr lang="nl-BE"/>
            </a:p>
          </p:txBody>
        </p:sp>
        <p:sp>
          <p:nvSpPr>
            <p:cNvPr id="50217" name="Line 1063"/>
            <p:cNvSpPr>
              <a:spLocks noChangeShapeType="1"/>
            </p:cNvSpPr>
            <p:nvPr/>
          </p:nvSpPr>
          <p:spPr bwMode="auto">
            <a:xfrm rot="5400000" flipV="1">
              <a:off x="850" y="1618"/>
              <a:ext cx="0" cy="796"/>
            </a:xfrm>
            <a:prstGeom prst="line">
              <a:avLst/>
            </a:prstGeom>
            <a:noFill/>
            <a:ln w="25400">
              <a:solidFill>
                <a:srgbClr val="000000"/>
              </a:solidFill>
              <a:round/>
              <a:headEnd type="none" w="sm" len="sm"/>
              <a:tailEnd type="none" w="sm" len="sm"/>
            </a:ln>
          </p:spPr>
          <p:txBody>
            <a:bodyPr wrap="none" anchor="ctr"/>
            <a:lstStyle/>
            <a:p>
              <a:endParaRPr lang="nl-BE"/>
            </a:p>
          </p:txBody>
        </p:sp>
        <p:sp>
          <p:nvSpPr>
            <p:cNvPr id="50218" name="Line 1064"/>
            <p:cNvSpPr>
              <a:spLocks noChangeShapeType="1"/>
            </p:cNvSpPr>
            <p:nvPr/>
          </p:nvSpPr>
          <p:spPr bwMode="auto">
            <a:xfrm rot="5400000">
              <a:off x="486" y="2344"/>
              <a:ext cx="0" cy="107"/>
            </a:xfrm>
            <a:prstGeom prst="line">
              <a:avLst/>
            </a:prstGeom>
            <a:noFill/>
            <a:ln w="12700">
              <a:solidFill>
                <a:schemeClr val="tx1"/>
              </a:solidFill>
              <a:round/>
              <a:headEnd type="none" w="sm" len="sm"/>
              <a:tailEnd type="none" w="sm" len="sm"/>
            </a:ln>
          </p:spPr>
          <p:txBody>
            <a:bodyPr wrap="none" anchor="ctr"/>
            <a:lstStyle/>
            <a:p>
              <a:endParaRPr lang="nl-BE"/>
            </a:p>
          </p:txBody>
        </p:sp>
        <p:sp>
          <p:nvSpPr>
            <p:cNvPr id="50219" name="Line 1065"/>
            <p:cNvSpPr>
              <a:spLocks noChangeShapeType="1"/>
            </p:cNvSpPr>
            <p:nvPr/>
          </p:nvSpPr>
          <p:spPr bwMode="auto">
            <a:xfrm rot="5400000">
              <a:off x="486" y="1567"/>
              <a:ext cx="0" cy="107"/>
            </a:xfrm>
            <a:prstGeom prst="line">
              <a:avLst/>
            </a:prstGeom>
            <a:noFill/>
            <a:ln w="12700">
              <a:solidFill>
                <a:schemeClr val="tx1"/>
              </a:solidFill>
              <a:round/>
              <a:headEnd type="none" w="sm" len="sm"/>
              <a:tailEnd type="none" w="sm" len="sm"/>
            </a:ln>
          </p:spPr>
          <p:txBody>
            <a:bodyPr wrap="none" anchor="ctr"/>
            <a:lstStyle/>
            <a:p>
              <a:endParaRPr lang="nl-BE"/>
            </a:p>
          </p:txBody>
        </p:sp>
        <p:sp>
          <p:nvSpPr>
            <p:cNvPr id="50220" name="Line 1068"/>
            <p:cNvSpPr>
              <a:spLocks noChangeShapeType="1"/>
            </p:cNvSpPr>
            <p:nvPr/>
          </p:nvSpPr>
          <p:spPr bwMode="auto">
            <a:xfrm rot="5400000" flipV="1">
              <a:off x="1594" y="2248"/>
              <a:ext cx="0" cy="16"/>
            </a:xfrm>
            <a:prstGeom prst="line">
              <a:avLst/>
            </a:prstGeom>
            <a:noFill/>
            <a:ln w="12700">
              <a:solidFill>
                <a:srgbClr val="000000"/>
              </a:solidFill>
              <a:round/>
              <a:headEnd type="none" w="sm" len="sm"/>
              <a:tailEnd type="none" w="sm" len="sm"/>
            </a:ln>
          </p:spPr>
          <p:txBody>
            <a:bodyPr wrap="none" anchor="ctr"/>
            <a:lstStyle/>
            <a:p>
              <a:endParaRPr lang="nl-BE"/>
            </a:p>
          </p:txBody>
        </p:sp>
        <p:sp>
          <p:nvSpPr>
            <p:cNvPr id="50221" name="Line 1069"/>
            <p:cNvSpPr>
              <a:spLocks noChangeShapeType="1"/>
            </p:cNvSpPr>
            <p:nvPr/>
          </p:nvSpPr>
          <p:spPr bwMode="auto">
            <a:xfrm rot="5400000" flipV="1">
              <a:off x="1594" y="2294"/>
              <a:ext cx="0" cy="16"/>
            </a:xfrm>
            <a:prstGeom prst="line">
              <a:avLst/>
            </a:prstGeom>
            <a:noFill/>
            <a:ln w="12700">
              <a:solidFill>
                <a:srgbClr val="000000"/>
              </a:solidFill>
              <a:round/>
              <a:headEnd type="none" w="sm" len="sm"/>
              <a:tailEnd type="none" w="sm" len="sm"/>
            </a:ln>
          </p:spPr>
          <p:txBody>
            <a:bodyPr wrap="none" anchor="ctr"/>
            <a:lstStyle/>
            <a:p>
              <a:endParaRPr lang="nl-BE"/>
            </a:p>
          </p:txBody>
        </p:sp>
        <p:sp>
          <p:nvSpPr>
            <p:cNvPr id="50222" name="Line 1070"/>
            <p:cNvSpPr>
              <a:spLocks noChangeShapeType="1"/>
            </p:cNvSpPr>
            <p:nvPr/>
          </p:nvSpPr>
          <p:spPr bwMode="auto">
            <a:xfrm rot="5400000" flipV="1">
              <a:off x="1594" y="2340"/>
              <a:ext cx="0" cy="16"/>
            </a:xfrm>
            <a:prstGeom prst="line">
              <a:avLst/>
            </a:prstGeom>
            <a:noFill/>
            <a:ln w="12700">
              <a:solidFill>
                <a:srgbClr val="000000"/>
              </a:solidFill>
              <a:round/>
              <a:headEnd type="none" w="sm" len="sm"/>
              <a:tailEnd type="none" w="sm" len="sm"/>
            </a:ln>
          </p:spPr>
          <p:txBody>
            <a:bodyPr wrap="none" anchor="ctr"/>
            <a:lstStyle/>
            <a:p>
              <a:endParaRPr lang="nl-BE"/>
            </a:p>
          </p:txBody>
        </p:sp>
        <p:sp>
          <p:nvSpPr>
            <p:cNvPr id="50223" name="Line 1071"/>
            <p:cNvSpPr>
              <a:spLocks noChangeShapeType="1"/>
            </p:cNvSpPr>
            <p:nvPr/>
          </p:nvSpPr>
          <p:spPr bwMode="auto">
            <a:xfrm rot="5400000" flipV="1">
              <a:off x="1594" y="2386"/>
              <a:ext cx="0" cy="16"/>
            </a:xfrm>
            <a:prstGeom prst="line">
              <a:avLst/>
            </a:prstGeom>
            <a:noFill/>
            <a:ln w="12700">
              <a:solidFill>
                <a:srgbClr val="000000"/>
              </a:solidFill>
              <a:round/>
              <a:headEnd type="none" w="sm" len="sm"/>
              <a:tailEnd type="none" w="sm" len="sm"/>
            </a:ln>
          </p:spPr>
          <p:txBody>
            <a:bodyPr wrap="none" anchor="ctr"/>
            <a:lstStyle/>
            <a:p>
              <a:endParaRPr lang="nl-BE"/>
            </a:p>
          </p:txBody>
        </p:sp>
        <p:sp>
          <p:nvSpPr>
            <p:cNvPr id="50224" name="Line 1072"/>
            <p:cNvSpPr>
              <a:spLocks noChangeShapeType="1"/>
            </p:cNvSpPr>
            <p:nvPr/>
          </p:nvSpPr>
          <p:spPr bwMode="auto">
            <a:xfrm rot="5400000" flipV="1">
              <a:off x="1594" y="2433"/>
              <a:ext cx="0" cy="16"/>
            </a:xfrm>
            <a:prstGeom prst="line">
              <a:avLst/>
            </a:prstGeom>
            <a:noFill/>
            <a:ln w="12700">
              <a:solidFill>
                <a:srgbClr val="000000"/>
              </a:solidFill>
              <a:round/>
              <a:headEnd type="none" w="sm" len="sm"/>
              <a:tailEnd type="none" w="sm" len="sm"/>
            </a:ln>
          </p:spPr>
          <p:txBody>
            <a:bodyPr wrap="none" anchor="ctr"/>
            <a:lstStyle/>
            <a:p>
              <a:endParaRPr lang="nl-BE"/>
            </a:p>
          </p:txBody>
        </p:sp>
        <p:sp>
          <p:nvSpPr>
            <p:cNvPr id="50225" name="Line 1073"/>
            <p:cNvSpPr>
              <a:spLocks noChangeShapeType="1"/>
            </p:cNvSpPr>
            <p:nvPr/>
          </p:nvSpPr>
          <p:spPr bwMode="auto">
            <a:xfrm rot="5400000" flipV="1">
              <a:off x="1594" y="2479"/>
              <a:ext cx="0" cy="16"/>
            </a:xfrm>
            <a:prstGeom prst="line">
              <a:avLst/>
            </a:prstGeom>
            <a:noFill/>
            <a:ln w="12700">
              <a:solidFill>
                <a:srgbClr val="000000"/>
              </a:solidFill>
              <a:round/>
              <a:headEnd type="none" w="sm" len="sm"/>
              <a:tailEnd type="none" w="sm" len="sm"/>
            </a:ln>
          </p:spPr>
          <p:txBody>
            <a:bodyPr wrap="none" anchor="ctr"/>
            <a:lstStyle/>
            <a:p>
              <a:endParaRPr lang="nl-BE"/>
            </a:p>
          </p:txBody>
        </p:sp>
        <p:sp>
          <p:nvSpPr>
            <p:cNvPr id="50226" name="Line 1074"/>
            <p:cNvSpPr>
              <a:spLocks noChangeShapeType="1"/>
            </p:cNvSpPr>
            <p:nvPr/>
          </p:nvSpPr>
          <p:spPr bwMode="auto">
            <a:xfrm rot="5400000" flipV="1">
              <a:off x="1594" y="2525"/>
              <a:ext cx="0" cy="16"/>
            </a:xfrm>
            <a:prstGeom prst="line">
              <a:avLst/>
            </a:prstGeom>
            <a:noFill/>
            <a:ln w="12700">
              <a:solidFill>
                <a:srgbClr val="000000"/>
              </a:solidFill>
              <a:round/>
              <a:headEnd type="none" w="sm" len="sm"/>
              <a:tailEnd type="none" w="sm" len="sm"/>
            </a:ln>
          </p:spPr>
          <p:txBody>
            <a:bodyPr wrap="none" anchor="ctr"/>
            <a:lstStyle/>
            <a:p>
              <a:endParaRPr lang="nl-BE"/>
            </a:p>
          </p:txBody>
        </p:sp>
        <p:sp>
          <p:nvSpPr>
            <p:cNvPr id="50227" name="Line 1075"/>
            <p:cNvSpPr>
              <a:spLocks noChangeShapeType="1"/>
            </p:cNvSpPr>
            <p:nvPr/>
          </p:nvSpPr>
          <p:spPr bwMode="auto">
            <a:xfrm rot="5400000" flipV="1">
              <a:off x="1594" y="2571"/>
              <a:ext cx="0" cy="16"/>
            </a:xfrm>
            <a:prstGeom prst="line">
              <a:avLst/>
            </a:prstGeom>
            <a:noFill/>
            <a:ln w="12700">
              <a:solidFill>
                <a:srgbClr val="000000"/>
              </a:solidFill>
              <a:round/>
              <a:headEnd type="none" w="sm" len="sm"/>
              <a:tailEnd type="none" w="sm" len="sm"/>
            </a:ln>
          </p:spPr>
          <p:txBody>
            <a:bodyPr wrap="none" anchor="ctr"/>
            <a:lstStyle/>
            <a:p>
              <a:endParaRPr lang="nl-BE"/>
            </a:p>
          </p:txBody>
        </p:sp>
        <p:sp>
          <p:nvSpPr>
            <p:cNvPr id="50228" name="Line 1076"/>
            <p:cNvSpPr>
              <a:spLocks noChangeShapeType="1"/>
            </p:cNvSpPr>
            <p:nvPr/>
          </p:nvSpPr>
          <p:spPr bwMode="auto">
            <a:xfrm rot="5400000" flipV="1">
              <a:off x="1594" y="2617"/>
              <a:ext cx="0" cy="16"/>
            </a:xfrm>
            <a:prstGeom prst="line">
              <a:avLst/>
            </a:prstGeom>
            <a:noFill/>
            <a:ln w="12700">
              <a:solidFill>
                <a:srgbClr val="000000"/>
              </a:solidFill>
              <a:round/>
              <a:headEnd type="none" w="sm" len="sm"/>
              <a:tailEnd type="none" w="sm" len="sm"/>
            </a:ln>
          </p:spPr>
          <p:txBody>
            <a:bodyPr wrap="none" anchor="ctr"/>
            <a:lstStyle/>
            <a:p>
              <a:endParaRPr lang="nl-BE"/>
            </a:p>
          </p:txBody>
        </p:sp>
        <p:sp>
          <p:nvSpPr>
            <p:cNvPr id="50229" name="Line 1077"/>
            <p:cNvSpPr>
              <a:spLocks noChangeShapeType="1"/>
            </p:cNvSpPr>
            <p:nvPr/>
          </p:nvSpPr>
          <p:spPr bwMode="auto">
            <a:xfrm rot="5400000" flipV="1">
              <a:off x="1594" y="2664"/>
              <a:ext cx="0" cy="16"/>
            </a:xfrm>
            <a:prstGeom prst="line">
              <a:avLst/>
            </a:prstGeom>
            <a:noFill/>
            <a:ln w="12700">
              <a:solidFill>
                <a:srgbClr val="000000"/>
              </a:solidFill>
              <a:round/>
              <a:headEnd type="none" w="sm" len="sm"/>
              <a:tailEnd type="none" w="sm" len="sm"/>
            </a:ln>
          </p:spPr>
          <p:txBody>
            <a:bodyPr wrap="none" anchor="ctr"/>
            <a:lstStyle/>
            <a:p>
              <a:endParaRPr lang="nl-BE"/>
            </a:p>
          </p:txBody>
        </p:sp>
        <p:sp>
          <p:nvSpPr>
            <p:cNvPr id="50230" name="Line 1078"/>
            <p:cNvSpPr>
              <a:spLocks noChangeShapeType="1"/>
            </p:cNvSpPr>
            <p:nvPr/>
          </p:nvSpPr>
          <p:spPr bwMode="auto">
            <a:xfrm rot="5400000" flipV="1">
              <a:off x="1594" y="2710"/>
              <a:ext cx="0" cy="16"/>
            </a:xfrm>
            <a:prstGeom prst="line">
              <a:avLst/>
            </a:prstGeom>
            <a:noFill/>
            <a:ln w="12700">
              <a:solidFill>
                <a:srgbClr val="000000"/>
              </a:solidFill>
              <a:round/>
              <a:headEnd type="none" w="sm" len="sm"/>
              <a:tailEnd type="none" w="sm" len="sm"/>
            </a:ln>
          </p:spPr>
          <p:txBody>
            <a:bodyPr wrap="none" anchor="ctr"/>
            <a:lstStyle/>
            <a:p>
              <a:endParaRPr lang="nl-BE"/>
            </a:p>
          </p:txBody>
        </p:sp>
        <p:sp>
          <p:nvSpPr>
            <p:cNvPr id="50231" name="Line 1079"/>
            <p:cNvSpPr>
              <a:spLocks noChangeShapeType="1"/>
            </p:cNvSpPr>
            <p:nvPr/>
          </p:nvSpPr>
          <p:spPr bwMode="auto">
            <a:xfrm rot="5400000" flipV="1">
              <a:off x="1594" y="2756"/>
              <a:ext cx="0" cy="16"/>
            </a:xfrm>
            <a:prstGeom prst="line">
              <a:avLst/>
            </a:prstGeom>
            <a:noFill/>
            <a:ln w="12700">
              <a:solidFill>
                <a:srgbClr val="000000"/>
              </a:solidFill>
              <a:round/>
              <a:headEnd type="none" w="sm" len="sm"/>
              <a:tailEnd type="none" w="sm" len="sm"/>
            </a:ln>
          </p:spPr>
          <p:txBody>
            <a:bodyPr wrap="none" anchor="ctr"/>
            <a:lstStyle/>
            <a:p>
              <a:endParaRPr lang="nl-BE"/>
            </a:p>
          </p:txBody>
        </p:sp>
        <p:sp>
          <p:nvSpPr>
            <p:cNvPr id="50232" name="Line 1080"/>
            <p:cNvSpPr>
              <a:spLocks noChangeShapeType="1"/>
            </p:cNvSpPr>
            <p:nvPr/>
          </p:nvSpPr>
          <p:spPr bwMode="auto">
            <a:xfrm rot="5400000" flipV="1">
              <a:off x="1594" y="2802"/>
              <a:ext cx="0" cy="16"/>
            </a:xfrm>
            <a:prstGeom prst="line">
              <a:avLst/>
            </a:prstGeom>
            <a:noFill/>
            <a:ln w="12700">
              <a:solidFill>
                <a:srgbClr val="000000"/>
              </a:solidFill>
              <a:round/>
              <a:headEnd type="none" w="sm" len="sm"/>
              <a:tailEnd type="none" w="sm" len="sm"/>
            </a:ln>
          </p:spPr>
          <p:txBody>
            <a:bodyPr wrap="none" anchor="ctr"/>
            <a:lstStyle/>
            <a:p>
              <a:endParaRPr lang="nl-BE"/>
            </a:p>
          </p:txBody>
        </p:sp>
        <p:sp>
          <p:nvSpPr>
            <p:cNvPr id="50233" name="Line 1081"/>
            <p:cNvSpPr>
              <a:spLocks noChangeShapeType="1"/>
            </p:cNvSpPr>
            <p:nvPr/>
          </p:nvSpPr>
          <p:spPr bwMode="auto">
            <a:xfrm rot="5400000">
              <a:off x="1582" y="2268"/>
              <a:ext cx="23" cy="0"/>
            </a:xfrm>
            <a:prstGeom prst="line">
              <a:avLst/>
            </a:prstGeom>
            <a:noFill/>
            <a:ln w="12700">
              <a:solidFill>
                <a:srgbClr val="808080"/>
              </a:solidFill>
              <a:round/>
              <a:headEnd type="none" w="sm" len="sm"/>
              <a:tailEnd type="none" w="sm" len="sm"/>
            </a:ln>
          </p:spPr>
          <p:txBody>
            <a:bodyPr wrap="none" anchor="ctr"/>
            <a:lstStyle/>
            <a:p>
              <a:endParaRPr lang="nl-BE"/>
            </a:p>
          </p:txBody>
        </p:sp>
        <p:sp>
          <p:nvSpPr>
            <p:cNvPr id="50234" name="Line 1082"/>
            <p:cNvSpPr>
              <a:spLocks noChangeShapeType="1"/>
            </p:cNvSpPr>
            <p:nvPr/>
          </p:nvSpPr>
          <p:spPr bwMode="auto">
            <a:xfrm rot="5400000">
              <a:off x="1582" y="2291"/>
              <a:ext cx="23" cy="0"/>
            </a:xfrm>
            <a:prstGeom prst="line">
              <a:avLst/>
            </a:prstGeom>
            <a:noFill/>
            <a:ln w="12700">
              <a:solidFill>
                <a:srgbClr val="808080"/>
              </a:solidFill>
              <a:round/>
              <a:headEnd type="none" w="sm" len="sm"/>
              <a:tailEnd type="none" w="sm" len="sm"/>
            </a:ln>
          </p:spPr>
          <p:txBody>
            <a:bodyPr wrap="none" anchor="ctr"/>
            <a:lstStyle/>
            <a:p>
              <a:endParaRPr lang="nl-BE"/>
            </a:p>
          </p:txBody>
        </p:sp>
        <p:sp>
          <p:nvSpPr>
            <p:cNvPr id="50235" name="Line 1083"/>
            <p:cNvSpPr>
              <a:spLocks noChangeShapeType="1"/>
            </p:cNvSpPr>
            <p:nvPr/>
          </p:nvSpPr>
          <p:spPr bwMode="auto">
            <a:xfrm rot="5400000">
              <a:off x="1582" y="2314"/>
              <a:ext cx="23" cy="0"/>
            </a:xfrm>
            <a:prstGeom prst="line">
              <a:avLst/>
            </a:prstGeom>
            <a:noFill/>
            <a:ln w="12700">
              <a:solidFill>
                <a:srgbClr val="808080"/>
              </a:solidFill>
              <a:round/>
              <a:headEnd type="none" w="sm" len="sm"/>
              <a:tailEnd type="none" w="sm" len="sm"/>
            </a:ln>
          </p:spPr>
          <p:txBody>
            <a:bodyPr wrap="none" anchor="ctr"/>
            <a:lstStyle/>
            <a:p>
              <a:endParaRPr lang="nl-BE"/>
            </a:p>
          </p:txBody>
        </p:sp>
        <p:sp>
          <p:nvSpPr>
            <p:cNvPr id="50236" name="Freeform 1084"/>
            <p:cNvSpPr>
              <a:spLocks/>
            </p:cNvSpPr>
            <p:nvPr/>
          </p:nvSpPr>
          <p:spPr bwMode="auto">
            <a:xfrm rot="5400000">
              <a:off x="1581" y="2336"/>
              <a:ext cx="23" cy="1"/>
            </a:xfrm>
            <a:custGeom>
              <a:avLst/>
              <a:gdLst>
                <a:gd name="T0" fmla="*/ 0 w 153"/>
                <a:gd name="T1" fmla="*/ 0 h 1"/>
                <a:gd name="T2" fmla="*/ 76 w 153"/>
                <a:gd name="T3" fmla="*/ 0 h 1"/>
                <a:gd name="T4" fmla="*/ 152 w 153"/>
                <a:gd name="T5" fmla="*/ 0 h 1"/>
                <a:gd name="T6" fmla="*/ 0 60000 65536"/>
                <a:gd name="T7" fmla="*/ 0 60000 65536"/>
                <a:gd name="T8" fmla="*/ 0 60000 65536"/>
                <a:gd name="T9" fmla="*/ 0 w 153"/>
                <a:gd name="T10" fmla="*/ 0 h 1"/>
                <a:gd name="T11" fmla="*/ 153 w 153"/>
                <a:gd name="T12" fmla="*/ 1 h 1"/>
              </a:gdLst>
              <a:ahLst/>
              <a:cxnLst>
                <a:cxn ang="T6">
                  <a:pos x="T0" y="T1"/>
                </a:cxn>
                <a:cxn ang="T7">
                  <a:pos x="T2" y="T3"/>
                </a:cxn>
                <a:cxn ang="T8">
                  <a:pos x="T4" y="T5"/>
                </a:cxn>
              </a:cxnLst>
              <a:rect l="T9" t="T10" r="T11" b="T12"/>
              <a:pathLst>
                <a:path w="153" h="1">
                  <a:moveTo>
                    <a:pt x="0" y="0"/>
                  </a:moveTo>
                  <a:lnTo>
                    <a:pt x="76" y="0"/>
                  </a:lnTo>
                  <a:lnTo>
                    <a:pt x="152" y="0"/>
                  </a:lnTo>
                </a:path>
              </a:pathLst>
            </a:custGeom>
            <a:noFill/>
            <a:ln w="12700" cap="rnd" cmpd="sng">
              <a:solidFill>
                <a:srgbClr val="808080"/>
              </a:solidFill>
              <a:prstDash val="solid"/>
              <a:round/>
              <a:headEnd type="none" w="sm" len="sm"/>
              <a:tailEnd type="none" w="sm" len="sm"/>
            </a:ln>
          </p:spPr>
          <p:txBody>
            <a:bodyPr/>
            <a:lstStyle/>
            <a:p>
              <a:endParaRPr lang="nl-BE"/>
            </a:p>
          </p:txBody>
        </p:sp>
        <p:sp>
          <p:nvSpPr>
            <p:cNvPr id="50237" name="Freeform 1085"/>
            <p:cNvSpPr>
              <a:spLocks/>
            </p:cNvSpPr>
            <p:nvPr/>
          </p:nvSpPr>
          <p:spPr bwMode="auto">
            <a:xfrm rot="5400000">
              <a:off x="1584" y="2380"/>
              <a:ext cx="24" cy="6"/>
            </a:xfrm>
            <a:custGeom>
              <a:avLst/>
              <a:gdLst>
                <a:gd name="T0" fmla="*/ 0 w 153"/>
                <a:gd name="T1" fmla="*/ 16 h 17"/>
                <a:gd name="T2" fmla="*/ 38 w 153"/>
                <a:gd name="T3" fmla="*/ 13 h 17"/>
                <a:gd name="T4" fmla="*/ 76 w 153"/>
                <a:gd name="T5" fmla="*/ 12 h 17"/>
                <a:gd name="T6" fmla="*/ 114 w 153"/>
                <a:gd name="T7" fmla="*/ 6 h 17"/>
                <a:gd name="T8" fmla="*/ 152 w 153"/>
                <a:gd name="T9" fmla="*/ 0 h 17"/>
                <a:gd name="T10" fmla="*/ 0 60000 65536"/>
                <a:gd name="T11" fmla="*/ 0 60000 65536"/>
                <a:gd name="T12" fmla="*/ 0 60000 65536"/>
                <a:gd name="T13" fmla="*/ 0 60000 65536"/>
                <a:gd name="T14" fmla="*/ 0 60000 65536"/>
                <a:gd name="T15" fmla="*/ 0 w 153"/>
                <a:gd name="T16" fmla="*/ 0 h 17"/>
                <a:gd name="T17" fmla="*/ 153 w 153"/>
                <a:gd name="T18" fmla="*/ 17 h 17"/>
              </a:gdLst>
              <a:ahLst/>
              <a:cxnLst>
                <a:cxn ang="T10">
                  <a:pos x="T0" y="T1"/>
                </a:cxn>
                <a:cxn ang="T11">
                  <a:pos x="T2" y="T3"/>
                </a:cxn>
                <a:cxn ang="T12">
                  <a:pos x="T4" y="T5"/>
                </a:cxn>
                <a:cxn ang="T13">
                  <a:pos x="T6" y="T7"/>
                </a:cxn>
                <a:cxn ang="T14">
                  <a:pos x="T8" y="T9"/>
                </a:cxn>
              </a:cxnLst>
              <a:rect l="T15" t="T16" r="T17" b="T18"/>
              <a:pathLst>
                <a:path w="153" h="17">
                  <a:moveTo>
                    <a:pt x="0" y="16"/>
                  </a:moveTo>
                  <a:lnTo>
                    <a:pt x="38" y="13"/>
                  </a:lnTo>
                  <a:lnTo>
                    <a:pt x="76" y="12"/>
                  </a:lnTo>
                  <a:lnTo>
                    <a:pt x="114" y="6"/>
                  </a:lnTo>
                  <a:lnTo>
                    <a:pt x="152" y="0"/>
                  </a:lnTo>
                </a:path>
              </a:pathLst>
            </a:custGeom>
            <a:noFill/>
            <a:ln w="12700" cap="rnd" cmpd="sng">
              <a:solidFill>
                <a:srgbClr val="808080"/>
              </a:solidFill>
              <a:prstDash val="solid"/>
              <a:round/>
              <a:headEnd type="none" w="sm" len="sm"/>
              <a:tailEnd type="none" w="sm" len="sm"/>
            </a:ln>
          </p:spPr>
          <p:txBody>
            <a:bodyPr/>
            <a:lstStyle/>
            <a:p>
              <a:endParaRPr lang="nl-BE"/>
            </a:p>
          </p:txBody>
        </p:sp>
        <p:sp>
          <p:nvSpPr>
            <p:cNvPr id="50238" name="Freeform 1086"/>
            <p:cNvSpPr>
              <a:spLocks/>
            </p:cNvSpPr>
            <p:nvPr/>
          </p:nvSpPr>
          <p:spPr bwMode="auto">
            <a:xfrm rot="5400000">
              <a:off x="1597" y="2396"/>
              <a:ext cx="24" cy="19"/>
            </a:xfrm>
            <a:custGeom>
              <a:avLst/>
              <a:gdLst>
                <a:gd name="T0" fmla="*/ 0 w 152"/>
                <a:gd name="T1" fmla="*/ 49 h 50"/>
                <a:gd name="T2" fmla="*/ 38 w 152"/>
                <a:gd name="T3" fmla="*/ 41 h 50"/>
                <a:gd name="T4" fmla="*/ 75 w 152"/>
                <a:gd name="T5" fmla="*/ 32 h 50"/>
                <a:gd name="T6" fmla="*/ 95 w 152"/>
                <a:gd name="T7" fmla="*/ 25 h 50"/>
                <a:gd name="T8" fmla="*/ 113 w 152"/>
                <a:gd name="T9" fmla="*/ 20 h 50"/>
                <a:gd name="T10" fmla="*/ 133 w 152"/>
                <a:gd name="T11" fmla="*/ 11 h 50"/>
                <a:gd name="T12" fmla="*/ 151 w 152"/>
                <a:gd name="T13" fmla="*/ 0 h 50"/>
                <a:gd name="T14" fmla="*/ 0 60000 65536"/>
                <a:gd name="T15" fmla="*/ 0 60000 65536"/>
                <a:gd name="T16" fmla="*/ 0 60000 65536"/>
                <a:gd name="T17" fmla="*/ 0 60000 65536"/>
                <a:gd name="T18" fmla="*/ 0 60000 65536"/>
                <a:gd name="T19" fmla="*/ 0 60000 65536"/>
                <a:gd name="T20" fmla="*/ 0 60000 65536"/>
                <a:gd name="T21" fmla="*/ 0 w 152"/>
                <a:gd name="T22" fmla="*/ 0 h 50"/>
                <a:gd name="T23" fmla="*/ 152 w 152"/>
                <a:gd name="T24" fmla="*/ 50 h 5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2" h="50">
                  <a:moveTo>
                    <a:pt x="0" y="49"/>
                  </a:moveTo>
                  <a:lnTo>
                    <a:pt x="38" y="41"/>
                  </a:lnTo>
                  <a:lnTo>
                    <a:pt x="75" y="32"/>
                  </a:lnTo>
                  <a:lnTo>
                    <a:pt x="95" y="25"/>
                  </a:lnTo>
                  <a:lnTo>
                    <a:pt x="113" y="20"/>
                  </a:lnTo>
                  <a:lnTo>
                    <a:pt x="133" y="11"/>
                  </a:lnTo>
                  <a:lnTo>
                    <a:pt x="151" y="0"/>
                  </a:lnTo>
                </a:path>
              </a:pathLst>
            </a:custGeom>
            <a:noFill/>
            <a:ln w="12700" cap="rnd" cmpd="sng">
              <a:solidFill>
                <a:srgbClr val="808080"/>
              </a:solidFill>
              <a:prstDash val="solid"/>
              <a:round/>
              <a:headEnd type="none" w="sm" len="sm"/>
              <a:tailEnd type="none" w="sm" len="sm"/>
            </a:ln>
          </p:spPr>
          <p:txBody>
            <a:bodyPr/>
            <a:lstStyle/>
            <a:p>
              <a:endParaRPr lang="nl-BE"/>
            </a:p>
          </p:txBody>
        </p:sp>
        <p:sp>
          <p:nvSpPr>
            <p:cNvPr id="50239" name="Freeform 1087"/>
            <p:cNvSpPr>
              <a:spLocks/>
            </p:cNvSpPr>
            <p:nvPr/>
          </p:nvSpPr>
          <p:spPr bwMode="auto">
            <a:xfrm rot="5400000">
              <a:off x="1631" y="2405"/>
              <a:ext cx="23" cy="50"/>
            </a:xfrm>
            <a:custGeom>
              <a:avLst/>
              <a:gdLst>
                <a:gd name="T0" fmla="*/ 0 w 151"/>
                <a:gd name="T1" fmla="*/ 134 h 135"/>
                <a:gd name="T2" fmla="*/ 38 w 151"/>
                <a:gd name="T3" fmla="*/ 110 h 135"/>
                <a:gd name="T4" fmla="*/ 56 w 151"/>
                <a:gd name="T5" fmla="*/ 96 h 135"/>
                <a:gd name="T6" fmla="*/ 74 w 151"/>
                <a:gd name="T7" fmla="*/ 81 h 135"/>
                <a:gd name="T8" fmla="*/ 94 w 151"/>
                <a:gd name="T9" fmla="*/ 65 h 135"/>
                <a:gd name="T10" fmla="*/ 112 w 151"/>
                <a:gd name="T11" fmla="*/ 45 h 135"/>
                <a:gd name="T12" fmla="*/ 132 w 151"/>
                <a:gd name="T13" fmla="*/ 24 h 135"/>
                <a:gd name="T14" fmla="*/ 150 w 151"/>
                <a:gd name="T15" fmla="*/ 0 h 135"/>
                <a:gd name="T16" fmla="*/ 0 60000 65536"/>
                <a:gd name="T17" fmla="*/ 0 60000 65536"/>
                <a:gd name="T18" fmla="*/ 0 60000 65536"/>
                <a:gd name="T19" fmla="*/ 0 60000 65536"/>
                <a:gd name="T20" fmla="*/ 0 60000 65536"/>
                <a:gd name="T21" fmla="*/ 0 60000 65536"/>
                <a:gd name="T22" fmla="*/ 0 60000 65536"/>
                <a:gd name="T23" fmla="*/ 0 60000 65536"/>
                <a:gd name="T24" fmla="*/ 0 w 151"/>
                <a:gd name="T25" fmla="*/ 0 h 135"/>
                <a:gd name="T26" fmla="*/ 151 w 151"/>
                <a:gd name="T27" fmla="*/ 135 h 13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51" h="135">
                  <a:moveTo>
                    <a:pt x="0" y="134"/>
                  </a:moveTo>
                  <a:lnTo>
                    <a:pt x="38" y="110"/>
                  </a:lnTo>
                  <a:lnTo>
                    <a:pt x="56" y="96"/>
                  </a:lnTo>
                  <a:lnTo>
                    <a:pt x="74" y="81"/>
                  </a:lnTo>
                  <a:lnTo>
                    <a:pt x="94" y="65"/>
                  </a:lnTo>
                  <a:lnTo>
                    <a:pt x="112" y="45"/>
                  </a:lnTo>
                  <a:lnTo>
                    <a:pt x="132" y="24"/>
                  </a:lnTo>
                  <a:lnTo>
                    <a:pt x="150" y="0"/>
                  </a:lnTo>
                </a:path>
              </a:pathLst>
            </a:custGeom>
            <a:noFill/>
            <a:ln w="12700" cap="rnd" cmpd="sng">
              <a:solidFill>
                <a:srgbClr val="808080"/>
              </a:solidFill>
              <a:prstDash val="solid"/>
              <a:round/>
              <a:headEnd type="none" w="sm" len="sm"/>
              <a:tailEnd type="none" w="sm" len="sm"/>
            </a:ln>
          </p:spPr>
          <p:txBody>
            <a:bodyPr/>
            <a:lstStyle/>
            <a:p>
              <a:endParaRPr lang="nl-BE"/>
            </a:p>
          </p:txBody>
        </p:sp>
        <p:sp>
          <p:nvSpPr>
            <p:cNvPr id="50240" name="Freeform 1088"/>
            <p:cNvSpPr>
              <a:spLocks/>
            </p:cNvSpPr>
            <p:nvPr/>
          </p:nvSpPr>
          <p:spPr bwMode="auto">
            <a:xfrm rot="5400000">
              <a:off x="1708" y="2400"/>
              <a:ext cx="23" cy="105"/>
            </a:xfrm>
            <a:custGeom>
              <a:avLst/>
              <a:gdLst>
                <a:gd name="T0" fmla="*/ 0 w 153"/>
                <a:gd name="T1" fmla="*/ 278 h 279"/>
                <a:gd name="T2" fmla="*/ 18 w 153"/>
                <a:gd name="T3" fmla="*/ 251 h 279"/>
                <a:gd name="T4" fmla="*/ 38 w 153"/>
                <a:gd name="T5" fmla="*/ 222 h 279"/>
                <a:gd name="T6" fmla="*/ 56 w 153"/>
                <a:gd name="T7" fmla="*/ 190 h 279"/>
                <a:gd name="T8" fmla="*/ 76 w 153"/>
                <a:gd name="T9" fmla="*/ 157 h 279"/>
                <a:gd name="T10" fmla="*/ 94 w 153"/>
                <a:gd name="T11" fmla="*/ 121 h 279"/>
                <a:gd name="T12" fmla="*/ 114 w 153"/>
                <a:gd name="T13" fmla="*/ 83 h 279"/>
                <a:gd name="T14" fmla="*/ 132 w 153"/>
                <a:gd name="T15" fmla="*/ 41 h 279"/>
                <a:gd name="T16" fmla="*/ 152 w 153"/>
                <a:gd name="T17" fmla="*/ 0 h 27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3"/>
                <a:gd name="T28" fmla="*/ 0 h 279"/>
                <a:gd name="T29" fmla="*/ 153 w 153"/>
                <a:gd name="T30" fmla="*/ 279 h 27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3" h="279">
                  <a:moveTo>
                    <a:pt x="0" y="278"/>
                  </a:moveTo>
                  <a:lnTo>
                    <a:pt x="18" y="251"/>
                  </a:lnTo>
                  <a:lnTo>
                    <a:pt x="38" y="222"/>
                  </a:lnTo>
                  <a:lnTo>
                    <a:pt x="56" y="190"/>
                  </a:lnTo>
                  <a:lnTo>
                    <a:pt x="76" y="157"/>
                  </a:lnTo>
                  <a:lnTo>
                    <a:pt x="94" y="121"/>
                  </a:lnTo>
                  <a:lnTo>
                    <a:pt x="114" y="83"/>
                  </a:lnTo>
                  <a:lnTo>
                    <a:pt x="132" y="41"/>
                  </a:lnTo>
                  <a:lnTo>
                    <a:pt x="152" y="0"/>
                  </a:lnTo>
                </a:path>
              </a:pathLst>
            </a:custGeom>
            <a:noFill/>
            <a:ln w="12700" cap="rnd" cmpd="sng">
              <a:solidFill>
                <a:srgbClr val="808080"/>
              </a:solidFill>
              <a:prstDash val="solid"/>
              <a:round/>
              <a:headEnd type="none" w="sm" len="sm"/>
              <a:tailEnd type="none" w="sm" len="sm"/>
            </a:ln>
          </p:spPr>
          <p:txBody>
            <a:bodyPr/>
            <a:lstStyle/>
            <a:p>
              <a:endParaRPr lang="nl-BE"/>
            </a:p>
          </p:txBody>
        </p:sp>
        <p:sp>
          <p:nvSpPr>
            <p:cNvPr id="50241" name="Freeform 1089"/>
            <p:cNvSpPr>
              <a:spLocks/>
            </p:cNvSpPr>
            <p:nvPr/>
          </p:nvSpPr>
          <p:spPr bwMode="auto">
            <a:xfrm rot="5400000">
              <a:off x="1839" y="2397"/>
              <a:ext cx="23" cy="157"/>
            </a:xfrm>
            <a:custGeom>
              <a:avLst/>
              <a:gdLst>
                <a:gd name="T0" fmla="*/ 0 w 153"/>
                <a:gd name="T1" fmla="*/ 415 h 416"/>
                <a:gd name="T2" fmla="*/ 20 w 153"/>
                <a:gd name="T3" fmla="*/ 370 h 416"/>
                <a:gd name="T4" fmla="*/ 38 w 153"/>
                <a:gd name="T5" fmla="*/ 321 h 416"/>
                <a:gd name="T6" fmla="*/ 58 w 153"/>
                <a:gd name="T7" fmla="*/ 269 h 416"/>
                <a:gd name="T8" fmla="*/ 76 w 153"/>
                <a:gd name="T9" fmla="*/ 214 h 416"/>
                <a:gd name="T10" fmla="*/ 114 w 153"/>
                <a:gd name="T11" fmla="*/ 106 h 416"/>
                <a:gd name="T12" fmla="*/ 134 w 153"/>
                <a:gd name="T13" fmla="*/ 52 h 416"/>
                <a:gd name="T14" fmla="*/ 152 w 153"/>
                <a:gd name="T15" fmla="*/ 0 h 416"/>
                <a:gd name="T16" fmla="*/ 0 60000 65536"/>
                <a:gd name="T17" fmla="*/ 0 60000 65536"/>
                <a:gd name="T18" fmla="*/ 0 60000 65536"/>
                <a:gd name="T19" fmla="*/ 0 60000 65536"/>
                <a:gd name="T20" fmla="*/ 0 60000 65536"/>
                <a:gd name="T21" fmla="*/ 0 60000 65536"/>
                <a:gd name="T22" fmla="*/ 0 60000 65536"/>
                <a:gd name="T23" fmla="*/ 0 60000 65536"/>
                <a:gd name="T24" fmla="*/ 0 w 153"/>
                <a:gd name="T25" fmla="*/ 0 h 416"/>
                <a:gd name="T26" fmla="*/ 153 w 153"/>
                <a:gd name="T27" fmla="*/ 416 h 41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53" h="416">
                  <a:moveTo>
                    <a:pt x="0" y="415"/>
                  </a:moveTo>
                  <a:lnTo>
                    <a:pt x="20" y="370"/>
                  </a:lnTo>
                  <a:lnTo>
                    <a:pt x="38" y="321"/>
                  </a:lnTo>
                  <a:lnTo>
                    <a:pt x="58" y="269"/>
                  </a:lnTo>
                  <a:lnTo>
                    <a:pt x="76" y="214"/>
                  </a:lnTo>
                  <a:lnTo>
                    <a:pt x="114" y="106"/>
                  </a:lnTo>
                  <a:lnTo>
                    <a:pt x="134" y="52"/>
                  </a:lnTo>
                  <a:lnTo>
                    <a:pt x="152" y="0"/>
                  </a:lnTo>
                </a:path>
              </a:pathLst>
            </a:custGeom>
            <a:noFill/>
            <a:ln w="12700" cap="rnd" cmpd="sng">
              <a:solidFill>
                <a:srgbClr val="808080"/>
              </a:solidFill>
              <a:prstDash val="solid"/>
              <a:round/>
              <a:headEnd type="none" w="sm" len="sm"/>
              <a:tailEnd type="none" w="sm" len="sm"/>
            </a:ln>
          </p:spPr>
          <p:txBody>
            <a:bodyPr/>
            <a:lstStyle/>
            <a:p>
              <a:endParaRPr lang="nl-BE"/>
            </a:p>
          </p:txBody>
        </p:sp>
        <p:sp>
          <p:nvSpPr>
            <p:cNvPr id="50242" name="Freeform 1090"/>
            <p:cNvSpPr>
              <a:spLocks/>
            </p:cNvSpPr>
            <p:nvPr/>
          </p:nvSpPr>
          <p:spPr bwMode="auto">
            <a:xfrm rot="5400000">
              <a:off x="1994" y="2422"/>
              <a:ext cx="23" cy="153"/>
            </a:xfrm>
            <a:custGeom>
              <a:avLst/>
              <a:gdLst>
                <a:gd name="T0" fmla="*/ 0 w 151"/>
                <a:gd name="T1" fmla="*/ 407 h 408"/>
                <a:gd name="T2" fmla="*/ 18 w 151"/>
                <a:gd name="T3" fmla="*/ 354 h 408"/>
                <a:gd name="T4" fmla="*/ 38 w 151"/>
                <a:gd name="T5" fmla="*/ 298 h 408"/>
                <a:gd name="T6" fmla="*/ 56 w 151"/>
                <a:gd name="T7" fmla="*/ 244 h 408"/>
                <a:gd name="T8" fmla="*/ 74 w 151"/>
                <a:gd name="T9" fmla="*/ 188 h 408"/>
                <a:gd name="T10" fmla="*/ 94 w 151"/>
                <a:gd name="T11" fmla="*/ 136 h 408"/>
                <a:gd name="T12" fmla="*/ 112 w 151"/>
                <a:gd name="T13" fmla="*/ 85 h 408"/>
                <a:gd name="T14" fmla="*/ 121 w 151"/>
                <a:gd name="T15" fmla="*/ 62 h 408"/>
                <a:gd name="T16" fmla="*/ 132 w 151"/>
                <a:gd name="T17" fmla="*/ 40 h 408"/>
                <a:gd name="T18" fmla="*/ 141 w 151"/>
                <a:gd name="T19" fmla="*/ 18 h 408"/>
                <a:gd name="T20" fmla="*/ 150 w 151"/>
                <a:gd name="T21" fmla="*/ 0 h 40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51"/>
                <a:gd name="T34" fmla="*/ 0 h 408"/>
                <a:gd name="T35" fmla="*/ 151 w 151"/>
                <a:gd name="T36" fmla="*/ 408 h 40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51" h="408">
                  <a:moveTo>
                    <a:pt x="0" y="407"/>
                  </a:moveTo>
                  <a:lnTo>
                    <a:pt x="18" y="354"/>
                  </a:lnTo>
                  <a:lnTo>
                    <a:pt x="38" y="298"/>
                  </a:lnTo>
                  <a:lnTo>
                    <a:pt x="56" y="244"/>
                  </a:lnTo>
                  <a:lnTo>
                    <a:pt x="74" y="188"/>
                  </a:lnTo>
                  <a:lnTo>
                    <a:pt x="94" y="136"/>
                  </a:lnTo>
                  <a:lnTo>
                    <a:pt x="112" y="85"/>
                  </a:lnTo>
                  <a:lnTo>
                    <a:pt x="121" y="62"/>
                  </a:lnTo>
                  <a:lnTo>
                    <a:pt x="132" y="40"/>
                  </a:lnTo>
                  <a:lnTo>
                    <a:pt x="141" y="18"/>
                  </a:lnTo>
                  <a:lnTo>
                    <a:pt x="150" y="0"/>
                  </a:lnTo>
                </a:path>
              </a:pathLst>
            </a:custGeom>
            <a:noFill/>
            <a:ln w="12700" cap="rnd" cmpd="sng">
              <a:solidFill>
                <a:srgbClr val="808080"/>
              </a:solidFill>
              <a:prstDash val="solid"/>
              <a:round/>
              <a:headEnd type="none" w="sm" len="sm"/>
              <a:tailEnd type="none" w="sm" len="sm"/>
            </a:ln>
          </p:spPr>
          <p:txBody>
            <a:bodyPr/>
            <a:lstStyle/>
            <a:p>
              <a:endParaRPr lang="nl-BE"/>
            </a:p>
          </p:txBody>
        </p:sp>
        <p:sp>
          <p:nvSpPr>
            <p:cNvPr id="50243" name="Freeform 1091"/>
            <p:cNvSpPr>
              <a:spLocks/>
            </p:cNvSpPr>
            <p:nvPr/>
          </p:nvSpPr>
          <p:spPr bwMode="auto">
            <a:xfrm rot="5400000">
              <a:off x="2101" y="2489"/>
              <a:ext cx="23" cy="65"/>
            </a:xfrm>
            <a:custGeom>
              <a:avLst/>
              <a:gdLst>
                <a:gd name="T0" fmla="*/ 0 w 152"/>
                <a:gd name="T1" fmla="*/ 172 h 173"/>
                <a:gd name="T2" fmla="*/ 18 w 152"/>
                <a:gd name="T3" fmla="*/ 138 h 173"/>
                <a:gd name="T4" fmla="*/ 38 w 152"/>
                <a:gd name="T5" fmla="*/ 105 h 173"/>
                <a:gd name="T6" fmla="*/ 56 w 152"/>
                <a:gd name="T7" fmla="*/ 76 h 173"/>
                <a:gd name="T8" fmla="*/ 76 w 152"/>
                <a:gd name="T9" fmla="*/ 51 h 173"/>
                <a:gd name="T10" fmla="*/ 94 w 152"/>
                <a:gd name="T11" fmla="*/ 29 h 173"/>
                <a:gd name="T12" fmla="*/ 104 w 152"/>
                <a:gd name="T13" fmla="*/ 20 h 173"/>
                <a:gd name="T14" fmla="*/ 114 w 152"/>
                <a:gd name="T15" fmla="*/ 13 h 173"/>
                <a:gd name="T16" fmla="*/ 123 w 152"/>
                <a:gd name="T17" fmla="*/ 8 h 173"/>
                <a:gd name="T18" fmla="*/ 132 w 152"/>
                <a:gd name="T19" fmla="*/ 4 h 173"/>
                <a:gd name="T20" fmla="*/ 142 w 152"/>
                <a:gd name="T21" fmla="*/ 0 h 173"/>
                <a:gd name="T22" fmla="*/ 151 w 152"/>
                <a:gd name="T23" fmla="*/ 0 h 17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2"/>
                <a:gd name="T37" fmla="*/ 0 h 173"/>
                <a:gd name="T38" fmla="*/ 152 w 152"/>
                <a:gd name="T39" fmla="*/ 173 h 17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2" h="173">
                  <a:moveTo>
                    <a:pt x="0" y="172"/>
                  </a:moveTo>
                  <a:lnTo>
                    <a:pt x="18" y="138"/>
                  </a:lnTo>
                  <a:lnTo>
                    <a:pt x="38" y="105"/>
                  </a:lnTo>
                  <a:lnTo>
                    <a:pt x="56" y="76"/>
                  </a:lnTo>
                  <a:lnTo>
                    <a:pt x="76" y="51"/>
                  </a:lnTo>
                  <a:lnTo>
                    <a:pt x="94" y="29"/>
                  </a:lnTo>
                  <a:lnTo>
                    <a:pt x="104" y="20"/>
                  </a:lnTo>
                  <a:lnTo>
                    <a:pt x="114" y="13"/>
                  </a:lnTo>
                  <a:lnTo>
                    <a:pt x="123" y="8"/>
                  </a:lnTo>
                  <a:lnTo>
                    <a:pt x="132" y="4"/>
                  </a:lnTo>
                  <a:lnTo>
                    <a:pt x="142" y="0"/>
                  </a:lnTo>
                  <a:lnTo>
                    <a:pt x="151" y="0"/>
                  </a:lnTo>
                </a:path>
              </a:pathLst>
            </a:custGeom>
            <a:noFill/>
            <a:ln w="12700" cap="rnd" cmpd="sng">
              <a:solidFill>
                <a:srgbClr val="808080"/>
              </a:solidFill>
              <a:prstDash val="solid"/>
              <a:round/>
              <a:headEnd type="none" w="sm" len="sm"/>
              <a:tailEnd type="none" w="sm" len="sm"/>
            </a:ln>
          </p:spPr>
          <p:txBody>
            <a:bodyPr/>
            <a:lstStyle/>
            <a:p>
              <a:endParaRPr lang="nl-BE"/>
            </a:p>
          </p:txBody>
        </p:sp>
        <p:sp>
          <p:nvSpPr>
            <p:cNvPr id="50244" name="Freeform 1092"/>
            <p:cNvSpPr>
              <a:spLocks/>
            </p:cNvSpPr>
            <p:nvPr/>
          </p:nvSpPr>
          <p:spPr bwMode="auto">
            <a:xfrm rot="5400000">
              <a:off x="2101" y="2512"/>
              <a:ext cx="23" cy="65"/>
            </a:xfrm>
            <a:custGeom>
              <a:avLst/>
              <a:gdLst>
                <a:gd name="T0" fmla="*/ 0 w 153"/>
                <a:gd name="T1" fmla="*/ 0 h 173"/>
                <a:gd name="T2" fmla="*/ 9 w 153"/>
                <a:gd name="T3" fmla="*/ 0 h 173"/>
                <a:gd name="T4" fmla="*/ 20 w 153"/>
                <a:gd name="T5" fmla="*/ 4 h 173"/>
                <a:gd name="T6" fmla="*/ 29 w 153"/>
                <a:gd name="T7" fmla="*/ 8 h 173"/>
                <a:gd name="T8" fmla="*/ 38 w 153"/>
                <a:gd name="T9" fmla="*/ 13 h 173"/>
                <a:gd name="T10" fmla="*/ 47 w 153"/>
                <a:gd name="T11" fmla="*/ 20 h 173"/>
                <a:gd name="T12" fmla="*/ 58 w 153"/>
                <a:gd name="T13" fmla="*/ 29 h 173"/>
                <a:gd name="T14" fmla="*/ 76 w 153"/>
                <a:gd name="T15" fmla="*/ 51 h 173"/>
                <a:gd name="T16" fmla="*/ 96 w 153"/>
                <a:gd name="T17" fmla="*/ 76 h 173"/>
                <a:gd name="T18" fmla="*/ 114 w 153"/>
                <a:gd name="T19" fmla="*/ 105 h 173"/>
                <a:gd name="T20" fmla="*/ 134 w 153"/>
                <a:gd name="T21" fmla="*/ 138 h 173"/>
                <a:gd name="T22" fmla="*/ 152 w 153"/>
                <a:gd name="T23" fmla="*/ 172 h 17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3"/>
                <a:gd name="T37" fmla="*/ 0 h 173"/>
                <a:gd name="T38" fmla="*/ 153 w 153"/>
                <a:gd name="T39" fmla="*/ 173 h 17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3" h="173">
                  <a:moveTo>
                    <a:pt x="0" y="0"/>
                  </a:moveTo>
                  <a:lnTo>
                    <a:pt x="9" y="0"/>
                  </a:lnTo>
                  <a:lnTo>
                    <a:pt x="20" y="4"/>
                  </a:lnTo>
                  <a:lnTo>
                    <a:pt x="29" y="8"/>
                  </a:lnTo>
                  <a:lnTo>
                    <a:pt x="38" y="13"/>
                  </a:lnTo>
                  <a:lnTo>
                    <a:pt x="47" y="20"/>
                  </a:lnTo>
                  <a:lnTo>
                    <a:pt x="58" y="29"/>
                  </a:lnTo>
                  <a:lnTo>
                    <a:pt x="76" y="51"/>
                  </a:lnTo>
                  <a:lnTo>
                    <a:pt x="96" y="76"/>
                  </a:lnTo>
                  <a:lnTo>
                    <a:pt x="114" y="105"/>
                  </a:lnTo>
                  <a:lnTo>
                    <a:pt x="134" y="138"/>
                  </a:lnTo>
                  <a:lnTo>
                    <a:pt x="152" y="172"/>
                  </a:lnTo>
                </a:path>
              </a:pathLst>
            </a:custGeom>
            <a:noFill/>
            <a:ln w="12700" cap="rnd" cmpd="sng">
              <a:solidFill>
                <a:srgbClr val="808080"/>
              </a:solidFill>
              <a:prstDash val="solid"/>
              <a:round/>
              <a:headEnd type="none" w="sm" len="sm"/>
              <a:tailEnd type="none" w="sm" len="sm"/>
            </a:ln>
          </p:spPr>
          <p:txBody>
            <a:bodyPr/>
            <a:lstStyle/>
            <a:p>
              <a:endParaRPr lang="nl-BE"/>
            </a:p>
          </p:txBody>
        </p:sp>
        <p:sp>
          <p:nvSpPr>
            <p:cNvPr id="50245" name="Freeform 1093"/>
            <p:cNvSpPr>
              <a:spLocks/>
            </p:cNvSpPr>
            <p:nvPr/>
          </p:nvSpPr>
          <p:spPr bwMode="auto">
            <a:xfrm rot="5400000">
              <a:off x="1994" y="2491"/>
              <a:ext cx="23" cy="153"/>
            </a:xfrm>
            <a:custGeom>
              <a:avLst/>
              <a:gdLst>
                <a:gd name="T0" fmla="*/ 0 w 151"/>
                <a:gd name="T1" fmla="*/ 0 h 408"/>
                <a:gd name="T2" fmla="*/ 9 w 151"/>
                <a:gd name="T3" fmla="*/ 18 h 408"/>
                <a:gd name="T4" fmla="*/ 18 w 151"/>
                <a:gd name="T5" fmla="*/ 40 h 408"/>
                <a:gd name="T6" fmla="*/ 29 w 151"/>
                <a:gd name="T7" fmla="*/ 62 h 408"/>
                <a:gd name="T8" fmla="*/ 38 w 151"/>
                <a:gd name="T9" fmla="*/ 85 h 408"/>
                <a:gd name="T10" fmla="*/ 56 w 151"/>
                <a:gd name="T11" fmla="*/ 136 h 408"/>
                <a:gd name="T12" fmla="*/ 74 w 151"/>
                <a:gd name="T13" fmla="*/ 188 h 408"/>
                <a:gd name="T14" fmla="*/ 94 w 151"/>
                <a:gd name="T15" fmla="*/ 244 h 408"/>
                <a:gd name="T16" fmla="*/ 112 w 151"/>
                <a:gd name="T17" fmla="*/ 298 h 408"/>
                <a:gd name="T18" fmla="*/ 132 w 151"/>
                <a:gd name="T19" fmla="*/ 354 h 408"/>
                <a:gd name="T20" fmla="*/ 150 w 151"/>
                <a:gd name="T21" fmla="*/ 407 h 40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51"/>
                <a:gd name="T34" fmla="*/ 0 h 408"/>
                <a:gd name="T35" fmla="*/ 151 w 151"/>
                <a:gd name="T36" fmla="*/ 408 h 40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51" h="408">
                  <a:moveTo>
                    <a:pt x="0" y="0"/>
                  </a:moveTo>
                  <a:lnTo>
                    <a:pt x="9" y="18"/>
                  </a:lnTo>
                  <a:lnTo>
                    <a:pt x="18" y="40"/>
                  </a:lnTo>
                  <a:lnTo>
                    <a:pt x="29" y="62"/>
                  </a:lnTo>
                  <a:lnTo>
                    <a:pt x="38" y="85"/>
                  </a:lnTo>
                  <a:lnTo>
                    <a:pt x="56" y="136"/>
                  </a:lnTo>
                  <a:lnTo>
                    <a:pt x="74" y="188"/>
                  </a:lnTo>
                  <a:lnTo>
                    <a:pt x="94" y="244"/>
                  </a:lnTo>
                  <a:lnTo>
                    <a:pt x="112" y="298"/>
                  </a:lnTo>
                  <a:lnTo>
                    <a:pt x="132" y="354"/>
                  </a:lnTo>
                  <a:lnTo>
                    <a:pt x="150" y="407"/>
                  </a:lnTo>
                </a:path>
              </a:pathLst>
            </a:custGeom>
            <a:noFill/>
            <a:ln w="12700" cap="rnd" cmpd="sng">
              <a:solidFill>
                <a:srgbClr val="808080"/>
              </a:solidFill>
              <a:prstDash val="solid"/>
              <a:round/>
              <a:headEnd type="none" w="sm" len="sm"/>
              <a:tailEnd type="none" w="sm" len="sm"/>
            </a:ln>
          </p:spPr>
          <p:txBody>
            <a:bodyPr/>
            <a:lstStyle/>
            <a:p>
              <a:endParaRPr lang="nl-BE"/>
            </a:p>
          </p:txBody>
        </p:sp>
        <p:sp>
          <p:nvSpPr>
            <p:cNvPr id="50246" name="Freeform 1094"/>
            <p:cNvSpPr>
              <a:spLocks/>
            </p:cNvSpPr>
            <p:nvPr/>
          </p:nvSpPr>
          <p:spPr bwMode="auto">
            <a:xfrm rot="5400000">
              <a:off x="1839" y="2512"/>
              <a:ext cx="24" cy="157"/>
            </a:xfrm>
            <a:custGeom>
              <a:avLst/>
              <a:gdLst>
                <a:gd name="T0" fmla="*/ 0 w 153"/>
                <a:gd name="T1" fmla="*/ 0 h 416"/>
                <a:gd name="T2" fmla="*/ 18 w 153"/>
                <a:gd name="T3" fmla="*/ 52 h 416"/>
                <a:gd name="T4" fmla="*/ 38 w 153"/>
                <a:gd name="T5" fmla="*/ 106 h 416"/>
                <a:gd name="T6" fmla="*/ 76 w 153"/>
                <a:gd name="T7" fmla="*/ 214 h 416"/>
                <a:gd name="T8" fmla="*/ 94 w 153"/>
                <a:gd name="T9" fmla="*/ 269 h 416"/>
                <a:gd name="T10" fmla="*/ 114 w 153"/>
                <a:gd name="T11" fmla="*/ 321 h 416"/>
                <a:gd name="T12" fmla="*/ 132 w 153"/>
                <a:gd name="T13" fmla="*/ 370 h 416"/>
                <a:gd name="T14" fmla="*/ 152 w 153"/>
                <a:gd name="T15" fmla="*/ 415 h 416"/>
                <a:gd name="T16" fmla="*/ 0 60000 65536"/>
                <a:gd name="T17" fmla="*/ 0 60000 65536"/>
                <a:gd name="T18" fmla="*/ 0 60000 65536"/>
                <a:gd name="T19" fmla="*/ 0 60000 65536"/>
                <a:gd name="T20" fmla="*/ 0 60000 65536"/>
                <a:gd name="T21" fmla="*/ 0 60000 65536"/>
                <a:gd name="T22" fmla="*/ 0 60000 65536"/>
                <a:gd name="T23" fmla="*/ 0 60000 65536"/>
                <a:gd name="T24" fmla="*/ 0 w 153"/>
                <a:gd name="T25" fmla="*/ 0 h 416"/>
                <a:gd name="T26" fmla="*/ 153 w 153"/>
                <a:gd name="T27" fmla="*/ 416 h 41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53" h="416">
                  <a:moveTo>
                    <a:pt x="0" y="0"/>
                  </a:moveTo>
                  <a:lnTo>
                    <a:pt x="18" y="52"/>
                  </a:lnTo>
                  <a:lnTo>
                    <a:pt x="38" y="106"/>
                  </a:lnTo>
                  <a:lnTo>
                    <a:pt x="76" y="214"/>
                  </a:lnTo>
                  <a:lnTo>
                    <a:pt x="94" y="269"/>
                  </a:lnTo>
                  <a:lnTo>
                    <a:pt x="114" y="321"/>
                  </a:lnTo>
                  <a:lnTo>
                    <a:pt x="132" y="370"/>
                  </a:lnTo>
                  <a:lnTo>
                    <a:pt x="152" y="415"/>
                  </a:lnTo>
                </a:path>
              </a:pathLst>
            </a:custGeom>
            <a:noFill/>
            <a:ln w="12700" cap="rnd" cmpd="sng">
              <a:solidFill>
                <a:srgbClr val="808080"/>
              </a:solidFill>
              <a:prstDash val="solid"/>
              <a:round/>
              <a:headEnd type="none" w="sm" len="sm"/>
              <a:tailEnd type="none" w="sm" len="sm"/>
            </a:ln>
          </p:spPr>
          <p:txBody>
            <a:bodyPr/>
            <a:lstStyle/>
            <a:p>
              <a:endParaRPr lang="nl-BE"/>
            </a:p>
          </p:txBody>
        </p:sp>
        <p:sp>
          <p:nvSpPr>
            <p:cNvPr id="50247" name="Freeform 1095"/>
            <p:cNvSpPr>
              <a:spLocks/>
            </p:cNvSpPr>
            <p:nvPr/>
          </p:nvSpPr>
          <p:spPr bwMode="auto">
            <a:xfrm rot="5400000">
              <a:off x="1708" y="2561"/>
              <a:ext cx="24" cy="105"/>
            </a:xfrm>
            <a:custGeom>
              <a:avLst/>
              <a:gdLst>
                <a:gd name="T0" fmla="*/ 0 w 153"/>
                <a:gd name="T1" fmla="*/ 0 h 279"/>
                <a:gd name="T2" fmla="*/ 20 w 153"/>
                <a:gd name="T3" fmla="*/ 41 h 279"/>
                <a:gd name="T4" fmla="*/ 38 w 153"/>
                <a:gd name="T5" fmla="*/ 83 h 279"/>
                <a:gd name="T6" fmla="*/ 58 w 153"/>
                <a:gd name="T7" fmla="*/ 121 h 279"/>
                <a:gd name="T8" fmla="*/ 76 w 153"/>
                <a:gd name="T9" fmla="*/ 157 h 279"/>
                <a:gd name="T10" fmla="*/ 96 w 153"/>
                <a:gd name="T11" fmla="*/ 190 h 279"/>
                <a:gd name="T12" fmla="*/ 114 w 153"/>
                <a:gd name="T13" fmla="*/ 222 h 279"/>
                <a:gd name="T14" fmla="*/ 134 w 153"/>
                <a:gd name="T15" fmla="*/ 251 h 279"/>
                <a:gd name="T16" fmla="*/ 152 w 153"/>
                <a:gd name="T17" fmla="*/ 278 h 27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3"/>
                <a:gd name="T28" fmla="*/ 0 h 279"/>
                <a:gd name="T29" fmla="*/ 153 w 153"/>
                <a:gd name="T30" fmla="*/ 279 h 27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3" h="279">
                  <a:moveTo>
                    <a:pt x="0" y="0"/>
                  </a:moveTo>
                  <a:lnTo>
                    <a:pt x="20" y="41"/>
                  </a:lnTo>
                  <a:lnTo>
                    <a:pt x="38" y="83"/>
                  </a:lnTo>
                  <a:lnTo>
                    <a:pt x="58" y="121"/>
                  </a:lnTo>
                  <a:lnTo>
                    <a:pt x="76" y="157"/>
                  </a:lnTo>
                  <a:lnTo>
                    <a:pt x="96" y="190"/>
                  </a:lnTo>
                  <a:lnTo>
                    <a:pt x="114" y="222"/>
                  </a:lnTo>
                  <a:lnTo>
                    <a:pt x="134" y="251"/>
                  </a:lnTo>
                  <a:lnTo>
                    <a:pt x="152" y="278"/>
                  </a:lnTo>
                </a:path>
              </a:pathLst>
            </a:custGeom>
            <a:noFill/>
            <a:ln w="12700" cap="rnd" cmpd="sng">
              <a:solidFill>
                <a:srgbClr val="808080"/>
              </a:solidFill>
              <a:prstDash val="solid"/>
              <a:round/>
              <a:headEnd type="none" w="sm" len="sm"/>
              <a:tailEnd type="none" w="sm" len="sm"/>
            </a:ln>
          </p:spPr>
          <p:txBody>
            <a:bodyPr/>
            <a:lstStyle/>
            <a:p>
              <a:endParaRPr lang="nl-BE"/>
            </a:p>
          </p:txBody>
        </p:sp>
        <p:sp>
          <p:nvSpPr>
            <p:cNvPr id="50248" name="Freeform 1096"/>
            <p:cNvSpPr>
              <a:spLocks/>
            </p:cNvSpPr>
            <p:nvPr/>
          </p:nvSpPr>
          <p:spPr bwMode="auto">
            <a:xfrm rot="5400000">
              <a:off x="1631" y="2612"/>
              <a:ext cx="23" cy="50"/>
            </a:xfrm>
            <a:custGeom>
              <a:avLst/>
              <a:gdLst>
                <a:gd name="T0" fmla="*/ 0 w 151"/>
                <a:gd name="T1" fmla="*/ 0 h 135"/>
                <a:gd name="T2" fmla="*/ 18 w 151"/>
                <a:gd name="T3" fmla="*/ 24 h 135"/>
                <a:gd name="T4" fmla="*/ 38 w 151"/>
                <a:gd name="T5" fmla="*/ 45 h 135"/>
                <a:gd name="T6" fmla="*/ 56 w 151"/>
                <a:gd name="T7" fmla="*/ 65 h 135"/>
                <a:gd name="T8" fmla="*/ 74 w 151"/>
                <a:gd name="T9" fmla="*/ 81 h 135"/>
                <a:gd name="T10" fmla="*/ 94 w 151"/>
                <a:gd name="T11" fmla="*/ 96 h 135"/>
                <a:gd name="T12" fmla="*/ 112 w 151"/>
                <a:gd name="T13" fmla="*/ 110 h 135"/>
                <a:gd name="T14" fmla="*/ 150 w 151"/>
                <a:gd name="T15" fmla="*/ 134 h 135"/>
                <a:gd name="T16" fmla="*/ 0 60000 65536"/>
                <a:gd name="T17" fmla="*/ 0 60000 65536"/>
                <a:gd name="T18" fmla="*/ 0 60000 65536"/>
                <a:gd name="T19" fmla="*/ 0 60000 65536"/>
                <a:gd name="T20" fmla="*/ 0 60000 65536"/>
                <a:gd name="T21" fmla="*/ 0 60000 65536"/>
                <a:gd name="T22" fmla="*/ 0 60000 65536"/>
                <a:gd name="T23" fmla="*/ 0 60000 65536"/>
                <a:gd name="T24" fmla="*/ 0 w 151"/>
                <a:gd name="T25" fmla="*/ 0 h 135"/>
                <a:gd name="T26" fmla="*/ 151 w 151"/>
                <a:gd name="T27" fmla="*/ 135 h 13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51" h="135">
                  <a:moveTo>
                    <a:pt x="0" y="0"/>
                  </a:moveTo>
                  <a:lnTo>
                    <a:pt x="18" y="24"/>
                  </a:lnTo>
                  <a:lnTo>
                    <a:pt x="38" y="45"/>
                  </a:lnTo>
                  <a:lnTo>
                    <a:pt x="56" y="65"/>
                  </a:lnTo>
                  <a:lnTo>
                    <a:pt x="74" y="81"/>
                  </a:lnTo>
                  <a:lnTo>
                    <a:pt x="94" y="96"/>
                  </a:lnTo>
                  <a:lnTo>
                    <a:pt x="112" y="110"/>
                  </a:lnTo>
                  <a:lnTo>
                    <a:pt x="150" y="134"/>
                  </a:lnTo>
                </a:path>
              </a:pathLst>
            </a:custGeom>
            <a:noFill/>
            <a:ln w="12700" cap="rnd" cmpd="sng">
              <a:solidFill>
                <a:srgbClr val="808080"/>
              </a:solidFill>
              <a:prstDash val="solid"/>
              <a:round/>
              <a:headEnd type="none" w="sm" len="sm"/>
              <a:tailEnd type="none" w="sm" len="sm"/>
            </a:ln>
          </p:spPr>
          <p:txBody>
            <a:bodyPr/>
            <a:lstStyle/>
            <a:p>
              <a:endParaRPr lang="nl-BE"/>
            </a:p>
          </p:txBody>
        </p:sp>
        <p:sp>
          <p:nvSpPr>
            <p:cNvPr id="50249" name="Freeform 1097"/>
            <p:cNvSpPr>
              <a:spLocks/>
            </p:cNvSpPr>
            <p:nvPr/>
          </p:nvSpPr>
          <p:spPr bwMode="auto">
            <a:xfrm rot="5400000">
              <a:off x="1597" y="2650"/>
              <a:ext cx="24" cy="19"/>
            </a:xfrm>
            <a:custGeom>
              <a:avLst/>
              <a:gdLst>
                <a:gd name="T0" fmla="*/ 0 w 152"/>
                <a:gd name="T1" fmla="*/ 0 h 50"/>
                <a:gd name="T2" fmla="*/ 18 w 152"/>
                <a:gd name="T3" fmla="*/ 11 h 50"/>
                <a:gd name="T4" fmla="*/ 37 w 152"/>
                <a:gd name="T5" fmla="*/ 20 h 50"/>
                <a:gd name="T6" fmla="*/ 56 w 152"/>
                <a:gd name="T7" fmla="*/ 25 h 50"/>
                <a:gd name="T8" fmla="*/ 75 w 152"/>
                <a:gd name="T9" fmla="*/ 32 h 50"/>
                <a:gd name="T10" fmla="*/ 113 w 152"/>
                <a:gd name="T11" fmla="*/ 41 h 50"/>
                <a:gd name="T12" fmla="*/ 151 w 152"/>
                <a:gd name="T13" fmla="*/ 49 h 50"/>
                <a:gd name="T14" fmla="*/ 0 60000 65536"/>
                <a:gd name="T15" fmla="*/ 0 60000 65536"/>
                <a:gd name="T16" fmla="*/ 0 60000 65536"/>
                <a:gd name="T17" fmla="*/ 0 60000 65536"/>
                <a:gd name="T18" fmla="*/ 0 60000 65536"/>
                <a:gd name="T19" fmla="*/ 0 60000 65536"/>
                <a:gd name="T20" fmla="*/ 0 60000 65536"/>
                <a:gd name="T21" fmla="*/ 0 w 152"/>
                <a:gd name="T22" fmla="*/ 0 h 50"/>
                <a:gd name="T23" fmla="*/ 152 w 152"/>
                <a:gd name="T24" fmla="*/ 50 h 5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2" h="50">
                  <a:moveTo>
                    <a:pt x="0" y="0"/>
                  </a:moveTo>
                  <a:lnTo>
                    <a:pt x="18" y="11"/>
                  </a:lnTo>
                  <a:lnTo>
                    <a:pt x="37" y="20"/>
                  </a:lnTo>
                  <a:lnTo>
                    <a:pt x="56" y="25"/>
                  </a:lnTo>
                  <a:lnTo>
                    <a:pt x="75" y="32"/>
                  </a:lnTo>
                  <a:lnTo>
                    <a:pt x="113" y="41"/>
                  </a:lnTo>
                  <a:lnTo>
                    <a:pt x="151" y="49"/>
                  </a:lnTo>
                </a:path>
              </a:pathLst>
            </a:custGeom>
            <a:noFill/>
            <a:ln w="12700" cap="rnd" cmpd="sng">
              <a:solidFill>
                <a:srgbClr val="808080"/>
              </a:solidFill>
              <a:prstDash val="solid"/>
              <a:round/>
              <a:headEnd type="none" w="sm" len="sm"/>
              <a:tailEnd type="none" w="sm" len="sm"/>
            </a:ln>
          </p:spPr>
          <p:txBody>
            <a:bodyPr/>
            <a:lstStyle/>
            <a:p>
              <a:endParaRPr lang="nl-BE"/>
            </a:p>
          </p:txBody>
        </p:sp>
        <p:sp>
          <p:nvSpPr>
            <p:cNvPr id="50250" name="Freeform 1098"/>
            <p:cNvSpPr>
              <a:spLocks/>
            </p:cNvSpPr>
            <p:nvPr/>
          </p:nvSpPr>
          <p:spPr bwMode="auto">
            <a:xfrm rot="5400000">
              <a:off x="1584" y="2681"/>
              <a:ext cx="23" cy="6"/>
            </a:xfrm>
            <a:custGeom>
              <a:avLst/>
              <a:gdLst>
                <a:gd name="T0" fmla="*/ 0 w 153"/>
                <a:gd name="T1" fmla="*/ 0 h 17"/>
                <a:gd name="T2" fmla="*/ 38 w 153"/>
                <a:gd name="T3" fmla="*/ 6 h 17"/>
                <a:gd name="T4" fmla="*/ 76 w 153"/>
                <a:gd name="T5" fmla="*/ 12 h 17"/>
                <a:gd name="T6" fmla="*/ 114 w 153"/>
                <a:gd name="T7" fmla="*/ 13 h 17"/>
                <a:gd name="T8" fmla="*/ 152 w 153"/>
                <a:gd name="T9" fmla="*/ 16 h 17"/>
                <a:gd name="T10" fmla="*/ 0 60000 65536"/>
                <a:gd name="T11" fmla="*/ 0 60000 65536"/>
                <a:gd name="T12" fmla="*/ 0 60000 65536"/>
                <a:gd name="T13" fmla="*/ 0 60000 65536"/>
                <a:gd name="T14" fmla="*/ 0 60000 65536"/>
                <a:gd name="T15" fmla="*/ 0 w 153"/>
                <a:gd name="T16" fmla="*/ 0 h 17"/>
                <a:gd name="T17" fmla="*/ 153 w 153"/>
                <a:gd name="T18" fmla="*/ 17 h 17"/>
              </a:gdLst>
              <a:ahLst/>
              <a:cxnLst>
                <a:cxn ang="T10">
                  <a:pos x="T0" y="T1"/>
                </a:cxn>
                <a:cxn ang="T11">
                  <a:pos x="T2" y="T3"/>
                </a:cxn>
                <a:cxn ang="T12">
                  <a:pos x="T4" y="T5"/>
                </a:cxn>
                <a:cxn ang="T13">
                  <a:pos x="T6" y="T7"/>
                </a:cxn>
                <a:cxn ang="T14">
                  <a:pos x="T8" y="T9"/>
                </a:cxn>
              </a:cxnLst>
              <a:rect l="T15" t="T16" r="T17" b="T18"/>
              <a:pathLst>
                <a:path w="153" h="17">
                  <a:moveTo>
                    <a:pt x="0" y="0"/>
                  </a:moveTo>
                  <a:lnTo>
                    <a:pt x="38" y="6"/>
                  </a:lnTo>
                  <a:lnTo>
                    <a:pt x="76" y="12"/>
                  </a:lnTo>
                  <a:lnTo>
                    <a:pt x="114" y="13"/>
                  </a:lnTo>
                  <a:lnTo>
                    <a:pt x="152" y="16"/>
                  </a:lnTo>
                </a:path>
              </a:pathLst>
            </a:custGeom>
            <a:noFill/>
            <a:ln w="12700" cap="rnd" cmpd="sng">
              <a:solidFill>
                <a:srgbClr val="808080"/>
              </a:solidFill>
              <a:prstDash val="solid"/>
              <a:round/>
              <a:headEnd type="none" w="sm" len="sm"/>
              <a:tailEnd type="none" w="sm" len="sm"/>
            </a:ln>
          </p:spPr>
          <p:txBody>
            <a:bodyPr/>
            <a:lstStyle/>
            <a:p>
              <a:endParaRPr lang="nl-BE"/>
            </a:p>
          </p:txBody>
        </p:sp>
        <p:sp>
          <p:nvSpPr>
            <p:cNvPr id="50251" name="Line 1099"/>
            <p:cNvSpPr>
              <a:spLocks noChangeShapeType="1"/>
            </p:cNvSpPr>
            <p:nvPr/>
          </p:nvSpPr>
          <p:spPr bwMode="auto">
            <a:xfrm rot="5400000">
              <a:off x="1582" y="2753"/>
              <a:ext cx="23" cy="0"/>
            </a:xfrm>
            <a:prstGeom prst="line">
              <a:avLst/>
            </a:prstGeom>
            <a:noFill/>
            <a:ln w="12700">
              <a:solidFill>
                <a:srgbClr val="808080"/>
              </a:solidFill>
              <a:round/>
              <a:headEnd type="none" w="sm" len="sm"/>
              <a:tailEnd type="none" w="sm" len="sm"/>
            </a:ln>
          </p:spPr>
          <p:txBody>
            <a:bodyPr wrap="none" anchor="ctr"/>
            <a:lstStyle/>
            <a:p>
              <a:endParaRPr lang="nl-BE"/>
            </a:p>
          </p:txBody>
        </p:sp>
        <p:sp>
          <p:nvSpPr>
            <p:cNvPr id="50252" name="Line 1100"/>
            <p:cNvSpPr>
              <a:spLocks noChangeShapeType="1"/>
            </p:cNvSpPr>
            <p:nvPr/>
          </p:nvSpPr>
          <p:spPr bwMode="auto">
            <a:xfrm rot="5400000">
              <a:off x="1582" y="2776"/>
              <a:ext cx="23" cy="0"/>
            </a:xfrm>
            <a:prstGeom prst="line">
              <a:avLst/>
            </a:prstGeom>
            <a:noFill/>
            <a:ln w="12700">
              <a:solidFill>
                <a:srgbClr val="808080"/>
              </a:solidFill>
              <a:round/>
              <a:headEnd type="none" w="sm" len="sm"/>
              <a:tailEnd type="none" w="sm" len="sm"/>
            </a:ln>
          </p:spPr>
          <p:txBody>
            <a:bodyPr wrap="none" anchor="ctr"/>
            <a:lstStyle/>
            <a:p>
              <a:endParaRPr lang="nl-BE"/>
            </a:p>
          </p:txBody>
        </p:sp>
        <p:sp>
          <p:nvSpPr>
            <p:cNvPr id="50253" name="Line 1101"/>
            <p:cNvSpPr>
              <a:spLocks noChangeShapeType="1"/>
            </p:cNvSpPr>
            <p:nvPr/>
          </p:nvSpPr>
          <p:spPr bwMode="auto">
            <a:xfrm rot="5400000">
              <a:off x="1582" y="2799"/>
              <a:ext cx="23" cy="0"/>
            </a:xfrm>
            <a:prstGeom prst="line">
              <a:avLst/>
            </a:prstGeom>
            <a:noFill/>
            <a:ln w="12700">
              <a:solidFill>
                <a:srgbClr val="808080"/>
              </a:solidFill>
              <a:round/>
              <a:headEnd type="none" w="sm" len="sm"/>
              <a:tailEnd type="none" w="sm" len="sm"/>
            </a:ln>
          </p:spPr>
          <p:txBody>
            <a:bodyPr wrap="none" anchor="ctr"/>
            <a:lstStyle/>
            <a:p>
              <a:endParaRPr lang="nl-BE"/>
            </a:p>
          </p:txBody>
        </p:sp>
        <p:sp>
          <p:nvSpPr>
            <p:cNvPr id="50254" name="Line 1102"/>
            <p:cNvSpPr>
              <a:spLocks noChangeShapeType="1"/>
            </p:cNvSpPr>
            <p:nvPr/>
          </p:nvSpPr>
          <p:spPr bwMode="auto">
            <a:xfrm rot="5400000" flipV="1">
              <a:off x="1904" y="2228"/>
              <a:ext cx="0" cy="610"/>
            </a:xfrm>
            <a:prstGeom prst="line">
              <a:avLst/>
            </a:prstGeom>
            <a:noFill/>
            <a:ln w="25400">
              <a:solidFill>
                <a:srgbClr val="000000"/>
              </a:solidFill>
              <a:round/>
              <a:headEnd type="none" w="sm" len="sm"/>
              <a:tailEnd type="none" w="sm" len="sm"/>
            </a:ln>
          </p:spPr>
          <p:txBody>
            <a:bodyPr wrap="none" anchor="ctr"/>
            <a:lstStyle/>
            <a:p>
              <a:endParaRPr lang="nl-BE"/>
            </a:p>
          </p:txBody>
        </p:sp>
        <p:sp>
          <p:nvSpPr>
            <p:cNvPr id="50255" name="Line 1103"/>
            <p:cNvSpPr>
              <a:spLocks noChangeShapeType="1"/>
            </p:cNvSpPr>
            <p:nvPr/>
          </p:nvSpPr>
          <p:spPr bwMode="auto">
            <a:xfrm rot="5400000">
              <a:off x="1625" y="2622"/>
              <a:ext cx="0" cy="82"/>
            </a:xfrm>
            <a:prstGeom prst="line">
              <a:avLst/>
            </a:prstGeom>
            <a:noFill/>
            <a:ln w="12700">
              <a:solidFill>
                <a:schemeClr val="tx1"/>
              </a:solidFill>
              <a:round/>
              <a:headEnd type="none" w="sm" len="sm"/>
              <a:tailEnd type="none" w="sm" len="sm"/>
            </a:ln>
          </p:spPr>
          <p:txBody>
            <a:bodyPr wrap="none" anchor="ctr"/>
            <a:lstStyle/>
            <a:p>
              <a:endParaRPr lang="nl-BE"/>
            </a:p>
          </p:txBody>
        </p:sp>
        <p:sp>
          <p:nvSpPr>
            <p:cNvPr id="50256" name="Line 1104"/>
            <p:cNvSpPr>
              <a:spLocks noChangeShapeType="1"/>
            </p:cNvSpPr>
            <p:nvPr/>
          </p:nvSpPr>
          <p:spPr bwMode="auto">
            <a:xfrm rot="5400000">
              <a:off x="1625" y="2358"/>
              <a:ext cx="0" cy="82"/>
            </a:xfrm>
            <a:prstGeom prst="line">
              <a:avLst/>
            </a:prstGeom>
            <a:noFill/>
            <a:ln w="12700">
              <a:solidFill>
                <a:schemeClr val="tx1"/>
              </a:solidFill>
              <a:round/>
              <a:headEnd type="none" w="sm" len="sm"/>
              <a:tailEnd type="none" w="sm" len="sm"/>
            </a:ln>
          </p:spPr>
          <p:txBody>
            <a:bodyPr wrap="none" anchor="ctr"/>
            <a:lstStyle/>
            <a:p>
              <a:endParaRPr lang="nl-BE"/>
            </a:p>
          </p:txBody>
        </p:sp>
        <p:grpSp>
          <p:nvGrpSpPr>
            <p:cNvPr id="3" name="Group 1132"/>
            <p:cNvGrpSpPr>
              <a:grpSpLocks/>
            </p:cNvGrpSpPr>
            <p:nvPr/>
          </p:nvGrpSpPr>
          <p:grpSpPr bwMode="auto">
            <a:xfrm>
              <a:off x="1584" y="1728"/>
              <a:ext cx="22" cy="1632"/>
              <a:chOff x="2823" y="1032"/>
              <a:chExt cx="22" cy="1632"/>
            </a:xfrm>
          </p:grpSpPr>
          <p:sp>
            <p:nvSpPr>
              <p:cNvPr id="50260" name="Line 1106"/>
              <p:cNvSpPr>
                <a:spLocks noChangeShapeType="1"/>
              </p:cNvSpPr>
              <p:nvPr/>
            </p:nvSpPr>
            <p:spPr bwMode="auto">
              <a:xfrm rot="5400000">
                <a:off x="2018" y="1848"/>
                <a:ext cx="1632" cy="0"/>
              </a:xfrm>
              <a:prstGeom prst="line">
                <a:avLst/>
              </a:prstGeom>
              <a:noFill/>
              <a:ln w="12700">
                <a:solidFill>
                  <a:srgbClr val="000000"/>
                </a:solidFill>
                <a:round/>
                <a:headEnd type="none" w="sm" len="sm"/>
                <a:tailEnd type="none" w="sm" len="sm"/>
              </a:ln>
            </p:spPr>
            <p:txBody>
              <a:bodyPr wrap="none" anchor="ctr"/>
              <a:lstStyle/>
              <a:p>
                <a:endParaRPr lang="nl-BE"/>
              </a:p>
            </p:txBody>
          </p:sp>
          <p:sp>
            <p:nvSpPr>
              <p:cNvPr id="50261" name="Line 1107"/>
              <p:cNvSpPr>
                <a:spLocks noChangeShapeType="1"/>
              </p:cNvSpPr>
              <p:nvPr/>
            </p:nvSpPr>
            <p:spPr bwMode="auto">
              <a:xfrm rot="5400000" flipV="1">
                <a:off x="2834" y="1021"/>
                <a:ext cx="0" cy="22"/>
              </a:xfrm>
              <a:prstGeom prst="line">
                <a:avLst/>
              </a:prstGeom>
              <a:noFill/>
              <a:ln w="12700">
                <a:solidFill>
                  <a:srgbClr val="000000"/>
                </a:solidFill>
                <a:round/>
                <a:headEnd type="none" w="sm" len="sm"/>
                <a:tailEnd type="none" w="sm" len="sm"/>
              </a:ln>
            </p:spPr>
            <p:txBody>
              <a:bodyPr wrap="none" anchor="ctr"/>
              <a:lstStyle/>
              <a:p>
                <a:endParaRPr lang="nl-BE"/>
              </a:p>
            </p:txBody>
          </p:sp>
          <p:sp>
            <p:nvSpPr>
              <p:cNvPr id="50262" name="Line 1108"/>
              <p:cNvSpPr>
                <a:spLocks noChangeShapeType="1"/>
              </p:cNvSpPr>
              <p:nvPr/>
            </p:nvSpPr>
            <p:spPr bwMode="auto">
              <a:xfrm rot="5400000" flipV="1">
                <a:off x="2834" y="1156"/>
                <a:ext cx="0" cy="22"/>
              </a:xfrm>
              <a:prstGeom prst="line">
                <a:avLst/>
              </a:prstGeom>
              <a:noFill/>
              <a:ln w="12700">
                <a:solidFill>
                  <a:srgbClr val="000000"/>
                </a:solidFill>
                <a:round/>
                <a:headEnd type="none" w="sm" len="sm"/>
                <a:tailEnd type="none" w="sm" len="sm"/>
              </a:ln>
            </p:spPr>
            <p:txBody>
              <a:bodyPr wrap="none" anchor="ctr"/>
              <a:lstStyle/>
              <a:p>
                <a:endParaRPr lang="nl-BE"/>
              </a:p>
            </p:txBody>
          </p:sp>
          <p:sp>
            <p:nvSpPr>
              <p:cNvPr id="50263" name="Line 1109"/>
              <p:cNvSpPr>
                <a:spLocks noChangeShapeType="1"/>
              </p:cNvSpPr>
              <p:nvPr/>
            </p:nvSpPr>
            <p:spPr bwMode="auto">
              <a:xfrm rot="5400000" flipV="1">
                <a:off x="2834" y="1293"/>
                <a:ext cx="0" cy="22"/>
              </a:xfrm>
              <a:prstGeom prst="line">
                <a:avLst/>
              </a:prstGeom>
              <a:noFill/>
              <a:ln w="12700">
                <a:solidFill>
                  <a:srgbClr val="000000"/>
                </a:solidFill>
                <a:round/>
                <a:headEnd type="none" w="sm" len="sm"/>
                <a:tailEnd type="none" w="sm" len="sm"/>
              </a:ln>
            </p:spPr>
            <p:txBody>
              <a:bodyPr wrap="none" anchor="ctr"/>
              <a:lstStyle/>
              <a:p>
                <a:endParaRPr lang="nl-BE"/>
              </a:p>
            </p:txBody>
          </p:sp>
          <p:sp>
            <p:nvSpPr>
              <p:cNvPr id="50264" name="Line 1110"/>
              <p:cNvSpPr>
                <a:spLocks noChangeShapeType="1"/>
              </p:cNvSpPr>
              <p:nvPr/>
            </p:nvSpPr>
            <p:spPr bwMode="auto">
              <a:xfrm rot="5400000" flipV="1">
                <a:off x="2834" y="1429"/>
                <a:ext cx="0" cy="22"/>
              </a:xfrm>
              <a:prstGeom prst="line">
                <a:avLst/>
              </a:prstGeom>
              <a:noFill/>
              <a:ln w="12700">
                <a:solidFill>
                  <a:srgbClr val="000000"/>
                </a:solidFill>
                <a:round/>
                <a:headEnd type="none" w="sm" len="sm"/>
                <a:tailEnd type="none" w="sm" len="sm"/>
              </a:ln>
            </p:spPr>
            <p:txBody>
              <a:bodyPr wrap="none" anchor="ctr"/>
              <a:lstStyle/>
              <a:p>
                <a:endParaRPr lang="nl-BE"/>
              </a:p>
            </p:txBody>
          </p:sp>
          <p:sp>
            <p:nvSpPr>
              <p:cNvPr id="50265" name="Line 1111"/>
              <p:cNvSpPr>
                <a:spLocks noChangeShapeType="1"/>
              </p:cNvSpPr>
              <p:nvPr/>
            </p:nvSpPr>
            <p:spPr bwMode="auto">
              <a:xfrm rot="5400000" flipV="1">
                <a:off x="2834" y="1565"/>
                <a:ext cx="0" cy="22"/>
              </a:xfrm>
              <a:prstGeom prst="line">
                <a:avLst/>
              </a:prstGeom>
              <a:noFill/>
              <a:ln w="12700">
                <a:solidFill>
                  <a:srgbClr val="000000"/>
                </a:solidFill>
                <a:round/>
                <a:headEnd type="none" w="sm" len="sm"/>
                <a:tailEnd type="none" w="sm" len="sm"/>
              </a:ln>
            </p:spPr>
            <p:txBody>
              <a:bodyPr wrap="none" anchor="ctr"/>
              <a:lstStyle/>
              <a:p>
                <a:endParaRPr lang="nl-BE"/>
              </a:p>
            </p:txBody>
          </p:sp>
          <p:sp>
            <p:nvSpPr>
              <p:cNvPr id="50266" name="Line 1112"/>
              <p:cNvSpPr>
                <a:spLocks noChangeShapeType="1"/>
              </p:cNvSpPr>
              <p:nvPr/>
            </p:nvSpPr>
            <p:spPr bwMode="auto">
              <a:xfrm rot="5400000" flipV="1">
                <a:off x="2834" y="1701"/>
                <a:ext cx="0" cy="22"/>
              </a:xfrm>
              <a:prstGeom prst="line">
                <a:avLst/>
              </a:prstGeom>
              <a:noFill/>
              <a:ln w="12700">
                <a:solidFill>
                  <a:srgbClr val="000000"/>
                </a:solidFill>
                <a:round/>
                <a:headEnd type="none" w="sm" len="sm"/>
                <a:tailEnd type="none" w="sm" len="sm"/>
              </a:ln>
            </p:spPr>
            <p:txBody>
              <a:bodyPr wrap="none" anchor="ctr"/>
              <a:lstStyle/>
              <a:p>
                <a:endParaRPr lang="nl-BE"/>
              </a:p>
            </p:txBody>
          </p:sp>
          <p:sp>
            <p:nvSpPr>
              <p:cNvPr id="50267" name="Line 1113"/>
              <p:cNvSpPr>
                <a:spLocks noChangeShapeType="1"/>
              </p:cNvSpPr>
              <p:nvPr/>
            </p:nvSpPr>
            <p:spPr bwMode="auto">
              <a:xfrm rot="5400000" flipV="1">
                <a:off x="2834" y="1837"/>
                <a:ext cx="0" cy="22"/>
              </a:xfrm>
              <a:prstGeom prst="line">
                <a:avLst/>
              </a:prstGeom>
              <a:noFill/>
              <a:ln w="12700">
                <a:solidFill>
                  <a:srgbClr val="000000"/>
                </a:solidFill>
                <a:round/>
                <a:headEnd type="none" w="sm" len="sm"/>
                <a:tailEnd type="none" w="sm" len="sm"/>
              </a:ln>
            </p:spPr>
            <p:txBody>
              <a:bodyPr wrap="none" anchor="ctr"/>
              <a:lstStyle/>
              <a:p>
                <a:endParaRPr lang="nl-BE"/>
              </a:p>
            </p:txBody>
          </p:sp>
          <p:sp>
            <p:nvSpPr>
              <p:cNvPr id="50268" name="Line 1114"/>
              <p:cNvSpPr>
                <a:spLocks noChangeShapeType="1"/>
              </p:cNvSpPr>
              <p:nvPr/>
            </p:nvSpPr>
            <p:spPr bwMode="auto">
              <a:xfrm rot="5400000" flipV="1">
                <a:off x="2834" y="1973"/>
                <a:ext cx="0" cy="22"/>
              </a:xfrm>
              <a:prstGeom prst="line">
                <a:avLst/>
              </a:prstGeom>
              <a:noFill/>
              <a:ln w="12700">
                <a:solidFill>
                  <a:srgbClr val="000000"/>
                </a:solidFill>
                <a:round/>
                <a:headEnd type="none" w="sm" len="sm"/>
                <a:tailEnd type="none" w="sm" len="sm"/>
              </a:ln>
            </p:spPr>
            <p:txBody>
              <a:bodyPr wrap="none" anchor="ctr"/>
              <a:lstStyle/>
              <a:p>
                <a:endParaRPr lang="nl-BE"/>
              </a:p>
            </p:txBody>
          </p:sp>
          <p:sp>
            <p:nvSpPr>
              <p:cNvPr id="50269" name="Line 1115"/>
              <p:cNvSpPr>
                <a:spLocks noChangeShapeType="1"/>
              </p:cNvSpPr>
              <p:nvPr/>
            </p:nvSpPr>
            <p:spPr bwMode="auto">
              <a:xfrm rot="5400000" flipV="1">
                <a:off x="2834" y="2109"/>
                <a:ext cx="0" cy="22"/>
              </a:xfrm>
              <a:prstGeom prst="line">
                <a:avLst/>
              </a:prstGeom>
              <a:noFill/>
              <a:ln w="12700">
                <a:solidFill>
                  <a:srgbClr val="000000"/>
                </a:solidFill>
                <a:round/>
                <a:headEnd type="none" w="sm" len="sm"/>
                <a:tailEnd type="none" w="sm" len="sm"/>
              </a:ln>
            </p:spPr>
            <p:txBody>
              <a:bodyPr wrap="none" anchor="ctr"/>
              <a:lstStyle/>
              <a:p>
                <a:endParaRPr lang="nl-BE"/>
              </a:p>
            </p:txBody>
          </p:sp>
          <p:sp>
            <p:nvSpPr>
              <p:cNvPr id="50270" name="Line 1116"/>
              <p:cNvSpPr>
                <a:spLocks noChangeShapeType="1"/>
              </p:cNvSpPr>
              <p:nvPr/>
            </p:nvSpPr>
            <p:spPr bwMode="auto">
              <a:xfrm rot="5400000" flipV="1">
                <a:off x="2834" y="2245"/>
                <a:ext cx="0" cy="22"/>
              </a:xfrm>
              <a:prstGeom prst="line">
                <a:avLst/>
              </a:prstGeom>
              <a:noFill/>
              <a:ln w="12700">
                <a:solidFill>
                  <a:srgbClr val="000000"/>
                </a:solidFill>
                <a:round/>
                <a:headEnd type="none" w="sm" len="sm"/>
                <a:tailEnd type="none" w="sm" len="sm"/>
              </a:ln>
            </p:spPr>
            <p:txBody>
              <a:bodyPr wrap="none" anchor="ctr"/>
              <a:lstStyle/>
              <a:p>
                <a:endParaRPr lang="nl-BE"/>
              </a:p>
            </p:txBody>
          </p:sp>
          <p:sp>
            <p:nvSpPr>
              <p:cNvPr id="50271" name="Line 1117"/>
              <p:cNvSpPr>
                <a:spLocks noChangeShapeType="1"/>
              </p:cNvSpPr>
              <p:nvPr/>
            </p:nvSpPr>
            <p:spPr bwMode="auto">
              <a:xfrm rot="5400000" flipV="1">
                <a:off x="2834" y="2381"/>
                <a:ext cx="0" cy="22"/>
              </a:xfrm>
              <a:prstGeom prst="line">
                <a:avLst/>
              </a:prstGeom>
              <a:noFill/>
              <a:ln w="12700">
                <a:solidFill>
                  <a:srgbClr val="000000"/>
                </a:solidFill>
                <a:round/>
                <a:headEnd type="none" w="sm" len="sm"/>
                <a:tailEnd type="none" w="sm" len="sm"/>
              </a:ln>
            </p:spPr>
            <p:txBody>
              <a:bodyPr wrap="none" anchor="ctr"/>
              <a:lstStyle/>
              <a:p>
                <a:endParaRPr lang="nl-BE"/>
              </a:p>
            </p:txBody>
          </p:sp>
          <p:sp>
            <p:nvSpPr>
              <p:cNvPr id="50272" name="Line 1118"/>
              <p:cNvSpPr>
                <a:spLocks noChangeShapeType="1"/>
              </p:cNvSpPr>
              <p:nvPr/>
            </p:nvSpPr>
            <p:spPr bwMode="auto">
              <a:xfrm rot="5400000" flipV="1">
                <a:off x="2834" y="2517"/>
                <a:ext cx="0" cy="22"/>
              </a:xfrm>
              <a:prstGeom prst="line">
                <a:avLst/>
              </a:prstGeom>
              <a:noFill/>
              <a:ln w="12700">
                <a:solidFill>
                  <a:srgbClr val="000000"/>
                </a:solidFill>
                <a:round/>
                <a:headEnd type="none" w="sm" len="sm"/>
                <a:tailEnd type="none" w="sm" len="sm"/>
              </a:ln>
            </p:spPr>
            <p:txBody>
              <a:bodyPr wrap="none" anchor="ctr"/>
              <a:lstStyle/>
              <a:p>
                <a:endParaRPr lang="nl-BE"/>
              </a:p>
            </p:txBody>
          </p:sp>
          <p:sp>
            <p:nvSpPr>
              <p:cNvPr id="50273" name="Line 1119"/>
              <p:cNvSpPr>
                <a:spLocks noChangeShapeType="1"/>
              </p:cNvSpPr>
              <p:nvPr/>
            </p:nvSpPr>
            <p:spPr bwMode="auto">
              <a:xfrm rot="5400000" flipV="1">
                <a:off x="2834" y="2653"/>
                <a:ext cx="0" cy="22"/>
              </a:xfrm>
              <a:prstGeom prst="line">
                <a:avLst/>
              </a:prstGeom>
              <a:noFill/>
              <a:ln w="12700">
                <a:solidFill>
                  <a:srgbClr val="000000"/>
                </a:solidFill>
                <a:round/>
                <a:headEnd type="none" w="sm" len="sm"/>
                <a:tailEnd type="none" w="sm" len="sm"/>
              </a:ln>
            </p:spPr>
            <p:txBody>
              <a:bodyPr wrap="none" anchor="ctr"/>
              <a:lstStyle/>
              <a:p>
                <a:endParaRPr lang="nl-BE"/>
              </a:p>
            </p:txBody>
          </p:sp>
          <p:sp>
            <p:nvSpPr>
              <p:cNvPr id="50274" name="Line 1120"/>
              <p:cNvSpPr>
                <a:spLocks noChangeShapeType="1"/>
              </p:cNvSpPr>
              <p:nvPr/>
            </p:nvSpPr>
            <p:spPr bwMode="auto">
              <a:xfrm rot="5400000">
                <a:off x="2799" y="1067"/>
                <a:ext cx="69" cy="0"/>
              </a:xfrm>
              <a:prstGeom prst="line">
                <a:avLst/>
              </a:prstGeom>
              <a:noFill/>
              <a:ln w="12700">
                <a:solidFill>
                  <a:srgbClr val="808080"/>
                </a:solidFill>
                <a:round/>
                <a:headEnd type="none" w="sm" len="sm"/>
                <a:tailEnd type="none" w="sm" len="sm"/>
              </a:ln>
            </p:spPr>
            <p:txBody>
              <a:bodyPr wrap="none" anchor="ctr"/>
              <a:lstStyle/>
              <a:p>
                <a:endParaRPr lang="nl-BE"/>
              </a:p>
            </p:txBody>
          </p:sp>
          <p:sp>
            <p:nvSpPr>
              <p:cNvPr id="50275" name="Line 1121"/>
              <p:cNvSpPr>
                <a:spLocks noChangeShapeType="1"/>
              </p:cNvSpPr>
              <p:nvPr/>
            </p:nvSpPr>
            <p:spPr bwMode="auto">
              <a:xfrm rot="5400000">
                <a:off x="2801" y="1134"/>
                <a:ext cx="66" cy="0"/>
              </a:xfrm>
              <a:prstGeom prst="line">
                <a:avLst/>
              </a:prstGeom>
              <a:noFill/>
              <a:ln w="12700">
                <a:solidFill>
                  <a:srgbClr val="808080"/>
                </a:solidFill>
                <a:round/>
                <a:headEnd type="none" w="sm" len="sm"/>
                <a:tailEnd type="none" w="sm" len="sm"/>
              </a:ln>
            </p:spPr>
            <p:txBody>
              <a:bodyPr wrap="none" anchor="ctr"/>
              <a:lstStyle/>
              <a:p>
                <a:endParaRPr lang="nl-BE"/>
              </a:p>
            </p:txBody>
          </p:sp>
          <p:sp>
            <p:nvSpPr>
              <p:cNvPr id="50276" name="Line 1122"/>
              <p:cNvSpPr>
                <a:spLocks noChangeShapeType="1"/>
              </p:cNvSpPr>
              <p:nvPr/>
            </p:nvSpPr>
            <p:spPr bwMode="auto">
              <a:xfrm rot="5400000">
                <a:off x="2799" y="1202"/>
                <a:ext cx="69" cy="0"/>
              </a:xfrm>
              <a:prstGeom prst="line">
                <a:avLst/>
              </a:prstGeom>
              <a:noFill/>
              <a:ln w="12700">
                <a:solidFill>
                  <a:srgbClr val="808080"/>
                </a:solidFill>
                <a:round/>
                <a:headEnd type="none" w="sm" len="sm"/>
                <a:tailEnd type="none" w="sm" len="sm"/>
              </a:ln>
            </p:spPr>
            <p:txBody>
              <a:bodyPr wrap="none" anchor="ctr"/>
              <a:lstStyle/>
              <a:p>
                <a:endParaRPr lang="nl-BE"/>
              </a:p>
            </p:txBody>
          </p:sp>
          <p:sp>
            <p:nvSpPr>
              <p:cNvPr id="50277" name="Freeform 1123"/>
              <p:cNvSpPr>
                <a:spLocks/>
              </p:cNvSpPr>
              <p:nvPr/>
            </p:nvSpPr>
            <p:spPr bwMode="auto">
              <a:xfrm rot="5400000">
                <a:off x="2799" y="1269"/>
                <a:ext cx="68" cy="1"/>
              </a:xfrm>
              <a:custGeom>
                <a:avLst/>
                <a:gdLst>
                  <a:gd name="T0" fmla="*/ 0 w 153"/>
                  <a:gd name="T1" fmla="*/ 0 h 1"/>
                  <a:gd name="T2" fmla="*/ 76 w 153"/>
                  <a:gd name="T3" fmla="*/ 0 h 1"/>
                  <a:gd name="T4" fmla="*/ 152 w 153"/>
                  <a:gd name="T5" fmla="*/ 0 h 1"/>
                  <a:gd name="T6" fmla="*/ 0 60000 65536"/>
                  <a:gd name="T7" fmla="*/ 0 60000 65536"/>
                  <a:gd name="T8" fmla="*/ 0 60000 65536"/>
                  <a:gd name="T9" fmla="*/ 0 w 153"/>
                  <a:gd name="T10" fmla="*/ 0 h 1"/>
                  <a:gd name="T11" fmla="*/ 153 w 153"/>
                  <a:gd name="T12" fmla="*/ 1 h 1"/>
                </a:gdLst>
                <a:ahLst/>
                <a:cxnLst>
                  <a:cxn ang="T6">
                    <a:pos x="T0" y="T1"/>
                  </a:cxn>
                  <a:cxn ang="T7">
                    <a:pos x="T2" y="T3"/>
                  </a:cxn>
                  <a:cxn ang="T8">
                    <a:pos x="T4" y="T5"/>
                  </a:cxn>
                </a:cxnLst>
                <a:rect l="T9" t="T10" r="T11" b="T12"/>
                <a:pathLst>
                  <a:path w="153" h="1">
                    <a:moveTo>
                      <a:pt x="0" y="0"/>
                    </a:moveTo>
                    <a:lnTo>
                      <a:pt x="76" y="0"/>
                    </a:lnTo>
                    <a:lnTo>
                      <a:pt x="152" y="0"/>
                    </a:lnTo>
                  </a:path>
                </a:pathLst>
              </a:custGeom>
              <a:noFill/>
              <a:ln w="12700" cap="rnd" cmpd="sng">
                <a:solidFill>
                  <a:srgbClr val="808080"/>
                </a:solidFill>
                <a:prstDash val="solid"/>
                <a:round/>
                <a:headEnd type="none" w="sm" len="sm"/>
                <a:tailEnd type="none" w="sm" len="sm"/>
              </a:ln>
            </p:spPr>
            <p:txBody>
              <a:bodyPr/>
              <a:lstStyle/>
              <a:p>
                <a:endParaRPr lang="nl-BE"/>
              </a:p>
            </p:txBody>
          </p:sp>
        </p:grpSp>
        <p:sp>
          <p:nvSpPr>
            <p:cNvPr id="50258" name="Text Box 1135"/>
            <p:cNvSpPr txBox="1">
              <a:spLocks noChangeArrowheads="1"/>
            </p:cNvSpPr>
            <p:nvPr/>
          </p:nvSpPr>
          <p:spPr bwMode="auto">
            <a:xfrm>
              <a:off x="278" y="3050"/>
              <a:ext cx="998" cy="360"/>
            </a:xfrm>
            <a:prstGeom prst="rect">
              <a:avLst/>
            </a:prstGeom>
            <a:noFill/>
            <a:ln w="9525">
              <a:noFill/>
              <a:miter lim="800000"/>
              <a:headEnd/>
              <a:tailEnd/>
            </a:ln>
          </p:spPr>
          <p:txBody>
            <a:bodyPr wrap="none">
              <a:spAutoFit/>
            </a:bodyPr>
            <a:lstStyle/>
            <a:p>
              <a:r>
                <a:rPr lang="en-US"/>
                <a:t>Part-Part</a:t>
              </a:r>
            </a:p>
          </p:txBody>
        </p:sp>
        <p:sp>
          <p:nvSpPr>
            <p:cNvPr id="50259" name="Text Box 1137"/>
            <p:cNvSpPr txBox="1">
              <a:spLocks noChangeArrowheads="1"/>
            </p:cNvSpPr>
            <p:nvPr/>
          </p:nvSpPr>
          <p:spPr bwMode="auto">
            <a:xfrm>
              <a:off x="1766" y="2810"/>
              <a:ext cx="651" cy="360"/>
            </a:xfrm>
            <a:prstGeom prst="rect">
              <a:avLst/>
            </a:prstGeom>
            <a:noFill/>
            <a:ln w="9525">
              <a:noFill/>
              <a:miter lim="800000"/>
              <a:headEnd/>
              <a:tailEnd/>
            </a:ln>
          </p:spPr>
          <p:txBody>
            <a:bodyPr wrap="none">
              <a:spAutoFit/>
            </a:bodyPr>
            <a:lstStyle/>
            <a:p>
              <a:r>
                <a:rPr lang="en-US"/>
                <a:t>R&amp;R</a:t>
              </a:r>
            </a:p>
          </p:txBody>
        </p:sp>
      </p:grpSp>
      <p:sp>
        <p:nvSpPr>
          <p:cNvPr id="104" name="Titel 103"/>
          <p:cNvSpPr>
            <a:spLocks noGrp="1"/>
          </p:cNvSpPr>
          <p:nvPr>
            <p:ph type="title"/>
          </p:nvPr>
        </p:nvSpPr>
        <p:spPr/>
        <p:txBody>
          <a:bodyPr/>
          <a:lstStyle/>
          <a:p>
            <a:r>
              <a:rPr lang="en-US" dirty="0">
                <a:latin typeface="Arial" pitchFamily="34" charset="0"/>
              </a:rPr>
              <a:t>Gauge R&amp;R (MSA) impact measurement gauge</a:t>
            </a:r>
            <a:endParaRPr lang="nl-BE" dirty="0"/>
          </a:p>
        </p:txBody>
      </p:sp>
      <p:sp>
        <p:nvSpPr>
          <p:cNvPr id="102" name="Tijdelijke aanduiding voor dianummer 101"/>
          <p:cNvSpPr>
            <a:spLocks noGrp="1"/>
          </p:cNvSpPr>
          <p:nvPr>
            <p:ph type="sldNum" sz="quarter" idx="12"/>
          </p:nvPr>
        </p:nvSpPr>
        <p:spPr/>
        <p:txBody>
          <a:bodyPr/>
          <a:lstStyle/>
          <a:p>
            <a:pPr>
              <a:defRPr/>
            </a:pPr>
            <a:fld id="{58282971-9F67-4B8D-956D-CE27B12C28F5}" type="slidenum">
              <a:rPr lang="en-US" smtClean="0"/>
              <a:pPr>
                <a:defRPr/>
              </a:pPr>
              <a:t>60</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6"/>
          <p:cNvSpPr>
            <a:spLocks noGrp="1" noChangeArrowheads="1"/>
          </p:cNvSpPr>
          <p:nvPr>
            <p:ph type="title"/>
            <p:custDataLst>
              <p:tags r:id="rId1"/>
            </p:custDataLst>
          </p:nvPr>
        </p:nvSpPr>
        <p:spPr bwMode="gray"/>
        <p:txBody>
          <a:bodyPr/>
          <a:lstStyle/>
          <a:p>
            <a:pPr eaLnBrk="1" hangingPunct="1"/>
            <a:r>
              <a:rPr lang="en-US" dirty="0"/>
              <a:t>Some notes on SPC</a:t>
            </a:r>
          </a:p>
        </p:txBody>
      </p:sp>
      <p:sp>
        <p:nvSpPr>
          <p:cNvPr id="6" name="Tijdelijke aanduiding voor inhoud 5"/>
          <p:cNvSpPr>
            <a:spLocks noGrp="1"/>
          </p:cNvSpPr>
          <p:nvPr>
            <p:ph idx="1"/>
          </p:nvPr>
        </p:nvSpPr>
        <p:spPr/>
        <p:txBody>
          <a:bodyPr/>
          <a:lstStyle/>
          <a:p>
            <a:pPr marL="173038" indent="-173038" defTabSz="704850">
              <a:buClr>
                <a:srgbClr val="FF3700"/>
              </a:buClr>
            </a:pPr>
            <a:r>
              <a:rPr kumimoji="1" lang="pl-PL" altLang="ja-JP" sz="2000" dirty="0"/>
              <a:t>The measurements distribution will be fixed (and quite often be normal</a:t>
            </a:r>
            <a:r>
              <a:rPr kumimoji="1" lang="nl-BE" altLang="ja-JP" sz="2000" dirty="0"/>
              <a:t> </a:t>
            </a:r>
            <a:r>
              <a:rPr kumimoji="1" lang="nl-BE" altLang="ja-JP" sz="2000" dirty="0" err="1"/>
              <a:t>distributed</a:t>
            </a:r>
            <a:r>
              <a:rPr kumimoji="1" lang="pl-PL" altLang="ja-JP" sz="2000" dirty="0"/>
              <a:t>) when a process is only influenced by common causes of variation.</a:t>
            </a:r>
          </a:p>
          <a:p>
            <a:pPr marL="173038" indent="-173038" defTabSz="704850">
              <a:buClr>
                <a:srgbClr val="FF3700"/>
              </a:buClr>
            </a:pPr>
            <a:endParaRPr kumimoji="1" lang="pl-PL" altLang="ja-JP" sz="2000" dirty="0"/>
          </a:p>
          <a:p>
            <a:pPr marL="173038" indent="-173038" defTabSz="704850">
              <a:buClr>
                <a:srgbClr val="FF3700"/>
              </a:buClr>
            </a:pPr>
            <a:r>
              <a:rPr kumimoji="1" lang="pl-PL" altLang="ja-JP" sz="2000" dirty="0"/>
              <a:t>Natural deteriorations are unavoidable deteriorations like wear, fatigue, ...</a:t>
            </a:r>
            <a:r>
              <a:rPr kumimoji="1" lang="en-US" altLang="ja-JP" sz="2000" dirty="0"/>
              <a:t> </a:t>
            </a:r>
            <a:r>
              <a:rPr kumimoji="1" lang="pl-PL" altLang="ja-JP" sz="2000" dirty="0"/>
              <a:t>When these occur and are not countered through e.g., good preventive maintenance</a:t>
            </a:r>
            <a:r>
              <a:rPr kumimoji="1" lang="nl-BE" altLang="ja-JP" sz="2000" dirty="0"/>
              <a:t>,</a:t>
            </a:r>
            <a:r>
              <a:rPr kumimoji="1" lang="pl-PL" altLang="ja-JP" sz="2000" dirty="0"/>
              <a:t> the process will</a:t>
            </a:r>
            <a:r>
              <a:rPr kumimoji="1" lang="nl-BE" altLang="ja-JP" sz="2000" dirty="0"/>
              <a:t> </a:t>
            </a:r>
            <a:r>
              <a:rPr kumimoji="1" lang="nl-BE" altLang="ja-JP" sz="2000" dirty="0" err="1"/>
              <a:t>become</a:t>
            </a:r>
            <a:r>
              <a:rPr kumimoji="1" lang="nl-BE" altLang="ja-JP" sz="2000" dirty="0"/>
              <a:t> or </a:t>
            </a:r>
            <a:r>
              <a:rPr kumimoji="1" lang="nl-BE" altLang="ja-JP" sz="2000" dirty="0" err="1"/>
              <a:t>will</a:t>
            </a:r>
            <a:r>
              <a:rPr kumimoji="1" lang="pl-PL" altLang="ja-JP" sz="2000" dirty="0"/>
              <a:t> not be stable!</a:t>
            </a:r>
          </a:p>
          <a:p>
            <a:pPr marL="173038" indent="-173038" defTabSz="704850">
              <a:buClr>
                <a:srgbClr val="FF3700"/>
              </a:buClr>
            </a:pPr>
            <a:endParaRPr kumimoji="1" lang="pl-PL" altLang="ja-JP" sz="2000" dirty="0"/>
          </a:p>
          <a:p>
            <a:pPr marL="173038" indent="-173038" defTabSz="704850">
              <a:buClr>
                <a:srgbClr val="FF3700"/>
              </a:buClr>
            </a:pPr>
            <a:r>
              <a:rPr kumimoji="1" lang="pl-PL" altLang="ja-JP" sz="2000" dirty="0"/>
              <a:t>SPC is indeed based on the normal distribution, however we cannot state that every process distribution will follow the normal law. Quite often it will be the case, but there are exceptions.</a:t>
            </a:r>
            <a:br>
              <a:rPr kumimoji="1" lang="nl-BE" altLang="ja-JP" sz="2000" dirty="0"/>
            </a:br>
            <a:r>
              <a:rPr kumimoji="1" lang="nl-BE" altLang="ja-JP" sz="2000" dirty="0">
                <a:sym typeface="Wingdings" panose="05000000000000000000" pitchFamily="2" charset="2"/>
              </a:rPr>
              <a:t> </a:t>
            </a:r>
            <a:r>
              <a:rPr kumimoji="1" lang="nl-BE" altLang="ja-JP" sz="2000" dirty="0" err="1">
                <a:sym typeface="Wingdings" panose="05000000000000000000" pitchFamily="2" charset="2"/>
              </a:rPr>
              <a:t>averages</a:t>
            </a:r>
            <a:r>
              <a:rPr kumimoji="1" lang="nl-BE" altLang="ja-JP" sz="2000" dirty="0">
                <a:sym typeface="Wingdings" panose="05000000000000000000" pitchFamily="2" charset="2"/>
              </a:rPr>
              <a:t> of samples follow </a:t>
            </a:r>
            <a:r>
              <a:rPr kumimoji="1" lang="nl-BE" altLang="ja-JP" sz="2000" dirty="0" err="1">
                <a:sym typeface="Wingdings" panose="05000000000000000000" pitchFamily="2" charset="2"/>
              </a:rPr>
              <a:t>however</a:t>
            </a:r>
            <a:r>
              <a:rPr kumimoji="1" lang="nl-BE" altLang="ja-JP" sz="2000" dirty="0">
                <a:sym typeface="Wingdings" panose="05000000000000000000" pitchFamily="2" charset="2"/>
              </a:rPr>
              <a:t> </a:t>
            </a:r>
            <a:r>
              <a:rPr kumimoji="1" lang="nl-BE" altLang="ja-JP" sz="2000" dirty="0" err="1">
                <a:sym typeface="Wingdings" panose="05000000000000000000" pitchFamily="2" charset="2"/>
              </a:rPr>
              <a:t>always</a:t>
            </a:r>
            <a:r>
              <a:rPr kumimoji="1" lang="nl-BE" altLang="ja-JP" sz="2000" dirty="0">
                <a:sym typeface="Wingdings" panose="05000000000000000000" pitchFamily="2" charset="2"/>
              </a:rPr>
              <a:t> </a:t>
            </a:r>
            <a:r>
              <a:rPr kumimoji="1" lang="nl-BE" altLang="ja-JP" sz="2000" dirty="0" err="1">
                <a:sym typeface="Wingdings" panose="05000000000000000000" pitchFamily="2" charset="2"/>
              </a:rPr>
              <a:t>normal</a:t>
            </a:r>
            <a:r>
              <a:rPr kumimoji="1" lang="nl-BE" altLang="ja-JP" sz="2000" dirty="0">
                <a:sym typeface="Wingdings" panose="05000000000000000000" pitchFamily="2" charset="2"/>
              </a:rPr>
              <a:t> </a:t>
            </a:r>
            <a:r>
              <a:rPr kumimoji="1" lang="nl-BE" altLang="ja-JP" sz="2000" dirty="0" err="1">
                <a:sym typeface="Wingdings" panose="05000000000000000000" pitchFamily="2" charset="2"/>
              </a:rPr>
              <a:t>distribution</a:t>
            </a:r>
            <a:r>
              <a:rPr kumimoji="1" lang="nl-BE" altLang="ja-JP" sz="2000" dirty="0">
                <a:sym typeface="Wingdings" panose="05000000000000000000" pitchFamily="2" charset="2"/>
              </a:rPr>
              <a:t>, </a:t>
            </a:r>
            <a:r>
              <a:rPr kumimoji="1" lang="nl-BE" altLang="ja-JP" sz="2000" dirty="0" err="1">
                <a:sym typeface="Wingdings" panose="05000000000000000000" pitchFamily="2" charset="2"/>
              </a:rPr>
              <a:t>central</a:t>
            </a:r>
            <a:r>
              <a:rPr kumimoji="1" lang="nl-BE" altLang="ja-JP" sz="2000" dirty="0">
                <a:sym typeface="Wingdings" panose="05000000000000000000" pitchFamily="2" charset="2"/>
              </a:rPr>
              <a:t> limit theorema</a:t>
            </a:r>
            <a:endParaRPr kumimoji="1" lang="en-US" altLang="ja-JP" sz="2000" dirty="0"/>
          </a:p>
          <a:p>
            <a:endParaRPr lang="nl-BE" dirty="0"/>
          </a:p>
        </p:txBody>
      </p:sp>
      <p:sp>
        <p:nvSpPr>
          <p:cNvPr id="36868" name="Foliennummernplatzhalter 2"/>
          <p:cNvSpPr>
            <a:spLocks noGrp="1"/>
          </p:cNvSpPr>
          <p:nvPr>
            <p:ph type="sldNum" sz="quarter" idx="12"/>
          </p:nvPr>
        </p:nvSpPr>
        <p:spPr>
          <a:noFill/>
        </p:spPr>
        <p:txBody>
          <a:bodyPr/>
          <a:lstStyle/>
          <a:p>
            <a:pPr defTabSz="909638"/>
            <a:fld id="{AE6F2AF1-0248-4D1D-A417-07840E741F18}" type="slidenum">
              <a:rPr lang="en-US" smtClean="0">
                <a:latin typeface="Arial" pitchFamily="34" charset="0"/>
              </a:rPr>
              <a:pPr defTabSz="909638"/>
              <a:t>61</a:t>
            </a:fld>
            <a:endParaRPr lang="en-US">
              <a:latin typeface="Arial" pitchFamily="34" charset="0"/>
            </a:endParaRPr>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normAutofit/>
          </a:bodyPr>
          <a:lstStyle/>
          <a:p>
            <a:r>
              <a:rPr lang="en-GB" altLang="nl-BE" dirty="0"/>
              <a:t>De  </a:t>
            </a:r>
            <a:r>
              <a:rPr lang="en-GB" altLang="nl-BE" dirty="0" err="1"/>
              <a:t>Xbar-kaart</a:t>
            </a:r>
            <a:endParaRPr lang="en-GB" altLang="nl-BE" dirty="0"/>
          </a:p>
        </p:txBody>
      </p:sp>
      <p:sp>
        <p:nvSpPr>
          <p:cNvPr id="29699" name="Rectangle 3"/>
          <p:cNvSpPr>
            <a:spLocks noGrp="1" noChangeArrowheads="1"/>
          </p:cNvSpPr>
          <p:nvPr>
            <p:ph idx="1"/>
          </p:nvPr>
        </p:nvSpPr>
        <p:spPr/>
        <p:txBody>
          <a:bodyPr/>
          <a:lstStyle/>
          <a:p>
            <a:pPr>
              <a:lnSpc>
                <a:spcPct val="90000"/>
              </a:lnSpc>
            </a:pPr>
            <a:r>
              <a:rPr lang="en-GB" altLang="nl-BE" dirty="0" err="1"/>
              <a:t>Zij</a:t>
            </a:r>
            <a:r>
              <a:rPr lang="en-GB" altLang="nl-BE" dirty="0"/>
              <a:t> </a:t>
            </a:r>
            <a:r>
              <a:rPr lang="en-GB" altLang="nl-BE" dirty="0" err="1"/>
              <a:t>proceskenmerk</a:t>
            </a:r>
            <a:r>
              <a:rPr lang="en-GB" altLang="nl-BE" dirty="0"/>
              <a:t> X ~ N(</a:t>
            </a:r>
            <a:r>
              <a:rPr lang="en-GB" altLang="nl-BE" dirty="0">
                <a:latin typeface="Symbol" pitchFamily="18" charset="2"/>
              </a:rPr>
              <a:t>m</a:t>
            </a:r>
            <a:r>
              <a:rPr lang="en-GB" altLang="nl-BE" baseline="-20000" dirty="0">
                <a:latin typeface="Symbol" pitchFamily="18" charset="2"/>
              </a:rPr>
              <a:t>0</a:t>
            </a:r>
            <a:r>
              <a:rPr lang="en-GB" altLang="nl-BE" dirty="0"/>
              <a:t>,</a:t>
            </a:r>
            <a:r>
              <a:rPr lang="en-GB" altLang="nl-BE" dirty="0">
                <a:latin typeface="Symbol" pitchFamily="18" charset="2"/>
              </a:rPr>
              <a:t>s</a:t>
            </a:r>
            <a:r>
              <a:rPr lang="en-GB" altLang="nl-BE" baseline="-20000" dirty="0">
                <a:latin typeface="Symbol" pitchFamily="18" charset="2"/>
              </a:rPr>
              <a:t>0</a:t>
            </a:r>
            <a:r>
              <a:rPr lang="en-GB" altLang="nl-BE" dirty="0"/>
              <a:t>)</a:t>
            </a:r>
          </a:p>
          <a:p>
            <a:pPr>
              <a:lnSpc>
                <a:spcPct val="90000"/>
              </a:lnSpc>
            </a:pPr>
            <a:r>
              <a:rPr lang="en-GB" altLang="nl-BE" dirty="0"/>
              <a:t>SPC </a:t>
            </a:r>
            <a:r>
              <a:rPr lang="en-GB" altLang="nl-BE" dirty="0" err="1"/>
              <a:t>volgt</a:t>
            </a:r>
            <a:r>
              <a:rPr lang="en-GB" altLang="nl-BE" dirty="0"/>
              <a:t> </a:t>
            </a:r>
            <a:r>
              <a:rPr lang="en-GB" altLang="nl-BE" dirty="0" err="1"/>
              <a:t>stabiliteit</a:t>
            </a:r>
            <a:r>
              <a:rPr lang="en-GB" altLang="nl-BE" dirty="0"/>
              <a:t> op via </a:t>
            </a:r>
            <a:r>
              <a:rPr lang="en-GB" altLang="nl-BE" dirty="0" err="1"/>
              <a:t>regelmatige</a:t>
            </a:r>
            <a:r>
              <a:rPr lang="en-GB" altLang="nl-BE" dirty="0"/>
              <a:t> </a:t>
            </a:r>
            <a:r>
              <a:rPr lang="en-GB" altLang="nl-BE" dirty="0" err="1"/>
              <a:t>controles</a:t>
            </a:r>
            <a:r>
              <a:rPr lang="en-GB" altLang="nl-BE" dirty="0"/>
              <a:t>: </a:t>
            </a:r>
            <a:r>
              <a:rPr lang="en-GB" altLang="nl-BE" dirty="0" err="1"/>
              <a:t>nagaan</a:t>
            </a:r>
            <a:r>
              <a:rPr lang="en-GB" altLang="nl-BE" dirty="0"/>
              <a:t> of </a:t>
            </a:r>
            <a:r>
              <a:rPr lang="en-GB" altLang="nl-BE" dirty="0">
                <a:latin typeface="Symbol" pitchFamily="18" charset="2"/>
              </a:rPr>
              <a:t>m</a:t>
            </a:r>
            <a:r>
              <a:rPr lang="en-GB" altLang="nl-BE" baseline="-20000" dirty="0">
                <a:latin typeface="Symbol" pitchFamily="18" charset="2"/>
              </a:rPr>
              <a:t>0</a:t>
            </a:r>
            <a:r>
              <a:rPr lang="en-GB" altLang="nl-BE" dirty="0"/>
              <a:t> en </a:t>
            </a:r>
            <a:r>
              <a:rPr lang="en-GB" altLang="nl-BE" dirty="0">
                <a:latin typeface="Symbol" pitchFamily="18" charset="2"/>
              </a:rPr>
              <a:t>s</a:t>
            </a:r>
            <a:r>
              <a:rPr lang="en-GB" altLang="nl-BE" baseline="-20000" dirty="0">
                <a:latin typeface="Symbol" pitchFamily="18" charset="2"/>
              </a:rPr>
              <a:t>0</a:t>
            </a:r>
            <a:r>
              <a:rPr lang="en-GB" altLang="nl-BE" dirty="0"/>
              <a:t> constant </a:t>
            </a:r>
            <a:r>
              <a:rPr lang="en-GB" altLang="nl-BE" dirty="0" err="1"/>
              <a:t>blijven</a:t>
            </a:r>
            <a:r>
              <a:rPr lang="en-GB" altLang="nl-BE" dirty="0"/>
              <a:t> (</a:t>
            </a:r>
            <a:r>
              <a:rPr lang="en-GB" altLang="nl-BE" dirty="0" err="1"/>
              <a:t>aanname</a:t>
            </a:r>
            <a:r>
              <a:rPr lang="en-GB" altLang="nl-BE" dirty="0"/>
              <a:t>: N </a:t>
            </a:r>
            <a:r>
              <a:rPr lang="en-GB" altLang="nl-BE" dirty="0" err="1"/>
              <a:t>blijft</a:t>
            </a:r>
            <a:r>
              <a:rPr lang="en-GB" altLang="nl-BE" dirty="0"/>
              <a:t>)</a:t>
            </a:r>
          </a:p>
          <a:p>
            <a:pPr>
              <a:lnSpc>
                <a:spcPct val="90000"/>
              </a:lnSpc>
            </a:pPr>
            <a:r>
              <a:rPr lang="en-GB" altLang="nl-BE" dirty="0" err="1"/>
              <a:t>controle</a:t>
            </a:r>
            <a:r>
              <a:rPr lang="en-GB" altLang="nl-BE" dirty="0"/>
              <a:t> </a:t>
            </a:r>
            <a:r>
              <a:rPr lang="en-GB" altLang="nl-BE" dirty="0">
                <a:latin typeface="Symbol" pitchFamily="18" charset="2"/>
              </a:rPr>
              <a:t>m</a:t>
            </a:r>
            <a:r>
              <a:rPr lang="en-GB" altLang="nl-BE" baseline="-20000" dirty="0">
                <a:latin typeface="Symbol" pitchFamily="18" charset="2"/>
              </a:rPr>
              <a:t>0</a:t>
            </a:r>
            <a:r>
              <a:rPr lang="en-GB" altLang="nl-BE" dirty="0"/>
              <a:t> via </a:t>
            </a:r>
            <a:r>
              <a:rPr lang="en-GB" altLang="nl-BE" dirty="0" err="1"/>
              <a:t>zgn</a:t>
            </a:r>
            <a:r>
              <a:rPr lang="en-GB" altLang="nl-BE" dirty="0"/>
              <a:t>.    - </a:t>
            </a:r>
            <a:r>
              <a:rPr lang="en-GB" altLang="nl-BE" dirty="0" err="1"/>
              <a:t>kaart</a:t>
            </a:r>
            <a:r>
              <a:rPr lang="en-GB" altLang="nl-BE" dirty="0"/>
              <a:t>: </a:t>
            </a:r>
            <a:r>
              <a:rPr lang="en-GB" altLang="nl-BE" dirty="0" err="1"/>
              <a:t>bij</a:t>
            </a:r>
            <a:r>
              <a:rPr lang="en-GB" altLang="nl-BE" dirty="0"/>
              <a:t> </a:t>
            </a:r>
            <a:r>
              <a:rPr lang="en-GB" altLang="nl-BE" dirty="0" err="1"/>
              <a:t>elke</a:t>
            </a:r>
            <a:r>
              <a:rPr lang="en-GB" altLang="nl-BE" dirty="0"/>
              <a:t> </a:t>
            </a:r>
            <a:r>
              <a:rPr lang="en-GB" altLang="nl-BE" dirty="0" err="1"/>
              <a:t>controle</a:t>
            </a:r>
            <a:r>
              <a:rPr lang="en-GB" altLang="nl-BE" dirty="0"/>
              <a:t> (</a:t>
            </a:r>
            <a:r>
              <a:rPr lang="en-GB" altLang="nl-BE" dirty="0" err="1"/>
              <a:t>klein</a:t>
            </a:r>
            <a:r>
              <a:rPr lang="en-GB" altLang="nl-BE" dirty="0"/>
              <a:t>) sample </a:t>
            </a:r>
            <a:r>
              <a:rPr lang="en-GB" altLang="nl-BE" dirty="0" err="1"/>
              <a:t>nemen</a:t>
            </a:r>
            <a:r>
              <a:rPr lang="en-GB" altLang="nl-BE" dirty="0"/>
              <a:t> en </a:t>
            </a:r>
            <a:r>
              <a:rPr lang="en-GB" altLang="nl-BE" dirty="0" err="1"/>
              <a:t>gemiddelde</a:t>
            </a:r>
            <a:r>
              <a:rPr lang="en-GB" altLang="nl-BE" dirty="0"/>
              <a:t> </a:t>
            </a:r>
            <a:r>
              <a:rPr lang="en-GB" altLang="nl-BE" dirty="0" err="1"/>
              <a:t>berekenen</a:t>
            </a:r>
            <a:r>
              <a:rPr lang="en-GB" altLang="nl-BE" dirty="0"/>
              <a:t>; </a:t>
            </a:r>
            <a:r>
              <a:rPr lang="en-GB" altLang="nl-BE" dirty="0" err="1"/>
              <a:t>dit</a:t>
            </a:r>
            <a:r>
              <a:rPr lang="en-GB" altLang="nl-BE" dirty="0"/>
              <a:t> </a:t>
            </a:r>
            <a:r>
              <a:rPr lang="en-GB" altLang="nl-BE" dirty="0" err="1"/>
              <a:t>uitzetten</a:t>
            </a:r>
            <a:r>
              <a:rPr lang="en-GB" altLang="nl-BE" dirty="0"/>
              <a:t> in </a:t>
            </a:r>
            <a:r>
              <a:rPr lang="en-GB" altLang="nl-BE" dirty="0" err="1"/>
              <a:t>grafiek</a:t>
            </a:r>
            <a:r>
              <a:rPr lang="en-GB" altLang="nl-BE" dirty="0"/>
              <a:t> met </a:t>
            </a:r>
            <a:r>
              <a:rPr lang="en-GB" altLang="nl-BE" dirty="0" err="1"/>
              <a:t>controlelijnen</a:t>
            </a:r>
            <a:r>
              <a:rPr lang="en-GB" altLang="nl-BE" dirty="0"/>
              <a:t> (</a:t>
            </a:r>
            <a:r>
              <a:rPr lang="en-GB" altLang="nl-BE" dirty="0" err="1"/>
              <a:t>centrale</a:t>
            </a:r>
            <a:r>
              <a:rPr lang="en-GB" altLang="nl-BE" dirty="0"/>
              <a:t> </a:t>
            </a:r>
            <a:r>
              <a:rPr lang="en-GB" altLang="nl-BE" dirty="0" err="1"/>
              <a:t>limietstelling</a:t>
            </a:r>
            <a:r>
              <a:rPr lang="en-GB" altLang="nl-BE" dirty="0"/>
              <a:t>: </a:t>
            </a:r>
            <a:r>
              <a:rPr lang="en-GB" altLang="nl-BE" dirty="0" err="1"/>
              <a:t>normale</a:t>
            </a:r>
            <a:r>
              <a:rPr lang="en-GB" altLang="nl-BE" dirty="0"/>
              <a:t> </a:t>
            </a:r>
            <a:r>
              <a:rPr lang="en-GB" altLang="nl-BE" dirty="0" err="1"/>
              <a:t>verdeling</a:t>
            </a:r>
            <a:r>
              <a:rPr lang="en-GB" altLang="nl-BE" dirty="0"/>
              <a:t> van </a:t>
            </a:r>
            <a:r>
              <a:rPr lang="en-GB" altLang="nl-BE" dirty="0" err="1"/>
              <a:t>gemiddelden</a:t>
            </a:r>
            <a:r>
              <a:rPr lang="en-GB" altLang="nl-BE" dirty="0"/>
              <a:t>)</a:t>
            </a:r>
          </a:p>
        </p:txBody>
      </p:sp>
      <p:graphicFrame>
        <p:nvGraphicFramePr>
          <p:cNvPr id="29703" name="Object 7"/>
          <p:cNvGraphicFramePr>
            <a:graphicFrameLocks noChangeAspect="1"/>
          </p:cNvGraphicFramePr>
          <p:nvPr>
            <p:extLst>
              <p:ext uri="{D42A27DB-BD31-4B8C-83A1-F6EECF244321}">
                <p14:modId xmlns:p14="http://schemas.microsoft.com/office/powerpoint/2010/main" val="2891908976"/>
              </p:ext>
            </p:extLst>
          </p:nvPr>
        </p:nvGraphicFramePr>
        <p:xfrm>
          <a:off x="954540" y="4243716"/>
          <a:ext cx="6777350" cy="2614284"/>
        </p:xfrm>
        <a:graphic>
          <a:graphicData uri="http://schemas.openxmlformats.org/presentationml/2006/ole">
            <mc:AlternateContent xmlns:mc="http://schemas.openxmlformats.org/markup-compatibility/2006">
              <mc:Choice xmlns:v="urn:schemas-microsoft-com:vml" Requires="v">
                <p:oleObj name="STATISTICA Graph" r:id="rId3" imgW="2735577" imgH="3872254" progId="">
                  <p:embed/>
                </p:oleObj>
              </mc:Choice>
              <mc:Fallback>
                <p:oleObj name="STATISTICA Graph" r:id="rId3" imgW="2735577" imgH="3872254" progId="">
                  <p:embed/>
                  <p:pic>
                    <p:nvPicPr>
                      <p:cNvPr id="29703"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4540" y="4243716"/>
                        <a:ext cx="6777350" cy="2614284"/>
                      </a:xfrm>
                      <a:prstGeom prst="rect">
                        <a:avLst/>
                      </a:prstGeom>
                      <a:noFill/>
                    </p:spPr>
                  </p:pic>
                </p:oleObj>
              </mc:Fallback>
            </mc:AlternateContent>
          </a:graphicData>
        </a:graphic>
      </p:graphicFrame>
      <p:graphicFrame>
        <p:nvGraphicFramePr>
          <p:cNvPr id="29701" name="Object 5"/>
          <p:cNvGraphicFramePr>
            <a:graphicFrameLocks noChangeAspect="1"/>
          </p:cNvGraphicFramePr>
          <p:nvPr>
            <p:extLst>
              <p:ext uri="{D42A27DB-BD31-4B8C-83A1-F6EECF244321}">
                <p14:modId xmlns:p14="http://schemas.microsoft.com/office/powerpoint/2010/main" val="3553017522"/>
              </p:ext>
            </p:extLst>
          </p:nvPr>
        </p:nvGraphicFramePr>
        <p:xfrm>
          <a:off x="3065852" y="2982726"/>
          <a:ext cx="290512" cy="315913"/>
        </p:xfrm>
        <a:graphic>
          <a:graphicData uri="http://schemas.openxmlformats.org/presentationml/2006/ole">
            <mc:AlternateContent xmlns:mc="http://schemas.openxmlformats.org/markup-compatibility/2006">
              <mc:Choice xmlns:v="urn:schemas-microsoft-com:vml" Requires="v">
                <p:oleObj name="Equation" r:id="rId5" imgW="291847" imgH="317225" progId="Equation.3">
                  <p:embed/>
                </p:oleObj>
              </mc:Choice>
              <mc:Fallback>
                <p:oleObj name="Equation" r:id="rId5" imgW="291847" imgH="317225" progId="Equation.3">
                  <p:embed/>
                  <p:pic>
                    <p:nvPicPr>
                      <p:cNvPr id="29701"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65852" y="2982726"/>
                        <a:ext cx="290512" cy="315913"/>
                      </a:xfrm>
                      <a:prstGeom prst="rect">
                        <a:avLst/>
                      </a:prstGeom>
                      <a:solidFill>
                        <a:schemeClr val="bg1"/>
                      </a:solidFill>
                    </p:spPr>
                  </p:pic>
                </p:oleObj>
              </mc:Fallback>
            </mc:AlternateContent>
          </a:graphicData>
        </a:graphic>
      </p:graphicFrame>
      <p:sp>
        <p:nvSpPr>
          <p:cNvPr id="6" name="Tijdelijke aanduiding voor dianummer 5"/>
          <p:cNvSpPr>
            <a:spLocks noGrp="1"/>
          </p:cNvSpPr>
          <p:nvPr>
            <p:ph type="sldNum" sz="quarter" idx="12"/>
          </p:nvPr>
        </p:nvSpPr>
        <p:spPr/>
        <p:txBody>
          <a:bodyPr/>
          <a:lstStyle/>
          <a:p>
            <a:pPr>
              <a:defRPr/>
            </a:pPr>
            <a:fld id="{3BAE3F46-7F34-4D55-854B-55B1578BB741}" type="slidenum">
              <a:rPr lang="en-US" smtClean="0"/>
              <a:pPr>
                <a:defRPr/>
              </a:pPr>
              <a:t>62</a:t>
            </a:fld>
            <a:endParaRPr lang="en-US"/>
          </a:p>
        </p:txBody>
      </p:sp>
    </p:spTree>
    <p:extLst>
      <p:ext uri="{BB962C8B-B14F-4D97-AF65-F5344CB8AC3E}">
        <p14:creationId xmlns:p14="http://schemas.microsoft.com/office/powerpoint/2010/main" val="207889370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normAutofit/>
          </a:bodyPr>
          <a:lstStyle/>
          <a:p>
            <a:r>
              <a:rPr lang="en-GB" altLang="nl-BE" dirty="0"/>
              <a:t>De </a:t>
            </a:r>
            <a:r>
              <a:rPr lang="en-GB" altLang="nl-BE" dirty="0" err="1"/>
              <a:t>Xbar-kaart</a:t>
            </a:r>
            <a:endParaRPr lang="en-GB" altLang="nl-BE" dirty="0"/>
          </a:p>
        </p:txBody>
      </p:sp>
      <p:graphicFrame>
        <p:nvGraphicFramePr>
          <p:cNvPr id="29701" name="Object 5"/>
          <p:cNvGraphicFramePr>
            <a:graphicFrameLocks noChangeAspect="1"/>
          </p:cNvGraphicFramePr>
          <p:nvPr>
            <p:extLst>
              <p:ext uri="{D42A27DB-BD31-4B8C-83A1-F6EECF244321}">
                <p14:modId xmlns:p14="http://schemas.microsoft.com/office/powerpoint/2010/main" val="3892423055"/>
              </p:ext>
            </p:extLst>
          </p:nvPr>
        </p:nvGraphicFramePr>
        <p:xfrm>
          <a:off x="3491880" y="2348880"/>
          <a:ext cx="290512" cy="315913"/>
        </p:xfrm>
        <a:graphic>
          <a:graphicData uri="http://schemas.openxmlformats.org/presentationml/2006/ole">
            <mc:AlternateContent xmlns:mc="http://schemas.openxmlformats.org/markup-compatibility/2006">
              <mc:Choice xmlns:v="urn:schemas-microsoft-com:vml" Requires="v">
                <p:oleObj name="Equation" r:id="rId4" imgW="291847" imgH="317225" progId="Equation.3">
                  <p:embed/>
                </p:oleObj>
              </mc:Choice>
              <mc:Fallback>
                <p:oleObj name="Equation" r:id="rId4" imgW="291847" imgH="317225" progId="Equation.3">
                  <p:embed/>
                  <p:pic>
                    <p:nvPicPr>
                      <p:cNvPr id="29701"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91880" y="2348880"/>
                        <a:ext cx="290512" cy="315913"/>
                      </a:xfrm>
                      <a:prstGeom prst="rect">
                        <a:avLst/>
                      </a:prstGeom>
                      <a:solidFill>
                        <a:schemeClr val="bg1"/>
                      </a:solidFill>
                    </p:spPr>
                  </p:pic>
                </p:oleObj>
              </mc:Fallback>
            </mc:AlternateContent>
          </a:graphicData>
        </a:graphic>
      </p:graphicFrame>
      <p:graphicFrame>
        <p:nvGraphicFramePr>
          <p:cNvPr id="29702" name="Object 6"/>
          <p:cNvGraphicFramePr>
            <a:graphicFrameLocks noChangeAspect="1"/>
          </p:cNvGraphicFramePr>
          <p:nvPr>
            <p:extLst>
              <p:ext uri="{D42A27DB-BD31-4B8C-83A1-F6EECF244321}">
                <p14:modId xmlns:p14="http://schemas.microsoft.com/office/powerpoint/2010/main" val="159382131"/>
              </p:ext>
            </p:extLst>
          </p:nvPr>
        </p:nvGraphicFramePr>
        <p:xfrm>
          <a:off x="2843808" y="2780928"/>
          <a:ext cx="214313" cy="239712"/>
        </p:xfrm>
        <a:graphic>
          <a:graphicData uri="http://schemas.openxmlformats.org/presentationml/2006/ole">
            <mc:AlternateContent xmlns:mc="http://schemas.openxmlformats.org/markup-compatibility/2006">
              <mc:Choice xmlns:v="urn:schemas-microsoft-com:vml" Requires="v">
                <p:oleObj name="Equation" r:id="rId6" imgW="215713" imgH="241091" progId="Equation.3">
                  <p:embed/>
                </p:oleObj>
              </mc:Choice>
              <mc:Fallback>
                <p:oleObj name="Equation" r:id="rId6" imgW="215713" imgH="241091" progId="Equation.3">
                  <p:embed/>
                  <p:pic>
                    <p:nvPicPr>
                      <p:cNvPr id="29702"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43808" y="2780928"/>
                        <a:ext cx="214313" cy="239712"/>
                      </a:xfrm>
                      <a:prstGeom prst="rect">
                        <a:avLst/>
                      </a:prstGeom>
                      <a:solidFill>
                        <a:schemeClr val="bg1"/>
                      </a:solidFill>
                    </p:spPr>
                  </p:pic>
                </p:oleObj>
              </mc:Fallback>
            </mc:AlternateContent>
          </a:graphicData>
        </a:graphic>
      </p:graphicFrame>
      <p:pic>
        <p:nvPicPr>
          <p:cNvPr id="11" name="Picture 2" descr="fg0504"/>
          <p:cNvPicPr preferRelativeResize="0">
            <a:picLocks noChangeAspect="1" noChangeArrowheads="1"/>
          </p:cNvPicPr>
          <p:nvPr>
            <p:custDataLst>
              <p:tags r:id="rId1"/>
            </p:custDataLst>
          </p:nvPr>
        </p:nvPicPr>
        <p:blipFill>
          <a:blip r:embed="rId8" cstate="email">
            <a:extLst>
              <a:ext uri="{28A0092B-C50C-407E-A947-70E740481C1C}">
                <a14:useLocalDpi xmlns:a14="http://schemas.microsoft.com/office/drawing/2010/main" val="0"/>
              </a:ext>
            </a:extLst>
          </a:blip>
          <a:srcRect/>
          <a:stretch>
            <a:fillRect/>
          </a:stretch>
        </p:blipFill>
        <p:spPr bwMode="auto">
          <a:xfrm>
            <a:off x="150443" y="1725598"/>
            <a:ext cx="8909333" cy="4408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ijdelijke aanduiding voor dianummer 5"/>
          <p:cNvSpPr>
            <a:spLocks noGrp="1"/>
          </p:cNvSpPr>
          <p:nvPr>
            <p:ph type="sldNum" sz="quarter" idx="12"/>
          </p:nvPr>
        </p:nvSpPr>
        <p:spPr/>
        <p:txBody>
          <a:bodyPr/>
          <a:lstStyle/>
          <a:p>
            <a:pPr>
              <a:defRPr/>
            </a:pPr>
            <a:fld id="{58282971-9F67-4B8D-956D-CE27B12C28F5}" type="slidenum">
              <a:rPr lang="en-US" smtClean="0"/>
              <a:pPr>
                <a:defRPr/>
              </a:pPr>
              <a:t>63</a:t>
            </a:fld>
            <a:endParaRPr lang="en-US"/>
          </a:p>
        </p:txBody>
      </p:sp>
    </p:spTree>
    <p:extLst>
      <p:ext uri="{BB962C8B-B14F-4D97-AF65-F5344CB8AC3E}">
        <p14:creationId xmlns:p14="http://schemas.microsoft.com/office/powerpoint/2010/main" val="75833352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title"/>
          </p:nvPr>
        </p:nvSpPr>
        <p:spPr>
          <a:prstGeom prst="rect">
            <a:avLst/>
          </a:prstGeom>
        </p:spPr>
        <p:txBody>
          <a:bodyPr vert="horz" wrap="square" lIns="0" tIns="0" rIns="0" bIns="0" rtlCol="0">
            <a:spAutoFit/>
          </a:bodyPr>
          <a:lstStyle/>
          <a:p>
            <a:pPr marL="12700" marR="5080">
              <a:lnSpc>
                <a:spcPts val="3800"/>
              </a:lnSpc>
            </a:pPr>
            <a:r>
              <a:rPr sz="3200" dirty="0"/>
              <a:t>Review: </a:t>
            </a:r>
            <a:r>
              <a:rPr sz="3200" spc="-5" dirty="0"/>
              <a:t>Acting On Control</a:t>
            </a:r>
            <a:r>
              <a:rPr sz="3200" spc="-35" dirty="0"/>
              <a:t> </a:t>
            </a:r>
            <a:r>
              <a:rPr sz="3200" dirty="0"/>
              <a:t>Chart  </a:t>
            </a:r>
            <a:r>
              <a:rPr sz="3200" spc="-5" dirty="0"/>
              <a:t>Information</a:t>
            </a:r>
            <a:endParaRPr sz="3200"/>
          </a:p>
        </p:txBody>
      </p:sp>
      <p:sp>
        <p:nvSpPr>
          <p:cNvPr id="6" name="object 6"/>
          <p:cNvSpPr txBox="1"/>
          <p:nvPr/>
        </p:nvSpPr>
        <p:spPr>
          <a:xfrm>
            <a:off x="3157537" y="2933522"/>
            <a:ext cx="5443220" cy="3879850"/>
          </a:xfrm>
          <a:prstGeom prst="rect">
            <a:avLst/>
          </a:prstGeom>
        </p:spPr>
        <p:txBody>
          <a:bodyPr vert="horz" wrap="square" lIns="0" tIns="0" rIns="0" bIns="0" rtlCol="0">
            <a:spAutoFit/>
          </a:bodyPr>
          <a:lstStyle/>
          <a:p>
            <a:pPr>
              <a:lnSpc>
                <a:spcPct val="100000"/>
              </a:lnSpc>
            </a:pPr>
            <a:endParaRPr sz="1400" dirty="0">
              <a:latin typeface="Times New Roman"/>
              <a:cs typeface="Times New Roman"/>
            </a:endParaRPr>
          </a:p>
          <a:p>
            <a:pPr>
              <a:lnSpc>
                <a:spcPct val="100000"/>
              </a:lnSpc>
            </a:pPr>
            <a:endParaRPr sz="1400" dirty="0">
              <a:latin typeface="Times New Roman"/>
              <a:cs typeface="Times New Roman"/>
            </a:endParaRPr>
          </a:p>
          <a:p>
            <a:pPr>
              <a:lnSpc>
                <a:spcPct val="100000"/>
              </a:lnSpc>
            </a:pPr>
            <a:endParaRPr sz="1400" dirty="0">
              <a:latin typeface="Times New Roman"/>
              <a:cs typeface="Times New Roman"/>
            </a:endParaRPr>
          </a:p>
          <a:p>
            <a:pPr>
              <a:lnSpc>
                <a:spcPct val="100000"/>
              </a:lnSpc>
            </a:pPr>
            <a:endParaRPr sz="1400" dirty="0">
              <a:latin typeface="Times New Roman"/>
              <a:cs typeface="Times New Roman"/>
            </a:endParaRPr>
          </a:p>
          <a:p>
            <a:pPr>
              <a:lnSpc>
                <a:spcPct val="100000"/>
              </a:lnSpc>
            </a:pPr>
            <a:endParaRPr sz="1400" dirty="0">
              <a:latin typeface="Times New Roman"/>
              <a:cs typeface="Times New Roman"/>
            </a:endParaRPr>
          </a:p>
          <a:p>
            <a:pPr>
              <a:lnSpc>
                <a:spcPct val="100000"/>
              </a:lnSpc>
            </a:pPr>
            <a:endParaRPr sz="1400" dirty="0">
              <a:latin typeface="Times New Roman"/>
              <a:cs typeface="Times New Roman"/>
            </a:endParaRPr>
          </a:p>
          <a:p>
            <a:pPr>
              <a:lnSpc>
                <a:spcPct val="100000"/>
              </a:lnSpc>
            </a:pPr>
            <a:endParaRPr sz="1400" dirty="0">
              <a:latin typeface="Times New Roman"/>
              <a:cs typeface="Times New Roman"/>
            </a:endParaRPr>
          </a:p>
          <a:p>
            <a:pPr>
              <a:lnSpc>
                <a:spcPct val="100000"/>
              </a:lnSpc>
            </a:pPr>
            <a:endParaRPr sz="1400" dirty="0">
              <a:latin typeface="Times New Roman"/>
              <a:cs typeface="Times New Roman"/>
            </a:endParaRPr>
          </a:p>
          <a:p>
            <a:pPr>
              <a:lnSpc>
                <a:spcPct val="100000"/>
              </a:lnSpc>
            </a:pPr>
            <a:endParaRPr sz="1400" dirty="0">
              <a:latin typeface="Times New Roman"/>
              <a:cs typeface="Times New Roman"/>
            </a:endParaRPr>
          </a:p>
          <a:p>
            <a:pPr>
              <a:lnSpc>
                <a:spcPct val="100000"/>
              </a:lnSpc>
            </a:pPr>
            <a:endParaRPr sz="1400" dirty="0">
              <a:latin typeface="Times New Roman"/>
              <a:cs typeface="Times New Roman"/>
            </a:endParaRPr>
          </a:p>
          <a:p>
            <a:pPr>
              <a:lnSpc>
                <a:spcPct val="100000"/>
              </a:lnSpc>
            </a:pPr>
            <a:endParaRPr sz="1400" dirty="0">
              <a:latin typeface="Times New Roman"/>
              <a:cs typeface="Times New Roman"/>
            </a:endParaRPr>
          </a:p>
          <a:p>
            <a:pPr>
              <a:lnSpc>
                <a:spcPct val="100000"/>
              </a:lnSpc>
            </a:pPr>
            <a:endParaRPr sz="1400" dirty="0">
              <a:latin typeface="Times New Roman"/>
              <a:cs typeface="Times New Roman"/>
            </a:endParaRPr>
          </a:p>
          <a:p>
            <a:pPr>
              <a:lnSpc>
                <a:spcPct val="100000"/>
              </a:lnSpc>
            </a:pPr>
            <a:endParaRPr sz="1400" dirty="0">
              <a:latin typeface="Times New Roman"/>
              <a:cs typeface="Times New Roman"/>
            </a:endParaRPr>
          </a:p>
          <a:p>
            <a:pPr>
              <a:lnSpc>
                <a:spcPct val="100000"/>
              </a:lnSpc>
            </a:pPr>
            <a:endParaRPr sz="1400" dirty="0">
              <a:latin typeface="Times New Roman"/>
              <a:cs typeface="Times New Roman"/>
            </a:endParaRPr>
          </a:p>
          <a:p>
            <a:pPr>
              <a:lnSpc>
                <a:spcPct val="100000"/>
              </a:lnSpc>
            </a:pPr>
            <a:endParaRPr sz="1400" dirty="0">
              <a:latin typeface="Times New Roman"/>
              <a:cs typeface="Times New Roman"/>
            </a:endParaRPr>
          </a:p>
          <a:p>
            <a:pPr>
              <a:lnSpc>
                <a:spcPct val="100000"/>
              </a:lnSpc>
            </a:pPr>
            <a:endParaRPr sz="1400" dirty="0">
              <a:latin typeface="Times New Roman"/>
              <a:cs typeface="Times New Roman"/>
            </a:endParaRPr>
          </a:p>
          <a:p>
            <a:pPr>
              <a:lnSpc>
                <a:spcPct val="100000"/>
              </a:lnSpc>
              <a:spcBef>
                <a:spcPts val="15"/>
              </a:spcBef>
            </a:pPr>
            <a:endParaRPr sz="1750" dirty="0">
              <a:latin typeface="Times New Roman"/>
              <a:cs typeface="Times New Roman"/>
            </a:endParaRPr>
          </a:p>
          <a:p>
            <a:pPr marL="146685">
              <a:lnSpc>
                <a:spcPct val="100000"/>
              </a:lnSpc>
              <a:tabLst>
                <a:tab pos="5442585" algn="r"/>
              </a:tabLst>
            </a:pPr>
            <a:r>
              <a:rPr sz="1400" dirty="0">
                <a:solidFill>
                  <a:srgbClr val="3E3F2C"/>
                </a:solidFill>
                <a:latin typeface="Arial"/>
                <a:cs typeface="Arial"/>
              </a:rPr>
              <a:t>© </a:t>
            </a:r>
            <a:r>
              <a:rPr sz="1400" spc="-10" dirty="0">
                <a:solidFill>
                  <a:srgbClr val="3E3F2C"/>
                </a:solidFill>
                <a:latin typeface="Arial"/>
                <a:cs typeface="Arial"/>
              </a:rPr>
              <a:t>V</a:t>
            </a:r>
            <a:r>
              <a:rPr sz="1400" spc="-10" dirty="0">
                <a:solidFill>
                  <a:srgbClr val="3E3F2C"/>
                </a:solidFill>
                <a:latin typeface="Arial"/>
                <a:cs typeface="Arial"/>
                <a:hlinkClick r:id="rId3"/>
              </a:rPr>
              <a:t>eltion, </a:t>
            </a:r>
            <a:r>
              <a:rPr sz="1400" dirty="0">
                <a:solidFill>
                  <a:srgbClr val="3E3F2C"/>
                </a:solidFill>
                <a:latin typeface="Arial"/>
                <a:cs typeface="Arial"/>
                <a:hlinkClick r:id="rId3"/>
              </a:rPr>
              <a:t>2013</a:t>
            </a:r>
            <a:r>
              <a:rPr sz="1400" spc="5" dirty="0">
                <a:solidFill>
                  <a:srgbClr val="3E3F2C"/>
                </a:solidFill>
                <a:latin typeface="Arial"/>
                <a:cs typeface="Arial"/>
                <a:hlinkClick r:id="rId3"/>
              </a:rPr>
              <a:t> </a:t>
            </a:r>
            <a:r>
              <a:rPr sz="1400" dirty="0">
                <a:solidFill>
                  <a:srgbClr val="3E3F2C"/>
                </a:solidFill>
                <a:latin typeface="Arial"/>
                <a:cs typeface="Arial"/>
                <a:hlinkClick r:id="rId3"/>
              </a:rPr>
              <a:t>|</a:t>
            </a:r>
            <a:r>
              <a:rPr sz="1400" spc="-5" dirty="0">
                <a:solidFill>
                  <a:srgbClr val="3E3F2C"/>
                </a:solidFill>
                <a:latin typeface="Arial"/>
                <a:cs typeface="Arial"/>
                <a:hlinkClick r:id="rId3"/>
              </a:rPr>
              <a:t> </a:t>
            </a:r>
            <a:r>
              <a:rPr sz="1400" spc="-10" dirty="0">
                <a:solidFill>
                  <a:srgbClr val="3E3F2C"/>
                </a:solidFill>
                <a:latin typeface="Arial"/>
                <a:cs typeface="Arial"/>
                <a:hlinkClick r:id="rId3"/>
              </a:rPr>
              <a:t>www.veltion.be</a:t>
            </a:r>
            <a:r>
              <a:rPr sz="1400" spc="-10" dirty="0">
                <a:solidFill>
                  <a:srgbClr val="3E3F2C"/>
                </a:solidFill>
                <a:latin typeface="Arial"/>
                <a:cs typeface="Arial"/>
              </a:rPr>
              <a:t>	</a:t>
            </a:r>
            <a:r>
              <a:rPr sz="1400" spc="-5" dirty="0">
                <a:solidFill>
                  <a:srgbClr val="3E3F2C"/>
                </a:solidFill>
                <a:latin typeface="Arial"/>
                <a:cs typeface="Arial"/>
              </a:rPr>
              <a:t>92</a:t>
            </a:r>
            <a:endParaRPr sz="1400" dirty="0">
              <a:latin typeface="Arial"/>
              <a:cs typeface="Arial"/>
            </a:endParaRPr>
          </a:p>
        </p:txBody>
      </p:sp>
      <p:sp>
        <p:nvSpPr>
          <p:cNvPr id="7" name="object 7"/>
          <p:cNvSpPr/>
          <p:nvPr/>
        </p:nvSpPr>
        <p:spPr>
          <a:xfrm>
            <a:off x="8894762" y="4874240"/>
            <a:ext cx="1905" cy="0"/>
          </a:xfrm>
          <a:custGeom>
            <a:avLst/>
            <a:gdLst/>
            <a:ahLst/>
            <a:cxnLst/>
            <a:rect l="l" t="t" r="r" b="b"/>
            <a:pathLst>
              <a:path w="1904">
                <a:moveTo>
                  <a:pt x="0" y="0"/>
                </a:moveTo>
                <a:lnTo>
                  <a:pt x="1587" y="0"/>
                </a:lnTo>
              </a:path>
            </a:pathLst>
          </a:custGeom>
          <a:ln w="3175">
            <a:solidFill>
              <a:srgbClr val="000000"/>
            </a:solidFill>
          </a:ln>
        </p:spPr>
        <p:txBody>
          <a:bodyPr wrap="square" lIns="0" tIns="0" rIns="0" bIns="0" rtlCol="0"/>
          <a:lstStyle/>
          <a:p>
            <a:endParaRPr/>
          </a:p>
        </p:txBody>
      </p:sp>
      <p:sp>
        <p:nvSpPr>
          <p:cNvPr id="8" name="object 8"/>
          <p:cNvSpPr/>
          <p:nvPr/>
        </p:nvSpPr>
        <p:spPr>
          <a:xfrm>
            <a:off x="8894762" y="6648276"/>
            <a:ext cx="1905" cy="0"/>
          </a:xfrm>
          <a:custGeom>
            <a:avLst/>
            <a:gdLst/>
            <a:ahLst/>
            <a:cxnLst/>
            <a:rect l="l" t="t" r="r" b="b"/>
            <a:pathLst>
              <a:path w="1904">
                <a:moveTo>
                  <a:pt x="0" y="0"/>
                </a:moveTo>
                <a:lnTo>
                  <a:pt x="1587" y="0"/>
                </a:lnTo>
              </a:path>
            </a:pathLst>
          </a:custGeom>
          <a:ln w="3175">
            <a:solidFill>
              <a:srgbClr val="000000"/>
            </a:solidFill>
          </a:ln>
        </p:spPr>
        <p:txBody>
          <a:bodyPr wrap="square" lIns="0" tIns="0" rIns="0" bIns="0" rtlCol="0"/>
          <a:lstStyle/>
          <a:p>
            <a:endParaRPr/>
          </a:p>
        </p:txBody>
      </p:sp>
      <p:sp>
        <p:nvSpPr>
          <p:cNvPr id="9" name="object 9"/>
          <p:cNvSpPr/>
          <p:nvPr/>
        </p:nvSpPr>
        <p:spPr>
          <a:xfrm>
            <a:off x="8894762" y="6648276"/>
            <a:ext cx="1905" cy="0"/>
          </a:xfrm>
          <a:custGeom>
            <a:avLst/>
            <a:gdLst/>
            <a:ahLst/>
            <a:cxnLst/>
            <a:rect l="l" t="t" r="r" b="b"/>
            <a:pathLst>
              <a:path w="1904">
                <a:moveTo>
                  <a:pt x="0" y="0"/>
                </a:moveTo>
                <a:lnTo>
                  <a:pt x="1587" y="0"/>
                </a:lnTo>
              </a:path>
            </a:pathLst>
          </a:custGeom>
          <a:ln w="3175">
            <a:solidFill>
              <a:srgbClr val="000000"/>
            </a:solidFill>
          </a:ln>
        </p:spPr>
        <p:txBody>
          <a:bodyPr wrap="square" lIns="0" tIns="0" rIns="0" bIns="0" rtlCol="0"/>
          <a:lstStyle/>
          <a:p>
            <a:endParaRPr/>
          </a:p>
        </p:txBody>
      </p:sp>
      <p:sp>
        <p:nvSpPr>
          <p:cNvPr id="10" name="object 10"/>
          <p:cNvSpPr/>
          <p:nvPr/>
        </p:nvSpPr>
        <p:spPr>
          <a:xfrm>
            <a:off x="3117265" y="2892831"/>
            <a:ext cx="5594464" cy="3965168"/>
          </a:xfrm>
          <a:prstGeom prst="rect">
            <a:avLst/>
          </a:prstGeom>
          <a:blipFill>
            <a:blip r:embed="rId4" cstate="email"/>
            <a:stretch>
              <a:fillRect/>
            </a:stretch>
          </a:blipFill>
        </p:spPr>
        <p:txBody>
          <a:bodyPr wrap="square" lIns="0" tIns="0" rIns="0" bIns="0" rtlCol="0"/>
          <a:lstStyle/>
          <a:p>
            <a:endParaRPr/>
          </a:p>
        </p:txBody>
      </p:sp>
      <p:sp>
        <p:nvSpPr>
          <p:cNvPr id="11" name="object 11"/>
          <p:cNvSpPr/>
          <p:nvPr/>
        </p:nvSpPr>
        <p:spPr>
          <a:xfrm>
            <a:off x="3157537" y="2933522"/>
            <a:ext cx="5437505" cy="3879850"/>
          </a:xfrm>
          <a:custGeom>
            <a:avLst/>
            <a:gdLst/>
            <a:ahLst/>
            <a:cxnLst/>
            <a:rect l="l" t="t" r="r" b="b"/>
            <a:pathLst>
              <a:path w="5437505" h="3879850">
                <a:moveTo>
                  <a:pt x="0" y="0"/>
                </a:moveTo>
                <a:lnTo>
                  <a:pt x="5437187" y="0"/>
                </a:lnTo>
                <a:lnTo>
                  <a:pt x="5437187" y="3879853"/>
                </a:lnTo>
                <a:lnTo>
                  <a:pt x="0" y="3879853"/>
                </a:lnTo>
                <a:lnTo>
                  <a:pt x="0" y="0"/>
                </a:lnTo>
                <a:close/>
              </a:path>
            </a:pathLst>
          </a:custGeom>
          <a:solidFill>
            <a:srgbClr val="FFFFFF"/>
          </a:solidFill>
        </p:spPr>
        <p:txBody>
          <a:bodyPr wrap="square" lIns="0" tIns="0" rIns="0" bIns="0" rtlCol="0"/>
          <a:lstStyle/>
          <a:p>
            <a:endParaRPr/>
          </a:p>
        </p:txBody>
      </p:sp>
      <p:sp>
        <p:nvSpPr>
          <p:cNvPr id="12" name="object 12"/>
          <p:cNvSpPr txBox="1"/>
          <p:nvPr/>
        </p:nvSpPr>
        <p:spPr>
          <a:xfrm>
            <a:off x="3063875" y="1623517"/>
            <a:ext cx="3961765" cy="675640"/>
          </a:xfrm>
          <a:prstGeom prst="rect">
            <a:avLst/>
          </a:prstGeom>
        </p:spPr>
        <p:txBody>
          <a:bodyPr vert="horz" wrap="square" lIns="0" tIns="0" rIns="0" bIns="0" rtlCol="0">
            <a:spAutoFit/>
          </a:bodyPr>
          <a:lstStyle/>
          <a:p>
            <a:pPr marL="12700">
              <a:lnSpc>
                <a:spcPct val="100000"/>
              </a:lnSpc>
            </a:pPr>
            <a:r>
              <a:rPr sz="1900" b="1" i="1" spc="-25" dirty="0">
                <a:latin typeface="Arial"/>
                <a:cs typeface="Arial"/>
              </a:rPr>
              <a:t>Two </a:t>
            </a:r>
            <a:r>
              <a:rPr sz="1900" b="1" i="1" spc="-15" dirty="0">
                <a:latin typeface="Arial"/>
                <a:cs typeface="Arial"/>
              </a:rPr>
              <a:t>Types </a:t>
            </a:r>
            <a:r>
              <a:rPr sz="1900" b="1" i="1" dirty="0">
                <a:latin typeface="Arial"/>
                <a:cs typeface="Arial"/>
              </a:rPr>
              <a:t>Of</a:t>
            </a:r>
            <a:r>
              <a:rPr sz="1900" b="1" i="1" spc="-65" dirty="0">
                <a:latin typeface="Arial"/>
                <a:cs typeface="Arial"/>
              </a:rPr>
              <a:t> </a:t>
            </a:r>
            <a:r>
              <a:rPr sz="1900" b="1" i="1" dirty="0">
                <a:latin typeface="Arial"/>
                <a:cs typeface="Arial"/>
              </a:rPr>
              <a:t>Mistakes</a:t>
            </a:r>
            <a:endParaRPr sz="1900">
              <a:latin typeface="Arial"/>
              <a:cs typeface="Arial"/>
            </a:endParaRPr>
          </a:p>
          <a:p>
            <a:pPr marL="1229995">
              <a:lnSpc>
                <a:spcPct val="100000"/>
              </a:lnSpc>
              <a:spcBef>
                <a:spcPts val="795"/>
              </a:spcBef>
            </a:pPr>
            <a:r>
              <a:rPr sz="1800" b="1" dirty="0">
                <a:solidFill>
                  <a:srgbClr val="0000FF"/>
                </a:solidFill>
                <a:latin typeface="Arial"/>
                <a:cs typeface="Arial"/>
              </a:rPr>
              <a:t>How you treat</a:t>
            </a:r>
            <a:r>
              <a:rPr sz="1800" b="1" spc="-110" dirty="0">
                <a:solidFill>
                  <a:srgbClr val="0000FF"/>
                </a:solidFill>
                <a:latin typeface="Arial"/>
                <a:cs typeface="Arial"/>
              </a:rPr>
              <a:t> </a:t>
            </a:r>
            <a:r>
              <a:rPr sz="1800" b="1" dirty="0">
                <a:solidFill>
                  <a:srgbClr val="0000FF"/>
                </a:solidFill>
                <a:latin typeface="Arial"/>
                <a:cs typeface="Arial"/>
              </a:rPr>
              <a:t>variation...</a:t>
            </a:r>
            <a:endParaRPr sz="1800">
              <a:latin typeface="Arial"/>
              <a:cs typeface="Arial"/>
            </a:endParaRPr>
          </a:p>
        </p:txBody>
      </p:sp>
      <p:sp>
        <p:nvSpPr>
          <p:cNvPr id="13" name="object 13"/>
          <p:cNvSpPr/>
          <p:nvPr/>
        </p:nvSpPr>
        <p:spPr>
          <a:xfrm>
            <a:off x="4003675" y="3919359"/>
            <a:ext cx="371475" cy="615950"/>
          </a:xfrm>
          <a:custGeom>
            <a:avLst/>
            <a:gdLst/>
            <a:ahLst/>
            <a:cxnLst/>
            <a:rect l="l" t="t" r="r" b="b"/>
            <a:pathLst>
              <a:path w="371475" h="615950">
                <a:moveTo>
                  <a:pt x="284162" y="0"/>
                </a:moveTo>
                <a:lnTo>
                  <a:pt x="271462" y="0"/>
                </a:lnTo>
                <a:lnTo>
                  <a:pt x="258762" y="15621"/>
                </a:lnTo>
                <a:lnTo>
                  <a:pt x="247650" y="15621"/>
                </a:lnTo>
                <a:lnTo>
                  <a:pt x="247650" y="31229"/>
                </a:lnTo>
                <a:lnTo>
                  <a:pt x="234950" y="62471"/>
                </a:lnTo>
                <a:lnTo>
                  <a:pt x="234950" y="93700"/>
                </a:lnTo>
                <a:lnTo>
                  <a:pt x="247650" y="107581"/>
                </a:lnTo>
                <a:lnTo>
                  <a:pt x="247650" y="123190"/>
                </a:lnTo>
                <a:lnTo>
                  <a:pt x="258762" y="154419"/>
                </a:lnTo>
                <a:lnTo>
                  <a:pt x="258762" y="262001"/>
                </a:lnTo>
                <a:lnTo>
                  <a:pt x="11112" y="262001"/>
                </a:lnTo>
                <a:lnTo>
                  <a:pt x="11112" y="277609"/>
                </a:lnTo>
                <a:lnTo>
                  <a:pt x="0" y="277609"/>
                </a:lnTo>
                <a:lnTo>
                  <a:pt x="0" y="308851"/>
                </a:lnTo>
                <a:lnTo>
                  <a:pt x="11112" y="324459"/>
                </a:lnTo>
                <a:lnTo>
                  <a:pt x="11112" y="338340"/>
                </a:lnTo>
                <a:lnTo>
                  <a:pt x="23812" y="353961"/>
                </a:lnTo>
                <a:lnTo>
                  <a:pt x="11112" y="369570"/>
                </a:lnTo>
                <a:lnTo>
                  <a:pt x="0" y="385191"/>
                </a:lnTo>
                <a:lnTo>
                  <a:pt x="0" y="400799"/>
                </a:lnTo>
                <a:lnTo>
                  <a:pt x="11112" y="416420"/>
                </a:lnTo>
                <a:lnTo>
                  <a:pt x="11112" y="432041"/>
                </a:lnTo>
                <a:lnTo>
                  <a:pt x="36512" y="477151"/>
                </a:lnTo>
                <a:lnTo>
                  <a:pt x="36512" y="492760"/>
                </a:lnTo>
                <a:lnTo>
                  <a:pt x="61912" y="523989"/>
                </a:lnTo>
                <a:lnTo>
                  <a:pt x="73025" y="523989"/>
                </a:lnTo>
                <a:lnTo>
                  <a:pt x="123825" y="555231"/>
                </a:lnTo>
                <a:lnTo>
                  <a:pt x="147637" y="569112"/>
                </a:lnTo>
                <a:lnTo>
                  <a:pt x="173037" y="584720"/>
                </a:lnTo>
                <a:lnTo>
                  <a:pt x="196850" y="600341"/>
                </a:lnTo>
                <a:lnTo>
                  <a:pt x="296862" y="600341"/>
                </a:lnTo>
                <a:lnTo>
                  <a:pt x="309562" y="615950"/>
                </a:lnTo>
                <a:lnTo>
                  <a:pt x="333375" y="461530"/>
                </a:lnTo>
                <a:lnTo>
                  <a:pt x="371475" y="416420"/>
                </a:lnTo>
                <a:lnTo>
                  <a:pt x="371475" y="338340"/>
                </a:lnTo>
                <a:lnTo>
                  <a:pt x="358775" y="308851"/>
                </a:lnTo>
                <a:lnTo>
                  <a:pt x="358775" y="277609"/>
                </a:lnTo>
                <a:lnTo>
                  <a:pt x="346075" y="230771"/>
                </a:lnTo>
                <a:lnTo>
                  <a:pt x="346075" y="201269"/>
                </a:lnTo>
                <a:lnTo>
                  <a:pt x="320675" y="138811"/>
                </a:lnTo>
                <a:lnTo>
                  <a:pt x="320675" y="107581"/>
                </a:lnTo>
                <a:lnTo>
                  <a:pt x="309562" y="93700"/>
                </a:lnTo>
                <a:lnTo>
                  <a:pt x="296862" y="78079"/>
                </a:lnTo>
                <a:lnTo>
                  <a:pt x="296862" y="15621"/>
                </a:lnTo>
                <a:lnTo>
                  <a:pt x="284162" y="0"/>
                </a:lnTo>
                <a:close/>
              </a:path>
              <a:path w="371475" h="615950">
                <a:moveTo>
                  <a:pt x="185737" y="138811"/>
                </a:moveTo>
                <a:lnTo>
                  <a:pt x="85725" y="138811"/>
                </a:lnTo>
                <a:lnTo>
                  <a:pt x="85725" y="154419"/>
                </a:lnTo>
                <a:lnTo>
                  <a:pt x="73025" y="170040"/>
                </a:lnTo>
                <a:lnTo>
                  <a:pt x="73025" y="185661"/>
                </a:lnTo>
                <a:lnTo>
                  <a:pt x="36512" y="185661"/>
                </a:lnTo>
                <a:lnTo>
                  <a:pt x="23812" y="201269"/>
                </a:lnTo>
                <a:lnTo>
                  <a:pt x="23812" y="230771"/>
                </a:lnTo>
                <a:lnTo>
                  <a:pt x="36512" y="246380"/>
                </a:lnTo>
                <a:lnTo>
                  <a:pt x="23812" y="262001"/>
                </a:lnTo>
                <a:lnTo>
                  <a:pt x="222250" y="262001"/>
                </a:lnTo>
                <a:lnTo>
                  <a:pt x="222250" y="246380"/>
                </a:lnTo>
                <a:lnTo>
                  <a:pt x="209550" y="246380"/>
                </a:lnTo>
                <a:lnTo>
                  <a:pt x="196850" y="230771"/>
                </a:lnTo>
                <a:lnTo>
                  <a:pt x="247650" y="230771"/>
                </a:lnTo>
                <a:lnTo>
                  <a:pt x="247650" y="215150"/>
                </a:lnTo>
                <a:lnTo>
                  <a:pt x="234950" y="201269"/>
                </a:lnTo>
                <a:lnTo>
                  <a:pt x="222250" y="185661"/>
                </a:lnTo>
                <a:lnTo>
                  <a:pt x="222250" y="170040"/>
                </a:lnTo>
                <a:lnTo>
                  <a:pt x="209550" y="154419"/>
                </a:lnTo>
                <a:lnTo>
                  <a:pt x="196850" y="154419"/>
                </a:lnTo>
                <a:lnTo>
                  <a:pt x="185737" y="138811"/>
                </a:lnTo>
                <a:close/>
              </a:path>
              <a:path w="371475" h="615950">
                <a:moveTo>
                  <a:pt x="247650" y="230771"/>
                </a:moveTo>
                <a:lnTo>
                  <a:pt x="196850" y="230771"/>
                </a:lnTo>
                <a:lnTo>
                  <a:pt x="209550" y="246380"/>
                </a:lnTo>
                <a:lnTo>
                  <a:pt x="234950" y="246380"/>
                </a:lnTo>
                <a:lnTo>
                  <a:pt x="247650" y="230771"/>
                </a:lnTo>
                <a:close/>
              </a:path>
            </a:pathLst>
          </a:custGeom>
          <a:solidFill>
            <a:srgbClr val="FFC98D"/>
          </a:solidFill>
        </p:spPr>
        <p:txBody>
          <a:bodyPr wrap="square" lIns="0" tIns="0" rIns="0" bIns="0" rtlCol="0"/>
          <a:lstStyle/>
          <a:p>
            <a:endParaRPr/>
          </a:p>
        </p:txBody>
      </p:sp>
      <p:sp>
        <p:nvSpPr>
          <p:cNvPr id="14" name="object 14"/>
          <p:cNvSpPr/>
          <p:nvPr/>
        </p:nvSpPr>
        <p:spPr>
          <a:xfrm>
            <a:off x="4076700" y="4427359"/>
            <a:ext cx="247650" cy="107950"/>
          </a:xfrm>
          <a:custGeom>
            <a:avLst/>
            <a:gdLst/>
            <a:ahLst/>
            <a:cxnLst/>
            <a:rect l="l" t="t" r="r" b="b"/>
            <a:pathLst>
              <a:path w="247650" h="107950">
                <a:moveTo>
                  <a:pt x="74612" y="47015"/>
                </a:moveTo>
                <a:lnTo>
                  <a:pt x="50800" y="47015"/>
                </a:lnTo>
                <a:lnTo>
                  <a:pt x="74612" y="60947"/>
                </a:lnTo>
                <a:lnTo>
                  <a:pt x="100012" y="76606"/>
                </a:lnTo>
                <a:lnTo>
                  <a:pt x="123825" y="92278"/>
                </a:lnTo>
                <a:lnTo>
                  <a:pt x="223837" y="92278"/>
                </a:lnTo>
                <a:lnTo>
                  <a:pt x="223837" y="107950"/>
                </a:lnTo>
                <a:lnTo>
                  <a:pt x="230751" y="76606"/>
                </a:lnTo>
                <a:lnTo>
                  <a:pt x="112712" y="76606"/>
                </a:lnTo>
                <a:lnTo>
                  <a:pt x="100012" y="60947"/>
                </a:lnTo>
                <a:lnTo>
                  <a:pt x="87312" y="60947"/>
                </a:lnTo>
                <a:lnTo>
                  <a:pt x="74612" y="47015"/>
                </a:lnTo>
                <a:close/>
              </a:path>
              <a:path w="247650" h="107950">
                <a:moveTo>
                  <a:pt x="247650" y="0"/>
                </a:moveTo>
                <a:lnTo>
                  <a:pt x="236537" y="15671"/>
                </a:lnTo>
                <a:lnTo>
                  <a:pt x="236537" y="31343"/>
                </a:lnTo>
                <a:lnTo>
                  <a:pt x="223837" y="31343"/>
                </a:lnTo>
                <a:lnTo>
                  <a:pt x="223837" y="47015"/>
                </a:lnTo>
                <a:lnTo>
                  <a:pt x="211137" y="60947"/>
                </a:lnTo>
                <a:lnTo>
                  <a:pt x="198437" y="76606"/>
                </a:lnTo>
                <a:lnTo>
                  <a:pt x="230751" y="76606"/>
                </a:lnTo>
                <a:lnTo>
                  <a:pt x="247650" y="0"/>
                </a:lnTo>
                <a:close/>
              </a:path>
              <a:path w="247650" h="107950">
                <a:moveTo>
                  <a:pt x="38100" y="31343"/>
                </a:moveTo>
                <a:lnTo>
                  <a:pt x="25400" y="31343"/>
                </a:lnTo>
                <a:lnTo>
                  <a:pt x="50800" y="47015"/>
                </a:lnTo>
                <a:lnTo>
                  <a:pt x="38100" y="31343"/>
                </a:lnTo>
                <a:close/>
              </a:path>
              <a:path w="247650" h="107950">
                <a:moveTo>
                  <a:pt x="25400" y="15671"/>
                </a:moveTo>
                <a:lnTo>
                  <a:pt x="0" y="15671"/>
                </a:lnTo>
                <a:lnTo>
                  <a:pt x="0" y="31343"/>
                </a:lnTo>
                <a:lnTo>
                  <a:pt x="25400" y="31343"/>
                </a:lnTo>
                <a:lnTo>
                  <a:pt x="25400" y="15671"/>
                </a:lnTo>
                <a:close/>
              </a:path>
            </a:pathLst>
          </a:custGeom>
          <a:solidFill>
            <a:srgbClr val="FEB349"/>
          </a:solidFill>
        </p:spPr>
        <p:txBody>
          <a:bodyPr wrap="square" lIns="0" tIns="0" rIns="0" bIns="0" rtlCol="0"/>
          <a:lstStyle/>
          <a:p>
            <a:endParaRPr/>
          </a:p>
        </p:txBody>
      </p:sp>
      <p:sp>
        <p:nvSpPr>
          <p:cNvPr id="15" name="object 15"/>
          <p:cNvSpPr/>
          <p:nvPr/>
        </p:nvSpPr>
        <p:spPr>
          <a:xfrm>
            <a:off x="4014787" y="4273372"/>
            <a:ext cx="25400" cy="62865"/>
          </a:xfrm>
          <a:custGeom>
            <a:avLst/>
            <a:gdLst/>
            <a:ahLst/>
            <a:cxnLst/>
            <a:rect l="l" t="t" r="r" b="b"/>
            <a:pathLst>
              <a:path w="25400" h="62864">
                <a:moveTo>
                  <a:pt x="25400" y="46913"/>
                </a:moveTo>
                <a:lnTo>
                  <a:pt x="12700" y="46913"/>
                </a:lnTo>
                <a:lnTo>
                  <a:pt x="25400" y="62547"/>
                </a:lnTo>
                <a:lnTo>
                  <a:pt x="25400" y="46913"/>
                </a:lnTo>
                <a:close/>
              </a:path>
              <a:path w="25400" h="62864">
                <a:moveTo>
                  <a:pt x="12700" y="0"/>
                </a:moveTo>
                <a:lnTo>
                  <a:pt x="0" y="15633"/>
                </a:lnTo>
                <a:lnTo>
                  <a:pt x="0" y="31280"/>
                </a:lnTo>
                <a:lnTo>
                  <a:pt x="12700" y="46913"/>
                </a:lnTo>
                <a:lnTo>
                  <a:pt x="12700" y="0"/>
                </a:lnTo>
                <a:close/>
              </a:path>
            </a:pathLst>
          </a:custGeom>
          <a:solidFill>
            <a:srgbClr val="FEB343"/>
          </a:solidFill>
        </p:spPr>
        <p:txBody>
          <a:bodyPr wrap="square" lIns="0" tIns="0" rIns="0" bIns="0" rtlCol="0"/>
          <a:lstStyle/>
          <a:p>
            <a:endParaRPr/>
          </a:p>
        </p:txBody>
      </p:sp>
      <p:sp>
        <p:nvSpPr>
          <p:cNvPr id="16" name="object 16"/>
          <p:cNvSpPr/>
          <p:nvPr/>
        </p:nvSpPr>
        <p:spPr>
          <a:xfrm>
            <a:off x="4027487" y="4165422"/>
            <a:ext cx="49530" cy="92710"/>
          </a:xfrm>
          <a:custGeom>
            <a:avLst/>
            <a:gdLst/>
            <a:ahLst/>
            <a:cxnLst/>
            <a:rect l="l" t="t" r="r" b="b"/>
            <a:pathLst>
              <a:path w="49529" h="92710">
                <a:moveTo>
                  <a:pt x="12700" y="0"/>
                </a:moveTo>
                <a:lnTo>
                  <a:pt x="0" y="15671"/>
                </a:lnTo>
                <a:lnTo>
                  <a:pt x="0" y="47015"/>
                </a:lnTo>
                <a:lnTo>
                  <a:pt x="25400" y="78359"/>
                </a:lnTo>
                <a:lnTo>
                  <a:pt x="38100" y="92278"/>
                </a:lnTo>
                <a:lnTo>
                  <a:pt x="49212" y="92278"/>
                </a:lnTo>
                <a:lnTo>
                  <a:pt x="38100" y="78359"/>
                </a:lnTo>
                <a:lnTo>
                  <a:pt x="12700" y="47015"/>
                </a:lnTo>
                <a:lnTo>
                  <a:pt x="12700" y="0"/>
                </a:lnTo>
                <a:close/>
              </a:path>
            </a:pathLst>
          </a:custGeom>
          <a:solidFill>
            <a:srgbClr val="FEB346"/>
          </a:solidFill>
        </p:spPr>
        <p:txBody>
          <a:bodyPr wrap="square" lIns="0" tIns="0" rIns="0" bIns="0" rtlCol="0"/>
          <a:lstStyle/>
          <a:p>
            <a:endParaRPr/>
          </a:p>
        </p:txBody>
      </p:sp>
      <p:sp>
        <p:nvSpPr>
          <p:cNvPr id="17" name="object 17"/>
          <p:cNvSpPr/>
          <p:nvPr/>
        </p:nvSpPr>
        <p:spPr>
          <a:xfrm>
            <a:off x="4076700" y="4105097"/>
            <a:ext cx="25400" cy="45085"/>
          </a:xfrm>
          <a:custGeom>
            <a:avLst/>
            <a:gdLst/>
            <a:ahLst/>
            <a:cxnLst/>
            <a:rect l="l" t="t" r="r" b="b"/>
            <a:pathLst>
              <a:path w="25400" h="45085">
                <a:moveTo>
                  <a:pt x="0" y="0"/>
                </a:moveTo>
                <a:lnTo>
                  <a:pt x="0" y="29311"/>
                </a:lnTo>
                <a:lnTo>
                  <a:pt x="12700" y="44818"/>
                </a:lnTo>
                <a:lnTo>
                  <a:pt x="25400" y="44818"/>
                </a:lnTo>
                <a:lnTo>
                  <a:pt x="12700" y="29311"/>
                </a:lnTo>
                <a:lnTo>
                  <a:pt x="12700" y="15519"/>
                </a:lnTo>
                <a:lnTo>
                  <a:pt x="0" y="0"/>
                </a:lnTo>
                <a:close/>
              </a:path>
            </a:pathLst>
          </a:custGeom>
          <a:solidFill>
            <a:srgbClr val="FEB345"/>
          </a:solidFill>
        </p:spPr>
        <p:txBody>
          <a:bodyPr wrap="square" lIns="0" tIns="0" rIns="0" bIns="0" rtlCol="0"/>
          <a:lstStyle/>
          <a:p>
            <a:endParaRPr/>
          </a:p>
        </p:txBody>
      </p:sp>
      <p:sp>
        <p:nvSpPr>
          <p:cNvPr id="18" name="object 18"/>
          <p:cNvSpPr/>
          <p:nvPr/>
        </p:nvSpPr>
        <p:spPr>
          <a:xfrm>
            <a:off x="4127500" y="4105389"/>
            <a:ext cx="123825" cy="60325"/>
          </a:xfrm>
          <a:custGeom>
            <a:avLst/>
            <a:gdLst/>
            <a:ahLst/>
            <a:cxnLst/>
            <a:rect l="l" t="t" r="r" b="b"/>
            <a:pathLst>
              <a:path w="123825" h="60325">
                <a:moveTo>
                  <a:pt x="85725" y="44602"/>
                </a:moveTo>
                <a:lnTo>
                  <a:pt x="73025" y="44602"/>
                </a:lnTo>
                <a:lnTo>
                  <a:pt x="85725" y="60032"/>
                </a:lnTo>
                <a:lnTo>
                  <a:pt x="85725" y="44602"/>
                </a:lnTo>
                <a:close/>
              </a:path>
              <a:path w="123825" h="60325">
                <a:moveTo>
                  <a:pt x="123825" y="29159"/>
                </a:moveTo>
                <a:lnTo>
                  <a:pt x="111125" y="29159"/>
                </a:lnTo>
                <a:lnTo>
                  <a:pt x="111125" y="44602"/>
                </a:lnTo>
                <a:lnTo>
                  <a:pt x="98425" y="60032"/>
                </a:lnTo>
                <a:lnTo>
                  <a:pt x="111125" y="60032"/>
                </a:lnTo>
                <a:lnTo>
                  <a:pt x="123825" y="44602"/>
                </a:lnTo>
                <a:lnTo>
                  <a:pt x="123825" y="29159"/>
                </a:lnTo>
                <a:close/>
              </a:path>
              <a:path w="123825" h="60325">
                <a:moveTo>
                  <a:pt x="73025" y="29159"/>
                </a:moveTo>
                <a:lnTo>
                  <a:pt x="36512" y="29159"/>
                </a:lnTo>
                <a:lnTo>
                  <a:pt x="49212" y="44602"/>
                </a:lnTo>
                <a:lnTo>
                  <a:pt x="73025" y="44602"/>
                </a:lnTo>
                <a:lnTo>
                  <a:pt x="73025" y="29159"/>
                </a:lnTo>
                <a:close/>
              </a:path>
              <a:path w="123825" h="60325">
                <a:moveTo>
                  <a:pt x="0" y="0"/>
                </a:moveTo>
                <a:lnTo>
                  <a:pt x="11112" y="15430"/>
                </a:lnTo>
                <a:lnTo>
                  <a:pt x="23812" y="29159"/>
                </a:lnTo>
                <a:lnTo>
                  <a:pt x="36512" y="29159"/>
                </a:lnTo>
                <a:lnTo>
                  <a:pt x="23812" y="15430"/>
                </a:lnTo>
                <a:lnTo>
                  <a:pt x="0" y="0"/>
                </a:lnTo>
                <a:close/>
              </a:path>
              <a:path w="123825" h="60325">
                <a:moveTo>
                  <a:pt x="98425" y="15430"/>
                </a:moveTo>
                <a:lnTo>
                  <a:pt x="98425" y="29159"/>
                </a:lnTo>
                <a:lnTo>
                  <a:pt x="111125" y="29159"/>
                </a:lnTo>
                <a:lnTo>
                  <a:pt x="98425" y="15430"/>
                </a:lnTo>
                <a:close/>
              </a:path>
            </a:pathLst>
          </a:custGeom>
          <a:solidFill>
            <a:srgbClr val="FEB349"/>
          </a:solidFill>
        </p:spPr>
        <p:txBody>
          <a:bodyPr wrap="square" lIns="0" tIns="0" rIns="0" bIns="0" rtlCol="0"/>
          <a:lstStyle/>
          <a:p>
            <a:endParaRPr/>
          </a:p>
        </p:txBody>
      </p:sp>
      <p:sp>
        <p:nvSpPr>
          <p:cNvPr id="19" name="object 19"/>
          <p:cNvSpPr/>
          <p:nvPr/>
        </p:nvSpPr>
        <p:spPr>
          <a:xfrm>
            <a:off x="4189412" y="4165422"/>
            <a:ext cx="24130" cy="31750"/>
          </a:xfrm>
          <a:custGeom>
            <a:avLst/>
            <a:gdLst/>
            <a:ahLst/>
            <a:cxnLst/>
            <a:rect l="l" t="t" r="r" b="b"/>
            <a:pathLst>
              <a:path w="24129" h="31750">
                <a:moveTo>
                  <a:pt x="11112" y="15875"/>
                </a:moveTo>
                <a:lnTo>
                  <a:pt x="0" y="15875"/>
                </a:lnTo>
                <a:lnTo>
                  <a:pt x="0" y="31750"/>
                </a:lnTo>
                <a:lnTo>
                  <a:pt x="11112" y="15875"/>
                </a:lnTo>
                <a:close/>
              </a:path>
              <a:path w="24129" h="31750">
                <a:moveTo>
                  <a:pt x="23812" y="0"/>
                </a:moveTo>
                <a:lnTo>
                  <a:pt x="11112" y="0"/>
                </a:lnTo>
                <a:lnTo>
                  <a:pt x="11112" y="15875"/>
                </a:lnTo>
                <a:lnTo>
                  <a:pt x="23812" y="15875"/>
                </a:lnTo>
                <a:lnTo>
                  <a:pt x="23812" y="0"/>
                </a:lnTo>
                <a:close/>
              </a:path>
            </a:pathLst>
          </a:custGeom>
          <a:solidFill>
            <a:srgbClr val="FEB349"/>
          </a:solidFill>
        </p:spPr>
        <p:txBody>
          <a:bodyPr wrap="square" lIns="0" tIns="0" rIns="0" bIns="0" rtlCol="0"/>
          <a:lstStyle/>
          <a:p>
            <a:endParaRPr/>
          </a:p>
        </p:txBody>
      </p:sp>
      <p:sp>
        <p:nvSpPr>
          <p:cNvPr id="20" name="object 20"/>
          <p:cNvSpPr/>
          <p:nvPr/>
        </p:nvSpPr>
        <p:spPr>
          <a:xfrm>
            <a:off x="4213225" y="4181297"/>
            <a:ext cx="12700" cy="31750"/>
          </a:xfrm>
          <a:custGeom>
            <a:avLst/>
            <a:gdLst/>
            <a:ahLst/>
            <a:cxnLst/>
            <a:rect l="l" t="t" r="r" b="b"/>
            <a:pathLst>
              <a:path w="12700" h="31750">
                <a:moveTo>
                  <a:pt x="6350" y="15875"/>
                </a:moveTo>
                <a:lnTo>
                  <a:pt x="0" y="15875"/>
                </a:lnTo>
                <a:lnTo>
                  <a:pt x="0" y="31750"/>
                </a:lnTo>
                <a:lnTo>
                  <a:pt x="6350" y="15875"/>
                </a:lnTo>
                <a:close/>
              </a:path>
              <a:path w="12700" h="31750">
                <a:moveTo>
                  <a:pt x="12700" y="0"/>
                </a:moveTo>
                <a:lnTo>
                  <a:pt x="6350" y="15875"/>
                </a:lnTo>
                <a:lnTo>
                  <a:pt x="12700" y="15875"/>
                </a:lnTo>
                <a:lnTo>
                  <a:pt x="12700" y="0"/>
                </a:lnTo>
                <a:close/>
              </a:path>
            </a:pathLst>
          </a:custGeom>
          <a:solidFill>
            <a:srgbClr val="FEB349"/>
          </a:solidFill>
        </p:spPr>
        <p:txBody>
          <a:bodyPr wrap="square" lIns="0" tIns="0" rIns="0" bIns="0" rtlCol="0"/>
          <a:lstStyle/>
          <a:p>
            <a:endParaRPr/>
          </a:p>
        </p:txBody>
      </p:sp>
      <p:sp>
        <p:nvSpPr>
          <p:cNvPr id="21" name="object 21"/>
          <p:cNvSpPr/>
          <p:nvPr/>
        </p:nvSpPr>
        <p:spPr>
          <a:xfrm>
            <a:off x="4238625" y="4073347"/>
            <a:ext cx="36830" cy="139700"/>
          </a:xfrm>
          <a:custGeom>
            <a:avLst/>
            <a:gdLst/>
            <a:ahLst/>
            <a:cxnLst/>
            <a:rect l="l" t="t" r="r" b="b"/>
            <a:pathLst>
              <a:path w="36829" h="139700">
                <a:moveTo>
                  <a:pt x="23812" y="108267"/>
                </a:moveTo>
                <a:lnTo>
                  <a:pt x="12700" y="108267"/>
                </a:lnTo>
                <a:lnTo>
                  <a:pt x="0" y="123990"/>
                </a:lnTo>
                <a:lnTo>
                  <a:pt x="0" y="139700"/>
                </a:lnTo>
                <a:lnTo>
                  <a:pt x="12700" y="123990"/>
                </a:lnTo>
                <a:lnTo>
                  <a:pt x="23812" y="108267"/>
                </a:lnTo>
                <a:close/>
              </a:path>
              <a:path w="36829" h="139700">
                <a:moveTo>
                  <a:pt x="36512" y="0"/>
                </a:moveTo>
                <a:lnTo>
                  <a:pt x="23812" y="0"/>
                </a:lnTo>
                <a:lnTo>
                  <a:pt x="23812" y="108267"/>
                </a:lnTo>
                <a:lnTo>
                  <a:pt x="36512" y="108267"/>
                </a:lnTo>
                <a:lnTo>
                  <a:pt x="36512" y="0"/>
                </a:lnTo>
                <a:close/>
              </a:path>
            </a:pathLst>
          </a:custGeom>
          <a:solidFill>
            <a:srgbClr val="FEB347"/>
          </a:solidFill>
        </p:spPr>
        <p:txBody>
          <a:bodyPr wrap="square" lIns="0" tIns="0" rIns="0" bIns="0" rtlCol="0"/>
          <a:lstStyle/>
          <a:p>
            <a:endParaRPr/>
          </a:p>
        </p:txBody>
      </p:sp>
      <p:sp>
        <p:nvSpPr>
          <p:cNvPr id="22" name="object 22"/>
          <p:cNvSpPr/>
          <p:nvPr/>
        </p:nvSpPr>
        <p:spPr>
          <a:xfrm>
            <a:off x="4324350" y="4089222"/>
            <a:ext cx="12700" cy="15875"/>
          </a:xfrm>
          <a:custGeom>
            <a:avLst/>
            <a:gdLst/>
            <a:ahLst/>
            <a:cxnLst/>
            <a:rect l="l" t="t" r="r" b="b"/>
            <a:pathLst>
              <a:path w="12700" h="15875">
                <a:moveTo>
                  <a:pt x="12700" y="0"/>
                </a:moveTo>
                <a:lnTo>
                  <a:pt x="0" y="0"/>
                </a:lnTo>
                <a:lnTo>
                  <a:pt x="12700" y="15875"/>
                </a:lnTo>
                <a:lnTo>
                  <a:pt x="12700" y="0"/>
                </a:lnTo>
                <a:close/>
              </a:path>
            </a:pathLst>
          </a:custGeom>
          <a:solidFill>
            <a:srgbClr val="FEB349"/>
          </a:solidFill>
        </p:spPr>
        <p:txBody>
          <a:bodyPr wrap="square" lIns="0" tIns="0" rIns="0" bIns="0" rtlCol="0"/>
          <a:lstStyle/>
          <a:p>
            <a:endParaRPr/>
          </a:p>
        </p:txBody>
      </p:sp>
      <p:sp>
        <p:nvSpPr>
          <p:cNvPr id="23" name="object 23"/>
          <p:cNvSpPr/>
          <p:nvPr/>
        </p:nvSpPr>
        <p:spPr>
          <a:xfrm>
            <a:off x="4349750" y="4304842"/>
            <a:ext cx="25400" cy="60960"/>
          </a:xfrm>
          <a:custGeom>
            <a:avLst/>
            <a:gdLst/>
            <a:ahLst/>
            <a:cxnLst/>
            <a:rect l="l" t="t" r="r" b="b"/>
            <a:pathLst>
              <a:path w="25400" h="60960">
                <a:moveTo>
                  <a:pt x="25400" y="31165"/>
                </a:moveTo>
                <a:lnTo>
                  <a:pt x="0" y="31165"/>
                </a:lnTo>
                <a:lnTo>
                  <a:pt x="0" y="60604"/>
                </a:lnTo>
                <a:lnTo>
                  <a:pt x="25400" y="31165"/>
                </a:lnTo>
                <a:close/>
              </a:path>
              <a:path w="25400" h="60960">
                <a:moveTo>
                  <a:pt x="12700" y="0"/>
                </a:moveTo>
                <a:lnTo>
                  <a:pt x="12700" y="15582"/>
                </a:lnTo>
                <a:lnTo>
                  <a:pt x="25400" y="31165"/>
                </a:lnTo>
                <a:lnTo>
                  <a:pt x="25400" y="15582"/>
                </a:lnTo>
                <a:lnTo>
                  <a:pt x="12700" y="0"/>
                </a:lnTo>
                <a:close/>
              </a:path>
            </a:pathLst>
          </a:custGeom>
          <a:solidFill>
            <a:srgbClr val="FEB349"/>
          </a:solidFill>
        </p:spPr>
        <p:txBody>
          <a:bodyPr wrap="square" lIns="0" tIns="0" rIns="0" bIns="0" rtlCol="0"/>
          <a:lstStyle/>
          <a:p>
            <a:endParaRPr/>
          </a:p>
        </p:txBody>
      </p:sp>
      <p:sp>
        <p:nvSpPr>
          <p:cNvPr id="24" name="object 24"/>
          <p:cNvSpPr/>
          <p:nvPr/>
        </p:nvSpPr>
        <p:spPr>
          <a:xfrm>
            <a:off x="4275137" y="3943172"/>
            <a:ext cx="25400" cy="0"/>
          </a:xfrm>
          <a:custGeom>
            <a:avLst/>
            <a:gdLst/>
            <a:ahLst/>
            <a:cxnLst/>
            <a:rect l="l" t="t" r="r" b="b"/>
            <a:pathLst>
              <a:path w="25400">
                <a:moveTo>
                  <a:pt x="0" y="0"/>
                </a:moveTo>
                <a:lnTo>
                  <a:pt x="25400" y="0"/>
                </a:lnTo>
              </a:path>
            </a:pathLst>
          </a:custGeom>
          <a:ln w="47625">
            <a:solidFill>
              <a:srgbClr val="FEB348"/>
            </a:solidFill>
          </a:ln>
        </p:spPr>
        <p:txBody>
          <a:bodyPr wrap="square" lIns="0" tIns="0" rIns="0" bIns="0" rtlCol="0"/>
          <a:lstStyle/>
          <a:p>
            <a:endParaRPr/>
          </a:p>
        </p:txBody>
      </p:sp>
      <p:sp>
        <p:nvSpPr>
          <p:cNvPr id="25" name="object 25"/>
          <p:cNvSpPr/>
          <p:nvPr/>
        </p:nvSpPr>
        <p:spPr>
          <a:xfrm>
            <a:off x="4287837" y="4013022"/>
            <a:ext cx="36830" cy="46355"/>
          </a:xfrm>
          <a:custGeom>
            <a:avLst/>
            <a:gdLst/>
            <a:ahLst/>
            <a:cxnLst/>
            <a:rect l="l" t="t" r="r" b="b"/>
            <a:pathLst>
              <a:path w="36829" h="46354">
                <a:moveTo>
                  <a:pt x="25400" y="0"/>
                </a:moveTo>
                <a:lnTo>
                  <a:pt x="25400" y="30111"/>
                </a:lnTo>
                <a:lnTo>
                  <a:pt x="0" y="30111"/>
                </a:lnTo>
                <a:lnTo>
                  <a:pt x="12700" y="46037"/>
                </a:lnTo>
                <a:lnTo>
                  <a:pt x="36512" y="46037"/>
                </a:lnTo>
                <a:lnTo>
                  <a:pt x="36512" y="14173"/>
                </a:lnTo>
                <a:lnTo>
                  <a:pt x="25400" y="0"/>
                </a:lnTo>
                <a:close/>
              </a:path>
            </a:pathLst>
          </a:custGeom>
          <a:solidFill>
            <a:srgbClr val="FEB349"/>
          </a:solidFill>
        </p:spPr>
        <p:txBody>
          <a:bodyPr wrap="square" lIns="0" tIns="0" rIns="0" bIns="0" rtlCol="0"/>
          <a:lstStyle/>
          <a:p>
            <a:endParaRPr/>
          </a:p>
        </p:txBody>
      </p:sp>
      <p:sp>
        <p:nvSpPr>
          <p:cNvPr id="26" name="object 26"/>
          <p:cNvSpPr/>
          <p:nvPr/>
        </p:nvSpPr>
        <p:spPr>
          <a:xfrm>
            <a:off x="4300537" y="3982859"/>
            <a:ext cx="12700" cy="14604"/>
          </a:xfrm>
          <a:custGeom>
            <a:avLst/>
            <a:gdLst/>
            <a:ahLst/>
            <a:cxnLst/>
            <a:rect l="l" t="t" r="r" b="b"/>
            <a:pathLst>
              <a:path w="12700" h="14604">
                <a:moveTo>
                  <a:pt x="12700" y="14287"/>
                </a:moveTo>
                <a:lnTo>
                  <a:pt x="0" y="14287"/>
                </a:lnTo>
                <a:lnTo>
                  <a:pt x="0" y="0"/>
                </a:lnTo>
                <a:lnTo>
                  <a:pt x="0" y="14287"/>
                </a:lnTo>
                <a:lnTo>
                  <a:pt x="12700" y="14287"/>
                </a:lnTo>
                <a:close/>
              </a:path>
            </a:pathLst>
          </a:custGeom>
          <a:solidFill>
            <a:srgbClr val="FEB349"/>
          </a:solidFill>
        </p:spPr>
        <p:txBody>
          <a:bodyPr wrap="square" lIns="0" tIns="0" rIns="0" bIns="0" rtlCol="0"/>
          <a:lstStyle/>
          <a:p>
            <a:endParaRPr/>
          </a:p>
        </p:txBody>
      </p:sp>
      <p:sp>
        <p:nvSpPr>
          <p:cNvPr id="27" name="object 27"/>
          <p:cNvSpPr/>
          <p:nvPr/>
        </p:nvSpPr>
        <p:spPr>
          <a:xfrm>
            <a:off x="4313237" y="4303534"/>
            <a:ext cx="678180" cy="446405"/>
          </a:xfrm>
          <a:custGeom>
            <a:avLst/>
            <a:gdLst/>
            <a:ahLst/>
            <a:cxnLst/>
            <a:rect l="l" t="t" r="r" b="b"/>
            <a:pathLst>
              <a:path w="678179" h="446404">
                <a:moveTo>
                  <a:pt x="675084" y="338480"/>
                </a:moveTo>
                <a:lnTo>
                  <a:pt x="260350" y="338480"/>
                </a:lnTo>
                <a:lnTo>
                  <a:pt x="284162" y="354101"/>
                </a:lnTo>
                <a:lnTo>
                  <a:pt x="306387" y="369722"/>
                </a:lnTo>
                <a:lnTo>
                  <a:pt x="344487" y="385343"/>
                </a:lnTo>
                <a:lnTo>
                  <a:pt x="368300" y="385343"/>
                </a:lnTo>
                <a:lnTo>
                  <a:pt x="381000" y="400964"/>
                </a:lnTo>
                <a:lnTo>
                  <a:pt x="492125" y="400964"/>
                </a:lnTo>
                <a:lnTo>
                  <a:pt x="541337" y="414845"/>
                </a:lnTo>
                <a:lnTo>
                  <a:pt x="579437" y="414845"/>
                </a:lnTo>
                <a:lnTo>
                  <a:pt x="641350" y="430466"/>
                </a:lnTo>
                <a:lnTo>
                  <a:pt x="677862" y="446087"/>
                </a:lnTo>
                <a:lnTo>
                  <a:pt x="675084" y="338480"/>
                </a:lnTo>
                <a:close/>
              </a:path>
              <a:path w="678179" h="446404">
                <a:moveTo>
                  <a:pt x="479425" y="400964"/>
                </a:moveTo>
                <a:lnTo>
                  <a:pt x="455612" y="400964"/>
                </a:lnTo>
                <a:lnTo>
                  <a:pt x="468312" y="414845"/>
                </a:lnTo>
                <a:lnTo>
                  <a:pt x="479425" y="400964"/>
                </a:lnTo>
                <a:close/>
              </a:path>
              <a:path w="678179" h="446404">
                <a:moveTo>
                  <a:pt x="123825" y="0"/>
                </a:moveTo>
                <a:lnTo>
                  <a:pt x="61912" y="0"/>
                </a:lnTo>
                <a:lnTo>
                  <a:pt x="61912" y="15621"/>
                </a:lnTo>
                <a:lnTo>
                  <a:pt x="36512" y="46862"/>
                </a:lnTo>
                <a:lnTo>
                  <a:pt x="23812" y="46862"/>
                </a:lnTo>
                <a:lnTo>
                  <a:pt x="11112" y="107619"/>
                </a:lnTo>
                <a:lnTo>
                  <a:pt x="0" y="154482"/>
                </a:lnTo>
                <a:lnTo>
                  <a:pt x="0" y="246481"/>
                </a:lnTo>
                <a:lnTo>
                  <a:pt x="11112" y="262102"/>
                </a:lnTo>
                <a:lnTo>
                  <a:pt x="36512" y="277723"/>
                </a:lnTo>
                <a:lnTo>
                  <a:pt x="61912" y="291604"/>
                </a:lnTo>
                <a:lnTo>
                  <a:pt x="111125" y="291604"/>
                </a:lnTo>
                <a:lnTo>
                  <a:pt x="147637" y="307238"/>
                </a:lnTo>
                <a:lnTo>
                  <a:pt x="185737" y="338480"/>
                </a:lnTo>
                <a:lnTo>
                  <a:pt x="209550" y="354101"/>
                </a:lnTo>
                <a:lnTo>
                  <a:pt x="260350" y="354101"/>
                </a:lnTo>
                <a:lnTo>
                  <a:pt x="260350" y="338480"/>
                </a:lnTo>
                <a:lnTo>
                  <a:pt x="675084" y="338480"/>
                </a:lnTo>
                <a:lnTo>
                  <a:pt x="667153" y="31242"/>
                </a:lnTo>
                <a:lnTo>
                  <a:pt x="160337" y="31242"/>
                </a:lnTo>
                <a:lnTo>
                  <a:pt x="134937" y="15621"/>
                </a:lnTo>
                <a:lnTo>
                  <a:pt x="123825" y="0"/>
                </a:lnTo>
                <a:close/>
              </a:path>
              <a:path w="678179" h="446404">
                <a:moveTo>
                  <a:pt x="666750" y="15621"/>
                </a:moveTo>
                <a:lnTo>
                  <a:pt x="530225" y="15621"/>
                </a:lnTo>
                <a:lnTo>
                  <a:pt x="468312" y="31242"/>
                </a:lnTo>
                <a:lnTo>
                  <a:pt x="667153" y="31242"/>
                </a:lnTo>
                <a:lnTo>
                  <a:pt x="666750" y="15621"/>
                </a:lnTo>
                <a:close/>
              </a:path>
            </a:pathLst>
          </a:custGeom>
          <a:solidFill>
            <a:srgbClr val="57CAFE"/>
          </a:solidFill>
        </p:spPr>
        <p:txBody>
          <a:bodyPr wrap="square" lIns="0" tIns="0" rIns="0" bIns="0" rtlCol="0"/>
          <a:lstStyle/>
          <a:p>
            <a:endParaRPr/>
          </a:p>
        </p:txBody>
      </p:sp>
      <p:sp>
        <p:nvSpPr>
          <p:cNvPr id="28" name="object 28"/>
          <p:cNvSpPr/>
          <p:nvPr/>
        </p:nvSpPr>
        <p:spPr>
          <a:xfrm>
            <a:off x="4398962" y="4303534"/>
            <a:ext cx="494030" cy="92075"/>
          </a:xfrm>
          <a:custGeom>
            <a:avLst/>
            <a:gdLst/>
            <a:ahLst/>
            <a:cxnLst/>
            <a:rect l="l" t="t" r="r" b="b"/>
            <a:pathLst>
              <a:path w="494029" h="92075">
                <a:moveTo>
                  <a:pt x="369887" y="60807"/>
                </a:moveTo>
                <a:lnTo>
                  <a:pt x="357187" y="60807"/>
                </a:lnTo>
                <a:lnTo>
                  <a:pt x="357187" y="76441"/>
                </a:lnTo>
                <a:lnTo>
                  <a:pt x="344487" y="92075"/>
                </a:lnTo>
                <a:lnTo>
                  <a:pt x="369887" y="76441"/>
                </a:lnTo>
                <a:lnTo>
                  <a:pt x="369887" y="60807"/>
                </a:lnTo>
                <a:close/>
              </a:path>
              <a:path w="494029" h="92075">
                <a:moveTo>
                  <a:pt x="444500" y="31280"/>
                </a:moveTo>
                <a:lnTo>
                  <a:pt x="61912" y="31280"/>
                </a:lnTo>
                <a:lnTo>
                  <a:pt x="61912" y="46913"/>
                </a:lnTo>
                <a:lnTo>
                  <a:pt x="100012" y="46913"/>
                </a:lnTo>
                <a:lnTo>
                  <a:pt x="87312" y="60807"/>
                </a:lnTo>
                <a:lnTo>
                  <a:pt x="74612" y="76441"/>
                </a:lnTo>
                <a:lnTo>
                  <a:pt x="100012" y="76441"/>
                </a:lnTo>
                <a:lnTo>
                  <a:pt x="112712" y="60807"/>
                </a:lnTo>
                <a:lnTo>
                  <a:pt x="419100" y="60807"/>
                </a:lnTo>
                <a:lnTo>
                  <a:pt x="431800" y="46913"/>
                </a:lnTo>
                <a:lnTo>
                  <a:pt x="444500" y="31280"/>
                </a:lnTo>
                <a:close/>
              </a:path>
              <a:path w="494029" h="92075">
                <a:moveTo>
                  <a:pt x="198437" y="60807"/>
                </a:moveTo>
                <a:lnTo>
                  <a:pt x="123825" y="60807"/>
                </a:lnTo>
                <a:lnTo>
                  <a:pt x="136525" y="76441"/>
                </a:lnTo>
                <a:lnTo>
                  <a:pt x="185737" y="76441"/>
                </a:lnTo>
                <a:lnTo>
                  <a:pt x="198437" y="60807"/>
                </a:lnTo>
                <a:close/>
              </a:path>
              <a:path w="494029" h="92075">
                <a:moveTo>
                  <a:pt x="331787" y="60807"/>
                </a:moveTo>
                <a:lnTo>
                  <a:pt x="282575" y="60807"/>
                </a:lnTo>
                <a:lnTo>
                  <a:pt x="307975" y="76441"/>
                </a:lnTo>
                <a:lnTo>
                  <a:pt x="331787" y="60807"/>
                </a:lnTo>
                <a:close/>
              </a:path>
              <a:path w="494029" h="92075">
                <a:moveTo>
                  <a:pt x="38100" y="0"/>
                </a:moveTo>
                <a:lnTo>
                  <a:pt x="12700" y="0"/>
                </a:lnTo>
                <a:lnTo>
                  <a:pt x="0" y="15633"/>
                </a:lnTo>
                <a:lnTo>
                  <a:pt x="38100" y="15633"/>
                </a:lnTo>
                <a:lnTo>
                  <a:pt x="49212" y="31280"/>
                </a:lnTo>
                <a:lnTo>
                  <a:pt x="100012" y="31280"/>
                </a:lnTo>
                <a:lnTo>
                  <a:pt x="61912" y="15633"/>
                </a:lnTo>
                <a:lnTo>
                  <a:pt x="38100" y="0"/>
                </a:lnTo>
                <a:close/>
              </a:path>
              <a:path w="494029" h="92075">
                <a:moveTo>
                  <a:pt x="493712" y="15633"/>
                </a:moveTo>
                <a:lnTo>
                  <a:pt x="444500" y="15633"/>
                </a:lnTo>
                <a:lnTo>
                  <a:pt x="406400" y="31280"/>
                </a:lnTo>
                <a:lnTo>
                  <a:pt x="481012" y="31280"/>
                </a:lnTo>
                <a:lnTo>
                  <a:pt x="493712" y="15633"/>
                </a:lnTo>
                <a:close/>
              </a:path>
            </a:pathLst>
          </a:custGeom>
          <a:solidFill>
            <a:srgbClr val="5478BF"/>
          </a:solidFill>
        </p:spPr>
        <p:txBody>
          <a:bodyPr wrap="square" lIns="0" tIns="0" rIns="0" bIns="0" rtlCol="0"/>
          <a:lstStyle/>
          <a:p>
            <a:endParaRPr/>
          </a:p>
        </p:txBody>
      </p:sp>
      <p:sp>
        <p:nvSpPr>
          <p:cNvPr id="29" name="object 29"/>
          <p:cNvSpPr/>
          <p:nvPr/>
        </p:nvSpPr>
        <p:spPr>
          <a:xfrm>
            <a:off x="4548187" y="4581144"/>
            <a:ext cx="84455" cy="92710"/>
          </a:xfrm>
          <a:custGeom>
            <a:avLst/>
            <a:gdLst/>
            <a:ahLst/>
            <a:cxnLst/>
            <a:rect l="l" t="t" r="r" b="b"/>
            <a:pathLst>
              <a:path w="84454" h="92710">
                <a:moveTo>
                  <a:pt x="36512" y="60947"/>
                </a:moveTo>
                <a:lnTo>
                  <a:pt x="25400" y="60947"/>
                </a:lnTo>
                <a:lnTo>
                  <a:pt x="49212" y="76606"/>
                </a:lnTo>
                <a:lnTo>
                  <a:pt x="84137" y="92278"/>
                </a:lnTo>
                <a:lnTo>
                  <a:pt x="61912" y="76606"/>
                </a:lnTo>
                <a:lnTo>
                  <a:pt x="36512" y="60947"/>
                </a:lnTo>
                <a:close/>
              </a:path>
              <a:path w="84454" h="92710">
                <a:moveTo>
                  <a:pt x="25400" y="0"/>
                </a:moveTo>
                <a:lnTo>
                  <a:pt x="25400" y="45275"/>
                </a:lnTo>
                <a:lnTo>
                  <a:pt x="12700" y="45275"/>
                </a:lnTo>
                <a:lnTo>
                  <a:pt x="12700" y="60947"/>
                </a:lnTo>
                <a:lnTo>
                  <a:pt x="0" y="76606"/>
                </a:lnTo>
                <a:lnTo>
                  <a:pt x="25400" y="76606"/>
                </a:lnTo>
                <a:lnTo>
                  <a:pt x="25400" y="60947"/>
                </a:lnTo>
                <a:lnTo>
                  <a:pt x="36512" y="60947"/>
                </a:lnTo>
                <a:lnTo>
                  <a:pt x="36512" y="45275"/>
                </a:lnTo>
                <a:lnTo>
                  <a:pt x="25400" y="45275"/>
                </a:lnTo>
                <a:lnTo>
                  <a:pt x="0" y="13931"/>
                </a:lnTo>
                <a:lnTo>
                  <a:pt x="36512" y="13931"/>
                </a:lnTo>
                <a:lnTo>
                  <a:pt x="25400" y="0"/>
                </a:lnTo>
                <a:close/>
              </a:path>
            </a:pathLst>
          </a:custGeom>
          <a:solidFill>
            <a:srgbClr val="5478BD"/>
          </a:solidFill>
        </p:spPr>
        <p:txBody>
          <a:bodyPr wrap="square" lIns="0" tIns="0" rIns="0" bIns="0" rtlCol="0"/>
          <a:lstStyle/>
          <a:p>
            <a:endParaRPr/>
          </a:p>
        </p:txBody>
      </p:sp>
      <p:sp>
        <p:nvSpPr>
          <p:cNvPr id="30" name="object 30"/>
          <p:cNvSpPr/>
          <p:nvPr/>
        </p:nvSpPr>
        <p:spPr>
          <a:xfrm>
            <a:off x="4743450" y="4610506"/>
            <a:ext cx="111125" cy="107950"/>
          </a:xfrm>
          <a:custGeom>
            <a:avLst/>
            <a:gdLst/>
            <a:ahLst/>
            <a:cxnLst/>
            <a:rect l="l" t="t" r="r" b="b"/>
            <a:pathLst>
              <a:path w="111125" h="107950">
                <a:moveTo>
                  <a:pt x="61912" y="93510"/>
                </a:moveTo>
                <a:lnTo>
                  <a:pt x="25400" y="93510"/>
                </a:lnTo>
                <a:lnTo>
                  <a:pt x="38100" y="107365"/>
                </a:lnTo>
                <a:lnTo>
                  <a:pt x="61912" y="93510"/>
                </a:lnTo>
                <a:close/>
              </a:path>
              <a:path w="111125" h="107950">
                <a:moveTo>
                  <a:pt x="74612" y="46761"/>
                </a:moveTo>
                <a:lnTo>
                  <a:pt x="49212" y="77927"/>
                </a:lnTo>
                <a:lnTo>
                  <a:pt x="0" y="77927"/>
                </a:lnTo>
                <a:lnTo>
                  <a:pt x="0" y="93510"/>
                </a:lnTo>
                <a:lnTo>
                  <a:pt x="49212" y="93510"/>
                </a:lnTo>
                <a:lnTo>
                  <a:pt x="74612" y="46761"/>
                </a:lnTo>
                <a:close/>
              </a:path>
              <a:path w="111125" h="107950">
                <a:moveTo>
                  <a:pt x="111125" y="0"/>
                </a:moveTo>
                <a:lnTo>
                  <a:pt x="87312" y="46761"/>
                </a:lnTo>
                <a:lnTo>
                  <a:pt x="49212" y="93510"/>
                </a:lnTo>
                <a:lnTo>
                  <a:pt x="87312" y="93510"/>
                </a:lnTo>
                <a:lnTo>
                  <a:pt x="87312" y="62344"/>
                </a:lnTo>
                <a:lnTo>
                  <a:pt x="111125" y="31165"/>
                </a:lnTo>
                <a:lnTo>
                  <a:pt x="111125" y="0"/>
                </a:lnTo>
                <a:close/>
              </a:path>
              <a:path w="111125" h="107950">
                <a:moveTo>
                  <a:pt x="25400" y="62344"/>
                </a:moveTo>
                <a:lnTo>
                  <a:pt x="12700" y="77927"/>
                </a:lnTo>
                <a:lnTo>
                  <a:pt x="25400" y="77927"/>
                </a:lnTo>
                <a:lnTo>
                  <a:pt x="25400" y="62344"/>
                </a:lnTo>
                <a:close/>
              </a:path>
              <a:path w="111125" h="107950">
                <a:moveTo>
                  <a:pt x="38100" y="62344"/>
                </a:moveTo>
                <a:lnTo>
                  <a:pt x="38100" y="77927"/>
                </a:lnTo>
                <a:lnTo>
                  <a:pt x="49212" y="77927"/>
                </a:lnTo>
                <a:lnTo>
                  <a:pt x="38100" y="62344"/>
                </a:lnTo>
                <a:close/>
              </a:path>
              <a:path w="111125" h="107950">
                <a:moveTo>
                  <a:pt x="87312" y="15582"/>
                </a:moveTo>
                <a:lnTo>
                  <a:pt x="74612" y="31165"/>
                </a:lnTo>
                <a:lnTo>
                  <a:pt x="74612" y="46761"/>
                </a:lnTo>
                <a:lnTo>
                  <a:pt x="87312" y="31165"/>
                </a:lnTo>
                <a:lnTo>
                  <a:pt x="87312" y="15582"/>
                </a:lnTo>
                <a:close/>
              </a:path>
            </a:pathLst>
          </a:custGeom>
          <a:solidFill>
            <a:srgbClr val="5478BB"/>
          </a:solidFill>
        </p:spPr>
        <p:txBody>
          <a:bodyPr wrap="square" lIns="0" tIns="0" rIns="0" bIns="0" rtlCol="0"/>
          <a:lstStyle/>
          <a:p>
            <a:endParaRPr/>
          </a:p>
        </p:txBody>
      </p:sp>
      <p:sp>
        <p:nvSpPr>
          <p:cNvPr id="31" name="object 31"/>
          <p:cNvSpPr/>
          <p:nvPr/>
        </p:nvSpPr>
        <p:spPr>
          <a:xfrm>
            <a:off x="4300537" y="4380966"/>
            <a:ext cx="49530" cy="169545"/>
          </a:xfrm>
          <a:custGeom>
            <a:avLst/>
            <a:gdLst/>
            <a:ahLst/>
            <a:cxnLst/>
            <a:rect l="l" t="t" r="r" b="b"/>
            <a:pathLst>
              <a:path w="49529" h="169545">
                <a:moveTo>
                  <a:pt x="23812" y="122428"/>
                </a:moveTo>
                <a:lnTo>
                  <a:pt x="12700" y="122428"/>
                </a:lnTo>
                <a:lnTo>
                  <a:pt x="0" y="137947"/>
                </a:lnTo>
                <a:lnTo>
                  <a:pt x="0" y="153466"/>
                </a:lnTo>
                <a:lnTo>
                  <a:pt x="12700" y="168986"/>
                </a:lnTo>
                <a:lnTo>
                  <a:pt x="12700" y="137947"/>
                </a:lnTo>
                <a:lnTo>
                  <a:pt x="23812" y="137947"/>
                </a:lnTo>
                <a:lnTo>
                  <a:pt x="23812" y="122428"/>
                </a:lnTo>
                <a:close/>
              </a:path>
              <a:path w="49529" h="169545">
                <a:moveTo>
                  <a:pt x="36512" y="46558"/>
                </a:moveTo>
                <a:lnTo>
                  <a:pt x="23812" y="77597"/>
                </a:lnTo>
                <a:lnTo>
                  <a:pt x="23812" y="122428"/>
                </a:lnTo>
                <a:lnTo>
                  <a:pt x="36512" y="106908"/>
                </a:lnTo>
                <a:lnTo>
                  <a:pt x="36512" y="46558"/>
                </a:lnTo>
                <a:close/>
              </a:path>
              <a:path w="49529" h="169545">
                <a:moveTo>
                  <a:pt x="49212" y="0"/>
                </a:moveTo>
                <a:lnTo>
                  <a:pt x="36512" y="15519"/>
                </a:lnTo>
                <a:lnTo>
                  <a:pt x="36512" y="46558"/>
                </a:lnTo>
                <a:lnTo>
                  <a:pt x="49212" y="15519"/>
                </a:lnTo>
                <a:lnTo>
                  <a:pt x="49212" y="0"/>
                </a:lnTo>
                <a:close/>
              </a:path>
            </a:pathLst>
          </a:custGeom>
          <a:solidFill>
            <a:srgbClr val="5478BC"/>
          </a:solidFill>
        </p:spPr>
        <p:txBody>
          <a:bodyPr wrap="square" lIns="0" tIns="0" rIns="0" bIns="0" rtlCol="0"/>
          <a:lstStyle/>
          <a:p>
            <a:endParaRPr/>
          </a:p>
        </p:txBody>
      </p:sp>
      <p:sp>
        <p:nvSpPr>
          <p:cNvPr id="32" name="object 32"/>
          <p:cNvSpPr/>
          <p:nvPr/>
        </p:nvSpPr>
        <p:spPr>
          <a:xfrm>
            <a:off x="4375150" y="4319409"/>
            <a:ext cx="11430" cy="15875"/>
          </a:xfrm>
          <a:custGeom>
            <a:avLst/>
            <a:gdLst/>
            <a:ahLst/>
            <a:cxnLst/>
            <a:rect l="l" t="t" r="r" b="b"/>
            <a:pathLst>
              <a:path w="11429" h="15875">
                <a:moveTo>
                  <a:pt x="11112" y="0"/>
                </a:moveTo>
                <a:lnTo>
                  <a:pt x="0" y="0"/>
                </a:lnTo>
                <a:lnTo>
                  <a:pt x="0" y="15875"/>
                </a:lnTo>
                <a:lnTo>
                  <a:pt x="11112" y="0"/>
                </a:lnTo>
                <a:close/>
              </a:path>
            </a:pathLst>
          </a:custGeom>
          <a:solidFill>
            <a:srgbClr val="5478BF"/>
          </a:solidFill>
        </p:spPr>
        <p:txBody>
          <a:bodyPr wrap="square" lIns="0" tIns="0" rIns="0" bIns="0" rtlCol="0"/>
          <a:lstStyle/>
          <a:p>
            <a:endParaRPr/>
          </a:p>
        </p:txBody>
      </p:sp>
      <p:sp>
        <p:nvSpPr>
          <p:cNvPr id="33" name="object 33"/>
          <p:cNvSpPr txBox="1"/>
          <p:nvPr/>
        </p:nvSpPr>
        <p:spPr>
          <a:xfrm>
            <a:off x="3395662" y="2485847"/>
            <a:ext cx="1791970" cy="285115"/>
          </a:xfrm>
          <a:prstGeom prst="rect">
            <a:avLst/>
          </a:prstGeom>
        </p:spPr>
        <p:txBody>
          <a:bodyPr vert="horz" wrap="square" lIns="0" tIns="0" rIns="0" bIns="0" rtlCol="0">
            <a:spAutoFit/>
          </a:bodyPr>
          <a:lstStyle/>
          <a:p>
            <a:pPr marL="12700">
              <a:lnSpc>
                <a:spcPct val="100000"/>
              </a:lnSpc>
            </a:pPr>
            <a:r>
              <a:rPr sz="1800" dirty="0">
                <a:latin typeface="Arial"/>
                <a:cs typeface="Arial"/>
              </a:rPr>
              <a:t>Common</a:t>
            </a:r>
            <a:r>
              <a:rPr sz="1800" spc="-100" dirty="0">
                <a:latin typeface="Arial"/>
                <a:cs typeface="Arial"/>
              </a:rPr>
              <a:t> </a:t>
            </a:r>
            <a:r>
              <a:rPr sz="1800" dirty="0">
                <a:latin typeface="Arial"/>
                <a:cs typeface="Arial"/>
              </a:rPr>
              <a:t>Causes</a:t>
            </a:r>
            <a:endParaRPr sz="1800">
              <a:latin typeface="Arial"/>
              <a:cs typeface="Arial"/>
            </a:endParaRPr>
          </a:p>
        </p:txBody>
      </p:sp>
      <p:sp>
        <p:nvSpPr>
          <p:cNvPr id="34" name="object 34"/>
          <p:cNvSpPr txBox="1"/>
          <p:nvPr/>
        </p:nvSpPr>
        <p:spPr>
          <a:xfrm>
            <a:off x="6384925" y="2469972"/>
            <a:ext cx="1614170" cy="285115"/>
          </a:xfrm>
          <a:prstGeom prst="rect">
            <a:avLst/>
          </a:prstGeom>
        </p:spPr>
        <p:txBody>
          <a:bodyPr vert="horz" wrap="square" lIns="0" tIns="0" rIns="0" bIns="0" rtlCol="0">
            <a:spAutoFit/>
          </a:bodyPr>
          <a:lstStyle/>
          <a:p>
            <a:pPr marL="12700">
              <a:lnSpc>
                <a:spcPct val="100000"/>
              </a:lnSpc>
            </a:pPr>
            <a:r>
              <a:rPr sz="1800" dirty="0">
                <a:latin typeface="Arial"/>
                <a:cs typeface="Arial"/>
              </a:rPr>
              <a:t>Special</a:t>
            </a:r>
            <a:r>
              <a:rPr sz="1800" spc="-100" dirty="0">
                <a:latin typeface="Arial"/>
                <a:cs typeface="Arial"/>
              </a:rPr>
              <a:t> </a:t>
            </a:r>
            <a:r>
              <a:rPr sz="1800" dirty="0">
                <a:latin typeface="Arial"/>
                <a:cs typeface="Arial"/>
              </a:rPr>
              <a:t>Causes</a:t>
            </a:r>
            <a:endParaRPr sz="1800">
              <a:latin typeface="Arial"/>
              <a:cs typeface="Arial"/>
            </a:endParaRPr>
          </a:p>
        </p:txBody>
      </p:sp>
      <p:sp>
        <p:nvSpPr>
          <p:cNvPr id="35" name="object 35"/>
          <p:cNvSpPr txBox="1"/>
          <p:nvPr/>
        </p:nvSpPr>
        <p:spPr>
          <a:xfrm>
            <a:off x="1878012" y="3591699"/>
            <a:ext cx="953135" cy="536575"/>
          </a:xfrm>
          <a:prstGeom prst="rect">
            <a:avLst/>
          </a:prstGeom>
        </p:spPr>
        <p:txBody>
          <a:bodyPr vert="horz" wrap="square" lIns="0" tIns="0" rIns="0" bIns="0" rtlCol="0">
            <a:spAutoFit/>
          </a:bodyPr>
          <a:lstStyle/>
          <a:p>
            <a:pPr marL="12700" marR="5080">
              <a:lnSpc>
                <a:spcPts val="2100"/>
              </a:lnSpc>
            </a:pPr>
            <a:r>
              <a:rPr sz="1800" dirty="0">
                <a:latin typeface="Arial"/>
                <a:cs typeface="Arial"/>
              </a:rPr>
              <a:t>Common  Causes</a:t>
            </a:r>
            <a:endParaRPr sz="1800">
              <a:latin typeface="Arial"/>
              <a:cs typeface="Arial"/>
            </a:endParaRPr>
          </a:p>
        </p:txBody>
      </p:sp>
      <p:sp>
        <p:nvSpPr>
          <p:cNvPr id="36" name="object 36"/>
          <p:cNvSpPr txBox="1"/>
          <p:nvPr/>
        </p:nvSpPr>
        <p:spPr>
          <a:xfrm>
            <a:off x="2006600" y="5517337"/>
            <a:ext cx="800735" cy="536575"/>
          </a:xfrm>
          <a:prstGeom prst="rect">
            <a:avLst/>
          </a:prstGeom>
        </p:spPr>
        <p:txBody>
          <a:bodyPr vert="horz" wrap="square" lIns="0" tIns="0" rIns="0" bIns="0" rtlCol="0">
            <a:spAutoFit/>
          </a:bodyPr>
          <a:lstStyle/>
          <a:p>
            <a:pPr marL="12700" marR="5080">
              <a:lnSpc>
                <a:spcPts val="2100"/>
              </a:lnSpc>
            </a:pPr>
            <a:r>
              <a:rPr sz="1800" dirty="0">
                <a:latin typeface="Arial"/>
                <a:cs typeface="Arial"/>
              </a:rPr>
              <a:t>Special  Causes</a:t>
            </a:r>
            <a:endParaRPr sz="1800">
              <a:latin typeface="Arial"/>
              <a:cs typeface="Arial"/>
            </a:endParaRPr>
          </a:p>
        </p:txBody>
      </p:sp>
      <p:sp>
        <p:nvSpPr>
          <p:cNvPr id="37" name="object 37"/>
          <p:cNvSpPr/>
          <p:nvPr/>
        </p:nvSpPr>
        <p:spPr>
          <a:xfrm>
            <a:off x="6775450" y="5884688"/>
            <a:ext cx="371475" cy="615950"/>
          </a:xfrm>
          <a:custGeom>
            <a:avLst/>
            <a:gdLst/>
            <a:ahLst/>
            <a:cxnLst/>
            <a:rect l="l" t="t" r="r" b="b"/>
            <a:pathLst>
              <a:path w="371475" h="615950">
                <a:moveTo>
                  <a:pt x="285750" y="0"/>
                </a:moveTo>
                <a:lnTo>
                  <a:pt x="273050" y="0"/>
                </a:lnTo>
                <a:lnTo>
                  <a:pt x="260350" y="15614"/>
                </a:lnTo>
                <a:lnTo>
                  <a:pt x="247650" y="15614"/>
                </a:lnTo>
                <a:lnTo>
                  <a:pt x="247650" y="31230"/>
                </a:lnTo>
                <a:lnTo>
                  <a:pt x="234950" y="62462"/>
                </a:lnTo>
                <a:lnTo>
                  <a:pt x="234950" y="91958"/>
                </a:lnTo>
                <a:lnTo>
                  <a:pt x="247650" y="107574"/>
                </a:lnTo>
                <a:lnTo>
                  <a:pt x="247650" y="123188"/>
                </a:lnTo>
                <a:lnTo>
                  <a:pt x="260350" y="154420"/>
                </a:lnTo>
                <a:lnTo>
                  <a:pt x="260350" y="261994"/>
                </a:lnTo>
                <a:lnTo>
                  <a:pt x="12700" y="261994"/>
                </a:lnTo>
                <a:lnTo>
                  <a:pt x="12700" y="277610"/>
                </a:lnTo>
                <a:lnTo>
                  <a:pt x="0" y="277610"/>
                </a:lnTo>
                <a:lnTo>
                  <a:pt x="0" y="308842"/>
                </a:lnTo>
                <a:lnTo>
                  <a:pt x="12700" y="322722"/>
                </a:lnTo>
                <a:lnTo>
                  <a:pt x="12700" y="338338"/>
                </a:lnTo>
                <a:lnTo>
                  <a:pt x="25400" y="353954"/>
                </a:lnTo>
                <a:lnTo>
                  <a:pt x="0" y="385184"/>
                </a:lnTo>
                <a:lnTo>
                  <a:pt x="0" y="400800"/>
                </a:lnTo>
                <a:lnTo>
                  <a:pt x="12700" y="416416"/>
                </a:lnTo>
                <a:lnTo>
                  <a:pt x="12700" y="430296"/>
                </a:lnTo>
                <a:lnTo>
                  <a:pt x="38100" y="477144"/>
                </a:lnTo>
                <a:lnTo>
                  <a:pt x="38100" y="492758"/>
                </a:lnTo>
                <a:lnTo>
                  <a:pt x="49212" y="508374"/>
                </a:lnTo>
                <a:lnTo>
                  <a:pt x="61912" y="523990"/>
                </a:lnTo>
                <a:lnTo>
                  <a:pt x="74612" y="523990"/>
                </a:lnTo>
                <a:lnTo>
                  <a:pt x="100012" y="539606"/>
                </a:lnTo>
                <a:lnTo>
                  <a:pt x="123825" y="553486"/>
                </a:lnTo>
                <a:lnTo>
                  <a:pt x="149225" y="569102"/>
                </a:lnTo>
                <a:lnTo>
                  <a:pt x="173037" y="584718"/>
                </a:lnTo>
                <a:lnTo>
                  <a:pt x="198437" y="600334"/>
                </a:lnTo>
                <a:lnTo>
                  <a:pt x="296862" y="600334"/>
                </a:lnTo>
                <a:lnTo>
                  <a:pt x="309562" y="615948"/>
                </a:lnTo>
                <a:lnTo>
                  <a:pt x="334962" y="461528"/>
                </a:lnTo>
                <a:lnTo>
                  <a:pt x="371475" y="416416"/>
                </a:lnTo>
                <a:lnTo>
                  <a:pt x="371475" y="338338"/>
                </a:lnTo>
                <a:lnTo>
                  <a:pt x="358775" y="308842"/>
                </a:lnTo>
                <a:lnTo>
                  <a:pt x="358775" y="277610"/>
                </a:lnTo>
                <a:lnTo>
                  <a:pt x="347662" y="230764"/>
                </a:lnTo>
                <a:lnTo>
                  <a:pt x="347662" y="199532"/>
                </a:lnTo>
                <a:lnTo>
                  <a:pt x="334962" y="170036"/>
                </a:lnTo>
                <a:lnTo>
                  <a:pt x="322262" y="138804"/>
                </a:lnTo>
                <a:lnTo>
                  <a:pt x="322262" y="107574"/>
                </a:lnTo>
                <a:lnTo>
                  <a:pt x="309562" y="91958"/>
                </a:lnTo>
                <a:lnTo>
                  <a:pt x="296862" y="78077"/>
                </a:lnTo>
                <a:lnTo>
                  <a:pt x="296862" y="15614"/>
                </a:lnTo>
                <a:lnTo>
                  <a:pt x="285750" y="0"/>
                </a:lnTo>
                <a:close/>
              </a:path>
              <a:path w="371475" h="615950">
                <a:moveTo>
                  <a:pt x="185737" y="138804"/>
                </a:moveTo>
                <a:lnTo>
                  <a:pt x="87312" y="138804"/>
                </a:lnTo>
                <a:lnTo>
                  <a:pt x="87312" y="154420"/>
                </a:lnTo>
                <a:lnTo>
                  <a:pt x="74612" y="170036"/>
                </a:lnTo>
                <a:lnTo>
                  <a:pt x="74612" y="185652"/>
                </a:lnTo>
                <a:lnTo>
                  <a:pt x="38100" y="185652"/>
                </a:lnTo>
                <a:lnTo>
                  <a:pt x="25400" y="199532"/>
                </a:lnTo>
                <a:lnTo>
                  <a:pt x="25400" y="230764"/>
                </a:lnTo>
                <a:lnTo>
                  <a:pt x="38100" y="246378"/>
                </a:lnTo>
                <a:lnTo>
                  <a:pt x="25400" y="261994"/>
                </a:lnTo>
                <a:lnTo>
                  <a:pt x="223837" y="261994"/>
                </a:lnTo>
                <a:lnTo>
                  <a:pt x="223837" y="246378"/>
                </a:lnTo>
                <a:lnTo>
                  <a:pt x="211137" y="246378"/>
                </a:lnTo>
                <a:lnTo>
                  <a:pt x="198437" y="230764"/>
                </a:lnTo>
                <a:lnTo>
                  <a:pt x="247650" y="230764"/>
                </a:lnTo>
                <a:lnTo>
                  <a:pt x="247650" y="215148"/>
                </a:lnTo>
                <a:lnTo>
                  <a:pt x="234950" y="199532"/>
                </a:lnTo>
                <a:lnTo>
                  <a:pt x="223837" y="185652"/>
                </a:lnTo>
                <a:lnTo>
                  <a:pt x="223837" y="170036"/>
                </a:lnTo>
                <a:lnTo>
                  <a:pt x="211137" y="154420"/>
                </a:lnTo>
                <a:lnTo>
                  <a:pt x="198437" y="154420"/>
                </a:lnTo>
                <a:lnTo>
                  <a:pt x="185737" y="138804"/>
                </a:lnTo>
                <a:close/>
              </a:path>
              <a:path w="371475" h="615950">
                <a:moveTo>
                  <a:pt x="247650" y="230764"/>
                </a:moveTo>
                <a:lnTo>
                  <a:pt x="198437" y="230764"/>
                </a:lnTo>
                <a:lnTo>
                  <a:pt x="211137" y="246378"/>
                </a:lnTo>
                <a:lnTo>
                  <a:pt x="234950" y="246378"/>
                </a:lnTo>
                <a:lnTo>
                  <a:pt x="247650" y="230764"/>
                </a:lnTo>
                <a:close/>
              </a:path>
            </a:pathLst>
          </a:custGeom>
          <a:solidFill>
            <a:srgbClr val="FFC98D"/>
          </a:solidFill>
        </p:spPr>
        <p:txBody>
          <a:bodyPr wrap="square" lIns="0" tIns="0" rIns="0" bIns="0" rtlCol="0"/>
          <a:lstStyle/>
          <a:p>
            <a:endParaRPr/>
          </a:p>
        </p:txBody>
      </p:sp>
      <p:sp>
        <p:nvSpPr>
          <p:cNvPr id="38" name="object 38"/>
          <p:cNvSpPr/>
          <p:nvPr/>
        </p:nvSpPr>
        <p:spPr>
          <a:xfrm>
            <a:off x="6850062" y="6392688"/>
            <a:ext cx="247650" cy="107950"/>
          </a:xfrm>
          <a:custGeom>
            <a:avLst/>
            <a:gdLst/>
            <a:ahLst/>
            <a:cxnLst/>
            <a:rect l="l" t="t" r="r" b="b"/>
            <a:pathLst>
              <a:path w="247650" h="107950">
                <a:moveTo>
                  <a:pt x="74612" y="45269"/>
                </a:moveTo>
                <a:lnTo>
                  <a:pt x="49212" y="45269"/>
                </a:lnTo>
                <a:lnTo>
                  <a:pt x="74612" y="60939"/>
                </a:lnTo>
                <a:lnTo>
                  <a:pt x="98425" y="76608"/>
                </a:lnTo>
                <a:lnTo>
                  <a:pt x="123825" y="92279"/>
                </a:lnTo>
                <a:lnTo>
                  <a:pt x="222250" y="92279"/>
                </a:lnTo>
                <a:lnTo>
                  <a:pt x="222250" y="107949"/>
                </a:lnTo>
                <a:lnTo>
                  <a:pt x="229624" y="76608"/>
                </a:lnTo>
                <a:lnTo>
                  <a:pt x="111125" y="76608"/>
                </a:lnTo>
                <a:lnTo>
                  <a:pt x="98425" y="60939"/>
                </a:lnTo>
                <a:lnTo>
                  <a:pt x="87312" y="60939"/>
                </a:lnTo>
                <a:lnTo>
                  <a:pt x="74612" y="45269"/>
                </a:lnTo>
                <a:close/>
              </a:path>
              <a:path w="247650" h="107950">
                <a:moveTo>
                  <a:pt x="247650" y="0"/>
                </a:moveTo>
                <a:lnTo>
                  <a:pt x="234950" y="15669"/>
                </a:lnTo>
                <a:lnTo>
                  <a:pt x="234950" y="31339"/>
                </a:lnTo>
                <a:lnTo>
                  <a:pt x="222250" y="31339"/>
                </a:lnTo>
                <a:lnTo>
                  <a:pt x="222250" y="45269"/>
                </a:lnTo>
                <a:lnTo>
                  <a:pt x="211137" y="60939"/>
                </a:lnTo>
                <a:lnTo>
                  <a:pt x="198437" y="76608"/>
                </a:lnTo>
                <a:lnTo>
                  <a:pt x="229624" y="76608"/>
                </a:lnTo>
                <a:lnTo>
                  <a:pt x="247650" y="0"/>
                </a:lnTo>
                <a:close/>
              </a:path>
              <a:path w="247650" h="107950">
                <a:moveTo>
                  <a:pt x="36512" y="31339"/>
                </a:moveTo>
                <a:lnTo>
                  <a:pt x="25400" y="31339"/>
                </a:lnTo>
                <a:lnTo>
                  <a:pt x="49212" y="45269"/>
                </a:lnTo>
                <a:lnTo>
                  <a:pt x="36512" y="31339"/>
                </a:lnTo>
                <a:close/>
              </a:path>
              <a:path w="247650" h="107950">
                <a:moveTo>
                  <a:pt x="25400" y="15669"/>
                </a:moveTo>
                <a:lnTo>
                  <a:pt x="0" y="15669"/>
                </a:lnTo>
                <a:lnTo>
                  <a:pt x="0" y="31339"/>
                </a:lnTo>
                <a:lnTo>
                  <a:pt x="25400" y="31339"/>
                </a:lnTo>
                <a:lnTo>
                  <a:pt x="25400" y="15669"/>
                </a:lnTo>
                <a:close/>
              </a:path>
            </a:pathLst>
          </a:custGeom>
          <a:solidFill>
            <a:srgbClr val="FEB349"/>
          </a:solidFill>
        </p:spPr>
        <p:txBody>
          <a:bodyPr wrap="square" lIns="0" tIns="0" rIns="0" bIns="0" rtlCol="0"/>
          <a:lstStyle/>
          <a:p>
            <a:endParaRPr/>
          </a:p>
        </p:txBody>
      </p:sp>
      <p:sp>
        <p:nvSpPr>
          <p:cNvPr id="39" name="object 39"/>
          <p:cNvSpPr/>
          <p:nvPr/>
        </p:nvSpPr>
        <p:spPr>
          <a:xfrm>
            <a:off x="6788150" y="6238700"/>
            <a:ext cx="25400" cy="62865"/>
          </a:xfrm>
          <a:custGeom>
            <a:avLst/>
            <a:gdLst/>
            <a:ahLst/>
            <a:cxnLst/>
            <a:rect l="l" t="t" r="r" b="b"/>
            <a:pathLst>
              <a:path w="25400" h="62864">
                <a:moveTo>
                  <a:pt x="25400" y="46906"/>
                </a:moveTo>
                <a:lnTo>
                  <a:pt x="12700" y="46906"/>
                </a:lnTo>
                <a:lnTo>
                  <a:pt x="25400" y="62541"/>
                </a:lnTo>
                <a:lnTo>
                  <a:pt x="25400" y="46906"/>
                </a:lnTo>
                <a:close/>
              </a:path>
              <a:path w="25400" h="62864">
                <a:moveTo>
                  <a:pt x="12700" y="0"/>
                </a:moveTo>
                <a:lnTo>
                  <a:pt x="0" y="15634"/>
                </a:lnTo>
                <a:lnTo>
                  <a:pt x="0" y="31269"/>
                </a:lnTo>
                <a:lnTo>
                  <a:pt x="12700" y="46905"/>
                </a:lnTo>
                <a:lnTo>
                  <a:pt x="12700" y="0"/>
                </a:lnTo>
                <a:close/>
              </a:path>
            </a:pathLst>
          </a:custGeom>
          <a:solidFill>
            <a:srgbClr val="FEB343"/>
          </a:solidFill>
        </p:spPr>
        <p:txBody>
          <a:bodyPr wrap="square" lIns="0" tIns="0" rIns="0" bIns="0" rtlCol="0"/>
          <a:lstStyle/>
          <a:p>
            <a:endParaRPr/>
          </a:p>
        </p:txBody>
      </p:sp>
      <p:sp>
        <p:nvSpPr>
          <p:cNvPr id="40" name="object 40"/>
          <p:cNvSpPr/>
          <p:nvPr/>
        </p:nvSpPr>
        <p:spPr>
          <a:xfrm>
            <a:off x="6800850" y="6130750"/>
            <a:ext cx="62230" cy="107950"/>
          </a:xfrm>
          <a:custGeom>
            <a:avLst/>
            <a:gdLst/>
            <a:ahLst/>
            <a:cxnLst/>
            <a:rect l="l" t="t" r="r" b="b"/>
            <a:pathLst>
              <a:path w="62229" h="107950">
                <a:moveTo>
                  <a:pt x="49212" y="92279"/>
                </a:moveTo>
                <a:lnTo>
                  <a:pt x="61912" y="107949"/>
                </a:lnTo>
                <a:lnTo>
                  <a:pt x="49212" y="92279"/>
                </a:lnTo>
                <a:close/>
              </a:path>
              <a:path w="62229" h="107950">
                <a:moveTo>
                  <a:pt x="12700" y="0"/>
                </a:moveTo>
                <a:lnTo>
                  <a:pt x="0" y="15670"/>
                </a:lnTo>
                <a:lnTo>
                  <a:pt x="0" y="47010"/>
                </a:lnTo>
                <a:lnTo>
                  <a:pt x="12700" y="62680"/>
                </a:lnTo>
                <a:lnTo>
                  <a:pt x="23812" y="76610"/>
                </a:lnTo>
                <a:lnTo>
                  <a:pt x="36512" y="92279"/>
                </a:lnTo>
                <a:lnTo>
                  <a:pt x="49211" y="92279"/>
                </a:lnTo>
                <a:lnTo>
                  <a:pt x="36512" y="76610"/>
                </a:lnTo>
                <a:lnTo>
                  <a:pt x="23812" y="62680"/>
                </a:lnTo>
                <a:lnTo>
                  <a:pt x="12700" y="47010"/>
                </a:lnTo>
                <a:lnTo>
                  <a:pt x="12700" y="0"/>
                </a:lnTo>
                <a:close/>
              </a:path>
            </a:pathLst>
          </a:custGeom>
          <a:solidFill>
            <a:srgbClr val="FEB346"/>
          </a:solidFill>
        </p:spPr>
        <p:txBody>
          <a:bodyPr wrap="square" lIns="0" tIns="0" rIns="0" bIns="0" rtlCol="0"/>
          <a:lstStyle/>
          <a:p>
            <a:endParaRPr/>
          </a:p>
        </p:txBody>
      </p:sp>
      <p:sp>
        <p:nvSpPr>
          <p:cNvPr id="41" name="object 41"/>
          <p:cNvSpPr/>
          <p:nvPr/>
        </p:nvSpPr>
        <p:spPr>
          <a:xfrm>
            <a:off x="6850062" y="6070425"/>
            <a:ext cx="25400" cy="45085"/>
          </a:xfrm>
          <a:custGeom>
            <a:avLst/>
            <a:gdLst/>
            <a:ahLst/>
            <a:cxnLst/>
            <a:rect l="l" t="t" r="r" b="b"/>
            <a:pathLst>
              <a:path w="25400" h="45085">
                <a:moveTo>
                  <a:pt x="0" y="0"/>
                </a:moveTo>
                <a:lnTo>
                  <a:pt x="0" y="29300"/>
                </a:lnTo>
                <a:lnTo>
                  <a:pt x="12700" y="44813"/>
                </a:lnTo>
                <a:lnTo>
                  <a:pt x="25400" y="44813"/>
                </a:lnTo>
                <a:lnTo>
                  <a:pt x="12700" y="29300"/>
                </a:lnTo>
                <a:lnTo>
                  <a:pt x="12700" y="13788"/>
                </a:lnTo>
                <a:lnTo>
                  <a:pt x="0" y="0"/>
                </a:lnTo>
                <a:close/>
              </a:path>
            </a:pathLst>
          </a:custGeom>
          <a:solidFill>
            <a:srgbClr val="FEB345"/>
          </a:solidFill>
        </p:spPr>
        <p:txBody>
          <a:bodyPr wrap="square" lIns="0" tIns="0" rIns="0" bIns="0" rtlCol="0"/>
          <a:lstStyle/>
          <a:p>
            <a:endParaRPr/>
          </a:p>
        </p:txBody>
      </p:sp>
      <p:sp>
        <p:nvSpPr>
          <p:cNvPr id="42" name="object 42"/>
          <p:cNvSpPr/>
          <p:nvPr/>
        </p:nvSpPr>
        <p:spPr>
          <a:xfrm>
            <a:off x="6899275" y="6070706"/>
            <a:ext cx="123825" cy="60325"/>
          </a:xfrm>
          <a:custGeom>
            <a:avLst/>
            <a:gdLst/>
            <a:ahLst/>
            <a:cxnLst/>
            <a:rect l="l" t="t" r="r" b="b"/>
            <a:pathLst>
              <a:path w="123825" h="60325">
                <a:moveTo>
                  <a:pt x="87312" y="44604"/>
                </a:moveTo>
                <a:lnTo>
                  <a:pt x="74612" y="44604"/>
                </a:lnTo>
                <a:lnTo>
                  <a:pt x="87312" y="60044"/>
                </a:lnTo>
                <a:lnTo>
                  <a:pt x="87312" y="44604"/>
                </a:lnTo>
                <a:close/>
              </a:path>
              <a:path w="123825" h="60325">
                <a:moveTo>
                  <a:pt x="123825" y="29164"/>
                </a:moveTo>
                <a:lnTo>
                  <a:pt x="111125" y="29164"/>
                </a:lnTo>
                <a:lnTo>
                  <a:pt x="111125" y="44604"/>
                </a:lnTo>
                <a:lnTo>
                  <a:pt x="100012" y="60044"/>
                </a:lnTo>
                <a:lnTo>
                  <a:pt x="111125" y="60044"/>
                </a:lnTo>
                <a:lnTo>
                  <a:pt x="123825" y="44604"/>
                </a:lnTo>
                <a:lnTo>
                  <a:pt x="123825" y="29164"/>
                </a:lnTo>
                <a:close/>
              </a:path>
              <a:path w="123825" h="60325">
                <a:moveTo>
                  <a:pt x="74612" y="29164"/>
                </a:moveTo>
                <a:lnTo>
                  <a:pt x="38100" y="29164"/>
                </a:lnTo>
                <a:lnTo>
                  <a:pt x="49212" y="44604"/>
                </a:lnTo>
                <a:lnTo>
                  <a:pt x="74612" y="44604"/>
                </a:lnTo>
                <a:lnTo>
                  <a:pt x="74612" y="29164"/>
                </a:lnTo>
                <a:close/>
              </a:path>
              <a:path w="123825" h="60325">
                <a:moveTo>
                  <a:pt x="0" y="0"/>
                </a:moveTo>
                <a:lnTo>
                  <a:pt x="12700" y="13724"/>
                </a:lnTo>
                <a:lnTo>
                  <a:pt x="25400" y="29164"/>
                </a:lnTo>
                <a:lnTo>
                  <a:pt x="38100" y="29164"/>
                </a:lnTo>
                <a:lnTo>
                  <a:pt x="25400" y="13724"/>
                </a:lnTo>
                <a:lnTo>
                  <a:pt x="0" y="0"/>
                </a:lnTo>
                <a:close/>
              </a:path>
              <a:path w="123825" h="60325">
                <a:moveTo>
                  <a:pt x="100012" y="13724"/>
                </a:moveTo>
                <a:lnTo>
                  <a:pt x="100012" y="29164"/>
                </a:lnTo>
                <a:lnTo>
                  <a:pt x="111125" y="29164"/>
                </a:lnTo>
                <a:lnTo>
                  <a:pt x="100012" y="13724"/>
                </a:lnTo>
                <a:close/>
              </a:path>
            </a:pathLst>
          </a:custGeom>
          <a:solidFill>
            <a:srgbClr val="FEB349"/>
          </a:solidFill>
        </p:spPr>
        <p:txBody>
          <a:bodyPr wrap="square" lIns="0" tIns="0" rIns="0" bIns="0" rtlCol="0"/>
          <a:lstStyle/>
          <a:p>
            <a:endParaRPr/>
          </a:p>
        </p:txBody>
      </p:sp>
      <p:sp>
        <p:nvSpPr>
          <p:cNvPr id="43" name="object 43"/>
          <p:cNvSpPr/>
          <p:nvPr/>
        </p:nvSpPr>
        <p:spPr>
          <a:xfrm>
            <a:off x="6961187" y="6130750"/>
            <a:ext cx="25400" cy="31750"/>
          </a:xfrm>
          <a:custGeom>
            <a:avLst/>
            <a:gdLst/>
            <a:ahLst/>
            <a:cxnLst/>
            <a:rect l="l" t="t" r="r" b="b"/>
            <a:pathLst>
              <a:path w="25400" h="31750">
                <a:moveTo>
                  <a:pt x="12700" y="15874"/>
                </a:moveTo>
                <a:lnTo>
                  <a:pt x="0" y="15874"/>
                </a:lnTo>
                <a:lnTo>
                  <a:pt x="0" y="31749"/>
                </a:lnTo>
                <a:lnTo>
                  <a:pt x="12700" y="15874"/>
                </a:lnTo>
                <a:close/>
              </a:path>
              <a:path w="25400" h="31750">
                <a:moveTo>
                  <a:pt x="25400" y="0"/>
                </a:moveTo>
                <a:lnTo>
                  <a:pt x="12700" y="0"/>
                </a:lnTo>
                <a:lnTo>
                  <a:pt x="12700" y="15874"/>
                </a:lnTo>
                <a:lnTo>
                  <a:pt x="25400" y="15874"/>
                </a:lnTo>
                <a:lnTo>
                  <a:pt x="25400" y="0"/>
                </a:lnTo>
                <a:close/>
              </a:path>
            </a:pathLst>
          </a:custGeom>
          <a:solidFill>
            <a:srgbClr val="FEB349"/>
          </a:solidFill>
        </p:spPr>
        <p:txBody>
          <a:bodyPr wrap="square" lIns="0" tIns="0" rIns="0" bIns="0" rtlCol="0"/>
          <a:lstStyle/>
          <a:p>
            <a:endParaRPr/>
          </a:p>
        </p:txBody>
      </p:sp>
      <p:sp>
        <p:nvSpPr>
          <p:cNvPr id="44" name="object 44"/>
          <p:cNvSpPr/>
          <p:nvPr/>
        </p:nvSpPr>
        <p:spPr>
          <a:xfrm>
            <a:off x="6986587" y="6146625"/>
            <a:ext cx="12700" cy="31750"/>
          </a:xfrm>
          <a:custGeom>
            <a:avLst/>
            <a:gdLst/>
            <a:ahLst/>
            <a:cxnLst/>
            <a:rect l="l" t="t" r="r" b="b"/>
            <a:pathLst>
              <a:path w="12700" h="31750">
                <a:moveTo>
                  <a:pt x="6350" y="15874"/>
                </a:moveTo>
                <a:lnTo>
                  <a:pt x="0" y="15874"/>
                </a:lnTo>
                <a:lnTo>
                  <a:pt x="0" y="31749"/>
                </a:lnTo>
                <a:lnTo>
                  <a:pt x="6350" y="15874"/>
                </a:lnTo>
                <a:close/>
              </a:path>
              <a:path w="12700" h="31750">
                <a:moveTo>
                  <a:pt x="12700" y="0"/>
                </a:moveTo>
                <a:lnTo>
                  <a:pt x="6350" y="15874"/>
                </a:lnTo>
                <a:lnTo>
                  <a:pt x="12700" y="15874"/>
                </a:lnTo>
                <a:lnTo>
                  <a:pt x="12700" y="0"/>
                </a:lnTo>
                <a:close/>
              </a:path>
            </a:pathLst>
          </a:custGeom>
          <a:solidFill>
            <a:srgbClr val="FEB349"/>
          </a:solidFill>
        </p:spPr>
        <p:txBody>
          <a:bodyPr wrap="square" lIns="0" tIns="0" rIns="0" bIns="0" rtlCol="0"/>
          <a:lstStyle/>
          <a:p>
            <a:endParaRPr/>
          </a:p>
        </p:txBody>
      </p:sp>
      <p:sp>
        <p:nvSpPr>
          <p:cNvPr id="45" name="object 45"/>
          <p:cNvSpPr/>
          <p:nvPr/>
        </p:nvSpPr>
        <p:spPr>
          <a:xfrm>
            <a:off x="7010400" y="6038675"/>
            <a:ext cx="38100" cy="139700"/>
          </a:xfrm>
          <a:custGeom>
            <a:avLst/>
            <a:gdLst/>
            <a:ahLst/>
            <a:cxnLst/>
            <a:rect l="l" t="t" r="r" b="b"/>
            <a:pathLst>
              <a:path w="38100" h="139700">
                <a:moveTo>
                  <a:pt x="25400" y="108267"/>
                </a:moveTo>
                <a:lnTo>
                  <a:pt x="12700" y="108267"/>
                </a:lnTo>
                <a:lnTo>
                  <a:pt x="0" y="123983"/>
                </a:lnTo>
                <a:lnTo>
                  <a:pt x="0" y="139699"/>
                </a:lnTo>
                <a:lnTo>
                  <a:pt x="25400" y="108267"/>
                </a:lnTo>
                <a:close/>
              </a:path>
              <a:path w="38100" h="139700">
                <a:moveTo>
                  <a:pt x="38100" y="0"/>
                </a:moveTo>
                <a:lnTo>
                  <a:pt x="25400" y="0"/>
                </a:lnTo>
                <a:lnTo>
                  <a:pt x="25400" y="108267"/>
                </a:lnTo>
                <a:lnTo>
                  <a:pt x="38100" y="108267"/>
                </a:lnTo>
                <a:lnTo>
                  <a:pt x="38100" y="0"/>
                </a:lnTo>
                <a:close/>
              </a:path>
            </a:pathLst>
          </a:custGeom>
          <a:solidFill>
            <a:srgbClr val="FEB347"/>
          </a:solidFill>
        </p:spPr>
        <p:txBody>
          <a:bodyPr wrap="square" lIns="0" tIns="0" rIns="0" bIns="0" rtlCol="0"/>
          <a:lstStyle/>
          <a:p>
            <a:endParaRPr/>
          </a:p>
        </p:txBody>
      </p:sp>
      <p:sp>
        <p:nvSpPr>
          <p:cNvPr id="46" name="object 46"/>
          <p:cNvSpPr/>
          <p:nvPr/>
        </p:nvSpPr>
        <p:spPr>
          <a:xfrm>
            <a:off x="7097712" y="6054550"/>
            <a:ext cx="12700" cy="15875"/>
          </a:xfrm>
          <a:custGeom>
            <a:avLst/>
            <a:gdLst/>
            <a:ahLst/>
            <a:cxnLst/>
            <a:rect l="l" t="t" r="r" b="b"/>
            <a:pathLst>
              <a:path w="12700" h="15875">
                <a:moveTo>
                  <a:pt x="12700" y="0"/>
                </a:moveTo>
                <a:lnTo>
                  <a:pt x="0" y="0"/>
                </a:lnTo>
                <a:lnTo>
                  <a:pt x="12700" y="15874"/>
                </a:lnTo>
                <a:lnTo>
                  <a:pt x="12700" y="0"/>
                </a:lnTo>
                <a:close/>
              </a:path>
            </a:pathLst>
          </a:custGeom>
          <a:solidFill>
            <a:srgbClr val="FEB349"/>
          </a:solidFill>
        </p:spPr>
        <p:txBody>
          <a:bodyPr wrap="square" lIns="0" tIns="0" rIns="0" bIns="0" rtlCol="0"/>
          <a:lstStyle/>
          <a:p>
            <a:endParaRPr/>
          </a:p>
        </p:txBody>
      </p:sp>
      <p:sp>
        <p:nvSpPr>
          <p:cNvPr id="47" name="object 47"/>
          <p:cNvSpPr/>
          <p:nvPr/>
        </p:nvSpPr>
        <p:spPr>
          <a:xfrm>
            <a:off x="7123112" y="6270161"/>
            <a:ext cx="24130" cy="60960"/>
          </a:xfrm>
          <a:custGeom>
            <a:avLst/>
            <a:gdLst/>
            <a:ahLst/>
            <a:cxnLst/>
            <a:rect l="l" t="t" r="r" b="b"/>
            <a:pathLst>
              <a:path w="24129" h="60960">
                <a:moveTo>
                  <a:pt x="23812" y="31173"/>
                </a:moveTo>
                <a:lnTo>
                  <a:pt x="0" y="31173"/>
                </a:lnTo>
                <a:lnTo>
                  <a:pt x="0" y="60614"/>
                </a:lnTo>
                <a:lnTo>
                  <a:pt x="23812" y="31173"/>
                </a:lnTo>
                <a:close/>
              </a:path>
              <a:path w="24129" h="60960">
                <a:moveTo>
                  <a:pt x="11112" y="0"/>
                </a:moveTo>
                <a:lnTo>
                  <a:pt x="11112" y="15586"/>
                </a:lnTo>
                <a:lnTo>
                  <a:pt x="23812" y="31173"/>
                </a:lnTo>
                <a:lnTo>
                  <a:pt x="23812" y="15586"/>
                </a:lnTo>
                <a:lnTo>
                  <a:pt x="11112" y="0"/>
                </a:lnTo>
                <a:close/>
              </a:path>
            </a:pathLst>
          </a:custGeom>
          <a:solidFill>
            <a:srgbClr val="FEB349"/>
          </a:solidFill>
        </p:spPr>
        <p:txBody>
          <a:bodyPr wrap="square" lIns="0" tIns="0" rIns="0" bIns="0" rtlCol="0"/>
          <a:lstStyle/>
          <a:p>
            <a:endParaRPr/>
          </a:p>
        </p:txBody>
      </p:sp>
      <p:sp>
        <p:nvSpPr>
          <p:cNvPr id="48" name="object 48"/>
          <p:cNvSpPr/>
          <p:nvPr/>
        </p:nvSpPr>
        <p:spPr>
          <a:xfrm>
            <a:off x="7048500" y="5908500"/>
            <a:ext cx="24130" cy="0"/>
          </a:xfrm>
          <a:custGeom>
            <a:avLst/>
            <a:gdLst/>
            <a:ahLst/>
            <a:cxnLst/>
            <a:rect l="l" t="t" r="r" b="b"/>
            <a:pathLst>
              <a:path w="24129">
                <a:moveTo>
                  <a:pt x="0" y="0"/>
                </a:moveTo>
                <a:lnTo>
                  <a:pt x="23812" y="0"/>
                </a:lnTo>
              </a:path>
            </a:pathLst>
          </a:custGeom>
          <a:ln w="47625">
            <a:solidFill>
              <a:srgbClr val="FEB348"/>
            </a:solidFill>
          </a:ln>
        </p:spPr>
        <p:txBody>
          <a:bodyPr wrap="square" lIns="0" tIns="0" rIns="0" bIns="0" rtlCol="0"/>
          <a:lstStyle/>
          <a:p>
            <a:endParaRPr/>
          </a:p>
        </p:txBody>
      </p:sp>
      <p:sp>
        <p:nvSpPr>
          <p:cNvPr id="49" name="object 49"/>
          <p:cNvSpPr/>
          <p:nvPr/>
        </p:nvSpPr>
        <p:spPr>
          <a:xfrm>
            <a:off x="7061200" y="5976763"/>
            <a:ext cx="36830" cy="47625"/>
          </a:xfrm>
          <a:custGeom>
            <a:avLst/>
            <a:gdLst/>
            <a:ahLst/>
            <a:cxnLst/>
            <a:rect l="l" t="t" r="r" b="b"/>
            <a:pathLst>
              <a:path w="36829" h="47625">
                <a:moveTo>
                  <a:pt x="23812" y="0"/>
                </a:moveTo>
                <a:lnTo>
                  <a:pt x="23812" y="31749"/>
                </a:lnTo>
                <a:lnTo>
                  <a:pt x="0" y="31749"/>
                </a:lnTo>
                <a:lnTo>
                  <a:pt x="11112" y="47624"/>
                </a:lnTo>
                <a:lnTo>
                  <a:pt x="36512" y="47624"/>
                </a:lnTo>
                <a:lnTo>
                  <a:pt x="36512" y="15874"/>
                </a:lnTo>
                <a:lnTo>
                  <a:pt x="23812" y="0"/>
                </a:lnTo>
                <a:close/>
              </a:path>
            </a:pathLst>
          </a:custGeom>
          <a:solidFill>
            <a:srgbClr val="FEB349"/>
          </a:solidFill>
        </p:spPr>
        <p:txBody>
          <a:bodyPr wrap="square" lIns="0" tIns="0" rIns="0" bIns="0" rtlCol="0"/>
          <a:lstStyle/>
          <a:p>
            <a:endParaRPr/>
          </a:p>
        </p:txBody>
      </p:sp>
      <p:sp>
        <p:nvSpPr>
          <p:cNvPr id="50" name="object 50"/>
          <p:cNvSpPr/>
          <p:nvPr/>
        </p:nvSpPr>
        <p:spPr>
          <a:xfrm>
            <a:off x="7072312" y="5948188"/>
            <a:ext cx="12700" cy="14604"/>
          </a:xfrm>
          <a:custGeom>
            <a:avLst/>
            <a:gdLst/>
            <a:ahLst/>
            <a:cxnLst/>
            <a:rect l="l" t="t" r="r" b="b"/>
            <a:pathLst>
              <a:path w="12700" h="14604">
                <a:moveTo>
                  <a:pt x="12700" y="14287"/>
                </a:moveTo>
                <a:lnTo>
                  <a:pt x="0" y="14287"/>
                </a:lnTo>
                <a:lnTo>
                  <a:pt x="0" y="0"/>
                </a:lnTo>
                <a:lnTo>
                  <a:pt x="0" y="14287"/>
                </a:lnTo>
                <a:lnTo>
                  <a:pt x="12700" y="14287"/>
                </a:lnTo>
                <a:close/>
              </a:path>
            </a:pathLst>
          </a:custGeom>
          <a:solidFill>
            <a:srgbClr val="FEB349"/>
          </a:solidFill>
        </p:spPr>
        <p:txBody>
          <a:bodyPr wrap="square" lIns="0" tIns="0" rIns="0" bIns="0" rtlCol="0"/>
          <a:lstStyle/>
          <a:p>
            <a:endParaRPr/>
          </a:p>
        </p:txBody>
      </p:sp>
      <p:sp>
        <p:nvSpPr>
          <p:cNvPr id="51" name="object 51"/>
          <p:cNvSpPr/>
          <p:nvPr/>
        </p:nvSpPr>
        <p:spPr>
          <a:xfrm>
            <a:off x="7085012" y="6268862"/>
            <a:ext cx="679450" cy="446405"/>
          </a:xfrm>
          <a:custGeom>
            <a:avLst/>
            <a:gdLst/>
            <a:ahLst/>
            <a:cxnLst/>
            <a:rect l="l" t="t" r="r" b="b"/>
            <a:pathLst>
              <a:path w="679450" h="446404">
                <a:moveTo>
                  <a:pt x="676274" y="338471"/>
                </a:moveTo>
                <a:lnTo>
                  <a:pt x="258762" y="338471"/>
                </a:lnTo>
                <a:lnTo>
                  <a:pt x="282575" y="354093"/>
                </a:lnTo>
                <a:lnTo>
                  <a:pt x="307975" y="369714"/>
                </a:lnTo>
                <a:lnTo>
                  <a:pt x="344487" y="385337"/>
                </a:lnTo>
                <a:lnTo>
                  <a:pt x="369887" y="385337"/>
                </a:lnTo>
                <a:lnTo>
                  <a:pt x="382587" y="399223"/>
                </a:lnTo>
                <a:lnTo>
                  <a:pt x="493712" y="399223"/>
                </a:lnTo>
                <a:lnTo>
                  <a:pt x="542925" y="414845"/>
                </a:lnTo>
                <a:lnTo>
                  <a:pt x="579437" y="414845"/>
                </a:lnTo>
                <a:lnTo>
                  <a:pt x="641350" y="430466"/>
                </a:lnTo>
                <a:lnTo>
                  <a:pt x="679450" y="446088"/>
                </a:lnTo>
                <a:lnTo>
                  <a:pt x="676274" y="338471"/>
                </a:lnTo>
                <a:close/>
              </a:path>
              <a:path w="679450" h="446404">
                <a:moveTo>
                  <a:pt x="481012" y="399223"/>
                </a:moveTo>
                <a:lnTo>
                  <a:pt x="455612" y="399223"/>
                </a:lnTo>
                <a:lnTo>
                  <a:pt x="468312" y="414845"/>
                </a:lnTo>
                <a:lnTo>
                  <a:pt x="481012" y="399223"/>
                </a:lnTo>
                <a:close/>
              </a:path>
              <a:path w="679450" h="446404">
                <a:moveTo>
                  <a:pt x="123825" y="0"/>
                </a:moveTo>
                <a:lnTo>
                  <a:pt x="61912" y="0"/>
                </a:lnTo>
                <a:lnTo>
                  <a:pt x="61912" y="15622"/>
                </a:lnTo>
                <a:lnTo>
                  <a:pt x="49212" y="31244"/>
                </a:lnTo>
                <a:lnTo>
                  <a:pt x="38100" y="45130"/>
                </a:lnTo>
                <a:lnTo>
                  <a:pt x="25400" y="45130"/>
                </a:lnTo>
                <a:lnTo>
                  <a:pt x="12700" y="107617"/>
                </a:lnTo>
                <a:lnTo>
                  <a:pt x="0" y="154482"/>
                </a:lnTo>
                <a:lnTo>
                  <a:pt x="0" y="246477"/>
                </a:lnTo>
                <a:lnTo>
                  <a:pt x="12700" y="262098"/>
                </a:lnTo>
                <a:lnTo>
                  <a:pt x="38100" y="275984"/>
                </a:lnTo>
                <a:lnTo>
                  <a:pt x="61912" y="291607"/>
                </a:lnTo>
                <a:lnTo>
                  <a:pt x="111125" y="291607"/>
                </a:lnTo>
                <a:lnTo>
                  <a:pt x="149225" y="307228"/>
                </a:lnTo>
                <a:lnTo>
                  <a:pt x="185737" y="338471"/>
                </a:lnTo>
                <a:lnTo>
                  <a:pt x="211137" y="354093"/>
                </a:lnTo>
                <a:lnTo>
                  <a:pt x="258762" y="354093"/>
                </a:lnTo>
                <a:lnTo>
                  <a:pt x="258762" y="338471"/>
                </a:lnTo>
                <a:lnTo>
                  <a:pt x="676274" y="338471"/>
                </a:lnTo>
                <a:lnTo>
                  <a:pt x="667210" y="31244"/>
                </a:lnTo>
                <a:lnTo>
                  <a:pt x="161925" y="31244"/>
                </a:lnTo>
                <a:lnTo>
                  <a:pt x="136525" y="15622"/>
                </a:lnTo>
                <a:lnTo>
                  <a:pt x="123825" y="0"/>
                </a:lnTo>
                <a:close/>
              </a:path>
              <a:path w="679450" h="446404">
                <a:moveTo>
                  <a:pt x="666750" y="15622"/>
                </a:moveTo>
                <a:lnTo>
                  <a:pt x="530225" y="15622"/>
                </a:lnTo>
                <a:lnTo>
                  <a:pt x="468312" y="31244"/>
                </a:lnTo>
                <a:lnTo>
                  <a:pt x="667210" y="31244"/>
                </a:lnTo>
                <a:lnTo>
                  <a:pt x="666750" y="15622"/>
                </a:lnTo>
                <a:close/>
              </a:path>
            </a:pathLst>
          </a:custGeom>
          <a:solidFill>
            <a:srgbClr val="57CAFE"/>
          </a:solidFill>
        </p:spPr>
        <p:txBody>
          <a:bodyPr wrap="square" lIns="0" tIns="0" rIns="0" bIns="0" rtlCol="0"/>
          <a:lstStyle/>
          <a:p>
            <a:endParaRPr/>
          </a:p>
        </p:txBody>
      </p:sp>
      <p:sp>
        <p:nvSpPr>
          <p:cNvPr id="52" name="object 52"/>
          <p:cNvSpPr/>
          <p:nvPr/>
        </p:nvSpPr>
        <p:spPr>
          <a:xfrm>
            <a:off x="7172325" y="6268862"/>
            <a:ext cx="492125" cy="92075"/>
          </a:xfrm>
          <a:custGeom>
            <a:avLst/>
            <a:gdLst/>
            <a:ahLst/>
            <a:cxnLst/>
            <a:rect l="l" t="t" r="r" b="b"/>
            <a:pathLst>
              <a:path w="492125" h="92075">
                <a:moveTo>
                  <a:pt x="368300" y="60805"/>
                </a:moveTo>
                <a:lnTo>
                  <a:pt x="357187" y="60805"/>
                </a:lnTo>
                <a:lnTo>
                  <a:pt x="357187" y="76440"/>
                </a:lnTo>
                <a:lnTo>
                  <a:pt x="344487" y="92075"/>
                </a:lnTo>
                <a:lnTo>
                  <a:pt x="368300" y="76440"/>
                </a:lnTo>
                <a:lnTo>
                  <a:pt x="368300" y="60805"/>
                </a:lnTo>
                <a:close/>
              </a:path>
              <a:path w="492125" h="92075">
                <a:moveTo>
                  <a:pt x="442912" y="31271"/>
                </a:moveTo>
                <a:lnTo>
                  <a:pt x="61912" y="31271"/>
                </a:lnTo>
                <a:lnTo>
                  <a:pt x="61912" y="45168"/>
                </a:lnTo>
                <a:lnTo>
                  <a:pt x="98425" y="45168"/>
                </a:lnTo>
                <a:lnTo>
                  <a:pt x="85725" y="60805"/>
                </a:lnTo>
                <a:lnTo>
                  <a:pt x="74612" y="76440"/>
                </a:lnTo>
                <a:lnTo>
                  <a:pt x="98425" y="76440"/>
                </a:lnTo>
                <a:lnTo>
                  <a:pt x="111125" y="60805"/>
                </a:lnTo>
                <a:lnTo>
                  <a:pt x="419100" y="60805"/>
                </a:lnTo>
                <a:lnTo>
                  <a:pt x="430212" y="45168"/>
                </a:lnTo>
                <a:lnTo>
                  <a:pt x="442912" y="31271"/>
                </a:lnTo>
                <a:close/>
              </a:path>
              <a:path w="492125" h="92075">
                <a:moveTo>
                  <a:pt x="195262" y="60805"/>
                </a:moveTo>
                <a:lnTo>
                  <a:pt x="123825" y="60805"/>
                </a:lnTo>
                <a:lnTo>
                  <a:pt x="136525" y="76440"/>
                </a:lnTo>
                <a:lnTo>
                  <a:pt x="182562" y="76440"/>
                </a:lnTo>
                <a:lnTo>
                  <a:pt x="195262" y="60805"/>
                </a:lnTo>
                <a:close/>
              </a:path>
              <a:path w="492125" h="92075">
                <a:moveTo>
                  <a:pt x="331787" y="60805"/>
                </a:moveTo>
                <a:lnTo>
                  <a:pt x="282575" y="60805"/>
                </a:lnTo>
                <a:lnTo>
                  <a:pt x="306387" y="76440"/>
                </a:lnTo>
                <a:lnTo>
                  <a:pt x="331787" y="60805"/>
                </a:lnTo>
                <a:close/>
              </a:path>
              <a:path w="492125" h="92075">
                <a:moveTo>
                  <a:pt x="36512" y="0"/>
                </a:moveTo>
                <a:lnTo>
                  <a:pt x="12700" y="0"/>
                </a:lnTo>
                <a:lnTo>
                  <a:pt x="0" y="15636"/>
                </a:lnTo>
                <a:lnTo>
                  <a:pt x="36512" y="15636"/>
                </a:lnTo>
                <a:lnTo>
                  <a:pt x="49212" y="31271"/>
                </a:lnTo>
                <a:lnTo>
                  <a:pt x="98425" y="31271"/>
                </a:lnTo>
                <a:lnTo>
                  <a:pt x="61912" y="15636"/>
                </a:lnTo>
                <a:lnTo>
                  <a:pt x="36512" y="0"/>
                </a:lnTo>
                <a:close/>
              </a:path>
              <a:path w="492125" h="92075">
                <a:moveTo>
                  <a:pt x="492125" y="15636"/>
                </a:moveTo>
                <a:lnTo>
                  <a:pt x="442912" y="15636"/>
                </a:lnTo>
                <a:lnTo>
                  <a:pt x="406400" y="31271"/>
                </a:lnTo>
                <a:lnTo>
                  <a:pt x="481012" y="31271"/>
                </a:lnTo>
                <a:lnTo>
                  <a:pt x="492125" y="15636"/>
                </a:lnTo>
                <a:close/>
              </a:path>
            </a:pathLst>
          </a:custGeom>
          <a:solidFill>
            <a:srgbClr val="5478BF"/>
          </a:solidFill>
        </p:spPr>
        <p:txBody>
          <a:bodyPr wrap="square" lIns="0" tIns="0" rIns="0" bIns="0" rtlCol="0"/>
          <a:lstStyle/>
          <a:p>
            <a:endParaRPr/>
          </a:p>
        </p:txBody>
      </p:sp>
      <p:sp>
        <p:nvSpPr>
          <p:cNvPr id="53" name="object 53"/>
          <p:cNvSpPr/>
          <p:nvPr/>
        </p:nvSpPr>
        <p:spPr>
          <a:xfrm>
            <a:off x="7319962" y="6544730"/>
            <a:ext cx="85725" cy="94615"/>
          </a:xfrm>
          <a:custGeom>
            <a:avLst/>
            <a:gdLst/>
            <a:ahLst/>
            <a:cxnLst/>
            <a:rect l="l" t="t" r="r" b="b"/>
            <a:pathLst>
              <a:path w="85725" h="94615">
                <a:moveTo>
                  <a:pt x="34925" y="62679"/>
                </a:moveTo>
                <a:lnTo>
                  <a:pt x="23812" y="62679"/>
                </a:lnTo>
                <a:lnTo>
                  <a:pt x="47625" y="78350"/>
                </a:lnTo>
                <a:lnTo>
                  <a:pt x="85725" y="94020"/>
                </a:lnTo>
                <a:lnTo>
                  <a:pt x="34925" y="62679"/>
                </a:lnTo>
                <a:close/>
              </a:path>
              <a:path w="85725" h="94615">
                <a:moveTo>
                  <a:pt x="0" y="15669"/>
                </a:moveTo>
                <a:lnTo>
                  <a:pt x="12700" y="47010"/>
                </a:lnTo>
                <a:lnTo>
                  <a:pt x="12700" y="62679"/>
                </a:lnTo>
                <a:lnTo>
                  <a:pt x="0" y="78350"/>
                </a:lnTo>
                <a:lnTo>
                  <a:pt x="23812" y="78350"/>
                </a:lnTo>
                <a:lnTo>
                  <a:pt x="23812" y="62679"/>
                </a:lnTo>
                <a:lnTo>
                  <a:pt x="34925" y="62679"/>
                </a:lnTo>
                <a:lnTo>
                  <a:pt x="34925" y="47010"/>
                </a:lnTo>
                <a:lnTo>
                  <a:pt x="23812" y="47010"/>
                </a:lnTo>
                <a:lnTo>
                  <a:pt x="12700" y="31339"/>
                </a:lnTo>
                <a:lnTo>
                  <a:pt x="0" y="15669"/>
                </a:lnTo>
                <a:close/>
              </a:path>
              <a:path w="85725" h="94615">
                <a:moveTo>
                  <a:pt x="23812" y="0"/>
                </a:moveTo>
                <a:lnTo>
                  <a:pt x="23812" y="47010"/>
                </a:lnTo>
                <a:lnTo>
                  <a:pt x="34925" y="47010"/>
                </a:lnTo>
                <a:lnTo>
                  <a:pt x="34925" y="15669"/>
                </a:lnTo>
                <a:lnTo>
                  <a:pt x="23812" y="0"/>
                </a:lnTo>
                <a:close/>
              </a:path>
            </a:pathLst>
          </a:custGeom>
          <a:solidFill>
            <a:srgbClr val="5478BD"/>
          </a:solidFill>
        </p:spPr>
        <p:txBody>
          <a:bodyPr wrap="square" lIns="0" tIns="0" rIns="0" bIns="0" rtlCol="0"/>
          <a:lstStyle/>
          <a:p>
            <a:endParaRPr/>
          </a:p>
        </p:txBody>
      </p:sp>
      <p:sp>
        <p:nvSpPr>
          <p:cNvPr id="54" name="object 54"/>
          <p:cNvSpPr/>
          <p:nvPr/>
        </p:nvSpPr>
        <p:spPr>
          <a:xfrm>
            <a:off x="7516812" y="6575828"/>
            <a:ext cx="111125" cy="107950"/>
          </a:xfrm>
          <a:custGeom>
            <a:avLst/>
            <a:gdLst/>
            <a:ahLst/>
            <a:cxnLst/>
            <a:rect l="l" t="t" r="r" b="b"/>
            <a:pathLst>
              <a:path w="111125" h="107950">
                <a:moveTo>
                  <a:pt x="61912" y="91785"/>
                </a:moveTo>
                <a:lnTo>
                  <a:pt x="23812" y="91785"/>
                </a:lnTo>
                <a:lnTo>
                  <a:pt x="36512" y="107372"/>
                </a:lnTo>
                <a:lnTo>
                  <a:pt x="61912" y="91785"/>
                </a:lnTo>
                <a:close/>
              </a:path>
              <a:path w="111125" h="107950">
                <a:moveTo>
                  <a:pt x="74612" y="46758"/>
                </a:moveTo>
                <a:lnTo>
                  <a:pt x="49212" y="77931"/>
                </a:lnTo>
                <a:lnTo>
                  <a:pt x="0" y="77931"/>
                </a:lnTo>
                <a:lnTo>
                  <a:pt x="0" y="91785"/>
                </a:lnTo>
                <a:lnTo>
                  <a:pt x="49212" y="91785"/>
                </a:lnTo>
                <a:lnTo>
                  <a:pt x="74612" y="46758"/>
                </a:lnTo>
                <a:close/>
              </a:path>
              <a:path w="111125" h="107950">
                <a:moveTo>
                  <a:pt x="111125" y="0"/>
                </a:moveTo>
                <a:lnTo>
                  <a:pt x="85725" y="46758"/>
                </a:lnTo>
                <a:lnTo>
                  <a:pt x="74612" y="62344"/>
                </a:lnTo>
                <a:lnTo>
                  <a:pt x="49212" y="91785"/>
                </a:lnTo>
                <a:lnTo>
                  <a:pt x="85725" y="91785"/>
                </a:lnTo>
                <a:lnTo>
                  <a:pt x="85725" y="62344"/>
                </a:lnTo>
                <a:lnTo>
                  <a:pt x="111125" y="31172"/>
                </a:lnTo>
                <a:lnTo>
                  <a:pt x="111125" y="0"/>
                </a:lnTo>
                <a:close/>
              </a:path>
              <a:path w="111125" h="107950">
                <a:moveTo>
                  <a:pt x="23812" y="62344"/>
                </a:moveTo>
                <a:lnTo>
                  <a:pt x="12700" y="77931"/>
                </a:lnTo>
                <a:lnTo>
                  <a:pt x="23812" y="77931"/>
                </a:lnTo>
                <a:lnTo>
                  <a:pt x="23812" y="62344"/>
                </a:lnTo>
                <a:close/>
              </a:path>
              <a:path w="111125" h="107950">
                <a:moveTo>
                  <a:pt x="36512" y="62344"/>
                </a:moveTo>
                <a:lnTo>
                  <a:pt x="36512" y="77931"/>
                </a:lnTo>
                <a:lnTo>
                  <a:pt x="49212" y="77931"/>
                </a:lnTo>
                <a:lnTo>
                  <a:pt x="36512" y="62344"/>
                </a:lnTo>
                <a:close/>
              </a:path>
              <a:path w="111125" h="107950">
                <a:moveTo>
                  <a:pt x="85725" y="15585"/>
                </a:moveTo>
                <a:lnTo>
                  <a:pt x="74612" y="31172"/>
                </a:lnTo>
                <a:lnTo>
                  <a:pt x="74612" y="46758"/>
                </a:lnTo>
                <a:lnTo>
                  <a:pt x="85725" y="31172"/>
                </a:lnTo>
                <a:lnTo>
                  <a:pt x="85725" y="15585"/>
                </a:lnTo>
                <a:close/>
              </a:path>
            </a:pathLst>
          </a:custGeom>
          <a:solidFill>
            <a:srgbClr val="5478BB"/>
          </a:solidFill>
        </p:spPr>
        <p:txBody>
          <a:bodyPr wrap="square" lIns="0" tIns="0" rIns="0" bIns="0" rtlCol="0"/>
          <a:lstStyle/>
          <a:p>
            <a:endParaRPr/>
          </a:p>
        </p:txBody>
      </p:sp>
      <p:sp>
        <p:nvSpPr>
          <p:cNvPr id="55" name="object 55"/>
          <p:cNvSpPr/>
          <p:nvPr/>
        </p:nvSpPr>
        <p:spPr>
          <a:xfrm>
            <a:off x="7072312" y="6346295"/>
            <a:ext cx="50800" cy="169545"/>
          </a:xfrm>
          <a:custGeom>
            <a:avLst/>
            <a:gdLst/>
            <a:ahLst/>
            <a:cxnLst/>
            <a:rect l="l" t="t" r="r" b="b"/>
            <a:pathLst>
              <a:path w="50800" h="169545">
                <a:moveTo>
                  <a:pt x="25400" y="122429"/>
                </a:moveTo>
                <a:lnTo>
                  <a:pt x="12700" y="122429"/>
                </a:lnTo>
                <a:lnTo>
                  <a:pt x="0" y="137947"/>
                </a:lnTo>
                <a:lnTo>
                  <a:pt x="0" y="153466"/>
                </a:lnTo>
                <a:lnTo>
                  <a:pt x="12700" y="168986"/>
                </a:lnTo>
                <a:lnTo>
                  <a:pt x="12700" y="137947"/>
                </a:lnTo>
                <a:lnTo>
                  <a:pt x="25400" y="137947"/>
                </a:lnTo>
                <a:lnTo>
                  <a:pt x="25400" y="122429"/>
                </a:lnTo>
                <a:close/>
              </a:path>
              <a:path w="50800" h="169545">
                <a:moveTo>
                  <a:pt x="38100" y="46556"/>
                </a:moveTo>
                <a:lnTo>
                  <a:pt x="25400" y="77595"/>
                </a:lnTo>
                <a:lnTo>
                  <a:pt x="25400" y="122429"/>
                </a:lnTo>
                <a:lnTo>
                  <a:pt x="38100" y="106909"/>
                </a:lnTo>
                <a:lnTo>
                  <a:pt x="38100" y="46556"/>
                </a:lnTo>
                <a:close/>
              </a:path>
              <a:path w="50800" h="169545">
                <a:moveTo>
                  <a:pt x="50800" y="0"/>
                </a:moveTo>
                <a:lnTo>
                  <a:pt x="38100" y="15519"/>
                </a:lnTo>
                <a:lnTo>
                  <a:pt x="38100" y="46556"/>
                </a:lnTo>
                <a:lnTo>
                  <a:pt x="50800" y="15519"/>
                </a:lnTo>
                <a:lnTo>
                  <a:pt x="50800" y="0"/>
                </a:lnTo>
                <a:close/>
              </a:path>
            </a:pathLst>
          </a:custGeom>
          <a:solidFill>
            <a:srgbClr val="5478BC"/>
          </a:solidFill>
        </p:spPr>
        <p:txBody>
          <a:bodyPr wrap="square" lIns="0" tIns="0" rIns="0" bIns="0" rtlCol="0"/>
          <a:lstStyle/>
          <a:p>
            <a:endParaRPr/>
          </a:p>
        </p:txBody>
      </p:sp>
      <p:sp>
        <p:nvSpPr>
          <p:cNvPr id="56" name="object 56"/>
          <p:cNvSpPr/>
          <p:nvPr/>
        </p:nvSpPr>
        <p:spPr>
          <a:xfrm>
            <a:off x="7146925" y="6284799"/>
            <a:ext cx="12700" cy="16510"/>
          </a:xfrm>
          <a:custGeom>
            <a:avLst/>
            <a:gdLst/>
            <a:ahLst/>
            <a:cxnLst/>
            <a:rect l="l" t="t" r="r" b="b"/>
            <a:pathLst>
              <a:path w="12700" h="16510">
                <a:moveTo>
                  <a:pt x="12700" y="0"/>
                </a:moveTo>
                <a:lnTo>
                  <a:pt x="0" y="0"/>
                </a:lnTo>
                <a:lnTo>
                  <a:pt x="0" y="15935"/>
                </a:lnTo>
                <a:lnTo>
                  <a:pt x="12700" y="0"/>
                </a:lnTo>
                <a:close/>
              </a:path>
            </a:pathLst>
          </a:custGeom>
          <a:solidFill>
            <a:srgbClr val="5478BF"/>
          </a:solidFill>
        </p:spPr>
        <p:txBody>
          <a:bodyPr wrap="square" lIns="0" tIns="0" rIns="0" bIns="0" rtlCol="0"/>
          <a:lstStyle/>
          <a:p>
            <a:endParaRPr/>
          </a:p>
        </p:txBody>
      </p:sp>
      <p:sp>
        <p:nvSpPr>
          <p:cNvPr id="57" name="object 57"/>
          <p:cNvSpPr/>
          <p:nvPr/>
        </p:nvSpPr>
        <p:spPr>
          <a:xfrm>
            <a:off x="7380287" y="4149547"/>
            <a:ext cx="371475" cy="600075"/>
          </a:xfrm>
          <a:custGeom>
            <a:avLst/>
            <a:gdLst/>
            <a:ahLst/>
            <a:cxnLst/>
            <a:rect l="l" t="t" r="r" b="b"/>
            <a:pathLst>
              <a:path w="371475" h="600075">
                <a:moveTo>
                  <a:pt x="98425" y="584466"/>
                </a:moveTo>
                <a:lnTo>
                  <a:pt x="87312" y="584466"/>
                </a:lnTo>
                <a:lnTo>
                  <a:pt x="98425" y="600075"/>
                </a:lnTo>
                <a:lnTo>
                  <a:pt x="98425" y="584466"/>
                </a:lnTo>
                <a:close/>
              </a:path>
              <a:path w="371475" h="600075">
                <a:moveTo>
                  <a:pt x="87312" y="0"/>
                </a:moveTo>
                <a:lnTo>
                  <a:pt x="61912" y="0"/>
                </a:lnTo>
                <a:lnTo>
                  <a:pt x="36512" y="138747"/>
                </a:lnTo>
                <a:lnTo>
                  <a:pt x="0" y="185572"/>
                </a:lnTo>
                <a:lnTo>
                  <a:pt x="12700" y="215061"/>
                </a:lnTo>
                <a:lnTo>
                  <a:pt x="12700" y="338201"/>
                </a:lnTo>
                <a:lnTo>
                  <a:pt x="25400" y="369417"/>
                </a:lnTo>
                <a:lnTo>
                  <a:pt x="36512" y="400634"/>
                </a:lnTo>
                <a:lnTo>
                  <a:pt x="36512" y="431850"/>
                </a:lnTo>
                <a:lnTo>
                  <a:pt x="49212" y="461327"/>
                </a:lnTo>
                <a:lnTo>
                  <a:pt x="49212" y="476948"/>
                </a:lnTo>
                <a:lnTo>
                  <a:pt x="61912" y="476948"/>
                </a:lnTo>
                <a:lnTo>
                  <a:pt x="61912" y="508165"/>
                </a:lnTo>
                <a:lnTo>
                  <a:pt x="74612" y="523773"/>
                </a:lnTo>
                <a:lnTo>
                  <a:pt x="74612" y="584466"/>
                </a:lnTo>
                <a:lnTo>
                  <a:pt x="123825" y="584466"/>
                </a:lnTo>
                <a:lnTo>
                  <a:pt x="123825" y="554990"/>
                </a:lnTo>
                <a:lnTo>
                  <a:pt x="136525" y="539381"/>
                </a:lnTo>
                <a:lnTo>
                  <a:pt x="136525" y="508165"/>
                </a:lnTo>
                <a:lnTo>
                  <a:pt x="123825" y="492544"/>
                </a:lnTo>
                <a:lnTo>
                  <a:pt x="123825" y="476948"/>
                </a:lnTo>
                <a:lnTo>
                  <a:pt x="111125" y="445719"/>
                </a:lnTo>
                <a:lnTo>
                  <a:pt x="111125" y="338201"/>
                </a:lnTo>
                <a:lnTo>
                  <a:pt x="358775" y="338201"/>
                </a:lnTo>
                <a:lnTo>
                  <a:pt x="358775" y="277495"/>
                </a:lnTo>
                <a:lnTo>
                  <a:pt x="346075" y="261886"/>
                </a:lnTo>
                <a:lnTo>
                  <a:pt x="346075" y="246278"/>
                </a:lnTo>
                <a:lnTo>
                  <a:pt x="371475" y="215061"/>
                </a:lnTo>
                <a:lnTo>
                  <a:pt x="358775" y="201180"/>
                </a:lnTo>
                <a:lnTo>
                  <a:pt x="358775" y="185572"/>
                </a:lnTo>
                <a:lnTo>
                  <a:pt x="346075" y="169964"/>
                </a:lnTo>
                <a:lnTo>
                  <a:pt x="334962" y="138747"/>
                </a:lnTo>
                <a:lnTo>
                  <a:pt x="322262" y="107530"/>
                </a:lnTo>
                <a:lnTo>
                  <a:pt x="322262" y="93662"/>
                </a:lnTo>
                <a:lnTo>
                  <a:pt x="309562" y="78054"/>
                </a:lnTo>
                <a:lnTo>
                  <a:pt x="296862" y="78054"/>
                </a:lnTo>
                <a:lnTo>
                  <a:pt x="273050" y="62445"/>
                </a:lnTo>
                <a:lnTo>
                  <a:pt x="234950" y="46824"/>
                </a:lnTo>
                <a:lnTo>
                  <a:pt x="222250" y="31216"/>
                </a:lnTo>
                <a:lnTo>
                  <a:pt x="198437" y="31216"/>
                </a:lnTo>
                <a:lnTo>
                  <a:pt x="173037" y="15608"/>
                </a:lnTo>
                <a:lnTo>
                  <a:pt x="98425" y="15608"/>
                </a:lnTo>
                <a:lnTo>
                  <a:pt x="87312" y="0"/>
                </a:lnTo>
                <a:close/>
              </a:path>
              <a:path w="371475" h="600075">
                <a:moveTo>
                  <a:pt x="160337" y="353809"/>
                </a:moveTo>
                <a:lnTo>
                  <a:pt x="136525" y="353809"/>
                </a:lnTo>
                <a:lnTo>
                  <a:pt x="123825" y="369417"/>
                </a:lnTo>
                <a:lnTo>
                  <a:pt x="123825" y="385025"/>
                </a:lnTo>
                <a:lnTo>
                  <a:pt x="149225" y="416242"/>
                </a:lnTo>
                <a:lnTo>
                  <a:pt x="149225" y="431850"/>
                </a:lnTo>
                <a:lnTo>
                  <a:pt x="160337" y="445719"/>
                </a:lnTo>
                <a:lnTo>
                  <a:pt x="173037" y="445719"/>
                </a:lnTo>
                <a:lnTo>
                  <a:pt x="185737" y="461327"/>
                </a:lnTo>
                <a:lnTo>
                  <a:pt x="284162" y="461327"/>
                </a:lnTo>
                <a:lnTo>
                  <a:pt x="284162" y="431850"/>
                </a:lnTo>
                <a:lnTo>
                  <a:pt x="296862" y="416242"/>
                </a:lnTo>
                <a:lnTo>
                  <a:pt x="334962" y="416242"/>
                </a:lnTo>
                <a:lnTo>
                  <a:pt x="334962" y="385025"/>
                </a:lnTo>
                <a:lnTo>
                  <a:pt x="346075" y="369417"/>
                </a:lnTo>
                <a:lnTo>
                  <a:pt x="173037" y="369417"/>
                </a:lnTo>
                <a:lnTo>
                  <a:pt x="160337" y="353809"/>
                </a:lnTo>
                <a:close/>
              </a:path>
              <a:path w="371475" h="600075">
                <a:moveTo>
                  <a:pt x="346075" y="338201"/>
                </a:moveTo>
                <a:lnTo>
                  <a:pt x="149225" y="338201"/>
                </a:lnTo>
                <a:lnTo>
                  <a:pt x="149225" y="353809"/>
                </a:lnTo>
                <a:lnTo>
                  <a:pt x="160337" y="353809"/>
                </a:lnTo>
                <a:lnTo>
                  <a:pt x="173037" y="369417"/>
                </a:lnTo>
                <a:lnTo>
                  <a:pt x="334962" y="369417"/>
                </a:lnTo>
                <a:lnTo>
                  <a:pt x="334962" y="353809"/>
                </a:lnTo>
                <a:lnTo>
                  <a:pt x="346075" y="338201"/>
                </a:lnTo>
                <a:close/>
              </a:path>
              <a:path w="371475" h="600075">
                <a:moveTo>
                  <a:pt x="123825" y="0"/>
                </a:moveTo>
                <a:lnTo>
                  <a:pt x="111125" y="0"/>
                </a:lnTo>
                <a:lnTo>
                  <a:pt x="98425" y="15608"/>
                </a:lnTo>
                <a:lnTo>
                  <a:pt x="136525" y="15608"/>
                </a:lnTo>
                <a:lnTo>
                  <a:pt x="123825" y="0"/>
                </a:lnTo>
                <a:close/>
              </a:path>
            </a:pathLst>
          </a:custGeom>
          <a:solidFill>
            <a:srgbClr val="FFC98D"/>
          </a:solidFill>
        </p:spPr>
        <p:txBody>
          <a:bodyPr wrap="square" lIns="0" tIns="0" rIns="0" bIns="0" rtlCol="0"/>
          <a:lstStyle/>
          <a:p>
            <a:endParaRPr/>
          </a:p>
        </p:txBody>
      </p:sp>
      <p:sp>
        <p:nvSpPr>
          <p:cNvPr id="58" name="object 58"/>
          <p:cNvSpPr/>
          <p:nvPr/>
        </p:nvSpPr>
        <p:spPr>
          <a:xfrm>
            <a:off x="7442200" y="4149547"/>
            <a:ext cx="234950" cy="93980"/>
          </a:xfrm>
          <a:custGeom>
            <a:avLst/>
            <a:gdLst/>
            <a:ahLst/>
            <a:cxnLst/>
            <a:rect l="l" t="t" r="r" b="b"/>
            <a:pathLst>
              <a:path w="234950" h="93979">
                <a:moveTo>
                  <a:pt x="2539" y="74933"/>
                </a:moveTo>
                <a:lnTo>
                  <a:pt x="0" y="78054"/>
                </a:lnTo>
                <a:lnTo>
                  <a:pt x="0" y="93662"/>
                </a:lnTo>
                <a:lnTo>
                  <a:pt x="2539" y="74933"/>
                </a:lnTo>
                <a:close/>
              </a:path>
              <a:path w="234950" h="93979">
                <a:moveTo>
                  <a:pt x="234950" y="78054"/>
                </a:moveTo>
                <a:lnTo>
                  <a:pt x="211137" y="78054"/>
                </a:lnTo>
                <a:lnTo>
                  <a:pt x="222250" y="93662"/>
                </a:lnTo>
                <a:lnTo>
                  <a:pt x="234950" y="78054"/>
                </a:lnTo>
                <a:close/>
              </a:path>
              <a:path w="234950" h="93979">
                <a:moveTo>
                  <a:pt x="160337" y="31229"/>
                </a:moveTo>
                <a:lnTo>
                  <a:pt x="136525" y="31229"/>
                </a:lnTo>
                <a:lnTo>
                  <a:pt x="149225" y="46837"/>
                </a:lnTo>
                <a:lnTo>
                  <a:pt x="160337" y="46837"/>
                </a:lnTo>
                <a:lnTo>
                  <a:pt x="173037" y="62445"/>
                </a:lnTo>
                <a:lnTo>
                  <a:pt x="198437" y="62445"/>
                </a:lnTo>
                <a:lnTo>
                  <a:pt x="198437" y="78054"/>
                </a:lnTo>
                <a:lnTo>
                  <a:pt x="222250" y="78054"/>
                </a:lnTo>
                <a:lnTo>
                  <a:pt x="211137" y="62445"/>
                </a:lnTo>
                <a:lnTo>
                  <a:pt x="160337" y="31229"/>
                </a:lnTo>
                <a:close/>
              </a:path>
              <a:path w="234950" h="93979">
                <a:moveTo>
                  <a:pt x="25400" y="0"/>
                </a:moveTo>
                <a:lnTo>
                  <a:pt x="12700" y="0"/>
                </a:lnTo>
                <a:lnTo>
                  <a:pt x="2539" y="74933"/>
                </a:lnTo>
                <a:lnTo>
                  <a:pt x="12700" y="62445"/>
                </a:lnTo>
                <a:lnTo>
                  <a:pt x="12700" y="46837"/>
                </a:lnTo>
                <a:lnTo>
                  <a:pt x="25400" y="46837"/>
                </a:lnTo>
                <a:lnTo>
                  <a:pt x="36512" y="31229"/>
                </a:lnTo>
                <a:lnTo>
                  <a:pt x="49212" y="15621"/>
                </a:lnTo>
                <a:lnTo>
                  <a:pt x="36512" y="15621"/>
                </a:lnTo>
                <a:lnTo>
                  <a:pt x="25400" y="0"/>
                </a:lnTo>
                <a:close/>
              </a:path>
              <a:path w="234950" h="93979">
                <a:moveTo>
                  <a:pt x="111125" y="15621"/>
                </a:moveTo>
                <a:lnTo>
                  <a:pt x="98425" y="15621"/>
                </a:lnTo>
                <a:lnTo>
                  <a:pt x="98425" y="31229"/>
                </a:lnTo>
                <a:lnTo>
                  <a:pt x="136525" y="31229"/>
                </a:lnTo>
                <a:lnTo>
                  <a:pt x="111125" y="15621"/>
                </a:lnTo>
                <a:close/>
              </a:path>
              <a:path w="234950" h="93979">
                <a:moveTo>
                  <a:pt x="74612" y="0"/>
                </a:moveTo>
                <a:lnTo>
                  <a:pt x="49212" y="0"/>
                </a:lnTo>
                <a:lnTo>
                  <a:pt x="36512" y="15621"/>
                </a:lnTo>
                <a:lnTo>
                  <a:pt x="98425" y="15621"/>
                </a:lnTo>
                <a:lnTo>
                  <a:pt x="74612" y="0"/>
                </a:lnTo>
                <a:close/>
              </a:path>
            </a:pathLst>
          </a:custGeom>
          <a:solidFill>
            <a:srgbClr val="FEB349"/>
          </a:solidFill>
        </p:spPr>
        <p:txBody>
          <a:bodyPr wrap="square" lIns="0" tIns="0" rIns="0" bIns="0" rtlCol="0"/>
          <a:lstStyle/>
          <a:p>
            <a:endParaRPr/>
          </a:p>
        </p:txBody>
      </p:sp>
      <p:sp>
        <p:nvSpPr>
          <p:cNvPr id="59" name="object 59"/>
          <p:cNvSpPr/>
          <p:nvPr/>
        </p:nvSpPr>
        <p:spPr>
          <a:xfrm>
            <a:off x="7677150" y="4319409"/>
            <a:ext cx="62230" cy="76200"/>
          </a:xfrm>
          <a:custGeom>
            <a:avLst/>
            <a:gdLst/>
            <a:ahLst/>
            <a:cxnLst/>
            <a:rect l="l" t="t" r="r" b="b"/>
            <a:pathLst>
              <a:path w="62229" h="76200">
                <a:moveTo>
                  <a:pt x="49212" y="45034"/>
                </a:moveTo>
                <a:lnTo>
                  <a:pt x="49212" y="76200"/>
                </a:lnTo>
                <a:lnTo>
                  <a:pt x="61912" y="60617"/>
                </a:lnTo>
                <a:lnTo>
                  <a:pt x="49212" y="45034"/>
                </a:lnTo>
                <a:close/>
              </a:path>
              <a:path w="62229" h="76200">
                <a:moveTo>
                  <a:pt x="38100" y="15595"/>
                </a:moveTo>
                <a:lnTo>
                  <a:pt x="25400" y="15595"/>
                </a:lnTo>
                <a:lnTo>
                  <a:pt x="38100" y="31178"/>
                </a:lnTo>
                <a:lnTo>
                  <a:pt x="49212" y="45034"/>
                </a:lnTo>
                <a:lnTo>
                  <a:pt x="49212" y="31178"/>
                </a:lnTo>
                <a:lnTo>
                  <a:pt x="38100" y="15595"/>
                </a:lnTo>
                <a:close/>
              </a:path>
              <a:path w="62229" h="76200">
                <a:moveTo>
                  <a:pt x="12700" y="0"/>
                </a:moveTo>
                <a:lnTo>
                  <a:pt x="0" y="0"/>
                </a:lnTo>
                <a:lnTo>
                  <a:pt x="12700" y="15595"/>
                </a:lnTo>
                <a:lnTo>
                  <a:pt x="25400" y="15595"/>
                </a:lnTo>
                <a:lnTo>
                  <a:pt x="12700" y="0"/>
                </a:lnTo>
                <a:close/>
              </a:path>
            </a:pathLst>
          </a:custGeom>
          <a:solidFill>
            <a:srgbClr val="FEB343"/>
          </a:solidFill>
        </p:spPr>
        <p:txBody>
          <a:bodyPr wrap="square" lIns="0" tIns="0" rIns="0" bIns="0" rtlCol="0"/>
          <a:lstStyle/>
          <a:p>
            <a:endParaRPr/>
          </a:p>
        </p:txBody>
      </p:sp>
      <p:sp>
        <p:nvSpPr>
          <p:cNvPr id="60" name="object 60"/>
          <p:cNvSpPr/>
          <p:nvPr/>
        </p:nvSpPr>
        <p:spPr>
          <a:xfrm>
            <a:off x="7664450" y="4395609"/>
            <a:ext cx="62230" cy="92710"/>
          </a:xfrm>
          <a:custGeom>
            <a:avLst/>
            <a:gdLst/>
            <a:ahLst/>
            <a:cxnLst/>
            <a:rect l="l" t="t" r="r" b="b"/>
            <a:pathLst>
              <a:path w="62229" h="92710">
                <a:moveTo>
                  <a:pt x="50800" y="78359"/>
                </a:moveTo>
                <a:lnTo>
                  <a:pt x="50800" y="92278"/>
                </a:lnTo>
                <a:lnTo>
                  <a:pt x="61912" y="92278"/>
                </a:lnTo>
                <a:lnTo>
                  <a:pt x="50800" y="78359"/>
                </a:lnTo>
                <a:close/>
              </a:path>
              <a:path w="62229" h="92710">
                <a:moveTo>
                  <a:pt x="38100" y="31343"/>
                </a:moveTo>
                <a:lnTo>
                  <a:pt x="25400" y="31343"/>
                </a:lnTo>
                <a:lnTo>
                  <a:pt x="38100" y="47015"/>
                </a:lnTo>
                <a:lnTo>
                  <a:pt x="38100" y="62687"/>
                </a:lnTo>
                <a:lnTo>
                  <a:pt x="50800" y="78359"/>
                </a:lnTo>
                <a:lnTo>
                  <a:pt x="50800" y="47015"/>
                </a:lnTo>
                <a:lnTo>
                  <a:pt x="38100" y="31343"/>
                </a:lnTo>
                <a:close/>
              </a:path>
              <a:path w="62229" h="92710">
                <a:moveTo>
                  <a:pt x="0" y="0"/>
                </a:moveTo>
                <a:lnTo>
                  <a:pt x="0" y="15671"/>
                </a:lnTo>
                <a:lnTo>
                  <a:pt x="12700" y="15671"/>
                </a:lnTo>
                <a:lnTo>
                  <a:pt x="0" y="0"/>
                </a:lnTo>
                <a:close/>
              </a:path>
            </a:pathLst>
          </a:custGeom>
          <a:solidFill>
            <a:srgbClr val="FEB346"/>
          </a:solidFill>
        </p:spPr>
        <p:txBody>
          <a:bodyPr wrap="square" lIns="0" tIns="0" rIns="0" bIns="0" rtlCol="0"/>
          <a:lstStyle/>
          <a:p>
            <a:endParaRPr/>
          </a:p>
        </p:txBody>
      </p:sp>
      <p:sp>
        <p:nvSpPr>
          <p:cNvPr id="61" name="object 61"/>
          <p:cNvSpPr/>
          <p:nvPr/>
        </p:nvSpPr>
        <p:spPr>
          <a:xfrm>
            <a:off x="7640637" y="4503559"/>
            <a:ext cx="36830" cy="62230"/>
          </a:xfrm>
          <a:custGeom>
            <a:avLst/>
            <a:gdLst/>
            <a:ahLst/>
            <a:cxnLst/>
            <a:rect l="l" t="t" r="r" b="b"/>
            <a:pathLst>
              <a:path w="36829" h="62229">
                <a:moveTo>
                  <a:pt x="23812" y="15481"/>
                </a:moveTo>
                <a:lnTo>
                  <a:pt x="12700" y="15481"/>
                </a:lnTo>
                <a:lnTo>
                  <a:pt x="23812" y="30962"/>
                </a:lnTo>
                <a:lnTo>
                  <a:pt x="23812" y="61912"/>
                </a:lnTo>
                <a:lnTo>
                  <a:pt x="36512" y="61912"/>
                </a:lnTo>
                <a:lnTo>
                  <a:pt x="36512" y="30962"/>
                </a:lnTo>
                <a:lnTo>
                  <a:pt x="23812" y="15481"/>
                </a:lnTo>
                <a:close/>
              </a:path>
              <a:path w="36829" h="62229">
                <a:moveTo>
                  <a:pt x="0" y="0"/>
                </a:moveTo>
                <a:lnTo>
                  <a:pt x="0" y="15481"/>
                </a:lnTo>
                <a:lnTo>
                  <a:pt x="12700" y="15481"/>
                </a:lnTo>
                <a:lnTo>
                  <a:pt x="0" y="0"/>
                </a:lnTo>
                <a:close/>
              </a:path>
            </a:pathLst>
          </a:custGeom>
          <a:solidFill>
            <a:srgbClr val="FEB345"/>
          </a:solidFill>
        </p:spPr>
        <p:txBody>
          <a:bodyPr wrap="square" lIns="0" tIns="0" rIns="0" bIns="0" rtlCol="0"/>
          <a:lstStyle/>
          <a:p>
            <a:endParaRPr/>
          </a:p>
        </p:txBody>
      </p:sp>
      <p:sp>
        <p:nvSpPr>
          <p:cNvPr id="62" name="object 62"/>
          <p:cNvSpPr/>
          <p:nvPr/>
        </p:nvSpPr>
        <p:spPr>
          <a:xfrm>
            <a:off x="7504112" y="4503559"/>
            <a:ext cx="136525" cy="78740"/>
          </a:xfrm>
          <a:custGeom>
            <a:avLst/>
            <a:gdLst/>
            <a:ahLst/>
            <a:cxnLst/>
            <a:rect l="l" t="t" r="r" b="b"/>
            <a:pathLst>
              <a:path w="136525" h="78739">
                <a:moveTo>
                  <a:pt x="98425" y="31343"/>
                </a:moveTo>
                <a:lnTo>
                  <a:pt x="87312" y="31343"/>
                </a:lnTo>
                <a:lnTo>
                  <a:pt x="98425" y="47015"/>
                </a:lnTo>
                <a:lnTo>
                  <a:pt x="111125" y="62687"/>
                </a:lnTo>
                <a:lnTo>
                  <a:pt x="136525" y="78359"/>
                </a:lnTo>
                <a:lnTo>
                  <a:pt x="98425" y="31343"/>
                </a:lnTo>
                <a:close/>
              </a:path>
              <a:path w="136525" h="78739">
                <a:moveTo>
                  <a:pt x="74612" y="15671"/>
                </a:moveTo>
                <a:lnTo>
                  <a:pt x="49212" y="15671"/>
                </a:lnTo>
                <a:lnTo>
                  <a:pt x="49212" y="47015"/>
                </a:lnTo>
                <a:lnTo>
                  <a:pt x="61912" y="62687"/>
                </a:lnTo>
                <a:lnTo>
                  <a:pt x="61912" y="31343"/>
                </a:lnTo>
                <a:lnTo>
                  <a:pt x="87312" y="31343"/>
                </a:lnTo>
                <a:lnTo>
                  <a:pt x="74612" y="15671"/>
                </a:lnTo>
                <a:close/>
              </a:path>
              <a:path w="136525" h="78739">
                <a:moveTo>
                  <a:pt x="25400" y="31343"/>
                </a:moveTo>
                <a:lnTo>
                  <a:pt x="12700" y="31343"/>
                </a:lnTo>
                <a:lnTo>
                  <a:pt x="25400" y="47015"/>
                </a:lnTo>
                <a:lnTo>
                  <a:pt x="25400" y="31343"/>
                </a:lnTo>
                <a:close/>
              </a:path>
              <a:path w="136525" h="78739">
                <a:moveTo>
                  <a:pt x="25400" y="0"/>
                </a:moveTo>
                <a:lnTo>
                  <a:pt x="12700" y="0"/>
                </a:lnTo>
                <a:lnTo>
                  <a:pt x="0" y="15671"/>
                </a:lnTo>
                <a:lnTo>
                  <a:pt x="0" y="31343"/>
                </a:lnTo>
                <a:lnTo>
                  <a:pt x="12700" y="31343"/>
                </a:lnTo>
                <a:lnTo>
                  <a:pt x="12700" y="15671"/>
                </a:lnTo>
                <a:lnTo>
                  <a:pt x="25400" y="0"/>
                </a:lnTo>
                <a:close/>
              </a:path>
              <a:path w="136525" h="78739">
                <a:moveTo>
                  <a:pt x="36512" y="0"/>
                </a:moveTo>
                <a:lnTo>
                  <a:pt x="36512" y="15671"/>
                </a:lnTo>
                <a:lnTo>
                  <a:pt x="49212" y="15671"/>
                </a:lnTo>
                <a:lnTo>
                  <a:pt x="36512" y="0"/>
                </a:lnTo>
                <a:close/>
              </a:path>
            </a:pathLst>
          </a:custGeom>
          <a:solidFill>
            <a:srgbClr val="FEB349"/>
          </a:solidFill>
        </p:spPr>
        <p:txBody>
          <a:bodyPr wrap="square" lIns="0" tIns="0" rIns="0" bIns="0" rtlCol="0"/>
          <a:lstStyle/>
          <a:p>
            <a:endParaRPr/>
          </a:p>
        </p:txBody>
      </p:sp>
      <p:sp>
        <p:nvSpPr>
          <p:cNvPr id="63" name="object 63"/>
          <p:cNvSpPr/>
          <p:nvPr/>
        </p:nvSpPr>
        <p:spPr>
          <a:xfrm>
            <a:off x="7540625" y="4495622"/>
            <a:ext cx="12700" cy="0"/>
          </a:xfrm>
          <a:custGeom>
            <a:avLst/>
            <a:gdLst/>
            <a:ahLst/>
            <a:cxnLst/>
            <a:rect l="l" t="t" r="r" b="b"/>
            <a:pathLst>
              <a:path w="12700">
                <a:moveTo>
                  <a:pt x="0" y="0"/>
                </a:moveTo>
                <a:lnTo>
                  <a:pt x="12700" y="0"/>
                </a:lnTo>
              </a:path>
            </a:pathLst>
          </a:custGeom>
          <a:ln w="15875">
            <a:solidFill>
              <a:srgbClr val="FEB349"/>
            </a:solidFill>
          </a:ln>
        </p:spPr>
        <p:txBody>
          <a:bodyPr wrap="square" lIns="0" tIns="0" rIns="0" bIns="0" rtlCol="0"/>
          <a:lstStyle/>
          <a:p>
            <a:endParaRPr/>
          </a:p>
        </p:txBody>
      </p:sp>
      <p:sp>
        <p:nvSpPr>
          <p:cNvPr id="64" name="object 64"/>
          <p:cNvSpPr/>
          <p:nvPr/>
        </p:nvSpPr>
        <p:spPr>
          <a:xfrm>
            <a:off x="7529512" y="4459109"/>
            <a:ext cx="11430" cy="28575"/>
          </a:xfrm>
          <a:custGeom>
            <a:avLst/>
            <a:gdLst/>
            <a:ahLst/>
            <a:cxnLst/>
            <a:rect l="l" t="t" r="r" b="b"/>
            <a:pathLst>
              <a:path w="11429" h="28575">
                <a:moveTo>
                  <a:pt x="5225" y="15138"/>
                </a:moveTo>
                <a:lnTo>
                  <a:pt x="0" y="15138"/>
                </a:lnTo>
                <a:lnTo>
                  <a:pt x="0" y="28575"/>
                </a:lnTo>
                <a:lnTo>
                  <a:pt x="5225" y="15138"/>
                </a:lnTo>
                <a:close/>
              </a:path>
              <a:path w="11429" h="28575">
                <a:moveTo>
                  <a:pt x="11112" y="0"/>
                </a:moveTo>
                <a:lnTo>
                  <a:pt x="5225" y="15138"/>
                </a:lnTo>
                <a:lnTo>
                  <a:pt x="11112" y="15138"/>
                </a:lnTo>
                <a:lnTo>
                  <a:pt x="11112" y="0"/>
                </a:lnTo>
                <a:close/>
              </a:path>
            </a:pathLst>
          </a:custGeom>
          <a:solidFill>
            <a:srgbClr val="FEB349"/>
          </a:solidFill>
        </p:spPr>
        <p:txBody>
          <a:bodyPr wrap="square" lIns="0" tIns="0" rIns="0" bIns="0" rtlCol="0"/>
          <a:lstStyle/>
          <a:p>
            <a:endParaRPr/>
          </a:p>
        </p:txBody>
      </p:sp>
      <p:sp>
        <p:nvSpPr>
          <p:cNvPr id="65" name="object 65"/>
          <p:cNvSpPr/>
          <p:nvPr/>
        </p:nvSpPr>
        <p:spPr>
          <a:xfrm>
            <a:off x="7478712" y="4459109"/>
            <a:ext cx="38100" cy="136525"/>
          </a:xfrm>
          <a:custGeom>
            <a:avLst/>
            <a:gdLst/>
            <a:ahLst/>
            <a:cxnLst/>
            <a:rect l="l" t="t" r="r" b="b"/>
            <a:pathLst>
              <a:path w="38100" h="136525">
                <a:moveTo>
                  <a:pt x="12700" y="29387"/>
                </a:moveTo>
                <a:lnTo>
                  <a:pt x="0" y="29387"/>
                </a:lnTo>
                <a:lnTo>
                  <a:pt x="0" y="136525"/>
                </a:lnTo>
                <a:lnTo>
                  <a:pt x="12700" y="136525"/>
                </a:lnTo>
                <a:lnTo>
                  <a:pt x="12700" y="29387"/>
                </a:lnTo>
                <a:close/>
              </a:path>
              <a:path w="38100" h="136525">
                <a:moveTo>
                  <a:pt x="38100" y="0"/>
                </a:moveTo>
                <a:lnTo>
                  <a:pt x="25400" y="15557"/>
                </a:lnTo>
                <a:lnTo>
                  <a:pt x="25400" y="29387"/>
                </a:lnTo>
                <a:lnTo>
                  <a:pt x="38100" y="29387"/>
                </a:lnTo>
                <a:lnTo>
                  <a:pt x="38100" y="0"/>
                </a:lnTo>
                <a:close/>
              </a:path>
            </a:pathLst>
          </a:custGeom>
          <a:solidFill>
            <a:srgbClr val="FEB347"/>
          </a:solidFill>
        </p:spPr>
        <p:txBody>
          <a:bodyPr wrap="square" lIns="0" tIns="0" rIns="0" bIns="0" rtlCol="0"/>
          <a:lstStyle/>
          <a:p>
            <a:endParaRPr/>
          </a:p>
        </p:txBody>
      </p:sp>
      <p:sp>
        <p:nvSpPr>
          <p:cNvPr id="66" name="object 66"/>
          <p:cNvSpPr/>
          <p:nvPr/>
        </p:nvSpPr>
        <p:spPr>
          <a:xfrm>
            <a:off x="7416800" y="4565472"/>
            <a:ext cx="25400" cy="30480"/>
          </a:xfrm>
          <a:custGeom>
            <a:avLst/>
            <a:gdLst/>
            <a:ahLst/>
            <a:cxnLst/>
            <a:rect l="l" t="t" r="r" b="b"/>
            <a:pathLst>
              <a:path w="25400" h="30479">
                <a:moveTo>
                  <a:pt x="25400" y="15976"/>
                </a:moveTo>
                <a:lnTo>
                  <a:pt x="12700" y="15976"/>
                </a:lnTo>
                <a:lnTo>
                  <a:pt x="25400" y="30162"/>
                </a:lnTo>
                <a:lnTo>
                  <a:pt x="25400" y="15976"/>
                </a:lnTo>
                <a:close/>
              </a:path>
              <a:path w="25400" h="30479">
                <a:moveTo>
                  <a:pt x="0" y="0"/>
                </a:moveTo>
                <a:lnTo>
                  <a:pt x="0" y="15976"/>
                </a:lnTo>
                <a:lnTo>
                  <a:pt x="12700" y="15976"/>
                </a:lnTo>
                <a:lnTo>
                  <a:pt x="0" y="0"/>
                </a:lnTo>
                <a:close/>
              </a:path>
            </a:pathLst>
          </a:custGeom>
          <a:solidFill>
            <a:srgbClr val="FEB349"/>
          </a:solidFill>
        </p:spPr>
        <p:txBody>
          <a:bodyPr wrap="square" lIns="0" tIns="0" rIns="0" bIns="0" rtlCol="0"/>
          <a:lstStyle/>
          <a:p>
            <a:endParaRPr/>
          </a:p>
        </p:txBody>
      </p:sp>
      <p:sp>
        <p:nvSpPr>
          <p:cNvPr id="67" name="object 67"/>
          <p:cNvSpPr/>
          <p:nvPr/>
        </p:nvSpPr>
        <p:spPr>
          <a:xfrm>
            <a:off x="7380287" y="4303534"/>
            <a:ext cx="36830" cy="46990"/>
          </a:xfrm>
          <a:custGeom>
            <a:avLst/>
            <a:gdLst/>
            <a:ahLst/>
            <a:cxnLst/>
            <a:rect l="l" t="t" r="r" b="b"/>
            <a:pathLst>
              <a:path w="36829" h="46989">
                <a:moveTo>
                  <a:pt x="36512" y="0"/>
                </a:moveTo>
                <a:lnTo>
                  <a:pt x="0" y="31178"/>
                </a:lnTo>
                <a:lnTo>
                  <a:pt x="0" y="46761"/>
                </a:lnTo>
                <a:lnTo>
                  <a:pt x="12700" y="46761"/>
                </a:lnTo>
                <a:lnTo>
                  <a:pt x="12700" y="31178"/>
                </a:lnTo>
                <a:lnTo>
                  <a:pt x="25400" y="31178"/>
                </a:lnTo>
                <a:lnTo>
                  <a:pt x="25400" y="15595"/>
                </a:lnTo>
                <a:lnTo>
                  <a:pt x="36512" y="0"/>
                </a:lnTo>
                <a:close/>
              </a:path>
            </a:pathLst>
          </a:custGeom>
          <a:solidFill>
            <a:srgbClr val="FEB349"/>
          </a:solidFill>
        </p:spPr>
        <p:txBody>
          <a:bodyPr wrap="square" lIns="0" tIns="0" rIns="0" bIns="0" rtlCol="0"/>
          <a:lstStyle/>
          <a:p>
            <a:endParaRPr/>
          </a:p>
        </p:txBody>
      </p:sp>
      <p:sp>
        <p:nvSpPr>
          <p:cNvPr id="68" name="object 68"/>
          <p:cNvSpPr/>
          <p:nvPr/>
        </p:nvSpPr>
        <p:spPr>
          <a:xfrm>
            <a:off x="7454900" y="4689297"/>
            <a:ext cx="24130" cy="60325"/>
          </a:xfrm>
          <a:custGeom>
            <a:avLst/>
            <a:gdLst/>
            <a:ahLst/>
            <a:cxnLst/>
            <a:rect l="l" t="t" r="r" b="b"/>
            <a:pathLst>
              <a:path w="24129" h="60325">
                <a:moveTo>
                  <a:pt x="12700" y="0"/>
                </a:moveTo>
                <a:lnTo>
                  <a:pt x="0" y="0"/>
                </a:lnTo>
                <a:lnTo>
                  <a:pt x="0" y="44818"/>
                </a:lnTo>
                <a:lnTo>
                  <a:pt x="12700" y="60325"/>
                </a:lnTo>
                <a:lnTo>
                  <a:pt x="23812" y="60325"/>
                </a:lnTo>
                <a:lnTo>
                  <a:pt x="23812" y="15519"/>
                </a:lnTo>
                <a:lnTo>
                  <a:pt x="12700" y="0"/>
                </a:lnTo>
                <a:close/>
              </a:path>
            </a:pathLst>
          </a:custGeom>
          <a:solidFill>
            <a:srgbClr val="FEB348"/>
          </a:solidFill>
        </p:spPr>
        <p:txBody>
          <a:bodyPr wrap="square" lIns="0" tIns="0" rIns="0" bIns="0" rtlCol="0"/>
          <a:lstStyle/>
          <a:p>
            <a:endParaRPr/>
          </a:p>
        </p:txBody>
      </p:sp>
      <p:sp>
        <p:nvSpPr>
          <p:cNvPr id="69" name="object 69"/>
          <p:cNvSpPr/>
          <p:nvPr/>
        </p:nvSpPr>
        <p:spPr>
          <a:xfrm>
            <a:off x="7429500" y="4611509"/>
            <a:ext cx="38100" cy="31115"/>
          </a:xfrm>
          <a:custGeom>
            <a:avLst/>
            <a:gdLst/>
            <a:ahLst/>
            <a:cxnLst/>
            <a:rect l="l" t="t" r="r" b="b"/>
            <a:pathLst>
              <a:path w="38100" h="31114">
                <a:moveTo>
                  <a:pt x="25400" y="0"/>
                </a:moveTo>
                <a:lnTo>
                  <a:pt x="0" y="0"/>
                </a:lnTo>
                <a:lnTo>
                  <a:pt x="0" y="15354"/>
                </a:lnTo>
                <a:lnTo>
                  <a:pt x="12700" y="30695"/>
                </a:lnTo>
                <a:lnTo>
                  <a:pt x="12700" y="15354"/>
                </a:lnTo>
                <a:lnTo>
                  <a:pt x="38100" y="15354"/>
                </a:lnTo>
                <a:lnTo>
                  <a:pt x="25400" y="0"/>
                </a:lnTo>
                <a:close/>
              </a:path>
              <a:path w="38100" h="31114">
                <a:moveTo>
                  <a:pt x="25400" y="15354"/>
                </a:moveTo>
                <a:lnTo>
                  <a:pt x="12700" y="15354"/>
                </a:lnTo>
                <a:lnTo>
                  <a:pt x="12700" y="30695"/>
                </a:lnTo>
                <a:lnTo>
                  <a:pt x="25400" y="30695"/>
                </a:lnTo>
                <a:lnTo>
                  <a:pt x="25400" y="15354"/>
                </a:lnTo>
                <a:close/>
              </a:path>
            </a:pathLst>
          </a:custGeom>
          <a:solidFill>
            <a:srgbClr val="FEB349"/>
          </a:solidFill>
        </p:spPr>
        <p:txBody>
          <a:bodyPr wrap="square" lIns="0" tIns="0" rIns="0" bIns="0" rtlCol="0"/>
          <a:lstStyle/>
          <a:p>
            <a:endParaRPr/>
          </a:p>
        </p:txBody>
      </p:sp>
      <p:sp>
        <p:nvSpPr>
          <p:cNvPr id="70" name="object 70"/>
          <p:cNvSpPr/>
          <p:nvPr/>
        </p:nvSpPr>
        <p:spPr>
          <a:xfrm>
            <a:off x="7442200" y="4673422"/>
            <a:ext cx="12700" cy="15875"/>
          </a:xfrm>
          <a:custGeom>
            <a:avLst/>
            <a:gdLst/>
            <a:ahLst/>
            <a:cxnLst/>
            <a:rect l="l" t="t" r="r" b="b"/>
            <a:pathLst>
              <a:path w="12700" h="15875">
                <a:moveTo>
                  <a:pt x="0" y="0"/>
                </a:moveTo>
                <a:lnTo>
                  <a:pt x="12700" y="0"/>
                </a:lnTo>
                <a:lnTo>
                  <a:pt x="12700" y="15875"/>
                </a:lnTo>
                <a:lnTo>
                  <a:pt x="12700" y="0"/>
                </a:lnTo>
                <a:lnTo>
                  <a:pt x="0" y="0"/>
                </a:lnTo>
                <a:close/>
              </a:path>
            </a:pathLst>
          </a:custGeom>
          <a:solidFill>
            <a:srgbClr val="FEB349"/>
          </a:solidFill>
        </p:spPr>
        <p:txBody>
          <a:bodyPr wrap="square" lIns="0" tIns="0" rIns="0" bIns="0" rtlCol="0"/>
          <a:lstStyle/>
          <a:p>
            <a:endParaRPr/>
          </a:p>
        </p:txBody>
      </p:sp>
      <p:sp>
        <p:nvSpPr>
          <p:cNvPr id="71" name="object 71"/>
          <p:cNvSpPr/>
          <p:nvPr/>
        </p:nvSpPr>
        <p:spPr>
          <a:xfrm>
            <a:off x="6775450" y="3935234"/>
            <a:ext cx="666750" cy="430530"/>
          </a:xfrm>
          <a:custGeom>
            <a:avLst/>
            <a:gdLst/>
            <a:ahLst/>
            <a:cxnLst/>
            <a:rect l="l" t="t" r="r" b="b"/>
            <a:pathLst>
              <a:path w="666750" h="430529">
                <a:moveTo>
                  <a:pt x="617537" y="400723"/>
                </a:moveTo>
                <a:lnTo>
                  <a:pt x="482600" y="400723"/>
                </a:lnTo>
                <a:lnTo>
                  <a:pt x="508000" y="416344"/>
                </a:lnTo>
                <a:lnTo>
                  <a:pt x="544512" y="416344"/>
                </a:lnTo>
                <a:lnTo>
                  <a:pt x="557212" y="430212"/>
                </a:lnTo>
                <a:lnTo>
                  <a:pt x="604837" y="430212"/>
                </a:lnTo>
                <a:lnTo>
                  <a:pt x="604837" y="416344"/>
                </a:lnTo>
                <a:lnTo>
                  <a:pt x="617537" y="400723"/>
                </a:lnTo>
                <a:close/>
              </a:path>
              <a:path w="666750" h="430529">
                <a:moveTo>
                  <a:pt x="0" y="0"/>
                </a:moveTo>
                <a:lnTo>
                  <a:pt x="12700" y="416344"/>
                </a:lnTo>
                <a:lnTo>
                  <a:pt x="149225" y="416344"/>
                </a:lnTo>
                <a:lnTo>
                  <a:pt x="211137" y="400723"/>
                </a:lnTo>
                <a:lnTo>
                  <a:pt x="630237" y="400723"/>
                </a:lnTo>
                <a:lnTo>
                  <a:pt x="641350" y="385114"/>
                </a:lnTo>
                <a:lnTo>
                  <a:pt x="654050" y="338277"/>
                </a:lnTo>
                <a:lnTo>
                  <a:pt x="666750" y="293179"/>
                </a:lnTo>
                <a:lnTo>
                  <a:pt x="666750" y="185623"/>
                </a:lnTo>
                <a:lnTo>
                  <a:pt x="630237" y="170002"/>
                </a:lnTo>
                <a:lnTo>
                  <a:pt x="604837" y="154393"/>
                </a:lnTo>
                <a:lnTo>
                  <a:pt x="557212" y="154393"/>
                </a:lnTo>
                <a:lnTo>
                  <a:pt x="533400" y="123164"/>
                </a:lnTo>
                <a:lnTo>
                  <a:pt x="495300" y="107556"/>
                </a:lnTo>
                <a:lnTo>
                  <a:pt x="409575" y="107556"/>
                </a:lnTo>
                <a:lnTo>
                  <a:pt x="384175" y="91948"/>
                </a:lnTo>
                <a:lnTo>
                  <a:pt x="358775" y="78066"/>
                </a:lnTo>
                <a:lnTo>
                  <a:pt x="334962" y="62458"/>
                </a:lnTo>
                <a:lnTo>
                  <a:pt x="309562" y="46837"/>
                </a:lnTo>
                <a:lnTo>
                  <a:pt x="173037" y="46837"/>
                </a:lnTo>
                <a:lnTo>
                  <a:pt x="136525" y="31229"/>
                </a:lnTo>
                <a:lnTo>
                  <a:pt x="100012" y="31229"/>
                </a:lnTo>
                <a:lnTo>
                  <a:pt x="38100" y="15621"/>
                </a:lnTo>
                <a:lnTo>
                  <a:pt x="0" y="0"/>
                </a:lnTo>
                <a:close/>
              </a:path>
              <a:path w="666750" h="430529">
                <a:moveTo>
                  <a:pt x="458787" y="91948"/>
                </a:moveTo>
                <a:lnTo>
                  <a:pt x="420687" y="91948"/>
                </a:lnTo>
                <a:lnTo>
                  <a:pt x="409575" y="107556"/>
                </a:lnTo>
                <a:lnTo>
                  <a:pt x="495300" y="107556"/>
                </a:lnTo>
                <a:lnTo>
                  <a:pt x="458787" y="91948"/>
                </a:lnTo>
                <a:close/>
              </a:path>
              <a:path w="666750" h="430529">
                <a:moveTo>
                  <a:pt x="198437" y="31229"/>
                </a:moveTo>
                <a:lnTo>
                  <a:pt x="185737" y="46837"/>
                </a:lnTo>
                <a:lnTo>
                  <a:pt x="223837" y="46837"/>
                </a:lnTo>
                <a:lnTo>
                  <a:pt x="198437" y="31229"/>
                </a:lnTo>
                <a:close/>
              </a:path>
            </a:pathLst>
          </a:custGeom>
          <a:solidFill>
            <a:srgbClr val="73FA41"/>
          </a:solidFill>
        </p:spPr>
        <p:txBody>
          <a:bodyPr wrap="square" lIns="0" tIns="0" rIns="0" bIns="0" rtlCol="0"/>
          <a:lstStyle/>
          <a:p>
            <a:endParaRPr/>
          </a:p>
        </p:txBody>
      </p:sp>
      <p:sp>
        <p:nvSpPr>
          <p:cNvPr id="72" name="object 72"/>
          <p:cNvSpPr/>
          <p:nvPr/>
        </p:nvSpPr>
        <p:spPr>
          <a:xfrm>
            <a:off x="6875462" y="4289247"/>
            <a:ext cx="479425" cy="76200"/>
          </a:xfrm>
          <a:custGeom>
            <a:avLst/>
            <a:gdLst/>
            <a:ahLst/>
            <a:cxnLst/>
            <a:rect l="l" t="t" r="r" b="b"/>
            <a:pathLst>
              <a:path w="479425" h="76200">
                <a:moveTo>
                  <a:pt x="433387" y="46761"/>
                </a:moveTo>
                <a:lnTo>
                  <a:pt x="382587" y="46761"/>
                </a:lnTo>
                <a:lnTo>
                  <a:pt x="420687" y="62344"/>
                </a:lnTo>
                <a:lnTo>
                  <a:pt x="457200" y="76200"/>
                </a:lnTo>
                <a:lnTo>
                  <a:pt x="468312" y="76200"/>
                </a:lnTo>
                <a:lnTo>
                  <a:pt x="479425" y="62344"/>
                </a:lnTo>
                <a:lnTo>
                  <a:pt x="444500" y="62344"/>
                </a:lnTo>
                <a:lnTo>
                  <a:pt x="433387" y="46761"/>
                </a:lnTo>
                <a:close/>
              </a:path>
              <a:path w="479425" h="76200">
                <a:moveTo>
                  <a:pt x="111125" y="46761"/>
                </a:moveTo>
                <a:lnTo>
                  <a:pt x="11112" y="46761"/>
                </a:lnTo>
                <a:lnTo>
                  <a:pt x="0" y="62344"/>
                </a:lnTo>
                <a:lnTo>
                  <a:pt x="73025" y="62344"/>
                </a:lnTo>
                <a:lnTo>
                  <a:pt x="111125" y="46761"/>
                </a:lnTo>
                <a:close/>
              </a:path>
              <a:path w="479425" h="76200">
                <a:moveTo>
                  <a:pt x="407987" y="31178"/>
                </a:moveTo>
                <a:lnTo>
                  <a:pt x="49212" y="31178"/>
                </a:lnTo>
                <a:lnTo>
                  <a:pt x="36512" y="46761"/>
                </a:lnTo>
                <a:lnTo>
                  <a:pt x="420687" y="46761"/>
                </a:lnTo>
                <a:lnTo>
                  <a:pt x="407987" y="31178"/>
                </a:lnTo>
                <a:close/>
              </a:path>
              <a:path w="479425" h="76200">
                <a:moveTo>
                  <a:pt x="196850" y="15595"/>
                </a:moveTo>
                <a:lnTo>
                  <a:pt x="85725" y="15595"/>
                </a:lnTo>
                <a:lnTo>
                  <a:pt x="73025" y="31178"/>
                </a:lnTo>
                <a:lnTo>
                  <a:pt x="222250" y="31178"/>
                </a:lnTo>
                <a:lnTo>
                  <a:pt x="196850" y="15595"/>
                </a:lnTo>
                <a:close/>
              </a:path>
              <a:path w="479425" h="76200">
                <a:moveTo>
                  <a:pt x="395287" y="15595"/>
                </a:moveTo>
                <a:lnTo>
                  <a:pt x="271462" y="15595"/>
                </a:lnTo>
                <a:lnTo>
                  <a:pt x="247650" y="31178"/>
                </a:lnTo>
                <a:lnTo>
                  <a:pt x="395287" y="31178"/>
                </a:lnTo>
                <a:lnTo>
                  <a:pt x="395287" y="15595"/>
                </a:lnTo>
                <a:close/>
              </a:path>
              <a:path w="479425" h="76200">
                <a:moveTo>
                  <a:pt x="147637" y="0"/>
                </a:moveTo>
                <a:lnTo>
                  <a:pt x="123825" y="0"/>
                </a:lnTo>
                <a:lnTo>
                  <a:pt x="111125" y="15595"/>
                </a:lnTo>
                <a:lnTo>
                  <a:pt x="134937" y="15595"/>
                </a:lnTo>
                <a:lnTo>
                  <a:pt x="147637" y="0"/>
                </a:lnTo>
                <a:close/>
              </a:path>
              <a:path w="479425" h="76200">
                <a:moveTo>
                  <a:pt x="320675" y="0"/>
                </a:moveTo>
                <a:lnTo>
                  <a:pt x="296862" y="15595"/>
                </a:lnTo>
                <a:lnTo>
                  <a:pt x="346075" y="15595"/>
                </a:lnTo>
                <a:lnTo>
                  <a:pt x="320675" y="0"/>
                </a:lnTo>
                <a:close/>
              </a:path>
              <a:path w="479425" h="76200">
                <a:moveTo>
                  <a:pt x="420687" y="0"/>
                </a:moveTo>
                <a:lnTo>
                  <a:pt x="382587" y="0"/>
                </a:lnTo>
                <a:lnTo>
                  <a:pt x="371475" y="15595"/>
                </a:lnTo>
                <a:lnTo>
                  <a:pt x="407987" y="15595"/>
                </a:lnTo>
                <a:lnTo>
                  <a:pt x="420687" y="0"/>
                </a:lnTo>
                <a:close/>
              </a:path>
            </a:pathLst>
          </a:custGeom>
          <a:solidFill>
            <a:srgbClr val="3DA642"/>
          </a:solidFill>
        </p:spPr>
        <p:txBody>
          <a:bodyPr wrap="square" lIns="0" tIns="0" rIns="0" bIns="0" rtlCol="0"/>
          <a:lstStyle/>
          <a:p>
            <a:endParaRPr/>
          </a:p>
        </p:txBody>
      </p:sp>
      <p:sp>
        <p:nvSpPr>
          <p:cNvPr id="73" name="object 73"/>
          <p:cNvSpPr/>
          <p:nvPr/>
        </p:nvSpPr>
        <p:spPr>
          <a:xfrm>
            <a:off x="7159625" y="4026954"/>
            <a:ext cx="49530" cy="94615"/>
          </a:xfrm>
          <a:custGeom>
            <a:avLst/>
            <a:gdLst/>
            <a:ahLst/>
            <a:cxnLst/>
            <a:rect l="l" t="t" r="r" b="b"/>
            <a:pathLst>
              <a:path w="49529" h="94614">
                <a:moveTo>
                  <a:pt x="49212" y="0"/>
                </a:moveTo>
                <a:lnTo>
                  <a:pt x="36512" y="0"/>
                </a:lnTo>
                <a:lnTo>
                  <a:pt x="25400" y="15671"/>
                </a:lnTo>
                <a:lnTo>
                  <a:pt x="12700" y="15671"/>
                </a:lnTo>
                <a:lnTo>
                  <a:pt x="12700" y="31343"/>
                </a:lnTo>
                <a:lnTo>
                  <a:pt x="25400" y="47015"/>
                </a:lnTo>
                <a:lnTo>
                  <a:pt x="25400" y="78346"/>
                </a:lnTo>
                <a:lnTo>
                  <a:pt x="36512" y="94018"/>
                </a:lnTo>
                <a:lnTo>
                  <a:pt x="36512" y="15671"/>
                </a:lnTo>
                <a:lnTo>
                  <a:pt x="25400" y="15671"/>
                </a:lnTo>
                <a:lnTo>
                  <a:pt x="0" y="0"/>
                </a:lnTo>
                <a:lnTo>
                  <a:pt x="49212" y="0"/>
                </a:lnTo>
                <a:close/>
              </a:path>
              <a:path w="49529" h="94614">
                <a:moveTo>
                  <a:pt x="36512" y="31343"/>
                </a:moveTo>
                <a:lnTo>
                  <a:pt x="36512" y="47015"/>
                </a:lnTo>
                <a:lnTo>
                  <a:pt x="49212" y="47015"/>
                </a:lnTo>
                <a:lnTo>
                  <a:pt x="36512" y="31343"/>
                </a:lnTo>
                <a:close/>
              </a:path>
            </a:pathLst>
          </a:custGeom>
          <a:solidFill>
            <a:srgbClr val="3DA642"/>
          </a:solidFill>
        </p:spPr>
        <p:txBody>
          <a:bodyPr wrap="square" lIns="0" tIns="0" rIns="0" bIns="0" rtlCol="0"/>
          <a:lstStyle/>
          <a:p>
            <a:endParaRPr/>
          </a:p>
        </p:txBody>
      </p:sp>
      <p:sp>
        <p:nvSpPr>
          <p:cNvPr id="74" name="object 74"/>
          <p:cNvSpPr/>
          <p:nvPr/>
        </p:nvSpPr>
        <p:spPr>
          <a:xfrm>
            <a:off x="6886575" y="3966984"/>
            <a:ext cx="136525" cy="154305"/>
          </a:xfrm>
          <a:custGeom>
            <a:avLst/>
            <a:gdLst/>
            <a:ahLst/>
            <a:cxnLst/>
            <a:rect l="l" t="t" r="r" b="b"/>
            <a:pathLst>
              <a:path w="136525" h="154304">
                <a:moveTo>
                  <a:pt x="87312" y="15570"/>
                </a:moveTo>
                <a:lnTo>
                  <a:pt x="50800" y="15570"/>
                </a:lnTo>
                <a:lnTo>
                  <a:pt x="38100" y="46723"/>
                </a:lnTo>
                <a:lnTo>
                  <a:pt x="25400" y="60566"/>
                </a:lnTo>
                <a:lnTo>
                  <a:pt x="0" y="153987"/>
                </a:lnTo>
                <a:lnTo>
                  <a:pt x="50800" y="60566"/>
                </a:lnTo>
                <a:lnTo>
                  <a:pt x="61912" y="46723"/>
                </a:lnTo>
                <a:lnTo>
                  <a:pt x="87312" y="15570"/>
                </a:lnTo>
                <a:close/>
              </a:path>
              <a:path w="136525" h="154304">
                <a:moveTo>
                  <a:pt x="50800" y="76136"/>
                </a:moveTo>
                <a:lnTo>
                  <a:pt x="38100" y="91706"/>
                </a:lnTo>
                <a:lnTo>
                  <a:pt x="38100" y="122847"/>
                </a:lnTo>
                <a:lnTo>
                  <a:pt x="50800" y="91706"/>
                </a:lnTo>
                <a:lnTo>
                  <a:pt x="50800" y="76136"/>
                </a:lnTo>
                <a:close/>
              </a:path>
              <a:path w="136525" h="154304">
                <a:moveTo>
                  <a:pt x="136525" y="15570"/>
                </a:moveTo>
                <a:lnTo>
                  <a:pt x="87312" y="15570"/>
                </a:lnTo>
                <a:lnTo>
                  <a:pt x="61912" y="46723"/>
                </a:lnTo>
                <a:lnTo>
                  <a:pt x="50800" y="76136"/>
                </a:lnTo>
                <a:lnTo>
                  <a:pt x="61912" y="60566"/>
                </a:lnTo>
                <a:lnTo>
                  <a:pt x="74612" y="46723"/>
                </a:lnTo>
                <a:lnTo>
                  <a:pt x="87312" y="31153"/>
                </a:lnTo>
                <a:lnTo>
                  <a:pt x="123825" y="31153"/>
                </a:lnTo>
                <a:lnTo>
                  <a:pt x="136525" y="15570"/>
                </a:lnTo>
                <a:close/>
              </a:path>
              <a:path w="136525" h="154304">
                <a:moveTo>
                  <a:pt x="87312" y="31153"/>
                </a:moveTo>
                <a:lnTo>
                  <a:pt x="87312" y="46723"/>
                </a:lnTo>
                <a:lnTo>
                  <a:pt x="100012" y="60566"/>
                </a:lnTo>
                <a:lnTo>
                  <a:pt x="100012" y="46723"/>
                </a:lnTo>
                <a:lnTo>
                  <a:pt x="87312" y="31153"/>
                </a:lnTo>
                <a:close/>
              </a:path>
              <a:path w="136525" h="154304">
                <a:moveTo>
                  <a:pt x="123825" y="31153"/>
                </a:moveTo>
                <a:lnTo>
                  <a:pt x="100012" y="31153"/>
                </a:lnTo>
                <a:lnTo>
                  <a:pt x="112712" y="46723"/>
                </a:lnTo>
                <a:lnTo>
                  <a:pt x="123825" y="31153"/>
                </a:lnTo>
                <a:close/>
              </a:path>
              <a:path w="136525" h="154304">
                <a:moveTo>
                  <a:pt x="87312" y="0"/>
                </a:moveTo>
                <a:lnTo>
                  <a:pt x="74612" y="15570"/>
                </a:lnTo>
                <a:lnTo>
                  <a:pt x="100012" y="15570"/>
                </a:lnTo>
                <a:lnTo>
                  <a:pt x="87312" y="0"/>
                </a:lnTo>
                <a:close/>
              </a:path>
            </a:pathLst>
          </a:custGeom>
          <a:solidFill>
            <a:srgbClr val="3DA642"/>
          </a:solidFill>
        </p:spPr>
        <p:txBody>
          <a:bodyPr wrap="square" lIns="0" tIns="0" rIns="0" bIns="0" rtlCol="0"/>
          <a:lstStyle/>
          <a:p>
            <a:endParaRPr/>
          </a:p>
        </p:txBody>
      </p:sp>
      <p:sp>
        <p:nvSpPr>
          <p:cNvPr id="75" name="object 75"/>
          <p:cNvSpPr/>
          <p:nvPr/>
        </p:nvSpPr>
        <p:spPr>
          <a:xfrm>
            <a:off x="7405687" y="4120972"/>
            <a:ext cx="49530" cy="182880"/>
          </a:xfrm>
          <a:custGeom>
            <a:avLst/>
            <a:gdLst/>
            <a:ahLst/>
            <a:cxnLst/>
            <a:rect l="l" t="t" r="r" b="b"/>
            <a:pathLst>
              <a:path w="49529" h="182879">
                <a:moveTo>
                  <a:pt x="11112" y="167068"/>
                </a:moveTo>
                <a:lnTo>
                  <a:pt x="0" y="182562"/>
                </a:lnTo>
                <a:lnTo>
                  <a:pt x="11112" y="182562"/>
                </a:lnTo>
                <a:lnTo>
                  <a:pt x="11112" y="167068"/>
                </a:lnTo>
                <a:close/>
              </a:path>
              <a:path w="49529" h="182879">
                <a:moveTo>
                  <a:pt x="23812" y="60286"/>
                </a:moveTo>
                <a:lnTo>
                  <a:pt x="11112" y="75780"/>
                </a:lnTo>
                <a:lnTo>
                  <a:pt x="11112" y="136067"/>
                </a:lnTo>
                <a:lnTo>
                  <a:pt x="23812" y="106781"/>
                </a:lnTo>
                <a:lnTo>
                  <a:pt x="23812" y="60286"/>
                </a:lnTo>
                <a:close/>
              </a:path>
              <a:path w="49529" h="182879">
                <a:moveTo>
                  <a:pt x="36512" y="44780"/>
                </a:moveTo>
                <a:lnTo>
                  <a:pt x="11112" y="44780"/>
                </a:lnTo>
                <a:lnTo>
                  <a:pt x="23812" y="60286"/>
                </a:lnTo>
                <a:lnTo>
                  <a:pt x="36512" y="44780"/>
                </a:lnTo>
                <a:close/>
              </a:path>
              <a:path w="49529" h="182879">
                <a:moveTo>
                  <a:pt x="36512" y="0"/>
                </a:moveTo>
                <a:lnTo>
                  <a:pt x="23812" y="0"/>
                </a:lnTo>
                <a:lnTo>
                  <a:pt x="36512" y="13779"/>
                </a:lnTo>
                <a:lnTo>
                  <a:pt x="36512" y="60286"/>
                </a:lnTo>
                <a:lnTo>
                  <a:pt x="49212" y="44780"/>
                </a:lnTo>
                <a:lnTo>
                  <a:pt x="49212" y="13779"/>
                </a:lnTo>
                <a:lnTo>
                  <a:pt x="36512" y="0"/>
                </a:lnTo>
                <a:close/>
              </a:path>
            </a:pathLst>
          </a:custGeom>
          <a:solidFill>
            <a:srgbClr val="3DA642"/>
          </a:solidFill>
        </p:spPr>
        <p:txBody>
          <a:bodyPr wrap="square" lIns="0" tIns="0" rIns="0" bIns="0" rtlCol="0"/>
          <a:lstStyle/>
          <a:p>
            <a:endParaRPr/>
          </a:p>
        </p:txBody>
      </p:sp>
      <p:sp>
        <p:nvSpPr>
          <p:cNvPr id="76" name="object 76"/>
          <p:cNvSpPr/>
          <p:nvPr/>
        </p:nvSpPr>
        <p:spPr>
          <a:xfrm>
            <a:off x="7367587" y="4335348"/>
            <a:ext cx="25400" cy="30480"/>
          </a:xfrm>
          <a:custGeom>
            <a:avLst/>
            <a:gdLst/>
            <a:ahLst/>
            <a:cxnLst/>
            <a:rect l="l" t="t" r="r" b="b"/>
            <a:pathLst>
              <a:path w="25400" h="30479">
                <a:moveTo>
                  <a:pt x="25400" y="0"/>
                </a:moveTo>
                <a:lnTo>
                  <a:pt x="12700" y="0"/>
                </a:lnTo>
                <a:lnTo>
                  <a:pt x="0" y="15938"/>
                </a:lnTo>
                <a:lnTo>
                  <a:pt x="12700" y="30099"/>
                </a:lnTo>
                <a:lnTo>
                  <a:pt x="12700" y="15938"/>
                </a:lnTo>
                <a:lnTo>
                  <a:pt x="25400" y="0"/>
                </a:lnTo>
                <a:close/>
              </a:path>
            </a:pathLst>
          </a:custGeom>
          <a:solidFill>
            <a:srgbClr val="5478BF"/>
          </a:solidFill>
        </p:spPr>
        <p:txBody>
          <a:bodyPr wrap="square" lIns="0" tIns="0" rIns="0" bIns="0" rtlCol="0"/>
          <a:lstStyle/>
          <a:p>
            <a:endParaRPr/>
          </a:p>
        </p:txBody>
      </p:sp>
      <p:sp>
        <p:nvSpPr>
          <p:cNvPr id="77" name="object 77"/>
          <p:cNvSpPr/>
          <p:nvPr/>
        </p:nvSpPr>
        <p:spPr>
          <a:xfrm>
            <a:off x="4619625" y="6100587"/>
            <a:ext cx="371475" cy="598805"/>
          </a:xfrm>
          <a:custGeom>
            <a:avLst/>
            <a:gdLst/>
            <a:ahLst/>
            <a:cxnLst/>
            <a:rect l="l" t="t" r="r" b="b"/>
            <a:pathLst>
              <a:path w="371475" h="598804">
                <a:moveTo>
                  <a:pt x="100012" y="582921"/>
                </a:moveTo>
                <a:lnTo>
                  <a:pt x="87312" y="582921"/>
                </a:lnTo>
                <a:lnTo>
                  <a:pt x="100012" y="598488"/>
                </a:lnTo>
                <a:lnTo>
                  <a:pt x="100012" y="582921"/>
                </a:lnTo>
                <a:close/>
              </a:path>
              <a:path w="371475" h="598804">
                <a:moveTo>
                  <a:pt x="87312" y="0"/>
                </a:moveTo>
                <a:lnTo>
                  <a:pt x="61912" y="0"/>
                </a:lnTo>
                <a:lnTo>
                  <a:pt x="38100" y="138379"/>
                </a:lnTo>
                <a:lnTo>
                  <a:pt x="0" y="185082"/>
                </a:lnTo>
                <a:lnTo>
                  <a:pt x="12700" y="214487"/>
                </a:lnTo>
                <a:lnTo>
                  <a:pt x="12700" y="337299"/>
                </a:lnTo>
                <a:lnTo>
                  <a:pt x="38100" y="399568"/>
                </a:lnTo>
                <a:lnTo>
                  <a:pt x="38100" y="430703"/>
                </a:lnTo>
                <a:lnTo>
                  <a:pt x="49212" y="460109"/>
                </a:lnTo>
                <a:lnTo>
                  <a:pt x="49212" y="475677"/>
                </a:lnTo>
                <a:lnTo>
                  <a:pt x="61912" y="475677"/>
                </a:lnTo>
                <a:lnTo>
                  <a:pt x="61912" y="506812"/>
                </a:lnTo>
                <a:lnTo>
                  <a:pt x="74612" y="522380"/>
                </a:lnTo>
                <a:lnTo>
                  <a:pt x="74612" y="582921"/>
                </a:lnTo>
                <a:lnTo>
                  <a:pt x="123825" y="582921"/>
                </a:lnTo>
                <a:lnTo>
                  <a:pt x="123825" y="553515"/>
                </a:lnTo>
                <a:lnTo>
                  <a:pt x="136525" y="537947"/>
                </a:lnTo>
                <a:lnTo>
                  <a:pt x="136525" y="506812"/>
                </a:lnTo>
                <a:lnTo>
                  <a:pt x="123825" y="491244"/>
                </a:lnTo>
                <a:lnTo>
                  <a:pt x="123825" y="475677"/>
                </a:lnTo>
                <a:lnTo>
                  <a:pt x="111125" y="444541"/>
                </a:lnTo>
                <a:lnTo>
                  <a:pt x="111125" y="337299"/>
                </a:lnTo>
                <a:lnTo>
                  <a:pt x="360362" y="337299"/>
                </a:lnTo>
                <a:lnTo>
                  <a:pt x="360362" y="276758"/>
                </a:lnTo>
                <a:lnTo>
                  <a:pt x="347662" y="261190"/>
                </a:lnTo>
                <a:lnTo>
                  <a:pt x="347662" y="245623"/>
                </a:lnTo>
                <a:lnTo>
                  <a:pt x="360362" y="230055"/>
                </a:lnTo>
                <a:lnTo>
                  <a:pt x="371475" y="214487"/>
                </a:lnTo>
                <a:lnTo>
                  <a:pt x="360362" y="200649"/>
                </a:lnTo>
                <a:lnTo>
                  <a:pt x="360362" y="185082"/>
                </a:lnTo>
                <a:lnTo>
                  <a:pt x="347662" y="169514"/>
                </a:lnTo>
                <a:lnTo>
                  <a:pt x="322262" y="107243"/>
                </a:lnTo>
                <a:lnTo>
                  <a:pt x="322262" y="93405"/>
                </a:lnTo>
                <a:lnTo>
                  <a:pt x="309562" y="77838"/>
                </a:lnTo>
                <a:lnTo>
                  <a:pt x="296862" y="77838"/>
                </a:lnTo>
                <a:lnTo>
                  <a:pt x="273050" y="62270"/>
                </a:lnTo>
                <a:lnTo>
                  <a:pt x="234950" y="46702"/>
                </a:lnTo>
                <a:lnTo>
                  <a:pt x="223837" y="31135"/>
                </a:lnTo>
                <a:lnTo>
                  <a:pt x="198437" y="31135"/>
                </a:lnTo>
                <a:lnTo>
                  <a:pt x="173037" y="15567"/>
                </a:lnTo>
                <a:lnTo>
                  <a:pt x="100012" y="15567"/>
                </a:lnTo>
                <a:lnTo>
                  <a:pt x="87312" y="0"/>
                </a:lnTo>
                <a:close/>
              </a:path>
              <a:path w="371475" h="598804">
                <a:moveTo>
                  <a:pt x="161925" y="352865"/>
                </a:moveTo>
                <a:lnTo>
                  <a:pt x="136525" y="352865"/>
                </a:lnTo>
                <a:lnTo>
                  <a:pt x="123825" y="368434"/>
                </a:lnTo>
                <a:lnTo>
                  <a:pt x="123825" y="384001"/>
                </a:lnTo>
                <a:lnTo>
                  <a:pt x="149225" y="415136"/>
                </a:lnTo>
                <a:lnTo>
                  <a:pt x="149225" y="430703"/>
                </a:lnTo>
                <a:lnTo>
                  <a:pt x="161925" y="444541"/>
                </a:lnTo>
                <a:lnTo>
                  <a:pt x="173037" y="444541"/>
                </a:lnTo>
                <a:lnTo>
                  <a:pt x="185737" y="460109"/>
                </a:lnTo>
                <a:lnTo>
                  <a:pt x="285750" y="460109"/>
                </a:lnTo>
                <a:lnTo>
                  <a:pt x="285750" y="430703"/>
                </a:lnTo>
                <a:lnTo>
                  <a:pt x="296862" y="415136"/>
                </a:lnTo>
                <a:lnTo>
                  <a:pt x="334962" y="415136"/>
                </a:lnTo>
                <a:lnTo>
                  <a:pt x="334962" y="384001"/>
                </a:lnTo>
                <a:lnTo>
                  <a:pt x="347662" y="368434"/>
                </a:lnTo>
                <a:lnTo>
                  <a:pt x="173037" y="368434"/>
                </a:lnTo>
                <a:lnTo>
                  <a:pt x="161925" y="352865"/>
                </a:lnTo>
                <a:close/>
              </a:path>
              <a:path w="371475" h="598804">
                <a:moveTo>
                  <a:pt x="347662" y="337299"/>
                </a:moveTo>
                <a:lnTo>
                  <a:pt x="149225" y="337299"/>
                </a:lnTo>
                <a:lnTo>
                  <a:pt x="149225" y="352865"/>
                </a:lnTo>
                <a:lnTo>
                  <a:pt x="161925" y="352865"/>
                </a:lnTo>
                <a:lnTo>
                  <a:pt x="173037" y="368434"/>
                </a:lnTo>
                <a:lnTo>
                  <a:pt x="334962" y="368434"/>
                </a:lnTo>
                <a:lnTo>
                  <a:pt x="334962" y="352865"/>
                </a:lnTo>
                <a:lnTo>
                  <a:pt x="347662" y="337299"/>
                </a:lnTo>
                <a:close/>
              </a:path>
              <a:path w="371475" h="598804">
                <a:moveTo>
                  <a:pt x="123825" y="0"/>
                </a:moveTo>
                <a:lnTo>
                  <a:pt x="111125" y="0"/>
                </a:lnTo>
                <a:lnTo>
                  <a:pt x="100012" y="15567"/>
                </a:lnTo>
                <a:lnTo>
                  <a:pt x="136525" y="15567"/>
                </a:lnTo>
                <a:lnTo>
                  <a:pt x="123825" y="0"/>
                </a:lnTo>
                <a:close/>
              </a:path>
            </a:pathLst>
          </a:custGeom>
          <a:solidFill>
            <a:srgbClr val="FFC98D"/>
          </a:solidFill>
        </p:spPr>
        <p:txBody>
          <a:bodyPr wrap="square" lIns="0" tIns="0" rIns="0" bIns="0" rtlCol="0"/>
          <a:lstStyle/>
          <a:p>
            <a:endParaRPr/>
          </a:p>
        </p:txBody>
      </p:sp>
      <p:sp>
        <p:nvSpPr>
          <p:cNvPr id="78" name="object 78"/>
          <p:cNvSpPr/>
          <p:nvPr/>
        </p:nvSpPr>
        <p:spPr>
          <a:xfrm>
            <a:off x="4681537" y="6100587"/>
            <a:ext cx="234950" cy="92075"/>
          </a:xfrm>
          <a:custGeom>
            <a:avLst/>
            <a:gdLst/>
            <a:ahLst/>
            <a:cxnLst/>
            <a:rect l="l" t="t" r="r" b="b"/>
            <a:pathLst>
              <a:path w="234950" h="92075">
                <a:moveTo>
                  <a:pt x="2540" y="73660"/>
                </a:moveTo>
                <a:lnTo>
                  <a:pt x="0" y="76729"/>
                </a:lnTo>
                <a:lnTo>
                  <a:pt x="0" y="92076"/>
                </a:lnTo>
                <a:lnTo>
                  <a:pt x="2540" y="73660"/>
                </a:lnTo>
                <a:close/>
              </a:path>
              <a:path w="234950" h="92075">
                <a:moveTo>
                  <a:pt x="234950" y="76729"/>
                </a:moveTo>
                <a:lnTo>
                  <a:pt x="211137" y="76729"/>
                </a:lnTo>
                <a:lnTo>
                  <a:pt x="223837" y="92076"/>
                </a:lnTo>
                <a:lnTo>
                  <a:pt x="234950" y="76729"/>
                </a:lnTo>
                <a:close/>
              </a:path>
              <a:path w="234950" h="92075">
                <a:moveTo>
                  <a:pt x="161925" y="30692"/>
                </a:moveTo>
                <a:lnTo>
                  <a:pt x="136525" y="30692"/>
                </a:lnTo>
                <a:lnTo>
                  <a:pt x="149225" y="46038"/>
                </a:lnTo>
                <a:lnTo>
                  <a:pt x="161925" y="46038"/>
                </a:lnTo>
                <a:lnTo>
                  <a:pt x="173037" y="61384"/>
                </a:lnTo>
                <a:lnTo>
                  <a:pt x="198437" y="61384"/>
                </a:lnTo>
                <a:lnTo>
                  <a:pt x="198437" y="76729"/>
                </a:lnTo>
                <a:lnTo>
                  <a:pt x="223837" y="76729"/>
                </a:lnTo>
                <a:lnTo>
                  <a:pt x="211137" y="61384"/>
                </a:lnTo>
                <a:lnTo>
                  <a:pt x="185737" y="46038"/>
                </a:lnTo>
                <a:lnTo>
                  <a:pt x="161925" y="30692"/>
                </a:lnTo>
                <a:close/>
              </a:path>
              <a:path w="234950" h="92075">
                <a:moveTo>
                  <a:pt x="25400" y="0"/>
                </a:moveTo>
                <a:lnTo>
                  <a:pt x="12700" y="0"/>
                </a:lnTo>
                <a:lnTo>
                  <a:pt x="2540" y="73660"/>
                </a:lnTo>
                <a:lnTo>
                  <a:pt x="12700" y="61384"/>
                </a:lnTo>
                <a:lnTo>
                  <a:pt x="12700" y="46038"/>
                </a:lnTo>
                <a:lnTo>
                  <a:pt x="25400" y="46038"/>
                </a:lnTo>
                <a:lnTo>
                  <a:pt x="38100" y="30692"/>
                </a:lnTo>
                <a:lnTo>
                  <a:pt x="49212" y="15346"/>
                </a:lnTo>
                <a:lnTo>
                  <a:pt x="38100" y="15346"/>
                </a:lnTo>
                <a:lnTo>
                  <a:pt x="25400" y="0"/>
                </a:lnTo>
                <a:close/>
              </a:path>
              <a:path w="234950" h="92075">
                <a:moveTo>
                  <a:pt x="111125" y="15346"/>
                </a:moveTo>
                <a:lnTo>
                  <a:pt x="100012" y="15346"/>
                </a:lnTo>
                <a:lnTo>
                  <a:pt x="100012" y="30692"/>
                </a:lnTo>
                <a:lnTo>
                  <a:pt x="136525" y="30692"/>
                </a:lnTo>
                <a:lnTo>
                  <a:pt x="111125" y="15346"/>
                </a:lnTo>
                <a:close/>
              </a:path>
              <a:path w="234950" h="92075">
                <a:moveTo>
                  <a:pt x="74612" y="0"/>
                </a:moveTo>
                <a:lnTo>
                  <a:pt x="49212" y="0"/>
                </a:lnTo>
                <a:lnTo>
                  <a:pt x="38100" y="15346"/>
                </a:lnTo>
                <a:lnTo>
                  <a:pt x="100012" y="15346"/>
                </a:lnTo>
                <a:lnTo>
                  <a:pt x="74612" y="0"/>
                </a:lnTo>
                <a:close/>
              </a:path>
            </a:pathLst>
          </a:custGeom>
          <a:solidFill>
            <a:srgbClr val="FEB349"/>
          </a:solidFill>
        </p:spPr>
        <p:txBody>
          <a:bodyPr wrap="square" lIns="0" tIns="0" rIns="0" bIns="0" rtlCol="0"/>
          <a:lstStyle/>
          <a:p>
            <a:endParaRPr/>
          </a:p>
        </p:txBody>
      </p:sp>
      <p:sp>
        <p:nvSpPr>
          <p:cNvPr id="79" name="object 79"/>
          <p:cNvSpPr/>
          <p:nvPr/>
        </p:nvSpPr>
        <p:spPr>
          <a:xfrm>
            <a:off x="4916487" y="6268862"/>
            <a:ext cx="63500" cy="76200"/>
          </a:xfrm>
          <a:custGeom>
            <a:avLst/>
            <a:gdLst/>
            <a:ahLst/>
            <a:cxnLst/>
            <a:rect l="l" t="t" r="r" b="b"/>
            <a:pathLst>
              <a:path w="63500" h="76200">
                <a:moveTo>
                  <a:pt x="50800" y="45027"/>
                </a:moveTo>
                <a:lnTo>
                  <a:pt x="50800" y="76200"/>
                </a:lnTo>
                <a:lnTo>
                  <a:pt x="63500" y="60614"/>
                </a:lnTo>
                <a:lnTo>
                  <a:pt x="50800" y="45027"/>
                </a:lnTo>
                <a:close/>
              </a:path>
              <a:path w="63500" h="76200">
                <a:moveTo>
                  <a:pt x="38100" y="15586"/>
                </a:moveTo>
                <a:lnTo>
                  <a:pt x="25400" y="15586"/>
                </a:lnTo>
                <a:lnTo>
                  <a:pt x="38100" y="31173"/>
                </a:lnTo>
                <a:lnTo>
                  <a:pt x="50800" y="45027"/>
                </a:lnTo>
                <a:lnTo>
                  <a:pt x="50800" y="31173"/>
                </a:lnTo>
                <a:lnTo>
                  <a:pt x="38100" y="15586"/>
                </a:lnTo>
                <a:close/>
              </a:path>
              <a:path w="63500" h="76200">
                <a:moveTo>
                  <a:pt x="12700" y="0"/>
                </a:moveTo>
                <a:lnTo>
                  <a:pt x="0" y="0"/>
                </a:lnTo>
                <a:lnTo>
                  <a:pt x="12700" y="15586"/>
                </a:lnTo>
                <a:lnTo>
                  <a:pt x="25400" y="15586"/>
                </a:lnTo>
                <a:lnTo>
                  <a:pt x="12700" y="0"/>
                </a:lnTo>
                <a:close/>
              </a:path>
            </a:pathLst>
          </a:custGeom>
          <a:solidFill>
            <a:srgbClr val="FEB343"/>
          </a:solidFill>
        </p:spPr>
        <p:txBody>
          <a:bodyPr wrap="square" lIns="0" tIns="0" rIns="0" bIns="0" rtlCol="0"/>
          <a:lstStyle/>
          <a:p>
            <a:endParaRPr/>
          </a:p>
        </p:txBody>
      </p:sp>
      <p:sp>
        <p:nvSpPr>
          <p:cNvPr id="80" name="object 80"/>
          <p:cNvSpPr/>
          <p:nvPr/>
        </p:nvSpPr>
        <p:spPr>
          <a:xfrm>
            <a:off x="4905375" y="6345063"/>
            <a:ext cx="62230" cy="92710"/>
          </a:xfrm>
          <a:custGeom>
            <a:avLst/>
            <a:gdLst/>
            <a:ahLst/>
            <a:cxnLst/>
            <a:rect l="l" t="t" r="r" b="b"/>
            <a:pathLst>
              <a:path w="62229" h="92710">
                <a:moveTo>
                  <a:pt x="49212" y="78350"/>
                </a:moveTo>
                <a:lnTo>
                  <a:pt x="49212" y="92279"/>
                </a:lnTo>
                <a:lnTo>
                  <a:pt x="61912" y="92279"/>
                </a:lnTo>
                <a:lnTo>
                  <a:pt x="49212" y="78350"/>
                </a:lnTo>
                <a:close/>
              </a:path>
              <a:path w="62229" h="92710">
                <a:moveTo>
                  <a:pt x="36512" y="31339"/>
                </a:moveTo>
                <a:lnTo>
                  <a:pt x="23812" y="31339"/>
                </a:lnTo>
                <a:lnTo>
                  <a:pt x="36512" y="47010"/>
                </a:lnTo>
                <a:lnTo>
                  <a:pt x="36512" y="62679"/>
                </a:lnTo>
                <a:lnTo>
                  <a:pt x="49212" y="78350"/>
                </a:lnTo>
                <a:lnTo>
                  <a:pt x="49212" y="47010"/>
                </a:lnTo>
                <a:lnTo>
                  <a:pt x="36512" y="31339"/>
                </a:lnTo>
                <a:close/>
              </a:path>
              <a:path w="62229" h="92710">
                <a:moveTo>
                  <a:pt x="0" y="0"/>
                </a:moveTo>
                <a:lnTo>
                  <a:pt x="0" y="15669"/>
                </a:lnTo>
                <a:lnTo>
                  <a:pt x="11112" y="15669"/>
                </a:lnTo>
                <a:lnTo>
                  <a:pt x="0" y="0"/>
                </a:lnTo>
                <a:close/>
              </a:path>
            </a:pathLst>
          </a:custGeom>
          <a:solidFill>
            <a:srgbClr val="FEB346"/>
          </a:solidFill>
        </p:spPr>
        <p:txBody>
          <a:bodyPr wrap="square" lIns="0" tIns="0" rIns="0" bIns="0" rtlCol="0"/>
          <a:lstStyle/>
          <a:p>
            <a:endParaRPr/>
          </a:p>
        </p:txBody>
      </p:sp>
      <p:sp>
        <p:nvSpPr>
          <p:cNvPr id="81" name="object 81"/>
          <p:cNvSpPr/>
          <p:nvPr/>
        </p:nvSpPr>
        <p:spPr>
          <a:xfrm>
            <a:off x="4879975" y="6453012"/>
            <a:ext cx="36830" cy="62230"/>
          </a:xfrm>
          <a:custGeom>
            <a:avLst/>
            <a:gdLst/>
            <a:ahLst/>
            <a:cxnLst/>
            <a:rect l="l" t="t" r="r" b="b"/>
            <a:pathLst>
              <a:path w="36829" h="62229">
                <a:moveTo>
                  <a:pt x="25400" y="15478"/>
                </a:moveTo>
                <a:lnTo>
                  <a:pt x="12700" y="15478"/>
                </a:lnTo>
                <a:lnTo>
                  <a:pt x="25400" y="30957"/>
                </a:lnTo>
                <a:lnTo>
                  <a:pt x="25400" y="61913"/>
                </a:lnTo>
                <a:lnTo>
                  <a:pt x="36512" y="61913"/>
                </a:lnTo>
                <a:lnTo>
                  <a:pt x="36512" y="30957"/>
                </a:lnTo>
                <a:lnTo>
                  <a:pt x="25400" y="15478"/>
                </a:lnTo>
                <a:close/>
              </a:path>
              <a:path w="36829" h="62229">
                <a:moveTo>
                  <a:pt x="0" y="0"/>
                </a:moveTo>
                <a:lnTo>
                  <a:pt x="0" y="15478"/>
                </a:lnTo>
                <a:lnTo>
                  <a:pt x="12700" y="15478"/>
                </a:lnTo>
                <a:lnTo>
                  <a:pt x="0" y="0"/>
                </a:lnTo>
                <a:close/>
              </a:path>
            </a:pathLst>
          </a:custGeom>
          <a:solidFill>
            <a:srgbClr val="FEB345"/>
          </a:solidFill>
        </p:spPr>
        <p:txBody>
          <a:bodyPr wrap="square" lIns="0" tIns="0" rIns="0" bIns="0" rtlCol="0"/>
          <a:lstStyle/>
          <a:p>
            <a:endParaRPr/>
          </a:p>
        </p:txBody>
      </p:sp>
      <p:sp>
        <p:nvSpPr>
          <p:cNvPr id="82" name="object 82"/>
          <p:cNvSpPr/>
          <p:nvPr/>
        </p:nvSpPr>
        <p:spPr>
          <a:xfrm>
            <a:off x="4743450" y="6453012"/>
            <a:ext cx="136525" cy="78740"/>
          </a:xfrm>
          <a:custGeom>
            <a:avLst/>
            <a:gdLst/>
            <a:ahLst/>
            <a:cxnLst/>
            <a:rect l="l" t="t" r="r" b="b"/>
            <a:pathLst>
              <a:path w="136525" h="78740">
                <a:moveTo>
                  <a:pt x="74612" y="15670"/>
                </a:moveTo>
                <a:lnTo>
                  <a:pt x="49212" y="15670"/>
                </a:lnTo>
                <a:lnTo>
                  <a:pt x="49212" y="47011"/>
                </a:lnTo>
                <a:lnTo>
                  <a:pt x="74612" y="78351"/>
                </a:lnTo>
                <a:lnTo>
                  <a:pt x="61912" y="62680"/>
                </a:lnTo>
                <a:lnTo>
                  <a:pt x="61912" y="31341"/>
                </a:lnTo>
                <a:lnTo>
                  <a:pt x="87312" y="31341"/>
                </a:lnTo>
                <a:lnTo>
                  <a:pt x="74612" y="15670"/>
                </a:lnTo>
                <a:close/>
              </a:path>
              <a:path w="136525" h="78740">
                <a:moveTo>
                  <a:pt x="100012" y="31341"/>
                </a:moveTo>
                <a:lnTo>
                  <a:pt x="87312" y="31341"/>
                </a:lnTo>
                <a:lnTo>
                  <a:pt x="100012" y="47011"/>
                </a:lnTo>
                <a:lnTo>
                  <a:pt x="111125" y="62680"/>
                </a:lnTo>
                <a:lnTo>
                  <a:pt x="136525" y="78351"/>
                </a:lnTo>
                <a:lnTo>
                  <a:pt x="111125" y="47011"/>
                </a:lnTo>
                <a:lnTo>
                  <a:pt x="100012" y="31341"/>
                </a:lnTo>
                <a:close/>
              </a:path>
              <a:path w="136525" h="78740">
                <a:moveTo>
                  <a:pt x="25400" y="31341"/>
                </a:moveTo>
                <a:lnTo>
                  <a:pt x="12700" y="31341"/>
                </a:lnTo>
                <a:lnTo>
                  <a:pt x="25400" y="47011"/>
                </a:lnTo>
                <a:lnTo>
                  <a:pt x="25400" y="31341"/>
                </a:lnTo>
                <a:close/>
              </a:path>
              <a:path w="136525" h="78740">
                <a:moveTo>
                  <a:pt x="25400" y="0"/>
                </a:moveTo>
                <a:lnTo>
                  <a:pt x="12700" y="0"/>
                </a:lnTo>
                <a:lnTo>
                  <a:pt x="0" y="15670"/>
                </a:lnTo>
                <a:lnTo>
                  <a:pt x="0" y="31341"/>
                </a:lnTo>
                <a:lnTo>
                  <a:pt x="12700" y="31341"/>
                </a:lnTo>
                <a:lnTo>
                  <a:pt x="12700" y="15670"/>
                </a:lnTo>
                <a:lnTo>
                  <a:pt x="25400" y="0"/>
                </a:lnTo>
                <a:close/>
              </a:path>
              <a:path w="136525" h="78740">
                <a:moveTo>
                  <a:pt x="38100" y="0"/>
                </a:moveTo>
                <a:lnTo>
                  <a:pt x="38100" y="15670"/>
                </a:lnTo>
                <a:lnTo>
                  <a:pt x="49212" y="15670"/>
                </a:lnTo>
                <a:lnTo>
                  <a:pt x="38100" y="0"/>
                </a:lnTo>
                <a:close/>
              </a:path>
            </a:pathLst>
          </a:custGeom>
          <a:solidFill>
            <a:srgbClr val="FEB349"/>
          </a:solidFill>
        </p:spPr>
        <p:txBody>
          <a:bodyPr wrap="square" lIns="0" tIns="0" rIns="0" bIns="0" rtlCol="0"/>
          <a:lstStyle/>
          <a:p>
            <a:endParaRPr/>
          </a:p>
        </p:txBody>
      </p:sp>
      <p:sp>
        <p:nvSpPr>
          <p:cNvPr id="83" name="object 83"/>
          <p:cNvSpPr/>
          <p:nvPr/>
        </p:nvSpPr>
        <p:spPr>
          <a:xfrm>
            <a:off x="4781550" y="6445075"/>
            <a:ext cx="11430" cy="0"/>
          </a:xfrm>
          <a:custGeom>
            <a:avLst/>
            <a:gdLst/>
            <a:ahLst/>
            <a:cxnLst/>
            <a:rect l="l" t="t" r="r" b="b"/>
            <a:pathLst>
              <a:path w="11429">
                <a:moveTo>
                  <a:pt x="0" y="0"/>
                </a:moveTo>
                <a:lnTo>
                  <a:pt x="11112" y="0"/>
                </a:lnTo>
              </a:path>
            </a:pathLst>
          </a:custGeom>
          <a:ln w="15875">
            <a:solidFill>
              <a:srgbClr val="FEB349"/>
            </a:solidFill>
          </a:ln>
        </p:spPr>
        <p:txBody>
          <a:bodyPr wrap="square" lIns="0" tIns="0" rIns="0" bIns="0" rtlCol="0"/>
          <a:lstStyle/>
          <a:p>
            <a:endParaRPr/>
          </a:p>
        </p:txBody>
      </p:sp>
      <p:sp>
        <p:nvSpPr>
          <p:cNvPr id="84" name="object 84"/>
          <p:cNvSpPr/>
          <p:nvPr/>
        </p:nvSpPr>
        <p:spPr>
          <a:xfrm>
            <a:off x="4768850" y="6408563"/>
            <a:ext cx="12700" cy="28575"/>
          </a:xfrm>
          <a:custGeom>
            <a:avLst/>
            <a:gdLst/>
            <a:ahLst/>
            <a:cxnLst/>
            <a:rect l="l" t="t" r="r" b="b"/>
            <a:pathLst>
              <a:path w="12700" h="28575">
                <a:moveTo>
                  <a:pt x="5976" y="15126"/>
                </a:moveTo>
                <a:lnTo>
                  <a:pt x="0" y="15126"/>
                </a:lnTo>
                <a:lnTo>
                  <a:pt x="0" y="28574"/>
                </a:lnTo>
                <a:lnTo>
                  <a:pt x="5976" y="15126"/>
                </a:lnTo>
                <a:close/>
              </a:path>
              <a:path w="12700" h="28575">
                <a:moveTo>
                  <a:pt x="12700" y="0"/>
                </a:moveTo>
                <a:lnTo>
                  <a:pt x="5976" y="15126"/>
                </a:lnTo>
                <a:lnTo>
                  <a:pt x="12700" y="15126"/>
                </a:lnTo>
                <a:lnTo>
                  <a:pt x="12700" y="0"/>
                </a:lnTo>
                <a:close/>
              </a:path>
            </a:pathLst>
          </a:custGeom>
          <a:solidFill>
            <a:srgbClr val="FEB349"/>
          </a:solidFill>
        </p:spPr>
        <p:txBody>
          <a:bodyPr wrap="square" lIns="0" tIns="0" rIns="0" bIns="0" rtlCol="0"/>
          <a:lstStyle/>
          <a:p>
            <a:endParaRPr/>
          </a:p>
        </p:txBody>
      </p:sp>
      <p:sp>
        <p:nvSpPr>
          <p:cNvPr id="85" name="object 85"/>
          <p:cNvSpPr/>
          <p:nvPr/>
        </p:nvSpPr>
        <p:spPr>
          <a:xfrm>
            <a:off x="4719637" y="6408563"/>
            <a:ext cx="36830" cy="136525"/>
          </a:xfrm>
          <a:custGeom>
            <a:avLst/>
            <a:gdLst/>
            <a:ahLst/>
            <a:cxnLst/>
            <a:rect l="l" t="t" r="r" b="b"/>
            <a:pathLst>
              <a:path w="36829" h="136525">
                <a:moveTo>
                  <a:pt x="11112" y="29378"/>
                </a:moveTo>
                <a:lnTo>
                  <a:pt x="0" y="29378"/>
                </a:lnTo>
                <a:lnTo>
                  <a:pt x="0" y="136524"/>
                </a:lnTo>
                <a:lnTo>
                  <a:pt x="11112" y="136524"/>
                </a:lnTo>
                <a:lnTo>
                  <a:pt x="11112" y="29378"/>
                </a:lnTo>
                <a:close/>
              </a:path>
              <a:path w="36829" h="136525">
                <a:moveTo>
                  <a:pt x="36512" y="0"/>
                </a:moveTo>
                <a:lnTo>
                  <a:pt x="23812" y="15553"/>
                </a:lnTo>
                <a:lnTo>
                  <a:pt x="23812" y="29378"/>
                </a:lnTo>
                <a:lnTo>
                  <a:pt x="36512" y="29378"/>
                </a:lnTo>
                <a:lnTo>
                  <a:pt x="36512" y="0"/>
                </a:lnTo>
                <a:close/>
              </a:path>
            </a:pathLst>
          </a:custGeom>
          <a:solidFill>
            <a:srgbClr val="FEB347"/>
          </a:solidFill>
        </p:spPr>
        <p:txBody>
          <a:bodyPr wrap="square" lIns="0" tIns="0" rIns="0" bIns="0" rtlCol="0"/>
          <a:lstStyle/>
          <a:p>
            <a:endParaRPr/>
          </a:p>
        </p:txBody>
      </p:sp>
      <p:sp>
        <p:nvSpPr>
          <p:cNvPr id="86" name="object 86"/>
          <p:cNvSpPr/>
          <p:nvPr/>
        </p:nvSpPr>
        <p:spPr>
          <a:xfrm>
            <a:off x="4657725" y="6514926"/>
            <a:ext cx="24130" cy="30480"/>
          </a:xfrm>
          <a:custGeom>
            <a:avLst/>
            <a:gdLst/>
            <a:ahLst/>
            <a:cxnLst/>
            <a:rect l="l" t="t" r="r" b="b"/>
            <a:pathLst>
              <a:path w="24129" h="30479">
                <a:moveTo>
                  <a:pt x="23812" y="15967"/>
                </a:moveTo>
                <a:lnTo>
                  <a:pt x="11112" y="15967"/>
                </a:lnTo>
                <a:lnTo>
                  <a:pt x="23812" y="30161"/>
                </a:lnTo>
                <a:lnTo>
                  <a:pt x="23812" y="15967"/>
                </a:lnTo>
                <a:close/>
              </a:path>
              <a:path w="24129" h="30479">
                <a:moveTo>
                  <a:pt x="0" y="0"/>
                </a:moveTo>
                <a:lnTo>
                  <a:pt x="0" y="15967"/>
                </a:lnTo>
                <a:lnTo>
                  <a:pt x="11112" y="15967"/>
                </a:lnTo>
                <a:lnTo>
                  <a:pt x="0" y="0"/>
                </a:lnTo>
                <a:close/>
              </a:path>
            </a:pathLst>
          </a:custGeom>
          <a:solidFill>
            <a:srgbClr val="FEB349"/>
          </a:solidFill>
        </p:spPr>
        <p:txBody>
          <a:bodyPr wrap="square" lIns="0" tIns="0" rIns="0" bIns="0" rtlCol="0"/>
          <a:lstStyle/>
          <a:p>
            <a:endParaRPr/>
          </a:p>
        </p:txBody>
      </p:sp>
      <p:sp>
        <p:nvSpPr>
          <p:cNvPr id="87" name="object 87"/>
          <p:cNvSpPr/>
          <p:nvPr/>
        </p:nvSpPr>
        <p:spPr>
          <a:xfrm>
            <a:off x="4619625" y="6254575"/>
            <a:ext cx="38100" cy="46990"/>
          </a:xfrm>
          <a:custGeom>
            <a:avLst/>
            <a:gdLst/>
            <a:ahLst/>
            <a:cxnLst/>
            <a:rect l="l" t="t" r="r" b="b"/>
            <a:pathLst>
              <a:path w="38100" h="46989">
                <a:moveTo>
                  <a:pt x="38100" y="0"/>
                </a:moveTo>
                <a:lnTo>
                  <a:pt x="0" y="31172"/>
                </a:lnTo>
                <a:lnTo>
                  <a:pt x="0" y="46758"/>
                </a:lnTo>
                <a:lnTo>
                  <a:pt x="12700" y="46758"/>
                </a:lnTo>
                <a:lnTo>
                  <a:pt x="12700" y="31172"/>
                </a:lnTo>
                <a:lnTo>
                  <a:pt x="25400" y="31172"/>
                </a:lnTo>
                <a:lnTo>
                  <a:pt x="25400" y="15585"/>
                </a:lnTo>
                <a:lnTo>
                  <a:pt x="38100" y="0"/>
                </a:lnTo>
                <a:close/>
              </a:path>
            </a:pathLst>
          </a:custGeom>
          <a:solidFill>
            <a:srgbClr val="FEB349"/>
          </a:solidFill>
        </p:spPr>
        <p:txBody>
          <a:bodyPr wrap="square" lIns="0" tIns="0" rIns="0" bIns="0" rtlCol="0"/>
          <a:lstStyle/>
          <a:p>
            <a:endParaRPr/>
          </a:p>
        </p:txBody>
      </p:sp>
      <p:sp>
        <p:nvSpPr>
          <p:cNvPr id="88" name="object 88"/>
          <p:cNvSpPr/>
          <p:nvPr/>
        </p:nvSpPr>
        <p:spPr>
          <a:xfrm>
            <a:off x="4694237" y="6638751"/>
            <a:ext cx="25400" cy="60325"/>
          </a:xfrm>
          <a:custGeom>
            <a:avLst/>
            <a:gdLst/>
            <a:ahLst/>
            <a:cxnLst/>
            <a:rect l="l" t="t" r="r" b="b"/>
            <a:pathLst>
              <a:path w="25400" h="60325">
                <a:moveTo>
                  <a:pt x="12700" y="0"/>
                </a:moveTo>
                <a:lnTo>
                  <a:pt x="0" y="0"/>
                </a:lnTo>
                <a:lnTo>
                  <a:pt x="0" y="44813"/>
                </a:lnTo>
                <a:lnTo>
                  <a:pt x="12700" y="60324"/>
                </a:lnTo>
                <a:lnTo>
                  <a:pt x="25400" y="60324"/>
                </a:lnTo>
                <a:lnTo>
                  <a:pt x="25400" y="15511"/>
                </a:lnTo>
                <a:lnTo>
                  <a:pt x="12700" y="0"/>
                </a:lnTo>
                <a:close/>
              </a:path>
            </a:pathLst>
          </a:custGeom>
          <a:solidFill>
            <a:srgbClr val="FEB348"/>
          </a:solidFill>
        </p:spPr>
        <p:txBody>
          <a:bodyPr wrap="square" lIns="0" tIns="0" rIns="0" bIns="0" rtlCol="0"/>
          <a:lstStyle/>
          <a:p>
            <a:endParaRPr/>
          </a:p>
        </p:txBody>
      </p:sp>
      <p:sp>
        <p:nvSpPr>
          <p:cNvPr id="89" name="object 89"/>
          <p:cNvSpPr/>
          <p:nvPr/>
        </p:nvSpPr>
        <p:spPr>
          <a:xfrm>
            <a:off x="4668837" y="6560963"/>
            <a:ext cx="38100" cy="31115"/>
          </a:xfrm>
          <a:custGeom>
            <a:avLst/>
            <a:gdLst/>
            <a:ahLst/>
            <a:cxnLst/>
            <a:rect l="l" t="t" r="r" b="b"/>
            <a:pathLst>
              <a:path w="38100" h="31115">
                <a:moveTo>
                  <a:pt x="25400" y="0"/>
                </a:moveTo>
                <a:lnTo>
                  <a:pt x="0" y="0"/>
                </a:lnTo>
                <a:lnTo>
                  <a:pt x="0" y="15345"/>
                </a:lnTo>
                <a:lnTo>
                  <a:pt x="12700" y="30692"/>
                </a:lnTo>
                <a:lnTo>
                  <a:pt x="12700" y="15345"/>
                </a:lnTo>
                <a:lnTo>
                  <a:pt x="38100" y="15345"/>
                </a:lnTo>
                <a:lnTo>
                  <a:pt x="25400" y="0"/>
                </a:lnTo>
                <a:close/>
              </a:path>
              <a:path w="38100" h="31115">
                <a:moveTo>
                  <a:pt x="25400" y="15345"/>
                </a:moveTo>
                <a:lnTo>
                  <a:pt x="12700" y="15345"/>
                </a:lnTo>
                <a:lnTo>
                  <a:pt x="12700" y="30692"/>
                </a:lnTo>
                <a:lnTo>
                  <a:pt x="25400" y="30692"/>
                </a:lnTo>
                <a:lnTo>
                  <a:pt x="25400" y="15345"/>
                </a:lnTo>
                <a:close/>
              </a:path>
            </a:pathLst>
          </a:custGeom>
          <a:solidFill>
            <a:srgbClr val="FEB349"/>
          </a:solidFill>
        </p:spPr>
        <p:txBody>
          <a:bodyPr wrap="square" lIns="0" tIns="0" rIns="0" bIns="0" rtlCol="0"/>
          <a:lstStyle/>
          <a:p>
            <a:endParaRPr/>
          </a:p>
        </p:txBody>
      </p:sp>
      <p:sp>
        <p:nvSpPr>
          <p:cNvPr id="90" name="object 90"/>
          <p:cNvSpPr/>
          <p:nvPr/>
        </p:nvSpPr>
        <p:spPr>
          <a:xfrm>
            <a:off x="4681537" y="6622876"/>
            <a:ext cx="12700" cy="15875"/>
          </a:xfrm>
          <a:custGeom>
            <a:avLst/>
            <a:gdLst/>
            <a:ahLst/>
            <a:cxnLst/>
            <a:rect l="l" t="t" r="r" b="b"/>
            <a:pathLst>
              <a:path w="12700" h="15875">
                <a:moveTo>
                  <a:pt x="0" y="0"/>
                </a:moveTo>
                <a:lnTo>
                  <a:pt x="12700" y="0"/>
                </a:lnTo>
                <a:lnTo>
                  <a:pt x="12700" y="15874"/>
                </a:lnTo>
                <a:lnTo>
                  <a:pt x="12700" y="0"/>
                </a:lnTo>
                <a:lnTo>
                  <a:pt x="0" y="0"/>
                </a:lnTo>
                <a:close/>
              </a:path>
            </a:pathLst>
          </a:custGeom>
          <a:solidFill>
            <a:srgbClr val="FEB349"/>
          </a:solidFill>
        </p:spPr>
        <p:txBody>
          <a:bodyPr wrap="square" lIns="0" tIns="0" rIns="0" bIns="0" rtlCol="0"/>
          <a:lstStyle/>
          <a:p>
            <a:endParaRPr/>
          </a:p>
        </p:txBody>
      </p:sp>
      <p:sp>
        <p:nvSpPr>
          <p:cNvPr id="91" name="object 91"/>
          <p:cNvSpPr/>
          <p:nvPr/>
        </p:nvSpPr>
        <p:spPr>
          <a:xfrm>
            <a:off x="4014787" y="5884688"/>
            <a:ext cx="666750" cy="430530"/>
          </a:xfrm>
          <a:custGeom>
            <a:avLst/>
            <a:gdLst/>
            <a:ahLst/>
            <a:cxnLst/>
            <a:rect l="l" t="t" r="r" b="b"/>
            <a:pathLst>
              <a:path w="666750" h="430529">
                <a:moveTo>
                  <a:pt x="617537" y="400721"/>
                </a:moveTo>
                <a:lnTo>
                  <a:pt x="484187" y="400721"/>
                </a:lnTo>
                <a:lnTo>
                  <a:pt x="508000" y="416333"/>
                </a:lnTo>
                <a:lnTo>
                  <a:pt x="546100" y="416333"/>
                </a:lnTo>
                <a:lnTo>
                  <a:pt x="558800" y="430212"/>
                </a:lnTo>
                <a:lnTo>
                  <a:pt x="604837" y="430212"/>
                </a:lnTo>
                <a:lnTo>
                  <a:pt x="604837" y="416333"/>
                </a:lnTo>
                <a:lnTo>
                  <a:pt x="617537" y="400721"/>
                </a:lnTo>
                <a:close/>
              </a:path>
              <a:path w="666750" h="430529">
                <a:moveTo>
                  <a:pt x="0" y="0"/>
                </a:moveTo>
                <a:lnTo>
                  <a:pt x="12700" y="416333"/>
                </a:lnTo>
                <a:lnTo>
                  <a:pt x="149225" y="416333"/>
                </a:lnTo>
                <a:lnTo>
                  <a:pt x="211137" y="400721"/>
                </a:lnTo>
                <a:lnTo>
                  <a:pt x="630237" y="400721"/>
                </a:lnTo>
                <a:lnTo>
                  <a:pt x="642937" y="385109"/>
                </a:lnTo>
                <a:lnTo>
                  <a:pt x="654050" y="338272"/>
                </a:lnTo>
                <a:lnTo>
                  <a:pt x="666750" y="293169"/>
                </a:lnTo>
                <a:lnTo>
                  <a:pt x="666750" y="185615"/>
                </a:lnTo>
                <a:lnTo>
                  <a:pt x="630237" y="170003"/>
                </a:lnTo>
                <a:lnTo>
                  <a:pt x="604837" y="154390"/>
                </a:lnTo>
                <a:lnTo>
                  <a:pt x="558800" y="154390"/>
                </a:lnTo>
                <a:lnTo>
                  <a:pt x="533400" y="123164"/>
                </a:lnTo>
                <a:lnTo>
                  <a:pt x="496887" y="107552"/>
                </a:lnTo>
                <a:lnTo>
                  <a:pt x="409575" y="107552"/>
                </a:lnTo>
                <a:lnTo>
                  <a:pt x="384175" y="91940"/>
                </a:lnTo>
                <a:lnTo>
                  <a:pt x="360362" y="78061"/>
                </a:lnTo>
                <a:lnTo>
                  <a:pt x="309562" y="46837"/>
                </a:lnTo>
                <a:lnTo>
                  <a:pt x="174625" y="46837"/>
                </a:lnTo>
                <a:lnTo>
                  <a:pt x="136525" y="31224"/>
                </a:lnTo>
                <a:lnTo>
                  <a:pt x="100012" y="31224"/>
                </a:lnTo>
                <a:lnTo>
                  <a:pt x="38100" y="15612"/>
                </a:lnTo>
                <a:lnTo>
                  <a:pt x="0" y="0"/>
                </a:lnTo>
                <a:close/>
              </a:path>
              <a:path w="666750" h="430529">
                <a:moveTo>
                  <a:pt x="458787" y="91940"/>
                </a:moveTo>
                <a:lnTo>
                  <a:pt x="422275" y="91940"/>
                </a:lnTo>
                <a:lnTo>
                  <a:pt x="409575" y="107552"/>
                </a:lnTo>
                <a:lnTo>
                  <a:pt x="496887" y="107552"/>
                </a:lnTo>
                <a:lnTo>
                  <a:pt x="458787" y="91940"/>
                </a:lnTo>
                <a:close/>
              </a:path>
              <a:path w="666750" h="430529">
                <a:moveTo>
                  <a:pt x="198437" y="31224"/>
                </a:moveTo>
                <a:lnTo>
                  <a:pt x="185737" y="46837"/>
                </a:lnTo>
                <a:lnTo>
                  <a:pt x="223837" y="46837"/>
                </a:lnTo>
                <a:lnTo>
                  <a:pt x="198437" y="31224"/>
                </a:lnTo>
                <a:close/>
              </a:path>
            </a:pathLst>
          </a:custGeom>
          <a:solidFill>
            <a:srgbClr val="73FA41"/>
          </a:solidFill>
        </p:spPr>
        <p:txBody>
          <a:bodyPr wrap="square" lIns="0" tIns="0" rIns="0" bIns="0" rtlCol="0"/>
          <a:lstStyle/>
          <a:p>
            <a:endParaRPr/>
          </a:p>
        </p:txBody>
      </p:sp>
      <p:sp>
        <p:nvSpPr>
          <p:cNvPr id="92" name="object 92"/>
          <p:cNvSpPr/>
          <p:nvPr/>
        </p:nvSpPr>
        <p:spPr>
          <a:xfrm>
            <a:off x="4114800" y="6238700"/>
            <a:ext cx="482600" cy="76200"/>
          </a:xfrm>
          <a:custGeom>
            <a:avLst/>
            <a:gdLst/>
            <a:ahLst/>
            <a:cxnLst/>
            <a:rect l="l" t="t" r="r" b="b"/>
            <a:pathLst>
              <a:path w="482600" h="76200">
                <a:moveTo>
                  <a:pt x="433387" y="46758"/>
                </a:moveTo>
                <a:lnTo>
                  <a:pt x="384175" y="46758"/>
                </a:lnTo>
                <a:lnTo>
                  <a:pt x="420687" y="62345"/>
                </a:lnTo>
                <a:lnTo>
                  <a:pt x="458787" y="76199"/>
                </a:lnTo>
                <a:lnTo>
                  <a:pt x="469900" y="76199"/>
                </a:lnTo>
                <a:lnTo>
                  <a:pt x="482600" y="62345"/>
                </a:lnTo>
                <a:lnTo>
                  <a:pt x="446087" y="62345"/>
                </a:lnTo>
                <a:lnTo>
                  <a:pt x="433387" y="46758"/>
                </a:lnTo>
                <a:close/>
              </a:path>
              <a:path w="482600" h="76200">
                <a:moveTo>
                  <a:pt x="111125" y="46758"/>
                </a:moveTo>
                <a:lnTo>
                  <a:pt x="12700" y="46758"/>
                </a:lnTo>
                <a:lnTo>
                  <a:pt x="0" y="62345"/>
                </a:lnTo>
                <a:lnTo>
                  <a:pt x="74612" y="62345"/>
                </a:lnTo>
                <a:lnTo>
                  <a:pt x="111125" y="46758"/>
                </a:lnTo>
                <a:close/>
              </a:path>
              <a:path w="482600" h="76200">
                <a:moveTo>
                  <a:pt x="407987" y="31172"/>
                </a:moveTo>
                <a:lnTo>
                  <a:pt x="49212" y="31172"/>
                </a:lnTo>
                <a:lnTo>
                  <a:pt x="36512" y="46758"/>
                </a:lnTo>
                <a:lnTo>
                  <a:pt x="420687" y="46758"/>
                </a:lnTo>
                <a:lnTo>
                  <a:pt x="407987" y="31172"/>
                </a:lnTo>
                <a:close/>
              </a:path>
              <a:path w="482600" h="76200">
                <a:moveTo>
                  <a:pt x="198437" y="15585"/>
                </a:moveTo>
                <a:lnTo>
                  <a:pt x="85725" y="15585"/>
                </a:lnTo>
                <a:lnTo>
                  <a:pt x="74612" y="31172"/>
                </a:lnTo>
                <a:lnTo>
                  <a:pt x="222250" y="31172"/>
                </a:lnTo>
                <a:lnTo>
                  <a:pt x="198437" y="15585"/>
                </a:lnTo>
                <a:close/>
              </a:path>
              <a:path w="482600" h="76200">
                <a:moveTo>
                  <a:pt x="396875" y="15585"/>
                </a:moveTo>
                <a:lnTo>
                  <a:pt x="271462" y="15585"/>
                </a:lnTo>
                <a:lnTo>
                  <a:pt x="247650" y="31172"/>
                </a:lnTo>
                <a:lnTo>
                  <a:pt x="396875" y="31172"/>
                </a:lnTo>
                <a:lnTo>
                  <a:pt x="396875" y="15585"/>
                </a:lnTo>
                <a:close/>
              </a:path>
              <a:path w="482600" h="76200">
                <a:moveTo>
                  <a:pt x="147637" y="0"/>
                </a:moveTo>
                <a:lnTo>
                  <a:pt x="123825" y="0"/>
                </a:lnTo>
                <a:lnTo>
                  <a:pt x="111125" y="15585"/>
                </a:lnTo>
                <a:lnTo>
                  <a:pt x="136525" y="15585"/>
                </a:lnTo>
                <a:lnTo>
                  <a:pt x="147637" y="0"/>
                </a:lnTo>
                <a:close/>
              </a:path>
              <a:path w="482600" h="76200">
                <a:moveTo>
                  <a:pt x="322262" y="0"/>
                </a:moveTo>
                <a:lnTo>
                  <a:pt x="296862" y="15585"/>
                </a:lnTo>
                <a:lnTo>
                  <a:pt x="346075" y="15585"/>
                </a:lnTo>
                <a:lnTo>
                  <a:pt x="322262" y="0"/>
                </a:lnTo>
                <a:close/>
              </a:path>
              <a:path w="482600" h="76200">
                <a:moveTo>
                  <a:pt x="420687" y="0"/>
                </a:moveTo>
                <a:lnTo>
                  <a:pt x="384175" y="0"/>
                </a:lnTo>
                <a:lnTo>
                  <a:pt x="371475" y="15585"/>
                </a:lnTo>
                <a:lnTo>
                  <a:pt x="407987" y="15585"/>
                </a:lnTo>
                <a:lnTo>
                  <a:pt x="420687" y="0"/>
                </a:lnTo>
                <a:close/>
              </a:path>
            </a:pathLst>
          </a:custGeom>
          <a:solidFill>
            <a:srgbClr val="3DA642"/>
          </a:solidFill>
        </p:spPr>
        <p:txBody>
          <a:bodyPr wrap="square" lIns="0" tIns="0" rIns="0" bIns="0" rtlCol="0"/>
          <a:lstStyle/>
          <a:p>
            <a:endParaRPr/>
          </a:p>
        </p:txBody>
      </p:sp>
      <p:sp>
        <p:nvSpPr>
          <p:cNvPr id="93" name="object 93"/>
          <p:cNvSpPr/>
          <p:nvPr/>
        </p:nvSpPr>
        <p:spPr>
          <a:xfrm>
            <a:off x="4398962" y="5976405"/>
            <a:ext cx="49530" cy="94615"/>
          </a:xfrm>
          <a:custGeom>
            <a:avLst/>
            <a:gdLst/>
            <a:ahLst/>
            <a:cxnLst/>
            <a:rect l="l" t="t" r="r" b="b"/>
            <a:pathLst>
              <a:path w="49529" h="94614">
                <a:moveTo>
                  <a:pt x="49212" y="0"/>
                </a:moveTo>
                <a:lnTo>
                  <a:pt x="38100" y="0"/>
                </a:lnTo>
                <a:lnTo>
                  <a:pt x="25400" y="15670"/>
                </a:lnTo>
                <a:lnTo>
                  <a:pt x="12700" y="15670"/>
                </a:lnTo>
                <a:lnTo>
                  <a:pt x="12700" y="31339"/>
                </a:lnTo>
                <a:lnTo>
                  <a:pt x="25400" y="47010"/>
                </a:lnTo>
                <a:lnTo>
                  <a:pt x="25400" y="78350"/>
                </a:lnTo>
                <a:lnTo>
                  <a:pt x="38100" y="94020"/>
                </a:lnTo>
                <a:lnTo>
                  <a:pt x="38100" y="15670"/>
                </a:lnTo>
                <a:lnTo>
                  <a:pt x="25400" y="15670"/>
                </a:lnTo>
                <a:lnTo>
                  <a:pt x="0" y="0"/>
                </a:lnTo>
                <a:lnTo>
                  <a:pt x="49212" y="0"/>
                </a:lnTo>
                <a:close/>
              </a:path>
              <a:path w="49529" h="94614">
                <a:moveTo>
                  <a:pt x="38100" y="31339"/>
                </a:moveTo>
                <a:lnTo>
                  <a:pt x="38100" y="47010"/>
                </a:lnTo>
                <a:lnTo>
                  <a:pt x="49212" y="47010"/>
                </a:lnTo>
                <a:lnTo>
                  <a:pt x="38100" y="31339"/>
                </a:lnTo>
                <a:close/>
              </a:path>
            </a:pathLst>
          </a:custGeom>
          <a:solidFill>
            <a:srgbClr val="3DA642"/>
          </a:solidFill>
        </p:spPr>
        <p:txBody>
          <a:bodyPr wrap="square" lIns="0" tIns="0" rIns="0" bIns="0" rtlCol="0"/>
          <a:lstStyle/>
          <a:p>
            <a:endParaRPr/>
          </a:p>
        </p:txBody>
      </p:sp>
      <p:sp>
        <p:nvSpPr>
          <p:cNvPr id="94" name="object 94"/>
          <p:cNvSpPr/>
          <p:nvPr/>
        </p:nvSpPr>
        <p:spPr>
          <a:xfrm>
            <a:off x="4127500" y="5916438"/>
            <a:ext cx="135255" cy="154305"/>
          </a:xfrm>
          <a:custGeom>
            <a:avLst/>
            <a:gdLst/>
            <a:ahLst/>
            <a:cxnLst/>
            <a:rect l="l" t="t" r="r" b="b"/>
            <a:pathLst>
              <a:path w="135254" h="154304">
                <a:moveTo>
                  <a:pt x="85725" y="15571"/>
                </a:moveTo>
                <a:lnTo>
                  <a:pt x="49212" y="15571"/>
                </a:lnTo>
                <a:lnTo>
                  <a:pt x="36512" y="46714"/>
                </a:lnTo>
                <a:lnTo>
                  <a:pt x="23812" y="60556"/>
                </a:lnTo>
                <a:lnTo>
                  <a:pt x="11112" y="107271"/>
                </a:lnTo>
                <a:lnTo>
                  <a:pt x="0" y="153987"/>
                </a:lnTo>
                <a:lnTo>
                  <a:pt x="23812" y="107271"/>
                </a:lnTo>
                <a:lnTo>
                  <a:pt x="49212" y="60556"/>
                </a:lnTo>
                <a:lnTo>
                  <a:pt x="61912" y="46714"/>
                </a:lnTo>
                <a:lnTo>
                  <a:pt x="85725" y="15571"/>
                </a:lnTo>
                <a:close/>
              </a:path>
              <a:path w="135254" h="154304">
                <a:moveTo>
                  <a:pt x="49212" y="76128"/>
                </a:moveTo>
                <a:lnTo>
                  <a:pt x="36512" y="91700"/>
                </a:lnTo>
                <a:lnTo>
                  <a:pt x="36512" y="122843"/>
                </a:lnTo>
                <a:lnTo>
                  <a:pt x="49212" y="91700"/>
                </a:lnTo>
                <a:lnTo>
                  <a:pt x="49212" y="76128"/>
                </a:lnTo>
                <a:close/>
              </a:path>
              <a:path w="135254" h="154304">
                <a:moveTo>
                  <a:pt x="134937" y="15571"/>
                </a:moveTo>
                <a:lnTo>
                  <a:pt x="85725" y="15571"/>
                </a:lnTo>
                <a:lnTo>
                  <a:pt x="61912" y="46714"/>
                </a:lnTo>
                <a:lnTo>
                  <a:pt x="49212" y="76128"/>
                </a:lnTo>
                <a:lnTo>
                  <a:pt x="61912" y="60556"/>
                </a:lnTo>
                <a:lnTo>
                  <a:pt x="73025" y="46714"/>
                </a:lnTo>
                <a:lnTo>
                  <a:pt x="85725" y="31142"/>
                </a:lnTo>
                <a:lnTo>
                  <a:pt x="123825" y="31142"/>
                </a:lnTo>
                <a:lnTo>
                  <a:pt x="134937" y="15571"/>
                </a:lnTo>
                <a:close/>
              </a:path>
              <a:path w="135254" h="154304">
                <a:moveTo>
                  <a:pt x="85725" y="31142"/>
                </a:moveTo>
                <a:lnTo>
                  <a:pt x="85725" y="46714"/>
                </a:lnTo>
                <a:lnTo>
                  <a:pt x="98425" y="60556"/>
                </a:lnTo>
                <a:lnTo>
                  <a:pt x="98425" y="46714"/>
                </a:lnTo>
                <a:lnTo>
                  <a:pt x="85725" y="31142"/>
                </a:lnTo>
                <a:close/>
              </a:path>
              <a:path w="135254" h="154304">
                <a:moveTo>
                  <a:pt x="123825" y="31142"/>
                </a:moveTo>
                <a:lnTo>
                  <a:pt x="98425" y="31142"/>
                </a:lnTo>
                <a:lnTo>
                  <a:pt x="111125" y="46714"/>
                </a:lnTo>
                <a:lnTo>
                  <a:pt x="123825" y="31142"/>
                </a:lnTo>
                <a:close/>
              </a:path>
              <a:path w="135254" h="154304">
                <a:moveTo>
                  <a:pt x="85725" y="0"/>
                </a:moveTo>
                <a:lnTo>
                  <a:pt x="73025" y="15571"/>
                </a:lnTo>
                <a:lnTo>
                  <a:pt x="98425" y="15571"/>
                </a:lnTo>
                <a:lnTo>
                  <a:pt x="85725" y="0"/>
                </a:lnTo>
                <a:close/>
              </a:path>
            </a:pathLst>
          </a:custGeom>
          <a:solidFill>
            <a:srgbClr val="3DA642"/>
          </a:solidFill>
        </p:spPr>
        <p:txBody>
          <a:bodyPr wrap="square" lIns="0" tIns="0" rIns="0" bIns="0" rtlCol="0"/>
          <a:lstStyle/>
          <a:p>
            <a:endParaRPr/>
          </a:p>
        </p:txBody>
      </p:sp>
      <p:sp>
        <p:nvSpPr>
          <p:cNvPr id="95" name="object 95"/>
          <p:cNvSpPr/>
          <p:nvPr/>
        </p:nvSpPr>
        <p:spPr>
          <a:xfrm>
            <a:off x="4645025" y="6070425"/>
            <a:ext cx="49530" cy="184150"/>
          </a:xfrm>
          <a:custGeom>
            <a:avLst/>
            <a:gdLst/>
            <a:ahLst/>
            <a:cxnLst/>
            <a:rect l="l" t="t" r="r" b="b"/>
            <a:pathLst>
              <a:path w="49529" h="184150">
                <a:moveTo>
                  <a:pt x="12700" y="168515"/>
                </a:moveTo>
                <a:lnTo>
                  <a:pt x="0" y="184149"/>
                </a:lnTo>
                <a:lnTo>
                  <a:pt x="12700" y="184149"/>
                </a:lnTo>
                <a:lnTo>
                  <a:pt x="12700" y="168515"/>
                </a:lnTo>
                <a:close/>
              </a:path>
              <a:path w="49529" h="184150">
                <a:moveTo>
                  <a:pt x="23812" y="60803"/>
                </a:moveTo>
                <a:lnTo>
                  <a:pt x="12700" y="76440"/>
                </a:lnTo>
                <a:lnTo>
                  <a:pt x="12700" y="137243"/>
                </a:lnTo>
                <a:lnTo>
                  <a:pt x="23812" y="107709"/>
                </a:lnTo>
                <a:lnTo>
                  <a:pt x="23812" y="60803"/>
                </a:lnTo>
                <a:close/>
              </a:path>
              <a:path w="49529" h="184150">
                <a:moveTo>
                  <a:pt x="36512" y="45168"/>
                </a:moveTo>
                <a:lnTo>
                  <a:pt x="12700" y="45168"/>
                </a:lnTo>
                <a:lnTo>
                  <a:pt x="23812" y="60803"/>
                </a:lnTo>
                <a:lnTo>
                  <a:pt x="36512" y="45168"/>
                </a:lnTo>
                <a:close/>
              </a:path>
              <a:path w="49529" h="184150">
                <a:moveTo>
                  <a:pt x="36512" y="0"/>
                </a:moveTo>
                <a:lnTo>
                  <a:pt x="23812" y="0"/>
                </a:lnTo>
                <a:lnTo>
                  <a:pt x="36512" y="13897"/>
                </a:lnTo>
                <a:lnTo>
                  <a:pt x="36512" y="60803"/>
                </a:lnTo>
                <a:lnTo>
                  <a:pt x="49212" y="45168"/>
                </a:lnTo>
                <a:lnTo>
                  <a:pt x="49212" y="13897"/>
                </a:lnTo>
                <a:lnTo>
                  <a:pt x="36512" y="0"/>
                </a:lnTo>
                <a:close/>
              </a:path>
            </a:pathLst>
          </a:custGeom>
          <a:solidFill>
            <a:srgbClr val="3DA642"/>
          </a:solidFill>
        </p:spPr>
        <p:txBody>
          <a:bodyPr wrap="square" lIns="0" tIns="0" rIns="0" bIns="0" rtlCol="0"/>
          <a:lstStyle/>
          <a:p>
            <a:endParaRPr/>
          </a:p>
        </p:txBody>
      </p:sp>
      <p:sp>
        <p:nvSpPr>
          <p:cNvPr id="96" name="object 96"/>
          <p:cNvSpPr/>
          <p:nvPr/>
        </p:nvSpPr>
        <p:spPr>
          <a:xfrm>
            <a:off x="4610100" y="6284799"/>
            <a:ext cx="22225" cy="30480"/>
          </a:xfrm>
          <a:custGeom>
            <a:avLst/>
            <a:gdLst/>
            <a:ahLst/>
            <a:cxnLst/>
            <a:rect l="l" t="t" r="r" b="b"/>
            <a:pathLst>
              <a:path w="22225" h="30479">
                <a:moveTo>
                  <a:pt x="22224" y="0"/>
                </a:moveTo>
                <a:lnTo>
                  <a:pt x="9525" y="0"/>
                </a:lnTo>
                <a:lnTo>
                  <a:pt x="0" y="15935"/>
                </a:lnTo>
                <a:lnTo>
                  <a:pt x="9525" y="30101"/>
                </a:lnTo>
                <a:lnTo>
                  <a:pt x="9525" y="15935"/>
                </a:lnTo>
                <a:lnTo>
                  <a:pt x="22224" y="0"/>
                </a:lnTo>
                <a:close/>
              </a:path>
            </a:pathLst>
          </a:custGeom>
          <a:solidFill>
            <a:srgbClr val="5478BF"/>
          </a:solidFill>
        </p:spPr>
        <p:txBody>
          <a:bodyPr wrap="square" lIns="0" tIns="0" rIns="0" bIns="0" rtlCol="0"/>
          <a:lstStyle/>
          <a:p>
            <a:endParaRPr/>
          </a:p>
        </p:txBody>
      </p:sp>
      <p:graphicFrame>
        <p:nvGraphicFramePr>
          <p:cNvPr id="97" name="object 97"/>
          <p:cNvGraphicFramePr>
            <a:graphicFrameLocks noGrp="1"/>
          </p:cNvGraphicFramePr>
          <p:nvPr/>
        </p:nvGraphicFramePr>
        <p:xfrm>
          <a:off x="3151187" y="2927172"/>
          <a:ext cx="5437185" cy="3879846"/>
        </p:xfrm>
        <a:graphic>
          <a:graphicData uri="http://schemas.openxmlformats.org/drawingml/2006/table">
            <a:tbl>
              <a:tblPr firstRow="1" bandRow="1">
                <a:tableStyleId>{2D5ABB26-0587-4C30-8999-92F81FD0307C}</a:tableStyleId>
              </a:tblPr>
              <a:tblGrid>
                <a:gridCol w="2717800">
                  <a:extLst>
                    <a:ext uri="{9D8B030D-6E8A-4147-A177-3AD203B41FA5}">
                      <a16:colId xmlns:a16="http://schemas.microsoft.com/office/drawing/2014/main" val="20000"/>
                    </a:ext>
                  </a:extLst>
                </a:gridCol>
                <a:gridCol w="2719385">
                  <a:extLst>
                    <a:ext uri="{9D8B030D-6E8A-4147-A177-3AD203B41FA5}">
                      <a16:colId xmlns:a16="http://schemas.microsoft.com/office/drawing/2014/main" val="20001"/>
                    </a:ext>
                  </a:extLst>
                </a:gridCol>
              </a:tblGrid>
              <a:tr h="1939925">
                <a:tc>
                  <a:txBody>
                    <a:bodyPr/>
                    <a:lstStyle/>
                    <a:p>
                      <a:pPr>
                        <a:lnSpc>
                          <a:spcPct val="100000"/>
                        </a:lnSpc>
                        <a:spcBef>
                          <a:spcPts val="35"/>
                        </a:spcBef>
                      </a:pPr>
                      <a:endParaRPr sz="2150">
                        <a:latin typeface="Times New Roman"/>
                        <a:cs typeface="Times New Roman"/>
                      </a:endParaRPr>
                    </a:p>
                    <a:p>
                      <a:pPr marL="541020" marR="227329" indent="-333375">
                        <a:lnSpc>
                          <a:spcPct val="114500"/>
                        </a:lnSpc>
                        <a:spcBef>
                          <a:spcPts val="5"/>
                        </a:spcBef>
                      </a:pPr>
                      <a:r>
                        <a:rPr sz="1800" dirty="0">
                          <a:latin typeface="Arial"/>
                          <a:cs typeface="Arial"/>
                        </a:rPr>
                        <a:t>Focus on</a:t>
                      </a:r>
                      <a:r>
                        <a:rPr sz="1800" spc="-100" dirty="0">
                          <a:latin typeface="Arial"/>
                          <a:cs typeface="Arial"/>
                        </a:rPr>
                        <a:t> </a:t>
                      </a:r>
                      <a:r>
                        <a:rPr sz="1800" dirty="0">
                          <a:latin typeface="Arial"/>
                          <a:cs typeface="Arial"/>
                        </a:rPr>
                        <a:t>fundamental  process</a:t>
                      </a:r>
                      <a:r>
                        <a:rPr sz="1800" spc="-100" dirty="0">
                          <a:latin typeface="Arial"/>
                          <a:cs typeface="Arial"/>
                        </a:rPr>
                        <a:t> </a:t>
                      </a:r>
                      <a:r>
                        <a:rPr sz="1800" dirty="0">
                          <a:latin typeface="Arial"/>
                          <a:cs typeface="Arial"/>
                        </a:rPr>
                        <a:t>change</a:t>
                      </a:r>
                      <a:endParaRPr sz="1800">
                        <a:latin typeface="Arial"/>
                        <a:cs typeface="Arial"/>
                      </a:endParaRPr>
                    </a:p>
                  </a:txBody>
                  <a:tcPr marL="0" marR="0" marT="0" marB="0">
                    <a:lnL w="12699">
                      <a:solidFill>
                        <a:srgbClr val="000000"/>
                      </a:solidFill>
                      <a:prstDash val="solid"/>
                    </a:lnL>
                    <a:lnR w="12701">
                      <a:solidFill>
                        <a:srgbClr val="000000"/>
                      </a:solidFill>
                      <a:prstDash val="solid"/>
                    </a:lnR>
                    <a:lnT w="12699">
                      <a:solidFill>
                        <a:srgbClr val="000000"/>
                      </a:solidFill>
                      <a:prstDash val="solid"/>
                    </a:lnT>
                    <a:lnB w="12700">
                      <a:solidFill>
                        <a:srgbClr val="000000"/>
                      </a:solidFill>
                      <a:prstDash val="solid"/>
                    </a:lnB>
                  </a:tcPr>
                </a:tc>
                <a:tc>
                  <a:txBody>
                    <a:bodyPr/>
                    <a:lstStyle/>
                    <a:p>
                      <a:pPr marL="769620" marR="777240" indent="61594">
                        <a:lnSpc>
                          <a:spcPct val="114199"/>
                        </a:lnSpc>
                        <a:spcBef>
                          <a:spcPts val="105"/>
                        </a:spcBef>
                      </a:pPr>
                      <a:r>
                        <a:rPr sz="1800" b="1" dirty="0">
                          <a:latin typeface="Arial"/>
                          <a:cs typeface="Arial"/>
                        </a:rPr>
                        <a:t>Mistake 1  </a:t>
                      </a:r>
                      <a:r>
                        <a:rPr sz="1800" b="1" spc="-135" dirty="0">
                          <a:latin typeface="Arial"/>
                          <a:cs typeface="Arial"/>
                        </a:rPr>
                        <a:t>T</a:t>
                      </a:r>
                      <a:r>
                        <a:rPr sz="1800" b="1" dirty="0">
                          <a:latin typeface="Arial"/>
                          <a:cs typeface="Arial"/>
                        </a:rPr>
                        <a:t>am</a:t>
                      </a:r>
                      <a:r>
                        <a:rPr sz="1800" b="1" spc="-5" dirty="0">
                          <a:latin typeface="Arial"/>
                          <a:cs typeface="Arial"/>
                        </a:rPr>
                        <a:t>p</a:t>
                      </a:r>
                      <a:r>
                        <a:rPr sz="1800" b="1" dirty="0">
                          <a:latin typeface="Arial"/>
                          <a:cs typeface="Arial"/>
                        </a:rPr>
                        <a:t>er</a:t>
                      </a:r>
                      <a:r>
                        <a:rPr sz="1800" b="1" spc="-5" dirty="0">
                          <a:latin typeface="Arial"/>
                          <a:cs typeface="Arial"/>
                        </a:rPr>
                        <a:t>in</a:t>
                      </a:r>
                      <a:r>
                        <a:rPr sz="1800" b="1" dirty="0">
                          <a:latin typeface="Arial"/>
                          <a:cs typeface="Arial"/>
                        </a:rPr>
                        <a:t>g</a:t>
                      </a:r>
                      <a:endParaRPr sz="1800">
                        <a:latin typeface="Arial"/>
                        <a:cs typeface="Arial"/>
                      </a:endParaRPr>
                    </a:p>
                    <a:p>
                      <a:pPr marL="388620">
                        <a:lnSpc>
                          <a:spcPct val="100000"/>
                        </a:lnSpc>
                        <a:spcBef>
                          <a:spcPts val="325"/>
                        </a:spcBef>
                      </a:pPr>
                      <a:r>
                        <a:rPr sz="1800" dirty="0">
                          <a:latin typeface="Arial"/>
                          <a:cs typeface="Arial"/>
                        </a:rPr>
                        <a:t>(increases</a:t>
                      </a:r>
                      <a:r>
                        <a:rPr sz="1800" spc="-100" dirty="0">
                          <a:latin typeface="Arial"/>
                          <a:cs typeface="Arial"/>
                        </a:rPr>
                        <a:t> </a:t>
                      </a:r>
                      <a:r>
                        <a:rPr sz="1800" dirty="0">
                          <a:latin typeface="Arial"/>
                          <a:cs typeface="Arial"/>
                        </a:rPr>
                        <a:t>variation)</a:t>
                      </a:r>
                      <a:endParaRPr sz="1800">
                        <a:latin typeface="Arial"/>
                        <a:cs typeface="Arial"/>
                      </a:endParaRPr>
                    </a:p>
                  </a:txBody>
                  <a:tcPr marL="0" marR="0" marT="0" marB="0">
                    <a:lnL w="12701">
                      <a:solidFill>
                        <a:srgbClr val="000000"/>
                      </a:solidFill>
                      <a:prstDash val="solid"/>
                    </a:lnL>
                    <a:lnR w="12699">
                      <a:solidFill>
                        <a:srgbClr val="000000"/>
                      </a:solidFill>
                      <a:prstDash val="solid"/>
                    </a:lnR>
                    <a:lnT w="12699">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1939921">
                <a:tc>
                  <a:txBody>
                    <a:bodyPr/>
                    <a:lstStyle/>
                    <a:p>
                      <a:pPr marR="90170" algn="ctr">
                        <a:lnSpc>
                          <a:spcPct val="100000"/>
                        </a:lnSpc>
                        <a:spcBef>
                          <a:spcPts val="250"/>
                        </a:spcBef>
                      </a:pPr>
                      <a:r>
                        <a:rPr sz="1800" b="1" dirty="0">
                          <a:latin typeface="Arial"/>
                          <a:cs typeface="Arial"/>
                        </a:rPr>
                        <a:t>Mistake</a:t>
                      </a:r>
                      <a:r>
                        <a:rPr sz="1800" b="1" spc="-100" dirty="0">
                          <a:latin typeface="Arial"/>
                          <a:cs typeface="Arial"/>
                        </a:rPr>
                        <a:t> </a:t>
                      </a:r>
                      <a:r>
                        <a:rPr sz="1800" b="1" dirty="0">
                          <a:latin typeface="Arial"/>
                          <a:cs typeface="Arial"/>
                        </a:rPr>
                        <a:t>2</a:t>
                      </a:r>
                      <a:endParaRPr sz="1800">
                        <a:latin typeface="Arial"/>
                        <a:cs typeface="Arial"/>
                      </a:endParaRPr>
                    </a:p>
                    <a:p>
                      <a:pPr marR="90170" algn="ctr">
                        <a:lnSpc>
                          <a:spcPct val="100000"/>
                        </a:lnSpc>
                        <a:spcBef>
                          <a:spcPts val="445"/>
                        </a:spcBef>
                      </a:pPr>
                      <a:r>
                        <a:rPr sz="1800" b="1" dirty="0">
                          <a:latin typeface="Arial"/>
                          <a:cs typeface="Arial"/>
                        </a:rPr>
                        <a:t>Underreacting</a:t>
                      </a:r>
                      <a:endParaRPr sz="1800">
                        <a:latin typeface="Arial"/>
                        <a:cs typeface="Arial"/>
                      </a:endParaRPr>
                    </a:p>
                    <a:p>
                      <a:pPr marL="420370">
                        <a:lnSpc>
                          <a:spcPct val="100000"/>
                        </a:lnSpc>
                        <a:spcBef>
                          <a:spcPts val="325"/>
                        </a:spcBef>
                      </a:pPr>
                      <a:r>
                        <a:rPr sz="1800" dirty="0">
                          <a:latin typeface="Arial"/>
                          <a:cs typeface="Arial"/>
                        </a:rPr>
                        <a:t>(missed</a:t>
                      </a:r>
                      <a:r>
                        <a:rPr sz="1800" spc="-100" dirty="0">
                          <a:latin typeface="Arial"/>
                          <a:cs typeface="Arial"/>
                        </a:rPr>
                        <a:t> </a:t>
                      </a:r>
                      <a:r>
                        <a:rPr sz="1800" dirty="0">
                          <a:latin typeface="Arial"/>
                          <a:cs typeface="Arial"/>
                        </a:rPr>
                        <a:t>prevention)</a:t>
                      </a:r>
                      <a:endParaRPr sz="1800">
                        <a:latin typeface="Arial"/>
                        <a:cs typeface="Arial"/>
                      </a:endParaRPr>
                    </a:p>
                  </a:txBody>
                  <a:tcPr marL="0" marR="0" marT="0" marB="0">
                    <a:lnL w="12699">
                      <a:solidFill>
                        <a:srgbClr val="000000"/>
                      </a:solidFill>
                      <a:prstDash val="solid"/>
                    </a:lnL>
                    <a:lnR w="12701">
                      <a:solidFill>
                        <a:srgbClr val="000000"/>
                      </a:solidFill>
                      <a:prstDash val="solid"/>
                    </a:lnR>
                    <a:lnT w="12700">
                      <a:solidFill>
                        <a:srgbClr val="000000"/>
                      </a:solidFill>
                      <a:prstDash val="solid"/>
                    </a:lnT>
                    <a:lnB w="12699">
                      <a:solidFill>
                        <a:srgbClr val="000000"/>
                      </a:solidFill>
                      <a:prstDash val="solid"/>
                    </a:lnB>
                  </a:tcPr>
                </a:tc>
                <a:tc>
                  <a:txBody>
                    <a:bodyPr/>
                    <a:lstStyle/>
                    <a:p>
                      <a:pPr>
                        <a:lnSpc>
                          <a:spcPct val="100000"/>
                        </a:lnSpc>
                        <a:spcBef>
                          <a:spcPts val="15"/>
                        </a:spcBef>
                      </a:pPr>
                      <a:endParaRPr sz="2100">
                        <a:latin typeface="Times New Roman"/>
                        <a:cs typeface="Times New Roman"/>
                      </a:endParaRPr>
                    </a:p>
                    <a:p>
                      <a:pPr marL="596265" marR="224154" indent="-396875">
                        <a:lnSpc>
                          <a:spcPct val="115900"/>
                        </a:lnSpc>
                      </a:pPr>
                      <a:r>
                        <a:rPr sz="1800" dirty="0">
                          <a:latin typeface="Arial"/>
                          <a:cs typeface="Arial"/>
                        </a:rPr>
                        <a:t>Focus on</a:t>
                      </a:r>
                      <a:r>
                        <a:rPr sz="1800" spc="-100" dirty="0">
                          <a:latin typeface="Arial"/>
                          <a:cs typeface="Arial"/>
                        </a:rPr>
                        <a:t> </a:t>
                      </a:r>
                      <a:r>
                        <a:rPr sz="1800" dirty="0">
                          <a:latin typeface="Arial"/>
                          <a:cs typeface="Arial"/>
                        </a:rPr>
                        <a:t>investigating  special</a:t>
                      </a:r>
                      <a:r>
                        <a:rPr sz="1800" spc="-100" dirty="0">
                          <a:latin typeface="Arial"/>
                          <a:cs typeface="Arial"/>
                        </a:rPr>
                        <a:t> </a:t>
                      </a:r>
                      <a:r>
                        <a:rPr sz="1800" dirty="0">
                          <a:latin typeface="Arial"/>
                          <a:cs typeface="Arial"/>
                        </a:rPr>
                        <a:t>causes</a:t>
                      </a:r>
                      <a:endParaRPr sz="1800">
                        <a:latin typeface="Arial"/>
                        <a:cs typeface="Arial"/>
                      </a:endParaRPr>
                    </a:p>
                  </a:txBody>
                  <a:tcPr marL="0" marR="0" marT="0" marB="0">
                    <a:lnL w="12701">
                      <a:solidFill>
                        <a:srgbClr val="000000"/>
                      </a:solidFill>
                      <a:prstDash val="solid"/>
                    </a:lnL>
                    <a:lnR w="12699">
                      <a:solidFill>
                        <a:srgbClr val="000000"/>
                      </a:solidFill>
                      <a:prstDash val="solid"/>
                    </a:lnR>
                    <a:lnT w="12700">
                      <a:solidFill>
                        <a:srgbClr val="000000"/>
                      </a:solidFill>
                      <a:prstDash val="solid"/>
                    </a:lnT>
                    <a:lnB w="12699">
                      <a:solidFill>
                        <a:srgbClr val="000000"/>
                      </a:solidFill>
                      <a:prstDash val="solid"/>
                    </a:lnB>
                  </a:tcPr>
                </a:tc>
                <a:extLst>
                  <a:ext uri="{0D108BD9-81ED-4DB2-BD59-A6C34878D82A}">
                    <a16:rowId xmlns:a16="http://schemas.microsoft.com/office/drawing/2014/main" val="10001"/>
                  </a:ext>
                </a:extLst>
              </a:tr>
            </a:tbl>
          </a:graphicData>
        </a:graphic>
      </p:graphicFrame>
      <p:sp>
        <p:nvSpPr>
          <p:cNvPr id="98" name="object 98"/>
          <p:cNvSpPr txBox="1"/>
          <p:nvPr/>
        </p:nvSpPr>
        <p:spPr>
          <a:xfrm>
            <a:off x="269875" y="4042590"/>
            <a:ext cx="1068070" cy="1264285"/>
          </a:xfrm>
          <a:prstGeom prst="rect">
            <a:avLst/>
          </a:prstGeom>
        </p:spPr>
        <p:txBody>
          <a:bodyPr vert="horz" wrap="square" lIns="0" tIns="0" rIns="0" bIns="0" rtlCol="0">
            <a:spAutoFit/>
          </a:bodyPr>
          <a:lstStyle/>
          <a:p>
            <a:pPr marL="12700" marR="5080" algn="just">
              <a:lnSpc>
                <a:spcPct val="152300"/>
              </a:lnSpc>
            </a:pPr>
            <a:r>
              <a:rPr sz="1800" b="1" dirty="0">
                <a:solidFill>
                  <a:srgbClr val="0000FF"/>
                </a:solidFill>
                <a:latin typeface="Arial"/>
                <a:cs typeface="Arial"/>
              </a:rPr>
              <a:t>What the  variation  </a:t>
            </a:r>
            <a:r>
              <a:rPr sz="1800" b="1" i="1" spc="-5" dirty="0">
                <a:solidFill>
                  <a:srgbClr val="0000FF"/>
                </a:solidFill>
                <a:latin typeface="Arial"/>
                <a:cs typeface="Arial"/>
              </a:rPr>
              <a:t>really</a:t>
            </a:r>
            <a:r>
              <a:rPr sz="1800" b="1" i="1" spc="-95" dirty="0">
                <a:solidFill>
                  <a:srgbClr val="0000FF"/>
                </a:solidFill>
                <a:latin typeface="Arial"/>
                <a:cs typeface="Arial"/>
              </a:rPr>
              <a:t> </a:t>
            </a:r>
            <a:r>
              <a:rPr sz="1800" b="1" dirty="0">
                <a:solidFill>
                  <a:srgbClr val="0000FF"/>
                </a:solidFill>
                <a:latin typeface="Arial"/>
                <a:cs typeface="Arial"/>
              </a:rPr>
              <a:t>is...</a:t>
            </a:r>
            <a:endParaRPr sz="1800">
              <a:latin typeface="Arial"/>
              <a:cs typeface="Arial"/>
            </a:endParaRPr>
          </a:p>
        </p:txBody>
      </p:sp>
      <p:sp>
        <p:nvSpPr>
          <p:cNvPr id="99" name="Tijdelijke aanduiding voor dianummer 98"/>
          <p:cNvSpPr>
            <a:spLocks noGrp="1"/>
          </p:cNvSpPr>
          <p:nvPr>
            <p:ph type="sldNum" sz="quarter" idx="12"/>
          </p:nvPr>
        </p:nvSpPr>
        <p:spPr/>
        <p:txBody>
          <a:bodyPr/>
          <a:lstStyle/>
          <a:p>
            <a:pPr>
              <a:defRPr/>
            </a:pPr>
            <a:fld id="{58282971-9F67-4B8D-956D-CE27B12C28F5}" type="slidenum">
              <a:rPr lang="en-US" smtClean="0"/>
              <a:pPr>
                <a:defRPr/>
              </a:pPr>
              <a:t>64</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38150" y="879773"/>
            <a:ext cx="8234363" cy="461665"/>
          </a:xfrm>
          <a:prstGeom prst="rect">
            <a:avLst/>
          </a:prstGeom>
        </p:spPr>
        <p:txBody>
          <a:bodyPr vert="horz" wrap="square" lIns="0" tIns="0" rIns="0" bIns="0" rtlCol="0">
            <a:spAutoFit/>
          </a:bodyPr>
          <a:lstStyle/>
          <a:p>
            <a:pPr marL="12700">
              <a:lnSpc>
                <a:spcPct val="100000"/>
              </a:lnSpc>
            </a:pPr>
            <a:r>
              <a:rPr dirty="0"/>
              <a:t>Review: </a:t>
            </a:r>
            <a:r>
              <a:rPr spc="-5" dirty="0"/>
              <a:t>Control Limits</a:t>
            </a:r>
            <a:r>
              <a:rPr spc="-50" dirty="0"/>
              <a:t> </a:t>
            </a:r>
            <a:r>
              <a:rPr dirty="0"/>
              <a:t>vs.</a:t>
            </a:r>
            <a:r>
              <a:rPr lang="nl-BE" dirty="0"/>
              <a:t> </a:t>
            </a:r>
            <a:r>
              <a:rPr lang="nl-BE" dirty="0" err="1"/>
              <a:t>specification</a:t>
            </a:r>
            <a:r>
              <a:rPr lang="nl-BE" dirty="0"/>
              <a:t> </a:t>
            </a:r>
            <a:r>
              <a:rPr lang="nl-BE" dirty="0" err="1"/>
              <a:t>limits</a:t>
            </a:r>
            <a:endParaRPr dirty="0"/>
          </a:p>
        </p:txBody>
      </p:sp>
      <p:sp>
        <p:nvSpPr>
          <p:cNvPr id="5" name="object 5"/>
          <p:cNvSpPr/>
          <p:nvPr/>
        </p:nvSpPr>
        <p:spPr>
          <a:xfrm>
            <a:off x="5048250" y="2575128"/>
            <a:ext cx="3640454" cy="2548255"/>
          </a:xfrm>
          <a:custGeom>
            <a:avLst/>
            <a:gdLst/>
            <a:ahLst/>
            <a:cxnLst/>
            <a:rect l="l" t="t" r="r" b="b"/>
            <a:pathLst>
              <a:path w="3640454" h="2548254">
                <a:moveTo>
                  <a:pt x="0" y="0"/>
                </a:moveTo>
                <a:lnTo>
                  <a:pt x="0" y="2547937"/>
                </a:lnTo>
                <a:lnTo>
                  <a:pt x="3640137" y="2547937"/>
                </a:lnTo>
                <a:lnTo>
                  <a:pt x="0" y="0"/>
                </a:lnTo>
                <a:close/>
              </a:path>
            </a:pathLst>
          </a:custGeom>
          <a:solidFill>
            <a:srgbClr val="FFFFFF"/>
          </a:solidFill>
        </p:spPr>
        <p:txBody>
          <a:bodyPr wrap="square" lIns="0" tIns="0" rIns="0" bIns="0" rtlCol="0"/>
          <a:lstStyle/>
          <a:p>
            <a:endParaRPr/>
          </a:p>
        </p:txBody>
      </p:sp>
      <p:sp>
        <p:nvSpPr>
          <p:cNvPr id="6" name="object 6"/>
          <p:cNvSpPr/>
          <p:nvPr/>
        </p:nvSpPr>
        <p:spPr>
          <a:xfrm>
            <a:off x="5099862" y="2248586"/>
            <a:ext cx="3354184" cy="989214"/>
          </a:xfrm>
          <a:prstGeom prst="rect">
            <a:avLst/>
          </a:prstGeom>
          <a:blipFill>
            <a:blip r:embed="rId3" cstate="email"/>
            <a:stretch>
              <a:fillRect/>
            </a:stretch>
          </a:blipFill>
        </p:spPr>
        <p:txBody>
          <a:bodyPr wrap="square" lIns="0" tIns="0" rIns="0" bIns="0" rtlCol="0"/>
          <a:lstStyle/>
          <a:p>
            <a:endParaRPr/>
          </a:p>
        </p:txBody>
      </p:sp>
      <p:sp>
        <p:nvSpPr>
          <p:cNvPr id="7" name="object 7"/>
          <p:cNvSpPr/>
          <p:nvPr/>
        </p:nvSpPr>
        <p:spPr>
          <a:xfrm>
            <a:off x="5162206" y="2277684"/>
            <a:ext cx="3050768" cy="926868"/>
          </a:xfrm>
          <a:prstGeom prst="rect">
            <a:avLst/>
          </a:prstGeom>
          <a:blipFill>
            <a:blip r:embed="rId4" cstate="email"/>
            <a:stretch>
              <a:fillRect/>
            </a:stretch>
          </a:blipFill>
        </p:spPr>
        <p:txBody>
          <a:bodyPr wrap="square" lIns="0" tIns="0" rIns="0" bIns="0" rtlCol="0"/>
          <a:lstStyle/>
          <a:p>
            <a:endParaRPr/>
          </a:p>
        </p:txBody>
      </p:sp>
      <p:sp>
        <p:nvSpPr>
          <p:cNvPr id="8" name="object 8"/>
          <p:cNvSpPr/>
          <p:nvPr/>
        </p:nvSpPr>
        <p:spPr>
          <a:xfrm>
            <a:off x="5140325" y="2289378"/>
            <a:ext cx="3197225" cy="835025"/>
          </a:xfrm>
          <a:custGeom>
            <a:avLst/>
            <a:gdLst/>
            <a:ahLst/>
            <a:cxnLst/>
            <a:rect l="l" t="t" r="r" b="b"/>
            <a:pathLst>
              <a:path w="3197225" h="835025">
                <a:moveTo>
                  <a:pt x="0" y="0"/>
                </a:moveTo>
                <a:lnTo>
                  <a:pt x="3197225" y="0"/>
                </a:lnTo>
                <a:lnTo>
                  <a:pt x="3197225" y="835025"/>
                </a:lnTo>
                <a:lnTo>
                  <a:pt x="0" y="835025"/>
                </a:lnTo>
                <a:lnTo>
                  <a:pt x="0" y="0"/>
                </a:lnTo>
                <a:close/>
              </a:path>
            </a:pathLst>
          </a:custGeom>
          <a:solidFill>
            <a:srgbClr val="FFFFFF"/>
          </a:solidFill>
        </p:spPr>
        <p:txBody>
          <a:bodyPr wrap="square" lIns="0" tIns="0" rIns="0" bIns="0" rtlCol="0"/>
          <a:lstStyle/>
          <a:p>
            <a:endParaRPr/>
          </a:p>
        </p:txBody>
      </p:sp>
      <p:sp>
        <p:nvSpPr>
          <p:cNvPr id="9" name="object 9"/>
          <p:cNvSpPr txBox="1"/>
          <p:nvPr/>
        </p:nvSpPr>
        <p:spPr>
          <a:xfrm>
            <a:off x="5140325" y="2289378"/>
            <a:ext cx="3197225" cy="835025"/>
          </a:xfrm>
          <a:prstGeom prst="rect">
            <a:avLst/>
          </a:prstGeom>
          <a:ln w="12699">
            <a:solidFill>
              <a:srgbClr val="000000"/>
            </a:solidFill>
          </a:ln>
        </p:spPr>
        <p:txBody>
          <a:bodyPr vert="horz" wrap="square" lIns="0" tIns="59690" rIns="0" bIns="0" rtlCol="0">
            <a:spAutoFit/>
          </a:bodyPr>
          <a:lstStyle/>
          <a:p>
            <a:pPr marL="85090" marR="296545">
              <a:lnSpc>
                <a:spcPts val="2800"/>
              </a:lnSpc>
              <a:spcBef>
                <a:spcPts val="470"/>
              </a:spcBef>
            </a:pPr>
            <a:r>
              <a:rPr sz="2400" b="1" i="1" dirty="0">
                <a:latin typeface="Arial"/>
                <a:cs typeface="Arial"/>
              </a:rPr>
              <a:t>Capable of Meeting  Specification</a:t>
            </a:r>
            <a:endParaRPr sz="2400">
              <a:latin typeface="Arial"/>
              <a:cs typeface="Arial"/>
            </a:endParaRPr>
          </a:p>
        </p:txBody>
      </p:sp>
      <p:sp>
        <p:nvSpPr>
          <p:cNvPr id="10" name="object 10"/>
          <p:cNvSpPr/>
          <p:nvPr/>
        </p:nvSpPr>
        <p:spPr>
          <a:xfrm>
            <a:off x="363537" y="4683963"/>
            <a:ext cx="0" cy="2057400"/>
          </a:xfrm>
          <a:custGeom>
            <a:avLst/>
            <a:gdLst/>
            <a:ahLst/>
            <a:cxnLst/>
            <a:rect l="l" t="t" r="r" b="b"/>
            <a:pathLst>
              <a:path h="2057400">
                <a:moveTo>
                  <a:pt x="0" y="0"/>
                </a:moveTo>
                <a:lnTo>
                  <a:pt x="0" y="2057398"/>
                </a:lnTo>
              </a:path>
            </a:pathLst>
          </a:custGeom>
          <a:ln w="25399">
            <a:solidFill>
              <a:srgbClr val="000000"/>
            </a:solidFill>
          </a:ln>
        </p:spPr>
        <p:txBody>
          <a:bodyPr wrap="square" lIns="0" tIns="0" rIns="0" bIns="0" rtlCol="0"/>
          <a:lstStyle/>
          <a:p>
            <a:endParaRPr/>
          </a:p>
        </p:txBody>
      </p:sp>
      <p:sp>
        <p:nvSpPr>
          <p:cNvPr id="11" name="object 11"/>
          <p:cNvSpPr/>
          <p:nvPr/>
        </p:nvSpPr>
        <p:spPr>
          <a:xfrm>
            <a:off x="363537" y="5044325"/>
            <a:ext cx="3564254" cy="0"/>
          </a:xfrm>
          <a:custGeom>
            <a:avLst/>
            <a:gdLst/>
            <a:ahLst/>
            <a:cxnLst/>
            <a:rect l="l" t="t" r="r" b="b"/>
            <a:pathLst>
              <a:path w="3564254">
                <a:moveTo>
                  <a:pt x="0" y="0"/>
                </a:moveTo>
                <a:lnTo>
                  <a:pt x="3563937" y="0"/>
                </a:lnTo>
              </a:path>
            </a:pathLst>
          </a:custGeom>
          <a:ln w="25399">
            <a:solidFill>
              <a:srgbClr val="4349AA"/>
            </a:solidFill>
          </a:ln>
        </p:spPr>
        <p:txBody>
          <a:bodyPr wrap="square" lIns="0" tIns="0" rIns="0" bIns="0" rtlCol="0"/>
          <a:lstStyle/>
          <a:p>
            <a:endParaRPr/>
          </a:p>
        </p:txBody>
      </p:sp>
      <p:sp>
        <p:nvSpPr>
          <p:cNvPr id="12" name="object 12"/>
          <p:cNvSpPr/>
          <p:nvPr/>
        </p:nvSpPr>
        <p:spPr>
          <a:xfrm>
            <a:off x="363537" y="6158755"/>
            <a:ext cx="3564254" cy="0"/>
          </a:xfrm>
          <a:custGeom>
            <a:avLst/>
            <a:gdLst/>
            <a:ahLst/>
            <a:cxnLst/>
            <a:rect l="l" t="t" r="r" b="b"/>
            <a:pathLst>
              <a:path w="3564254">
                <a:moveTo>
                  <a:pt x="0" y="0"/>
                </a:moveTo>
                <a:lnTo>
                  <a:pt x="3563937" y="1"/>
                </a:lnTo>
              </a:path>
            </a:pathLst>
          </a:custGeom>
          <a:ln w="25399">
            <a:solidFill>
              <a:srgbClr val="4349AA"/>
            </a:solidFill>
          </a:ln>
        </p:spPr>
        <p:txBody>
          <a:bodyPr wrap="square" lIns="0" tIns="0" rIns="0" bIns="0" rtlCol="0"/>
          <a:lstStyle/>
          <a:p>
            <a:endParaRPr/>
          </a:p>
        </p:txBody>
      </p:sp>
      <p:sp>
        <p:nvSpPr>
          <p:cNvPr id="13" name="object 13"/>
          <p:cNvSpPr/>
          <p:nvPr/>
        </p:nvSpPr>
        <p:spPr>
          <a:xfrm>
            <a:off x="363537" y="5592018"/>
            <a:ext cx="3564254" cy="0"/>
          </a:xfrm>
          <a:custGeom>
            <a:avLst/>
            <a:gdLst/>
            <a:ahLst/>
            <a:cxnLst/>
            <a:rect l="l" t="t" r="r" b="b"/>
            <a:pathLst>
              <a:path w="3564254">
                <a:moveTo>
                  <a:pt x="0" y="0"/>
                </a:moveTo>
                <a:lnTo>
                  <a:pt x="3563937" y="0"/>
                </a:lnTo>
              </a:path>
            </a:pathLst>
          </a:custGeom>
          <a:ln w="12699">
            <a:solidFill>
              <a:srgbClr val="000000"/>
            </a:solidFill>
          </a:ln>
        </p:spPr>
        <p:txBody>
          <a:bodyPr wrap="square" lIns="0" tIns="0" rIns="0" bIns="0" rtlCol="0"/>
          <a:lstStyle/>
          <a:p>
            <a:endParaRPr/>
          </a:p>
        </p:txBody>
      </p:sp>
      <p:sp>
        <p:nvSpPr>
          <p:cNvPr id="14" name="object 14"/>
          <p:cNvSpPr txBox="1"/>
          <p:nvPr/>
        </p:nvSpPr>
        <p:spPr>
          <a:xfrm>
            <a:off x="2376487" y="6306393"/>
            <a:ext cx="1944370" cy="254635"/>
          </a:xfrm>
          <a:prstGeom prst="rect">
            <a:avLst/>
          </a:prstGeom>
        </p:spPr>
        <p:txBody>
          <a:bodyPr vert="horz" wrap="square" lIns="0" tIns="0" rIns="0" bIns="0" rtlCol="0">
            <a:spAutoFit/>
          </a:bodyPr>
          <a:lstStyle/>
          <a:p>
            <a:pPr marL="12700">
              <a:lnSpc>
                <a:spcPct val="100000"/>
              </a:lnSpc>
            </a:pPr>
            <a:r>
              <a:rPr sz="1600" b="1" dirty="0">
                <a:solidFill>
                  <a:srgbClr val="CC0000"/>
                </a:solidFill>
                <a:latin typeface="Arial"/>
                <a:cs typeface="Arial"/>
              </a:rPr>
              <a:t>Lower Control</a:t>
            </a:r>
            <a:r>
              <a:rPr sz="1600" b="1" spc="-105" dirty="0">
                <a:solidFill>
                  <a:srgbClr val="CC0000"/>
                </a:solidFill>
                <a:latin typeface="Arial"/>
                <a:cs typeface="Arial"/>
              </a:rPr>
              <a:t> </a:t>
            </a:r>
            <a:r>
              <a:rPr sz="1600" b="1" dirty="0">
                <a:solidFill>
                  <a:srgbClr val="CC0000"/>
                </a:solidFill>
                <a:latin typeface="Arial"/>
                <a:cs typeface="Arial"/>
              </a:rPr>
              <a:t>Limit</a:t>
            </a:r>
            <a:endParaRPr sz="1600">
              <a:latin typeface="Arial"/>
              <a:cs typeface="Arial"/>
            </a:endParaRPr>
          </a:p>
        </p:txBody>
      </p:sp>
      <p:sp>
        <p:nvSpPr>
          <p:cNvPr id="15" name="object 15"/>
          <p:cNvSpPr/>
          <p:nvPr/>
        </p:nvSpPr>
        <p:spPr>
          <a:xfrm>
            <a:off x="82550" y="4347413"/>
            <a:ext cx="4273550" cy="2393950"/>
          </a:xfrm>
          <a:custGeom>
            <a:avLst/>
            <a:gdLst/>
            <a:ahLst/>
            <a:cxnLst/>
            <a:rect l="l" t="t" r="r" b="b"/>
            <a:pathLst>
              <a:path w="4273550" h="2393950">
                <a:moveTo>
                  <a:pt x="0" y="0"/>
                </a:moveTo>
                <a:lnTo>
                  <a:pt x="4273546" y="0"/>
                </a:lnTo>
                <a:lnTo>
                  <a:pt x="4273546" y="2393948"/>
                </a:lnTo>
                <a:lnTo>
                  <a:pt x="0" y="2393948"/>
                </a:lnTo>
                <a:lnTo>
                  <a:pt x="0" y="0"/>
                </a:lnTo>
                <a:close/>
              </a:path>
            </a:pathLst>
          </a:custGeom>
          <a:ln w="12699">
            <a:solidFill>
              <a:srgbClr val="000000"/>
            </a:solidFill>
          </a:ln>
        </p:spPr>
        <p:txBody>
          <a:bodyPr wrap="square" lIns="0" tIns="0" rIns="0" bIns="0" rtlCol="0"/>
          <a:lstStyle/>
          <a:p>
            <a:endParaRPr/>
          </a:p>
        </p:txBody>
      </p:sp>
      <p:sp>
        <p:nvSpPr>
          <p:cNvPr id="16" name="object 16"/>
          <p:cNvSpPr/>
          <p:nvPr/>
        </p:nvSpPr>
        <p:spPr>
          <a:xfrm>
            <a:off x="324196" y="4035833"/>
            <a:ext cx="2152992" cy="561108"/>
          </a:xfrm>
          <a:prstGeom prst="rect">
            <a:avLst/>
          </a:prstGeom>
          <a:blipFill>
            <a:blip r:embed="rId5" cstate="email"/>
            <a:stretch>
              <a:fillRect/>
            </a:stretch>
          </a:blipFill>
        </p:spPr>
        <p:txBody>
          <a:bodyPr wrap="square" lIns="0" tIns="0" rIns="0" bIns="0" rtlCol="0"/>
          <a:lstStyle/>
          <a:p>
            <a:endParaRPr/>
          </a:p>
        </p:txBody>
      </p:sp>
      <p:sp>
        <p:nvSpPr>
          <p:cNvPr id="17" name="object 17"/>
          <p:cNvSpPr/>
          <p:nvPr/>
        </p:nvSpPr>
        <p:spPr>
          <a:xfrm>
            <a:off x="394854" y="4060764"/>
            <a:ext cx="1778927" cy="469668"/>
          </a:xfrm>
          <a:prstGeom prst="rect">
            <a:avLst/>
          </a:prstGeom>
          <a:blipFill>
            <a:blip r:embed="rId6" cstate="email"/>
            <a:stretch>
              <a:fillRect/>
            </a:stretch>
          </a:blipFill>
        </p:spPr>
        <p:txBody>
          <a:bodyPr wrap="square" lIns="0" tIns="0" rIns="0" bIns="0" rtlCol="0"/>
          <a:lstStyle/>
          <a:p>
            <a:endParaRPr/>
          </a:p>
        </p:txBody>
      </p:sp>
      <p:sp>
        <p:nvSpPr>
          <p:cNvPr id="18" name="object 18"/>
          <p:cNvSpPr/>
          <p:nvPr/>
        </p:nvSpPr>
        <p:spPr>
          <a:xfrm>
            <a:off x="361950" y="4072775"/>
            <a:ext cx="2000250" cy="409575"/>
          </a:xfrm>
          <a:custGeom>
            <a:avLst/>
            <a:gdLst/>
            <a:ahLst/>
            <a:cxnLst/>
            <a:rect l="l" t="t" r="r" b="b"/>
            <a:pathLst>
              <a:path w="2000250" h="409575">
                <a:moveTo>
                  <a:pt x="0" y="0"/>
                </a:moveTo>
                <a:lnTo>
                  <a:pt x="2000250" y="0"/>
                </a:lnTo>
                <a:lnTo>
                  <a:pt x="2000250" y="409574"/>
                </a:lnTo>
                <a:lnTo>
                  <a:pt x="0" y="409574"/>
                </a:lnTo>
                <a:lnTo>
                  <a:pt x="0" y="0"/>
                </a:lnTo>
                <a:close/>
              </a:path>
            </a:pathLst>
          </a:custGeom>
          <a:solidFill>
            <a:srgbClr val="FFFFFF"/>
          </a:solidFill>
        </p:spPr>
        <p:txBody>
          <a:bodyPr wrap="square" lIns="0" tIns="0" rIns="0" bIns="0" rtlCol="0"/>
          <a:lstStyle/>
          <a:p>
            <a:endParaRPr/>
          </a:p>
        </p:txBody>
      </p:sp>
      <p:sp>
        <p:nvSpPr>
          <p:cNvPr id="19" name="object 19"/>
          <p:cNvSpPr/>
          <p:nvPr/>
        </p:nvSpPr>
        <p:spPr>
          <a:xfrm>
            <a:off x="361950" y="4072775"/>
            <a:ext cx="2000250" cy="409575"/>
          </a:xfrm>
          <a:custGeom>
            <a:avLst/>
            <a:gdLst/>
            <a:ahLst/>
            <a:cxnLst/>
            <a:rect l="l" t="t" r="r" b="b"/>
            <a:pathLst>
              <a:path w="2000250" h="409575">
                <a:moveTo>
                  <a:pt x="0" y="0"/>
                </a:moveTo>
                <a:lnTo>
                  <a:pt x="2000248" y="0"/>
                </a:lnTo>
                <a:lnTo>
                  <a:pt x="2000248" y="409574"/>
                </a:lnTo>
                <a:lnTo>
                  <a:pt x="0" y="409574"/>
                </a:lnTo>
                <a:lnTo>
                  <a:pt x="0" y="0"/>
                </a:lnTo>
                <a:close/>
              </a:path>
            </a:pathLst>
          </a:custGeom>
          <a:ln w="12699">
            <a:solidFill>
              <a:srgbClr val="000000"/>
            </a:solidFill>
          </a:ln>
        </p:spPr>
        <p:txBody>
          <a:bodyPr wrap="square" lIns="0" tIns="0" rIns="0" bIns="0" rtlCol="0"/>
          <a:lstStyle/>
          <a:p>
            <a:endParaRPr/>
          </a:p>
        </p:txBody>
      </p:sp>
      <p:sp>
        <p:nvSpPr>
          <p:cNvPr id="20" name="object 20"/>
          <p:cNvSpPr txBox="1"/>
          <p:nvPr/>
        </p:nvSpPr>
        <p:spPr>
          <a:xfrm>
            <a:off x="441325" y="4118826"/>
            <a:ext cx="3881120" cy="907415"/>
          </a:xfrm>
          <a:prstGeom prst="rect">
            <a:avLst/>
          </a:prstGeom>
        </p:spPr>
        <p:txBody>
          <a:bodyPr vert="horz" wrap="square" lIns="0" tIns="0" rIns="0" bIns="0" rtlCol="0">
            <a:spAutoFit/>
          </a:bodyPr>
          <a:lstStyle/>
          <a:p>
            <a:pPr marL="12700" algn="l">
              <a:lnSpc>
                <a:spcPct val="100000"/>
              </a:lnSpc>
            </a:pPr>
            <a:r>
              <a:rPr sz="1800" b="1" i="1" dirty="0">
                <a:latin typeface="Arial"/>
                <a:cs typeface="Arial"/>
              </a:rPr>
              <a:t>Out of</a:t>
            </a:r>
            <a:r>
              <a:rPr sz="1800" b="1" i="1" spc="-100" dirty="0">
                <a:latin typeface="Arial"/>
                <a:cs typeface="Arial"/>
              </a:rPr>
              <a:t> </a:t>
            </a:r>
            <a:r>
              <a:rPr sz="1800" b="1" i="1" dirty="0">
                <a:latin typeface="Arial"/>
                <a:cs typeface="Arial"/>
              </a:rPr>
              <a:t>Control</a:t>
            </a:r>
            <a:endParaRPr sz="1800" dirty="0">
              <a:latin typeface="Arial"/>
              <a:cs typeface="Arial"/>
            </a:endParaRPr>
          </a:p>
          <a:p>
            <a:pPr>
              <a:lnSpc>
                <a:spcPct val="100000"/>
              </a:lnSpc>
              <a:spcBef>
                <a:spcPts val="45"/>
              </a:spcBef>
            </a:pPr>
            <a:endParaRPr sz="2550" dirty="0">
              <a:latin typeface="Times New Roman"/>
              <a:cs typeface="Times New Roman"/>
            </a:endParaRPr>
          </a:p>
          <a:p>
            <a:pPr marL="1960245">
              <a:lnSpc>
                <a:spcPct val="100000"/>
              </a:lnSpc>
            </a:pPr>
            <a:r>
              <a:rPr sz="1600" b="1" dirty="0">
                <a:solidFill>
                  <a:srgbClr val="CC0000"/>
                </a:solidFill>
                <a:latin typeface="Arial"/>
                <a:cs typeface="Arial"/>
              </a:rPr>
              <a:t>Upper Control</a:t>
            </a:r>
            <a:r>
              <a:rPr sz="1600" b="1" spc="-105" dirty="0">
                <a:solidFill>
                  <a:srgbClr val="CC0000"/>
                </a:solidFill>
                <a:latin typeface="Arial"/>
                <a:cs typeface="Arial"/>
              </a:rPr>
              <a:t> </a:t>
            </a:r>
            <a:r>
              <a:rPr sz="1600" b="1" dirty="0">
                <a:solidFill>
                  <a:srgbClr val="CC0000"/>
                </a:solidFill>
                <a:latin typeface="Arial"/>
                <a:cs typeface="Arial"/>
              </a:rPr>
              <a:t>Limit</a:t>
            </a:r>
            <a:endParaRPr sz="1600" dirty="0">
              <a:latin typeface="Arial"/>
              <a:cs typeface="Arial"/>
            </a:endParaRPr>
          </a:p>
        </p:txBody>
      </p:sp>
      <p:sp>
        <p:nvSpPr>
          <p:cNvPr id="21" name="object 21"/>
          <p:cNvSpPr/>
          <p:nvPr/>
        </p:nvSpPr>
        <p:spPr>
          <a:xfrm>
            <a:off x="325437" y="1740103"/>
            <a:ext cx="0" cy="2057400"/>
          </a:xfrm>
          <a:custGeom>
            <a:avLst/>
            <a:gdLst/>
            <a:ahLst/>
            <a:cxnLst/>
            <a:rect l="l" t="t" r="r" b="b"/>
            <a:pathLst>
              <a:path h="2057400">
                <a:moveTo>
                  <a:pt x="0" y="0"/>
                </a:moveTo>
                <a:lnTo>
                  <a:pt x="0" y="2057398"/>
                </a:lnTo>
              </a:path>
            </a:pathLst>
          </a:custGeom>
          <a:ln w="25399">
            <a:solidFill>
              <a:srgbClr val="000000"/>
            </a:solidFill>
          </a:ln>
        </p:spPr>
        <p:txBody>
          <a:bodyPr wrap="square" lIns="0" tIns="0" rIns="0" bIns="0" rtlCol="0"/>
          <a:lstStyle/>
          <a:p>
            <a:endParaRPr/>
          </a:p>
        </p:txBody>
      </p:sp>
      <p:sp>
        <p:nvSpPr>
          <p:cNvPr id="22" name="object 22"/>
          <p:cNvSpPr/>
          <p:nvPr/>
        </p:nvSpPr>
        <p:spPr>
          <a:xfrm>
            <a:off x="325437" y="3797503"/>
            <a:ext cx="3564254" cy="0"/>
          </a:xfrm>
          <a:custGeom>
            <a:avLst/>
            <a:gdLst/>
            <a:ahLst/>
            <a:cxnLst/>
            <a:rect l="l" t="t" r="r" b="b"/>
            <a:pathLst>
              <a:path w="3564254">
                <a:moveTo>
                  <a:pt x="0" y="0"/>
                </a:moveTo>
                <a:lnTo>
                  <a:pt x="3563937" y="0"/>
                </a:lnTo>
              </a:path>
            </a:pathLst>
          </a:custGeom>
          <a:ln w="25399">
            <a:solidFill>
              <a:srgbClr val="000000"/>
            </a:solidFill>
          </a:ln>
        </p:spPr>
        <p:txBody>
          <a:bodyPr wrap="square" lIns="0" tIns="0" rIns="0" bIns="0" rtlCol="0"/>
          <a:lstStyle/>
          <a:p>
            <a:endParaRPr/>
          </a:p>
        </p:txBody>
      </p:sp>
      <p:sp>
        <p:nvSpPr>
          <p:cNvPr id="23" name="object 23"/>
          <p:cNvSpPr/>
          <p:nvPr/>
        </p:nvSpPr>
        <p:spPr>
          <a:xfrm>
            <a:off x="325437" y="2100465"/>
            <a:ext cx="3564254" cy="0"/>
          </a:xfrm>
          <a:custGeom>
            <a:avLst/>
            <a:gdLst/>
            <a:ahLst/>
            <a:cxnLst/>
            <a:rect l="l" t="t" r="r" b="b"/>
            <a:pathLst>
              <a:path w="3564254">
                <a:moveTo>
                  <a:pt x="0" y="0"/>
                </a:moveTo>
                <a:lnTo>
                  <a:pt x="3563937" y="1"/>
                </a:lnTo>
              </a:path>
            </a:pathLst>
          </a:custGeom>
          <a:ln w="25399">
            <a:solidFill>
              <a:srgbClr val="4349AA"/>
            </a:solidFill>
          </a:ln>
        </p:spPr>
        <p:txBody>
          <a:bodyPr wrap="square" lIns="0" tIns="0" rIns="0" bIns="0" rtlCol="0"/>
          <a:lstStyle/>
          <a:p>
            <a:endParaRPr/>
          </a:p>
        </p:txBody>
      </p:sp>
      <p:sp>
        <p:nvSpPr>
          <p:cNvPr id="24" name="object 24"/>
          <p:cNvSpPr/>
          <p:nvPr/>
        </p:nvSpPr>
        <p:spPr>
          <a:xfrm>
            <a:off x="325437" y="3214890"/>
            <a:ext cx="3564254" cy="0"/>
          </a:xfrm>
          <a:custGeom>
            <a:avLst/>
            <a:gdLst/>
            <a:ahLst/>
            <a:cxnLst/>
            <a:rect l="l" t="t" r="r" b="b"/>
            <a:pathLst>
              <a:path w="3564254">
                <a:moveTo>
                  <a:pt x="0" y="0"/>
                </a:moveTo>
                <a:lnTo>
                  <a:pt x="3563937" y="1"/>
                </a:lnTo>
              </a:path>
            </a:pathLst>
          </a:custGeom>
          <a:ln w="25399">
            <a:solidFill>
              <a:srgbClr val="4349AA"/>
            </a:solidFill>
          </a:ln>
        </p:spPr>
        <p:txBody>
          <a:bodyPr wrap="square" lIns="0" tIns="0" rIns="0" bIns="0" rtlCol="0"/>
          <a:lstStyle/>
          <a:p>
            <a:endParaRPr/>
          </a:p>
        </p:txBody>
      </p:sp>
      <p:sp>
        <p:nvSpPr>
          <p:cNvPr id="25" name="object 25"/>
          <p:cNvSpPr/>
          <p:nvPr/>
        </p:nvSpPr>
        <p:spPr>
          <a:xfrm>
            <a:off x="325437" y="2648153"/>
            <a:ext cx="3564254" cy="0"/>
          </a:xfrm>
          <a:custGeom>
            <a:avLst/>
            <a:gdLst/>
            <a:ahLst/>
            <a:cxnLst/>
            <a:rect l="l" t="t" r="r" b="b"/>
            <a:pathLst>
              <a:path w="3564254">
                <a:moveTo>
                  <a:pt x="0" y="0"/>
                </a:moveTo>
                <a:lnTo>
                  <a:pt x="3563937" y="1"/>
                </a:lnTo>
              </a:path>
            </a:pathLst>
          </a:custGeom>
          <a:ln w="12699">
            <a:solidFill>
              <a:srgbClr val="000000"/>
            </a:solidFill>
          </a:ln>
        </p:spPr>
        <p:txBody>
          <a:bodyPr wrap="square" lIns="0" tIns="0" rIns="0" bIns="0" rtlCol="0"/>
          <a:lstStyle/>
          <a:p>
            <a:endParaRPr/>
          </a:p>
        </p:txBody>
      </p:sp>
      <p:sp>
        <p:nvSpPr>
          <p:cNvPr id="26" name="object 26"/>
          <p:cNvSpPr txBox="1"/>
          <p:nvPr/>
        </p:nvSpPr>
        <p:spPr>
          <a:xfrm>
            <a:off x="44450" y="1403553"/>
            <a:ext cx="4273550" cy="2635250"/>
          </a:xfrm>
          <a:prstGeom prst="rect">
            <a:avLst/>
          </a:prstGeom>
          <a:ln w="12699">
            <a:solidFill>
              <a:srgbClr val="000000"/>
            </a:solidFill>
          </a:ln>
        </p:spPr>
        <p:txBody>
          <a:bodyPr vert="horz" wrap="square" lIns="0" tIns="0" rIns="0" bIns="0" rtlCol="0">
            <a:spAutoFit/>
          </a:bodyPr>
          <a:lstStyle/>
          <a:p>
            <a:pPr>
              <a:lnSpc>
                <a:spcPct val="100000"/>
              </a:lnSpc>
            </a:pPr>
            <a:endParaRPr sz="1600">
              <a:latin typeface="Times New Roman"/>
              <a:cs typeface="Times New Roman"/>
            </a:endParaRPr>
          </a:p>
          <a:p>
            <a:pPr>
              <a:lnSpc>
                <a:spcPct val="100000"/>
              </a:lnSpc>
              <a:spcBef>
                <a:spcPts val="20"/>
              </a:spcBef>
            </a:pPr>
            <a:endParaRPr sz="1600">
              <a:latin typeface="Times New Roman"/>
              <a:cs typeface="Times New Roman"/>
            </a:endParaRPr>
          </a:p>
          <a:p>
            <a:pPr marL="2299970">
              <a:lnSpc>
                <a:spcPct val="100000"/>
              </a:lnSpc>
            </a:pPr>
            <a:r>
              <a:rPr sz="1600" b="1" dirty="0">
                <a:solidFill>
                  <a:srgbClr val="CC0000"/>
                </a:solidFill>
                <a:latin typeface="Arial"/>
                <a:cs typeface="Arial"/>
              </a:rPr>
              <a:t>Upper Control</a:t>
            </a:r>
            <a:r>
              <a:rPr sz="1600" b="1" spc="-105" dirty="0">
                <a:solidFill>
                  <a:srgbClr val="CC0000"/>
                </a:solidFill>
                <a:latin typeface="Arial"/>
                <a:cs typeface="Arial"/>
              </a:rPr>
              <a:t> </a:t>
            </a:r>
            <a:r>
              <a:rPr sz="1600" b="1" dirty="0">
                <a:solidFill>
                  <a:srgbClr val="CC0000"/>
                </a:solidFill>
                <a:latin typeface="Arial"/>
                <a:cs typeface="Arial"/>
              </a:rPr>
              <a:t>Limit</a:t>
            </a:r>
            <a:endParaRPr sz="1600">
              <a:latin typeface="Arial"/>
              <a:cs typeface="Arial"/>
            </a:endParaRPr>
          </a:p>
          <a:p>
            <a:pPr>
              <a:lnSpc>
                <a:spcPct val="100000"/>
              </a:lnSpc>
            </a:pPr>
            <a:endParaRPr sz="1600">
              <a:latin typeface="Times New Roman"/>
              <a:cs typeface="Times New Roman"/>
            </a:endParaRPr>
          </a:p>
          <a:p>
            <a:pPr>
              <a:lnSpc>
                <a:spcPct val="100000"/>
              </a:lnSpc>
            </a:pPr>
            <a:endParaRPr sz="1600">
              <a:latin typeface="Times New Roman"/>
              <a:cs typeface="Times New Roman"/>
            </a:endParaRPr>
          </a:p>
          <a:p>
            <a:pPr>
              <a:lnSpc>
                <a:spcPct val="100000"/>
              </a:lnSpc>
            </a:pPr>
            <a:endParaRPr sz="1600">
              <a:latin typeface="Times New Roman"/>
              <a:cs typeface="Times New Roman"/>
            </a:endParaRPr>
          </a:p>
          <a:p>
            <a:pPr>
              <a:lnSpc>
                <a:spcPct val="100000"/>
              </a:lnSpc>
            </a:pPr>
            <a:endParaRPr sz="1600">
              <a:latin typeface="Times New Roman"/>
              <a:cs typeface="Times New Roman"/>
            </a:endParaRPr>
          </a:p>
          <a:p>
            <a:pPr marL="2299970">
              <a:lnSpc>
                <a:spcPct val="100000"/>
              </a:lnSpc>
              <a:spcBef>
                <a:spcPts val="1255"/>
              </a:spcBef>
            </a:pPr>
            <a:r>
              <a:rPr sz="1600" b="1" dirty="0">
                <a:solidFill>
                  <a:srgbClr val="CC0000"/>
                </a:solidFill>
                <a:latin typeface="Arial"/>
                <a:cs typeface="Arial"/>
              </a:rPr>
              <a:t>Lower Control</a:t>
            </a:r>
            <a:r>
              <a:rPr sz="1600" b="1" spc="-105" dirty="0">
                <a:solidFill>
                  <a:srgbClr val="CC0000"/>
                </a:solidFill>
                <a:latin typeface="Arial"/>
                <a:cs typeface="Arial"/>
              </a:rPr>
              <a:t> </a:t>
            </a:r>
            <a:r>
              <a:rPr sz="1600" b="1" dirty="0">
                <a:solidFill>
                  <a:srgbClr val="CC0000"/>
                </a:solidFill>
                <a:latin typeface="Arial"/>
                <a:cs typeface="Arial"/>
              </a:rPr>
              <a:t>Limit</a:t>
            </a:r>
            <a:endParaRPr sz="1600">
              <a:latin typeface="Arial"/>
              <a:cs typeface="Arial"/>
            </a:endParaRPr>
          </a:p>
        </p:txBody>
      </p:sp>
      <p:sp>
        <p:nvSpPr>
          <p:cNvPr id="27" name="object 27"/>
          <p:cNvSpPr/>
          <p:nvPr/>
        </p:nvSpPr>
        <p:spPr>
          <a:xfrm>
            <a:off x="602672" y="1446418"/>
            <a:ext cx="1600200" cy="561108"/>
          </a:xfrm>
          <a:prstGeom prst="rect">
            <a:avLst/>
          </a:prstGeom>
          <a:blipFill>
            <a:blip r:embed="rId7" cstate="email"/>
            <a:stretch>
              <a:fillRect/>
            </a:stretch>
          </a:blipFill>
        </p:spPr>
        <p:txBody>
          <a:bodyPr wrap="square" lIns="0" tIns="0" rIns="0" bIns="0" rtlCol="0"/>
          <a:lstStyle/>
          <a:p>
            <a:endParaRPr/>
          </a:p>
        </p:txBody>
      </p:sp>
      <p:sp>
        <p:nvSpPr>
          <p:cNvPr id="28" name="object 28"/>
          <p:cNvSpPr/>
          <p:nvPr/>
        </p:nvSpPr>
        <p:spPr>
          <a:xfrm>
            <a:off x="677487" y="1471357"/>
            <a:ext cx="1309255" cy="473825"/>
          </a:xfrm>
          <a:prstGeom prst="rect">
            <a:avLst/>
          </a:prstGeom>
          <a:blipFill>
            <a:blip r:embed="rId8" cstate="email"/>
            <a:stretch>
              <a:fillRect/>
            </a:stretch>
          </a:blipFill>
        </p:spPr>
        <p:txBody>
          <a:bodyPr wrap="square" lIns="0" tIns="0" rIns="0" bIns="0" rtlCol="0"/>
          <a:lstStyle/>
          <a:p>
            <a:endParaRPr/>
          </a:p>
        </p:txBody>
      </p:sp>
      <p:sp>
        <p:nvSpPr>
          <p:cNvPr id="29" name="object 29"/>
          <p:cNvSpPr/>
          <p:nvPr/>
        </p:nvSpPr>
        <p:spPr>
          <a:xfrm>
            <a:off x="641350" y="1484515"/>
            <a:ext cx="1446530" cy="409575"/>
          </a:xfrm>
          <a:custGeom>
            <a:avLst/>
            <a:gdLst/>
            <a:ahLst/>
            <a:cxnLst/>
            <a:rect l="l" t="t" r="r" b="b"/>
            <a:pathLst>
              <a:path w="1446530" h="409575">
                <a:moveTo>
                  <a:pt x="0" y="0"/>
                </a:moveTo>
                <a:lnTo>
                  <a:pt x="1446212" y="0"/>
                </a:lnTo>
                <a:lnTo>
                  <a:pt x="1446212" y="409575"/>
                </a:lnTo>
                <a:lnTo>
                  <a:pt x="0" y="409575"/>
                </a:lnTo>
                <a:lnTo>
                  <a:pt x="0" y="0"/>
                </a:lnTo>
                <a:close/>
              </a:path>
            </a:pathLst>
          </a:custGeom>
          <a:solidFill>
            <a:srgbClr val="FFFFFF"/>
          </a:solidFill>
        </p:spPr>
        <p:txBody>
          <a:bodyPr wrap="square" lIns="0" tIns="0" rIns="0" bIns="0" rtlCol="0"/>
          <a:lstStyle/>
          <a:p>
            <a:endParaRPr/>
          </a:p>
        </p:txBody>
      </p:sp>
      <p:sp>
        <p:nvSpPr>
          <p:cNvPr id="30" name="object 30"/>
          <p:cNvSpPr txBox="1"/>
          <p:nvPr/>
        </p:nvSpPr>
        <p:spPr>
          <a:xfrm>
            <a:off x="375385" y="1484515"/>
            <a:ext cx="1712495" cy="316753"/>
          </a:xfrm>
          <a:prstGeom prst="rect">
            <a:avLst/>
          </a:prstGeom>
          <a:ln w="12699">
            <a:solidFill>
              <a:srgbClr val="000000"/>
            </a:solidFill>
          </a:ln>
        </p:spPr>
        <p:txBody>
          <a:bodyPr vert="horz" wrap="square" lIns="0" tIns="39370" rIns="0" bIns="0" rtlCol="0">
            <a:spAutoFit/>
          </a:bodyPr>
          <a:lstStyle/>
          <a:p>
            <a:pPr marL="85725" algn="l">
              <a:lnSpc>
                <a:spcPct val="100000"/>
              </a:lnSpc>
              <a:spcBef>
                <a:spcPts val="310"/>
              </a:spcBef>
            </a:pPr>
            <a:r>
              <a:rPr sz="1800" b="1" i="1" dirty="0">
                <a:latin typeface="Arial"/>
                <a:cs typeface="Arial"/>
              </a:rPr>
              <a:t>In</a:t>
            </a:r>
            <a:r>
              <a:rPr sz="1800" b="1" i="1" spc="-105" dirty="0">
                <a:latin typeface="Arial"/>
                <a:cs typeface="Arial"/>
              </a:rPr>
              <a:t> </a:t>
            </a:r>
            <a:r>
              <a:rPr sz="1800" b="1" i="1" dirty="0">
                <a:latin typeface="Arial"/>
                <a:cs typeface="Arial"/>
              </a:rPr>
              <a:t>Control</a:t>
            </a:r>
            <a:endParaRPr sz="1800" dirty="0">
              <a:latin typeface="Arial"/>
              <a:cs typeface="Arial"/>
            </a:endParaRPr>
          </a:p>
        </p:txBody>
      </p:sp>
      <p:sp>
        <p:nvSpPr>
          <p:cNvPr id="31" name="object 31"/>
          <p:cNvSpPr/>
          <p:nvPr/>
        </p:nvSpPr>
        <p:spPr>
          <a:xfrm>
            <a:off x="482600" y="2671965"/>
            <a:ext cx="139700" cy="85725"/>
          </a:xfrm>
          <a:custGeom>
            <a:avLst/>
            <a:gdLst/>
            <a:ahLst/>
            <a:cxnLst/>
            <a:rect l="l" t="t" r="r" b="b"/>
            <a:pathLst>
              <a:path w="139700" h="85725">
                <a:moveTo>
                  <a:pt x="69850" y="0"/>
                </a:moveTo>
                <a:lnTo>
                  <a:pt x="42661" y="3370"/>
                </a:lnTo>
                <a:lnTo>
                  <a:pt x="20458" y="12560"/>
                </a:lnTo>
                <a:lnTo>
                  <a:pt x="5489" y="26188"/>
                </a:lnTo>
                <a:lnTo>
                  <a:pt x="0" y="42875"/>
                </a:lnTo>
                <a:lnTo>
                  <a:pt x="5489" y="59554"/>
                </a:lnTo>
                <a:lnTo>
                  <a:pt x="20458" y="73178"/>
                </a:lnTo>
                <a:lnTo>
                  <a:pt x="42661" y="82367"/>
                </a:lnTo>
                <a:lnTo>
                  <a:pt x="69850" y="85737"/>
                </a:lnTo>
                <a:lnTo>
                  <a:pt x="97038" y="82367"/>
                </a:lnTo>
                <a:lnTo>
                  <a:pt x="119241" y="73178"/>
                </a:lnTo>
                <a:lnTo>
                  <a:pt x="134210" y="59554"/>
                </a:lnTo>
                <a:lnTo>
                  <a:pt x="139700" y="42875"/>
                </a:lnTo>
                <a:lnTo>
                  <a:pt x="134210" y="26188"/>
                </a:lnTo>
                <a:lnTo>
                  <a:pt x="119241" y="12560"/>
                </a:lnTo>
                <a:lnTo>
                  <a:pt x="97038" y="3370"/>
                </a:lnTo>
                <a:lnTo>
                  <a:pt x="69850" y="0"/>
                </a:lnTo>
                <a:close/>
              </a:path>
            </a:pathLst>
          </a:custGeom>
          <a:solidFill>
            <a:srgbClr val="000000"/>
          </a:solidFill>
        </p:spPr>
        <p:txBody>
          <a:bodyPr wrap="square" lIns="0" tIns="0" rIns="0" bIns="0" rtlCol="0"/>
          <a:lstStyle/>
          <a:p>
            <a:endParaRPr/>
          </a:p>
        </p:txBody>
      </p:sp>
      <p:sp>
        <p:nvSpPr>
          <p:cNvPr id="32" name="object 32"/>
          <p:cNvSpPr/>
          <p:nvPr/>
        </p:nvSpPr>
        <p:spPr>
          <a:xfrm>
            <a:off x="668337" y="2657678"/>
            <a:ext cx="138430" cy="85725"/>
          </a:xfrm>
          <a:custGeom>
            <a:avLst/>
            <a:gdLst/>
            <a:ahLst/>
            <a:cxnLst/>
            <a:rect l="l" t="t" r="r" b="b"/>
            <a:pathLst>
              <a:path w="138429" h="85725">
                <a:moveTo>
                  <a:pt x="69056" y="0"/>
                </a:moveTo>
                <a:lnTo>
                  <a:pt x="42176" y="3370"/>
                </a:lnTo>
                <a:lnTo>
                  <a:pt x="20226" y="12558"/>
                </a:lnTo>
                <a:lnTo>
                  <a:pt x="5426" y="26183"/>
                </a:lnTo>
                <a:lnTo>
                  <a:pt x="0" y="42862"/>
                </a:lnTo>
                <a:lnTo>
                  <a:pt x="5426" y="59548"/>
                </a:lnTo>
                <a:lnTo>
                  <a:pt x="20226" y="73177"/>
                </a:lnTo>
                <a:lnTo>
                  <a:pt x="42176" y="82367"/>
                </a:lnTo>
                <a:lnTo>
                  <a:pt x="69056" y="85737"/>
                </a:lnTo>
                <a:lnTo>
                  <a:pt x="95936" y="82367"/>
                </a:lnTo>
                <a:lnTo>
                  <a:pt x="117886" y="73177"/>
                </a:lnTo>
                <a:lnTo>
                  <a:pt x="132685" y="59548"/>
                </a:lnTo>
                <a:lnTo>
                  <a:pt x="138112" y="42862"/>
                </a:lnTo>
                <a:lnTo>
                  <a:pt x="132685" y="26183"/>
                </a:lnTo>
                <a:lnTo>
                  <a:pt x="117886" y="12558"/>
                </a:lnTo>
                <a:lnTo>
                  <a:pt x="95936" y="3370"/>
                </a:lnTo>
                <a:lnTo>
                  <a:pt x="69056" y="0"/>
                </a:lnTo>
                <a:close/>
              </a:path>
            </a:pathLst>
          </a:custGeom>
          <a:solidFill>
            <a:srgbClr val="000000"/>
          </a:solidFill>
        </p:spPr>
        <p:txBody>
          <a:bodyPr wrap="square" lIns="0" tIns="0" rIns="0" bIns="0" rtlCol="0"/>
          <a:lstStyle/>
          <a:p>
            <a:endParaRPr/>
          </a:p>
        </p:txBody>
      </p:sp>
      <p:sp>
        <p:nvSpPr>
          <p:cNvPr id="33" name="object 33"/>
          <p:cNvSpPr/>
          <p:nvPr/>
        </p:nvSpPr>
        <p:spPr>
          <a:xfrm>
            <a:off x="850900" y="2443365"/>
            <a:ext cx="139700" cy="85725"/>
          </a:xfrm>
          <a:custGeom>
            <a:avLst/>
            <a:gdLst/>
            <a:ahLst/>
            <a:cxnLst/>
            <a:rect l="l" t="t" r="r" b="b"/>
            <a:pathLst>
              <a:path w="139700" h="85725">
                <a:moveTo>
                  <a:pt x="69850" y="0"/>
                </a:moveTo>
                <a:lnTo>
                  <a:pt x="42661" y="3370"/>
                </a:lnTo>
                <a:lnTo>
                  <a:pt x="20458" y="12560"/>
                </a:lnTo>
                <a:lnTo>
                  <a:pt x="5489" y="26188"/>
                </a:lnTo>
                <a:lnTo>
                  <a:pt x="0" y="42875"/>
                </a:lnTo>
                <a:lnTo>
                  <a:pt x="5489" y="59554"/>
                </a:lnTo>
                <a:lnTo>
                  <a:pt x="20458" y="73178"/>
                </a:lnTo>
                <a:lnTo>
                  <a:pt x="42661" y="82367"/>
                </a:lnTo>
                <a:lnTo>
                  <a:pt x="69850" y="85737"/>
                </a:lnTo>
                <a:lnTo>
                  <a:pt x="97038" y="82367"/>
                </a:lnTo>
                <a:lnTo>
                  <a:pt x="119241" y="73178"/>
                </a:lnTo>
                <a:lnTo>
                  <a:pt x="134210" y="59554"/>
                </a:lnTo>
                <a:lnTo>
                  <a:pt x="139700" y="42875"/>
                </a:lnTo>
                <a:lnTo>
                  <a:pt x="134210" y="26188"/>
                </a:lnTo>
                <a:lnTo>
                  <a:pt x="119241" y="12560"/>
                </a:lnTo>
                <a:lnTo>
                  <a:pt x="97038" y="3370"/>
                </a:lnTo>
                <a:lnTo>
                  <a:pt x="69850" y="0"/>
                </a:lnTo>
                <a:close/>
              </a:path>
            </a:pathLst>
          </a:custGeom>
          <a:solidFill>
            <a:srgbClr val="000000"/>
          </a:solidFill>
        </p:spPr>
        <p:txBody>
          <a:bodyPr wrap="square" lIns="0" tIns="0" rIns="0" bIns="0" rtlCol="0"/>
          <a:lstStyle/>
          <a:p>
            <a:endParaRPr/>
          </a:p>
        </p:txBody>
      </p:sp>
      <p:sp>
        <p:nvSpPr>
          <p:cNvPr id="34" name="object 34"/>
          <p:cNvSpPr/>
          <p:nvPr/>
        </p:nvSpPr>
        <p:spPr>
          <a:xfrm>
            <a:off x="1035050" y="2657678"/>
            <a:ext cx="139700" cy="85725"/>
          </a:xfrm>
          <a:custGeom>
            <a:avLst/>
            <a:gdLst/>
            <a:ahLst/>
            <a:cxnLst/>
            <a:rect l="l" t="t" r="r" b="b"/>
            <a:pathLst>
              <a:path w="139700" h="85725">
                <a:moveTo>
                  <a:pt x="69850" y="0"/>
                </a:moveTo>
                <a:lnTo>
                  <a:pt x="42661" y="3370"/>
                </a:lnTo>
                <a:lnTo>
                  <a:pt x="20458" y="12558"/>
                </a:lnTo>
                <a:lnTo>
                  <a:pt x="5489" y="26183"/>
                </a:lnTo>
                <a:lnTo>
                  <a:pt x="0" y="42862"/>
                </a:lnTo>
                <a:lnTo>
                  <a:pt x="5489" y="59548"/>
                </a:lnTo>
                <a:lnTo>
                  <a:pt x="20458" y="73177"/>
                </a:lnTo>
                <a:lnTo>
                  <a:pt x="42661" y="82367"/>
                </a:lnTo>
                <a:lnTo>
                  <a:pt x="69850" y="85737"/>
                </a:lnTo>
                <a:lnTo>
                  <a:pt x="97038" y="82367"/>
                </a:lnTo>
                <a:lnTo>
                  <a:pt x="119241" y="73177"/>
                </a:lnTo>
                <a:lnTo>
                  <a:pt x="134210" y="59548"/>
                </a:lnTo>
                <a:lnTo>
                  <a:pt x="139700" y="42862"/>
                </a:lnTo>
                <a:lnTo>
                  <a:pt x="134210" y="26183"/>
                </a:lnTo>
                <a:lnTo>
                  <a:pt x="119241" y="12558"/>
                </a:lnTo>
                <a:lnTo>
                  <a:pt x="97038" y="3370"/>
                </a:lnTo>
                <a:lnTo>
                  <a:pt x="69850" y="0"/>
                </a:lnTo>
                <a:close/>
              </a:path>
            </a:pathLst>
          </a:custGeom>
          <a:solidFill>
            <a:srgbClr val="000000"/>
          </a:solidFill>
        </p:spPr>
        <p:txBody>
          <a:bodyPr wrap="square" lIns="0" tIns="0" rIns="0" bIns="0" rtlCol="0"/>
          <a:lstStyle/>
          <a:p>
            <a:endParaRPr/>
          </a:p>
        </p:txBody>
      </p:sp>
      <p:sp>
        <p:nvSpPr>
          <p:cNvPr id="35" name="object 35"/>
          <p:cNvSpPr/>
          <p:nvPr/>
        </p:nvSpPr>
        <p:spPr>
          <a:xfrm>
            <a:off x="1217612" y="2457653"/>
            <a:ext cx="142875" cy="85725"/>
          </a:xfrm>
          <a:custGeom>
            <a:avLst/>
            <a:gdLst/>
            <a:ahLst/>
            <a:cxnLst/>
            <a:rect l="l" t="t" r="r" b="b"/>
            <a:pathLst>
              <a:path w="142875" h="85725">
                <a:moveTo>
                  <a:pt x="71437" y="0"/>
                </a:moveTo>
                <a:lnTo>
                  <a:pt x="43630" y="3370"/>
                </a:lnTo>
                <a:lnTo>
                  <a:pt x="20923" y="12558"/>
                </a:lnTo>
                <a:lnTo>
                  <a:pt x="5613" y="26183"/>
                </a:lnTo>
                <a:lnTo>
                  <a:pt x="0" y="42862"/>
                </a:lnTo>
                <a:lnTo>
                  <a:pt x="5613" y="59548"/>
                </a:lnTo>
                <a:lnTo>
                  <a:pt x="20923" y="73177"/>
                </a:lnTo>
                <a:lnTo>
                  <a:pt x="43630" y="82367"/>
                </a:lnTo>
                <a:lnTo>
                  <a:pt x="71437" y="85737"/>
                </a:lnTo>
                <a:lnTo>
                  <a:pt x="99246" y="82367"/>
                </a:lnTo>
                <a:lnTo>
                  <a:pt x="121953" y="73177"/>
                </a:lnTo>
                <a:lnTo>
                  <a:pt x="137261" y="59548"/>
                </a:lnTo>
                <a:lnTo>
                  <a:pt x="142875" y="42862"/>
                </a:lnTo>
                <a:lnTo>
                  <a:pt x="137261" y="26183"/>
                </a:lnTo>
                <a:lnTo>
                  <a:pt x="121953" y="12558"/>
                </a:lnTo>
                <a:lnTo>
                  <a:pt x="99246" y="3370"/>
                </a:lnTo>
                <a:lnTo>
                  <a:pt x="71437" y="0"/>
                </a:lnTo>
                <a:close/>
              </a:path>
            </a:pathLst>
          </a:custGeom>
          <a:solidFill>
            <a:srgbClr val="000000"/>
          </a:solidFill>
        </p:spPr>
        <p:txBody>
          <a:bodyPr wrap="square" lIns="0" tIns="0" rIns="0" bIns="0" rtlCol="0"/>
          <a:lstStyle/>
          <a:p>
            <a:endParaRPr/>
          </a:p>
        </p:txBody>
      </p:sp>
      <p:sp>
        <p:nvSpPr>
          <p:cNvPr id="36" name="object 36"/>
          <p:cNvSpPr/>
          <p:nvPr/>
        </p:nvSpPr>
        <p:spPr>
          <a:xfrm>
            <a:off x="1312862" y="2786265"/>
            <a:ext cx="138430" cy="85725"/>
          </a:xfrm>
          <a:custGeom>
            <a:avLst/>
            <a:gdLst/>
            <a:ahLst/>
            <a:cxnLst/>
            <a:rect l="l" t="t" r="r" b="b"/>
            <a:pathLst>
              <a:path w="138430" h="85725">
                <a:moveTo>
                  <a:pt x="69062" y="0"/>
                </a:moveTo>
                <a:lnTo>
                  <a:pt x="42182" y="3370"/>
                </a:lnTo>
                <a:lnTo>
                  <a:pt x="20229" y="12560"/>
                </a:lnTo>
                <a:lnTo>
                  <a:pt x="5427" y="26188"/>
                </a:lnTo>
                <a:lnTo>
                  <a:pt x="0" y="42875"/>
                </a:lnTo>
                <a:lnTo>
                  <a:pt x="5427" y="59554"/>
                </a:lnTo>
                <a:lnTo>
                  <a:pt x="20229" y="73178"/>
                </a:lnTo>
                <a:lnTo>
                  <a:pt x="42182" y="82367"/>
                </a:lnTo>
                <a:lnTo>
                  <a:pt x="69062" y="85737"/>
                </a:lnTo>
                <a:lnTo>
                  <a:pt x="95941" y="82367"/>
                </a:lnTo>
                <a:lnTo>
                  <a:pt x="117889" y="73178"/>
                </a:lnTo>
                <a:lnTo>
                  <a:pt x="132686" y="59554"/>
                </a:lnTo>
                <a:lnTo>
                  <a:pt x="138112" y="42875"/>
                </a:lnTo>
                <a:lnTo>
                  <a:pt x="132686" y="26188"/>
                </a:lnTo>
                <a:lnTo>
                  <a:pt x="117889" y="12560"/>
                </a:lnTo>
                <a:lnTo>
                  <a:pt x="95941" y="3370"/>
                </a:lnTo>
                <a:lnTo>
                  <a:pt x="69062" y="0"/>
                </a:lnTo>
                <a:close/>
              </a:path>
            </a:pathLst>
          </a:custGeom>
          <a:solidFill>
            <a:srgbClr val="000000"/>
          </a:solidFill>
        </p:spPr>
        <p:txBody>
          <a:bodyPr wrap="square" lIns="0" tIns="0" rIns="0" bIns="0" rtlCol="0"/>
          <a:lstStyle/>
          <a:p>
            <a:endParaRPr/>
          </a:p>
        </p:txBody>
      </p:sp>
      <p:sp>
        <p:nvSpPr>
          <p:cNvPr id="37" name="object 37"/>
          <p:cNvSpPr/>
          <p:nvPr/>
        </p:nvSpPr>
        <p:spPr>
          <a:xfrm>
            <a:off x="1677987" y="2800553"/>
            <a:ext cx="142875" cy="85725"/>
          </a:xfrm>
          <a:custGeom>
            <a:avLst/>
            <a:gdLst/>
            <a:ahLst/>
            <a:cxnLst/>
            <a:rect l="l" t="t" r="r" b="b"/>
            <a:pathLst>
              <a:path w="142875" h="85725">
                <a:moveTo>
                  <a:pt x="71437" y="0"/>
                </a:moveTo>
                <a:lnTo>
                  <a:pt x="43628" y="3370"/>
                </a:lnTo>
                <a:lnTo>
                  <a:pt x="20921" y="12558"/>
                </a:lnTo>
                <a:lnTo>
                  <a:pt x="5613" y="26183"/>
                </a:lnTo>
                <a:lnTo>
                  <a:pt x="0" y="42862"/>
                </a:lnTo>
                <a:lnTo>
                  <a:pt x="5613" y="59548"/>
                </a:lnTo>
                <a:lnTo>
                  <a:pt x="20921" y="73177"/>
                </a:lnTo>
                <a:lnTo>
                  <a:pt x="43628" y="82367"/>
                </a:lnTo>
                <a:lnTo>
                  <a:pt x="71437" y="85737"/>
                </a:lnTo>
                <a:lnTo>
                  <a:pt x="99246" y="82367"/>
                </a:lnTo>
                <a:lnTo>
                  <a:pt x="121953" y="73177"/>
                </a:lnTo>
                <a:lnTo>
                  <a:pt x="137261" y="59548"/>
                </a:lnTo>
                <a:lnTo>
                  <a:pt x="142875" y="42862"/>
                </a:lnTo>
                <a:lnTo>
                  <a:pt x="137261" y="26183"/>
                </a:lnTo>
                <a:lnTo>
                  <a:pt x="121953" y="12558"/>
                </a:lnTo>
                <a:lnTo>
                  <a:pt x="99246" y="3370"/>
                </a:lnTo>
                <a:lnTo>
                  <a:pt x="71437" y="0"/>
                </a:lnTo>
                <a:close/>
              </a:path>
            </a:pathLst>
          </a:custGeom>
          <a:solidFill>
            <a:srgbClr val="000000"/>
          </a:solidFill>
        </p:spPr>
        <p:txBody>
          <a:bodyPr wrap="square" lIns="0" tIns="0" rIns="0" bIns="0" rtlCol="0"/>
          <a:lstStyle/>
          <a:p>
            <a:endParaRPr/>
          </a:p>
        </p:txBody>
      </p:sp>
      <p:sp>
        <p:nvSpPr>
          <p:cNvPr id="38" name="object 38"/>
          <p:cNvSpPr/>
          <p:nvPr/>
        </p:nvSpPr>
        <p:spPr>
          <a:xfrm>
            <a:off x="1863725" y="2429078"/>
            <a:ext cx="139700" cy="85725"/>
          </a:xfrm>
          <a:custGeom>
            <a:avLst/>
            <a:gdLst/>
            <a:ahLst/>
            <a:cxnLst/>
            <a:rect l="l" t="t" r="r" b="b"/>
            <a:pathLst>
              <a:path w="139700" h="85725">
                <a:moveTo>
                  <a:pt x="69850" y="0"/>
                </a:moveTo>
                <a:lnTo>
                  <a:pt x="42658" y="3370"/>
                </a:lnTo>
                <a:lnTo>
                  <a:pt x="20456" y="12558"/>
                </a:lnTo>
                <a:lnTo>
                  <a:pt x="5488" y="26183"/>
                </a:lnTo>
                <a:lnTo>
                  <a:pt x="0" y="42862"/>
                </a:lnTo>
                <a:lnTo>
                  <a:pt x="5488" y="59548"/>
                </a:lnTo>
                <a:lnTo>
                  <a:pt x="20456" y="73177"/>
                </a:lnTo>
                <a:lnTo>
                  <a:pt x="42658" y="82367"/>
                </a:lnTo>
                <a:lnTo>
                  <a:pt x="69850" y="85737"/>
                </a:lnTo>
                <a:lnTo>
                  <a:pt x="97041" y="82367"/>
                </a:lnTo>
                <a:lnTo>
                  <a:pt x="119243" y="73177"/>
                </a:lnTo>
                <a:lnTo>
                  <a:pt x="134211" y="59548"/>
                </a:lnTo>
                <a:lnTo>
                  <a:pt x="139700" y="42862"/>
                </a:lnTo>
                <a:lnTo>
                  <a:pt x="134211" y="26183"/>
                </a:lnTo>
                <a:lnTo>
                  <a:pt x="119243" y="12558"/>
                </a:lnTo>
                <a:lnTo>
                  <a:pt x="97041" y="3370"/>
                </a:lnTo>
                <a:lnTo>
                  <a:pt x="69850" y="0"/>
                </a:lnTo>
                <a:close/>
              </a:path>
            </a:pathLst>
          </a:custGeom>
          <a:solidFill>
            <a:srgbClr val="000000"/>
          </a:solidFill>
        </p:spPr>
        <p:txBody>
          <a:bodyPr wrap="square" lIns="0" tIns="0" rIns="0" bIns="0" rtlCol="0"/>
          <a:lstStyle/>
          <a:p>
            <a:endParaRPr/>
          </a:p>
        </p:txBody>
      </p:sp>
      <p:sp>
        <p:nvSpPr>
          <p:cNvPr id="39" name="object 39"/>
          <p:cNvSpPr/>
          <p:nvPr/>
        </p:nvSpPr>
        <p:spPr>
          <a:xfrm>
            <a:off x="2139950" y="2600528"/>
            <a:ext cx="139700" cy="85725"/>
          </a:xfrm>
          <a:custGeom>
            <a:avLst/>
            <a:gdLst/>
            <a:ahLst/>
            <a:cxnLst/>
            <a:rect l="l" t="t" r="r" b="b"/>
            <a:pathLst>
              <a:path w="139700" h="85725">
                <a:moveTo>
                  <a:pt x="69850" y="0"/>
                </a:moveTo>
                <a:lnTo>
                  <a:pt x="42658" y="3370"/>
                </a:lnTo>
                <a:lnTo>
                  <a:pt x="20456" y="12558"/>
                </a:lnTo>
                <a:lnTo>
                  <a:pt x="5488" y="26183"/>
                </a:lnTo>
                <a:lnTo>
                  <a:pt x="0" y="42862"/>
                </a:lnTo>
                <a:lnTo>
                  <a:pt x="5488" y="59548"/>
                </a:lnTo>
                <a:lnTo>
                  <a:pt x="20456" y="73177"/>
                </a:lnTo>
                <a:lnTo>
                  <a:pt x="42658" y="82367"/>
                </a:lnTo>
                <a:lnTo>
                  <a:pt x="69850" y="85737"/>
                </a:lnTo>
                <a:lnTo>
                  <a:pt x="97041" y="82367"/>
                </a:lnTo>
                <a:lnTo>
                  <a:pt x="119243" y="73177"/>
                </a:lnTo>
                <a:lnTo>
                  <a:pt x="134211" y="59548"/>
                </a:lnTo>
                <a:lnTo>
                  <a:pt x="139700" y="42862"/>
                </a:lnTo>
                <a:lnTo>
                  <a:pt x="134211" y="26183"/>
                </a:lnTo>
                <a:lnTo>
                  <a:pt x="119243" y="12558"/>
                </a:lnTo>
                <a:lnTo>
                  <a:pt x="97041" y="3370"/>
                </a:lnTo>
                <a:lnTo>
                  <a:pt x="69850" y="0"/>
                </a:lnTo>
                <a:close/>
              </a:path>
            </a:pathLst>
          </a:custGeom>
          <a:solidFill>
            <a:srgbClr val="000000"/>
          </a:solidFill>
        </p:spPr>
        <p:txBody>
          <a:bodyPr wrap="square" lIns="0" tIns="0" rIns="0" bIns="0" rtlCol="0"/>
          <a:lstStyle/>
          <a:p>
            <a:endParaRPr/>
          </a:p>
        </p:txBody>
      </p:sp>
      <p:sp>
        <p:nvSpPr>
          <p:cNvPr id="40" name="object 40"/>
          <p:cNvSpPr/>
          <p:nvPr/>
        </p:nvSpPr>
        <p:spPr>
          <a:xfrm>
            <a:off x="2417762" y="2600528"/>
            <a:ext cx="138430" cy="85725"/>
          </a:xfrm>
          <a:custGeom>
            <a:avLst/>
            <a:gdLst/>
            <a:ahLst/>
            <a:cxnLst/>
            <a:rect l="l" t="t" r="r" b="b"/>
            <a:pathLst>
              <a:path w="138430" h="85725">
                <a:moveTo>
                  <a:pt x="69049" y="0"/>
                </a:moveTo>
                <a:lnTo>
                  <a:pt x="42171" y="3370"/>
                </a:lnTo>
                <a:lnTo>
                  <a:pt x="20223" y="12558"/>
                </a:lnTo>
                <a:lnTo>
                  <a:pt x="5425" y="26183"/>
                </a:lnTo>
                <a:lnTo>
                  <a:pt x="0" y="42862"/>
                </a:lnTo>
                <a:lnTo>
                  <a:pt x="5425" y="59548"/>
                </a:lnTo>
                <a:lnTo>
                  <a:pt x="20223" y="73177"/>
                </a:lnTo>
                <a:lnTo>
                  <a:pt x="42171" y="82367"/>
                </a:lnTo>
                <a:lnTo>
                  <a:pt x="69049" y="85737"/>
                </a:lnTo>
                <a:lnTo>
                  <a:pt x="95935" y="82367"/>
                </a:lnTo>
                <a:lnTo>
                  <a:pt x="117887" y="73177"/>
                </a:lnTo>
                <a:lnTo>
                  <a:pt x="132686" y="59548"/>
                </a:lnTo>
                <a:lnTo>
                  <a:pt x="138112" y="42862"/>
                </a:lnTo>
                <a:lnTo>
                  <a:pt x="132686" y="26183"/>
                </a:lnTo>
                <a:lnTo>
                  <a:pt x="117887" y="12558"/>
                </a:lnTo>
                <a:lnTo>
                  <a:pt x="95935" y="3370"/>
                </a:lnTo>
                <a:lnTo>
                  <a:pt x="69049" y="0"/>
                </a:lnTo>
                <a:close/>
              </a:path>
            </a:pathLst>
          </a:custGeom>
          <a:solidFill>
            <a:srgbClr val="000000"/>
          </a:solidFill>
        </p:spPr>
        <p:txBody>
          <a:bodyPr wrap="square" lIns="0" tIns="0" rIns="0" bIns="0" rtlCol="0"/>
          <a:lstStyle/>
          <a:p>
            <a:endParaRPr/>
          </a:p>
        </p:txBody>
      </p:sp>
      <p:sp>
        <p:nvSpPr>
          <p:cNvPr id="41" name="object 41"/>
          <p:cNvSpPr/>
          <p:nvPr/>
        </p:nvSpPr>
        <p:spPr>
          <a:xfrm>
            <a:off x="2601912" y="2487815"/>
            <a:ext cx="136525" cy="85725"/>
          </a:xfrm>
          <a:custGeom>
            <a:avLst/>
            <a:gdLst/>
            <a:ahLst/>
            <a:cxnLst/>
            <a:rect l="l" t="t" r="r" b="b"/>
            <a:pathLst>
              <a:path w="136525" h="85725">
                <a:moveTo>
                  <a:pt x="68262" y="0"/>
                </a:moveTo>
                <a:lnTo>
                  <a:pt x="41689" y="3370"/>
                </a:lnTo>
                <a:lnTo>
                  <a:pt x="19991" y="12560"/>
                </a:lnTo>
                <a:lnTo>
                  <a:pt x="5363" y="26188"/>
                </a:lnTo>
                <a:lnTo>
                  <a:pt x="0" y="42875"/>
                </a:lnTo>
                <a:lnTo>
                  <a:pt x="5363" y="59554"/>
                </a:lnTo>
                <a:lnTo>
                  <a:pt x="19991" y="73178"/>
                </a:lnTo>
                <a:lnTo>
                  <a:pt x="41689" y="82367"/>
                </a:lnTo>
                <a:lnTo>
                  <a:pt x="68262" y="85737"/>
                </a:lnTo>
                <a:lnTo>
                  <a:pt x="94835" y="82367"/>
                </a:lnTo>
                <a:lnTo>
                  <a:pt x="116533" y="73178"/>
                </a:lnTo>
                <a:lnTo>
                  <a:pt x="131161" y="59554"/>
                </a:lnTo>
                <a:lnTo>
                  <a:pt x="136525" y="42875"/>
                </a:lnTo>
                <a:lnTo>
                  <a:pt x="131161" y="26188"/>
                </a:lnTo>
                <a:lnTo>
                  <a:pt x="116533" y="12560"/>
                </a:lnTo>
                <a:lnTo>
                  <a:pt x="94835" y="3370"/>
                </a:lnTo>
                <a:lnTo>
                  <a:pt x="68262" y="0"/>
                </a:lnTo>
                <a:close/>
              </a:path>
            </a:pathLst>
          </a:custGeom>
          <a:solidFill>
            <a:srgbClr val="000000"/>
          </a:solidFill>
        </p:spPr>
        <p:txBody>
          <a:bodyPr wrap="square" lIns="0" tIns="0" rIns="0" bIns="0" rtlCol="0"/>
          <a:lstStyle/>
          <a:p>
            <a:endParaRPr/>
          </a:p>
        </p:txBody>
      </p:sp>
      <p:sp>
        <p:nvSpPr>
          <p:cNvPr id="42" name="object 42"/>
          <p:cNvSpPr/>
          <p:nvPr/>
        </p:nvSpPr>
        <p:spPr>
          <a:xfrm>
            <a:off x="2878137" y="2800553"/>
            <a:ext cx="138430" cy="85725"/>
          </a:xfrm>
          <a:custGeom>
            <a:avLst/>
            <a:gdLst/>
            <a:ahLst/>
            <a:cxnLst/>
            <a:rect l="l" t="t" r="r" b="b"/>
            <a:pathLst>
              <a:path w="138430" h="85725">
                <a:moveTo>
                  <a:pt x="69049" y="0"/>
                </a:moveTo>
                <a:lnTo>
                  <a:pt x="42171" y="3370"/>
                </a:lnTo>
                <a:lnTo>
                  <a:pt x="20223" y="12558"/>
                </a:lnTo>
                <a:lnTo>
                  <a:pt x="5425" y="26183"/>
                </a:lnTo>
                <a:lnTo>
                  <a:pt x="0" y="42862"/>
                </a:lnTo>
                <a:lnTo>
                  <a:pt x="5425" y="59548"/>
                </a:lnTo>
                <a:lnTo>
                  <a:pt x="20223" y="73177"/>
                </a:lnTo>
                <a:lnTo>
                  <a:pt x="42171" y="82367"/>
                </a:lnTo>
                <a:lnTo>
                  <a:pt x="69049" y="85737"/>
                </a:lnTo>
                <a:lnTo>
                  <a:pt x="95930" y="82367"/>
                </a:lnTo>
                <a:lnTo>
                  <a:pt x="117882" y="73177"/>
                </a:lnTo>
                <a:lnTo>
                  <a:pt x="132684" y="59548"/>
                </a:lnTo>
                <a:lnTo>
                  <a:pt x="138112" y="42862"/>
                </a:lnTo>
                <a:lnTo>
                  <a:pt x="132684" y="26183"/>
                </a:lnTo>
                <a:lnTo>
                  <a:pt x="117882" y="12558"/>
                </a:lnTo>
                <a:lnTo>
                  <a:pt x="95930" y="3370"/>
                </a:lnTo>
                <a:lnTo>
                  <a:pt x="69049" y="0"/>
                </a:lnTo>
                <a:close/>
              </a:path>
            </a:pathLst>
          </a:custGeom>
          <a:solidFill>
            <a:srgbClr val="000000"/>
          </a:solidFill>
        </p:spPr>
        <p:txBody>
          <a:bodyPr wrap="square" lIns="0" tIns="0" rIns="0" bIns="0" rtlCol="0"/>
          <a:lstStyle/>
          <a:p>
            <a:endParaRPr/>
          </a:p>
        </p:txBody>
      </p:sp>
      <p:sp>
        <p:nvSpPr>
          <p:cNvPr id="43" name="object 43"/>
          <p:cNvSpPr/>
          <p:nvPr/>
        </p:nvSpPr>
        <p:spPr>
          <a:xfrm>
            <a:off x="3060700" y="2543378"/>
            <a:ext cx="142875" cy="85725"/>
          </a:xfrm>
          <a:custGeom>
            <a:avLst/>
            <a:gdLst/>
            <a:ahLst/>
            <a:cxnLst/>
            <a:rect l="l" t="t" r="r" b="b"/>
            <a:pathLst>
              <a:path w="142875" h="85725">
                <a:moveTo>
                  <a:pt x="71437" y="0"/>
                </a:moveTo>
                <a:lnTo>
                  <a:pt x="43628" y="3370"/>
                </a:lnTo>
                <a:lnTo>
                  <a:pt x="20921" y="12558"/>
                </a:lnTo>
                <a:lnTo>
                  <a:pt x="5613" y="26183"/>
                </a:lnTo>
                <a:lnTo>
                  <a:pt x="0" y="42862"/>
                </a:lnTo>
                <a:lnTo>
                  <a:pt x="5613" y="59548"/>
                </a:lnTo>
                <a:lnTo>
                  <a:pt x="20921" y="73177"/>
                </a:lnTo>
                <a:lnTo>
                  <a:pt x="43628" y="82367"/>
                </a:lnTo>
                <a:lnTo>
                  <a:pt x="71437" y="85737"/>
                </a:lnTo>
                <a:lnTo>
                  <a:pt x="99246" y="82367"/>
                </a:lnTo>
                <a:lnTo>
                  <a:pt x="121953" y="73177"/>
                </a:lnTo>
                <a:lnTo>
                  <a:pt x="137261" y="59548"/>
                </a:lnTo>
                <a:lnTo>
                  <a:pt x="142875" y="42862"/>
                </a:lnTo>
                <a:lnTo>
                  <a:pt x="137261" y="26183"/>
                </a:lnTo>
                <a:lnTo>
                  <a:pt x="121953" y="12558"/>
                </a:lnTo>
                <a:lnTo>
                  <a:pt x="99246" y="3370"/>
                </a:lnTo>
                <a:lnTo>
                  <a:pt x="71437" y="0"/>
                </a:lnTo>
                <a:close/>
              </a:path>
            </a:pathLst>
          </a:custGeom>
          <a:solidFill>
            <a:srgbClr val="000000"/>
          </a:solidFill>
        </p:spPr>
        <p:txBody>
          <a:bodyPr wrap="square" lIns="0" tIns="0" rIns="0" bIns="0" rtlCol="0"/>
          <a:lstStyle/>
          <a:p>
            <a:endParaRPr/>
          </a:p>
        </p:txBody>
      </p:sp>
      <p:sp>
        <p:nvSpPr>
          <p:cNvPr id="44" name="object 44"/>
          <p:cNvSpPr/>
          <p:nvPr/>
        </p:nvSpPr>
        <p:spPr>
          <a:xfrm>
            <a:off x="542925" y="2464003"/>
            <a:ext cx="2571750" cy="390525"/>
          </a:xfrm>
          <a:custGeom>
            <a:avLst/>
            <a:gdLst/>
            <a:ahLst/>
            <a:cxnLst/>
            <a:rect l="l" t="t" r="r" b="b"/>
            <a:pathLst>
              <a:path w="2571750" h="390525">
                <a:moveTo>
                  <a:pt x="0" y="257174"/>
                </a:moveTo>
                <a:lnTo>
                  <a:pt x="200024" y="247649"/>
                </a:lnTo>
                <a:lnTo>
                  <a:pt x="380999" y="19049"/>
                </a:lnTo>
                <a:lnTo>
                  <a:pt x="561974" y="247649"/>
                </a:lnTo>
                <a:lnTo>
                  <a:pt x="742949" y="19049"/>
                </a:lnTo>
                <a:lnTo>
                  <a:pt x="838199" y="390524"/>
                </a:lnTo>
                <a:lnTo>
                  <a:pt x="1219199" y="390524"/>
                </a:lnTo>
                <a:lnTo>
                  <a:pt x="1390649" y="0"/>
                </a:lnTo>
                <a:lnTo>
                  <a:pt x="1676398" y="200025"/>
                </a:lnTo>
                <a:lnTo>
                  <a:pt x="1962148" y="180975"/>
                </a:lnTo>
                <a:lnTo>
                  <a:pt x="2143128" y="66675"/>
                </a:lnTo>
                <a:lnTo>
                  <a:pt x="2390778" y="390524"/>
                </a:lnTo>
                <a:lnTo>
                  <a:pt x="2571748" y="114300"/>
                </a:lnTo>
              </a:path>
            </a:pathLst>
          </a:custGeom>
          <a:ln w="12699">
            <a:solidFill>
              <a:srgbClr val="000000"/>
            </a:solidFill>
          </a:ln>
        </p:spPr>
        <p:txBody>
          <a:bodyPr wrap="square" lIns="0" tIns="0" rIns="0" bIns="0" rtlCol="0"/>
          <a:lstStyle/>
          <a:p>
            <a:endParaRPr/>
          </a:p>
        </p:txBody>
      </p:sp>
      <p:sp>
        <p:nvSpPr>
          <p:cNvPr id="45" name="object 45"/>
          <p:cNvSpPr/>
          <p:nvPr/>
        </p:nvSpPr>
        <p:spPr>
          <a:xfrm>
            <a:off x="627062" y="5704730"/>
            <a:ext cx="139700" cy="104775"/>
          </a:xfrm>
          <a:custGeom>
            <a:avLst/>
            <a:gdLst/>
            <a:ahLst/>
            <a:cxnLst/>
            <a:rect l="l" t="t" r="r" b="b"/>
            <a:pathLst>
              <a:path w="139700" h="104775">
                <a:moveTo>
                  <a:pt x="69850" y="0"/>
                </a:moveTo>
                <a:lnTo>
                  <a:pt x="42661" y="4116"/>
                </a:lnTo>
                <a:lnTo>
                  <a:pt x="20458" y="15343"/>
                </a:lnTo>
                <a:lnTo>
                  <a:pt x="5489" y="31995"/>
                </a:lnTo>
                <a:lnTo>
                  <a:pt x="0" y="52387"/>
                </a:lnTo>
                <a:lnTo>
                  <a:pt x="5489" y="72779"/>
                </a:lnTo>
                <a:lnTo>
                  <a:pt x="20458" y="89431"/>
                </a:lnTo>
                <a:lnTo>
                  <a:pt x="42661" y="100659"/>
                </a:lnTo>
                <a:lnTo>
                  <a:pt x="69850" y="104776"/>
                </a:lnTo>
                <a:lnTo>
                  <a:pt x="97038" y="100659"/>
                </a:lnTo>
                <a:lnTo>
                  <a:pt x="119241" y="89431"/>
                </a:lnTo>
                <a:lnTo>
                  <a:pt x="134210" y="72779"/>
                </a:lnTo>
                <a:lnTo>
                  <a:pt x="139700" y="52387"/>
                </a:lnTo>
                <a:lnTo>
                  <a:pt x="134210" y="31995"/>
                </a:lnTo>
                <a:lnTo>
                  <a:pt x="119241" y="15343"/>
                </a:lnTo>
                <a:lnTo>
                  <a:pt x="97038" y="4116"/>
                </a:lnTo>
                <a:lnTo>
                  <a:pt x="69850" y="0"/>
                </a:lnTo>
                <a:close/>
              </a:path>
            </a:pathLst>
          </a:custGeom>
          <a:solidFill>
            <a:srgbClr val="000000"/>
          </a:solidFill>
        </p:spPr>
        <p:txBody>
          <a:bodyPr wrap="square" lIns="0" tIns="0" rIns="0" bIns="0" rtlCol="0"/>
          <a:lstStyle/>
          <a:p>
            <a:endParaRPr/>
          </a:p>
        </p:txBody>
      </p:sp>
      <p:sp>
        <p:nvSpPr>
          <p:cNvPr id="46" name="object 46"/>
          <p:cNvSpPr/>
          <p:nvPr/>
        </p:nvSpPr>
        <p:spPr>
          <a:xfrm>
            <a:off x="812800" y="5658693"/>
            <a:ext cx="138430" cy="104775"/>
          </a:xfrm>
          <a:custGeom>
            <a:avLst/>
            <a:gdLst/>
            <a:ahLst/>
            <a:cxnLst/>
            <a:rect l="l" t="t" r="r" b="b"/>
            <a:pathLst>
              <a:path w="138430" h="104775">
                <a:moveTo>
                  <a:pt x="69057" y="0"/>
                </a:moveTo>
                <a:lnTo>
                  <a:pt x="42177" y="4116"/>
                </a:lnTo>
                <a:lnTo>
                  <a:pt x="20226" y="15343"/>
                </a:lnTo>
                <a:lnTo>
                  <a:pt x="5426" y="31995"/>
                </a:lnTo>
                <a:lnTo>
                  <a:pt x="0" y="52387"/>
                </a:lnTo>
                <a:lnTo>
                  <a:pt x="5426" y="72779"/>
                </a:lnTo>
                <a:lnTo>
                  <a:pt x="20226" y="89431"/>
                </a:lnTo>
                <a:lnTo>
                  <a:pt x="42177" y="100659"/>
                </a:lnTo>
                <a:lnTo>
                  <a:pt x="69057" y="104776"/>
                </a:lnTo>
                <a:lnTo>
                  <a:pt x="95937" y="100659"/>
                </a:lnTo>
                <a:lnTo>
                  <a:pt x="117887" y="89431"/>
                </a:lnTo>
                <a:lnTo>
                  <a:pt x="132686" y="72779"/>
                </a:lnTo>
                <a:lnTo>
                  <a:pt x="138113" y="52387"/>
                </a:lnTo>
                <a:lnTo>
                  <a:pt x="132686" y="31995"/>
                </a:lnTo>
                <a:lnTo>
                  <a:pt x="117887" y="15343"/>
                </a:lnTo>
                <a:lnTo>
                  <a:pt x="95937" y="4116"/>
                </a:lnTo>
                <a:lnTo>
                  <a:pt x="69057" y="0"/>
                </a:lnTo>
                <a:close/>
              </a:path>
            </a:pathLst>
          </a:custGeom>
          <a:solidFill>
            <a:srgbClr val="000000"/>
          </a:solidFill>
        </p:spPr>
        <p:txBody>
          <a:bodyPr wrap="square" lIns="0" tIns="0" rIns="0" bIns="0" rtlCol="0"/>
          <a:lstStyle/>
          <a:p>
            <a:endParaRPr/>
          </a:p>
        </p:txBody>
      </p:sp>
      <p:sp>
        <p:nvSpPr>
          <p:cNvPr id="47" name="object 47"/>
          <p:cNvSpPr/>
          <p:nvPr/>
        </p:nvSpPr>
        <p:spPr>
          <a:xfrm>
            <a:off x="952500" y="4787150"/>
            <a:ext cx="139700" cy="106680"/>
          </a:xfrm>
          <a:custGeom>
            <a:avLst/>
            <a:gdLst/>
            <a:ahLst/>
            <a:cxnLst/>
            <a:rect l="l" t="t" r="r" b="b"/>
            <a:pathLst>
              <a:path w="139700" h="106679">
                <a:moveTo>
                  <a:pt x="69850" y="0"/>
                </a:moveTo>
                <a:lnTo>
                  <a:pt x="42661" y="4179"/>
                </a:lnTo>
                <a:lnTo>
                  <a:pt x="20458" y="15578"/>
                </a:lnTo>
                <a:lnTo>
                  <a:pt x="5489" y="32484"/>
                </a:lnTo>
                <a:lnTo>
                  <a:pt x="0" y="53187"/>
                </a:lnTo>
                <a:lnTo>
                  <a:pt x="5489" y="73888"/>
                </a:lnTo>
                <a:lnTo>
                  <a:pt x="20458" y="90790"/>
                </a:lnTo>
                <a:lnTo>
                  <a:pt x="42661" y="102184"/>
                </a:lnTo>
                <a:lnTo>
                  <a:pt x="69850" y="106362"/>
                </a:lnTo>
                <a:lnTo>
                  <a:pt x="97038" y="102184"/>
                </a:lnTo>
                <a:lnTo>
                  <a:pt x="119241" y="90790"/>
                </a:lnTo>
                <a:lnTo>
                  <a:pt x="134210" y="73888"/>
                </a:lnTo>
                <a:lnTo>
                  <a:pt x="139700" y="53187"/>
                </a:lnTo>
                <a:lnTo>
                  <a:pt x="134210" y="32484"/>
                </a:lnTo>
                <a:lnTo>
                  <a:pt x="119241" y="15578"/>
                </a:lnTo>
                <a:lnTo>
                  <a:pt x="97038" y="4179"/>
                </a:lnTo>
                <a:lnTo>
                  <a:pt x="69850" y="0"/>
                </a:lnTo>
                <a:close/>
              </a:path>
            </a:pathLst>
          </a:custGeom>
          <a:solidFill>
            <a:srgbClr val="000000"/>
          </a:solidFill>
        </p:spPr>
        <p:txBody>
          <a:bodyPr wrap="square" lIns="0" tIns="0" rIns="0" bIns="0" rtlCol="0"/>
          <a:lstStyle/>
          <a:p>
            <a:endParaRPr/>
          </a:p>
        </p:txBody>
      </p:sp>
      <p:sp>
        <p:nvSpPr>
          <p:cNvPr id="48" name="object 48"/>
          <p:cNvSpPr/>
          <p:nvPr/>
        </p:nvSpPr>
        <p:spPr>
          <a:xfrm>
            <a:off x="1150937" y="5657105"/>
            <a:ext cx="139700" cy="104775"/>
          </a:xfrm>
          <a:custGeom>
            <a:avLst/>
            <a:gdLst/>
            <a:ahLst/>
            <a:cxnLst/>
            <a:rect l="l" t="t" r="r" b="b"/>
            <a:pathLst>
              <a:path w="139700" h="104775">
                <a:moveTo>
                  <a:pt x="69850" y="0"/>
                </a:moveTo>
                <a:lnTo>
                  <a:pt x="42661" y="4117"/>
                </a:lnTo>
                <a:lnTo>
                  <a:pt x="20458" y="15344"/>
                </a:lnTo>
                <a:lnTo>
                  <a:pt x="5489" y="31996"/>
                </a:lnTo>
                <a:lnTo>
                  <a:pt x="0" y="52388"/>
                </a:lnTo>
                <a:lnTo>
                  <a:pt x="5489" y="72780"/>
                </a:lnTo>
                <a:lnTo>
                  <a:pt x="20458" y="89432"/>
                </a:lnTo>
                <a:lnTo>
                  <a:pt x="42661" y="100659"/>
                </a:lnTo>
                <a:lnTo>
                  <a:pt x="69850" y="104776"/>
                </a:lnTo>
                <a:lnTo>
                  <a:pt x="97038" y="100659"/>
                </a:lnTo>
                <a:lnTo>
                  <a:pt x="119241" y="89432"/>
                </a:lnTo>
                <a:lnTo>
                  <a:pt x="134210" y="72780"/>
                </a:lnTo>
                <a:lnTo>
                  <a:pt x="139700" y="52388"/>
                </a:lnTo>
                <a:lnTo>
                  <a:pt x="134210" y="31996"/>
                </a:lnTo>
                <a:lnTo>
                  <a:pt x="119241" y="15344"/>
                </a:lnTo>
                <a:lnTo>
                  <a:pt x="97038" y="4117"/>
                </a:lnTo>
                <a:lnTo>
                  <a:pt x="69850" y="0"/>
                </a:lnTo>
                <a:close/>
              </a:path>
            </a:pathLst>
          </a:custGeom>
          <a:solidFill>
            <a:srgbClr val="000000"/>
          </a:solidFill>
        </p:spPr>
        <p:txBody>
          <a:bodyPr wrap="square" lIns="0" tIns="0" rIns="0" bIns="0" rtlCol="0"/>
          <a:lstStyle/>
          <a:p>
            <a:endParaRPr/>
          </a:p>
        </p:txBody>
      </p:sp>
      <p:sp>
        <p:nvSpPr>
          <p:cNvPr id="49" name="object 49"/>
          <p:cNvSpPr/>
          <p:nvPr/>
        </p:nvSpPr>
        <p:spPr>
          <a:xfrm>
            <a:off x="1333500" y="4837950"/>
            <a:ext cx="142875" cy="106680"/>
          </a:xfrm>
          <a:custGeom>
            <a:avLst/>
            <a:gdLst/>
            <a:ahLst/>
            <a:cxnLst/>
            <a:rect l="l" t="t" r="r" b="b"/>
            <a:pathLst>
              <a:path w="142875" h="106679">
                <a:moveTo>
                  <a:pt x="71437" y="0"/>
                </a:moveTo>
                <a:lnTo>
                  <a:pt x="43628" y="4179"/>
                </a:lnTo>
                <a:lnTo>
                  <a:pt x="20921" y="15578"/>
                </a:lnTo>
                <a:lnTo>
                  <a:pt x="5613" y="32484"/>
                </a:lnTo>
                <a:lnTo>
                  <a:pt x="0" y="53187"/>
                </a:lnTo>
                <a:lnTo>
                  <a:pt x="5613" y="73888"/>
                </a:lnTo>
                <a:lnTo>
                  <a:pt x="20921" y="90790"/>
                </a:lnTo>
                <a:lnTo>
                  <a:pt x="43628" y="102184"/>
                </a:lnTo>
                <a:lnTo>
                  <a:pt x="71437" y="106362"/>
                </a:lnTo>
                <a:lnTo>
                  <a:pt x="99246" y="102184"/>
                </a:lnTo>
                <a:lnTo>
                  <a:pt x="121953" y="90790"/>
                </a:lnTo>
                <a:lnTo>
                  <a:pt x="137261" y="73888"/>
                </a:lnTo>
                <a:lnTo>
                  <a:pt x="142875" y="53187"/>
                </a:lnTo>
                <a:lnTo>
                  <a:pt x="137261" y="32484"/>
                </a:lnTo>
                <a:lnTo>
                  <a:pt x="121953" y="15578"/>
                </a:lnTo>
                <a:lnTo>
                  <a:pt x="99246" y="4179"/>
                </a:lnTo>
                <a:lnTo>
                  <a:pt x="71437" y="0"/>
                </a:lnTo>
                <a:close/>
              </a:path>
            </a:pathLst>
          </a:custGeom>
          <a:solidFill>
            <a:srgbClr val="000000"/>
          </a:solidFill>
        </p:spPr>
        <p:txBody>
          <a:bodyPr wrap="square" lIns="0" tIns="0" rIns="0" bIns="0" rtlCol="0"/>
          <a:lstStyle/>
          <a:p>
            <a:endParaRPr/>
          </a:p>
        </p:txBody>
      </p:sp>
      <p:sp>
        <p:nvSpPr>
          <p:cNvPr id="50" name="object 50"/>
          <p:cNvSpPr/>
          <p:nvPr/>
        </p:nvSpPr>
        <p:spPr>
          <a:xfrm>
            <a:off x="1428750" y="6214318"/>
            <a:ext cx="138430" cy="106680"/>
          </a:xfrm>
          <a:custGeom>
            <a:avLst/>
            <a:gdLst/>
            <a:ahLst/>
            <a:cxnLst/>
            <a:rect l="l" t="t" r="r" b="b"/>
            <a:pathLst>
              <a:path w="138430" h="106679">
                <a:moveTo>
                  <a:pt x="69062" y="0"/>
                </a:moveTo>
                <a:lnTo>
                  <a:pt x="42182" y="4179"/>
                </a:lnTo>
                <a:lnTo>
                  <a:pt x="20229" y="15576"/>
                </a:lnTo>
                <a:lnTo>
                  <a:pt x="5427" y="32480"/>
                </a:lnTo>
                <a:lnTo>
                  <a:pt x="0" y="53181"/>
                </a:lnTo>
                <a:lnTo>
                  <a:pt x="5427" y="73882"/>
                </a:lnTo>
                <a:lnTo>
                  <a:pt x="20229" y="90787"/>
                </a:lnTo>
                <a:lnTo>
                  <a:pt x="42182" y="102184"/>
                </a:lnTo>
                <a:lnTo>
                  <a:pt x="69062" y="106363"/>
                </a:lnTo>
                <a:lnTo>
                  <a:pt x="95941" y="102184"/>
                </a:lnTo>
                <a:lnTo>
                  <a:pt x="117889" y="90787"/>
                </a:lnTo>
                <a:lnTo>
                  <a:pt x="132686" y="73882"/>
                </a:lnTo>
                <a:lnTo>
                  <a:pt x="138112" y="53181"/>
                </a:lnTo>
                <a:lnTo>
                  <a:pt x="132686" y="32480"/>
                </a:lnTo>
                <a:lnTo>
                  <a:pt x="117889" y="15576"/>
                </a:lnTo>
                <a:lnTo>
                  <a:pt x="95941" y="4179"/>
                </a:lnTo>
                <a:lnTo>
                  <a:pt x="69062" y="0"/>
                </a:lnTo>
                <a:close/>
              </a:path>
            </a:pathLst>
          </a:custGeom>
          <a:solidFill>
            <a:srgbClr val="000000"/>
          </a:solidFill>
        </p:spPr>
        <p:txBody>
          <a:bodyPr wrap="square" lIns="0" tIns="0" rIns="0" bIns="0" rtlCol="0"/>
          <a:lstStyle/>
          <a:p>
            <a:endParaRPr/>
          </a:p>
        </p:txBody>
      </p:sp>
      <p:sp>
        <p:nvSpPr>
          <p:cNvPr id="51" name="object 51"/>
          <p:cNvSpPr/>
          <p:nvPr/>
        </p:nvSpPr>
        <p:spPr>
          <a:xfrm>
            <a:off x="1793875" y="6231780"/>
            <a:ext cx="142875" cy="106680"/>
          </a:xfrm>
          <a:custGeom>
            <a:avLst/>
            <a:gdLst/>
            <a:ahLst/>
            <a:cxnLst/>
            <a:rect l="l" t="t" r="r" b="b"/>
            <a:pathLst>
              <a:path w="142875" h="106679">
                <a:moveTo>
                  <a:pt x="71437" y="0"/>
                </a:moveTo>
                <a:lnTo>
                  <a:pt x="43628" y="4179"/>
                </a:lnTo>
                <a:lnTo>
                  <a:pt x="20921" y="15576"/>
                </a:lnTo>
                <a:lnTo>
                  <a:pt x="5613" y="32480"/>
                </a:lnTo>
                <a:lnTo>
                  <a:pt x="0" y="53181"/>
                </a:lnTo>
                <a:lnTo>
                  <a:pt x="5613" y="73881"/>
                </a:lnTo>
                <a:lnTo>
                  <a:pt x="20921" y="90786"/>
                </a:lnTo>
                <a:lnTo>
                  <a:pt x="43628" y="102183"/>
                </a:lnTo>
                <a:lnTo>
                  <a:pt x="71437" y="106362"/>
                </a:lnTo>
                <a:lnTo>
                  <a:pt x="99246" y="102183"/>
                </a:lnTo>
                <a:lnTo>
                  <a:pt x="121953" y="90786"/>
                </a:lnTo>
                <a:lnTo>
                  <a:pt x="137261" y="73881"/>
                </a:lnTo>
                <a:lnTo>
                  <a:pt x="142875" y="53181"/>
                </a:lnTo>
                <a:lnTo>
                  <a:pt x="137261" y="32480"/>
                </a:lnTo>
                <a:lnTo>
                  <a:pt x="121953" y="15576"/>
                </a:lnTo>
                <a:lnTo>
                  <a:pt x="99246" y="4179"/>
                </a:lnTo>
                <a:lnTo>
                  <a:pt x="71437" y="0"/>
                </a:lnTo>
                <a:close/>
              </a:path>
            </a:pathLst>
          </a:custGeom>
          <a:solidFill>
            <a:srgbClr val="000000"/>
          </a:solidFill>
        </p:spPr>
        <p:txBody>
          <a:bodyPr wrap="square" lIns="0" tIns="0" rIns="0" bIns="0" rtlCol="0"/>
          <a:lstStyle/>
          <a:p>
            <a:endParaRPr/>
          </a:p>
        </p:txBody>
      </p:sp>
      <p:sp>
        <p:nvSpPr>
          <p:cNvPr id="52" name="object 52"/>
          <p:cNvSpPr/>
          <p:nvPr/>
        </p:nvSpPr>
        <p:spPr>
          <a:xfrm>
            <a:off x="1979612" y="4745875"/>
            <a:ext cx="139700" cy="106680"/>
          </a:xfrm>
          <a:custGeom>
            <a:avLst/>
            <a:gdLst/>
            <a:ahLst/>
            <a:cxnLst/>
            <a:rect l="l" t="t" r="r" b="b"/>
            <a:pathLst>
              <a:path w="139700" h="106679">
                <a:moveTo>
                  <a:pt x="69850" y="0"/>
                </a:moveTo>
                <a:lnTo>
                  <a:pt x="42658" y="4179"/>
                </a:lnTo>
                <a:lnTo>
                  <a:pt x="20456" y="15578"/>
                </a:lnTo>
                <a:lnTo>
                  <a:pt x="5488" y="32484"/>
                </a:lnTo>
                <a:lnTo>
                  <a:pt x="0" y="53187"/>
                </a:lnTo>
                <a:lnTo>
                  <a:pt x="5488" y="73888"/>
                </a:lnTo>
                <a:lnTo>
                  <a:pt x="20456" y="90790"/>
                </a:lnTo>
                <a:lnTo>
                  <a:pt x="42658" y="102184"/>
                </a:lnTo>
                <a:lnTo>
                  <a:pt x="69850" y="106362"/>
                </a:lnTo>
                <a:lnTo>
                  <a:pt x="97041" y="102184"/>
                </a:lnTo>
                <a:lnTo>
                  <a:pt x="119243" y="90790"/>
                </a:lnTo>
                <a:lnTo>
                  <a:pt x="134211" y="73888"/>
                </a:lnTo>
                <a:lnTo>
                  <a:pt x="139700" y="53187"/>
                </a:lnTo>
                <a:lnTo>
                  <a:pt x="134211" y="32484"/>
                </a:lnTo>
                <a:lnTo>
                  <a:pt x="119243" y="15578"/>
                </a:lnTo>
                <a:lnTo>
                  <a:pt x="97041" y="4179"/>
                </a:lnTo>
                <a:lnTo>
                  <a:pt x="69850" y="0"/>
                </a:lnTo>
                <a:close/>
              </a:path>
            </a:pathLst>
          </a:custGeom>
          <a:solidFill>
            <a:srgbClr val="000000"/>
          </a:solidFill>
        </p:spPr>
        <p:txBody>
          <a:bodyPr wrap="square" lIns="0" tIns="0" rIns="0" bIns="0" rtlCol="0"/>
          <a:lstStyle/>
          <a:p>
            <a:endParaRPr/>
          </a:p>
        </p:txBody>
      </p:sp>
      <p:sp>
        <p:nvSpPr>
          <p:cNvPr id="53" name="object 53"/>
          <p:cNvSpPr/>
          <p:nvPr/>
        </p:nvSpPr>
        <p:spPr>
          <a:xfrm>
            <a:off x="2255837" y="5442788"/>
            <a:ext cx="139700" cy="106680"/>
          </a:xfrm>
          <a:custGeom>
            <a:avLst/>
            <a:gdLst/>
            <a:ahLst/>
            <a:cxnLst/>
            <a:rect l="l" t="t" r="r" b="b"/>
            <a:pathLst>
              <a:path w="139700" h="106679">
                <a:moveTo>
                  <a:pt x="69850" y="0"/>
                </a:moveTo>
                <a:lnTo>
                  <a:pt x="42658" y="4179"/>
                </a:lnTo>
                <a:lnTo>
                  <a:pt x="20456" y="15578"/>
                </a:lnTo>
                <a:lnTo>
                  <a:pt x="5488" y="32484"/>
                </a:lnTo>
                <a:lnTo>
                  <a:pt x="0" y="53187"/>
                </a:lnTo>
                <a:lnTo>
                  <a:pt x="5488" y="73890"/>
                </a:lnTo>
                <a:lnTo>
                  <a:pt x="20456" y="90797"/>
                </a:lnTo>
                <a:lnTo>
                  <a:pt x="42658" y="102195"/>
                </a:lnTo>
                <a:lnTo>
                  <a:pt x="69850" y="106375"/>
                </a:lnTo>
                <a:lnTo>
                  <a:pt x="97041" y="102195"/>
                </a:lnTo>
                <a:lnTo>
                  <a:pt x="119243" y="90797"/>
                </a:lnTo>
                <a:lnTo>
                  <a:pt x="134211" y="73890"/>
                </a:lnTo>
                <a:lnTo>
                  <a:pt x="139700" y="53187"/>
                </a:lnTo>
                <a:lnTo>
                  <a:pt x="134211" y="32484"/>
                </a:lnTo>
                <a:lnTo>
                  <a:pt x="119243" y="15578"/>
                </a:lnTo>
                <a:lnTo>
                  <a:pt x="97041" y="4179"/>
                </a:lnTo>
                <a:lnTo>
                  <a:pt x="69850" y="0"/>
                </a:lnTo>
                <a:close/>
              </a:path>
            </a:pathLst>
          </a:custGeom>
          <a:solidFill>
            <a:srgbClr val="000000"/>
          </a:solidFill>
        </p:spPr>
        <p:txBody>
          <a:bodyPr wrap="square" lIns="0" tIns="0" rIns="0" bIns="0" rtlCol="0"/>
          <a:lstStyle/>
          <a:p>
            <a:endParaRPr/>
          </a:p>
        </p:txBody>
      </p:sp>
      <p:sp>
        <p:nvSpPr>
          <p:cNvPr id="54" name="object 54"/>
          <p:cNvSpPr/>
          <p:nvPr/>
        </p:nvSpPr>
        <p:spPr>
          <a:xfrm>
            <a:off x="2533650" y="5442788"/>
            <a:ext cx="138430" cy="106680"/>
          </a:xfrm>
          <a:custGeom>
            <a:avLst/>
            <a:gdLst/>
            <a:ahLst/>
            <a:cxnLst/>
            <a:rect l="l" t="t" r="r" b="b"/>
            <a:pathLst>
              <a:path w="138430" h="106679">
                <a:moveTo>
                  <a:pt x="69049" y="0"/>
                </a:moveTo>
                <a:lnTo>
                  <a:pt x="42171" y="4179"/>
                </a:lnTo>
                <a:lnTo>
                  <a:pt x="20223" y="15578"/>
                </a:lnTo>
                <a:lnTo>
                  <a:pt x="5425" y="32484"/>
                </a:lnTo>
                <a:lnTo>
                  <a:pt x="0" y="53187"/>
                </a:lnTo>
                <a:lnTo>
                  <a:pt x="5425" y="73890"/>
                </a:lnTo>
                <a:lnTo>
                  <a:pt x="20223" y="90797"/>
                </a:lnTo>
                <a:lnTo>
                  <a:pt x="42171" y="102195"/>
                </a:lnTo>
                <a:lnTo>
                  <a:pt x="69049" y="106375"/>
                </a:lnTo>
                <a:lnTo>
                  <a:pt x="95935" y="102195"/>
                </a:lnTo>
                <a:lnTo>
                  <a:pt x="117887" y="90797"/>
                </a:lnTo>
                <a:lnTo>
                  <a:pt x="132686" y="73890"/>
                </a:lnTo>
                <a:lnTo>
                  <a:pt x="138112" y="53187"/>
                </a:lnTo>
                <a:lnTo>
                  <a:pt x="132686" y="32484"/>
                </a:lnTo>
                <a:lnTo>
                  <a:pt x="117887" y="15578"/>
                </a:lnTo>
                <a:lnTo>
                  <a:pt x="95935" y="4179"/>
                </a:lnTo>
                <a:lnTo>
                  <a:pt x="69049" y="0"/>
                </a:lnTo>
                <a:close/>
              </a:path>
            </a:pathLst>
          </a:custGeom>
          <a:solidFill>
            <a:srgbClr val="000000"/>
          </a:solidFill>
        </p:spPr>
        <p:txBody>
          <a:bodyPr wrap="square" lIns="0" tIns="0" rIns="0" bIns="0" rtlCol="0"/>
          <a:lstStyle/>
          <a:p>
            <a:endParaRPr/>
          </a:p>
        </p:txBody>
      </p:sp>
      <p:sp>
        <p:nvSpPr>
          <p:cNvPr id="55" name="object 55"/>
          <p:cNvSpPr/>
          <p:nvPr/>
        </p:nvSpPr>
        <p:spPr>
          <a:xfrm>
            <a:off x="2717800" y="5033213"/>
            <a:ext cx="136525" cy="105410"/>
          </a:xfrm>
          <a:custGeom>
            <a:avLst/>
            <a:gdLst/>
            <a:ahLst/>
            <a:cxnLst/>
            <a:rect l="l" t="t" r="r" b="b"/>
            <a:pathLst>
              <a:path w="136525" h="105410">
                <a:moveTo>
                  <a:pt x="68262" y="0"/>
                </a:moveTo>
                <a:lnTo>
                  <a:pt x="41689" y="4117"/>
                </a:lnTo>
                <a:lnTo>
                  <a:pt x="19991" y="15344"/>
                </a:lnTo>
                <a:lnTo>
                  <a:pt x="5363" y="31996"/>
                </a:lnTo>
                <a:lnTo>
                  <a:pt x="0" y="52387"/>
                </a:lnTo>
                <a:lnTo>
                  <a:pt x="5363" y="72785"/>
                </a:lnTo>
                <a:lnTo>
                  <a:pt x="19991" y="89441"/>
                </a:lnTo>
                <a:lnTo>
                  <a:pt x="41689" y="100670"/>
                </a:lnTo>
                <a:lnTo>
                  <a:pt x="68262" y="104787"/>
                </a:lnTo>
                <a:lnTo>
                  <a:pt x="94835" y="100670"/>
                </a:lnTo>
                <a:lnTo>
                  <a:pt x="116533" y="89441"/>
                </a:lnTo>
                <a:lnTo>
                  <a:pt x="131161" y="72785"/>
                </a:lnTo>
                <a:lnTo>
                  <a:pt x="136525" y="52387"/>
                </a:lnTo>
                <a:lnTo>
                  <a:pt x="131161" y="31996"/>
                </a:lnTo>
                <a:lnTo>
                  <a:pt x="116533" y="15344"/>
                </a:lnTo>
                <a:lnTo>
                  <a:pt x="94835" y="4117"/>
                </a:lnTo>
                <a:lnTo>
                  <a:pt x="68262" y="0"/>
                </a:lnTo>
                <a:close/>
              </a:path>
            </a:pathLst>
          </a:custGeom>
          <a:solidFill>
            <a:srgbClr val="000000"/>
          </a:solidFill>
        </p:spPr>
        <p:txBody>
          <a:bodyPr wrap="square" lIns="0" tIns="0" rIns="0" bIns="0" rtlCol="0"/>
          <a:lstStyle/>
          <a:p>
            <a:endParaRPr/>
          </a:p>
        </p:txBody>
      </p:sp>
      <p:sp>
        <p:nvSpPr>
          <p:cNvPr id="56" name="object 56"/>
          <p:cNvSpPr/>
          <p:nvPr/>
        </p:nvSpPr>
        <p:spPr>
          <a:xfrm>
            <a:off x="2994025" y="6217493"/>
            <a:ext cx="138430" cy="106680"/>
          </a:xfrm>
          <a:custGeom>
            <a:avLst/>
            <a:gdLst/>
            <a:ahLst/>
            <a:cxnLst/>
            <a:rect l="l" t="t" r="r" b="b"/>
            <a:pathLst>
              <a:path w="138430" h="106679">
                <a:moveTo>
                  <a:pt x="69062" y="0"/>
                </a:moveTo>
                <a:lnTo>
                  <a:pt x="42176" y="4179"/>
                </a:lnTo>
                <a:lnTo>
                  <a:pt x="20224" y="15576"/>
                </a:lnTo>
                <a:lnTo>
                  <a:pt x="5426" y="32480"/>
                </a:lnTo>
                <a:lnTo>
                  <a:pt x="0" y="53181"/>
                </a:lnTo>
                <a:lnTo>
                  <a:pt x="5426" y="73882"/>
                </a:lnTo>
                <a:lnTo>
                  <a:pt x="20224" y="90786"/>
                </a:lnTo>
                <a:lnTo>
                  <a:pt x="42176" y="102184"/>
                </a:lnTo>
                <a:lnTo>
                  <a:pt x="69062" y="106363"/>
                </a:lnTo>
                <a:lnTo>
                  <a:pt x="95941" y="102184"/>
                </a:lnTo>
                <a:lnTo>
                  <a:pt x="117889" y="90786"/>
                </a:lnTo>
                <a:lnTo>
                  <a:pt x="132686" y="73882"/>
                </a:lnTo>
                <a:lnTo>
                  <a:pt x="138112" y="53181"/>
                </a:lnTo>
                <a:lnTo>
                  <a:pt x="132686" y="32480"/>
                </a:lnTo>
                <a:lnTo>
                  <a:pt x="117889" y="15576"/>
                </a:lnTo>
                <a:lnTo>
                  <a:pt x="95941" y="4179"/>
                </a:lnTo>
                <a:lnTo>
                  <a:pt x="69062" y="0"/>
                </a:lnTo>
                <a:close/>
              </a:path>
            </a:pathLst>
          </a:custGeom>
          <a:solidFill>
            <a:srgbClr val="000000"/>
          </a:solidFill>
        </p:spPr>
        <p:txBody>
          <a:bodyPr wrap="square" lIns="0" tIns="0" rIns="0" bIns="0" rtlCol="0"/>
          <a:lstStyle/>
          <a:p>
            <a:endParaRPr/>
          </a:p>
        </p:txBody>
      </p:sp>
      <p:sp>
        <p:nvSpPr>
          <p:cNvPr id="57" name="object 57"/>
          <p:cNvSpPr/>
          <p:nvPr/>
        </p:nvSpPr>
        <p:spPr>
          <a:xfrm>
            <a:off x="3176587" y="5215775"/>
            <a:ext cx="142875" cy="104775"/>
          </a:xfrm>
          <a:custGeom>
            <a:avLst/>
            <a:gdLst/>
            <a:ahLst/>
            <a:cxnLst/>
            <a:rect l="l" t="t" r="r" b="b"/>
            <a:pathLst>
              <a:path w="142875" h="104775">
                <a:moveTo>
                  <a:pt x="71437" y="0"/>
                </a:moveTo>
                <a:lnTo>
                  <a:pt x="43628" y="4117"/>
                </a:lnTo>
                <a:lnTo>
                  <a:pt x="20921" y="15344"/>
                </a:lnTo>
                <a:lnTo>
                  <a:pt x="5613" y="31996"/>
                </a:lnTo>
                <a:lnTo>
                  <a:pt x="0" y="52387"/>
                </a:lnTo>
                <a:lnTo>
                  <a:pt x="5613" y="72783"/>
                </a:lnTo>
                <a:lnTo>
                  <a:pt x="20921" y="89434"/>
                </a:lnTo>
                <a:lnTo>
                  <a:pt x="43628" y="100659"/>
                </a:lnTo>
                <a:lnTo>
                  <a:pt x="71437" y="104774"/>
                </a:lnTo>
                <a:lnTo>
                  <a:pt x="99246" y="100659"/>
                </a:lnTo>
                <a:lnTo>
                  <a:pt x="121953" y="89434"/>
                </a:lnTo>
                <a:lnTo>
                  <a:pt x="137261" y="72783"/>
                </a:lnTo>
                <a:lnTo>
                  <a:pt x="142875" y="52387"/>
                </a:lnTo>
                <a:lnTo>
                  <a:pt x="137261" y="31996"/>
                </a:lnTo>
                <a:lnTo>
                  <a:pt x="121953" y="15344"/>
                </a:lnTo>
                <a:lnTo>
                  <a:pt x="99246" y="4117"/>
                </a:lnTo>
                <a:lnTo>
                  <a:pt x="71437" y="0"/>
                </a:lnTo>
                <a:close/>
              </a:path>
            </a:pathLst>
          </a:custGeom>
          <a:solidFill>
            <a:srgbClr val="000000"/>
          </a:solidFill>
        </p:spPr>
        <p:txBody>
          <a:bodyPr wrap="square" lIns="0" tIns="0" rIns="0" bIns="0" rtlCol="0"/>
          <a:lstStyle/>
          <a:p>
            <a:endParaRPr/>
          </a:p>
        </p:txBody>
      </p:sp>
      <p:sp>
        <p:nvSpPr>
          <p:cNvPr id="58" name="object 58"/>
          <p:cNvSpPr/>
          <p:nvPr/>
        </p:nvSpPr>
        <p:spPr>
          <a:xfrm>
            <a:off x="658812" y="4776038"/>
            <a:ext cx="2571750" cy="1510030"/>
          </a:xfrm>
          <a:custGeom>
            <a:avLst/>
            <a:gdLst/>
            <a:ahLst/>
            <a:cxnLst/>
            <a:rect l="l" t="t" r="r" b="b"/>
            <a:pathLst>
              <a:path w="2571750" h="1510029">
                <a:moveTo>
                  <a:pt x="0" y="993774"/>
                </a:moveTo>
                <a:lnTo>
                  <a:pt x="200024" y="957262"/>
                </a:lnTo>
                <a:lnTo>
                  <a:pt x="380999" y="73024"/>
                </a:lnTo>
                <a:lnTo>
                  <a:pt x="561974" y="957262"/>
                </a:lnTo>
                <a:lnTo>
                  <a:pt x="742949" y="73024"/>
                </a:lnTo>
                <a:lnTo>
                  <a:pt x="838199" y="1509708"/>
                </a:lnTo>
                <a:lnTo>
                  <a:pt x="1219199" y="1509708"/>
                </a:lnTo>
                <a:lnTo>
                  <a:pt x="1390649" y="0"/>
                </a:lnTo>
                <a:lnTo>
                  <a:pt x="1676398" y="773112"/>
                </a:lnTo>
                <a:lnTo>
                  <a:pt x="1962148" y="698499"/>
                </a:lnTo>
                <a:lnTo>
                  <a:pt x="2143118" y="257174"/>
                </a:lnTo>
                <a:lnTo>
                  <a:pt x="2390768" y="1509708"/>
                </a:lnTo>
                <a:lnTo>
                  <a:pt x="2571748" y="441324"/>
                </a:lnTo>
              </a:path>
            </a:pathLst>
          </a:custGeom>
          <a:ln w="12699">
            <a:solidFill>
              <a:srgbClr val="000000"/>
            </a:solidFill>
          </a:ln>
        </p:spPr>
        <p:txBody>
          <a:bodyPr wrap="square" lIns="0" tIns="0" rIns="0" bIns="0" rtlCol="0"/>
          <a:lstStyle/>
          <a:p>
            <a:endParaRPr/>
          </a:p>
        </p:txBody>
      </p:sp>
      <p:sp>
        <p:nvSpPr>
          <p:cNvPr id="59" name="object 59"/>
          <p:cNvSpPr txBox="1"/>
          <p:nvPr/>
        </p:nvSpPr>
        <p:spPr>
          <a:xfrm>
            <a:off x="8078889" y="5410030"/>
            <a:ext cx="150495" cy="129539"/>
          </a:xfrm>
          <a:prstGeom prst="rect">
            <a:avLst/>
          </a:prstGeom>
        </p:spPr>
        <p:txBody>
          <a:bodyPr vert="horz" wrap="square" lIns="0" tIns="0" rIns="0" bIns="0" rtlCol="0">
            <a:spAutoFit/>
          </a:bodyPr>
          <a:lstStyle/>
          <a:p>
            <a:pPr>
              <a:lnSpc>
                <a:spcPts val="1015"/>
              </a:lnSpc>
            </a:pPr>
            <a:r>
              <a:rPr sz="850" spc="-140" dirty="0">
                <a:latin typeface="Arial"/>
                <a:cs typeface="Arial"/>
              </a:rPr>
              <a:t>1</a:t>
            </a:r>
            <a:r>
              <a:rPr sz="850" spc="-125" dirty="0">
                <a:latin typeface="Arial"/>
                <a:cs typeface="Arial"/>
              </a:rPr>
              <a:t>5</a:t>
            </a:r>
            <a:r>
              <a:rPr sz="850" spc="15" dirty="0">
                <a:latin typeface="Arial"/>
                <a:cs typeface="Arial"/>
              </a:rPr>
              <a:t>0</a:t>
            </a:r>
            <a:endParaRPr sz="850">
              <a:latin typeface="Arial"/>
              <a:cs typeface="Arial"/>
            </a:endParaRPr>
          </a:p>
        </p:txBody>
      </p:sp>
      <p:sp>
        <p:nvSpPr>
          <p:cNvPr id="60" name="object 60"/>
          <p:cNvSpPr txBox="1"/>
          <p:nvPr/>
        </p:nvSpPr>
        <p:spPr>
          <a:xfrm>
            <a:off x="7519720" y="5410030"/>
            <a:ext cx="149860" cy="129539"/>
          </a:xfrm>
          <a:prstGeom prst="rect">
            <a:avLst/>
          </a:prstGeom>
        </p:spPr>
        <p:txBody>
          <a:bodyPr vert="horz" wrap="square" lIns="0" tIns="0" rIns="0" bIns="0" rtlCol="0">
            <a:spAutoFit/>
          </a:bodyPr>
          <a:lstStyle/>
          <a:p>
            <a:pPr>
              <a:lnSpc>
                <a:spcPts val="1015"/>
              </a:lnSpc>
            </a:pPr>
            <a:r>
              <a:rPr sz="850" spc="-125" dirty="0">
                <a:latin typeface="Arial"/>
                <a:cs typeface="Arial"/>
              </a:rPr>
              <a:t>1</a:t>
            </a:r>
            <a:r>
              <a:rPr sz="850" spc="-140" dirty="0">
                <a:latin typeface="Arial"/>
                <a:cs typeface="Arial"/>
              </a:rPr>
              <a:t>3</a:t>
            </a:r>
            <a:r>
              <a:rPr sz="850" spc="15" dirty="0">
                <a:latin typeface="Arial"/>
                <a:cs typeface="Arial"/>
              </a:rPr>
              <a:t>0</a:t>
            </a:r>
            <a:endParaRPr sz="850">
              <a:latin typeface="Arial"/>
              <a:cs typeface="Arial"/>
            </a:endParaRPr>
          </a:p>
        </p:txBody>
      </p:sp>
      <p:sp>
        <p:nvSpPr>
          <p:cNvPr id="61" name="object 61"/>
          <p:cNvSpPr txBox="1"/>
          <p:nvPr/>
        </p:nvSpPr>
        <p:spPr>
          <a:xfrm>
            <a:off x="6950485" y="5410030"/>
            <a:ext cx="150495" cy="129539"/>
          </a:xfrm>
          <a:prstGeom prst="rect">
            <a:avLst/>
          </a:prstGeom>
        </p:spPr>
        <p:txBody>
          <a:bodyPr vert="horz" wrap="square" lIns="0" tIns="0" rIns="0" bIns="0" rtlCol="0">
            <a:spAutoFit/>
          </a:bodyPr>
          <a:lstStyle/>
          <a:p>
            <a:pPr>
              <a:lnSpc>
                <a:spcPts val="1015"/>
              </a:lnSpc>
            </a:pPr>
            <a:r>
              <a:rPr sz="850" spc="-120" dirty="0">
                <a:latin typeface="Arial"/>
                <a:cs typeface="Arial"/>
              </a:rPr>
              <a:t>1</a:t>
            </a:r>
            <a:r>
              <a:rPr sz="850" spc="-140" dirty="0">
                <a:latin typeface="Arial"/>
                <a:cs typeface="Arial"/>
              </a:rPr>
              <a:t>1</a:t>
            </a:r>
            <a:r>
              <a:rPr sz="850" spc="15" dirty="0">
                <a:latin typeface="Arial"/>
                <a:cs typeface="Arial"/>
              </a:rPr>
              <a:t>0</a:t>
            </a:r>
            <a:endParaRPr sz="850">
              <a:latin typeface="Arial"/>
              <a:cs typeface="Arial"/>
            </a:endParaRPr>
          </a:p>
        </p:txBody>
      </p:sp>
      <p:sp>
        <p:nvSpPr>
          <p:cNvPr id="62" name="object 62"/>
          <p:cNvSpPr txBox="1"/>
          <p:nvPr/>
        </p:nvSpPr>
        <p:spPr>
          <a:xfrm>
            <a:off x="6414926" y="5410030"/>
            <a:ext cx="107950" cy="129539"/>
          </a:xfrm>
          <a:prstGeom prst="rect">
            <a:avLst/>
          </a:prstGeom>
        </p:spPr>
        <p:txBody>
          <a:bodyPr vert="horz" wrap="square" lIns="0" tIns="0" rIns="0" bIns="0" rtlCol="0">
            <a:spAutoFit/>
          </a:bodyPr>
          <a:lstStyle/>
          <a:p>
            <a:pPr>
              <a:lnSpc>
                <a:spcPts val="1015"/>
              </a:lnSpc>
            </a:pPr>
            <a:r>
              <a:rPr sz="850" spc="-120" dirty="0">
                <a:latin typeface="Arial"/>
                <a:cs typeface="Arial"/>
              </a:rPr>
              <a:t>9</a:t>
            </a:r>
            <a:r>
              <a:rPr sz="850" spc="15" dirty="0">
                <a:latin typeface="Arial"/>
                <a:cs typeface="Arial"/>
              </a:rPr>
              <a:t>0</a:t>
            </a:r>
            <a:endParaRPr sz="850">
              <a:latin typeface="Arial"/>
              <a:cs typeface="Arial"/>
            </a:endParaRPr>
          </a:p>
        </p:txBody>
      </p:sp>
      <p:sp>
        <p:nvSpPr>
          <p:cNvPr id="63" name="object 63"/>
          <p:cNvSpPr txBox="1"/>
          <p:nvPr/>
        </p:nvSpPr>
        <p:spPr>
          <a:xfrm>
            <a:off x="5858094" y="5410030"/>
            <a:ext cx="105410" cy="129539"/>
          </a:xfrm>
          <a:prstGeom prst="rect">
            <a:avLst/>
          </a:prstGeom>
        </p:spPr>
        <p:txBody>
          <a:bodyPr vert="horz" wrap="square" lIns="0" tIns="0" rIns="0" bIns="0" rtlCol="0">
            <a:spAutoFit/>
          </a:bodyPr>
          <a:lstStyle/>
          <a:p>
            <a:pPr>
              <a:lnSpc>
                <a:spcPts val="1015"/>
              </a:lnSpc>
            </a:pPr>
            <a:r>
              <a:rPr sz="850" spc="-140" dirty="0">
                <a:latin typeface="Arial"/>
                <a:cs typeface="Arial"/>
              </a:rPr>
              <a:t>7</a:t>
            </a:r>
            <a:r>
              <a:rPr sz="850" spc="15" dirty="0">
                <a:latin typeface="Arial"/>
                <a:cs typeface="Arial"/>
              </a:rPr>
              <a:t>0</a:t>
            </a:r>
            <a:endParaRPr sz="850">
              <a:latin typeface="Arial"/>
              <a:cs typeface="Arial"/>
            </a:endParaRPr>
          </a:p>
        </p:txBody>
      </p:sp>
      <p:sp>
        <p:nvSpPr>
          <p:cNvPr id="64" name="object 64"/>
          <p:cNvSpPr txBox="1"/>
          <p:nvPr/>
        </p:nvSpPr>
        <p:spPr>
          <a:xfrm>
            <a:off x="5298888" y="5410030"/>
            <a:ext cx="107950" cy="129539"/>
          </a:xfrm>
          <a:prstGeom prst="rect">
            <a:avLst/>
          </a:prstGeom>
        </p:spPr>
        <p:txBody>
          <a:bodyPr vert="horz" wrap="square" lIns="0" tIns="0" rIns="0" bIns="0" rtlCol="0">
            <a:spAutoFit/>
          </a:bodyPr>
          <a:lstStyle/>
          <a:p>
            <a:pPr>
              <a:lnSpc>
                <a:spcPts val="1015"/>
              </a:lnSpc>
            </a:pPr>
            <a:r>
              <a:rPr sz="850" spc="-120" dirty="0">
                <a:latin typeface="Arial"/>
                <a:cs typeface="Arial"/>
              </a:rPr>
              <a:t>5</a:t>
            </a:r>
            <a:r>
              <a:rPr sz="850" spc="15" dirty="0">
                <a:latin typeface="Arial"/>
                <a:cs typeface="Arial"/>
              </a:rPr>
              <a:t>0</a:t>
            </a:r>
            <a:endParaRPr sz="850">
              <a:latin typeface="Arial"/>
              <a:cs typeface="Arial"/>
            </a:endParaRPr>
          </a:p>
        </p:txBody>
      </p:sp>
      <p:sp>
        <p:nvSpPr>
          <p:cNvPr id="65" name="object 65"/>
          <p:cNvSpPr/>
          <p:nvPr/>
        </p:nvSpPr>
        <p:spPr>
          <a:xfrm>
            <a:off x="8154862" y="5301789"/>
            <a:ext cx="0" cy="81280"/>
          </a:xfrm>
          <a:custGeom>
            <a:avLst/>
            <a:gdLst/>
            <a:ahLst/>
            <a:cxnLst/>
            <a:rect l="l" t="t" r="r" b="b"/>
            <a:pathLst>
              <a:path h="81279">
                <a:moveTo>
                  <a:pt x="0" y="0"/>
                </a:moveTo>
                <a:lnTo>
                  <a:pt x="0" y="81020"/>
                </a:lnTo>
              </a:path>
            </a:pathLst>
          </a:custGeom>
          <a:ln w="19331">
            <a:solidFill>
              <a:srgbClr val="000000"/>
            </a:solidFill>
          </a:ln>
        </p:spPr>
        <p:txBody>
          <a:bodyPr wrap="square" lIns="0" tIns="0" rIns="0" bIns="0" rtlCol="0"/>
          <a:lstStyle/>
          <a:p>
            <a:endParaRPr/>
          </a:p>
        </p:txBody>
      </p:sp>
      <p:sp>
        <p:nvSpPr>
          <p:cNvPr id="66" name="object 66"/>
          <p:cNvSpPr/>
          <p:nvPr/>
        </p:nvSpPr>
        <p:spPr>
          <a:xfrm>
            <a:off x="7586198" y="5301789"/>
            <a:ext cx="0" cy="81280"/>
          </a:xfrm>
          <a:custGeom>
            <a:avLst/>
            <a:gdLst/>
            <a:ahLst/>
            <a:cxnLst/>
            <a:rect l="l" t="t" r="r" b="b"/>
            <a:pathLst>
              <a:path h="81279">
                <a:moveTo>
                  <a:pt x="0" y="0"/>
                </a:moveTo>
                <a:lnTo>
                  <a:pt x="0" y="81020"/>
                </a:lnTo>
              </a:path>
            </a:pathLst>
          </a:custGeom>
          <a:ln w="19331">
            <a:solidFill>
              <a:srgbClr val="000000"/>
            </a:solidFill>
          </a:ln>
        </p:spPr>
        <p:txBody>
          <a:bodyPr wrap="square" lIns="0" tIns="0" rIns="0" bIns="0" rtlCol="0"/>
          <a:lstStyle/>
          <a:p>
            <a:endParaRPr/>
          </a:p>
        </p:txBody>
      </p:sp>
      <p:sp>
        <p:nvSpPr>
          <p:cNvPr id="67" name="object 67"/>
          <p:cNvSpPr/>
          <p:nvPr/>
        </p:nvSpPr>
        <p:spPr>
          <a:xfrm>
            <a:off x="7029308" y="5301789"/>
            <a:ext cx="0" cy="81280"/>
          </a:xfrm>
          <a:custGeom>
            <a:avLst/>
            <a:gdLst/>
            <a:ahLst/>
            <a:cxnLst/>
            <a:rect l="l" t="t" r="r" b="b"/>
            <a:pathLst>
              <a:path h="81279">
                <a:moveTo>
                  <a:pt x="0" y="0"/>
                </a:moveTo>
                <a:lnTo>
                  <a:pt x="0" y="81020"/>
                </a:lnTo>
              </a:path>
            </a:pathLst>
          </a:custGeom>
          <a:ln w="19331">
            <a:solidFill>
              <a:srgbClr val="000000"/>
            </a:solidFill>
          </a:ln>
        </p:spPr>
        <p:txBody>
          <a:bodyPr wrap="square" lIns="0" tIns="0" rIns="0" bIns="0" rtlCol="0"/>
          <a:lstStyle/>
          <a:p>
            <a:endParaRPr/>
          </a:p>
        </p:txBody>
      </p:sp>
      <p:sp>
        <p:nvSpPr>
          <p:cNvPr id="68" name="object 68"/>
          <p:cNvSpPr/>
          <p:nvPr/>
        </p:nvSpPr>
        <p:spPr>
          <a:xfrm>
            <a:off x="6470140" y="5301789"/>
            <a:ext cx="0" cy="81280"/>
          </a:xfrm>
          <a:custGeom>
            <a:avLst/>
            <a:gdLst/>
            <a:ahLst/>
            <a:cxnLst/>
            <a:rect l="l" t="t" r="r" b="b"/>
            <a:pathLst>
              <a:path h="81279">
                <a:moveTo>
                  <a:pt x="0" y="0"/>
                </a:moveTo>
                <a:lnTo>
                  <a:pt x="0" y="81020"/>
                </a:lnTo>
              </a:path>
            </a:pathLst>
          </a:custGeom>
          <a:ln w="19331">
            <a:solidFill>
              <a:srgbClr val="000000"/>
            </a:solidFill>
          </a:ln>
        </p:spPr>
        <p:txBody>
          <a:bodyPr wrap="square" lIns="0" tIns="0" rIns="0" bIns="0" rtlCol="0"/>
          <a:lstStyle/>
          <a:p>
            <a:endParaRPr/>
          </a:p>
        </p:txBody>
      </p:sp>
      <p:sp>
        <p:nvSpPr>
          <p:cNvPr id="69" name="object 69"/>
          <p:cNvSpPr/>
          <p:nvPr/>
        </p:nvSpPr>
        <p:spPr>
          <a:xfrm>
            <a:off x="5901001" y="5301789"/>
            <a:ext cx="0" cy="81280"/>
          </a:xfrm>
          <a:custGeom>
            <a:avLst/>
            <a:gdLst/>
            <a:ahLst/>
            <a:cxnLst/>
            <a:rect l="l" t="t" r="r" b="b"/>
            <a:pathLst>
              <a:path h="81279">
                <a:moveTo>
                  <a:pt x="0" y="0"/>
                </a:moveTo>
                <a:lnTo>
                  <a:pt x="0" y="81020"/>
                </a:lnTo>
              </a:path>
            </a:pathLst>
          </a:custGeom>
          <a:ln w="19331">
            <a:solidFill>
              <a:srgbClr val="000000"/>
            </a:solidFill>
          </a:ln>
        </p:spPr>
        <p:txBody>
          <a:bodyPr wrap="square" lIns="0" tIns="0" rIns="0" bIns="0" rtlCol="0"/>
          <a:lstStyle/>
          <a:p>
            <a:endParaRPr/>
          </a:p>
        </p:txBody>
      </p:sp>
      <p:sp>
        <p:nvSpPr>
          <p:cNvPr id="70" name="object 70"/>
          <p:cNvSpPr/>
          <p:nvPr/>
        </p:nvSpPr>
        <p:spPr>
          <a:xfrm>
            <a:off x="5344150" y="5301789"/>
            <a:ext cx="0" cy="81280"/>
          </a:xfrm>
          <a:custGeom>
            <a:avLst/>
            <a:gdLst/>
            <a:ahLst/>
            <a:cxnLst/>
            <a:rect l="l" t="t" r="r" b="b"/>
            <a:pathLst>
              <a:path h="81279">
                <a:moveTo>
                  <a:pt x="0" y="0"/>
                </a:moveTo>
                <a:lnTo>
                  <a:pt x="0" y="81020"/>
                </a:lnTo>
              </a:path>
            </a:pathLst>
          </a:custGeom>
          <a:ln w="19331">
            <a:solidFill>
              <a:srgbClr val="000000"/>
            </a:solidFill>
          </a:ln>
        </p:spPr>
        <p:txBody>
          <a:bodyPr wrap="square" lIns="0" tIns="0" rIns="0" bIns="0" rtlCol="0"/>
          <a:lstStyle/>
          <a:p>
            <a:endParaRPr/>
          </a:p>
        </p:txBody>
      </p:sp>
      <p:sp>
        <p:nvSpPr>
          <p:cNvPr id="71" name="object 71"/>
          <p:cNvSpPr txBox="1"/>
          <p:nvPr/>
        </p:nvSpPr>
        <p:spPr>
          <a:xfrm>
            <a:off x="8111937" y="3394792"/>
            <a:ext cx="840105" cy="204470"/>
          </a:xfrm>
          <a:prstGeom prst="rect">
            <a:avLst/>
          </a:prstGeom>
        </p:spPr>
        <p:txBody>
          <a:bodyPr vert="horz" wrap="square" lIns="0" tIns="0" rIns="0" bIns="0" rtlCol="0">
            <a:spAutoFit/>
          </a:bodyPr>
          <a:lstStyle/>
          <a:p>
            <a:pPr>
              <a:lnSpc>
                <a:spcPts val="1605"/>
              </a:lnSpc>
            </a:pPr>
            <a:r>
              <a:rPr sz="1350" spc="-65" dirty="0">
                <a:solidFill>
                  <a:srgbClr val="FF0000"/>
                </a:solidFill>
                <a:latin typeface="Arial"/>
                <a:cs typeface="Arial"/>
              </a:rPr>
              <a:t>Upper</a:t>
            </a:r>
            <a:r>
              <a:rPr sz="1350" spc="-135" dirty="0">
                <a:solidFill>
                  <a:srgbClr val="FF0000"/>
                </a:solidFill>
                <a:latin typeface="Arial"/>
                <a:cs typeface="Arial"/>
              </a:rPr>
              <a:t> </a:t>
            </a:r>
            <a:r>
              <a:rPr sz="1350" spc="-45" dirty="0">
                <a:solidFill>
                  <a:srgbClr val="FF0000"/>
                </a:solidFill>
                <a:latin typeface="Arial"/>
                <a:cs typeface="Arial"/>
              </a:rPr>
              <a:t>Spec</a:t>
            </a:r>
            <a:endParaRPr sz="1350">
              <a:latin typeface="Arial"/>
              <a:cs typeface="Arial"/>
            </a:endParaRPr>
          </a:p>
        </p:txBody>
      </p:sp>
      <p:sp>
        <p:nvSpPr>
          <p:cNvPr id="72" name="object 72"/>
          <p:cNvSpPr/>
          <p:nvPr/>
        </p:nvSpPr>
        <p:spPr>
          <a:xfrm>
            <a:off x="8416404" y="5192534"/>
            <a:ext cx="38735" cy="109855"/>
          </a:xfrm>
          <a:custGeom>
            <a:avLst/>
            <a:gdLst/>
            <a:ahLst/>
            <a:cxnLst/>
            <a:rect l="l" t="t" r="r" b="b"/>
            <a:pathLst>
              <a:path w="38734" h="109854">
                <a:moveTo>
                  <a:pt x="38176" y="0"/>
                </a:moveTo>
                <a:lnTo>
                  <a:pt x="0" y="109258"/>
                </a:lnTo>
                <a:lnTo>
                  <a:pt x="38176" y="109258"/>
                </a:lnTo>
                <a:lnTo>
                  <a:pt x="38176" y="0"/>
                </a:lnTo>
                <a:close/>
              </a:path>
            </a:pathLst>
          </a:custGeom>
          <a:solidFill>
            <a:srgbClr val="FF0000"/>
          </a:solidFill>
        </p:spPr>
        <p:txBody>
          <a:bodyPr wrap="square" lIns="0" tIns="0" rIns="0" bIns="0" rtlCol="0"/>
          <a:lstStyle/>
          <a:p>
            <a:endParaRPr/>
          </a:p>
        </p:txBody>
      </p:sp>
      <p:sp>
        <p:nvSpPr>
          <p:cNvPr id="73" name="object 73"/>
          <p:cNvSpPr/>
          <p:nvPr/>
        </p:nvSpPr>
        <p:spPr>
          <a:xfrm>
            <a:off x="8416404" y="5192534"/>
            <a:ext cx="38735" cy="109855"/>
          </a:xfrm>
          <a:custGeom>
            <a:avLst/>
            <a:gdLst/>
            <a:ahLst/>
            <a:cxnLst/>
            <a:rect l="l" t="t" r="r" b="b"/>
            <a:pathLst>
              <a:path w="38734" h="109854">
                <a:moveTo>
                  <a:pt x="38176" y="0"/>
                </a:moveTo>
                <a:lnTo>
                  <a:pt x="0" y="0"/>
                </a:lnTo>
                <a:lnTo>
                  <a:pt x="0" y="109258"/>
                </a:lnTo>
                <a:lnTo>
                  <a:pt x="38176" y="0"/>
                </a:lnTo>
                <a:close/>
              </a:path>
            </a:pathLst>
          </a:custGeom>
          <a:solidFill>
            <a:srgbClr val="FF0000"/>
          </a:solidFill>
        </p:spPr>
        <p:txBody>
          <a:bodyPr wrap="square" lIns="0" tIns="0" rIns="0" bIns="0" rtlCol="0"/>
          <a:lstStyle/>
          <a:p>
            <a:endParaRPr/>
          </a:p>
        </p:txBody>
      </p:sp>
      <p:sp>
        <p:nvSpPr>
          <p:cNvPr id="74" name="object 74"/>
          <p:cNvSpPr/>
          <p:nvPr/>
        </p:nvSpPr>
        <p:spPr>
          <a:xfrm>
            <a:off x="8416404" y="5016372"/>
            <a:ext cx="38735" cy="109855"/>
          </a:xfrm>
          <a:custGeom>
            <a:avLst/>
            <a:gdLst/>
            <a:ahLst/>
            <a:cxnLst/>
            <a:rect l="l" t="t" r="r" b="b"/>
            <a:pathLst>
              <a:path w="38734" h="109854">
                <a:moveTo>
                  <a:pt x="38176" y="0"/>
                </a:moveTo>
                <a:lnTo>
                  <a:pt x="0" y="109283"/>
                </a:lnTo>
                <a:lnTo>
                  <a:pt x="38176" y="109283"/>
                </a:lnTo>
                <a:lnTo>
                  <a:pt x="38176" y="0"/>
                </a:lnTo>
                <a:close/>
              </a:path>
            </a:pathLst>
          </a:custGeom>
          <a:solidFill>
            <a:srgbClr val="FF0000"/>
          </a:solidFill>
        </p:spPr>
        <p:txBody>
          <a:bodyPr wrap="square" lIns="0" tIns="0" rIns="0" bIns="0" rtlCol="0"/>
          <a:lstStyle/>
          <a:p>
            <a:endParaRPr/>
          </a:p>
        </p:txBody>
      </p:sp>
      <p:sp>
        <p:nvSpPr>
          <p:cNvPr id="75" name="object 75"/>
          <p:cNvSpPr/>
          <p:nvPr/>
        </p:nvSpPr>
        <p:spPr>
          <a:xfrm>
            <a:off x="8416404" y="5016372"/>
            <a:ext cx="38735" cy="109855"/>
          </a:xfrm>
          <a:custGeom>
            <a:avLst/>
            <a:gdLst/>
            <a:ahLst/>
            <a:cxnLst/>
            <a:rect l="l" t="t" r="r" b="b"/>
            <a:pathLst>
              <a:path w="38734" h="109854">
                <a:moveTo>
                  <a:pt x="38176" y="0"/>
                </a:moveTo>
                <a:lnTo>
                  <a:pt x="0" y="0"/>
                </a:lnTo>
                <a:lnTo>
                  <a:pt x="0" y="109283"/>
                </a:lnTo>
                <a:lnTo>
                  <a:pt x="38176" y="0"/>
                </a:lnTo>
                <a:close/>
              </a:path>
            </a:pathLst>
          </a:custGeom>
          <a:solidFill>
            <a:srgbClr val="FF0000"/>
          </a:solidFill>
        </p:spPr>
        <p:txBody>
          <a:bodyPr wrap="square" lIns="0" tIns="0" rIns="0" bIns="0" rtlCol="0"/>
          <a:lstStyle/>
          <a:p>
            <a:endParaRPr/>
          </a:p>
        </p:txBody>
      </p:sp>
      <p:sp>
        <p:nvSpPr>
          <p:cNvPr id="76" name="object 76"/>
          <p:cNvSpPr/>
          <p:nvPr/>
        </p:nvSpPr>
        <p:spPr>
          <a:xfrm>
            <a:off x="8416404" y="4843055"/>
            <a:ext cx="38735" cy="109855"/>
          </a:xfrm>
          <a:custGeom>
            <a:avLst/>
            <a:gdLst/>
            <a:ahLst/>
            <a:cxnLst/>
            <a:rect l="l" t="t" r="r" b="b"/>
            <a:pathLst>
              <a:path w="38734" h="109854">
                <a:moveTo>
                  <a:pt x="38176" y="0"/>
                </a:moveTo>
                <a:lnTo>
                  <a:pt x="0" y="109258"/>
                </a:lnTo>
                <a:lnTo>
                  <a:pt x="38176" y="109258"/>
                </a:lnTo>
                <a:lnTo>
                  <a:pt x="38176" y="0"/>
                </a:lnTo>
                <a:close/>
              </a:path>
            </a:pathLst>
          </a:custGeom>
          <a:solidFill>
            <a:srgbClr val="FF0000"/>
          </a:solidFill>
        </p:spPr>
        <p:txBody>
          <a:bodyPr wrap="square" lIns="0" tIns="0" rIns="0" bIns="0" rtlCol="0"/>
          <a:lstStyle/>
          <a:p>
            <a:endParaRPr/>
          </a:p>
        </p:txBody>
      </p:sp>
      <p:sp>
        <p:nvSpPr>
          <p:cNvPr id="77" name="object 77"/>
          <p:cNvSpPr/>
          <p:nvPr/>
        </p:nvSpPr>
        <p:spPr>
          <a:xfrm>
            <a:off x="8416404" y="4843055"/>
            <a:ext cx="38735" cy="109855"/>
          </a:xfrm>
          <a:custGeom>
            <a:avLst/>
            <a:gdLst/>
            <a:ahLst/>
            <a:cxnLst/>
            <a:rect l="l" t="t" r="r" b="b"/>
            <a:pathLst>
              <a:path w="38734" h="109854">
                <a:moveTo>
                  <a:pt x="38176" y="0"/>
                </a:moveTo>
                <a:lnTo>
                  <a:pt x="0" y="0"/>
                </a:lnTo>
                <a:lnTo>
                  <a:pt x="0" y="109258"/>
                </a:lnTo>
                <a:lnTo>
                  <a:pt x="38176" y="0"/>
                </a:lnTo>
                <a:close/>
              </a:path>
            </a:pathLst>
          </a:custGeom>
          <a:solidFill>
            <a:srgbClr val="FF0000"/>
          </a:solidFill>
        </p:spPr>
        <p:txBody>
          <a:bodyPr wrap="square" lIns="0" tIns="0" rIns="0" bIns="0" rtlCol="0"/>
          <a:lstStyle/>
          <a:p>
            <a:endParaRPr/>
          </a:p>
        </p:txBody>
      </p:sp>
      <p:sp>
        <p:nvSpPr>
          <p:cNvPr id="78" name="object 78"/>
          <p:cNvSpPr/>
          <p:nvPr/>
        </p:nvSpPr>
        <p:spPr>
          <a:xfrm>
            <a:off x="8416404" y="4666906"/>
            <a:ext cx="38735" cy="109855"/>
          </a:xfrm>
          <a:custGeom>
            <a:avLst/>
            <a:gdLst/>
            <a:ahLst/>
            <a:cxnLst/>
            <a:rect l="l" t="t" r="r" b="b"/>
            <a:pathLst>
              <a:path w="38734" h="109854">
                <a:moveTo>
                  <a:pt x="38176" y="0"/>
                </a:moveTo>
                <a:lnTo>
                  <a:pt x="0" y="109270"/>
                </a:lnTo>
                <a:lnTo>
                  <a:pt x="38176" y="109270"/>
                </a:lnTo>
                <a:lnTo>
                  <a:pt x="38176" y="0"/>
                </a:lnTo>
                <a:close/>
              </a:path>
            </a:pathLst>
          </a:custGeom>
          <a:solidFill>
            <a:srgbClr val="FF0000"/>
          </a:solidFill>
        </p:spPr>
        <p:txBody>
          <a:bodyPr wrap="square" lIns="0" tIns="0" rIns="0" bIns="0" rtlCol="0"/>
          <a:lstStyle/>
          <a:p>
            <a:endParaRPr/>
          </a:p>
        </p:txBody>
      </p:sp>
      <p:sp>
        <p:nvSpPr>
          <p:cNvPr id="79" name="object 79"/>
          <p:cNvSpPr/>
          <p:nvPr/>
        </p:nvSpPr>
        <p:spPr>
          <a:xfrm>
            <a:off x="8416404" y="4666906"/>
            <a:ext cx="38735" cy="109855"/>
          </a:xfrm>
          <a:custGeom>
            <a:avLst/>
            <a:gdLst/>
            <a:ahLst/>
            <a:cxnLst/>
            <a:rect l="l" t="t" r="r" b="b"/>
            <a:pathLst>
              <a:path w="38734" h="109854">
                <a:moveTo>
                  <a:pt x="38176" y="0"/>
                </a:moveTo>
                <a:lnTo>
                  <a:pt x="0" y="0"/>
                </a:lnTo>
                <a:lnTo>
                  <a:pt x="0" y="109270"/>
                </a:lnTo>
                <a:lnTo>
                  <a:pt x="38176" y="0"/>
                </a:lnTo>
                <a:close/>
              </a:path>
            </a:pathLst>
          </a:custGeom>
          <a:solidFill>
            <a:srgbClr val="FF0000"/>
          </a:solidFill>
        </p:spPr>
        <p:txBody>
          <a:bodyPr wrap="square" lIns="0" tIns="0" rIns="0" bIns="0" rtlCol="0"/>
          <a:lstStyle/>
          <a:p>
            <a:endParaRPr/>
          </a:p>
        </p:txBody>
      </p:sp>
      <p:sp>
        <p:nvSpPr>
          <p:cNvPr id="80" name="object 80"/>
          <p:cNvSpPr/>
          <p:nvPr/>
        </p:nvSpPr>
        <p:spPr>
          <a:xfrm>
            <a:off x="8416404" y="4493577"/>
            <a:ext cx="38735" cy="109855"/>
          </a:xfrm>
          <a:custGeom>
            <a:avLst/>
            <a:gdLst/>
            <a:ahLst/>
            <a:cxnLst/>
            <a:rect l="l" t="t" r="r" b="b"/>
            <a:pathLst>
              <a:path w="38734" h="109854">
                <a:moveTo>
                  <a:pt x="38176" y="0"/>
                </a:moveTo>
                <a:lnTo>
                  <a:pt x="0" y="109270"/>
                </a:lnTo>
                <a:lnTo>
                  <a:pt x="38176" y="109270"/>
                </a:lnTo>
                <a:lnTo>
                  <a:pt x="38176" y="0"/>
                </a:lnTo>
                <a:close/>
              </a:path>
            </a:pathLst>
          </a:custGeom>
          <a:solidFill>
            <a:srgbClr val="FF0000"/>
          </a:solidFill>
        </p:spPr>
        <p:txBody>
          <a:bodyPr wrap="square" lIns="0" tIns="0" rIns="0" bIns="0" rtlCol="0"/>
          <a:lstStyle/>
          <a:p>
            <a:endParaRPr/>
          </a:p>
        </p:txBody>
      </p:sp>
      <p:sp>
        <p:nvSpPr>
          <p:cNvPr id="81" name="object 81"/>
          <p:cNvSpPr/>
          <p:nvPr/>
        </p:nvSpPr>
        <p:spPr>
          <a:xfrm>
            <a:off x="8416404" y="4493577"/>
            <a:ext cx="38735" cy="109855"/>
          </a:xfrm>
          <a:custGeom>
            <a:avLst/>
            <a:gdLst/>
            <a:ahLst/>
            <a:cxnLst/>
            <a:rect l="l" t="t" r="r" b="b"/>
            <a:pathLst>
              <a:path w="38734" h="109854">
                <a:moveTo>
                  <a:pt x="38176" y="0"/>
                </a:moveTo>
                <a:lnTo>
                  <a:pt x="0" y="0"/>
                </a:lnTo>
                <a:lnTo>
                  <a:pt x="0" y="109270"/>
                </a:lnTo>
                <a:lnTo>
                  <a:pt x="38176" y="0"/>
                </a:lnTo>
                <a:close/>
              </a:path>
            </a:pathLst>
          </a:custGeom>
          <a:solidFill>
            <a:srgbClr val="FF0000"/>
          </a:solidFill>
        </p:spPr>
        <p:txBody>
          <a:bodyPr wrap="square" lIns="0" tIns="0" rIns="0" bIns="0" rtlCol="0"/>
          <a:lstStyle/>
          <a:p>
            <a:endParaRPr/>
          </a:p>
        </p:txBody>
      </p:sp>
      <p:sp>
        <p:nvSpPr>
          <p:cNvPr id="82" name="object 82"/>
          <p:cNvSpPr/>
          <p:nvPr/>
        </p:nvSpPr>
        <p:spPr>
          <a:xfrm>
            <a:off x="8416404" y="4319790"/>
            <a:ext cx="38735" cy="109855"/>
          </a:xfrm>
          <a:custGeom>
            <a:avLst/>
            <a:gdLst/>
            <a:ahLst/>
            <a:cxnLst/>
            <a:rect l="l" t="t" r="r" b="b"/>
            <a:pathLst>
              <a:path w="38734" h="109854">
                <a:moveTo>
                  <a:pt x="38176" y="0"/>
                </a:moveTo>
                <a:lnTo>
                  <a:pt x="0" y="109740"/>
                </a:lnTo>
                <a:lnTo>
                  <a:pt x="38176" y="109740"/>
                </a:lnTo>
                <a:lnTo>
                  <a:pt x="38176" y="0"/>
                </a:lnTo>
                <a:close/>
              </a:path>
            </a:pathLst>
          </a:custGeom>
          <a:solidFill>
            <a:srgbClr val="FF0000"/>
          </a:solidFill>
        </p:spPr>
        <p:txBody>
          <a:bodyPr wrap="square" lIns="0" tIns="0" rIns="0" bIns="0" rtlCol="0"/>
          <a:lstStyle/>
          <a:p>
            <a:endParaRPr/>
          </a:p>
        </p:txBody>
      </p:sp>
      <p:sp>
        <p:nvSpPr>
          <p:cNvPr id="83" name="object 83"/>
          <p:cNvSpPr/>
          <p:nvPr/>
        </p:nvSpPr>
        <p:spPr>
          <a:xfrm>
            <a:off x="8416404" y="4319790"/>
            <a:ext cx="38735" cy="109855"/>
          </a:xfrm>
          <a:custGeom>
            <a:avLst/>
            <a:gdLst/>
            <a:ahLst/>
            <a:cxnLst/>
            <a:rect l="l" t="t" r="r" b="b"/>
            <a:pathLst>
              <a:path w="38734" h="109854">
                <a:moveTo>
                  <a:pt x="38176" y="0"/>
                </a:moveTo>
                <a:lnTo>
                  <a:pt x="0" y="0"/>
                </a:lnTo>
                <a:lnTo>
                  <a:pt x="0" y="109740"/>
                </a:lnTo>
                <a:lnTo>
                  <a:pt x="38176" y="0"/>
                </a:lnTo>
                <a:close/>
              </a:path>
            </a:pathLst>
          </a:custGeom>
          <a:solidFill>
            <a:srgbClr val="FF0000"/>
          </a:solidFill>
        </p:spPr>
        <p:txBody>
          <a:bodyPr wrap="square" lIns="0" tIns="0" rIns="0" bIns="0" rtlCol="0"/>
          <a:lstStyle/>
          <a:p>
            <a:endParaRPr/>
          </a:p>
        </p:txBody>
      </p:sp>
      <p:sp>
        <p:nvSpPr>
          <p:cNvPr id="84" name="object 84"/>
          <p:cNvSpPr/>
          <p:nvPr/>
        </p:nvSpPr>
        <p:spPr>
          <a:xfrm>
            <a:off x="8416404" y="4144098"/>
            <a:ext cx="38735" cy="109855"/>
          </a:xfrm>
          <a:custGeom>
            <a:avLst/>
            <a:gdLst/>
            <a:ahLst/>
            <a:cxnLst/>
            <a:rect l="l" t="t" r="r" b="b"/>
            <a:pathLst>
              <a:path w="38734" h="109854">
                <a:moveTo>
                  <a:pt x="38176" y="0"/>
                </a:moveTo>
                <a:lnTo>
                  <a:pt x="0" y="109283"/>
                </a:lnTo>
                <a:lnTo>
                  <a:pt x="38176" y="109283"/>
                </a:lnTo>
                <a:lnTo>
                  <a:pt x="38176" y="0"/>
                </a:lnTo>
                <a:close/>
              </a:path>
            </a:pathLst>
          </a:custGeom>
          <a:solidFill>
            <a:srgbClr val="FF0000"/>
          </a:solidFill>
        </p:spPr>
        <p:txBody>
          <a:bodyPr wrap="square" lIns="0" tIns="0" rIns="0" bIns="0" rtlCol="0"/>
          <a:lstStyle/>
          <a:p>
            <a:endParaRPr/>
          </a:p>
        </p:txBody>
      </p:sp>
      <p:sp>
        <p:nvSpPr>
          <p:cNvPr id="85" name="object 85"/>
          <p:cNvSpPr/>
          <p:nvPr/>
        </p:nvSpPr>
        <p:spPr>
          <a:xfrm>
            <a:off x="8416404" y="4144098"/>
            <a:ext cx="38735" cy="109855"/>
          </a:xfrm>
          <a:custGeom>
            <a:avLst/>
            <a:gdLst/>
            <a:ahLst/>
            <a:cxnLst/>
            <a:rect l="l" t="t" r="r" b="b"/>
            <a:pathLst>
              <a:path w="38734" h="109854">
                <a:moveTo>
                  <a:pt x="38176" y="0"/>
                </a:moveTo>
                <a:lnTo>
                  <a:pt x="0" y="0"/>
                </a:lnTo>
                <a:lnTo>
                  <a:pt x="0" y="109283"/>
                </a:lnTo>
                <a:lnTo>
                  <a:pt x="38176" y="0"/>
                </a:lnTo>
                <a:close/>
              </a:path>
            </a:pathLst>
          </a:custGeom>
          <a:solidFill>
            <a:srgbClr val="FF0000"/>
          </a:solidFill>
        </p:spPr>
        <p:txBody>
          <a:bodyPr wrap="square" lIns="0" tIns="0" rIns="0" bIns="0" rtlCol="0"/>
          <a:lstStyle/>
          <a:p>
            <a:endParaRPr/>
          </a:p>
        </p:txBody>
      </p:sp>
      <p:sp>
        <p:nvSpPr>
          <p:cNvPr id="86" name="object 86"/>
          <p:cNvSpPr/>
          <p:nvPr/>
        </p:nvSpPr>
        <p:spPr>
          <a:xfrm>
            <a:off x="8416404" y="3970311"/>
            <a:ext cx="38735" cy="109855"/>
          </a:xfrm>
          <a:custGeom>
            <a:avLst/>
            <a:gdLst/>
            <a:ahLst/>
            <a:cxnLst/>
            <a:rect l="l" t="t" r="r" b="b"/>
            <a:pathLst>
              <a:path w="38734" h="109854">
                <a:moveTo>
                  <a:pt x="38176" y="0"/>
                </a:moveTo>
                <a:lnTo>
                  <a:pt x="0" y="109258"/>
                </a:lnTo>
                <a:lnTo>
                  <a:pt x="38176" y="109258"/>
                </a:lnTo>
                <a:lnTo>
                  <a:pt x="38176" y="0"/>
                </a:lnTo>
                <a:close/>
              </a:path>
            </a:pathLst>
          </a:custGeom>
          <a:solidFill>
            <a:srgbClr val="FF0000"/>
          </a:solidFill>
        </p:spPr>
        <p:txBody>
          <a:bodyPr wrap="square" lIns="0" tIns="0" rIns="0" bIns="0" rtlCol="0"/>
          <a:lstStyle/>
          <a:p>
            <a:endParaRPr/>
          </a:p>
        </p:txBody>
      </p:sp>
      <p:sp>
        <p:nvSpPr>
          <p:cNvPr id="87" name="object 87"/>
          <p:cNvSpPr/>
          <p:nvPr/>
        </p:nvSpPr>
        <p:spPr>
          <a:xfrm>
            <a:off x="8416404" y="3970311"/>
            <a:ext cx="38735" cy="109855"/>
          </a:xfrm>
          <a:custGeom>
            <a:avLst/>
            <a:gdLst/>
            <a:ahLst/>
            <a:cxnLst/>
            <a:rect l="l" t="t" r="r" b="b"/>
            <a:pathLst>
              <a:path w="38734" h="109854">
                <a:moveTo>
                  <a:pt x="38176" y="0"/>
                </a:moveTo>
                <a:lnTo>
                  <a:pt x="0" y="0"/>
                </a:lnTo>
                <a:lnTo>
                  <a:pt x="0" y="109258"/>
                </a:lnTo>
                <a:lnTo>
                  <a:pt x="38176" y="0"/>
                </a:lnTo>
                <a:close/>
              </a:path>
            </a:pathLst>
          </a:custGeom>
          <a:solidFill>
            <a:srgbClr val="FF0000"/>
          </a:solidFill>
        </p:spPr>
        <p:txBody>
          <a:bodyPr wrap="square" lIns="0" tIns="0" rIns="0" bIns="0" rtlCol="0"/>
          <a:lstStyle/>
          <a:p>
            <a:endParaRPr/>
          </a:p>
        </p:txBody>
      </p:sp>
      <p:sp>
        <p:nvSpPr>
          <p:cNvPr id="88" name="object 88"/>
          <p:cNvSpPr/>
          <p:nvPr/>
        </p:nvSpPr>
        <p:spPr>
          <a:xfrm>
            <a:off x="8416404" y="3796995"/>
            <a:ext cx="38735" cy="107314"/>
          </a:xfrm>
          <a:custGeom>
            <a:avLst/>
            <a:gdLst/>
            <a:ahLst/>
            <a:cxnLst/>
            <a:rect l="l" t="t" r="r" b="b"/>
            <a:pathLst>
              <a:path w="38734" h="107314">
                <a:moveTo>
                  <a:pt x="38176" y="0"/>
                </a:moveTo>
                <a:lnTo>
                  <a:pt x="0" y="106908"/>
                </a:lnTo>
                <a:lnTo>
                  <a:pt x="38176" y="106908"/>
                </a:lnTo>
                <a:lnTo>
                  <a:pt x="38176" y="0"/>
                </a:lnTo>
                <a:close/>
              </a:path>
            </a:pathLst>
          </a:custGeom>
          <a:solidFill>
            <a:srgbClr val="FF0000"/>
          </a:solidFill>
        </p:spPr>
        <p:txBody>
          <a:bodyPr wrap="square" lIns="0" tIns="0" rIns="0" bIns="0" rtlCol="0"/>
          <a:lstStyle/>
          <a:p>
            <a:endParaRPr/>
          </a:p>
        </p:txBody>
      </p:sp>
      <p:sp>
        <p:nvSpPr>
          <p:cNvPr id="89" name="object 89"/>
          <p:cNvSpPr/>
          <p:nvPr/>
        </p:nvSpPr>
        <p:spPr>
          <a:xfrm>
            <a:off x="8416404" y="3796995"/>
            <a:ext cx="38735" cy="107314"/>
          </a:xfrm>
          <a:custGeom>
            <a:avLst/>
            <a:gdLst/>
            <a:ahLst/>
            <a:cxnLst/>
            <a:rect l="l" t="t" r="r" b="b"/>
            <a:pathLst>
              <a:path w="38734" h="107314">
                <a:moveTo>
                  <a:pt x="38176" y="0"/>
                </a:moveTo>
                <a:lnTo>
                  <a:pt x="0" y="0"/>
                </a:lnTo>
                <a:lnTo>
                  <a:pt x="0" y="106908"/>
                </a:lnTo>
                <a:lnTo>
                  <a:pt x="38176" y="0"/>
                </a:lnTo>
                <a:close/>
              </a:path>
            </a:pathLst>
          </a:custGeom>
          <a:solidFill>
            <a:srgbClr val="FF0000"/>
          </a:solidFill>
        </p:spPr>
        <p:txBody>
          <a:bodyPr wrap="square" lIns="0" tIns="0" rIns="0" bIns="0" rtlCol="0"/>
          <a:lstStyle/>
          <a:p>
            <a:endParaRPr/>
          </a:p>
        </p:txBody>
      </p:sp>
      <p:sp>
        <p:nvSpPr>
          <p:cNvPr id="90" name="object 90"/>
          <p:cNvSpPr/>
          <p:nvPr/>
        </p:nvSpPr>
        <p:spPr>
          <a:xfrm>
            <a:off x="8416404" y="3675532"/>
            <a:ext cx="38735" cy="54610"/>
          </a:xfrm>
          <a:custGeom>
            <a:avLst/>
            <a:gdLst/>
            <a:ahLst/>
            <a:cxnLst/>
            <a:rect l="l" t="t" r="r" b="b"/>
            <a:pathLst>
              <a:path w="38734" h="54610">
                <a:moveTo>
                  <a:pt x="38176" y="0"/>
                </a:moveTo>
                <a:lnTo>
                  <a:pt x="0" y="54584"/>
                </a:lnTo>
                <a:lnTo>
                  <a:pt x="38176" y="54584"/>
                </a:lnTo>
                <a:lnTo>
                  <a:pt x="38176" y="0"/>
                </a:lnTo>
                <a:close/>
              </a:path>
            </a:pathLst>
          </a:custGeom>
          <a:solidFill>
            <a:srgbClr val="FF0000"/>
          </a:solidFill>
        </p:spPr>
        <p:txBody>
          <a:bodyPr wrap="square" lIns="0" tIns="0" rIns="0" bIns="0" rtlCol="0"/>
          <a:lstStyle/>
          <a:p>
            <a:endParaRPr/>
          </a:p>
        </p:txBody>
      </p:sp>
      <p:sp>
        <p:nvSpPr>
          <p:cNvPr id="91" name="object 91"/>
          <p:cNvSpPr/>
          <p:nvPr/>
        </p:nvSpPr>
        <p:spPr>
          <a:xfrm>
            <a:off x="8416404" y="3675532"/>
            <a:ext cx="38735" cy="54610"/>
          </a:xfrm>
          <a:custGeom>
            <a:avLst/>
            <a:gdLst/>
            <a:ahLst/>
            <a:cxnLst/>
            <a:rect l="l" t="t" r="r" b="b"/>
            <a:pathLst>
              <a:path w="38734" h="54610">
                <a:moveTo>
                  <a:pt x="38176" y="0"/>
                </a:moveTo>
                <a:lnTo>
                  <a:pt x="0" y="0"/>
                </a:lnTo>
                <a:lnTo>
                  <a:pt x="0" y="54584"/>
                </a:lnTo>
                <a:lnTo>
                  <a:pt x="38176" y="0"/>
                </a:lnTo>
                <a:close/>
              </a:path>
            </a:pathLst>
          </a:custGeom>
          <a:solidFill>
            <a:srgbClr val="FF0000"/>
          </a:solidFill>
        </p:spPr>
        <p:txBody>
          <a:bodyPr wrap="square" lIns="0" tIns="0" rIns="0" bIns="0" rtlCol="0"/>
          <a:lstStyle/>
          <a:p>
            <a:endParaRPr/>
          </a:p>
        </p:txBody>
      </p:sp>
      <p:sp>
        <p:nvSpPr>
          <p:cNvPr id="92" name="object 92"/>
          <p:cNvSpPr/>
          <p:nvPr/>
        </p:nvSpPr>
        <p:spPr>
          <a:xfrm>
            <a:off x="5051348" y="5192534"/>
            <a:ext cx="38735" cy="109855"/>
          </a:xfrm>
          <a:custGeom>
            <a:avLst/>
            <a:gdLst/>
            <a:ahLst/>
            <a:cxnLst/>
            <a:rect l="l" t="t" r="r" b="b"/>
            <a:pathLst>
              <a:path w="38735" h="109854">
                <a:moveTo>
                  <a:pt x="38188" y="0"/>
                </a:moveTo>
                <a:lnTo>
                  <a:pt x="0" y="109258"/>
                </a:lnTo>
                <a:lnTo>
                  <a:pt x="38188" y="109258"/>
                </a:lnTo>
                <a:lnTo>
                  <a:pt x="38188" y="0"/>
                </a:lnTo>
                <a:close/>
              </a:path>
            </a:pathLst>
          </a:custGeom>
          <a:solidFill>
            <a:srgbClr val="FF0000"/>
          </a:solidFill>
        </p:spPr>
        <p:txBody>
          <a:bodyPr wrap="square" lIns="0" tIns="0" rIns="0" bIns="0" rtlCol="0"/>
          <a:lstStyle/>
          <a:p>
            <a:endParaRPr/>
          </a:p>
        </p:txBody>
      </p:sp>
      <p:sp>
        <p:nvSpPr>
          <p:cNvPr id="93" name="object 93"/>
          <p:cNvSpPr/>
          <p:nvPr/>
        </p:nvSpPr>
        <p:spPr>
          <a:xfrm>
            <a:off x="5051348" y="5192534"/>
            <a:ext cx="38735" cy="109855"/>
          </a:xfrm>
          <a:custGeom>
            <a:avLst/>
            <a:gdLst/>
            <a:ahLst/>
            <a:cxnLst/>
            <a:rect l="l" t="t" r="r" b="b"/>
            <a:pathLst>
              <a:path w="38735" h="109854">
                <a:moveTo>
                  <a:pt x="38188" y="0"/>
                </a:moveTo>
                <a:lnTo>
                  <a:pt x="0" y="0"/>
                </a:lnTo>
                <a:lnTo>
                  <a:pt x="0" y="109258"/>
                </a:lnTo>
                <a:lnTo>
                  <a:pt x="38188" y="0"/>
                </a:lnTo>
                <a:close/>
              </a:path>
            </a:pathLst>
          </a:custGeom>
          <a:solidFill>
            <a:srgbClr val="FF0000"/>
          </a:solidFill>
        </p:spPr>
        <p:txBody>
          <a:bodyPr wrap="square" lIns="0" tIns="0" rIns="0" bIns="0" rtlCol="0"/>
          <a:lstStyle/>
          <a:p>
            <a:endParaRPr/>
          </a:p>
        </p:txBody>
      </p:sp>
      <p:sp>
        <p:nvSpPr>
          <p:cNvPr id="94" name="object 94"/>
          <p:cNvSpPr/>
          <p:nvPr/>
        </p:nvSpPr>
        <p:spPr>
          <a:xfrm>
            <a:off x="5051348" y="5016372"/>
            <a:ext cx="38735" cy="109855"/>
          </a:xfrm>
          <a:custGeom>
            <a:avLst/>
            <a:gdLst/>
            <a:ahLst/>
            <a:cxnLst/>
            <a:rect l="l" t="t" r="r" b="b"/>
            <a:pathLst>
              <a:path w="38735" h="109854">
                <a:moveTo>
                  <a:pt x="38188" y="0"/>
                </a:moveTo>
                <a:lnTo>
                  <a:pt x="0" y="109283"/>
                </a:lnTo>
                <a:lnTo>
                  <a:pt x="38188" y="109283"/>
                </a:lnTo>
                <a:lnTo>
                  <a:pt x="38188" y="0"/>
                </a:lnTo>
                <a:close/>
              </a:path>
            </a:pathLst>
          </a:custGeom>
          <a:solidFill>
            <a:srgbClr val="FF0000"/>
          </a:solidFill>
        </p:spPr>
        <p:txBody>
          <a:bodyPr wrap="square" lIns="0" tIns="0" rIns="0" bIns="0" rtlCol="0"/>
          <a:lstStyle/>
          <a:p>
            <a:endParaRPr/>
          </a:p>
        </p:txBody>
      </p:sp>
      <p:sp>
        <p:nvSpPr>
          <p:cNvPr id="95" name="object 95"/>
          <p:cNvSpPr/>
          <p:nvPr/>
        </p:nvSpPr>
        <p:spPr>
          <a:xfrm>
            <a:off x="5051348" y="5016372"/>
            <a:ext cx="38735" cy="109855"/>
          </a:xfrm>
          <a:custGeom>
            <a:avLst/>
            <a:gdLst/>
            <a:ahLst/>
            <a:cxnLst/>
            <a:rect l="l" t="t" r="r" b="b"/>
            <a:pathLst>
              <a:path w="38735" h="109854">
                <a:moveTo>
                  <a:pt x="38188" y="0"/>
                </a:moveTo>
                <a:lnTo>
                  <a:pt x="0" y="0"/>
                </a:lnTo>
                <a:lnTo>
                  <a:pt x="0" y="109283"/>
                </a:lnTo>
                <a:lnTo>
                  <a:pt x="38188" y="0"/>
                </a:lnTo>
                <a:close/>
              </a:path>
            </a:pathLst>
          </a:custGeom>
          <a:solidFill>
            <a:srgbClr val="FF0000"/>
          </a:solidFill>
        </p:spPr>
        <p:txBody>
          <a:bodyPr wrap="square" lIns="0" tIns="0" rIns="0" bIns="0" rtlCol="0"/>
          <a:lstStyle/>
          <a:p>
            <a:endParaRPr/>
          </a:p>
        </p:txBody>
      </p:sp>
      <p:sp>
        <p:nvSpPr>
          <p:cNvPr id="96" name="object 96"/>
          <p:cNvSpPr/>
          <p:nvPr/>
        </p:nvSpPr>
        <p:spPr>
          <a:xfrm>
            <a:off x="5051348" y="4843055"/>
            <a:ext cx="38735" cy="109855"/>
          </a:xfrm>
          <a:custGeom>
            <a:avLst/>
            <a:gdLst/>
            <a:ahLst/>
            <a:cxnLst/>
            <a:rect l="l" t="t" r="r" b="b"/>
            <a:pathLst>
              <a:path w="38735" h="109854">
                <a:moveTo>
                  <a:pt x="38188" y="0"/>
                </a:moveTo>
                <a:lnTo>
                  <a:pt x="0" y="109258"/>
                </a:lnTo>
                <a:lnTo>
                  <a:pt x="38188" y="109258"/>
                </a:lnTo>
                <a:lnTo>
                  <a:pt x="38188" y="0"/>
                </a:lnTo>
                <a:close/>
              </a:path>
            </a:pathLst>
          </a:custGeom>
          <a:solidFill>
            <a:srgbClr val="FF0000"/>
          </a:solidFill>
        </p:spPr>
        <p:txBody>
          <a:bodyPr wrap="square" lIns="0" tIns="0" rIns="0" bIns="0" rtlCol="0"/>
          <a:lstStyle/>
          <a:p>
            <a:endParaRPr/>
          </a:p>
        </p:txBody>
      </p:sp>
      <p:sp>
        <p:nvSpPr>
          <p:cNvPr id="97" name="object 97"/>
          <p:cNvSpPr/>
          <p:nvPr/>
        </p:nvSpPr>
        <p:spPr>
          <a:xfrm>
            <a:off x="5051348" y="4843055"/>
            <a:ext cx="38735" cy="109855"/>
          </a:xfrm>
          <a:custGeom>
            <a:avLst/>
            <a:gdLst/>
            <a:ahLst/>
            <a:cxnLst/>
            <a:rect l="l" t="t" r="r" b="b"/>
            <a:pathLst>
              <a:path w="38735" h="109854">
                <a:moveTo>
                  <a:pt x="38188" y="0"/>
                </a:moveTo>
                <a:lnTo>
                  <a:pt x="0" y="0"/>
                </a:lnTo>
                <a:lnTo>
                  <a:pt x="0" y="109258"/>
                </a:lnTo>
                <a:lnTo>
                  <a:pt x="38188" y="0"/>
                </a:lnTo>
                <a:close/>
              </a:path>
            </a:pathLst>
          </a:custGeom>
          <a:solidFill>
            <a:srgbClr val="FF0000"/>
          </a:solidFill>
        </p:spPr>
        <p:txBody>
          <a:bodyPr wrap="square" lIns="0" tIns="0" rIns="0" bIns="0" rtlCol="0"/>
          <a:lstStyle/>
          <a:p>
            <a:endParaRPr/>
          </a:p>
        </p:txBody>
      </p:sp>
      <p:sp>
        <p:nvSpPr>
          <p:cNvPr id="98" name="object 98"/>
          <p:cNvSpPr/>
          <p:nvPr/>
        </p:nvSpPr>
        <p:spPr>
          <a:xfrm>
            <a:off x="5051348" y="4666906"/>
            <a:ext cx="38735" cy="109855"/>
          </a:xfrm>
          <a:custGeom>
            <a:avLst/>
            <a:gdLst/>
            <a:ahLst/>
            <a:cxnLst/>
            <a:rect l="l" t="t" r="r" b="b"/>
            <a:pathLst>
              <a:path w="38735" h="109854">
                <a:moveTo>
                  <a:pt x="38188" y="0"/>
                </a:moveTo>
                <a:lnTo>
                  <a:pt x="0" y="109270"/>
                </a:lnTo>
                <a:lnTo>
                  <a:pt x="38188" y="109270"/>
                </a:lnTo>
                <a:lnTo>
                  <a:pt x="38188" y="0"/>
                </a:lnTo>
                <a:close/>
              </a:path>
            </a:pathLst>
          </a:custGeom>
          <a:solidFill>
            <a:srgbClr val="FF0000"/>
          </a:solidFill>
        </p:spPr>
        <p:txBody>
          <a:bodyPr wrap="square" lIns="0" tIns="0" rIns="0" bIns="0" rtlCol="0"/>
          <a:lstStyle/>
          <a:p>
            <a:endParaRPr/>
          </a:p>
        </p:txBody>
      </p:sp>
      <p:sp>
        <p:nvSpPr>
          <p:cNvPr id="99" name="object 99"/>
          <p:cNvSpPr/>
          <p:nvPr/>
        </p:nvSpPr>
        <p:spPr>
          <a:xfrm>
            <a:off x="5051348" y="4666906"/>
            <a:ext cx="38735" cy="109855"/>
          </a:xfrm>
          <a:custGeom>
            <a:avLst/>
            <a:gdLst/>
            <a:ahLst/>
            <a:cxnLst/>
            <a:rect l="l" t="t" r="r" b="b"/>
            <a:pathLst>
              <a:path w="38735" h="109854">
                <a:moveTo>
                  <a:pt x="38188" y="0"/>
                </a:moveTo>
                <a:lnTo>
                  <a:pt x="0" y="0"/>
                </a:lnTo>
                <a:lnTo>
                  <a:pt x="0" y="109270"/>
                </a:lnTo>
                <a:lnTo>
                  <a:pt x="38188" y="0"/>
                </a:lnTo>
                <a:close/>
              </a:path>
            </a:pathLst>
          </a:custGeom>
          <a:solidFill>
            <a:srgbClr val="FF0000"/>
          </a:solidFill>
        </p:spPr>
        <p:txBody>
          <a:bodyPr wrap="square" lIns="0" tIns="0" rIns="0" bIns="0" rtlCol="0"/>
          <a:lstStyle/>
          <a:p>
            <a:endParaRPr/>
          </a:p>
        </p:txBody>
      </p:sp>
      <p:sp>
        <p:nvSpPr>
          <p:cNvPr id="100" name="object 100"/>
          <p:cNvSpPr/>
          <p:nvPr/>
        </p:nvSpPr>
        <p:spPr>
          <a:xfrm>
            <a:off x="5051348" y="4493577"/>
            <a:ext cx="38735" cy="109855"/>
          </a:xfrm>
          <a:custGeom>
            <a:avLst/>
            <a:gdLst/>
            <a:ahLst/>
            <a:cxnLst/>
            <a:rect l="l" t="t" r="r" b="b"/>
            <a:pathLst>
              <a:path w="38735" h="109854">
                <a:moveTo>
                  <a:pt x="38188" y="0"/>
                </a:moveTo>
                <a:lnTo>
                  <a:pt x="0" y="109270"/>
                </a:lnTo>
                <a:lnTo>
                  <a:pt x="38188" y="109270"/>
                </a:lnTo>
                <a:lnTo>
                  <a:pt x="38188" y="0"/>
                </a:lnTo>
                <a:close/>
              </a:path>
            </a:pathLst>
          </a:custGeom>
          <a:solidFill>
            <a:srgbClr val="FF0000"/>
          </a:solidFill>
        </p:spPr>
        <p:txBody>
          <a:bodyPr wrap="square" lIns="0" tIns="0" rIns="0" bIns="0" rtlCol="0"/>
          <a:lstStyle/>
          <a:p>
            <a:endParaRPr/>
          </a:p>
        </p:txBody>
      </p:sp>
      <p:sp>
        <p:nvSpPr>
          <p:cNvPr id="101" name="object 101"/>
          <p:cNvSpPr/>
          <p:nvPr/>
        </p:nvSpPr>
        <p:spPr>
          <a:xfrm>
            <a:off x="5051348" y="4493577"/>
            <a:ext cx="38735" cy="109855"/>
          </a:xfrm>
          <a:custGeom>
            <a:avLst/>
            <a:gdLst/>
            <a:ahLst/>
            <a:cxnLst/>
            <a:rect l="l" t="t" r="r" b="b"/>
            <a:pathLst>
              <a:path w="38735" h="109854">
                <a:moveTo>
                  <a:pt x="38188" y="0"/>
                </a:moveTo>
                <a:lnTo>
                  <a:pt x="0" y="0"/>
                </a:lnTo>
                <a:lnTo>
                  <a:pt x="0" y="109270"/>
                </a:lnTo>
                <a:lnTo>
                  <a:pt x="38188" y="0"/>
                </a:lnTo>
                <a:close/>
              </a:path>
            </a:pathLst>
          </a:custGeom>
          <a:solidFill>
            <a:srgbClr val="FF0000"/>
          </a:solidFill>
        </p:spPr>
        <p:txBody>
          <a:bodyPr wrap="square" lIns="0" tIns="0" rIns="0" bIns="0" rtlCol="0"/>
          <a:lstStyle/>
          <a:p>
            <a:endParaRPr/>
          </a:p>
        </p:txBody>
      </p:sp>
      <p:sp>
        <p:nvSpPr>
          <p:cNvPr id="102" name="object 102"/>
          <p:cNvSpPr/>
          <p:nvPr/>
        </p:nvSpPr>
        <p:spPr>
          <a:xfrm>
            <a:off x="5051348" y="4319790"/>
            <a:ext cx="38735" cy="109855"/>
          </a:xfrm>
          <a:custGeom>
            <a:avLst/>
            <a:gdLst/>
            <a:ahLst/>
            <a:cxnLst/>
            <a:rect l="l" t="t" r="r" b="b"/>
            <a:pathLst>
              <a:path w="38735" h="109854">
                <a:moveTo>
                  <a:pt x="38188" y="0"/>
                </a:moveTo>
                <a:lnTo>
                  <a:pt x="0" y="109740"/>
                </a:lnTo>
                <a:lnTo>
                  <a:pt x="38188" y="109740"/>
                </a:lnTo>
                <a:lnTo>
                  <a:pt x="38188" y="0"/>
                </a:lnTo>
                <a:close/>
              </a:path>
            </a:pathLst>
          </a:custGeom>
          <a:solidFill>
            <a:srgbClr val="FF0000"/>
          </a:solidFill>
        </p:spPr>
        <p:txBody>
          <a:bodyPr wrap="square" lIns="0" tIns="0" rIns="0" bIns="0" rtlCol="0"/>
          <a:lstStyle/>
          <a:p>
            <a:endParaRPr/>
          </a:p>
        </p:txBody>
      </p:sp>
      <p:sp>
        <p:nvSpPr>
          <p:cNvPr id="103" name="object 103"/>
          <p:cNvSpPr/>
          <p:nvPr/>
        </p:nvSpPr>
        <p:spPr>
          <a:xfrm>
            <a:off x="5051348" y="4319790"/>
            <a:ext cx="38735" cy="109855"/>
          </a:xfrm>
          <a:custGeom>
            <a:avLst/>
            <a:gdLst/>
            <a:ahLst/>
            <a:cxnLst/>
            <a:rect l="l" t="t" r="r" b="b"/>
            <a:pathLst>
              <a:path w="38735" h="109854">
                <a:moveTo>
                  <a:pt x="38188" y="0"/>
                </a:moveTo>
                <a:lnTo>
                  <a:pt x="0" y="0"/>
                </a:lnTo>
                <a:lnTo>
                  <a:pt x="0" y="109740"/>
                </a:lnTo>
                <a:lnTo>
                  <a:pt x="38188" y="0"/>
                </a:lnTo>
                <a:close/>
              </a:path>
            </a:pathLst>
          </a:custGeom>
          <a:solidFill>
            <a:srgbClr val="FF0000"/>
          </a:solidFill>
        </p:spPr>
        <p:txBody>
          <a:bodyPr wrap="square" lIns="0" tIns="0" rIns="0" bIns="0" rtlCol="0"/>
          <a:lstStyle/>
          <a:p>
            <a:endParaRPr/>
          </a:p>
        </p:txBody>
      </p:sp>
      <p:sp>
        <p:nvSpPr>
          <p:cNvPr id="104" name="object 104"/>
          <p:cNvSpPr/>
          <p:nvPr/>
        </p:nvSpPr>
        <p:spPr>
          <a:xfrm>
            <a:off x="5051348" y="4144098"/>
            <a:ext cx="38735" cy="109855"/>
          </a:xfrm>
          <a:custGeom>
            <a:avLst/>
            <a:gdLst/>
            <a:ahLst/>
            <a:cxnLst/>
            <a:rect l="l" t="t" r="r" b="b"/>
            <a:pathLst>
              <a:path w="38735" h="109854">
                <a:moveTo>
                  <a:pt x="38188" y="0"/>
                </a:moveTo>
                <a:lnTo>
                  <a:pt x="0" y="109283"/>
                </a:lnTo>
                <a:lnTo>
                  <a:pt x="38188" y="109283"/>
                </a:lnTo>
                <a:lnTo>
                  <a:pt x="38188" y="0"/>
                </a:lnTo>
                <a:close/>
              </a:path>
            </a:pathLst>
          </a:custGeom>
          <a:solidFill>
            <a:srgbClr val="FF0000"/>
          </a:solidFill>
        </p:spPr>
        <p:txBody>
          <a:bodyPr wrap="square" lIns="0" tIns="0" rIns="0" bIns="0" rtlCol="0"/>
          <a:lstStyle/>
          <a:p>
            <a:endParaRPr/>
          </a:p>
        </p:txBody>
      </p:sp>
      <p:sp>
        <p:nvSpPr>
          <p:cNvPr id="105" name="object 105"/>
          <p:cNvSpPr/>
          <p:nvPr/>
        </p:nvSpPr>
        <p:spPr>
          <a:xfrm>
            <a:off x="5051348" y="4144098"/>
            <a:ext cx="38735" cy="109855"/>
          </a:xfrm>
          <a:custGeom>
            <a:avLst/>
            <a:gdLst/>
            <a:ahLst/>
            <a:cxnLst/>
            <a:rect l="l" t="t" r="r" b="b"/>
            <a:pathLst>
              <a:path w="38735" h="109854">
                <a:moveTo>
                  <a:pt x="38188" y="0"/>
                </a:moveTo>
                <a:lnTo>
                  <a:pt x="0" y="0"/>
                </a:lnTo>
                <a:lnTo>
                  <a:pt x="0" y="109283"/>
                </a:lnTo>
                <a:lnTo>
                  <a:pt x="38188" y="0"/>
                </a:lnTo>
                <a:close/>
              </a:path>
            </a:pathLst>
          </a:custGeom>
          <a:solidFill>
            <a:srgbClr val="FF0000"/>
          </a:solidFill>
        </p:spPr>
        <p:txBody>
          <a:bodyPr wrap="square" lIns="0" tIns="0" rIns="0" bIns="0" rtlCol="0"/>
          <a:lstStyle/>
          <a:p>
            <a:endParaRPr/>
          </a:p>
        </p:txBody>
      </p:sp>
      <p:sp>
        <p:nvSpPr>
          <p:cNvPr id="106" name="object 106"/>
          <p:cNvSpPr/>
          <p:nvPr/>
        </p:nvSpPr>
        <p:spPr>
          <a:xfrm>
            <a:off x="5051348" y="3970311"/>
            <a:ext cx="38735" cy="109855"/>
          </a:xfrm>
          <a:custGeom>
            <a:avLst/>
            <a:gdLst/>
            <a:ahLst/>
            <a:cxnLst/>
            <a:rect l="l" t="t" r="r" b="b"/>
            <a:pathLst>
              <a:path w="38735" h="109854">
                <a:moveTo>
                  <a:pt x="38188" y="0"/>
                </a:moveTo>
                <a:lnTo>
                  <a:pt x="0" y="109258"/>
                </a:lnTo>
                <a:lnTo>
                  <a:pt x="38188" y="109258"/>
                </a:lnTo>
                <a:lnTo>
                  <a:pt x="38188" y="0"/>
                </a:lnTo>
                <a:close/>
              </a:path>
            </a:pathLst>
          </a:custGeom>
          <a:solidFill>
            <a:srgbClr val="FF0000"/>
          </a:solidFill>
        </p:spPr>
        <p:txBody>
          <a:bodyPr wrap="square" lIns="0" tIns="0" rIns="0" bIns="0" rtlCol="0"/>
          <a:lstStyle/>
          <a:p>
            <a:endParaRPr/>
          </a:p>
        </p:txBody>
      </p:sp>
      <p:sp>
        <p:nvSpPr>
          <p:cNvPr id="107" name="object 107"/>
          <p:cNvSpPr/>
          <p:nvPr/>
        </p:nvSpPr>
        <p:spPr>
          <a:xfrm>
            <a:off x="5051348" y="3970311"/>
            <a:ext cx="38735" cy="109855"/>
          </a:xfrm>
          <a:custGeom>
            <a:avLst/>
            <a:gdLst/>
            <a:ahLst/>
            <a:cxnLst/>
            <a:rect l="l" t="t" r="r" b="b"/>
            <a:pathLst>
              <a:path w="38735" h="109854">
                <a:moveTo>
                  <a:pt x="38188" y="0"/>
                </a:moveTo>
                <a:lnTo>
                  <a:pt x="0" y="0"/>
                </a:lnTo>
                <a:lnTo>
                  <a:pt x="0" y="109258"/>
                </a:lnTo>
                <a:lnTo>
                  <a:pt x="38188" y="0"/>
                </a:lnTo>
                <a:close/>
              </a:path>
            </a:pathLst>
          </a:custGeom>
          <a:solidFill>
            <a:srgbClr val="FF0000"/>
          </a:solidFill>
        </p:spPr>
        <p:txBody>
          <a:bodyPr wrap="square" lIns="0" tIns="0" rIns="0" bIns="0" rtlCol="0"/>
          <a:lstStyle/>
          <a:p>
            <a:endParaRPr/>
          </a:p>
        </p:txBody>
      </p:sp>
      <p:sp>
        <p:nvSpPr>
          <p:cNvPr id="108" name="object 108"/>
          <p:cNvSpPr/>
          <p:nvPr/>
        </p:nvSpPr>
        <p:spPr>
          <a:xfrm>
            <a:off x="5051348" y="3796995"/>
            <a:ext cx="38735" cy="107314"/>
          </a:xfrm>
          <a:custGeom>
            <a:avLst/>
            <a:gdLst/>
            <a:ahLst/>
            <a:cxnLst/>
            <a:rect l="l" t="t" r="r" b="b"/>
            <a:pathLst>
              <a:path w="38735" h="107314">
                <a:moveTo>
                  <a:pt x="38188" y="0"/>
                </a:moveTo>
                <a:lnTo>
                  <a:pt x="0" y="106908"/>
                </a:lnTo>
                <a:lnTo>
                  <a:pt x="38188" y="106908"/>
                </a:lnTo>
                <a:lnTo>
                  <a:pt x="38188" y="0"/>
                </a:lnTo>
                <a:close/>
              </a:path>
            </a:pathLst>
          </a:custGeom>
          <a:solidFill>
            <a:srgbClr val="FF0000"/>
          </a:solidFill>
        </p:spPr>
        <p:txBody>
          <a:bodyPr wrap="square" lIns="0" tIns="0" rIns="0" bIns="0" rtlCol="0"/>
          <a:lstStyle/>
          <a:p>
            <a:endParaRPr/>
          </a:p>
        </p:txBody>
      </p:sp>
      <p:sp>
        <p:nvSpPr>
          <p:cNvPr id="109" name="object 109"/>
          <p:cNvSpPr/>
          <p:nvPr/>
        </p:nvSpPr>
        <p:spPr>
          <a:xfrm>
            <a:off x="5051348" y="3796995"/>
            <a:ext cx="38735" cy="107314"/>
          </a:xfrm>
          <a:custGeom>
            <a:avLst/>
            <a:gdLst/>
            <a:ahLst/>
            <a:cxnLst/>
            <a:rect l="l" t="t" r="r" b="b"/>
            <a:pathLst>
              <a:path w="38735" h="107314">
                <a:moveTo>
                  <a:pt x="38188" y="0"/>
                </a:moveTo>
                <a:lnTo>
                  <a:pt x="0" y="0"/>
                </a:lnTo>
                <a:lnTo>
                  <a:pt x="0" y="106908"/>
                </a:lnTo>
                <a:lnTo>
                  <a:pt x="38188" y="0"/>
                </a:lnTo>
                <a:close/>
              </a:path>
            </a:pathLst>
          </a:custGeom>
          <a:solidFill>
            <a:srgbClr val="FF0000"/>
          </a:solidFill>
        </p:spPr>
        <p:txBody>
          <a:bodyPr wrap="square" lIns="0" tIns="0" rIns="0" bIns="0" rtlCol="0"/>
          <a:lstStyle/>
          <a:p>
            <a:endParaRPr/>
          </a:p>
        </p:txBody>
      </p:sp>
      <p:sp>
        <p:nvSpPr>
          <p:cNvPr id="110" name="object 110"/>
          <p:cNvSpPr/>
          <p:nvPr/>
        </p:nvSpPr>
        <p:spPr>
          <a:xfrm>
            <a:off x="5051348" y="3675532"/>
            <a:ext cx="38735" cy="54610"/>
          </a:xfrm>
          <a:custGeom>
            <a:avLst/>
            <a:gdLst/>
            <a:ahLst/>
            <a:cxnLst/>
            <a:rect l="l" t="t" r="r" b="b"/>
            <a:pathLst>
              <a:path w="38735" h="54610">
                <a:moveTo>
                  <a:pt x="38188" y="0"/>
                </a:moveTo>
                <a:lnTo>
                  <a:pt x="0" y="54584"/>
                </a:lnTo>
                <a:lnTo>
                  <a:pt x="38188" y="54584"/>
                </a:lnTo>
                <a:lnTo>
                  <a:pt x="38188" y="0"/>
                </a:lnTo>
                <a:close/>
              </a:path>
            </a:pathLst>
          </a:custGeom>
          <a:solidFill>
            <a:srgbClr val="FF0000"/>
          </a:solidFill>
        </p:spPr>
        <p:txBody>
          <a:bodyPr wrap="square" lIns="0" tIns="0" rIns="0" bIns="0" rtlCol="0"/>
          <a:lstStyle/>
          <a:p>
            <a:endParaRPr/>
          </a:p>
        </p:txBody>
      </p:sp>
      <p:sp>
        <p:nvSpPr>
          <p:cNvPr id="111" name="object 111"/>
          <p:cNvSpPr/>
          <p:nvPr/>
        </p:nvSpPr>
        <p:spPr>
          <a:xfrm>
            <a:off x="5051348" y="3675532"/>
            <a:ext cx="38735" cy="54610"/>
          </a:xfrm>
          <a:custGeom>
            <a:avLst/>
            <a:gdLst/>
            <a:ahLst/>
            <a:cxnLst/>
            <a:rect l="l" t="t" r="r" b="b"/>
            <a:pathLst>
              <a:path w="38735" h="54610">
                <a:moveTo>
                  <a:pt x="38188" y="0"/>
                </a:moveTo>
                <a:lnTo>
                  <a:pt x="0" y="0"/>
                </a:lnTo>
                <a:lnTo>
                  <a:pt x="0" y="54584"/>
                </a:lnTo>
                <a:lnTo>
                  <a:pt x="38188" y="0"/>
                </a:lnTo>
                <a:close/>
              </a:path>
            </a:pathLst>
          </a:custGeom>
          <a:solidFill>
            <a:srgbClr val="FF0000"/>
          </a:solidFill>
        </p:spPr>
        <p:txBody>
          <a:bodyPr wrap="square" lIns="0" tIns="0" rIns="0" bIns="0" rtlCol="0"/>
          <a:lstStyle/>
          <a:p>
            <a:endParaRPr/>
          </a:p>
        </p:txBody>
      </p:sp>
      <p:sp>
        <p:nvSpPr>
          <p:cNvPr id="112" name="object 112"/>
          <p:cNvSpPr/>
          <p:nvPr/>
        </p:nvSpPr>
        <p:spPr>
          <a:xfrm>
            <a:off x="4884902" y="5301796"/>
            <a:ext cx="3722370" cy="0"/>
          </a:xfrm>
          <a:custGeom>
            <a:avLst/>
            <a:gdLst/>
            <a:ahLst/>
            <a:cxnLst/>
            <a:rect l="l" t="t" r="r" b="b"/>
            <a:pathLst>
              <a:path w="3722370">
                <a:moveTo>
                  <a:pt x="0" y="0"/>
                </a:moveTo>
                <a:lnTo>
                  <a:pt x="3722005" y="0"/>
                </a:lnTo>
              </a:path>
            </a:pathLst>
          </a:custGeom>
          <a:ln w="19310">
            <a:solidFill>
              <a:srgbClr val="0000FF"/>
            </a:solidFill>
          </a:ln>
        </p:spPr>
        <p:txBody>
          <a:bodyPr wrap="square" lIns="0" tIns="0" rIns="0" bIns="0" rtlCol="0"/>
          <a:lstStyle/>
          <a:p>
            <a:endParaRPr/>
          </a:p>
        </p:txBody>
      </p:sp>
      <p:sp>
        <p:nvSpPr>
          <p:cNvPr id="113" name="object 113"/>
          <p:cNvSpPr/>
          <p:nvPr/>
        </p:nvSpPr>
        <p:spPr>
          <a:xfrm>
            <a:off x="5915126" y="3839593"/>
            <a:ext cx="1656829" cy="1393441"/>
          </a:xfrm>
          <a:prstGeom prst="rect">
            <a:avLst/>
          </a:prstGeom>
          <a:blipFill>
            <a:blip r:embed="rId9" cstate="email"/>
            <a:stretch>
              <a:fillRect/>
            </a:stretch>
          </a:blipFill>
        </p:spPr>
        <p:txBody>
          <a:bodyPr wrap="square" lIns="0" tIns="0" rIns="0" bIns="0" rtlCol="0"/>
          <a:lstStyle/>
          <a:p>
            <a:endParaRPr/>
          </a:p>
        </p:txBody>
      </p:sp>
      <p:sp>
        <p:nvSpPr>
          <p:cNvPr id="114" name="object 114"/>
          <p:cNvSpPr/>
          <p:nvPr/>
        </p:nvSpPr>
        <p:spPr>
          <a:xfrm>
            <a:off x="4576762" y="3232353"/>
            <a:ext cx="4465955" cy="2444750"/>
          </a:xfrm>
          <a:custGeom>
            <a:avLst/>
            <a:gdLst/>
            <a:ahLst/>
            <a:cxnLst/>
            <a:rect l="l" t="t" r="r" b="b"/>
            <a:pathLst>
              <a:path w="4465955" h="2444750">
                <a:moveTo>
                  <a:pt x="0" y="0"/>
                </a:moveTo>
                <a:lnTo>
                  <a:pt x="4465637" y="0"/>
                </a:lnTo>
                <a:lnTo>
                  <a:pt x="4465637" y="2444748"/>
                </a:lnTo>
                <a:lnTo>
                  <a:pt x="0" y="2444748"/>
                </a:lnTo>
                <a:lnTo>
                  <a:pt x="0" y="0"/>
                </a:lnTo>
                <a:close/>
              </a:path>
            </a:pathLst>
          </a:custGeom>
          <a:ln w="12699">
            <a:solidFill>
              <a:srgbClr val="000000"/>
            </a:solidFill>
          </a:ln>
        </p:spPr>
        <p:txBody>
          <a:bodyPr wrap="square" lIns="0" tIns="0" rIns="0" bIns="0" rtlCol="0"/>
          <a:lstStyle/>
          <a:p>
            <a:endParaRPr/>
          </a:p>
        </p:txBody>
      </p:sp>
      <p:sp>
        <p:nvSpPr>
          <p:cNvPr id="115" name="object 115"/>
          <p:cNvSpPr/>
          <p:nvPr/>
        </p:nvSpPr>
        <p:spPr>
          <a:xfrm>
            <a:off x="6095999" y="3727654"/>
            <a:ext cx="0" cy="1562100"/>
          </a:xfrm>
          <a:custGeom>
            <a:avLst/>
            <a:gdLst/>
            <a:ahLst/>
            <a:cxnLst/>
            <a:rect l="l" t="t" r="r" b="b"/>
            <a:pathLst>
              <a:path h="1562100">
                <a:moveTo>
                  <a:pt x="0" y="1562098"/>
                </a:moveTo>
                <a:lnTo>
                  <a:pt x="1" y="0"/>
                </a:lnTo>
              </a:path>
            </a:pathLst>
          </a:custGeom>
          <a:ln w="38099">
            <a:solidFill>
              <a:srgbClr val="FF2600"/>
            </a:solidFill>
          </a:ln>
        </p:spPr>
        <p:txBody>
          <a:bodyPr wrap="square" lIns="0" tIns="0" rIns="0" bIns="0" rtlCol="0"/>
          <a:lstStyle/>
          <a:p>
            <a:endParaRPr/>
          </a:p>
        </p:txBody>
      </p:sp>
      <p:sp>
        <p:nvSpPr>
          <p:cNvPr id="116" name="object 116"/>
          <p:cNvSpPr/>
          <p:nvPr/>
        </p:nvSpPr>
        <p:spPr>
          <a:xfrm>
            <a:off x="7327900" y="3740354"/>
            <a:ext cx="0" cy="1562100"/>
          </a:xfrm>
          <a:custGeom>
            <a:avLst/>
            <a:gdLst/>
            <a:ahLst/>
            <a:cxnLst/>
            <a:rect l="l" t="t" r="r" b="b"/>
            <a:pathLst>
              <a:path h="1562100">
                <a:moveTo>
                  <a:pt x="0" y="1562098"/>
                </a:moveTo>
                <a:lnTo>
                  <a:pt x="0" y="0"/>
                </a:lnTo>
              </a:path>
            </a:pathLst>
          </a:custGeom>
          <a:ln w="38099">
            <a:solidFill>
              <a:srgbClr val="FF2600"/>
            </a:solidFill>
          </a:ln>
        </p:spPr>
        <p:txBody>
          <a:bodyPr wrap="square" lIns="0" tIns="0" rIns="0" bIns="0" rtlCol="0"/>
          <a:lstStyle/>
          <a:p>
            <a:endParaRPr/>
          </a:p>
        </p:txBody>
      </p:sp>
      <p:sp>
        <p:nvSpPr>
          <p:cNvPr id="117" name="object 117"/>
          <p:cNvSpPr txBox="1"/>
          <p:nvPr/>
        </p:nvSpPr>
        <p:spPr>
          <a:xfrm>
            <a:off x="4730252" y="3394792"/>
            <a:ext cx="1383665" cy="397738"/>
          </a:xfrm>
          <a:prstGeom prst="rect">
            <a:avLst/>
          </a:prstGeom>
        </p:spPr>
        <p:txBody>
          <a:bodyPr vert="horz" wrap="square" lIns="0" tIns="0" rIns="0" bIns="0" rtlCol="0">
            <a:spAutoFit/>
          </a:bodyPr>
          <a:lstStyle/>
          <a:p>
            <a:pPr>
              <a:lnSpc>
                <a:spcPts val="1605"/>
              </a:lnSpc>
              <a:tabLst>
                <a:tab pos="1123315" algn="l"/>
              </a:tabLst>
            </a:pPr>
            <a:r>
              <a:rPr sz="1350" spc="-65" dirty="0">
                <a:solidFill>
                  <a:srgbClr val="FF0000"/>
                </a:solidFill>
                <a:latin typeface="Arial"/>
                <a:cs typeface="Arial"/>
              </a:rPr>
              <a:t>Lo</a:t>
            </a:r>
            <a:r>
              <a:rPr sz="1350" spc="-25" dirty="0">
                <a:solidFill>
                  <a:srgbClr val="FF0000"/>
                </a:solidFill>
                <a:latin typeface="Arial"/>
                <a:cs typeface="Arial"/>
              </a:rPr>
              <a:t>w</a:t>
            </a:r>
            <a:r>
              <a:rPr sz="1350" spc="-85" dirty="0">
                <a:solidFill>
                  <a:srgbClr val="FF0000"/>
                </a:solidFill>
                <a:latin typeface="Arial"/>
                <a:cs typeface="Arial"/>
              </a:rPr>
              <a:t>e</a:t>
            </a:r>
            <a:r>
              <a:rPr sz="1350" spc="-5" dirty="0">
                <a:solidFill>
                  <a:srgbClr val="FF0000"/>
                </a:solidFill>
                <a:latin typeface="Arial"/>
                <a:cs typeface="Arial"/>
              </a:rPr>
              <a:t>r</a:t>
            </a:r>
            <a:r>
              <a:rPr sz="1350" spc="-40" dirty="0">
                <a:solidFill>
                  <a:srgbClr val="FF0000"/>
                </a:solidFill>
                <a:latin typeface="Arial"/>
                <a:cs typeface="Arial"/>
              </a:rPr>
              <a:t> S</a:t>
            </a:r>
            <a:r>
              <a:rPr sz="1350" spc="-85" dirty="0">
                <a:solidFill>
                  <a:srgbClr val="FF0000"/>
                </a:solidFill>
                <a:latin typeface="Arial"/>
                <a:cs typeface="Arial"/>
              </a:rPr>
              <a:t>p</a:t>
            </a:r>
            <a:r>
              <a:rPr sz="1350" spc="-65" dirty="0">
                <a:solidFill>
                  <a:srgbClr val="FF0000"/>
                </a:solidFill>
                <a:latin typeface="Arial"/>
                <a:cs typeface="Arial"/>
              </a:rPr>
              <a:t>e</a:t>
            </a:r>
            <a:r>
              <a:rPr sz="1350" spc="-5" dirty="0">
                <a:solidFill>
                  <a:srgbClr val="FF0000"/>
                </a:solidFill>
                <a:latin typeface="Arial"/>
                <a:cs typeface="Arial"/>
              </a:rPr>
              <a:t>c</a:t>
            </a:r>
            <a:r>
              <a:rPr sz="1350" dirty="0">
                <a:solidFill>
                  <a:srgbClr val="FF0000"/>
                </a:solidFill>
                <a:latin typeface="Arial"/>
                <a:cs typeface="Arial"/>
              </a:rPr>
              <a:t>	</a:t>
            </a:r>
            <a:r>
              <a:rPr sz="1800" baseline="2314" dirty="0">
                <a:solidFill>
                  <a:srgbClr val="FF0000"/>
                </a:solidFill>
                <a:latin typeface="Comic Sans MS"/>
                <a:cs typeface="Comic Sans MS"/>
              </a:rPr>
              <a:t>LC</a:t>
            </a:r>
            <a:endParaRPr lang="nl-BE" sz="1800" baseline="2314" dirty="0">
              <a:solidFill>
                <a:srgbClr val="FF0000"/>
              </a:solidFill>
              <a:latin typeface="Comic Sans MS"/>
              <a:cs typeface="Comic Sans MS"/>
            </a:endParaRPr>
          </a:p>
          <a:p>
            <a:pPr>
              <a:lnSpc>
                <a:spcPts val="1605"/>
              </a:lnSpc>
              <a:tabLst>
                <a:tab pos="1123315" algn="l"/>
              </a:tabLst>
            </a:pPr>
            <a:r>
              <a:rPr lang="nl-BE" sz="1800" baseline="2314" dirty="0">
                <a:solidFill>
                  <a:srgbClr val="FF0000"/>
                </a:solidFill>
                <a:latin typeface="Comic Sans MS"/>
                <a:cs typeface="Comic Sans MS"/>
              </a:rPr>
              <a:t>                         L</a:t>
            </a:r>
            <a:endParaRPr sz="1800" baseline="2314" dirty="0">
              <a:latin typeface="Comic Sans MS"/>
              <a:cs typeface="Comic Sans MS"/>
            </a:endParaRPr>
          </a:p>
        </p:txBody>
      </p:sp>
      <p:sp>
        <p:nvSpPr>
          <p:cNvPr id="118" name="object 118"/>
          <p:cNvSpPr txBox="1"/>
          <p:nvPr/>
        </p:nvSpPr>
        <p:spPr>
          <a:xfrm>
            <a:off x="7252243" y="3405073"/>
            <a:ext cx="288290" cy="184785"/>
          </a:xfrm>
          <a:prstGeom prst="rect">
            <a:avLst/>
          </a:prstGeom>
        </p:spPr>
        <p:txBody>
          <a:bodyPr vert="horz" wrap="square" lIns="0" tIns="0" rIns="0" bIns="0" rtlCol="0">
            <a:spAutoFit/>
          </a:bodyPr>
          <a:lstStyle/>
          <a:p>
            <a:pPr>
              <a:lnSpc>
                <a:spcPct val="100000"/>
              </a:lnSpc>
            </a:pPr>
            <a:r>
              <a:rPr sz="1200" dirty="0">
                <a:solidFill>
                  <a:srgbClr val="FF0000"/>
                </a:solidFill>
                <a:latin typeface="Comic Sans MS"/>
                <a:cs typeface="Comic Sans MS"/>
              </a:rPr>
              <a:t>UCL</a:t>
            </a:r>
            <a:endParaRPr sz="1200">
              <a:latin typeface="Comic Sans MS"/>
              <a:cs typeface="Comic Sans MS"/>
            </a:endParaRPr>
          </a:p>
        </p:txBody>
      </p:sp>
      <p:sp>
        <p:nvSpPr>
          <p:cNvPr id="119" name="Tijdelijke aanduiding voor dianummer 118"/>
          <p:cNvSpPr>
            <a:spLocks noGrp="1"/>
          </p:cNvSpPr>
          <p:nvPr>
            <p:ph type="sldNum" sz="quarter" idx="12"/>
          </p:nvPr>
        </p:nvSpPr>
        <p:spPr/>
        <p:txBody>
          <a:bodyPr/>
          <a:lstStyle/>
          <a:p>
            <a:pPr>
              <a:defRPr/>
            </a:pPr>
            <a:fld id="{58282971-9F67-4B8D-956D-CE27B12C28F5}" type="slidenum">
              <a:rPr lang="en-US" smtClean="0"/>
              <a:pPr>
                <a:defRPr/>
              </a:pPr>
              <a:t>65</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title"/>
          </p:nvPr>
        </p:nvSpPr>
        <p:spPr>
          <a:xfrm>
            <a:off x="438150" y="495052"/>
            <a:ext cx="8234363" cy="846386"/>
          </a:xfrm>
          <a:prstGeom prst="rect">
            <a:avLst/>
          </a:prstGeom>
        </p:spPr>
        <p:txBody>
          <a:bodyPr vert="horz" wrap="square" lIns="0" tIns="0" rIns="0" bIns="0" rtlCol="0">
            <a:spAutoFit/>
          </a:bodyPr>
          <a:lstStyle/>
          <a:p>
            <a:pPr marL="12700" marR="5080">
              <a:lnSpc>
                <a:spcPts val="3300"/>
              </a:lnSpc>
            </a:pPr>
            <a:r>
              <a:rPr sz="2800" dirty="0">
                <a:latin typeface="Tahoma"/>
                <a:cs typeface="Tahoma"/>
              </a:rPr>
              <a:t>Control Charts </a:t>
            </a:r>
            <a:r>
              <a:rPr sz="2800" spc="-5" dirty="0">
                <a:latin typeface="Tahoma"/>
                <a:cs typeface="Tahoma"/>
              </a:rPr>
              <a:t>Provide </a:t>
            </a:r>
            <a:r>
              <a:rPr sz="2800" dirty="0">
                <a:latin typeface="Tahoma"/>
                <a:cs typeface="Tahoma"/>
              </a:rPr>
              <a:t>Decision Rules to </a:t>
            </a:r>
            <a:br>
              <a:rPr lang="nl-BE" sz="2800" dirty="0">
                <a:latin typeface="Tahoma"/>
                <a:cs typeface="Tahoma"/>
              </a:rPr>
            </a:br>
            <a:r>
              <a:rPr sz="2800" spc="-5" dirty="0">
                <a:latin typeface="Tahoma"/>
                <a:cs typeface="Tahoma"/>
              </a:rPr>
              <a:t>Determine </a:t>
            </a:r>
            <a:r>
              <a:rPr lang="nl-BE" sz="2800" spc="-5" dirty="0">
                <a:latin typeface="Tahoma"/>
                <a:cs typeface="Tahoma"/>
              </a:rPr>
              <a:t>w</a:t>
            </a:r>
            <a:r>
              <a:rPr sz="2800" dirty="0">
                <a:latin typeface="Tahoma"/>
                <a:cs typeface="Tahoma"/>
              </a:rPr>
              <a:t>hen a Process is </a:t>
            </a:r>
            <a:r>
              <a:rPr sz="2800" spc="-5" dirty="0">
                <a:latin typeface="Tahoma"/>
                <a:cs typeface="Tahoma"/>
              </a:rPr>
              <a:t>IN</a:t>
            </a:r>
            <a:r>
              <a:rPr sz="2800" spc="-50" dirty="0">
                <a:latin typeface="Tahoma"/>
                <a:cs typeface="Tahoma"/>
              </a:rPr>
              <a:t> </a:t>
            </a:r>
            <a:r>
              <a:rPr sz="2800" dirty="0">
                <a:latin typeface="Tahoma"/>
                <a:cs typeface="Tahoma"/>
              </a:rPr>
              <a:t>CONTROL</a:t>
            </a:r>
          </a:p>
        </p:txBody>
      </p:sp>
      <p:sp>
        <p:nvSpPr>
          <p:cNvPr id="6" name="object 6"/>
          <p:cNvSpPr/>
          <p:nvPr/>
        </p:nvSpPr>
        <p:spPr>
          <a:xfrm>
            <a:off x="385762" y="2097366"/>
            <a:ext cx="2457450" cy="1200150"/>
          </a:xfrm>
          <a:prstGeom prst="rect">
            <a:avLst/>
          </a:prstGeom>
          <a:blipFill>
            <a:blip r:embed="rId3" cstate="email"/>
            <a:stretch>
              <a:fillRect/>
            </a:stretch>
          </a:blipFill>
        </p:spPr>
        <p:txBody>
          <a:bodyPr wrap="square" lIns="0" tIns="0" rIns="0" bIns="0" rtlCol="0"/>
          <a:lstStyle/>
          <a:p>
            <a:endParaRPr/>
          </a:p>
        </p:txBody>
      </p:sp>
      <p:sp>
        <p:nvSpPr>
          <p:cNvPr id="7" name="object 7"/>
          <p:cNvSpPr/>
          <p:nvPr/>
        </p:nvSpPr>
        <p:spPr>
          <a:xfrm>
            <a:off x="381000" y="2092604"/>
            <a:ext cx="2466975" cy="1209675"/>
          </a:xfrm>
          <a:custGeom>
            <a:avLst/>
            <a:gdLst/>
            <a:ahLst/>
            <a:cxnLst/>
            <a:rect l="l" t="t" r="r" b="b"/>
            <a:pathLst>
              <a:path w="2466975" h="1209675">
                <a:moveTo>
                  <a:pt x="0" y="0"/>
                </a:moveTo>
                <a:lnTo>
                  <a:pt x="2466970" y="0"/>
                </a:lnTo>
                <a:lnTo>
                  <a:pt x="2466970" y="1209671"/>
                </a:lnTo>
                <a:lnTo>
                  <a:pt x="0" y="1209671"/>
                </a:lnTo>
                <a:lnTo>
                  <a:pt x="0" y="0"/>
                </a:lnTo>
                <a:close/>
              </a:path>
            </a:pathLst>
          </a:custGeom>
          <a:ln w="9524">
            <a:solidFill>
              <a:srgbClr val="000000"/>
            </a:solidFill>
          </a:ln>
        </p:spPr>
        <p:txBody>
          <a:bodyPr wrap="square" lIns="0" tIns="0" rIns="0" bIns="0" rtlCol="0"/>
          <a:lstStyle/>
          <a:p>
            <a:endParaRPr/>
          </a:p>
        </p:txBody>
      </p:sp>
      <p:sp>
        <p:nvSpPr>
          <p:cNvPr id="8" name="object 8"/>
          <p:cNvSpPr/>
          <p:nvPr/>
        </p:nvSpPr>
        <p:spPr>
          <a:xfrm>
            <a:off x="401637" y="5319991"/>
            <a:ext cx="2468562" cy="1349367"/>
          </a:xfrm>
          <a:prstGeom prst="rect">
            <a:avLst/>
          </a:prstGeom>
          <a:blipFill>
            <a:blip r:embed="rId4" cstate="email"/>
            <a:stretch>
              <a:fillRect/>
            </a:stretch>
          </a:blipFill>
        </p:spPr>
        <p:txBody>
          <a:bodyPr wrap="square" lIns="0" tIns="0" rIns="0" bIns="0" rtlCol="0"/>
          <a:lstStyle/>
          <a:p>
            <a:endParaRPr/>
          </a:p>
        </p:txBody>
      </p:sp>
      <p:sp>
        <p:nvSpPr>
          <p:cNvPr id="9" name="object 9"/>
          <p:cNvSpPr/>
          <p:nvPr/>
        </p:nvSpPr>
        <p:spPr>
          <a:xfrm>
            <a:off x="396875" y="5315229"/>
            <a:ext cx="2478405" cy="1358900"/>
          </a:xfrm>
          <a:custGeom>
            <a:avLst/>
            <a:gdLst/>
            <a:ahLst/>
            <a:cxnLst/>
            <a:rect l="l" t="t" r="r" b="b"/>
            <a:pathLst>
              <a:path w="2478405" h="1358900">
                <a:moveTo>
                  <a:pt x="0" y="0"/>
                </a:moveTo>
                <a:lnTo>
                  <a:pt x="2478080" y="0"/>
                </a:lnTo>
                <a:lnTo>
                  <a:pt x="2478080" y="1358901"/>
                </a:lnTo>
                <a:lnTo>
                  <a:pt x="0" y="1358901"/>
                </a:lnTo>
                <a:lnTo>
                  <a:pt x="0" y="0"/>
                </a:lnTo>
                <a:close/>
              </a:path>
            </a:pathLst>
          </a:custGeom>
          <a:ln w="9524">
            <a:solidFill>
              <a:srgbClr val="000000"/>
            </a:solidFill>
          </a:ln>
        </p:spPr>
        <p:txBody>
          <a:bodyPr wrap="square" lIns="0" tIns="0" rIns="0" bIns="0" rtlCol="0"/>
          <a:lstStyle/>
          <a:p>
            <a:endParaRPr/>
          </a:p>
        </p:txBody>
      </p:sp>
      <p:sp>
        <p:nvSpPr>
          <p:cNvPr id="10" name="object 10"/>
          <p:cNvSpPr/>
          <p:nvPr/>
        </p:nvSpPr>
        <p:spPr>
          <a:xfrm>
            <a:off x="6284912" y="5319991"/>
            <a:ext cx="2468562" cy="1349367"/>
          </a:xfrm>
          <a:prstGeom prst="rect">
            <a:avLst/>
          </a:prstGeom>
          <a:blipFill>
            <a:blip r:embed="rId5" cstate="email"/>
            <a:stretch>
              <a:fillRect/>
            </a:stretch>
          </a:blipFill>
        </p:spPr>
        <p:txBody>
          <a:bodyPr wrap="square" lIns="0" tIns="0" rIns="0" bIns="0" rtlCol="0"/>
          <a:lstStyle/>
          <a:p>
            <a:endParaRPr/>
          </a:p>
        </p:txBody>
      </p:sp>
      <p:sp>
        <p:nvSpPr>
          <p:cNvPr id="11" name="object 11"/>
          <p:cNvSpPr/>
          <p:nvPr/>
        </p:nvSpPr>
        <p:spPr>
          <a:xfrm>
            <a:off x="6280150" y="5315229"/>
            <a:ext cx="2478405" cy="1358900"/>
          </a:xfrm>
          <a:custGeom>
            <a:avLst/>
            <a:gdLst/>
            <a:ahLst/>
            <a:cxnLst/>
            <a:rect l="l" t="t" r="r" b="b"/>
            <a:pathLst>
              <a:path w="2478404" h="1358900">
                <a:moveTo>
                  <a:pt x="0" y="0"/>
                </a:moveTo>
                <a:lnTo>
                  <a:pt x="2478080" y="0"/>
                </a:lnTo>
                <a:lnTo>
                  <a:pt x="2478080" y="1358901"/>
                </a:lnTo>
                <a:lnTo>
                  <a:pt x="0" y="1358901"/>
                </a:lnTo>
                <a:lnTo>
                  <a:pt x="0" y="0"/>
                </a:lnTo>
                <a:close/>
              </a:path>
            </a:pathLst>
          </a:custGeom>
          <a:ln w="9524">
            <a:solidFill>
              <a:srgbClr val="000000"/>
            </a:solidFill>
          </a:ln>
        </p:spPr>
        <p:txBody>
          <a:bodyPr wrap="square" lIns="0" tIns="0" rIns="0" bIns="0" rtlCol="0"/>
          <a:lstStyle/>
          <a:p>
            <a:endParaRPr/>
          </a:p>
        </p:txBody>
      </p:sp>
      <p:sp>
        <p:nvSpPr>
          <p:cNvPr id="12" name="object 12"/>
          <p:cNvSpPr/>
          <p:nvPr/>
        </p:nvSpPr>
        <p:spPr>
          <a:xfrm>
            <a:off x="3246437" y="5319991"/>
            <a:ext cx="2468562" cy="1349367"/>
          </a:xfrm>
          <a:prstGeom prst="rect">
            <a:avLst/>
          </a:prstGeom>
          <a:blipFill>
            <a:blip r:embed="rId6" cstate="email"/>
            <a:stretch>
              <a:fillRect/>
            </a:stretch>
          </a:blipFill>
        </p:spPr>
        <p:txBody>
          <a:bodyPr wrap="square" lIns="0" tIns="0" rIns="0" bIns="0" rtlCol="0"/>
          <a:lstStyle/>
          <a:p>
            <a:endParaRPr/>
          </a:p>
        </p:txBody>
      </p:sp>
      <p:sp>
        <p:nvSpPr>
          <p:cNvPr id="13" name="object 13"/>
          <p:cNvSpPr/>
          <p:nvPr/>
        </p:nvSpPr>
        <p:spPr>
          <a:xfrm>
            <a:off x="3241675" y="5315229"/>
            <a:ext cx="2478405" cy="1358900"/>
          </a:xfrm>
          <a:custGeom>
            <a:avLst/>
            <a:gdLst/>
            <a:ahLst/>
            <a:cxnLst/>
            <a:rect l="l" t="t" r="r" b="b"/>
            <a:pathLst>
              <a:path w="2478404" h="1358900">
                <a:moveTo>
                  <a:pt x="0" y="0"/>
                </a:moveTo>
                <a:lnTo>
                  <a:pt x="2478080" y="0"/>
                </a:lnTo>
                <a:lnTo>
                  <a:pt x="2478080" y="1358901"/>
                </a:lnTo>
                <a:lnTo>
                  <a:pt x="0" y="1358901"/>
                </a:lnTo>
                <a:lnTo>
                  <a:pt x="0" y="0"/>
                </a:lnTo>
                <a:close/>
              </a:path>
            </a:pathLst>
          </a:custGeom>
          <a:ln w="9524">
            <a:solidFill>
              <a:srgbClr val="000000"/>
            </a:solidFill>
          </a:ln>
        </p:spPr>
        <p:txBody>
          <a:bodyPr wrap="square" lIns="0" tIns="0" rIns="0" bIns="0" rtlCol="0"/>
          <a:lstStyle/>
          <a:p>
            <a:endParaRPr/>
          </a:p>
        </p:txBody>
      </p:sp>
      <p:sp>
        <p:nvSpPr>
          <p:cNvPr id="14" name="object 14"/>
          <p:cNvSpPr txBox="1"/>
          <p:nvPr/>
        </p:nvSpPr>
        <p:spPr>
          <a:xfrm>
            <a:off x="2579052" y="2041487"/>
            <a:ext cx="4770120" cy="2407285"/>
          </a:xfrm>
          <a:prstGeom prst="rect">
            <a:avLst/>
          </a:prstGeom>
        </p:spPr>
        <p:txBody>
          <a:bodyPr vert="horz" wrap="square" lIns="0" tIns="0" rIns="0" bIns="0" rtlCol="0">
            <a:spAutoFit/>
          </a:bodyPr>
          <a:lstStyle/>
          <a:p>
            <a:pPr marL="550545">
              <a:lnSpc>
                <a:spcPct val="100000"/>
              </a:lnSpc>
            </a:pPr>
            <a:r>
              <a:rPr sz="2400" b="1" i="1" u="heavy" spc="-5" dirty="0">
                <a:latin typeface="Calibri"/>
                <a:cs typeface="Calibri"/>
              </a:rPr>
              <a:t>Process </a:t>
            </a:r>
            <a:r>
              <a:rPr sz="2400" b="1" i="1" u="heavy" dirty="0">
                <a:latin typeface="Calibri"/>
                <a:cs typeface="Calibri"/>
              </a:rPr>
              <a:t>IN STATISTICAL</a:t>
            </a:r>
            <a:r>
              <a:rPr sz="2400" b="1" i="1" u="heavy" spc="-70" dirty="0">
                <a:latin typeface="Calibri"/>
                <a:cs typeface="Calibri"/>
              </a:rPr>
              <a:t> </a:t>
            </a:r>
            <a:r>
              <a:rPr sz="2400" b="1" i="1" u="heavy" dirty="0">
                <a:latin typeface="Calibri"/>
                <a:cs typeface="Calibri"/>
              </a:rPr>
              <a:t>CONTROL</a:t>
            </a:r>
            <a:endParaRPr sz="2400">
              <a:latin typeface="Calibri"/>
              <a:cs typeface="Calibri"/>
            </a:endParaRPr>
          </a:p>
          <a:p>
            <a:pPr marL="771525" indent="-220979">
              <a:lnSpc>
                <a:spcPct val="100000"/>
              </a:lnSpc>
              <a:spcBef>
                <a:spcPts val="1120"/>
              </a:spcBef>
              <a:buFont typeface="Calibri"/>
              <a:buChar char="•"/>
              <a:tabLst>
                <a:tab pos="771525" algn="l"/>
              </a:tabLst>
            </a:pPr>
            <a:r>
              <a:rPr sz="2000" i="1" dirty="0">
                <a:latin typeface="Calibri"/>
                <a:cs typeface="Calibri"/>
              </a:rPr>
              <a:t>Random </a:t>
            </a:r>
            <a:r>
              <a:rPr sz="2000" i="1" spc="-5" dirty="0">
                <a:latin typeface="Calibri"/>
                <a:cs typeface="Calibri"/>
              </a:rPr>
              <a:t>Variation </a:t>
            </a:r>
            <a:r>
              <a:rPr sz="2000" i="1" dirty="0">
                <a:latin typeface="Calibri"/>
                <a:cs typeface="Calibri"/>
              </a:rPr>
              <a:t>around the</a:t>
            </a:r>
            <a:r>
              <a:rPr sz="2000" i="1" spc="-65" dirty="0">
                <a:latin typeface="Calibri"/>
                <a:cs typeface="Calibri"/>
              </a:rPr>
              <a:t> </a:t>
            </a:r>
            <a:r>
              <a:rPr sz="2000" i="1" dirty="0">
                <a:latin typeface="Calibri"/>
                <a:cs typeface="Calibri"/>
              </a:rPr>
              <a:t>Target</a:t>
            </a:r>
            <a:endParaRPr sz="2000">
              <a:latin typeface="Calibri"/>
              <a:cs typeface="Calibri"/>
            </a:endParaRPr>
          </a:p>
          <a:p>
            <a:pPr marL="771525" indent="-220979">
              <a:lnSpc>
                <a:spcPct val="100000"/>
              </a:lnSpc>
              <a:spcBef>
                <a:spcPts val="1200"/>
              </a:spcBef>
              <a:buFont typeface="Calibri"/>
              <a:buChar char="•"/>
              <a:tabLst>
                <a:tab pos="771525" algn="l"/>
              </a:tabLst>
            </a:pPr>
            <a:r>
              <a:rPr sz="2000" i="1" dirty="0">
                <a:latin typeface="Calibri"/>
                <a:cs typeface="Calibri"/>
              </a:rPr>
              <a:t>All points within the control</a:t>
            </a:r>
            <a:r>
              <a:rPr sz="2000" i="1" spc="-100" dirty="0">
                <a:latin typeface="Calibri"/>
                <a:cs typeface="Calibri"/>
              </a:rPr>
              <a:t> </a:t>
            </a:r>
            <a:r>
              <a:rPr sz="2000" i="1" dirty="0">
                <a:latin typeface="Calibri"/>
                <a:cs typeface="Calibri"/>
              </a:rPr>
              <a:t>limits</a:t>
            </a:r>
            <a:endParaRPr sz="2000">
              <a:latin typeface="Calibri"/>
              <a:cs typeface="Calibri"/>
            </a:endParaRPr>
          </a:p>
          <a:p>
            <a:pPr>
              <a:lnSpc>
                <a:spcPct val="100000"/>
              </a:lnSpc>
            </a:pPr>
            <a:endParaRPr sz="2000">
              <a:latin typeface="Times New Roman"/>
              <a:cs typeface="Times New Roman"/>
            </a:endParaRPr>
          </a:p>
          <a:p>
            <a:pPr>
              <a:lnSpc>
                <a:spcPct val="100000"/>
              </a:lnSpc>
            </a:pPr>
            <a:endParaRPr sz="2000">
              <a:latin typeface="Times New Roman"/>
              <a:cs typeface="Times New Roman"/>
            </a:endParaRPr>
          </a:p>
          <a:p>
            <a:pPr marL="12700">
              <a:lnSpc>
                <a:spcPct val="100000"/>
              </a:lnSpc>
              <a:spcBef>
                <a:spcPts val="1325"/>
              </a:spcBef>
            </a:pPr>
            <a:r>
              <a:rPr sz="2400" b="1" i="1" u="heavy" spc="-5" dirty="0">
                <a:latin typeface="Calibri"/>
                <a:cs typeface="Calibri"/>
              </a:rPr>
              <a:t>Corrective Action</a:t>
            </a:r>
            <a:r>
              <a:rPr sz="2400" b="1" i="1" u="heavy" spc="-70" dirty="0">
                <a:latin typeface="Calibri"/>
                <a:cs typeface="Calibri"/>
              </a:rPr>
              <a:t> </a:t>
            </a:r>
            <a:r>
              <a:rPr sz="2400" b="1" i="1" u="heavy" dirty="0">
                <a:latin typeface="Calibri"/>
                <a:cs typeface="Calibri"/>
              </a:rPr>
              <a:t>Needed</a:t>
            </a:r>
            <a:endParaRPr sz="2400">
              <a:latin typeface="Calibri"/>
              <a:cs typeface="Calibri"/>
            </a:endParaRPr>
          </a:p>
        </p:txBody>
      </p:sp>
      <p:sp>
        <p:nvSpPr>
          <p:cNvPr id="15" name="object 15"/>
          <p:cNvSpPr txBox="1"/>
          <p:nvPr/>
        </p:nvSpPr>
        <p:spPr>
          <a:xfrm>
            <a:off x="307340" y="4644987"/>
            <a:ext cx="2348865" cy="627380"/>
          </a:xfrm>
          <a:prstGeom prst="rect">
            <a:avLst/>
          </a:prstGeom>
        </p:spPr>
        <p:txBody>
          <a:bodyPr vert="horz" wrap="square" lIns="0" tIns="0" rIns="0" bIns="0" rtlCol="0">
            <a:spAutoFit/>
          </a:bodyPr>
          <a:lstStyle/>
          <a:p>
            <a:pPr marL="12700" marR="5080">
              <a:lnSpc>
                <a:spcPct val="100000"/>
              </a:lnSpc>
            </a:pPr>
            <a:r>
              <a:rPr sz="2000" i="1" dirty="0">
                <a:latin typeface="Calibri"/>
                <a:cs typeface="Calibri"/>
              </a:rPr>
              <a:t>Isolated points</a:t>
            </a:r>
            <a:r>
              <a:rPr sz="2000" i="1" spc="-100" dirty="0">
                <a:latin typeface="Calibri"/>
                <a:cs typeface="Calibri"/>
              </a:rPr>
              <a:t> </a:t>
            </a:r>
            <a:r>
              <a:rPr sz="2000" i="1" dirty="0">
                <a:latin typeface="Calibri"/>
                <a:cs typeface="Calibri"/>
              </a:rPr>
              <a:t>outside  control</a:t>
            </a:r>
            <a:r>
              <a:rPr sz="2000" i="1" spc="-100" dirty="0">
                <a:latin typeface="Calibri"/>
                <a:cs typeface="Calibri"/>
              </a:rPr>
              <a:t> </a:t>
            </a:r>
            <a:r>
              <a:rPr sz="2000" i="1" dirty="0">
                <a:latin typeface="Calibri"/>
                <a:cs typeface="Calibri"/>
              </a:rPr>
              <a:t>limits</a:t>
            </a:r>
            <a:endParaRPr sz="2000">
              <a:latin typeface="Calibri"/>
              <a:cs typeface="Calibri"/>
            </a:endParaRPr>
          </a:p>
        </p:txBody>
      </p:sp>
      <p:sp>
        <p:nvSpPr>
          <p:cNvPr id="16" name="object 16"/>
          <p:cNvSpPr txBox="1"/>
          <p:nvPr/>
        </p:nvSpPr>
        <p:spPr>
          <a:xfrm>
            <a:off x="3152139" y="4646561"/>
            <a:ext cx="2400935" cy="627380"/>
          </a:xfrm>
          <a:prstGeom prst="rect">
            <a:avLst/>
          </a:prstGeom>
        </p:spPr>
        <p:txBody>
          <a:bodyPr vert="horz" wrap="square" lIns="0" tIns="0" rIns="0" bIns="0" rtlCol="0">
            <a:spAutoFit/>
          </a:bodyPr>
          <a:lstStyle/>
          <a:p>
            <a:pPr marL="12700" marR="5080">
              <a:lnSpc>
                <a:spcPct val="100000"/>
              </a:lnSpc>
            </a:pPr>
            <a:r>
              <a:rPr sz="2000" i="1" dirty="0">
                <a:latin typeface="Calibri"/>
                <a:cs typeface="Calibri"/>
              </a:rPr>
              <a:t>Long-term trends up</a:t>
            </a:r>
            <a:r>
              <a:rPr sz="2000" i="1" spc="-100" dirty="0">
                <a:latin typeface="Calibri"/>
                <a:cs typeface="Calibri"/>
              </a:rPr>
              <a:t> </a:t>
            </a:r>
            <a:r>
              <a:rPr sz="2000" i="1" dirty="0">
                <a:latin typeface="Calibri"/>
                <a:cs typeface="Calibri"/>
              </a:rPr>
              <a:t>or  </a:t>
            </a:r>
            <a:r>
              <a:rPr sz="2000" i="1" spc="-5" dirty="0">
                <a:latin typeface="Calibri"/>
                <a:cs typeface="Calibri"/>
              </a:rPr>
              <a:t>down</a:t>
            </a:r>
            <a:endParaRPr sz="2000">
              <a:latin typeface="Calibri"/>
              <a:cs typeface="Calibri"/>
            </a:endParaRPr>
          </a:p>
        </p:txBody>
      </p:sp>
      <p:sp>
        <p:nvSpPr>
          <p:cNvPr id="17" name="object 17"/>
          <p:cNvSpPr txBox="1"/>
          <p:nvPr/>
        </p:nvSpPr>
        <p:spPr>
          <a:xfrm>
            <a:off x="6317615" y="4646561"/>
            <a:ext cx="2145030" cy="627380"/>
          </a:xfrm>
          <a:prstGeom prst="rect">
            <a:avLst/>
          </a:prstGeom>
        </p:spPr>
        <p:txBody>
          <a:bodyPr vert="horz" wrap="square" lIns="0" tIns="0" rIns="0" bIns="0" rtlCol="0">
            <a:spAutoFit/>
          </a:bodyPr>
          <a:lstStyle/>
          <a:p>
            <a:pPr marL="12700" marR="5080">
              <a:lnSpc>
                <a:spcPct val="100000"/>
              </a:lnSpc>
            </a:pPr>
            <a:r>
              <a:rPr sz="2000" i="1" spc="45" dirty="0">
                <a:latin typeface="Calibri"/>
                <a:cs typeface="Calibri"/>
              </a:rPr>
              <a:t>Shi&lt;s </a:t>
            </a:r>
            <a:r>
              <a:rPr sz="2000" i="1" dirty="0">
                <a:latin typeface="Calibri"/>
                <a:cs typeface="Calibri"/>
              </a:rPr>
              <a:t>away from</a:t>
            </a:r>
            <a:r>
              <a:rPr sz="2000" i="1" spc="-145" dirty="0">
                <a:latin typeface="Calibri"/>
                <a:cs typeface="Calibri"/>
              </a:rPr>
              <a:t> </a:t>
            </a:r>
            <a:r>
              <a:rPr sz="2000" i="1" dirty="0">
                <a:latin typeface="Calibri"/>
                <a:cs typeface="Calibri"/>
              </a:rPr>
              <a:t>the  Target</a:t>
            </a:r>
            <a:endParaRPr sz="2000">
              <a:latin typeface="Calibri"/>
              <a:cs typeface="Calibri"/>
            </a:endParaRPr>
          </a:p>
        </p:txBody>
      </p:sp>
      <p:sp>
        <p:nvSpPr>
          <p:cNvPr id="18" name="Tijdelijke aanduiding voor dianummer 17"/>
          <p:cNvSpPr>
            <a:spLocks noGrp="1"/>
          </p:cNvSpPr>
          <p:nvPr>
            <p:ph type="sldNum" sz="quarter" idx="12"/>
          </p:nvPr>
        </p:nvSpPr>
        <p:spPr/>
        <p:txBody>
          <a:bodyPr/>
          <a:lstStyle/>
          <a:p>
            <a:pPr>
              <a:defRPr/>
            </a:pPr>
            <a:fld id="{58282971-9F67-4B8D-956D-CE27B12C28F5}" type="slidenum">
              <a:rPr lang="en-US" smtClean="0"/>
              <a:pPr>
                <a:defRPr/>
              </a:pPr>
              <a:t>66</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normAutofit/>
          </a:bodyPr>
          <a:lstStyle/>
          <a:p>
            <a:r>
              <a:rPr lang="en-GB" altLang="nl-BE" dirty="0"/>
              <a:t>Western Electric regels</a:t>
            </a:r>
          </a:p>
        </p:txBody>
      </p:sp>
      <p:pic>
        <p:nvPicPr>
          <p:cNvPr id="10" name="Picture 2" descr="tb0501"/>
          <p:cNvPicPr preferRelativeResize="0">
            <a:picLocks noChangeAspect="1" noChangeArrowheads="1"/>
          </p:cNvPicPr>
          <p:nvPr>
            <p:custDataLst>
              <p:tags r:id="rId1"/>
            </p:custDataLst>
          </p:nvPr>
        </p:nvPicPr>
        <p:blipFill>
          <a:blip r:embed="rId4" cstate="email">
            <a:extLst>
              <a:ext uri="{28A0092B-C50C-407E-A947-70E740481C1C}">
                <a14:useLocalDpi xmlns:a14="http://schemas.microsoft.com/office/drawing/2010/main" val="0"/>
              </a:ext>
            </a:extLst>
          </a:blip>
          <a:srcRect/>
          <a:stretch>
            <a:fillRect/>
          </a:stretch>
        </p:blipFill>
        <p:spPr bwMode="auto">
          <a:xfrm>
            <a:off x="154950" y="1453815"/>
            <a:ext cx="8833601" cy="49978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ijdelijke aanduiding voor dianummer 3"/>
          <p:cNvSpPr>
            <a:spLocks noGrp="1"/>
          </p:cNvSpPr>
          <p:nvPr>
            <p:ph type="sldNum" sz="quarter" idx="12"/>
          </p:nvPr>
        </p:nvSpPr>
        <p:spPr/>
        <p:txBody>
          <a:bodyPr/>
          <a:lstStyle/>
          <a:p>
            <a:pPr>
              <a:defRPr/>
            </a:pPr>
            <a:fld id="{58282971-9F67-4B8D-956D-CE27B12C28F5}" type="slidenum">
              <a:rPr lang="en-US" smtClean="0"/>
              <a:pPr>
                <a:defRPr/>
              </a:pPr>
              <a:t>67</a:t>
            </a:fld>
            <a:endParaRPr lang="en-US"/>
          </a:p>
        </p:txBody>
      </p:sp>
      <p:pic>
        <p:nvPicPr>
          <p:cNvPr id="3" name="Afbeelding 2">
            <a:extLst>
              <a:ext uri="{FF2B5EF4-FFF2-40B4-BE49-F238E27FC236}">
                <a16:creationId xmlns:a16="http://schemas.microsoft.com/office/drawing/2014/main" id="{903F30EC-1B44-2DD8-285B-D06040A76670}"/>
              </a:ext>
            </a:extLst>
          </p:cNvPr>
          <p:cNvPicPr>
            <a:picLocks noChangeAspect="1"/>
          </p:cNvPicPr>
          <p:nvPr/>
        </p:nvPicPr>
        <p:blipFill>
          <a:blip r:embed="rId5"/>
          <a:stretch>
            <a:fillRect/>
          </a:stretch>
        </p:blipFill>
        <p:spPr>
          <a:xfrm>
            <a:off x="154950" y="4510640"/>
            <a:ext cx="2430723" cy="691088"/>
          </a:xfrm>
          <a:prstGeom prst="rect">
            <a:avLst/>
          </a:prstGeom>
        </p:spPr>
      </p:pic>
    </p:spTree>
    <p:extLst>
      <p:ext uri="{BB962C8B-B14F-4D97-AF65-F5344CB8AC3E}">
        <p14:creationId xmlns:p14="http://schemas.microsoft.com/office/powerpoint/2010/main" val="369065238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C6E34853-0BC5-518E-85EC-45DA5B6BFCD0}"/>
              </a:ext>
            </a:extLst>
          </p:cNvPr>
          <p:cNvGraphicFramePr>
            <a:graphicFrameLocks/>
          </p:cNvGraphicFramePr>
          <p:nvPr>
            <p:custDataLst>
              <p:tags r:id="rId1"/>
            </p:custDataLst>
            <p:extLst>
              <p:ext uri="{D42A27DB-BD31-4B8C-83A1-F6EECF244321}">
                <p14:modId xmlns:p14="http://schemas.microsoft.com/office/powerpoint/2010/main" val="24581057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6" progId="TCLayout.ActiveDocument.1">
                  <p:embed/>
                </p:oleObj>
              </mc:Choice>
              <mc:Fallback>
                <p:oleObj name="think-cell Slide" r:id="rId3" imgW="473" imgH="476" progId="TCLayout.ActiveDocument.1">
                  <p:embed/>
                  <p:pic>
                    <p:nvPicPr>
                      <p:cNvPr id="6" name="think-cell data - do not delete" hidden="1">
                        <a:extLst>
                          <a:ext uri="{FF2B5EF4-FFF2-40B4-BE49-F238E27FC236}">
                            <a16:creationId xmlns:a16="http://schemas.microsoft.com/office/drawing/2014/main" id="{C6E34853-0BC5-518E-85EC-45DA5B6BFCD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el 1">
            <a:extLst>
              <a:ext uri="{FF2B5EF4-FFF2-40B4-BE49-F238E27FC236}">
                <a16:creationId xmlns:a16="http://schemas.microsoft.com/office/drawing/2014/main" id="{EA5A9689-B6DD-41ED-E592-BDDDA1EC9504}"/>
              </a:ext>
            </a:extLst>
          </p:cNvPr>
          <p:cNvSpPr>
            <a:spLocks noGrp="1"/>
          </p:cNvSpPr>
          <p:nvPr>
            <p:ph type="title"/>
          </p:nvPr>
        </p:nvSpPr>
        <p:spPr/>
        <p:txBody>
          <a:bodyPr vert="horz"/>
          <a:lstStyle/>
          <a:p>
            <a:r>
              <a:rPr lang="en-GB" altLang="nl-BE" dirty="0"/>
              <a:t>Western Electric regels</a:t>
            </a:r>
            <a:endParaRPr lang="en-US" dirty="0"/>
          </a:p>
        </p:txBody>
      </p:sp>
      <p:sp>
        <p:nvSpPr>
          <p:cNvPr id="7" name="Tijdelijke aanduiding voor inhoud 6">
            <a:extLst>
              <a:ext uri="{FF2B5EF4-FFF2-40B4-BE49-F238E27FC236}">
                <a16:creationId xmlns:a16="http://schemas.microsoft.com/office/drawing/2014/main" id="{3D346E36-6EF0-6C5A-4BCC-00F25E2BD0EA}"/>
              </a:ext>
            </a:extLst>
          </p:cNvPr>
          <p:cNvSpPr>
            <a:spLocks noGrp="1"/>
          </p:cNvSpPr>
          <p:nvPr>
            <p:ph idx="1"/>
          </p:nvPr>
        </p:nvSpPr>
        <p:spPr/>
        <p:txBody>
          <a:bodyPr/>
          <a:lstStyle/>
          <a:p>
            <a:r>
              <a:rPr lang="nl-BE" dirty="0">
                <a:hlinkClick r:id="rId5"/>
              </a:rPr>
              <a:t>Western Electric </a:t>
            </a:r>
            <a:r>
              <a:rPr lang="nl-BE" dirty="0" err="1">
                <a:hlinkClick r:id="rId5"/>
              </a:rPr>
              <a:t>rules</a:t>
            </a:r>
            <a:r>
              <a:rPr lang="nl-BE" dirty="0">
                <a:hlinkClick r:id="rId5"/>
              </a:rPr>
              <a:t> - Wikipedia</a:t>
            </a:r>
            <a:endParaRPr lang="en-US" dirty="0"/>
          </a:p>
        </p:txBody>
      </p:sp>
      <p:sp>
        <p:nvSpPr>
          <p:cNvPr id="3" name="Tijdelijke aanduiding voor dianummer 2">
            <a:extLst>
              <a:ext uri="{FF2B5EF4-FFF2-40B4-BE49-F238E27FC236}">
                <a16:creationId xmlns:a16="http://schemas.microsoft.com/office/drawing/2014/main" id="{044808A5-B704-3A74-264D-A415000247EF}"/>
              </a:ext>
            </a:extLst>
          </p:cNvPr>
          <p:cNvSpPr>
            <a:spLocks noGrp="1"/>
          </p:cNvSpPr>
          <p:nvPr>
            <p:ph type="sldNum" sz="quarter" idx="12"/>
          </p:nvPr>
        </p:nvSpPr>
        <p:spPr/>
        <p:txBody>
          <a:bodyPr/>
          <a:lstStyle/>
          <a:p>
            <a:pPr>
              <a:defRPr/>
            </a:pPr>
            <a:fld id="{58282971-9F67-4B8D-956D-CE27B12C28F5}" type="slidenum">
              <a:rPr lang="en-US" smtClean="0"/>
              <a:pPr>
                <a:defRPr/>
              </a:pPr>
              <a:t>68</a:t>
            </a:fld>
            <a:endParaRPr lang="en-US"/>
          </a:p>
        </p:txBody>
      </p:sp>
      <p:pic>
        <p:nvPicPr>
          <p:cNvPr id="4" name="Afbeelding 3">
            <a:extLst>
              <a:ext uri="{FF2B5EF4-FFF2-40B4-BE49-F238E27FC236}">
                <a16:creationId xmlns:a16="http://schemas.microsoft.com/office/drawing/2014/main" id="{6AF3DEFB-0EE2-2805-542C-B8ABC474664C}"/>
              </a:ext>
            </a:extLst>
          </p:cNvPr>
          <p:cNvPicPr>
            <a:picLocks noChangeAspect="1"/>
          </p:cNvPicPr>
          <p:nvPr/>
        </p:nvPicPr>
        <p:blipFill>
          <a:blip r:embed="rId6"/>
          <a:stretch>
            <a:fillRect/>
          </a:stretch>
        </p:blipFill>
        <p:spPr>
          <a:xfrm>
            <a:off x="643424" y="2441055"/>
            <a:ext cx="4539550" cy="1290656"/>
          </a:xfrm>
          <a:prstGeom prst="rect">
            <a:avLst/>
          </a:prstGeom>
        </p:spPr>
      </p:pic>
    </p:spTree>
    <p:extLst>
      <p:ext uri="{BB962C8B-B14F-4D97-AF65-F5344CB8AC3E}">
        <p14:creationId xmlns:p14="http://schemas.microsoft.com/office/powerpoint/2010/main" val="404752659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p:nvPr/>
        </p:nvSpPr>
        <p:spPr>
          <a:xfrm>
            <a:off x="8389975" y="6462395"/>
            <a:ext cx="223520" cy="224790"/>
          </a:xfrm>
          <a:prstGeom prst="rect">
            <a:avLst/>
          </a:prstGeom>
        </p:spPr>
        <p:txBody>
          <a:bodyPr vert="horz" wrap="square" lIns="0" tIns="0" rIns="0" bIns="0" rtlCol="0">
            <a:spAutoFit/>
          </a:bodyPr>
          <a:lstStyle/>
          <a:p>
            <a:pPr marL="12700">
              <a:lnSpc>
                <a:spcPct val="100000"/>
              </a:lnSpc>
            </a:pPr>
            <a:r>
              <a:rPr sz="1400" spc="-5" dirty="0">
                <a:solidFill>
                  <a:srgbClr val="3E3F2C"/>
                </a:solidFill>
                <a:latin typeface="Arial"/>
                <a:cs typeface="Arial"/>
              </a:rPr>
              <a:t>95</a:t>
            </a:r>
            <a:endParaRPr sz="1400">
              <a:latin typeface="Arial"/>
              <a:cs typeface="Arial"/>
            </a:endParaRPr>
          </a:p>
        </p:txBody>
      </p:sp>
      <p:sp>
        <p:nvSpPr>
          <p:cNvPr id="6" name="object 6"/>
          <p:cNvSpPr txBox="1"/>
          <p:nvPr/>
        </p:nvSpPr>
        <p:spPr>
          <a:xfrm>
            <a:off x="2123732" y="2415061"/>
            <a:ext cx="4806315" cy="4409440"/>
          </a:xfrm>
          <a:prstGeom prst="rect">
            <a:avLst/>
          </a:prstGeom>
        </p:spPr>
        <p:txBody>
          <a:bodyPr vert="horz" wrap="square" lIns="0" tIns="0" rIns="0" bIns="0" rtlCol="0">
            <a:spAutoFit/>
          </a:bodyPr>
          <a:lstStyle/>
          <a:p>
            <a:pPr>
              <a:lnSpc>
                <a:spcPct val="100000"/>
              </a:lnSpc>
            </a:pPr>
            <a:endParaRPr sz="1400" dirty="0">
              <a:latin typeface="Times New Roman"/>
              <a:cs typeface="Times New Roman"/>
            </a:endParaRPr>
          </a:p>
          <a:p>
            <a:pPr>
              <a:lnSpc>
                <a:spcPct val="100000"/>
              </a:lnSpc>
            </a:pPr>
            <a:endParaRPr sz="1400" dirty="0">
              <a:latin typeface="Times New Roman"/>
              <a:cs typeface="Times New Roman"/>
            </a:endParaRPr>
          </a:p>
          <a:p>
            <a:pPr>
              <a:lnSpc>
                <a:spcPct val="100000"/>
              </a:lnSpc>
            </a:pPr>
            <a:endParaRPr sz="1400" dirty="0">
              <a:latin typeface="Times New Roman"/>
              <a:cs typeface="Times New Roman"/>
            </a:endParaRPr>
          </a:p>
          <a:p>
            <a:pPr>
              <a:lnSpc>
                <a:spcPct val="100000"/>
              </a:lnSpc>
            </a:pPr>
            <a:endParaRPr sz="1400" dirty="0">
              <a:latin typeface="Times New Roman"/>
              <a:cs typeface="Times New Roman"/>
            </a:endParaRPr>
          </a:p>
          <a:p>
            <a:pPr>
              <a:lnSpc>
                <a:spcPct val="100000"/>
              </a:lnSpc>
            </a:pPr>
            <a:endParaRPr sz="1400" dirty="0">
              <a:latin typeface="Times New Roman"/>
              <a:cs typeface="Times New Roman"/>
            </a:endParaRPr>
          </a:p>
          <a:p>
            <a:pPr>
              <a:lnSpc>
                <a:spcPct val="100000"/>
              </a:lnSpc>
            </a:pPr>
            <a:endParaRPr sz="1400" dirty="0">
              <a:latin typeface="Times New Roman"/>
              <a:cs typeface="Times New Roman"/>
            </a:endParaRPr>
          </a:p>
          <a:p>
            <a:pPr>
              <a:lnSpc>
                <a:spcPct val="100000"/>
              </a:lnSpc>
            </a:pPr>
            <a:endParaRPr sz="1400" dirty="0">
              <a:latin typeface="Times New Roman"/>
              <a:cs typeface="Times New Roman"/>
            </a:endParaRPr>
          </a:p>
          <a:p>
            <a:pPr>
              <a:lnSpc>
                <a:spcPct val="100000"/>
              </a:lnSpc>
            </a:pPr>
            <a:endParaRPr sz="1400" dirty="0">
              <a:latin typeface="Times New Roman"/>
              <a:cs typeface="Times New Roman"/>
            </a:endParaRPr>
          </a:p>
          <a:p>
            <a:pPr>
              <a:lnSpc>
                <a:spcPct val="100000"/>
              </a:lnSpc>
            </a:pPr>
            <a:endParaRPr sz="1400" dirty="0">
              <a:latin typeface="Times New Roman"/>
              <a:cs typeface="Times New Roman"/>
            </a:endParaRPr>
          </a:p>
          <a:p>
            <a:pPr>
              <a:lnSpc>
                <a:spcPct val="100000"/>
              </a:lnSpc>
            </a:pPr>
            <a:endParaRPr sz="1400" dirty="0">
              <a:latin typeface="Times New Roman"/>
              <a:cs typeface="Times New Roman"/>
            </a:endParaRPr>
          </a:p>
          <a:p>
            <a:pPr>
              <a:lnSpc>
                <a:spcPct val="100000"/>
              </a:lnSpc>
            </a:pPr>
            <a:endParaRPr sz="1400" dirty="0">
              <a:latin typeface="Times New Roman"/>
              <a:cs typeface="Times New Roman"/>
            </a:endParaRPr>
          </a:p>
          <a:p>
            <a:pPr>
              <a:lnSpc>
                <a:spcPct val="100000"/>
              </a:lnSpc>
            </a:pPr>
            <a:endParaRPr sz="1400" dirty="0">
              <a:latin typeface="Times New Roman"/>
              <a:cs typeface="Times New Roman"/>
            </a:endParaRPr>
          </a:p>
          <a:p>
            <a:pPr>
              <a:lnSpc>
                <a:spcPct val="100000"/>
              </a:lnSpc>
            </a:pPr>
            <a:endParaRPr sz="1400" dirty="0">
              <a:latin typeface="Times New Roman"/>
              <a:cs typeface="Times New Roman"/>
            </a:endParaRPr>
          </a:p>
          <a:p>
            <a:pPr>
              <a:lnSpc>
                <a:spcPct val="100000"/>
              </a:lnSpc>
            </a:pPr>
            <a:endParaRPr sz="1400" dirty="0">
              <a:latin typeface="Times New Roman"/>
              <a:cs typeface="Times New Roman"/>
            </a:endParaRPr>
          </a:p>
          <a:p>
            <a:pPr>
              <a:lnSpc>
                <a:spcPct val="100000"/>
              </a:lnSpc>
            </a:pPr>
            <a:endParaRPr sz="1400" dirty="0">
              <a:latin typeface="Times New Roman"/>
              <a:cs typeface="Times New Roman"/>
            </a:endParaRPr>
          </a:p>
          <a:p>
            <a:pPr>
              <a:lnSpc>
                <a:spcPct val="100000"/>
              </a:lnSpc>
            </a:pPr>
            <a:endParaRPr sz="1400" dirty="0">
              <a:latin typeface="Times New Roman"/>
              <a:cs typeface="Times New Roman"/>
            </a:endParaRPr>
          </a:p>
          <a:p>
            <a:pPr>
              <a:lnSpc>
                <a:spcPct val="100000"/>
              </a:lnSpc>
            </a:pPr>
            <a:endParaRPr sz="1400" dirty="0">
              <a:latin typeface="Times New Roman"/>
              <a:cs typeface="Times New Roman"/>
            </a:endParaRPr>
          </a:p>
          <a:p>
            <a:pPr>
              <a:lnSpc>
                <a:spcPct val="100000"/>
              </a:lnSpc>
            </a:pPr>
            <a:endParaRPr sz="1400" dirty="0">
              <a:latin typeface="Times New Roman"/>
              <a:cs typeface="Times New Roman"/>
            </a:endParaRPr>
          </a:p>
          <a:p>
            <a:pPr>
              <a:lnSpc>
                <a:spcPct val="100000"/>
              </a:lnSpc>
            </a:pPr>
            <a:endParaRPr sz="1400" dirty="0">
              <a:latin typeface="Times New Roman"/>
              <a:cs typeface="Times New Roman"/>
            </a:endParaRPr>
          </a:p>
          <a:p>
            <a:pPr>
              <a:lnSpc>
                <a:spcPct val="100000"/>
              </a:lnSpc>
              <a:spcBef>
                <a:spcPts val="15"/>
              </a:spcBef>
            </a:pPr>
            <a:endParaRPr sz="1100" dirty="0">
              <a:latin typeface="Times New Roman"/>
              <a:cs typeface="Times New Roman"/>
            </a:endParaRPr>
          </a:p>
          <a:p>
            <a:pPr marL="1180465">
              <a:lnSpc>
                <a:spcPct val="100000"/>
              </a:lnSpc>
            </a:pPr>
            <a:r>
              <a:rPr sz="1400" dirty="0">
                <a:solidFill>
                  <a:srgbClr val="3E3F2C"/>
                </a:solidFill>
                <a:latin typeface="Arial"/>
                <a:cs typeface="Arial"/>
              </a:rPr>
              <a:t>© </a:t>
            </a:r>
            <a:r>
              <a:rPr sz="1400" spc="-10" dirty="0">
                <a:solidFill>
                  <a:srgbClr val="3E3F2C"/>
                </a:solidFill>
                <a:latin typeface="Arial"/>
                <a:cs typeface="Arial"/>
              </a:rPr>
              <a:t>V</a:t>
            </a:r>
            <a:r>
              <a:rPr sz="1400" spc="-10" dirty="0">
                <a:solidFill>
                  <a:srgbClr val="3E3F2C"/>
                </a:solidFill>
                <a:latin typeface="Arial"/>
                <a:cs typeface="Arial"/>
                <a:hlinkClick r:id="rId3"/>
              </a:rPr>
              <a:t>eltion, </a:t>
            </a:r>
            <a:r>
              <a:rPr sz="1400" dirty="0">
                <a:solidFill>
                  <a:srgbClr val="3E3F2C"/>
                </a:solidFill>
                <a:latin typeface="Arial"/>
                <a:cs typeface="Arial"/>
                <a:hlinkClick r:id="rId3"/>
              </a:rPr>
              <a:t>2013 |</a:t>
            </a:r>
            <a:r>
              <a:rPr sz="1400" spc="-30" dirty="0">
                <a:solidFill>
                  <a:srgbClr val="3E3F2C"/>
                </a:solidFill>
                <a:latin typeface="Arial"/>
                <a:cs typeface="Arial"/>
                <a:hlinkClick r:id="rId3"/>
              </a:rPr>
              <a:t> </a:t>
            </a:r>
            <a:r>
              <a:rPr sz="1400" spc="-10" dirty="0">
                <a:solidFill>
                  <a:srgbClr val="3E3F2C"/>
                </a:solidFill>
                <a:latin typeface="Arial"/>
                <a:cs typeface="Arial"/>
                <a:hlinkClick r:id="rId3"/>
              </a:rPr>
              <a:t>www.veltion.be</a:t>
            </a:r>
            <a:endParaRPr sz="1400" dirty="0">
              <a:latin typeface="Arial"/>
              <a:cs typeface="Arial"/>
            </a:endParaRPr>
          </a:p>
        </p:txBody>
      </p:sp>
      <p:sp>
        <p:nvSpPr>
          <p:cNvPr id="7" name="object 7"/>
          <p:cNvSpPr/>
          <p:nvPr/>
        </p:nvSpPr>
        <p:spPr>
          <a:xfrm>
            <a:off x="137160" y="1309258"/>
            <a:ext cx="8944495" cy="1109748"/>
          </a:xfrm>
          <a:prstGeom prst="rect">
            <a:avLst/>
          </a:prstGeom>
          <a:blipFill>
            <a:blip r:embed="rId4" cstate="email"/>
            <a:stretch>
              <a:fillRect/>
            </a:stretch>
          </a:blipFill>
        </p:spPr>
        <p:txBody>
          <a:bodyPr wrap="square" lIns="0" tIns="0" rIns="0" bIns="0" rtlCol="0"/>
          <a:lstStyle/>
          <a:p>
            <a:endParaRPr/>
          </a:p>
        </p:txBody>
      </p:sp>
      <p:sp>
        <p:nvSpPr>
          <p:cNvPr id="8" name="object 8"/>
          <p:cNvSpPr/>
          <p:nvPr/>
        </p:nvSpPr>
        <p:spPr>
          <a:xfrm>
            <a:off x="187036" y="1334195"/>
            <a:ext cx="8636927" cy="1084811"/>
          </a:xfrm>
          <a:prstGeom prst="rect">
            <a:avLst/>
          </a:prstGeom>
          <a:blipFill>
            <a:blip r:embed="rId5" cstate="email"/>
            <a:stretch>
              <a:fillRect/>
            </a:stretch>
          </a:blipFill>
        </p:spPr>
        <p:txBody>
          <a:bodyPr wrap="square" lIns="0" tIns="0" rIns="0" bIns="0" rtlCol="0"/>
          <a:lstStyle/>
          <a:p>
            <a:endParaRPr/>
          </a:p>
        </p:txBody>
      </p:sp>
      <p:sp>
        <p:nvSpPr>
          <p:cNvPr id="9" name="object 9"/>
          <p:cNvSpPr/>
          <p:nvPr/>
        </p:nvSpPr>
        <p:spPr>
          <a:xfrm>
            <a:off x="179511" y="1322768"/>
            <a:ext cx="8785225" cy="954405"/>
          </a:xfrm>
          <a:custGeom>
            <a:avLst/>
            <a:gdLst/>
            <a:ahLst/>
            <a:cxnLst/>
            <a:rect l="l" t="t" r="r" b="b"/>
            <a:pathLst>
              <a:path w="8785225" h="954405">
                <a:moveTo>
                  <a:pt x="0" y="0"/>
                </a:moveTo>
                <a:lnTo>
                  <a:pt x="8784973" y="0"/>
                </a:lnTo>
                <a:lnTo>
                  <a:pt x="8784973" y="954100"/>
                </a:lnTo>
                <a:lnTo>
                  <a:pt x="0" y="954100"/>
                </a:lnTo>
                <a:lnTo>
                  <a:pt x="0" y="0"/>
                </a:lnTo>
                <a:close/>
              </a:path>
            </a:pathLst>
          </a:custGeom>
          <a:solidFill>
            <a:srgbClr val="FFFFFF"/>
          </a:solidFill>
        </p:spPr>
        <p:txBody>
          <a:bodyPr wrap="square" lIns="0" tIns="0" rIns="0" bIns="0" rtlCol="0"/>
          <a:lstStyle/>
          <a:p>
            <a:endParaRPr/>
          </a:p>
        </p:txBody>
      </p:sp>
      <p:sp>
        <p:nvSpPr>
          <p:cNvPr id="10" name="object 10"/>
          <p:cNvSpPr/>
          <p:nvPr/>
        </p:nvSpPr>
        <p:spPr>
          <a:xfrm>
            <a:off x="179511" y="1322768"/>
            <a:ext cx="8785225" cy="954405"/>
          </a:xfrm>
          <a:custGeom>
            <a:avLst/>
            <a:gdLst/>
            <a:ahLst/>
            <a:cxnLst/>
            <a:rect l="l" t="t" r="r" b="b"/>
            <a:pathLst>
              <a:path w="8785225" h="954405">
                <a:moveTo>
                  <a:pt x="0" y="0"/>
                </a:moveTo>
                <a:lnTo>
                  <a:pt x="8784973" y="0"/>
                </a:lnTo>
                <a:lnTo>
                  <a:pt x="8784973" y="954106"/>
                </a:lnTo>
                <a:lnTo>
                  <a:pt x="0" y="954106"/>
                </a:lnTo>
                <a:lnTo>
                  <a:pt x="0" y="0"/>
                </a:lnTo>
                <a:close/>
              </a:path>
            </a:pathLst>
          </a:custGeom>
          <a:ln w="15874">
            <a:solidFill>
              <a:srgbClr val="4349AA"/>
            </a:solidFill>
          </a:ln>
        </p:spPr>
        <p:txBody>
          <a:bodyPr wrap="square" lIns="0" tIns="0" rIns="0" bIns="0" rtlCol="0"/>
          <a:lstStyle/>
          <a:p>
            <a:endParaRPr/>
          </a:p>
        </p:txBody>
      </p:sp>
      <p:sp>
        <p:nvSpPr>
          <p:cNvPr id="11" name="object 11"/>
          <p:cNvSpPr txBox="1">
            <a:spLocks noGrp="1"/>
          </p:cNvSpPr>
          <p:nvPr>
            <p:ph type="title"/>
          </p:nvPr>
        </p:nvSpPr>
        <p:spPr>
          <a:xfrm>
            <a:off x="258251" y="1368488"/>
            <a:ext cx="8394065" cy="900430"/>
          </a:xfrm>
          <a:prstGeom prst="rect">
            <a:avLst/>
          </a:prstGeom>
        </p:spPr>
        <p:txBody>
          <a:bodyPr vert="horz" wrap="square" lIns="0" tIns="0" rIns="0" bIns="0" rtlCol="0">
            <a:spAutoFit/>
          </a:bodyPr>
          <a:lstStyle/>
          <a:p>
            <a:pPr marL="12700">
              <a:lnSpc>
                <a:spcPts val="2790"/>
              </a:lnSpc>
            </a:pPr>
            <a:r>
              <a:rPr sz="2400" i="1" dirty="0">
                <a:solidFill>
                  <a:srgbClr val="000000"/>
                </a:solidFill>
                <a:latin typeface="Arial"/>
                <a:cs typeface="Arial"/>
              </a:rPr>
              <a:t>CAUTION:</a:t>
            </a:r>
            <a:endParaRPr sz="2400">
              <a:latin typeface="Arial"/>
              <a:cs typeface="Arial"/>
            </a:endParaRPr>
          </a:p>
          <a:p>
            <a:pPr marL="12700">
              <a:lnSpc>
                <a:spcPts val="3870"/>
              </a:lnSpc>
            </a:pPr>
            <a:r>
              <a:rPr sz="2000" i="1" dirty="0">
                <a:solidFill>
                  <a:srgbClr val="000000"/>
                </a:solidFill>
                <a:latin typeface="Arial"/>
                <a:cs typeface="Arial"/>
              </a:rPr>
              <a:t>Process in Statistical Control </a:t>
            </a:r>
            <a:r>
              <a:rPr sz="3300" i="1" spc="-55" dirty="0">
                <a:solidFill>
                  <a:srgbClr val="000000"/>
                </a:solidFill>
                <a:latin typeface="Symbol"/>
                <a:cs typeface="Symbol"/>
              </a:rPr>
              <a:t></a:t>
            </a:r>
            <a:r>
              <a:rPr sz="3300" i="1" spc="-580" dirty="0">
                <a:solidFill>
                  <a:srgbClr val="000000"/>
                </a:solidFill>
                <a:latin typeface="Times New Roman"/>
                <a:cs typeface="Times New Roman"/>
              </a:rPr>
              <a:t> </a:t>
            </a:r>
            <a:r>
              <a:rPr sz="2000" i="1" dirty="0">
                <a:solidFill>
                  <a:srgbClr val="000000"/>
                </a:solidFill>
                <a:latin typeface="Arial"/>
                <a:cs typeface="Arial"/>
              </a:rPr>
              <a:t>Process Satisfies Customer Requirements</a:t>
            </a:r>
            <a:endParaRPr sz="2000">
              <a:latin typeface="Arial"/>
              <a:cs typeface="Arial"/>
            </a:endParaRPr>
          </a:p>
        </p:txBody>
      </p:sp>
      <p:sp>
        <p:nvSpPr>
          <p:cNvPr id="12" name="object 12"/>
          <p:cNvSpPr/>
          <p:nvPr/>
        </p:nvSpPr>
        <p:spPr>
          <a:xfrm>
            <a:off x="2123732" y="2415061"/>
            <a:ext cx="4806200" cy="4409122"/>
          </a:xfrm>
          <a:prstGeom prst="rect">
            <a:avLst/>
          </a:prstGeom>
          <a:blipFill>
            <a:blip r:embed="rId6" cstate="email"/>
            <a:stretch>
              <a:fillRect/>
            </a:stretch>
          </a:blipFill>
        </p:spPr>
        <p:txBody>
          <a:bodyPr wrap="square" lIns="0" tIns="0" rIns="0" bIns="0" rtlCol="0"/>
          <a:lstStyle/>
          <a:p>
            <a:endParaRPr/>
          </a:p>
        </p:txBody>
      </p:sp>
      <p:sp>
        <p:nvSpPr>
          <p:cNvPr id="13" name="object 13"/>
          <p:cNvSpPr/>
          <p:nvPr/>
        </p:nvSpPr>
        <p:spPr>
          <a:xfrm>
            <a:off x="2118969" y="2410294"/>
            <a:ext cx="4815840" cy="4418965"/>
          </a:xfrm>
          <a:custGeom>
            <a:avLst/>
            <a:gdLst/>
            <a:ahLst/>
            <a:cxnLst/>
            <a:rect l="l" t="t" r="r" b="b"/>
            <a:pathLst>
              <a:path w="4815840" h="4418965">
                <a:moveTo>
                  <a:pt x="0" y="0"/>
                </a:moveTo>
                <a:lnTo>
                  <a:pt x="4815678" y="0"/>
                </a:lnTo>
                <a:lnTo>
                  <a:pt x="4815678" y="4418799"/>
                </a:lnTo>
                <a:lnTo>
                  <a:pt x="0" y="4418799"/>
                </a:lnTo>
                <a:lnTo>
                  <a:pt x="0" y="0"/>
                </a:lnTo>
                <a:close/>
              </a:path>
            </a:pathLst>
          </a:custGeom>
          <a:ln w="9524">
            <a:solidFill>
              <a:srgbClr val="000000"/>
            </a:solidFill>
          </a:ln>
        </p:spPr>
        <p:txBody>
          <a:bodyPr wrap="square" lIns="0" tIns="0" rIns="0" bIns="0" rtlCol="0"/>
          <a:lstStyle/>
          <a:p>
            <a:endParaRPr/>
          </a:p>
        </p:txBody>
      </p:sp>
      <p:sp>
        <p:nvSpPr>
          <p:cNvPr id="14" name="Tijdelijke aanduiding voor dianummer 13"/>
          <p:cNvSpPr>
            <a:spLocks noGrp="1"/>
          </p:cNvSpPr>
          <p:nvPr>
            <p:ph type="sldNum" sz="quarter" idx="12"/>
          </p:nvPr>
        </p:nvSpPr>
        <p:spPr/>
        <p:txBody>
          <a:bodyPr/>
          <a:lstStyle/>
          <a:p>
            <a:pPr>
              <a:defRPr/>
            </a:pPr>
            <a:fld id="{3BAE3F46-7F34-4D55-854B-55B1578BB741}" type="slidenum">
              <a:rPr lang="en-US" smtClean="0"/>
              <a:pPr>
                <a:defRPr/>
              </a:pPr>
              <a:t>69</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BE" dirty="0"/>
              <a:t>Agenda</a:t>
            </a:r>
          </a:p>
        </p:txBody>
      </p:sp>
      <p:sp>
        <p:nvSpPr>
          <p:cNvPr id="3" name="Tijdelijke aanduiding voor inhoud 2"/>
          <p:cNvSpPr>
            <a:spLocks noGrp="1"/>
          </p:cNvSpPr>
          <p:nvPr>
            <p:ph idx="1"/>
          </p:nvPr>
        </p:nvSpPr>
        <p:spPr/>
        <p:txBody>
          <a:bodyPr/>
          <a:lstStyle/>
          <a:p>
            <a:r>
              <a:rPr lang="nl-BE" dirty="0"/>
              <a:t>13u30-15u30: deel 1 	</a:t>
            </a:r>
            <a:r>
              <a:rPr lang="nl-BE" dirty="0">
                <a:solidFill>
                  <a:schemeClr val="tx2"/>
                </a:solidFill>
              </a:rPr>
              <a:t> </a:t>
            </a:r>
            <a:r>
              <a:rPr lang="nl-BE" dirty="0"/>
              <a:t>Intro &amp; </a:t>
            </a:r>
            <a:r>
              <a:rPr lang="nl-BE" dirty="0" err="1"/>
              <a:t>Process</a:t>
            </a:r>
            <a:r>
              <a:rPr lang="nl-BE" dirty="0"/>
              <a:t> </a:t>
            </a:r>
            <a:r>
              <a:rPr lang="nl-BE" dirty="0" err="1"/>
              <a:t>Capability</a:t>
            </a:r>
            <a:br>
              <a:rPr lang="nl-BE" dirty="0"/>
            </a:br>
            <a:r>
              <a:rPr lang="nl-BE" dirty="0"/>
              <a:t>				</a:t>
            </a:r>
          </a:p>
          <a:p>
            <a:r>
              <a:rPr lang="nl-BE" dirty="0"/>
              <a:t>15u30-15u45: pauze</a:t>
            </a:r>
          </a:p>
          <a:p>
            <a:endParaRPr lang="nl-BE" dirty="0"/>
          </a:p>
          <a:p>
            <a:r>
              <a:rPr lang="nl-BE" dirty="0"/>
              <a:t>15u45-17u45: deel 2	Statistical </a:t>
            </a:r>
            <a:r>
              <a:rPr lang="nl-BE" dirty="0" err="1"/>
              <a:t>Process</a:t>
            </a:r>
            <a:r>
              <a:rPr lang="nl-BE" dirty="0"/>
              <a:t> Control (</a:t>
            </a:r>
            <a:r>
              <a:rPr lang="nl-BE" dirty="0" err="1"/>
              <a:t>charts</a:t>
            </a:r>
            <a:r>
              <a:rPr lang="nl-BE" dirty="0"/>
              <a:t>)</a:t>
            </a:r>
            <a:br>
              <a:rPr lang="nl-BE" dirty="0"/>
            </a:br>
            <a:endParaRPr lang="nl-BE" dirty="0"/>
          </a:p>
          <a:p>
            <a:r>
              <a:rPr lang="nl-BE" dirty="0"/>
              <a:t>17u45-18u15: pauze (broodjes)</a:t>
            </a:r>
          </a:p>
          <a:p>
            <a:endParaRPr lang="nl-BE" dirty="0"/>
          </a:p>
          <a:p>
            <a:r>
              <a:rPr lang="nl-BE" dirty="0"/>
              <a:t>18u15-20u15: deel 3	</a:t>
            </a:r>
            <a:r>
              <a:rPr lang="nl-BE" dirty="0" err="1">
                <a:solidFill>
                  <a:schemeClr val="tx2"/>
                </a:solidFill>
              </a:rPr>
              <a:t>Exercises</a:t>
            </a:r>
            <a:endParaRPr lang="nl-BE" dirty="0">
              <a:solidFill>
                <a:schemeClr val="tx2"/>
              </a:solidFill>
            </a:endParaRPr>
          </a:p>
        </p:txBody>
      </p:sp>
      <p:sp>
        <p:nvSpPr>
          <p:cNvPr id="4" name="Tijdelijke aanduiding voor dianummer 3"/>
          <p:cNvSpPr>
            <a:spLocks noGrp="1"/>
          </p:cNvSpPr>
          <p:nvPr>
            <p:ph type="sldNum" sz="quarter" idx="12"/>
          </p:nvPr>
        </p:nvSpPr>
        <p:spPr/>
        <p:txBody>
          <a:bodyPr/>
          <a:lstStyle/>
          <a:p>
            <a:pPr>
              <a:defRPr/>
            </a:pPr>
            <a:fld id="{3BAE3F46-7F34-4D55-854B-55B1578BB741}" type="slidenum">
              <a:rPr lang="en-US" smtClean="0"/>
              <a:pPr>
                <a:defRPr/>
              </a:pPr>
              <a:t>70</a:t>
            </a:fld>
            <a:endParaRPr lang="en-US"/>
          </a:p>
        </p:txBody>
      </p:sp>
    </p:spTree>
    <p:extLst>
      <p:ext uri="{BB962C8B-B14F-4D97-AF65-F5344CB8AC3E}">
        <p14:creationId xmlns:p14="http://schemas.microsoft.com/office/powerpoint/2010/main" val="204452731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normAutofit/>
          </a:bodyPr>
          <a:lstStyle/>
          <a:p>
            <a:r>
              <a:rPr lang="en-GB" altLang="nl-BE" dirty="0"/>
              <a:t>SPC: </a:t>
            </a:r>
            <a:r>
              <a:rPr lang="en-GB" altLang="nl-BE" dirty="0" err="1"/>
              <a:t>oefening</a:t>
            </a:r>
            <a:r>
              <a:rPr lang="en-GB" altLang="nl-BE" dirty="0"/>
              <a:t> 1</a:t>
            </a:r>
          </a:p>
        </p:txBody>
      </p:sp>
      <p:sp>
        <p:nvSpPr>
          <p:cNvPr id="31747" name="Rectangle 3"/>
          <p:cNvSpPr>
            <a:spLocks noGrp="1" noChangeArrowheads="1"/>
          </p:cNvSpPr>
          <p:nvPr>
            <p:ph idx="1"/>
          </p:nvPr>
        </p:nvSpPr>
        <p:spPr/>
        <p:txBody>
          <a:bodyPr/>
          <a:lstStyle/>
          <a:p>
            <a:r>
              <a:rPr lang="en-GB" altLang="nl-BE" dirty="0" err="1"/>
              <a:t>Wanneer</a:t>
            </a:r>
            <a:r>
              <a:rPr lang="en-GB" altLang="nl-BE" dirty="0"/>
              <a:t> </a:t>
            </a:r>
            <a:r>
              <a:rPr lang="en-GB" altLang="nl-BE" dirty="0" err="1"/>
              <a:t>een</a:t>
            </a:r>
            <a:r>
              <a:rPr lang="en-GB" altLang="nl-BE" dirty="0"/>
              <a:t> </a:t>
            </a:r>
            <a:r>
              <a:rPr lang="en-GB" altLang="nl-BE" dirty="0" err="1"/>
              <a:t>proces</a:t>
            </a:r>
            <a:r>
              <a:rPr lang="en-GB" altLang="nl-BE" dirty="0"/>
              <a:t> </a:t>
            </a:r>
            <a:r>
              <a:rPr lang="en-GB" altLang="nl-BE" dirty="0" err="1"/>
              <a:t>statistisch</a:t>
            </a:r>
            <a:r>
              <a:rPr lang="en-GB" altLang="nl-BE" dirty="0"/>
              <a:t> </a:t>
            </a:r>
            <a:r>
              <a:rPr lang="en-GB" altLang="nl-BE" dirty="0" err="1"/>
              <a:t>onder</a:t>
            </a:r>
            <a:r>
              <a:rPr lang="en-GB" altLang="nl-BE" dirty="0"/>
              <a:t> </a:t>
            </a:r>
            <a:r>
              <a:rPr lang="en-GB" altLang="nl-BE" dirty="0" err="1"/>
              <a:t>controle</a:t>
            </a:r>
            <a:r>
              <a:rPr lang="en-GB" altLang="nl-BE" dirty="0"/>
              <a:t> is, </a:t>
            </a:r>
            <a:r>
              <a:rPr lang="en-GB" altLang="nl-BE" dirty="0" err="1"/>
              <a:t>betekent</a:t>
            </a:r>
            <a:r>
              <a:rPr lang="en-GB" altLang="nl-BE" dirty="0"/>
              <a:t> </a:t>
            </a:r>
            <a:r>
              <a:rPr lang="en-GB" altLang="nl-BE" dirty="0" err="1"/>
              <a:t>dit</a:t>
            </a:r>
            <a:r>
              <a:rPr lang="en-GB" altLang="nl-BE" dirty="0"/>
              <a:t> </a:t>
            </a:r>
            <a:r>
              <a:rPr lang="en-GB" altLang="nl-BE" dirty="0" err="1"/>
              <a:t>dan</a:t>
            </a:r>
            <a:r>
              <a:rPr lang="en-GB" altLang="nl-BE" dirty="0"/>
              <a:t> </a:t>
            </a:r>
            <a:r>
              <a:rPr lang="en-GB" altLang="nl-BE" dirty="0" err="1"/>
              <a:t>noodzakelijk</a:t>
            </a:r>
            <a:r>
              <a:rPr lang="en-GB" altLang="nl-BE" dirty="0"/>
              <a:t> </a:t>
            </a:r>
            <a:r>
              <a:rPr lang="en-GB" altLang="nl-BE" dirty="0" err="1"/>
              <a:t>dat</a:t>
            </a:r>
            <a:r>
              <a:rPr lang="en-GB" altLang="nl-BE" dirty="0"/>
              <a:t> </a:t>
            </a:r>
            <a:r>
              <a:rPr lang="en-GB" altLang="nl-BE" dirty="0" err="1"/>
              <a:t>alle</a:t>
            </a:r>
            <a:r>
              <a:rPr lang="en-GB" altLang="nl-BE" dirty="0"/>
              <a:t> of </a:t>
            </a:r>
            <a:r>
              <a:rPr lang="en-GB" altLang="nl-BE" dirty="0" err="1"/>
              <a:t>bijna</a:t>
            </a:r>
            <a:r>
              <a:rPr lang="en-GB" altLang="nl-BE" dirty="0"/>
              <a:t> </a:t>
            </a:r>
            <a:r>
              <a:rPr lang="en-GB" altLang="nl-BE" dirty="0" err="1"/>
              <a:t>alle</a:t>
            </a:r>
            <a:r>
              <a:rPr lang="en-GB" altLang="nl-BE" dirty="0"/>
              <a:t> units van het </a:t>
            </a:r>
            <a:r>
              <a:rPr lang="en-GB" altLang="nl-BE" dirty="0" err="1"/>
              <a:t>geproduceerde</a:t>
            </a:r>
            <a:r>
              <a:rPr lang="en-GB" altLang="nl-BE" dirty="0"/>
              <a:t> </a:t>
            </a:r>
            <a:r>
              <a:rPr lang="en-GB" altLang="nl-BE" dirty="0" err="1"/>
              <a:t>eindproduct</a:t>
            </a:r>
            <a:r>
              <a:rPr lang="en-GB" altLang="nl-BE" dirty="0"/>
              <a:t> </a:t>
            </a:r>
            <a:r>
              <a:rPr lang="en-GB" altLang="nl-BE" dirty="0" err="1"/>
              <a:t>binnen</a:t>
            </a:r>
            <a:r>
              <a:rPr lang="en-GB" altLang="nl-BE" dirty="0"/>
              <a:t> de </a:t>
            </a:r>
            <a:r>
              <a:rPr lang="en-GB" altLang="nl-BE" dirty="0" err="1"/>
              <a:t>specificatielimieten</a:t>
            </a:r>
            <a:r>
              <a:rPr lang="en-GB" altLang="nl-BE" dirty="0"/>
              <a:t> </a:t>
            </a:r>
            <a:r>
              <a:rPr lang="en-GB" altLang="nl-BE" dirty="0" err="1"/>
              <a:t>zullen</a:t>
            </a:r>
            <a:r>
              <a:rPr lang="en-GB" altLang="nl-BE" dirty="0"/>
              <a:t> </a:t>
            </a:r>
            <a:r>
              <a:rPr lang="en-GB" altLang="nl-BE" dirty="0" err="1"/>
              <a:t>liggen</a:t>
            </a:r>
            <a:r>
              <a:rPr lang="en-GB" altLang="nl-BE" dirty="0"/>
              <a:t>?</a:t>
            </a:r>
          </a:p>
          <a:p>
            <a:r>
              <a:rPr lang="en-GB" altLang="nl-BE" dirty="0"/>
              <a:t>Pas de Western Electric-regels toe op </a:t>
            </a:r>
            <a:r>
              <a:rPr lang="en-GB" altLang="nl-BE" dirty="0" err="1"/>
              <a:t>deze</a:t>
            </a:r>
            <a:r>
              <a:rPr lang="en-GB" altLang="nl-BE" dirty="0"/>
              <a:t> </a:t>
            </a:r>
            <a:r>
              <a:rPr lang="en-GB" altLang="nl-BE" dirty="0" err="1"/>
              <a:t>controlekaart</a:t>
            </a:r>
            <a:r>
              <a:rPr lang="en-GB" altLang="nl-BE" dirty="0"/>
              <a:t>: </a:t>
            </a:r>
          </a:p>
        </p:txBody>
      </p:sp>
      <p:pic>
        <p:nvPicPr>
          <p:cNvPr id="9" name="Picture 2" descr="fg0512"/>
          <p:cNvPicPr preferRelativeResize="0">
            <a:picLocks noChangeAspect="1" noChangeArrowheads="1"/>
          </p:cNvPicPr>
          <p:nvPr>
            <p:custDataLst>
              <p:tags r:id="rId1"/>
            </p:custDataLst>
          </p:nvPr>
        </p:nvPicPr>
        <p:blipFill>
          <a:blip r:embed="rId4" cstate="email">
            <a:extLst>
              <a:ext uri="{28A0092B-C50C-407E-A947-70E740481C1C}">
                <a14:useLocalDpi xmlns:a14="http://schemas.microsoft.com/office/drawing/2010/main" val="0"/>
              </a:ext>
            </a:extLst>
          </a:blip>
          <a:srcRect/>
          <a:stretch>
            <a:fillRect/>
          </a:stretch>
        </p:blipFill>
        <p:spPr bwMode="auto">
          <a:xfrm>
            <a:off x="3024463" y="3763906"/>
            <a:ext cx="4752528" cy="3094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jdelijke aanduiding voor dianummer 4"/>
          <p:cNvSpPr>
            <a:spLocks noGrp="1"/>
          </p:cNvSpPr>
          <p:nvPr>
            <p:ph type="sldNum" sz="quarter" idx="12"/>
          </p:nvPr>
        </p:nvSpPr>
        <p:spPr/>
        <p:txBody>
          <a:bodyPr/>
          <a:lstStyle/>
          <a:p>
            <a:pPr>
              <a:defRPr/>
            </a:pPr>
            <a:fld id="{3BAE3F46-7F34-4D55-854B-55B1578BB741}" type="slidenum">
              <a:rPr lang="en-US" smtClean="0"/>
              <a:pPr>
                <a:defRPr/>
              </a:pPr>
              <a:t>71</a:t>
            </a:fld>
            <a:endParaRPr lang="en-US"/>
          </a:p>
        </p:txBody>
      </p:sp>
    </p:spTree>
    <p:extLst>
      <p:ext uri="{BB962C8B-B14F-4D97-AF65-F5344CB8AC3E}">
        <p14:creationId xmlns:p14="http://schemas.microsoft.com/office/powerpoint/2010/main" val="111423622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title"/>
          </p:nvPr>
        </p:nvSpPr>
        <p:spPr>
          <a:xfrm>
            <a:off x="438150" y="43647"/>
            <a:ext cx="8234363" cy="1297791"/>
          </a:xfrm>
          <a:prstGeom prst="rect">
            <a:avLst/>
          </a:prstGeom>
        </p:spPr>
        <p:txBody>
          <a:bodyPr vert="horz" wrap="square" lIns="0" tIns="193040" rIns="0" bIns="0" rtlCol="0">
            <a:spAutoFit/>
          </a:bodyPr>
          <a:lstStyle/>
          <a:p>
            <a:pPr marL="12700">
              <a:lnSpc>
                <a:spcPts val="4315"/>
              </a:lnSpc>
            </a:pPr>
            <a:r>
              <a:rPr dirty="0">
                <a:latin typeface="Tahoma"/>
                <a:cs typeface="Tahoma"/>
              </a:rPr>
              <a:t>X </a:t>
            </a:r>
            <a:r>
              <a:rPr spc="-5" dirty="0">
                <a:latin typeface="Tahoma"/>
                <a:cs typeface="Tahoma"/>
              </a:rPr>
              <a:t>bar </a:t>
            </a:r>
            <a:r>
              <a:rPr dirty="0">
                <a:latin typeface="Tahoma"/>
                <a:cs typeface="Tahoma"/>
              </a:rPr>
              <a:t>R</a:t>
            </a:r>
            <a:r>
              <a:rPr spc="-70" dirty="0">
                <a:latin typeface="Tahoma"/>
                <a:cs typeface="Tahoma"/>
              </a:rPr>
              <a:t> </a:t>
            </a:r>
            <a:r>
              <a:rPr spc="-5" dirty="0">
                <a:latin typeface="Tahoma"/>
                <a:cs typeface="Tahoma"/>
              </a:rPr>
              <a:t>Chart</a:t>
            </a:r>
            <a:r>
              <a:rPr lang="nl-BE" spc="-5" dirty="0">
                <a:latin typeface="Tahoma"/>
                <a:cs typeface="Tahoma"/>
              </a:rPr>
              <a:t>: 2 </a:t>
            </a:r>
            <a:r>
              <a:rPr lang="nl-BE" spc="-5" dirty="0" err="1">
                <a:latin typeface="Tahoma"/>
                <a:cs typeface="Tahoma"/>
              </a:rPr>
              <a:t>charts</a:t>
            </a:r>
            <a:r>
              <a:rPr lang="nl-BE" spc="-5" dirty="0">
                <a:latin typeface="Tahoma"/>
                <a:cs typeface="Tahoma"/>
              </a:rPr>
              <a:t>, </a:t>
            </a:r>
            <a:br>
              <a:rPr lang="nl-BE" spc="-5" dirty="0">
                <a:latin typeface="Tahoma"/>
                <a:cs typeface="Tahoma"/>
              </a:rPr>
            </a:br>
            <a:r>
              <a:rPr lang="nl-BE" sz="2400" spc="-5" dirty="0">
                <a:latin typeface="Tahoma"/>
                <a:cs typeface="Tahoma"/>
              </a:rPr>
              <a:t>1 of sample </a:t>
            </a:r>
            <a:r>
              <a:rPr lang="nl-BE" sz="2400" spc="-5" dirty="0" err="1">
                <a:latin typeface="Tahoma"/>
                <a:cs typeface="Tahoma"/>
              </a:rPr>
              <a:t>main</a:t>
            </a:r>
            <a:r>
              <a:rPr lang="nl-BE" sz="2400" spc="-5" dirty="0">
                <a:latin typeface="Tahoma"/>
                <a:cs typeface="Tahoma"/>
              </a:rPr>
              <a:t> </a:t>
            </a:r>
            <a:r>
              <a:rPr lang="nl-BE" sz="2400" spc="-5" dirty="0" err="1">
                <a:latin typeface="Tahoma"/>
                <a:cs typeface="Tahoma"/>
              </a:rPr>
              <a:t>and</a:t>
            </a:r>
            <a:r>
              <a:rPr lang="nl-BE" sz="2400" spc="-5" dirty="0">
                <a:latin typeface="Tahoma"/>
                <a:cs typeface="Tahoma"/>
              </a:rPr>
              <a:t> </a:t>
            </a:r>
            <a:r>
              <a:rPr lang="nl-BE" sz="2400" spc="-5" dirty="0" err="1">
                <a:latin typeface="Tahoma"/>
                <a:cs typeface="Tahoma"/>
              </a:rPr>
              <a:t>one</a:t>
            </a:r>
            <a:r>
              <a:rPr lang="nl-BE" sz="2400" spc="-5" dirty="0">
                <a:latin typeface="Tahoma"/>
                <a:cs typeface="Tahoma"/>
              </a:rPr>
              <a:t> of sample ranges (or spread)</a:t>
            </a:r>
            <a:endParaRPr spc="-5" dirty="0">
              <a:latin typeface="Tahoma"/>
              <a:cs typeface="Tahoma"/>
            </a:endParaRPr>
          </a:p>
        </p:txBody>
      </p:sp>
      <p:sp>
        <p:nvSpPr>
          <p:cNvPr id="7" name="object 7"/>
          <p:cNvSpPr/>
          <p:nvPr/>
        </p:nvSpPr>
        <p:spPr>
          <a:xfrm>
            <a:off x="683567" y="1743914"/>
            <a:ext cx="7494905" cy="4996180"/>
          </a:xfrm>
          <a:custGeom>
            <a:avLst/>
            <a:gdLst/>
            <a:ahLst/>
            <a:cxnLst/>
            <a:rect l="l" t="t" r="r" b="b"/>
            <a:pathLst>
              <a:path w="7494905" h="4996180">
                <a:moveTo>
                  <a:pt x="7494452" y="0"/>
                </a:moveTo>
                <a:lnTo>
                  <a:pt x="0" y="0"/>
                </a:lnTo>
                <a:lnTo>
                  <a:pt x="0" y="4996160"/>
                </a:lnTo>
                <a:lnTo>
                  <a:pt x="7494452" y="0"/>
                </a:lnTo>
                <a:close/>
              </a:path>
            </a:pathLst>
          </a:custGeom>
          <a:solidFill>
            <a:srgbClr val="F1ECE2"/>
          </a:solidFill>
        </p:spPr>
        <p:txBody>
          <a:bodyPr wrap="square" lIns="0" tIns="0" rIns="0" bIns="0" rtlCol="0"/>
          <a:lstStyle/>
          <a:p>
            <a:endParaRPr/>
          </a:p>
        </p:txBody>
      </p:sp>
      <p:sp>
        <p:nvSpPr>
          <p:cNvPr id="8" name="object 8"/>
          <p:cNvSpPr/>
          <p:nvPr/>
        </p:nvSpPr>
        <p:spPr>
          <a:xfrm>
            <a:off x="683567" y="1743914"/>
            <a:ext cx="7494905" cy="4996180"/>
          </a:xfrm>
          <a:custGeom>
            <a:avLst/>
            <a:gdLst/>
            <a:ahLst/>
            <a:cxnLst/>
            <a:rect l="l" t="t" r="r" b="b"/>
            <a:pathLst>
              <a:path w="7494905" h="4996180">
                <a:moveTo>
                  <a:pt x="0" y="0"/>
                </a:moveTo>
                <a:lnTo>
                  <a:pt x="7494452" y="0"/>
                </a:lnTo>
                <a:lnTo>
                  <a:pt x="0" y="4996160"/>
                </a:lnTo>
                <a:lnTo>
                  <a:pt x="0" y="0"/>
                </a:lnTo>
                <a:close/>
              </a:path>
            </a:pathLst>
          </a:custGeom>
          <a:ln w="12924">
            <a:solidFill>
              <a:srgbClr val="F1ECE2"/>
            </a:solidFill>
          </a:ln>
        </p:spPr>
        <p:txBody>
          <a:bodyPr wrap="square" lIns="0" tIns="0" rIns="0" bIns="0" rtlCol="0"/>
          <a:lstStyle/>
          <a:p>
            <a:endParaRPr/>
          </a:p>
        </p:txBody>
      </p:sp>
      <p:sp>
        <p:nvSpPr>
          <p:cNvPr id="9" name="object 9"/>
          <p:cNvSpPr/>
          <p:nvPr/>
        </p:nvSpPr>
        <p:spPr>
          <a:xfrm>
            <a:off x="683567" y="1743914"/>
            <a:ext cx="7494905" cy="4996180"/>
          </a:xfrm>
          <a:custGeom>
            <a:avLst/>
            <a:gdLst/>
            <a:ahLst/>
            <a:cxnLst/>
            <a:rect l="l" t="t" r="r" b="b"/>
            <a:pathLst>
              <a:path w="7494905" h="4996180">
                <a:moveTo>
                  <a:pt x="7494452" y="0"/>
                </a:moveTo>
                <a:lnTo>
                  <a:pt x="0" y="4996160"/>
                </a:lnTo>
                <a:lnTo>
                  <a:pt x="7494452" y="4996160"/>
                </a:lnTo>
                <a:lnTo>
                  <a:pt x="7494452" y="0"/>
                </a:lnTo>
                <a:close/>
              </a:path>
            </a:pathLst>
          </a:custGeom>
          <a:solidFill>
            <a:srgbClr val="F1ECE2"/>
          </a:solidFill>
        </p:spPr>
        <p:txBody>
          <a:bodyPr wrap="square" lIns="0" tIns="0" rIns="0" bIns="0" rtlCol="0"/>
          <a:lstStyle/>
          <a:p>
            <a:endParaRPr/>
          </a:p>
        </p:txBody>
      </p:sp>
      <p:sp>
        <p:nvSpPr>
          <p:cNvPr id="10" name="object 10"/>
          <p:cNvSpPr/>
          <p:nvPr/>
        </p:nvSpPr>
        <p:spPr>
          <a:xfrm>
            <a:off x="683567" y="1743914"/>
            <a:ext cx="7494905" cy="4996180"/>
          </a:xfrm>
          <a:custGeom>
            <a:avLst/>
            <a:gdLst/>
            <a:ahLst/>
            <a:cxnLst/>
            <a:rect l="l" t="t" r="r" b="b"/>
            <a:pathLst>
              <a:path w="7494905" h="4996180">
                <a:moveTo>
                  <a:pt x="0" y="4996160"/>
                </a:moveTo>
                <a:lnTo>
                  <a:pt x="7494452" y="4996160"/>
                </a:lnTo>
                <a:lnTo>
                  <a:pt x="7494452" y="0"/>
                </a:lnTo>
                <a:lnTo>
                  <a:pt x="0" y="4996160"/>
                </a:lnTo>
                <a:close/>
              </a:path>
            </a:pathLst>
          </a:custGeom>
          <a:ln w="12924">
            <a:solidFill>
              <a:srgbClr val="F1ECE2"/>
            </a:solidFill>
          </a:ln>
        </p:spPr>
        <p:txBody>
          <a:bodyPr wrap="square" lIns="0" tIns="0" rIns="0" bIns="0" rtlCol="0"/>
          <a:lstStyle/>
          <a:p>
            <a:endParaRPr/>
          </a:p>
        </p:txBody>
      </p:sp>
      <p:sp>
        <p:nvSpPr>
          <p:cNvPr id="11" name="object 11"/>
          <p:cNvSpPr/>
          <p:nvPr/>
        </p:nvSpPr>
        <p:spPr>
          <a:xfrm>
            <a:off x="683567" y="1743914"/>
            <a:ext cx="7494905" cy="4996180"/>
          </a:xfrm>
          <a:custGeom>
            <a:avLst/>
            <a:gdLst/>
            <a:ahLst/>
            <a:cxnLst/>
            <a:rect l="l" t="t" r="r" b="b"/>
            <a:pathLst>
              <a:path w="7494905" h="4996180">
                <a:moveTo>
                  <a:pt x="0" y="0"/>
                </a:moveTo>
                <a:lnTo>
                  <a:pt x="7494452" y="0"/>
                </a:lnTo>
                <a:lnTo>
                  <a:pt x="7494452" y="4996160"/>
                </a:lnTo>
                <a:lnTo>
                  <a:pt x="0" y="4996160"/>
                </a:lnTo>
                <a:lnTo>
                  <a:pt x="0" y="0"/>
                </a:lnTo>
              </a:path>
            </a:pathLst>
          </a:custGeom>
          <a:ln w="12924">
            <a:solidFill>
              <a:srgbClr val="000000"/>
            </a:solidFill>
          </a:ln>
        </p:spPr>
        <p:txBody>
          <a:bodyPr wrap="square" lIns="0" tIns="0" rIns="0" bIns="0" rtlCol="0"/>
          <a:lstStyle/>
          <a:p>
            <a:endParaRPr/>
          </a:p>
        </p:txBody>
      </p:sp>
      <p:sp>
        <p:nvSpPr>
          <p:cNvPr id="12" name="object 12"/>
          <p:cNvSpPr/>
          <p:nvPr/>
        </p:nvSpPr>
        <p:spPr>
          <a:xfrm>
            <a:off x="1439641" y="2252580"/>
            <a:ext cx="5969635" cy="1722120"/>
          </a:xfrm>
          <a:custGeom>
            <a:avLst/>
            <a:gdLst/>
            <a:ahLst/>
            <a:cxnLst/>
            <a:rect l="l" t="t" r="r" b="b"/>
            <a:pathLst>
              <a:path w="5969634" h="1722120">
                <a:moveTo>
                  <a:pt x="5969409" y="0"/>
                </a:moveTo>
                <a:lnTo>
                  <a:pt x="0" y="0"/>
                </a:lnTo>
                <a:lnTo>
                  <a:pt x="0" y="1722104"/>
                </a:lnTo>
                <a:lnTo>
                  <a:pt x="5969409" y="0"/>
                </a:lnTo>
                <a:close/>
              </a:path>
            </a:pathLst>
          </a:custGeom>
          <a:solidFill>
            <a:srgbClr val="FFFFFF"/>
          </a:solidFill>
        </p:spPr>
        <p:txBody>
          <a:bodyPr wrap="square" lIns="0" tIns="0" rIns="0" bIns="0" rtlCol="0"/>
          <a:lstStyle/>
          <a:p>
            <a:endParaRPr/>
          </a:p>
        </p:txBody>
      </p:sp>
      <p:sp>
        <p:nvSpPr>
          <p:cNvPr id="13" name="object 13"/>
          <p:cNvSpPr/>
          <p:nvPr/>
        </p:nvSpPr>
        <p:spPr>
          <a:xfrm>
            <a:off x="1439641" y="2252580"/>
            <a:ext cx="5969635" cy="1722120"/>
          </a:xfrm>
          <a:custGeom>
            <a:avLst/>
            <a:gdLst/>
            <a:ahLst/>
            <a:cxnLst/>
            <a:rect l="l" t="t" r="r" b="b"/>
            <a:pathLst>
              <a:path w="5969634" h="1722120">
                <a:moveTo>
                  <a:pt x="0" y="1722104"/>
                </a:moveTo>
                <a:lnTo>
                  <a:pt x="5969409" y="0"/>
                </a:lnTo>
                <a:lnTo>
                  <a:pt x="0" y="0"/>
                </a:lnTo>
                <a:lnTo>
                  <a:pt x="0" y="1722104"/>
                </a:lnTo>
                <a:close/>
              </a:path>
            </a:pathLst>
          </a:custGeom>
          <a:ln w="12924">
            <a:solidFill>
              <a:srgbClr val="FFFFFF"/>
            </a:solidFill>
          </a:ln>
        </p:spPr>
        <p:txBody>
          <a:bodyPr wrap="square" lIns="0" tIns="0" rIns="0" bIns="0" rtlCol="0"/>
          <a:lstStyle/>
          <a:p>
            <a:endParaRPr/>
          </a:p>
        </p:txBody>
      </p:sp>
      <p:sp>
        <p:nvSpPr>
          <p:cNvPr id="14" name="object 14"/>
          <p:cNvSpPr/>
          <p:nvPr/>
        </p:nvSpPr>
        <p:spPr>
          <a:xfrm>
            <a:off x="1439641" y="2252580"/>
            <a:ext cx="5969635" cy="1722120"/>
          </a:xfrm>
          <a:custGeom>
            <a:avLst/>
            <a:gdLst/>
            <a:ahLst/>
            <a:cxnLst/>
            <a:rect l="l" t="t" r="r" b="b"/>
            <a:pathLst>
              <a:path w="5969634" h="1722120">
                <a:moveTo>
                  <a:pt x="5969409" y="0"/>
                </a:moveTo>
                <a:lnTo>
                  <a:pt x="0" y="1722104"/>
                </a:lnTo>
                <a:lnTo>
                  <a:pt x="5969409" y="1722104"/>
                </a:lnTo>
                <a:lnTo>
                  <a:pt x="5969409" y="0"/>
                </a:lnTo>
                <a:close/>
              </a:path>
            </a:pathLst>
          </a:custGeom>
          <a:solidFill>
            <a:srgbClr val="FFFFFF"/>
          </a:solidFill>
        </p:spPr>
        <p:txBody>
          <a:bodyPr wrap="square" lIns="0" tIns="0" rIns="0" bIns="0" rtlCol="0"/>
          <a:lstStyle/>
          <a:p>
            <a:endParaRPr/>
          </a:p>
        </p:txBody>
      </p:sp>
      <p:sp>
        <p:nvSpPr>
          <p:cNvPr id="15" name="object 15"/>
          <p:cNvSpPr/>
          <p:nvPr/>
        </p:nvSpPr>
        <p:spPr>
          <a:xfrm>
            <a:off x="1439641" y="2252580"/>
            <a:ext cx="5969635" cy="1722120"/>
          </a:xfrm>
          <a:custGeom>
            <a:avLst/>
            <a:gdLst/>
            <a:ahLst/>
            <a:cxnLst/>
            <a:rect l="l" t="t" r="r" b="b"/>
            <a:pathLst>
              <a:path w="5969634" h="1722120">
                <a:moveTo>
                  <a:pt x="0" y="1722104"/>
                </a:moveTo>
                <a:lnTo>
                  <a:pt x="5969409" y="1722104"/>
                </a:lnTo>
                <a:lnTo>
                  <a:pt x="5969409" y="0"/>
                </a:lnTo>
                <a:lnTo>
                  <a:pt x="0" y="1722104"/>
                </a:lnTo>
                <a:close/>
              </a:path>
            </a:pathLst>
          </a:custGeom>
          <a:ln w="12924">
            <a:solidFill>
              <a:srgbClr val="FFFFFF"/>
            </a:solidFill>
          </a:ln>
        </p:spPr>
        <p:txBody>
          <a:bodyPr wrap="square" lIns="0" tIns="0" rIns="0" bIns="0" rtlCol="0"/>
          <a:lstStyle/>
          <a:p>
            <a:endParaRPr/>
          </a:p>
        </p:txBody>
      </p:sp>
      <p:sp>
        <p:nvSpPr>
          <p:cNvPr id="16" name="object 16"/>
          <p:cNvSpPr txBox="1"/>
          <p:nvPr/>
        </p:nvSpPr>
        <p:spPr>
          <a:xfrm>
            <a:off x="781892" y="2686446"/>
            <a:ext cx="143510" cy="883919"/>
          </a:xfrm>
          <a:prstGeom prst="rect">
            <a:avLst/>
          </a:prstGeom>
        </p:spPr>
        <p:txBody>
          <a:bodyPr vert="vert270" wrap="square" lIns="0" tIns="0" rIns="0" bIns="0" rtlCol="0">
            <a:spAutoFit/>
          </a:bodyPr>
          <a:lstStyle/>
          <a:p>
            <a:pPr marL="12700">
              <a:lnSpc>
                <a:spcPts val="1050"/>
              </a:lnSpc>
            </a:pPr>
            <a:r>
              <a:rPr sz="900" b="1" spc="30" dirty="0">
                <a:latin typeface="Tahoma"/>
                <a:cs typeface="Tahoma"/>
              </a:rPr>
              <a:t>S</a:t>
            </a:r>
            <a:r>
              <a:rPr sz="900" b="1" spc="60" dirty="0">
                <a:latin typeface="Tahoma"/>
                <a:cs typeface="Tahoma"/>
              </a:rPr>
              <a:t>a</a:t>
            </a:r>
            <a:r>
              <a:rPr sz="900" b="1" spc="40" dirty="0">
                <a:latin typeface="Tahoma"/>
                <a:cs typeface="Tahoma"/>
              </a:rPr>
              <a:t>m</a:t>
            </a:r>
            <a:r>
              <a:rPr sz="900" b="1" spc="30" dirty="0">
                <a:latin typeface="Tahoma"/>
                <a:cs typeface="Tahoma"/>
              </a:rPr>
              <a:t>p</a:t>
            </a:r>
            <a:r>
              <a:rPr sz="900" b="1" spc="25" dirty="0">
                <a:latin typeface="Tahoma"/>
                <a:cs typeface="Tahoma"/>
              </a:rPr>
              <a:t>l</a:t>
            </a:r>
            <a:r>
              <a:rPr sz="900" b="1" dirty="0">
                <a:latin typeface="Tahoma"/>
                <a:cs typeface="Tahoma"/>
              </a:rPr>
              <a:t>e</a:t>
            </a:r>
            <a:r>
              <a:rPr sz="900" b="1" spc="110" dirty="0">
                <a:latin typeface="Tahoma"/>
                <a:cs typeface="Tahoma"/>
              </a:rPr>
              <a:t> </a:t>
            </a:r>
            <a:r>
              <a:rPr sz="900" b="1" spc="95" dirty="0">
                <a:latin typeface="Tahoma"/>
                <a:cs typeface="Tahoma"/>
              </a:rPr>
              <a:t>M</a:t>
            </a:r>
            <a:r>
              <a:rPr sz="900" b="1" spc="65" dirty="0">
                <a:latin typeface="Tahoma"/>
                <a:cs typeface="Tahoma"/>
              </a:rPr>
              <a:t>e</a:t>
            </a:r>
            <a:r>
              <a:rPr sz="900" b="1" spc="60" dirty="0">
                <a:latin typeface="Tahoma"/>
                <a:cs typeface="Tahoma"/>
              </a:rPr>
              <a:t>a</a:t>
            </a:r>
            <a:r>
              <a:rPr sz="900" b="1" dirty="0">
                <a:latin typeface="Tahoma"/>
                <a:cs typeface="Tahoma"/>
              </a:rPr>
              <a:t>n</a:t>
            </a:r>
            <a:endParaRPr sz="900">
              <a:latin typeface="Tahoma"/>
              <a:cs typeface="Tahoma"/>
            </a:endParaRPr>
          </a:p>
        </p:txBody>
      </p:sp>
      <p:sp>
        <p:nvSpPr>
          <p:cNvPr id="17" name="object 17"/>
          <p:cNvSpPr/>
          <p:nvPr/>
        </p:nvSpPr>
        <p:spPr>
          <a:xfrm>
            <a:off x="7018232" y="3974684"/>
            <a:ext cx="0" cy="52069"/>
          </a:xfrm>
          <a:custGeom>
            <a:avLst/>
            <a:gdLst/>
            <a:ahLst/>
            <a:cxnLst/>
            <a:rect l="l" t="t" r="r" b="b"/>
            <a:pathLst>
              <a:path h="52070">
                <a:moveTo>
                  <a:pt x="0" y="0"/>
                </a:moveTo>
                <a:lnTo>
                  <a:pt x="0" y="52064"/>
                </a:lnTo>
              </a:path>
            </a:pathLst>
          </a:custGeom>
          <a:ln w="12924">
            <a:solidFill>
              <a:srgbClr val="000000"/>
            </a:solidFill>
          </a:ln>
        </p:spPr>
        <p:txBody>
          <a:bodyPr wrap="square" lIns="0" tIns="0" rIns="0" bIns="0" rtlCol="0"/>
          <a:lstStyle/>
          <a:p>
            <a:endParaRPr/>
          </a:p>
        </p:txBody>
      </p:sp>
      <p:sp>
        <p:nvSpPr>
          <p:cNvPr id="18" name="object 18"/>
          <p:cNvSpPr/>
          <p:nvPr/>
        </p:nvSpPr>
        <p:spPr>
          <a:xfrm>
            <a:off x="6522766" y="3974684"/>
            <a:ext cx="0" cy="52069"/>
          </a:xfrm>
          <a:custGeom>
            <a:avLst/>
            <a:gdLst/>
            <a:ahLst/>
            <a:cxnLst/>
            <a:rect l="l" t="t" r="r" b="b"/>
            <a:pathLst>
              <a:path h="52070">
                <a:moveTo>
                  <a:pt x="0" y="0"/>
                </a:moveTo>
                <a:lnTo>
                  <a:pt x="0" y="52064"/>
                </a:lnTo>
              </a:path>
            </a:pathLst>
          </a:custGeom>
          <a:ln w="12924">
            <a:solidFill>
              <a:srgbClr val="000000"/>
            </a:solidFill>
          </a:ln>
        </p:spPr>
        <p:txBody>
          <a:bodyPr wrap="square" lIns="0" tIns="0" rIns="0" bIns="0" rtlCol="0"/>
          <a:lstStyle/>
          <a:p>
            <a:endParaRPr/>
          </a:p>
        </p:txBody>
      </p:sp>
      <p:sp>
        <p:nvSpPr>
          <p:cNvPr id="19" name="object 19"/>
          <p:cNvSpPr/>
          <p:nvPr/>
        </p:nvSpPr>
        <p:spPr>
          <a:xfrm>
            <a:off x="6027302" y="3974684"/>
            <a:ext cx="0" cy="52069"/>
          </a:xfrm>
          <a:custGeom>
            <a:avLst/>
            <a:gdLst/>
            <a:ahLst/>
            <a:cxnLst/>
            <a:rect l="l" t="t" r="r" b="b"/>
            <a:pathLst>
              <a:path h="52070">
                <a:moveTo>
                  <a:pt x="0" y="0"/>
                </a:moveTo>
                <a:lnTo>
                  <a:pt x="0" y="52064"/>
                </a:lnTo>
              </a:path>
            </a:pathLst>
          </a:custGeom>
          <a:ln w="12924">
            <a:solidFill>
              <a:srgbClr val="000000"/>
            </a:solidFill>
          </a:ln>
        </p:spPr>
        <p:txBody>
          <a:bodyPr wrap="square" lIns="0" tIns="0" rIns="0" bIns="0" rtlCol="0"/>
          <a:lstStyle/>
          <a:p>
            <a:endParaRPr/>
          </a:p>
        </p:txBody>
      </p:sp>
      <p:sp>
        <p:nvSpPr>
          <p:cNvPr id="20" name="object 20"/>
          <p:cNvSpPr/>
          <p:nvPr/>
        </p:nvSpPr>
        <p:spPr>
          <a:xfrm>
            <a:off x="5545199" y="3974684"/>
            <a:ext cx="0" cy="52069"/>
          </a:xfrm>
          <a:custGeom>
            <a:avLst/>
            <a:gdLst/>
            <a:ahLst/>
            <a:cxnLst/>
            <a:rect l="l" t="t" r="r" b="b"/>
            <a:pathLst>
              <a:path h="52070">
                <a:moveTo>
                  <a:pt x="0" y="0"/>
                </a:moveTo>
                <a:lnTo>
                  <a:pt x="0" y="52064"/>
                </a:lnTo>
              </a:path>
            </a:pathLst>
          </a:custGeom>
          <a:ln w="12924">
            <a:solidFill>
              <a:srgbClr val="000000"/>
            </a:solidFill>
          </a:ln>
        </p:spPr>
        <p:txBody>
          <a:bodyPr wrap="square" lIns="0" tIns="0" rIns="0" bIns="0" rtlCol="0"/>
          <a:lstStyle/>
          <a:p>
            <a:endParaRPr/>
          </a:p>
        </p:txBody>
      </p:sp>
      <p:sp>
        <p:nvSpPr>
          <p:cNvPr id="21" name="object 21"/>
          <p:cNvSpPr/>
          <p:nvPr/>
        </p:nvSpPr>
        <p:spPr>
          <a:xfrm>
            <a:off x="5049908" y="3974684"/>
            <a:ext cx="0" cy="52069"/>
          </a:xfrm>
          <a:custGeom>
            <a:avLst/>
            <a:gdLst/>
            <a:ahLst/>
            <a:cxnLst/>
            <a:rect l="l" t="t" r="r" b="b"/>
            <a:pathLst>
              <a:path h="52070">
                <a:moveTo>
                  <a:pt x="0" y="0"/>
                </a:moveTo>
                <a:lnTo>
                  <a:pt x="0" y="52064"/>
                </a:lnTo>
              </a:path>
            </a:pathLst>
          </a:custGeom>
          <a:ln w="12924">
            <a:solidFill>
              <a:srgbClr val="000000"/>
            </a:solidFill>
          </a:ln>
        </p:spPr>
        <p:txBody>
          <a:bodyPr wrap="square" lIns="0" tIns="0" rIns="0" bIns="0" rtlCol="0"/>
          <a:lstStyle/>
          <a:p>
            <a:endParaRPr/>
          </a:p>
        </p:txBody>
      </p:sp>
      <p:sp>
        <p:nvSpPr>
          <p:cNvPr id="22" name="object 22"/>
          <p:cNvSpPr/>
          <p:nvPr/>
        </p:nvSpPr>
        <p:spPr>
          <a:xfrm>
            <a:off x="4554442" y="3974684"/>
            <a:ext cx="0" cy="52069"/>
          </a:xfrm>
          <a:custGeom>
            <a:avLst/>
            <a:gdLst/>
            <a:ahLst/>
            <a:cxnLst/>
            <a:rect l="l" t="t" r="r" b="b"/>
            <a:pathLst>
              <a:path h="52070">
                <a:moveTo>
                  <a:pt x="0" y="0"/>
                </a:moveTo>
                <a:lnTo>
                  <a:pt x="0" y="52064"/>
                </a:lnTo>
              </a:path>
            </a:pathLst>
          </a:custGeom>
          <a:ln w="12924">
            <a:solidFill>
              <a:srgbClr val="000000"/>
            </a:solidFill>
          </a:ln>
        </p:spPr>
        <p:txBody>
          <a:bodyPr wrap="square" lIns="0" tIns="0" rIns="0" bIns="0" rtlCol="0"/>
          <a:lstStyle/>
          <a:p>
            <a:endParaRPr/>
          </a:p>
        </p:txBody>
      </p:sp>
      <p:sp>
        <p:nvSpPr>
          <p:cNvPr id="23" name="object 23"/>
          <p:cNvSpPr/>
          <p:nvPr/>
        </p:nvSpPr>
        <p:spPr>
          <a:xfrm>
            <a:off x="4059325" y="3974684"/>
            <a:ext cx="0" cy="52069"/>
          </a:xfrm>
          <a:custGeom>
            <a:avLst/>
            <a:gdLst/>
            <a:ahLst/>
            <a:cxnLst/>
            <a:rect l="l" t="t" r="r" b="b"/>
            <a:pathLst>
              <a:path h="52070">
                <a:moveTo>
                  <a:pt x="0" y="0"/>
                </a:moveTo>
                <a:lnTo>
                  <a:pt x="0" y="52064"/>
                </a:lnTo>
              </a:path>
            </a:pathLst>
          </a:custGeom>
          <a:ln w="12924">
            <a:solidFill>
              <a:srgbClr val="000000"/>
            </a:solidFill>
          </a:ln>
        </p:spPr>
        <p:txBody>
          <a:bodyPr wrap="square" lIns="0" tIns="0" rIns="0" bIns="0" rtlCol="0"/>
          <a:lstStyle/>
          <a:p>
            <a:endParaRPr/>
          </a:p>
        </p:txBody>
      </p:sp>
      <p:sp>
        <p:nvSpPr>
          <p:cNvPr id="24" name="object 24"/>
          <p:cNvSpPr/>
          <p:nvPr/>
        </p:nvSpPr>
        <p:spPr>
          <a:xfrm>
            <a:off x="3564033" y="3974684"/>
            <a:ext cx="0" cy="52069"/>
          </a:xfrm>
          <a:custGeom>
            <a:avLst/>
            <a:gdLst/>
            <a:ahLst/>
            <a:cxnLst/>
            <a:rect l="l" t="t" r="r" b="b"/>
            <a:pathLst>
              <a:path h="52070">
                <a:moveTo>
                  <a:pt x="0" y="0"/>
                </a:moveTo>
                <a:lnTo>
                  <a:pt x="0" y="52064"/>
                </a:lnTo>
              </a:path>
            </a:pathLst>
          </a:custGeom>
          <a:ln w="12924">
            <a:solidFill>
              <a:srgbClr val="000000"/>
            </a:solidFill>
          </a:ln>
        </p:spPr>
        <p:txBody>
          <a:bodyPr wrap="square" lIns="0" tIns="0" rIns="0" bIns="0" rtlCol="0"/>
          <a:lstStyle/>
          <a:p>
            <a:endParaRPr/>
          </a:p>
        </p:txBody>
      </p:sp>
      <p:sp>
        <p:nvSpPr>
          <p:cNvPr id="25" name="object 25"/>
          <p:cNvSpPr/>
          <p:nvPr/>
        </p:nvSpPr>
        <p:spPr>
          <a:xfrm>
            <a:off x="3068915" y="3974684"/>
            <a:ext cx="0" cy="52069"/>
          </a:xfrm>
          <a:custGeom>
            <a:avLst/>
            <a:gdLst/>
            <a:ahLst/>
            <a:cxnLst/>
            <a:rect l="l" t="t" r="r" b="b"/>
            <a:pathLst>
              <a:path h="52070">
                <a:moveTo>
                  <a:pt x="0" y="0"/>
                </a:moveTo>
                <a:lnTo>
                  <a:pt x="0" y="52064"/>
                </a:lnTo>
              </a:path>
            </a:pathLst>
          </a:custGeom>
          <a:ln w="12924">
            <a:solidFill>
              <a:srgbClr val="000000"/>
            </a:solidFill>
          </a:ln>
        </p:spPr>
        <p:txBody>
          <a:bodyPr wrap="square" lIns="0" tIns="0" rIns="0" bIns="0" rtlCol="0"/>
          <a:lstStyle/>
          <a:p>
            <a:endParaRPr/>
          </a:p>
        </p:txBody>
      </p:sp>
      <p:sp>
        <p:nvSpPr>
          <p:cNvPr id="26" name="object 26"/>
          <p:cNvSpPr/>
          <p:nvPr/>
        </p:nvSpPr>
        <p:spPr>
          <a:xfrm>
            <a:off x="2573623" y="3974684"/>
            <a:ext cx="0" cy="52069"/>
          </a:xfrm>
          <a:custGeom>
            <a:avLst/>
            <a:gdLst/>
            <a:ahLst/>
            <a:cxnLst/>
            <a:rect l="l" t="t" r="r" b="b"/>
            <a:pathLst>
              <a:path h="52070">
                <a:moveTo>
                  <a:pt x="0" y="0"/>
                </a:moveTo>
                <a:lnTo>
                  <a:pt x="0" y="52064"/>
                </a:lnTo>
              </a:path>
            </a:pathLst>
          </a:custGeom>
          <a:ln w="12924">
            <a:solidFill>
              <a:srgbClr val="000000"/>
            </a:solidFill>
          </a:ln>
        </p:spPr>
        <p:txBody>
          <a:bodyPr wrap="square" lIns="0" tIns="0" rIns="0" bIns="0" rtlCol="0"/>
          <a:lstStyle/>
          <a:p>
            <a:endParaRPr/>
          </a:p>
        </p:txBody>
      </p:sp>
      <p:sp>
        <p:nvSpPr>
          <p:cNvPr id="27" name="object 27"/>
          <p:cNvSpPr/>
          <p:nvPr/>
        </p:nvSpPr>
        <p:spPr>
          <a:xfrm>
            <a:off x="2078106" y="3974684"/>
            <a:ext cx="0" cy="52069"/>
          </a:xfrm>
          <a:custGeom>
            <a:avLst/>
            <a:gdLst/>
            <a:ahLst/>
            <a:cxnLst/>
            <a:rect l="l" t="t" r="r" b="b"/>
            <a:pathLst>
              <a:path h="52070">
                <a:moveTo>
                  <a:pt x="0" y="0"/>
                </a:moveTo>
                <a:lnTo>
                  <a:pt x="0" y="52064"/>
                </a:lnTo>
              </a:path>
            </a:pathLst>
          </a:custGeom>
          <a:ln w="12924">
            <a:solidFill>
              <a:srgbClr val="000000"/>
            </a:solidFill>
          </a:ln>
        </p:spPr>
        <p:txBody>
          <a:bodyPr wrap="square" lIns="0" tIns="0" rIns="0" bIns="0" rtlCol="0"/>
          <a:lstStyle/>
          <a:p>
            <a:endParaRPr/>
          </a:p>
        </p:txBody>
      </p:sp>
      <p:sp>
        <p:nvSpPr>
          <p:cNvPr id="28" name="object 28"/>
          <p:cNvSpPr/>
          <p:nvPr/>
        </p:nvSpPr>
        <p:spPr>
          <a:xfrm>
            <a:off x="1583109" y="3974684"/>
            <a:ext cx="0" cy="52069"/>
          </a:xfrm>
          <a:custGeom>
            <a:avLst/>
            <a:gdLst/>
            <a:ahLst/>
            <a:cxnLst/>
            <a:rect l="l" t="t" r="r" b="b"/>
            <a:pathLst>
              <a:path h="52070">
                <a:moveTo>
                  <a:pt x="0" y="0"/>
                </a:moveTo>
                <a:lnTo>
                  <a:pt x="0" y="52064"/>
                </a:lnTo>
              </a:path>
            </a:pathLst>
          </a:custGeom>
          <a:ln w="12924">
            <a:solidFill>
              <a:srgbClr val="000000"/>
            </a:solidFill>
          </a:ln>
        </p:spPr>
        <p:txBody>
          <a:bodyPr wrap="square" lIns="0" tIns="0" rIns="0" bIns="0" rtlCol="0"/>
          <a:lstStyle/>
          <a:p>
            <a:endParaRPr/>
          </a:p>
        </p:txBody>
      </p:sp>
      <p:sp>
        <p:nvSpPr>
          <p:cNvPr id="29" name="object 29"/>
          <p:cNvSpPr/>
          <p:nvPr/>
        </p:nvSpPr>
        <p:spPr>
          <a:xfrm>
            <a:off x="1439641" y="2252580"/>
            <a:ext cx="5969635" cy="0"/>
          </a:xfrm>
          <a:custGeom>
            <a:avLst/>
            <a:gdLst/>
            <a:ahLst/>
            <a:cxnLst/>
            <a:rect l="l" t="t" r="r" b="b"/>
            <a:pathLst>
              <a:path w="5969634">
                <a:moveTo>
                  <a:pt x="0" y="0"/>
                </a:moveTo>
                <a:lnTo>
                  <a:pt x="5969409" y="0"/>
                </a:lnTo>
              </a:path>
            </a:pathLst>
          </a:custGeom>
          <a:ln w="12924">
            <a:solidFill>
              <a:srgbClr val="000000"/>
            </a:solidFill>
          </a:ln>
        </p:spPr>
        <p:txBody>
          <a:bodyPr wrap="square" lIns="0" tIns="0" rIns="0" bIns="0" rtlCol="0"/>
          <a:lstStyle/>
          <a:p>
            <a:endParaRPr/>
          </a:p>
        </p:txBody>
      </p:sp>
      <p:sp>
        <p:nvSpPr>
          <p:cNvPr id="30" name="object 30"/>
          <p:cNvSpPr/>
          <p:nvPr/>
        </p:nvSpPr>
        <p:spPr>
          <a:xfrm>
            <a:off x="1439641" y="3974684"/>
            <a:ext cx="5969635" cy="0"/>
          </a:xfrm>
          <a:custGeom>
            <a:avLst/>
            <a:gdLst/>
            <a:ahLst/>
            <a:cxnLst/>
            <a:rect l="l" t="t" r="r" b="b"/>
            <a:pathLst>
              <a:path w="5969634">
                <a:moveTo>
                  <a:pt x="0" y="0"/>
                </a:moveTo>
                <a:lnTo>
                  <a:pt x="5969409" y="0"/>
                </a:lnTo>
              </a:path>
            </a:pathLst>
          </a:custGeom>
          <a:ln w="12924">
            <a:solidFill>
              <a:srgbClr val="000000"/>
            </a:solidFill>
          </a:ln>
        </p:spPr>
        <p:txBody>
          <a:bodyPr wrap="square" lIns="0" tIns="0" rIns="0" bIns="0" rtlCol="0"/>
          <a:lstStyle/>
          <a:p>
            <a:endParaRPr/>
          </a:p>
        </p:txBody>
      </p:sp>
      <p:sp>
        <p:nvSpPr>
          <p:cNvPr id="31" name="object 31"/>
          <p:cNvSpPr txBox="1"/>
          <p:nvPr/>
        </p:nvSpPr>
        <p:spPr>
          <a:xfrm>
            <a:off x="6875028" y="4029593"/>
            <a:ext cx="285750" cy="304165"/>
          </a:xfrm>
          <a:prstGeom prst="rect">
            <a:avLst/>
          </a:prstGeom>
        </p:spPr>
        <p:txBody>
          <a:bodyPr vert="horz" wrap="square" lIns="0" tIns="0" rIns="0" bIns="0" rtlCol="0">
            <a:spAutoFit/>
          </a:bodyPr>
          <a:lstStyle/>
          <a:p>
            <a:pPr marR="5080" algn="ctr">
              <a:lnSpc>
                <a:spcPct val="100000"/>
              </a:lnSpc>
            </a:pPr>
            <a:r>
              <a:rPr sz="900" spc="10" dirty="0">
                <a:latin typeface="Tahoma"/>
                <a:cs typeface="Tahoma"/>
              </a:rPr>
              <a:t>3</a:t>
            </a:r>
            <a:endParaRPr sz="900">
              <a:latin typeface="Tahoma"/>
              <a:cs typeface="Tahoma"/>
            </a:endParaRPr>
          </a:p>
          <a:p>
            <a:pPr algn="ctr">
              <a:lnSpc>
                <a:spcPct val="100000"/>
              </a:lnSpc>
              <a:spcBef>
                <a:spcPts val="155"/>
              </a:spcBef>
            </a:pPr>
            <a:r>
              <a:rPr sz="900" spc="15" dirty="0">
                <a:latin typeface="Tahoma"/>
                <a:cs typeface="Tahoma"/>
              </a:rPr>
              <a:t>200</a:t>
            </a:r>
            <a:r>
              <a:rPr sz="900" spc="10" dirty="0">
                <a:latin typeface="Tahoma"/>
                <a:cs typeface="Tahoma"/>
              </a:rPr>
              <a:t>5</a:t>
            </a:r>
            <a:endParaRPr sz="900">
              <a:latin typeface="Tahoma"/>
              <a:cs typeface="Tahoma"/>
            </a:endParaRPr>
          </a:p>
        </p:txBody>
      </p:sp>
      <p:sp>
        <p:nvSpPr>
          <p:cNvPr id="32" name="object 32"/>
          <p:cNvSpPr txBox="1"/>
          <p:nvPr/>
        </p:nvSpPr>
        <p:spPr>
          <a:xfrm>
            <a:off x="6379562" y="4029593"/>
            <a:ext cx="285750" cy="304165"/>
          </a:xfrm>
          <a:prstGeom prst="rect">
            <a:avLst/>
          </a:prstGeom>
        </p:spPr>
        <p:txBody>
          <a:bodyPr vert="horz" wrap="square" lIns="0" tIns="0" rIns="0" bIns="0" rtlCol="0">
            <a:spAutoFit/>
          </a:bodyPr>
          <a:lstStyle/>
          <a:p>
            <a:pPr marR="5080" algn="ctr">
              <a:lnSpc>
                <a:spcPct val="100000"/>
              </a:lnSpc>
            </a:pPr>
            <a:r>
              <a:rPr sz="900" spc="10" dirty="0">
                <a:latin typeface="Tahoma"/>
                <a:cs typeface="Tahoma"/>
              </a:rPr>
              <a:t>1</a:t>
            </a:r>
            <a:endParaRPr sz="900">
              <a:latin typeface="Tahoma"/>
              <a:cs typeface="Tahoma"/>
            </a:endParaRPr>
          </a:p>
          <a:p>
            <a:pPr algn="ctr">
              <a:lnSpc>
                <a:spcPct val="100000"/>
              </a:lnSpc>
              <a:spcBef>
                <a:spcPts val="155"/>
              </a:spcBef>
            </a:pPr>
            <a:r>
              <a:rPr sz="900" spc="15" dirty="0">
                <a:latin typeface="Tahoma"/>
                <a:cs typeface="Tahoma"/>
              </a:rPr>
              <a:t>200</a:t>
            </a:r>
            <a:r>
              <a:rPr sz="900" spc="10" dirty="0">
                <a:latin typeface="Tahoma"/>
                <a:cs typeface="Tahoma"/>
              </a:rPr>
              <a:t>5</a:t>
            </a:r>
            <a:endParaRPr sz="900">
              <a:latin typeface="Tahoma"/>
              <a:cs typeface="Tahoma"/>
            </a:endParaRPr>
          </a:p>
        </p:txBody>
      </p:sp>
      <p:sp>
        <p:nvSpPr>
          <p:cNvPr id="33" name="object 33"/>
          <p:cNvSpPr txBox="1"/>
          <p:nvPr/>
        </p:nvSpPr>
        <p:spPr>
          <a:xfrm>
            <a:off x="5884618" y="4029593"/>
            <a:ext cx="285115" cy="304165"/>
          </a:xfrm>
          <a:prstGeom prst="rect">
            <a:avLst/>
          </a:prstGeom>
        </p:spPr>
        <p:txBody>
          <a:bodyPr vert="horz" wrap="square" lIns="0" tIns="0" rIns="0" bIns="0" rtlCol="0">
            <a:spAutoFit/>
          </a:bodyPr>
          <a:lstStyle/>
          <a:p>
            <a:pPr marR="5715" algn="ctr">
              <a:lnSpc>
                <a:spcPct val="100000"/>
              </a:lnSpc>
            </a:pPr>
            <a:r>
              <a:rPr sz="900" spc="10" dirty="0">
                <a:latin typeface="Tahoma"/>
                <a:cs typeface="Tahoma"/>
              </a:rPr>
              <a:t>3</a:t>
            </a:r>
            <a:endParaRPr sz="900">
              <a:latin typeface="Tahoma"/>
              <a:cs typeface="Tahoma"/>
            </a:endParaRPr>
          </a:p>
          <a:p>
            <a:pPr algn="ctr">
              <a:lnSpc>
                <a:spcPct val="100000"/>
              </a:lnSpc>
              <a:spcBef>
                <a:spcPts val="155"/>
              </a:spcBef>
            </a:pPr>
            <a:r>
              <a:rPr sz="900" spc="15" dirty="0">
                <a:latin typeface="Tahoma"/>
                <a:cs typeface="Tahoma"/>
              </a:rPr>
              <a:t>200</a:t>
            </a:r>
            <a:r>
              <a:rPr sz="900" spc="10" dirty="0">
                <a:latin typeface="Tahoma"/>
                <a:cs typeface="Tahoma"/>
              </a:rPr>
              <a:t>4</a:t>
            </a:r>
            <a:endParaRPr sz="900">
              <a:latin typeface="Tahoma"/>
              <a:cs typeface="Tahoma"/>
            </a:endParaRPr>
          </a:p>
        </p:txBody>
      </p:sp>
      <p:sp>
        <p:nvSpPr>
          <p:cNvPr id="34" name="object 34"/>
          <p:cNvSpPr txBox="1"/>
          <p:nvPr/>
        </p:nvSpPr>
        <p:spPr>
          <a:xfrm>
            <a:off x="5389153" y="4029593"/>
            <a:ext cx="285750" cy="304165"/>
          </a:xfrm>
          <a:prstGeom prst="rect">
            <a:avLst/>
          </a:prstGeom>
        </p:spPr>
        <p:txBody>
          <a:bodyPr vert="horz" wrap="square" lIns="0" tIns="0" rIns="0" bIns="0" rtlCol="0">
            <a:spAutoFit/>
          </a:bodyPr>
          <a:lstStyle/>
          <a:p>
            <a:pPr marL="12700" algn="ctr">
              <a:lnSpc>
                <a:spcPct val="100000"/>
              </a:lnSpc>
            </a:pPr>
            <a:r>
              <a:rPr sz="900" spc="10" dirty="0">
                <a:latin typeface="Tahoma"/>
                <a:cs typeface="Tahoma"/>
              </a:rPr>
              <a:t>1</a:t>
            </a:r>
            <a:endParaRPr sz="900">
              <a:latin typeface="Tahoma"/>
              <a:cs typeface="Tahoma"/>
            </a:endParaRPr>
          </a:p>
          <a:p>
            <a:pPr algn="ctr">
              <a:lnSpc>
                <a:spcPct val="100000"/>
              </a:lnSpc>
              <a:spcBef>
                <a:spcPts val="155"/>
              </a:spcBef>
            </a:pPr>
            <a:r>
              <a:rPr sz="900" spc="15" dirty="0">
                <a:latin typeface="Tahoma"/>
                <a:cs typeface="Tahoma"/>
              </a:rPr>
              <a:t>200</a:t>
            </a:r>
            <a:r>
              <a:rPr sz="900" spc="10" dirty="0">
                <a:latin typeface="Tahoma"/>
                <a:cs typeface="Tahoma"/>
              </a:rPr>
              <a:t>4</a:t>
            </a:r>
            <a:endParaRPr sz="900">
              <a:latin typeface="Tahoma"/>
              <a:cs typeface="Tahoma"/>
            </a:endParaRPr>
          </a:p>
        </p:txBody>
      </p:sp>
      <p:sp>
        <p:nvSpPr>
          <p:cNvPr id="35" name="object 35"/>
          <p:cNvSpPr txBox="1"/>
          <p:nvPr/>
        </p:nvSpPr>
        <p:spPr>
          <a:xfrm>
            <a:off x="4893688" y="4029593"/>
            <a:ext cx="285750" cy="304165"/>
          </a:xfrm>
          <a:prstGeom prst="rect">
            <a:avLst/>
          </a:prstGeom>
        </p:spPr>
        <p:txBody>
          <a:bodyPr vert="horz" wrap="square" lIns="0" tIns="0" rIns="0" bIns="0" rtlCol="0">
            <a:spAutoFit/>
          </a:bodyPr>
          <a:lstStyle/>
          <a:p>
            <a:pPr marL="12700" algn="ctr">
              <a:lnSpc>
                <a:spcPct val="100000"/>
              </a:lnSpc>
            </a:pPr>
            <a:r>
              <a:rPr sz="900" spc="10" dirty="0">
                <a:latin typeface="Tahoma"/>
                <a:cs typeface="Tahoma"/>
              </a:rPr>
              <a:t>3</a:t>
            </a:r>
            <a:endParaRPr sz="900">
              <a:latin typeface="Tahoma"/>
              <a:cs typeface="Tahoma"/>
            </a:endParaRPr>
          </a:p>
          <a:p>
            <a:pPr algn="ctr">
              <a:lnSpc>
                <a:spcPct val="100000"/>
              </a:lnSpc>
              <a:spcBef>
                <a:spcPts val="155"/>
              </a:spcBef>
            </a:pPr>
            <a:r>
              <a:rPr sz="900" spc="15" dirty="0">
                <a:latin typeface="Tahoma"/>
                <a:cs typeface="Tahoma"/>
              </a:rPr>
              <a:t>200</a:t>
            </a:r>
            <a:r>
              <a:rPr sz="900" spc="10" dirty="0">
                <a:latin typeface="Tahoma"/>
                <a:cs typeface="Tahoma"/>
              </a:rPr>
              <a:t>3</a:t>
            </a:r>
            <a:endParaRPr sz="900">
              <a:latin typeface="Tahoma"/>
              <a:cs typeface="Tahoma"/>
            </a:endParaRPr>
          </a:p>
        </p:txBody>
      </p:sp>
      <p:sp>
        <p:nvSpPr>
          <p:cNvPr id="36" name="object 36"/>
          <p:cNvSpPr txBox="1"/>
          <p:nvPr/>
        </p:nvSpPr>
        <p:spPr>
          <a:xfrm>
            <a:off x="4398743" y="4029593"/>
            <a:ext cx="285750" cy="304165"/>
          </a:xfrm>
          <a:prstGeom prst="rect">
            <a:avLst/>
          </a:prstGeom>
        </p:spPr>
        <p:txBody>
          <a:bodyPr vert="horz" wrap="square" lIns="0" tIns="0" rIns="0" bIns="0" rtlCol="0">
            <a:spAutoFit/>
          </a:bodyPr>
          <a:lstStyle/>
          <a:p>
            <a:pPr marL="12065" algn="ctr">
              <a:lnSpc>
                <a:spcPct val="100000"/>
              </a:lnSpc>
            </a:pPr>
            <a:r>
              <a:rPr sz="900" spc="10" dirty="0">
                <a:latin typeface="Tahoma"/>
                <a:cs typeface="Tahoma"/>
              </a:rPr>
              <a:t>1</a:t>
            </a:r>
            <a:endParaRPr sz="900">
              <a:latin typeface="Tahoma"/>
              <a:cs typeface="Tahoma"/>
            </a:endParaRPr>
          </a:p>
          <a:p>
            <a:pPr algn="ctr">
              <a:lnSpc>
                <a:spcPct val="100000"/>
              </a:lnSpc>
              <a:spcBef>
                <a:spcPts val="155"/>
              </a:spcBef>
            </a:pPr>
            <a:r>
              <a:rPr sz="900" spc="15" dirty="0">
                <a:latin typeface="Tahoma"/>
                <a:cs typeface="Tahoma"/>
              </a:rPr>
              <a:t>20</a:t>
            </a:r>
            <a:r>
              <a:rPr sz="900" spc="20" dirty="0">
                <a:latin typeface="Tahoma"/>
                <a:cs typeface="Tahoma"/>
              </a:rPr>
              <a:t>0</a:t>
            </a:r>
            <a:r>
              <a:rPr sz="900" spc="10" dirty="0">
                <a:latin typeface="Tahoma"/>
                <a:cs typeface="Tahoma"/>
              </a:rPr>
              <a:t>3</a:t>
            </a:r>
            <a:endParaRPr sz="900">
              <a:latin typeface="Tahoma"/>
              <a:cs typeface="Tahoma"/>
            </a:endParaRPr>
          </a:p>
        </p:txBody>
      </p:sp>
      <p:sp>
        <p:nvSpPr>
          <p:cNvPr id="37" name="object 37"/>
          <p:cNvSpPr txBox="1"/>
          <p:nvPr/>
        </p:nvSpPr>
        <p:spPr>
          <a:xfrm>
            <a:off x="3903278" y="4029593"/>
            <a:ext cx="285750" cy="304165"/>
          </a:xfrm>
          <a:prstGeom prst="rect">
            <a:avLst/>
          </a:prstGeom>
        </p:spPr>
        <p:txBody>
          <a:bodyPr vert="horz" wrap="square" lIns="0" tIns="0" rIns="0" bIns="0" rtlCol="0">
            <a:spAutoFit/>
          </a:bodyPr>
          <a:lstStyle/>
          <a:p>
            <a:pPr marL="12700" algn="ctr">
              <a:lnSpc>
                <a:spcPct val="100000"/>
              </a:lnSpc>
            </a:pPr>
            <a:r>
              <a:rPr sz="900" spc="10" dirty="0">
                <a:latin typeface="Tahoma"/>
                <a:cs typeface="Tahoma"/>
              </a:rPr>
              <a:t>3</a:t>
            </a:r>
            <a:endParaRPr sz="900">
              <a:latin typeface="Tahoma"/>
              <a:cs typeface="Tahoma"/>
            </a:endParaRPr>
          </a:p>
          <a:p>
            <a:pPr algn="ctr">
              <a:lnSpc>
                <a:spcPct val="100000"/>
              </a:lnSpc>
              <a:spcBef>
                <a:spcPts val="155"/>
              </a:spcBef>
            </a:pPr>
            <a:r>
              <a:rPr sz="900" spc="15" dirty="0">
                <a:latin typeface="Tahoma"/>
                <a:cs typeface="Tahoma"/>
              </a:rPr>
              <a:t>200</a:t>
            </a:r>
            <a:r>
              <a:rPr sz="900" spc="10" dirty="0">
                <a:latin typeface="Tahoma"/>
                <a:cs typeface="Tahoma"/>
              </a:rPr>
              <a:t>2</a:t>
            </a:r>
            <a:endParaRPr sz="900">
              <a:latin typeface="Tahoma"/>
              <a:cs typeface="Tahoma"/>
            </a:endParaRPr>
          </a:p>
        </p:txBody>
      </p:sp>
      <p:sp>
        <p:nvSpPr>
          <p:cNvPr id="38" name="object 38"/>
          <p:cNvSpPr txBox="1"/>
          <p:nvPr/>
        </p:nvSpPr>
        <p:spPr>
          <a:xfrm>
            <a:off x="3407813" y="4029593"/>
            <a:ext cx="285750" cy="304165"/>
          </a:xfrm>
          <a:prstGeom prst="rect">
            <a:avLst/>
          </a:prstGeom>
        </p:spPr>
        <p:txBody>
          <a:bodyPr vert="horz" wrap="square" lIns="0" tIns="0" rIns="0" bIns="0" rtlCol="0">
            <a:spAutoFit/>
          </a:bodyPr>
          <a:lstStyle/>
          <a:p>
            <a:pPr marL="12700" algn="ctr">
              <a:lnSpc>
                <a:spcPct val="100000"/>
              </a:lnSpc>
            </a:pPr>
            <a:r>
              <a:rPr sz="900" spc="10" dirty="0">
                <a:latin typeface="Tahoma"/>
                <a:cs typeface="Tahoma"/>
              </a:rPr>
              <a:t>1</a:t>
            </a:r>
            <a:endParaRPr sz="900">
              <a:latin typeface="Tahoma"/>
              <a:cs typeface="Tahoma"/>
            </a:endParaRPr>
          </a:p>
          <a:p>
            <a:pPr algn="ctr">
              <a:lnSpc>
                <a:spcPct val="100000"/>
              </a:lnSpc>
              <a:spcBef>
                <a:spcPts val="155"/>
              </a:spcBef>
            </a:pPr>
            <a:r>
              <a:rPr sz="900" spc="15" dirty="0">
                <a:latin typeface="Tahoma"/>
                <a:cs typeface="Tahoma"/>
              </a:rPr>
              <a:t>200</a:t>
            </a:r>
            <a:r>
              <a:rPr sz="900" spc="10" dirty="0">
                <a:latin typeface="Tahoma"/>
                <a:cs typeface="Tahoma"/>
              </a:rPr>
              <a:t>2</a:t>
            </a:r>
            <a:endParaRPr sz="900">
              <a:latin typeface="Tahoma"/>
              <a:cs typeface="Tahoma"/>
            </a:endParaRPr>
          </a:p>
        </p:txBody>
      </p:sp>
      <p:sp>
        <p:nvSpPr>
          <p:cNvPr id="39" name="object 39"/>
          <p:cNvSpPr txBox="1"/>
          <p:nvPr/>
        </p:nvSpPr>
        <p:spPr>
          <a:xfrm>
            <a:off x="2912868" y="4029593"/>
            <a:ext cx="285750" cy="304165"/>
          </a:xfrm>
          <a:prstGeom prst="rect">
            <a:avLst/>
          </a:prstGeom>
        </p:spPr>
        <p:txBody>
          <a:bodyPr vert="horz" wrap="square" lIns="0" tIns="0" rIns="0" bIns="0" rtlCol="0">
            <a:spAutoFit/>
          </a:bodyPr>
          <a:lstStyle/>
          <a:p>
            <a:pPr marL="12065" algn="ctr">
              <a:lnSpc>
                <a:spcPct val="100000"/>
              </a:lnSpc>
            </a:pPr>
            <a:r>
              <a:rPr sz="900" spc="10" dirty="0">
                <a:latin typeface="Tahoma"/>
                <a:cs typeface="Tahoma"/>
              </a:rPr>
              <a:t>3</a:t>
            </a:r>
            <a:endParaRPr sz="900">
              <a:latin typeface="Tahoma"/>
              <a:cs typeface="Tahoma"/>
            </a:endParaRPr>
          </a:p>
          <a:p>
            <a:pPr algn="ctr">
              <a:lnSpc>
                <a:spcPct val="100000"/>
              </a:lnSpc>
              <a:spcBef>
                <a:spcPts val="155"/>
              </a:spcBef>
            </a:pPr>
            <a:r>
              <a:rPr sz="900" spc="15" dirty="0">
                <a:latin typeface="Tahoma"/>
                <a:cs typeface="Tahoma"/>
              </a:rPr>
              <a:t>20</a:t>
            </a:r>
            <a:r>
              <a:rPr sz="900" spc="20" dirty="0">
                <a:latin typeface="Tahoma"/>
                <a:cs typeface="Tahoma"/>
              </a:rPr>
              <a:t>0</a:t>
            </a:r>
            <a:r>
              <a:rPr sz="900" spc="10" dirty="0">
                <a:latin typeface="Tahoma"/>
                <a:cs typeface="Tahoma"/>
              </a:rPr>
              <a:t>1</a:t>
            </a:r>
            <a:endParaRPr sz="900">
              <a:latin typeface="Tahoma"/>
              <a:cs typeface="Tahoma"/>
            </a:endParaRPr>
          </a:p>
        </p:txBody>
      </p:sp>
      <p:sp>
        <p:nvSpPr>
          <p:cNvPr id="40" name="object 40"/>
          <p:cNvSpPr txBox="1"/>
          <p:nvPr/>
        </p:nvSpPr>
        <p:spPr>
          <a:xfrm>
            <a:off x="2417403" y="4029593"/>
            <a:ext cx="285750" cy="304165"/>
          </a:xfrm>
          <a:prstGeom prst="rect">
            <a:avLst/>
          </a:prstGeom>
        </p:spPr>
        <p:txBody>
          <a:bodyPr vert="horz" wrap="square" lIns="0" tIns="0" rIns="0" bIns="0" rtlCol="0">
            <a:spAutoFit/>
          </a:bodyPr>
          <a:lstStyle/>
          <a:p>
            <a:pPr marL="12700" algn="ctr">
              <a:lnSpc>
                <a:spcPct val="100000"/>
              </a:lnSpc>
            </a:pPr>
            <a:r>
              <a:rPr sz="900" spc="10" dirty="0">
                <a:latin typeface="Tahoma"/>
                <a:cs typeface="Tahoma"/>
              </a:rPr>
              <a:t>1</a:t>
            </a:r>
            <a:endParaRPr sz="900">
              <a:latin typeface="Tahoma"/>
              <a:cs typeface="Tahoma"/>
            </a:endParaRPr>
          </a:p>
          <a:p>
            <a:pPr algn="ctr">
              <a:lnSpc>
                <a:spcPct val="100000"/>
              </a:lnSpc>
              <a:spcBef>
                <a:spcPts val="155"/>
              </a:spcBef>
            </a:pPr>
            <a:r>
              <a:rPr sz="900" spc="15" dirty="0">
                <a:latin typeface="Tahoma"/>
                <a:cs typeface="Tahoma"/>
              </a:rPr>
              <a:t>200</a:t>
            </a:r>
            <a:r>
              <a:rPr sz="900" spc="10" dirty="0">
                <a:latin typeface="Tahoma"/>
                <a:cs typeface="Tahoma"/>
              </a:rPr>
              <a:t>1</a:t>
            </a:r>
            <a:endParaRPr sz="900">
              <a:latin typeface="Tahoma"/>
              <a:cs typeface="Tahoma"/>
            </a:endParaRPr>
          </a:p>
        </p:txBody>
      </p:sp>
      <p:sp>
        <p:nvSpPr>
          <p:cNvPr id="41" name="object 41"/>
          <p:cNvSpPr txBox="1"/>
          <p:nvPr/>
        </p:nvSpPr>
        <p:spPr>
          <a:xfrm>
            <a:off x="1935301" y="4029593"/>
            <a:ext cx="285115" cy="304165"/>
          </a:xfrm>
          <a:prstGeom prst="rect">
            <a:avLst/>
          </a:prstGeom>
        </p:spPr>
        <p:txBody>
          <a:bodyPr vert="horz" wrap="square" lIns="0" tIns="0" rIns="0" bIns="0" rtlCol="0">
            <a:spAutoFit/>
          </a:bodyPr>
          <a:lstStyle/>
          <a:p>
            <a:pPr marR="5715" algn="ctr">
              <a:lnSpc>
                <a:spcPct val="100000"/>
              </a:lnSpc>
            </a:pPr>
            <a:r>
              <a:rPr sz="900" spc="10" dirty="0">
                <a:latin typeface="Tahoma"/>
                <a:cs typeface="Tahoma"/>
              </a:rPr>
              <a:t>3</a:t>
            </a:r>
            <a:endParaRPr sz="900">
              <a:latin typeface="Tahoma"/>
              <a:cs typeface="Tahoma"/>
            </a:endParaRPr>
          </a:p>
          <a:p>
            <a:pPr algn="ctr">
              <a:lnSpc>
                <a:spcPct val="100000"/>
              </a:lnSpc>
              <a:spcBef>
                <a:spcPts val="155"/>
              </a:spcBef>
            </a:pPr>
            <a:r>
              <a:rPr sz="900" spc="15" dirty="0">
                <a:latin typeface="Tahoma"/>
                <a:cs typeface="Tahoma"/>
              </a:rPr>
              <a:t>200</a:t>
            </a:r>
            <a:r>
              <a:rPr sz="900" spc="10" dirty="0">
                <a:latin typeface="Tahoma"/>
                <a:cs typeface="Tahoma"/>
              </a:rPr>
              <a:t>0</a:t>
            </a:r>
            <a:endParaRPr sz="900">
              <a:latin typeface="Tahoma"/>
              <a:cs typeface="Tahoma"/>
            </a:endParaRPr>
          </a:p>
        </p:txBody>
      </p:sp>
      <p:sp>
        <p:nvSpPr>
          <p:cNvPr id="42" name="object 42"/>
          <p:cNvSpPr/>
          <p:nvPr/>
        </p:nvSpPr>
        <p:spPr>
          <a:xfrm>
            <a:off x="1387509" y="2461183"/>
            <a:ext cx="52705" cy="0"/>
          </a:xfrm>
          <a:custGeom>
            <a:avLst/>
            <a:gdLst/>
            <a:ahLst/>
            <a:cxnLst/>
            <a:rect l="l" t="t" r="r" b="b"/>
            <a:pathLst>
              <a:path w="52705">
                <a:moveTo>
                  <a:pt x="52132" y="0"/>
                </a:moveTo>
                <a:lnTo>
                  <a:pt x="0" y="0"/>
                </a:lnTo>
              </a:path>
            </a:pathLst>
          </a:custGeom>
          <a:ln w="12924">
            <a:solidFill>
              <a:srgbClr val="000000"/>
            </a:solidFill>
          </a:ln>
        </p:spPr>
        <p:txBody>
          <a:bodyPr wrap="square" lIns="0" tIns="0" rIns="0" bIns="0" rtlCol="0"/>
          <a:lstStyle/>
          <a:p>
            <a:endParaRPr/>
          </a:p>
        </p:txBody>
      </p:sp>
      <p:sp>
        <p:nvSpPr>
          <p:cNvPr id="43" name="object 43"/>
          <p:cNvSpPr/>
          <p:nvPr/>
        </p:nvSpPr>
        <p:spPr>
          <a:xfrm>
            <a:off x="1387509" y="2813657"/>
            <a:ext cx="52705" cy="0"/>
          </a:xfrm>
          <a:custGeom>
            <a:avLst/>
            <a:gdLst/>
            <a:ahLst/>
            <a:cxnLst/>
            <a:rect l="l" t="t" r="r" b="b"/>
            <a:pathLst>
              <a:path w="52705">
                <a:moveTo>
                  <a:pt x="52132" y="0"/>
                </a:moveTo>
                <a:lnTo>
                  <a:pt x="0" y="0"/>
                </a:lnTo>
              </a:path>
            </a:pathLst>
          </a:custGeom>
          <a:ln w="12924">
            <a:solidFill>
              <a:srgbClr val="000000"/>
            </a:solidFill>
          </a:ln>
        </p:spPr>
        <p:txBody>
          <a:bodyPr wrap="square" lIns="0" tIns="0" rIns="0" bIns="0" rtlCol="0"/>
          <a:lstStyle/>
          <a:p>
            <a:endParaRPr/>
          </a:p>
        </p:txBody>
      </p:sp>
      <p:sp>
        <p:nvSpPr>
          <p:cNvPr id="44" name="object 44"/>
          <p:cNvSpPr/>
          <p:nvPr/>
        </p:nvSpPr>
        <p:spPr>
          <a:xfrm>
            <a:off x="1387509" y="3178973"/>
            <a:ext cx="52705" cy="0"/>
          </a:xfrm>
          <a:custGeom>
            <a:avLst/>
            <a:gdLst/>
            <a:ahLst/>
            <a:cxnLst/>
            <a:rect l="l" t="t" r="r" b="b"/>
            <a:pathLst>
              <a:path w="52705">
                <a:moveTo>
                  <a:pt x="52132" y="0"/>
                </a:moveTo>
                <a:lnTo>
                  <a:pt x="0" y="0"/>
                </a:lnTo>
              </a:path>
            </a:pathLst>
          </a:custGeom>
          <a:ln w="12924">
            <a:solidFill>
              <a:srgbClr val="000000"/>
            </a:solidFill>
          </a:ln>
        </p:spPr>
        <p:txBody>
          <a:bodyPr wrap="square" lIns="0" tIns="0" rIns="0" bIns="0" rtlCol="0"/>
          <a:lstStyle/>
          <a:p>
            <a:endParaRPr/>
          </a:p>
        </p:txBody>
      </p:sp>
      <p:sp>
        <p:nvSpPr>
          <p:cNvPr id="45" name="object 45"/>
          <p:cNvSpPr/>
          <p:nvPr/>
        </p:nvSpPr>
        <p:spPr>
          <a:xfrm>
            <a:off x="1387509" y="3530925"/>
            <a:ext cx="52705" cy="0"/>
          </a:xfrm>
          <a:custGeom>
            <a:avLst/>
            <a:gdLst/>
            <a:ahLst/>
            <a:cxnLst/>
            <a:rect l="l" t="t" r="r" b="b"/>
            <a:pathLst>
              <a:path w="52705">
                <a:moveTo>
                  <a:pt x="52132" y="0"/>
                </a:moveTo>
                <a:lnTo>
                  <a:pt x="0" y="0"/>
                </a:lnTo>
              </a:path>
            </a:pathLst>
          </a:custGeom>
          <a:ln w="12924">
            <a:solidFill>
              <a:srgbClr val="000000"/>
            </a:solidFill>
          </a:ln>
        </p:spPr>
        <p:txBody>
          <a:bodyPr wrap="square" lIns="0" tIns="0" rIns="0" bIns="0" rtlCol="0"/>
          <a:lstStyle/>
          <a:p>
            <a:endParaRPr/>
          </a:p>
        </p:txBody>
      </p:sp>
      <p:sp>
        <p:nvSpPr>
          <p:cNvPr id="46" name="object 46"/>
          <p:cNvSpPr/>
          <p:nvPr/>
        </p:nvSpPr>
        <p:spPr>
          <a:xfrm>
            <a:off x="1387509" y="3896241"/>
            <a:ext cx="52705" cy="0"/>
          </a:xfrm>
          <a:custGeom>
            <a:avLst/>
            <a:gdLst/>
            <a:ahLst/>
            <a:cxnLst/>
            <a:rect l="l" t="t" r="r" b="b"/>
            <a:pathLst>
              <a:path w="52705">
                <a:moveTo>
                  <a:pt x="52132" y="0"/>
                </a:moveTo>
                <a:lnTo>
                  <a:pt x="0" y="0"/>
                </a:lnTo>
              </a:path>
            </a:pathLst>
          </a:custGeom>
          <a:ln w="12924">
            <a:solidFill>
              <a:srgbClr val="000000"/>
            </a:solidFill>
          </a:ln>
        </p:spPr>
        <p:txBody>
          <a:bodyPr wrap="square" lIns="0" tIns="0" rIns="0" bIns="0" rtlCol="0"/>
          <a:lstStyle/>
          <a:p>
            <a:endParaRPr/>
          </a:p>
        </p:txBody>
      </p:sp>
      <p:sp>
        <p:nvSpPr>
          <p:cNvPr id="47" name="object 47"/>
          <p:cNvSpPr/>
          <p:nvPr/>
        </p:nvSpPr>
        <p:spPr>
          <a:xfrm>
            <a:off x="7409050" y="2252580"/>
            <a:ext cx="0" cy="1722120"/>
          </a:xfrm>
          <a:custGeom>
            <a:avLst/>
            <a:gdLst/>
            <a:ahLst/>
            <a:cxnLst/>
            <a:rect l="l" t="t" r="r" b="b"/>
            <a:pathLst>
              <a:path h="1722120">
                <a:moveTo>
                  <a:pt x="0" y="1722104"/>
                </a:moveTo>
                <a:lnTo>
                  <a:pt x="0" y="0"/>
                </a:lnTo>
              </a:path>
            </a:pathLst>
          </a:custGeom>
          <a:ln w="12924">
            <a:solidFill>
              <a:srgbClr val="000000"/>
            </a:solidFill>
          </a:ln>
        </p:spPr>
        <p:txBody>
          <a:bodyPr wrap="square" lIns="0" tIns="0" rIns="0" bIns="0" rtlCol="0"/>
          <a:lstStyle/>
          <a:p>
            <a:endParaRPr/>
          </a:p>
        </p:txBody>
      </p:sp>
      <p:sp>
        <p:nvSpPr>
          <p:cNvPr id="48" name="object 48"/>
          <p:cNvSpPr/>
          <p:nvPr/>
        </p:nvSpPr>
        <p:spPr>
          <a:xfrm>
            <a:off x="1439641" y="2252580"/>
            <a:ext cx="0" cy="1722120"/>
          </a:xfrm>
          <a:custGeom>
            <a:avLst/>
            <a:gdLst/>
            <a:ahLst/>
            <a:cxnLst/>
            <a:rect l="l" t="t" r="r" b="b"/>
            <a:pathLst>
              <a:path h="1722120">
                <a:moveTo>
                  <a:pt x="0" y="1722104"/>
                </a:moveTo>
                <a:lnTo>
                  <a:pt x="0" y="0"/>
                </a:lnTo>
              </a:path>
            </a:pathLst>
          </a:custGeom>
          <a:ln w="12924">
            <a:solidFill>
              <a:srgbClr val="000000"/>
            </a:solidFill>
          </a:ln>
        </p:spPr>
        <p:txBody>
          <a:bodyPr wrap="square" lIns="0" tIns="0" rIns="0" bIns="0" rtlCol="0"/>
          <a:lstStyle/>
          <a:p>
            <a:endParaRPr/>
          </a:p>
        </p:txBody>
      </p:sp>
      <p:sp>
        <p:nvSpPr>
          <p:cNvPr id="49" name="object 49"/>
          <p:cNvSpPr txBox="1"/>
          <p:nvPr/>
        </p:nvSpPr>
        <p:spPr>
          <a:xfrm>
            <a:off x="1218430" y="2386105"/>
            <a:ext cx="154940" cy="147320"/>
          </a:xfrm>
          <a:prstGeom prst="rect">
            <a:avLst/>
          </a:prstGeom>
        </p:spPr>
        <p:txBody>
          <a:bodyPr vert="horz" wrap="square" lIns="0" tIns="0" rIns="0" bIns="0" rtlCol="0">
            <a:spAutoFit/>
          </a:bodyPr>
          <a:lstStyle/>
          <a:p>
            <a:pPr marL="12700">
              <a:lnSpc>
                <a:spcPct val="100000"/>
              </a:lnSpc>
            </a:pPr>
            <a:r>
              <a:rPr sz="900" spc="15" dirty="0">
                <a:latin typeface="Tahoma"/>
                <a:cs typeface="Tahoma"/>
              </a:rPr>
              <a:t>6</a:t>
            </a:r>
            <a:r>
              <a:rPr sz="900" spc="10" dirty="0">
                <a:latin typeface="Tahoma"/>
                <a:cs typeface="Tahoma"/>
              </a:rPr>
              <a:t>0</a:t>
            </a:r>
            <a:endParaRPr sz="900">
              <a:latin typeface="Tahoma"/>
              <a:cs typeface="Tahoma"/>
            </a:endParaRPr>
          </a:p>
        </p:txBody>
      </p:sp>
      <p:sp>
        <p:nvSpPr>
          <p:cNvPr id="50" name="object 50"/>
          <p:cNvSpPr txBox="1"/>
          <p:nvPr/>
        </p:nvSpPr>
        <p:spPr>
          <a:xfrm>
            <a:off x="1218430" y="2738405"/>
            <a:ext cx="154940" cy="147320"/>
          </a:xfrm>
          <a:prstGeom prst="rect">
            <a:avLst/>
          </a:prstGeom>
        </p:spPr>
        <p:txBody>
          <a:bodyPr vert="horz" wrap="square" lIns="0" tIns="0" rIns="0" bIns="0" rtlCol="0">
            <a:spAutoFit/>
          </a:bodyPr>
          <a:lstStyle/>
          <a:p>
            <a:pPr marL="12700">
              <a:lnSpc>
                <a:spcPct val="100000"/>
              </a:lnSpc>
            </a:pPr>
            <a:r>
              <a:rPr sz="900" spc="15" dirty="0">
                <a:latin typeface="Tahoma"/>
                <a:cs typeface="Tahoma"/>
              </a:rPr>
              <a:t>5</a:t>
            </a:r>
            <a:r>
              <a:rPr sz="900" spc="10" dirty="0">
                <a:latin typeface="Tahoma"/>
                <a:cs typeface="Tahoma"/>
              </a:rPr>
              <a:t>0</a:t>
            </a:r>
            <a:endParaRPr sz="900">
              <a:latin typeface="Tahoma"/>
              <a:cs typeface="Tahoma"/>
            </a:endParaRPr>
          </a:p>
        </p:txBody>
      </p:sp>
      <p:sp>
        <p:nvSpPr>
          <p:cNvPr id="51" name="object 51"/>
          <p:cNvSpPr txBox="1"/>
          <p:nvPr/>
        </p:nvSpPr>
        <p:spPr>
          <a:xfrm>
            <a:off x="1218430" y="3103894"/>
            <a:ext cx="154940" cy="147320"/>
          </a:xfrm>
          <a:prstGeom prst="rect">
            <a:avLst/>
          </a:prstGeom>
        </p:spPr>
        <p:txBody>
          <a:bodyPr vert="horz" wrap="square" lIns="0" tIns="0" rIns="0" bIns="0" rtlCol="0">
            <a:spAutoFit/>
          </a:bodyPr>
          <a:lstStyle/>
          <a:p>
            <a:pPr marL="12700">
              <a:lnSpc>
                <a:spcPct val="100000"/>
              </a:lnSpc>
            </a:pPr>
            <a:r>
              <a:rPr sz="900" spc="15" dirty="0">
                <a:latin typeface="Tahoma"/>
                <a:cs typeface="Tahoma"/>
              </a:rPr>
              <a:t>4</a:t>
            </a:r>
            <a:r>
              <a:rPr sz="900" spc="10" dirty="0">
                <a:latin typeface="Tahoma"/>
                <a:cs typeface="Tahoma"/>
              </a:rPr>
              <a:t>0</a:t>
            </a:r>
            <a:endParaRPr sz="900">
              <a:latin typeface="Tahoma"/>
              <a:cs typeface="Tahoma"/>
            </a:endParaRPr>
          </a:p>
        </p:txBody>
      </p:sp>
      <p:sp>
        <p:nvSpPr>
          <p:cNvPr id="52" name="object 52"/>
          <p:cNvSpPr txBox="1"/>
          <p:nvPr/>
        </p:nvSpPr>
        <p:spPr>
          <a:xfrm>
            <a:off x="1218430" y="3455847"/>
            <a:ext cx="154940" cy="147320"/>
          </a:xfrm>
          <a:prstGeom prst="rect">
            <a:avLst/>
          </a:prstGeom>
        </p:spPr>
        <p:txBody>
          <a:bodyPr vert="horz" wrap="square" lIns="0" tIns="0" rIns="0" bIns="0" rtlCol="0">
            <a:spAutoFit/>
          </a:bodyPr>
          <a:lstStyle/>
          <a:p>
            <a:pPr marL="12700">
              <a:lnSpc>
                <a:spcPct val="100000"/>
              </a:lnSpc>
            </a:pPr>
            <a:r>
              <a:rPr sz="900" spc="15" dirty="0">
                <a:latin typeface="Tahoma"/>
                <a:cs typeface="Tahoma"/>
              </a:rPr>
              <a:t>3</a:t>
            </a:r>
            <a:r>
              <a:rPr sz="900" spc="10" dirty="0">
                <a:latin typeface="Tahoma"/>
                <a:cs typeface="Tahoma"/>
              </a:rPr>
              <a:t>0</a:t>
            </a:r>
            <a:endParaRPr sz="900">
              <a:latin typeface="Tahoma"/>
              <a:cs typeface="Tahoma"/>
            </a:endParaRPr>
          </a:p>
        </p:txBody>
      </p:sp>
      <p:sp>
        <p:nvSpPr>
          <p:cNvPr id="53" name="object 53"/>
          <p:cNvSpPr txBox="1"/>
          <p:nvPr/>
        </p:nvSpPr>
        <p:spPr>
          <a:xfrm>
            <a:off x="1570409" y="3455847"/>
            <a:ext cx="5708015" cy="150495"/>
          </a:xfrm>
          <a:prstGeom prst="rect">
            <a:avLst/>
          </a:prstGeom>
        </p:spPr>
        <p:txBody>
          <a:bodyPr vert="horz" wrap="square" lIns="0" tIns="0" rIns="0" bIns="0" rtlCol="0">
            <a:spAutoFit/>
          </a:bodyPr>
          <a:lstStyle/>
          <a:p>
            <a:pPr marL="12700">
              <a:lnSpc>
                <a:spcPct val="100000"/>
              </a:lnSpc>
              <a:tabLst>
                <a:tab pos="5694680" algn="l"/>
              </a:tabLst>
            </a:pPr>
            <a:r>
              <a:rPr sz="900" u="heavy" spc="5" dirty="0">
                <a:latin typeface="Times New Roman"/>
                <a:cs typeface="Times New Roman"/>
              </a:rPr>
              <a:t> 	</a:t>
            </a:r>
            <a:endParaRPr sz="900">
              <a:latin typeface="Times New Roman"/>
              <a:cs typeface="Times New Roman"/>
            </a:endParaRPr>
          </a:p>
        </p:txBody>
      </p:sp>
      <p:sp>
        <p:nvSpPr>
          <p:cNvPr id="54" name="object 54"/>
          <p:cNvSpPr txBox="1"/>
          <p:nvPr/>
        </p:nvSpPr>
        <p:spPr>
          <a:xfrm>
            <a:off x="892308" y="3821163"/>
            <a:ext cx="833119" cy="512445"/>
          </a:xfrm>
          <a:prstGeom prst="rect">
            <a:avLst/>
          </a:prstGeom>
        </p:spPr>
        <p:txBody>
          <a:bodyPr vert="horz" wrap="square" lIns="0" tIns="0" rIns="0" bIns="0" rtlCol="0">
            <a:spAutoFit/>
          </a:bodyPr>
          <a:lstStyle/>
          <a:p>
            <a:pPr marR="17780" algn="ctr">
              <a:lnSpc>
                <a:spcPct val="100000"/>
              </a:lnSpc>
            </a:pPr>
            <a:r>
              <a:rPr sz="900" spc="15" dirty="0">
                <a:latin typeface="Tahoma"/>
                <a:cs typeface="Tahoma"/>
              </a:rPr>
              <a:t>20</a:t>
            </a:r>
            <a:endParaRPr sz="900">
              <a:latin typeface="Tahoma"/>
              <a:cs typeface="Tahoma"/>
            </a:endParaRPr>
          </a:p>
          <a:p>
            <a:pPr marR="96520" algn="ctr">
              <a:lnSpc>
                <a:spcPct val="100000"/>
              </a:lnSpc>
              <a:spcBef>
                <a:spcPts val="560"/>
              </a:spcBef>
              <a:tabLst>
                <a:tab pos="638810" algn="l"/>
              </a:tabLst>
            </a:pPr>
            <a:r>
              <a:rPr sz="900" spc="15" dirty="0">
                <a:latin typeface="Tahoma"/>
                <a:cs typeface="Tahoma"/>
              </a:rPr>
              <a:t>Q</a:t>
            </a:r>
            <a:r>
              <a:rPr sz="900" spc="-120" dirty="0">
                <a:latin typeface="Tahoma"/>
                <a:cs typeface="Tahoma"/>
              </a:rPr>
              <a:t> </a:t>
            </a:r>
            <a:r>
              <a:rPr sz="900" spc="5" dirty="0">
                <a:latin typeface="Tahoma"/>
                <a:cs typeface="Tahoma"/>
              </a:rPr>
              <a:t>u</a:t>
            </a:r>
            <a:r>
              <a:rPr sz="900" spc="35" dirty="0">
                <a:latin typeface="Tahoma"/>
                <a:cs typeface="Tahoma"/>
              </a:rPr>
              <a:t>a</a:t>
            </a:r>
            <a:r>
              <a:rPr sz="900" spc="-20" dirty="0">
                <a:latin typeface="Tahoma"/>
                <a:cs typeface="Tahoma"/>
              </a:rPr>
              <a:t>r</a:t>
            </a:r>
            <a:r>
              <a:rPr sz="900" dirty="0">
                <a:latin typeface="Tahoma"/>
                <a:cs typeface="Tahoma"/>
              </a:rPr>
              <a:t>t</a:t>
            </a:r>
            <a:r>
              <a:rPr sz="900" spc="35" dirty="0">
                <a:latin typeface="Tahoma"/>
                <a:cs typeface="Tahoma"/>
              </a:rPr>
              <a:t>e</a:t>
            </a:r>
            <a:r>
              <a:rPr sz="900" spc="5" dirty="0">
                <a:latin typeface="Tahoma"/>
                <a:cs typeface="Tahoma"/>
              </a:rPr>
              <a:t>r</a:t>
            </a:r>
            <a:r>
              <a:rPr sz="900" dirty="0">
                <a:latin typeface="Tahoma"/>
                <a:cs typeface="Tahoma"/>
              </a:rPr>
              <a:t>	</a:t>
            </a:r>
            <a:r>
              <a:rPr sz="900" spc="10" dirty="0">
                <a:latin typeface="Tahoma"/>
                <a:cs typeface="Tahoma"/>
              </a:rPr>
              <a:t>1</a:t>
            </a:r>
            <a:endParaRPr sz="900">
              <a:latin typeface="Tahoma"/>
              <a:cs typeface="Tahoma"/>
            </a:endParaRPr>
          </a:p>
          <a:p>
            <a:pPr marL="182245">
              <a:lnSpc>
                <a:spcPct val="100000"/>
              </a:lnSpc>
              <a:spcBef>
                <a:spcPts val="155"/>
              </a:spcBef>
            </a:pPr>
            <a:r>
              <a:rPr sz="900" spc="40" dirty="0">
                <a:latin typeface="Tahoma"/>
                <a:cs typeface="Tahoma"/>
              </a:rPr>
              <a:t>Year </a:t>
            </a:r>
            <a:r>
              <a:rPr sz="900" spc="325" dirty="0">
                <a:latin typeface="Tahoma"/>
                <a:cs typeface="Tahoma"/>
              </a:rPr>
              <a:t> </a:t>
            </a:r>
            <a:r>
              <a:rPr sz="900" spc="15" dirty="0">
                <a:latin typeface="Tahoma"/>
                <a:cs typeface="Tahoma"/>
              </a:rPr>
              <a:t>2000</a:t>
            </a:r>
            <a:endParaRPr sz="900">
              <a:latin typeface="Tahoma"/>
              <a:cs typeface="Tahoma"/>
            </a:endParaRPr>
          </a:p>
        </p:txBody>
      </p:sp>
      <p:sp>
        <p:nvSpPr>
          <p:cNvPr id="55" name="object 55"/>
          <p:cNvSpPr txBox="1"/>
          <p:nvPr/>
        </p:nvSpPr>
        <p:spPr>
          <a:xfrm>
            <a:off x="7474607" y="3424438"/>
            <a:ext cx="650240" cy="348615"/>
          </a:xfrm>
          <a:prstGeom prst="rect">
            <a:avLst/>
          </a:prstGeom>
        </p:spPr>
        <p:txBody>
          <a:bodyPr vert="horz" wrap="square" lIns="0" tIns="0" rIns="0" bIns="0" rtlCol="0">
            <a:spAutoFit/>
          </a:bodyPr>
          <a:lstStyle/>
          <a:p>
            <a:pPr marL="12700" marR="5080">
              <a:lnSpc>
                <a:spcPts val="919"/>
              </a:lnSpc>
            </a:pPr>
            <a:r>
              <a:rPr sz="1350" spc="-487" baseline="18518" dirty="0">
                <a:latin typeface="Tahoma"/>
                <a:cs typeface="Tahoma"/>
              </a:rPr>
              <a:t>_</a:t>
            </a:r>
            <a:r>
              <a:rPr sz="900" spc="-325" dirty="0">
                <a:latin typeface="Tahoma"/>
                <a:cs typeface="Tahoma"/>
              </a:rPr>
              <a:t>_U</a:t>
            </a:r>
            <a:r>
              <a:rPr sz="900" spc="-200" dirty="0">
                <a:latin typeface="Tahoma"/>
                <a:cs typeface="Tahoma"/>
              </a:rPr>
              <a:t> </a:t>
            </a:r>
            <a:r>
              <a:rPr sz="900" spc="15" dirty="0">
                <a:latin typeface="Tahoma"/>
                <a:cs typeface="Tahoma"/>
              </a:rPr>
              <a:t>C</a:t>
            </a:r>
            <a:r>
              <a:rPr sz="900" spc="-155" dirty="0">
                <a:latin typeface="Tahoma"/>
                <a:cs typeface="Tahoma"/>
              </a:rPr>
              <a:t> </a:t>
            </a:r>
            <a:r>
              <a:rPr sz="900" spc="15" dirty="0">
                <a:latin typeface="Tahoma"/>
                <a:cs typeface="Tahoma"/>
              </a:rPr>
              <a:t>L=31.59  </a:t>
            </a:r>
            <a:r>
              <a:rPr sz="900" spc="20" dirty="0">
                <a:latin typeface="Tahoma"/>
                <a:cs typeface="Tahoma"/>
              </a:rPr>
              <a:t>X=28.46</a:t>
            </a:r>
            <a:endParaRPr sz="900">
              <a:latin typeface="Tahoma"/>
              <a:cs typeface="Tahoma"/>
            </a:endParaRPr>
          </a:p>
          <a:p>
            <a:pPr marL="12700">
              <a:lnSpc>
                <a:spcPts val="819"/>
              </a:lnSpc>
            </a:pPr>
            <a:r>
              <a:rPr sz="900" spc="-15" dirty="0">
                <a:latin typeface="Tahoma"/>
                <a:cs typeface="Tahoma"/>
              </a:rPr>
              <a:t>LC</a:t>
            </a:r>
            <a:r>
              <a:rPr sz="900" spc="-190" dirty="0">
                <a:latin typeface="Tahoma"/>
                <a:cs typeface="Tahoma"/>
              </a:rPr>
              <a:t> </a:t>
            </a:r>
            <a:r>
              <a:rPr sz="900" spc="15" dirty="0">
                <a:latin typeface="Tahoma"/>
                <a:cs typeface="Tahoma"/>
              </a:rPr>
              <a:t>L=25.32</a:t>
            </a:r>
            <a:endParaRPr sz="900">
              <a:latin typeface="Tahoma"/>
              <a:cs typeface="Tahoma"/>
            </a:endParaRPr>
          </a:p>
        </p:txBody>
      </p:sp>
      <p:sp>
        <p:nvSpPr>
          <p:cNvPr id="56" name="object 56"/>
          <p:cNvSpPr/>
          <p:nvPr/>
        </p:nvSpPr>
        <p:spPr>
          <a:xfrm>
            <a:off x="1583109" y="3700654"/>
            <a:ext cx="5682615" cy="0"/>
          </a:xfrm>
          <a:custGeom>
            <a:avLst/>
            <a:gdLst/>
            <a:ahLst/>
            <a:cxnLst/>
            <a:rect l="l" t="t" r="r" b="b"/>
            <a:pathLst>
              <a:path w="5682615">
                <a:moveTo>
                  <a:pt x="0" y="0"/>
                </a:moveTo>
                <a:lnTo>
                  <a:pt x="5682421" y="0"/>
                </a:lnTo>
              </a:path>
            </a:pathLst>
          </a:custGeom>
          <a:ln w="12924">
            <a:solidFill>
              <a:srgbClr val="FF0000"/>
            </a:solidFill>
          </a:ln>
        </p:spPr>
        <p:txBody>
          <a:bodyPr wrap="square" lIns="0" tIns="0" rIns="0" bIns="0" rtlCol="0"/>
          <a:lstStyle/>
          <a:p>
            <a:endParaRPr/>
          </a:p>
        </p:txBody>
      </p:sp>
      <p:sp>
        <p:nvSpPr>
          <p:cNvPr id="57" name="object 57"/>
          <p:cNvSpPr/>
          <p:nvPr/>
        </p:nvSpPr>
        <p:spPr>
          <a:xfrm>
            <a:off x="1583109" y="3478688"/>
            <a:ext cx="5682615" cy="0"/>
          </a:xfrm>
          <a:custGeom>
            <a:avLst/>
            <a:gdLst/>
            <a:ahLst/>
            <a:cxnLst/>
            <a:rect l="l" t="t" r="r" b="b"/>
            <a:pathLst>
              <a:path w="5682615">
                <a:moveTo>
                  <a:pt x="0" y="0"/>
                </a:moveTo>
                <a:lnTo>
                  <a:pt x="5682421" y="0"/>
                </a:lnTo>
              </a:path>
            </a:pathLst>
          </a:custGeom>
          <a:ln w="12924">
            <a:solidFill>
              <a:srgbClr val="FF0000"/>
            </a:solidFill>
          </a:ln>
        </p:spPr>
        <p:txBody>
          <a:bodyPr wrap="square" lIns="0" tIns="0" rIns="0" bIns="0" rtlCol="0"/>
          <a:lstStyle/>
          <a:p>
            <a:endParaRPr/>
          </a:p>
        </p:txBody>
      </p:sp>
      <p:sp>
        <p:nvSpPr>
          <p:cNvPr id="58" name="object 58"/>
          <p:cNvSpPr/>
          <p:nvPr/>
        </p:nvSpPr>
        <p:spPr>
          <a:xfrm>
            <a:off x="1583109" y="2356881"/>
            <a:ext cx="5682615" cy="1513205"/>
          </a:xfrm>
          <a:custGeom>
            <a:avLst/>
            <a:gdLst/>
            <a:ahLst/>
            <a:cxnLst/>
            <a:rect l="l" t="t" r="r" b="b"/>
            <a:pathLst>
              <a:path w="5682615" h="1513204">
                <a:moveTo>
                  <a:pt x="0" y="1213265"/>
                </a:moveTo>
                <a:lnTo>
                  <a:pt x="247281" y="1213265"/>
                </a:lnTo>
                <a:lnTo>
                  <a:pt x="494996" y="1121806"/>
                </a:lnTo>
                <a:lnTo>
                  <a:pt x="742711" y="1108963"/>
                </a:lnTo>
                <a:lnTo>
                  <a:pt x="990513" y="1213265"/>
                </a:lnTo>
                <a:lnTo>
                  <a:pt x="1238159" y="1252487"/>
                </a:lnTo>
                <a:lnTo>
                  <a:pt x="1485805" y="1278345"/>
                </a:lnTo>
                <a:lnTo>
                  <a:pt x="1733104" y="1512980"/>
                </a:lnTo>
                <a:lnTo>
                  <a:pt x="1980923" y="1474279"/>
                </a:lnTo>
                <a:lnTo>
                  <a:pt x="2228569" y="1304551"/>
                </a:lnTo>
                <a:lnTo>
                  <a:pt x="2476215" y="1226107"/>
                </a:lnTo>
                <a:lnTo>
                  <a:pt x="2724034" y="1239471"/>
                </a:lnTo>
                <a:lnTo>
                  <a:pt x="2958317" y="1030520"/>
                </a:lnTo>
                <a:lnTo>
                  <a:pt x="3206136" y="1200249"/>
                </a:lnTo>
                <a:lnTo>
                  <a:pt x="3453782" y="1161027"/>
                </a:lnTo>
                <a:lnTo>
                  <a:pt x="3701601" y="1121806"/>
                </a:lnTo>
                <a:lnTo>
                  <a:pt x="3949247" y="991299"/>
                </a:lnTo>
                <a:lnTo>
                  <a:pt x="4196546" y="874155"/>
                </a:lnTo>
                <a:lnTo>
                  <a:pt x="4444192" y="678567"/>
                </a:lnTo>
                <a:lnTo>
                  <a:pt x="4692011" y="521681"/>
                </a:lnTo>
                <a:lnTo>
                  <a:pt x="4939657" y="469617"/>
                </a:lnTo>
                <a:lnTo>
                  <a:pt x="5187476" y="352473"/>
                </a:lnTo>
                <a:lnTo>
                  <a:pt x="5435122" y="0"/>
                </a:lnTo>
                <a:lnTo>
                  <a:pt x="5682421" y="117664"/>
                </a:lnTo>
              </a:path>
            </a:pathLst>
          </a:custGeom>
          <a:ln w="12924">
            <a:solidFill>
              <a:srgbClr val="000000"/>
            </a:solidFill>
          </a:ln>
        </p:spPr>
        <p:txBody>
          <a:bodyPr wrap="square" lIns="0" tIns="0" rIns="0" bIns="0" rtlCol="0"/>
          <a:lstStyle/>
          <a:p>
            <a:endParaRPr/>
          </a:p>
        </p:txBody>
      </p:sp>
      <p:sp>
        <p:nvSpPr>
          <p:cNvPr id="59" name="object 59"/>
          <p:cNvSpPr/>
          <p:nvPr/>
        </p:nvSpPr>
        <p:spPr>
          <a:xfrm>
            <a:off x="5258333" y="3452829"/>
            <a:ext cx="52069" cy="52705"/>
          </a:xfrm>
          <a:custGeom>
            <a:avLst/>
            <a:gdLst/>
            <a:ahLst/>
            <a:cxnLst/>
            <a:rect l="l" t="t" r="r" b="b"/>
            <a:pathLst>
              <a:path w="52070" h="52704">
                <a:moveTo>
                  <a:pt x="26378" y="0"/>
                </a:moveTo>
                <a:lnTo>
                  <a:pt x="11128" y="2234"/>
                </a:lnTo>
                <a:lnTo>
                  <a:pt x="3297" y="8113"/>
                </a:lnTo>
                <a:lnTo>
                  <a:pt x="412" y="16400"/>
                </a:lnTo>
                <a:lnTo>
                  <a:pt x="0" y="25858"/>
                </a:lnTo>
                <a:lnTo>
                  <a:pt x="2242" y="35471"/>
                </a:lnTo>
                <a:lnTo>
                  <a:pt x="8178" y="43929"/>
                </a:lnTo>
                <a:lnTo>
                  <a:pt x="16619" y="49946"/>
                </a:lnTo>
                <a:lnTo>
                  <a:pt x="26378" y="52237"/>
                </a:lnTo>
                <a:lnTo>
                  <a:pt x="35809" y="51825"/>
                </a:lnTo>
                <a:lnTo>
                  <a:pt x="44036" y="48940"/>
                </a:lnTo>
                <a:lnTo>
                  <a:pt x="49855" y="41108"/>
                </a:lnTo>
                <a:lnTo>
                  <a:pt x="52062" y="25858"/>
                </a:lnTo>
                <a:lnTo>
                  <a:pt x="51661" y="10909"/>
                </a:lnTo>
                <a:lnTo>
                  <a:pt x="48852" y="3232"/>
                </a:lnTo>
                <a:lnTo>
                  <a:pt x="41227" y="404"/>
                </a:lnTo>
                <a:lnTo>
                  <a:pt x="26378" y="0"/>
                </a:lnTo>
                <a:close/>
              </a:path>
            </a:pathLst>
          </a:custGeom>
          <a:solidFill>
            <a:srgbClr val="000000"/>
          </a:solidFill>
        </p:spPr>
        <p:txBody>
          <a:bodyPr wrap="square" lIns="0" tIns="0" rIns="0" bIns="0" rtlCol="0"/>
          <a:lstStyle/>
          <a:p>
            <a:endParaRPr/>
          </a:p>
        </p:txBody>
      </p:sp>
      <p:sp>
        <p:nvSpPr>
          <p:cNvPr id="60" name="object 60"/>
          <p:cNvSpPr/>
          <p:nvPr/>
        </p:nvSpPr>
        <p:spPr>
          <a:xfrm>
            <a:off x="5258333" y="3452829"/>
            <a:ext cx="52069" cy="52705"/>
          </a:xfrm>
          <a:custGeom>
            <a:avLst/>
            <a:gdLst/>
            <a:ahLst/>
            <a:cxnLst/>
            <a:rect l="l" t="t" r="r" b="b"/>
            <a:pathLst>
              <a:path w="52070" h="52704">
                <a:moveTo>
                  <a:pt x="0" y="25858"/>
                </a:moveTo>
                <a:lnTo>
                  <a:pt x="2242" y="35471"/>
                </a:lnTo>
                <a:lnTo>
                  <a:pt x="8178" y="43929"/>
                </a:lnTo>
                <a:lnTo>
                  <a:pt x="16619" y="49946"/>
                </a:lnTo>
                <a:lnTo>
                  <a:pt x="26378" y="52237"/>
                </a:lnTo>
                <a:lnTo>
                  <a:pt x="35809" y="51825"/>
                </a:lnTo>
                <a:lnTo>
                  <a:pt x="44036" y="48940"/>
                </a:lnTo>
                <a:lnTo>
                  <a:pt x="49855" y="41108"/>
                </a:lnTo>
                <a:lnTo>
                  <a:pt x="52062" y="25858"/>
                </a:lnTo>
                <a:lnTo>
                  <a:pt x="51661" y="10909"/>
                </a:lnTo>
                <a:lnTo>
                  <a:pt x="48852" y="3232"/>
                </a:lnTo>
                <a:lnTo>
                  <a:pt x="41227" y="404"/>
                </a:lnTo>
                <a:lnTo>
                  <a:pt x="26378" y="0"/>
                </a:lnTo>
                <a:lnTo>
                  <a:pt x="11128" y="2234"/>
                </a:lnTo>
                <a:lnTo>
                  <a:pt x="3297" y="8113"/>
                </a:lnTo>
                <a:lnTo>
                  <a:pt x="412" y="16400"/>
                </a:lnTo>
                <a:lnTo>
                  <a:pt x="0" y="25858"/>
                </a:lnTo>
                <a:close/>
              </a:path>
            </a:pathLst>
          </a:custGeom>
          <a:ln w="12924">
            <a:solidFill>
              <a:srgbClr val="000000"/>
            </a:solidFill>
          </a:ln>
        </p:spPr>
        <p:txBody>
          <a:bodyPr wrap="square" lIns="0" tIns="0" rIns="0" bIns="0" rtlCol="0"/>
          <a:lstStyle/>
          <a:p>
            <a:endParaRPr/>
          </a:p>
        </p:txBody>
      </p:sp>
      <p:sp>
        <p:nvSpPr>
          <p:cNvPr id="61" name="object 61"/>
          <p:cNvSpPr/>
          <p:nvPr/>
        </p:nvSpPr>
        <p:spPr>
          <a:xfrm>
            <a:off x="5010687" y="3491704"/>
            <a:ext cx="52069" cy="52705"/>
          </a:xfrm>
          <a:custGeom>
            <a:avLst/>
            <a:gdLst/>
            <a:ahLst/>
            <a:cxnLst/>
            <a:rect l="l" t="t" r="r" b="b"/>
            <a:pathLst>
              <a:path w="52070" h="52704">
                <a:moveTo>
                  <a:pt x="26204" y="0"/>
                </a:moveTo>
                <a:lnTo>
                  <a:pt x="11055" y="2288"/>
                </a:lnTo>
                <a:lnTo>
                  <a:pt x="3275" y="8286"/>
                </a:lnTo>
                <a:lnTo>
                  <a:pt x="409" y="16693"/>
                </a:lnTo>
                <a:lnTo>
                  <a:pt x="0" y="26205"/>
                </a:lnTo>
                <a:lnTo>
                  <a:pt x="2288" y="35818"/>
                </a:lnTo>
                <a:lnTo>
                  <a:pt x="8286" y="44276"/>
                </a:lnTo>
                <a:lnTo>
                  <a:pt x="16692" y="50293"/>
                </a:lnTo>
                <a:lnTo>
                  <a:pt x="26204" y="52584"/>
                </a:lnTo>
                <a:lnTo>
                  <a:pt x="35736" y="52172"/>
                </a:lnTo>
                <a:lnTo>
                  <a:pt x="44014" y="49287"/>
                </a:lnTo>
                <a:lnTo>
                  <a:pt x="49852" y="41455"/>
                </a:lnTo>
                <a:lnTo>
                  <a:pt x="52062" y="26205"/>
                </a:lnTo>
                <a:lnTo>
                  <a:pt x="51658" y="11055"/>
                </a:lnTo>
                <a:lnTo>
                  <a:pt x="48830" y="3275"/>
                </a:lnTo>
                <a:lnTo>
                  <a:pt x="41154" y="409"/>
                </a:lnTo>
                <a:lnTo>
                  <a:pt x="26204" y="0"/>
                </a:lnTo>
                <a:close/>
              </a:path>
            </a:pathLst>
          </a:custGeom>
          <a:solidFill>
            <a:srgbClr val="000000"/>
          </a:solidFill>
        </p:spPr>
        <p:txBody>
          <a:bodyPr wrap="square" lIns="0" tIns="0" rIns="0" bIns="0" rtlCol="0"/>
          <a:lstStyle/>
          <a:p>
            <a:endParaRPr/>
          </a:p>
        </p:txBody>
      </p:sp>
      <p:sp>
        <p:nvSpPr>
          <p:cNvPr id="62" name="object 62"/>
          <p:cNvSpPr/>
          <p:nvPr/>
        </p:nvSpPr>
        <p:spPr>
          <a:xfrm>
            <a:off x="5010687" y="3491704"/>
            <a:ext cx="52069" cy="52705"/>
          </a:xfrm>
          <a:custGeom>
            <a:avLst/>
            <a:gdLst/>
            <a:ahLst/>
            <a:cxnLst/>
            <a:rect l="l" t="t" r="r" b="b"/>
            <a:pathLst>
              <a:path w="52070" h="52704">
                <a:moveTo>
                  <a:pt x="0" y="26205"/>
                </a:moveTo>
                <a:lnTo>
                  <a:pt x="2288" y="35818"/>
                </a:lnTo>
                <a:lnTo>
                  <a:pt x="8286" y="44276"/>
                </a:lnTo>
                <a:lnTo>
                  <a:pt x="16692" y="50293"/>
                </a:lnTo>
                <a:lnTo>
                  <a:pt x="26204" y="52584"/>
                </a:lnTo>
                <a:lnTo>
                  <a:pt x="35736" y="52172"/>
                </a:lnTo>
                <a:lnTo>
                  <a:pt x="44014" y="49287"/>
                </a:lnTo>
                <a:lnTo>
                  <a:pt x="49852" y="41455"/>
                </a:lnTo>
                <a:lnTo>
                  <a:pt x="52062" y="26205"/>
                </a:lnTo>
                <a:lnTo>
                  <a:pt x="51658" y="11055"/>
                </a:lnTo>
                <a:lnTo>
                  <a:pt x="48830" y="3275"/>
                </a:lnTo>
                <a:lnTo>
                  <a:pt x="41154" y="409"/>
                </a:lnTo>
                <a:lnTo>
                  <a:pt x="26204" y="0"/>
                </a:lnTo>
                <a:lnTo>
                  <a:pt x="11055" y="2288"/>
                </a:lnTo>
                <a:lnTo>
                  <a:pt x="3275" y="8286"/>
                </a:lnTo>
                <a:lnTo>
                  <a:pt x="409" y="16693"/>
                </a:lnTo>
                <a:lnTo>
                  <a:pt x="0" y="26205"/>
                </a:lnTo>
                <a:close/>
              </a:path>
            </a:pathLst>
          </a:custGeom>
          <a:ln w="12924">
            <a:solidFill>
              <a:srgbClr val="000000"/>
            </a:solidFill>
          </a:ln>
        </p:spPr>
        <p:txBody>
          <a:bodyPr wrap="square" lIns="0" tIns="0" rIns="0" bIns="0" rtlCol="0"/>
          <a:lstStyle/>
          <a:p>
            <a:endParaRPr/>
          </a:p>
        </p:txBody>
      </p:sp>
      <p:sp>
        <p:nvSpPr>
          <p:cNvPr id="63" name="object 63"/>
          <p:cNvSpPr/>
          <p:nvPr/>
        </p:nvSpPr>
        <p:spPr>
          <a:xfrm>
            <a:off x="4763388" y="3530925"/>
            <a:ext cx="52069" cy="52069"/>
          </a:xfrm>
          <a:custGeom>
            <a:avLst/>
            <a:gdLst/>
            <a:ahLst/>
            <a:cxnLst/>
            <a:rect l="l" t="t" r="r" b="b"/>
            <a:pathLst>
              <a:path w="52070" h="52070">
                <a:moveTo>
                  <a:pt x="25857" y="0"/>
                </a:moveTo>
                <a:lnTo>
                  <a:pt x="10908" y="2288"/>
                </a:lnTo>
                <a:lnTo>
                  <a:pt x="3232" y="8286"/>
                </a:lnTo>
                <a:lnTo>
                  <a:pt x="404" y="16693"/>
                </a:lnTo>
                <a:lnTo>
                  <a:pt x="0" y="26205"/>
                </a:lnTo>
                <a:lnTo>
                  <a:pt x="2209" y="35737"/>
                </a:lnTo>
                <a:lnTo>
                  <a:pt x="8048" y="44015"/>
                </a:lnTo>
                <a:lnTo>
                  <a:pt x="16326" y="49854"/>
                </a:lnTo>
                <a:lnTo>
                  <a:pt x="25857" y="52064"/>
                </a:lnTo>
                <a:lnTo>
                  <a:pt x="35370" y="51659"/>
                </a:lnTo>
                <a:lnTo>
                  <a:pt x="43776" y="48831"/>
                </a:lnTo>
                <a:lnTo>
                  <a:pt x="49774" y="41154"/>
                </a:lnTo>
                <a:lnTo>
                  <a:pt x="52062" y="26205"/>
                </a:lnTo>
                <a:lnTo>
                  <a:pt x="51653" y="11055"/>
                </a:lnTo>
                <a:lnTo>
                  <a:pt x="48787" y="3275"/>
                </a:lnTo>
                <a:lnTo>
                  <a:pt x="41007" y="409"/>
                </a:lnTo>
                <a:lnTo>
                  <a:pt x="25857" y="0"/>
                </a:lnTo>
                <a:close/>
              </a:path>
            </a:pathLst>
          </a:custGeom>
          <a:solidFill>
            <a:srgbClr val="000000"/>
          </a:solidFill>
        </p:spPr>
        <p:txBody>
          <a:bodyPr wrap="square" lIns="0" tIns="0" rIns="0" bIns="0" rtlCol="0"/>
          <a:lstStyle/>
          <a:p>
            <a:endParaRPr/>
          </a:p>
        </p:txBody>
      </p:sp>
      <p:sp>
        <p:nvSpPr>
          <p:cNvPr id="64" name="object 64"/>
          <p:cNvSpPr/>
          <p:nvPr/>
        </p:nvSpPr>
        <p:spPr>
          <a:xfrm>
            <a:off x="4763388" y="3530925"/>
            <a:ext cx="52069" cy="52069"/>
          </a:xfrm>
          <a:custGeom>
            <a:avLst/>
            <a:gdLst/>
            <a:ahLst/>
            <a:cxnLst/>
            <a:rect l="l" t="t" r="r" b="b"/>
            <a:pathLst>
              <a:path w="52070" h="52070">
                <a:moveTo>
                  <a:pt x="0" y="26205"/>
                </a:moveTo>
                <a:lnTo>
                  <a:pt x="2209" y="35737"/>
                </a:lnTo>
                <a:lnTo>
                  <a:pt x="8048" y="44015"/>
                </a:lnTo>
                <a:lnTo>
                  <a:pt x="16326" y="49854"/>
                </a:lnTo>
                <a:lnTo>
                  <a:pt x="25857" y="52064"/>
                </a:lnTo>
                <a:lnTo>
                  <a:pt x="35370" y="51659"/>
                </a:lnTo>
                <a:lnTo>
                  <a:pt x="43776" y="48831"/>
                </a:lnTo>
                <a:lnTo>
                  <a:pt x="49774" y="41154"/>
                </a:lnTo>
                <a:lnTo>
                  <a:pt x="52062" y="26205"/>
                </a:lnTo>
                <a:lnTo>
                  <a:pt x="51653" y="11055"/>
                </a:lnTo>
                <a:lnTo>
                  <a:pt x="48787" y="3275"/>
                </a:lnTo>
                <a:lnTo>
                  <a:pt x="41007" y="409"/>
                </a:lnTo>
                <a:lnTo>
                  <a:pt x="25857" y="0"/>
                </a:lnTo>
                <a:lnTo>
                  <a:pt x="10908" y="2288"/>
                </a:lnTo>
                <a:lnTo>
                  <a:pt x="3232" y="8286"/>
                </a:lnTo>
                <a:lnTo>
                  <a:pt x="404" y="16693"/>
                </a:lnTo>
                <a:lnTo>
                  <a:pt x="0" y="26205"/>
                </a:lnTo>
                <a:close/>
              </a:path>
            </a:pathLst>
          </a:custGeom>
          <a:ln w="12924">
            <a:solidFill>
              <a:srgbClr val="000000"/>
            </a:solidFill>
          </a:ln>
        </p:spPr>
        <p:txBody>
          <a:bodyPr wrap="square" lIns="0" tIns="0" rIns="0" bIns="0" rtlCol="0"/>
          <a:lstStyle/>
          <a:p>
            <a:endParaRPr/>
          </a:p>
        </p:txBody>
      </p:sp>
      <p:sp>
        <p:nvSpPr>
          <p:cNvPr id="65" name="object 65"/>
          <p:cNvSpPr/>
          <p:nvPr/>
        </p:nvSpPr>
        <p:spPr>
          <a:xfrm>
            <a:off x="4280765" y="3570147"/>
            <a:ext cx="52705" cy="52069"/>
          </a:xfrm>
          <a:custGeom>
            <a:avLst/>
            <a:gdLst/>
            <a:ahLst/>
            <a:cxnLst/>
            <a:rect l="l" t="t" r="r" b="b"/>
            <a:pathLst>
              <a:path w="52704" h="52070">
                <a:moveTo>
                  <a:pt x="26378" y="0"/>
                </a:moveTo>
                <a:lnTo>
                  <a:pt x="11128" y="2215"/>
                </a:lnTo>
                <a:lnTo>
                  <a:pt x="3297" y="8091"/>
                </a:lnTo>
                <a:lnTo>
                  <a:pt x="412" y="16473"/>
                </a:lnTo>
                <a:lnTo>
                  <a:pt x="0" y="26205"/>
                </a:lnTo>
                <a:lnTo>
                  <a:pt x="2242" y="35737"/>
                </a:lnTo>
                <a:lnTo>
                  <a:pt x="8178" y="44015"/>
                </a:lnTo>
                <a:lnTo>
                  <a:pt x="16619" y="49854"/>
                </a:lnTo>
                <a:lnTo>
                  <a:pt x="26378" y="52064"/>
                </a:lnTo>
                <a:lnTo>
                  <a:pt x="35836" y="51659"/>
                </a:lnTo>
                <a:lnTo>
                  <a:pt x="44123" y="48831"/>
                </a:lnTo>
                <a:lnTo>
                  <a:pt x="50002" y="41154"/>
                </a:lnTo>
                <a:lnTo>
                  <a:pt x="52236" y="26205"/>
                </a:lnTo>
                <a:lnTo>
                  <a:pt x="51832" y="11055"/>
                </a:lnTo>
                <a:lnTo>
                  <a:pt x="49004" y="3275"/>
                </a:lnTo>
                <a:lnTo>
                  <a:pt x="41327" y="409"/>
                </a:lnTo>
                <a:lnTo>
                  <a:pt x="26378" y="0"/>
                </a:lnTo>
                <a:close/>
              </a:path>
            </a:pathLst>
          </a:custGeom>
          <a:solidFill>
            <a:srgbClr val="000000"/>
          </a:solidFill>
        </p:spPr>
        <p:txBody>
          <a:bodyPr wrap="square" lIns="0" tIns="0" rIns="0" bIns="0" rtlCol="0"/>
          <a:lstStyle/>
          <a:p>
            <a:endParaRPr/>
          </a:p>
        </p:txBody>
      </p:sp>
      <p:sp>
        <p:nvSpPr>
          <p:cNvPr id="66" name="object 66"/>
          <p:cNvSpPr/>
          <p:nvPr/>
        </p:nvSpPr>
        <p:spPr>
          <a:xfrm>
            <a:off x="4280765" y="3570147"/>
            <a:ext cx="52705" cy="52069"/>
          </a:xfrm>
          <a:custGeom>
            <a:avLst/>
            <a:gdLst/>
            <a:ahLst/>
            <a:cxnLst/>
            <a:rect l="l" t="t" r="r" b="b"/>
            <a:pathLst>
              <a:path w="52704" h="52070">
                <a:moveTo>
                  <a:pt x="0" y="26205"/>
                </a:moveTo>
                <a:lnTo>
                  <a:pt x="2242" y="35737"/>
                </a:lnTo>
                <a:lnTo>
                  <a:pt x="8178" y="44015"/>
                </a:lnTo>
                <a:lnTo>
                  <a:pt x="16619" y="49854"/>
                </a:lnTo>
                <a:lnTo>
                  <a:pt x="26378" y="52064"/>
                </a:lnTo>
                <a:lnTo>
                  <a:pt x="35836" y="51659"/>
                </a:lnTo>
                <a:lnTo>
                  <a:pt x="44123" y="48831"/>
                </a:lnTo>
                <a:lnTo>
                  <a:pt x="50002" y="41154"/>
                </a:lnTo>
                <a:lnTo>
                  <a:pt x="52236" y="26205"/>
                </a:lnTo>
                <a:lnTo>
                  <a:pt x="51832" y="11055"/>
                </a:lnTo>
                <a:lnTo>
                  <a:pt x="49004" y="3275"/>
                </a:lnTo>
                <a:lnTo>
                  <a:pt x="41327" y="409"/>
                </a:lnTo>
                <a:lnTo>
                  <a:pt x="26378" y="0"/>
                </a:lnTo>
                <a:lnTo>
                  <a:pt x="11128" y="2215"/>
                </a:lnTo>
                <a:lnTo>
                  <a:pt x="3297" y="8091"/>
                </a:lnTo>
                <a:lnTo>
                  <a:pt x="412" y="16473"/>
                </a:lnTo>
                <a:lnTo>
                  <a:pt x="0" y="26205"/>
                </a:lnTo>
                <a:close/>
              </a:path>
            </a:pathLst>
          </a:custGeom>
          <a:ln w="12924">
            <a:solidFill>
              <a:srgbClr val="000000"/>
            </a:solidFill>
          </a:ln>
        </p:spPr>
        <p:txBody>
          <a:bodyPr wrap="square" lIns="0" tIns="0" rIns="0" bIns="0" rtlCol="0"/>
          <a:lstStyle/>
          <a:p>
            <a:endParaRPr/>
          </a:p>
        </p:txBody>
      </p:sp>
      <p:sp>
        <p:nvSpPr>
          <p:cNvPr id="67" name="object 67"/>
          <p:cNvSpPr/>
          <p:nvPr/>
        </p:nvSpPr>
        <p:spPr>
          <a:xfrm>
            <a:off x="4033120" y="3557131"/>
            <a:ext cx="52069" cy="52705"/>
          </a:xfrm>
          <a:custGeom>
            <a:avLst/>
            <a:gdLst/>
            <a:ahLst/>
            <a:cxnLst/>
            <a:rect l="l" t="t" r="r" b="b"/>
            <a:pathLst>
              <a:path w="52070" h="52704">
                <a:moveTo>
                  <a:pt x="26204" y="0"/>
                </a:moveTo>
                <a:lnTo>
                  <a:pt x="11055" y="2234"/>
                </a:lnTo>
                <a:lnTo>
                  <a:pt x="3275" y="8113"/>
                </a:lnTo>
                <a:lnTo>
                  <a:pt x="409" y="16400"/>
                </a:lnTo>
                <a:lnTo>
                  <a:pt x="0" y="25858"/>
                </a:lnTo>
                <a:lnTo>
                  <a:pt x="2288" y="35617"/>
                </a:lnTo>
                <a:lnTo>
                  <a:pt x="8286" y="44059"/>
                </a:lnTo>
                <a:lnTo>
                  <a:pt x="16692" y="49995"/>
                </a:lnTo>
                <a:lnTo>
                  <a:pt x="26204" y="52237"/>
                </a:lnTo>
                <a:lnTo>
                  <a:pt x="35736" y="51825"/>
                </a:lnTo>
                <a:lnTo>
                  <a:pt x="44014" y="48940"/>
                </a:lnTo>
                <a:lnTo>
                  <a:pt x="49852" y="41108"/>
                </a:lnTo>
                <a:lnTo>
                  <a:pt x="52062" y="25858"/>
                </a:lnTo>
                <a:lnTo>
                  <a:pt x="51658" y="10909"/>
                </a:lnTo>
                <a:lnTo>
                  <a:pt x="48830" y="3232"/>
                </a:lnTo>
                <a:lnTo>
                  <a:pt x="41154" y="404"/>
                </a:lnTo>
                <a:lnTo>
                  <a:pt x="26204" y="0"/>
                </a:lnTo>
                <a:close/>
              </a:path>
            </a:pathLst>
          </a:custGeom>
          <a:solidFill>
            <a:srgbClr val="000000"/>
          </a:solidFill>
        </p:spPr>
        <p:txBody>
          <a:bodyPr wrap="square" lIns="0" tIns="0" rIns="0" bIns="0" rtlCol="0"/>
          <a:lstStyle/>
          <a:p>
            <a:endParaRPr/>
          </a:p>
        </p:txBody>
      </p:sp>
      <p:sp>
        <p:nvSpPr>
          <p:cNvPr id="68" name="object 68"/>
          <p:cNvSpPr/>
          <p:nvPr/>
        </p:nvSpPr>
        <p:spPr>
          <a:xfrm>
            <a:off x="4033120" y="3557131"/>
            <a:ext cx="52069" cy="52705"/>
          </a:xfrm>
          <a:custGeom>
            <a:avLst/>
            <a:gdLst/>
            <a:ahLst/>
            <a:cxnLst/>
            <a:rect l="l" t="t" r="r" b="b"/>
            <a:pathLst>
              <a:path w="52070" h="52704">
                <a:moveTo>
                  <a:pt x="0" y="25858"/>
                </a:moveTo>
                <a:lnTo>
                  <a:pt x="2288" y="35617"/>
                </a:lnTo>
                <a:lnTo>
                  <a:pt x="8286" y="44059"/>
                </a:lnTo>
                <a:lnTo>
                  <a:pt x="16692" y="49995"/>
                </a:lnTo>
                <a:lnTo>
                  <a:pt x="26204" y="52237"/>
                </a:lnTo>
                <a:lnTo>
                  <a:pt x="35736" y="51825"/>
                </a:lnTo>
                <a:lnTo>
                  <a:pt x="44014" y="48940"/>
                </a:lnTo>
                <a:lnTo>
                  <a:pt x="49852" y="41108"/>
                </a:lnTo>
                <a:lnTo>
                  <a:pt x="52062" y="25858"/>
                </a:lnTo>
                <a:lnTo>
                  <a:pt x="51658" y="10909"/>
                </a:lnTo>
                <a:lnTo>
                  <a:pt x="48830" y="3232"/>
                </a:lnTo>
                <a:lnTo>
                  <a:pt x="41154" y="404"/>
                </a:lnTo>
                <a:lnTo>
                  <a:pt x="26204" y="0"/>
                </a:lnTo>
                <a:lnTo>
                  <a:pt x="11055" y="2234"/>
                </a:lnTo>
                <a:lnTo>
                  <a:pt x="3275" y="8113"/>
                </a:lnTo>
                <a:lnTo>
                  <a:pt x="409" y="16400"/>
                </a:lnTo>
                <a:lnTo>
                  <a:pt x="0" y="25858"/>
                </a:lnTo>
                <a:close/>
              </a:path>
            </a:pathLst>
          </a:custGeom>
          <a:ln w="12924">
            <a:solidFill>
              <a:srgbClr val="000000"/>
            </a:solidFill>
          </a:ln>
        </p:spPr>
        <p:txBody>
          <a:bodyPr wrap="square" lIns="0" tIns="0" rIns="0" bIns="0" rtlCol="0"/>
          <a:lstStyle/>
          <a:p>
            <a:endParaRPr/>
          </a:p>
        </p:txBody>
      </p:sp>
      <p:sp>
        <p:nvSpPr>
          <p:cNvPr id="69" name="object 69"/>
          <p:cNvSpPr/>
          <p:nvPr/>
        </p:nvSpPr>
        <p:spPr>
          <a:xfrm>
            <a:off x="3785474" y="3635227"/>
            <a:ext cx="52705" cy="52705"/>
          </a:xfrm>
          <a:custGeom>
            <a:avLst/>
            <a:gdLst/>
            <a:ahLst/>
            <a:cxnLst/>
            <a:rect l="l" t="t" r="r" b="b"/>
            <a:pathLst>
              <a:path w="52704" h="52704">
                <a:moveTo>
                  <a:pt x="26204" y="0"/>
                </a:moveTo>
                <a:lnTo>
                  <a:pt x="11055" y="2288"/>
                </a:lnTo>
                <a:lnTo>
                  <a:pt x="3275" y="8286"/>
                </a:lnTo>
                <a:lnTo>
                  <a:pt x="409" y="16693"/>
                </a:lnTo>
                <a:lnTo>
                  <a:pt x="0" y="26205"/>
                </a:lnTo>
                <a:lnTo>
                  <a:pt x="2288" y="35718"/>
                </a:lnTo>
                <a:lnTo>
                  <a:pt x="8286" y="44124"/>
                </a:lnTo>
                <a:lnTo>
                  <a:pt x="16692" y="50122"/>
                </a:lnTo>
                <a:lnTo>
                  <a:pt x="26204" y="52411"/>
                </a:lnTo>
                <a:lnTo>
                  <a:pt x="35790" y="52001"/>
                </a:lnTo>
                <a:lnTo>
                  <a:pt x="44188" y="49135"/>
                </a:lnTo>
                <a:lnTo>
                  <a:pt x="50145" y="41355"/>
                </a:lnTo>
                <a:lnTo>
                  <a:pt x="52409" y="26205"/>
                </a:lnTo>
                <a:lnTo>
                  <a:pt x="52000" y="11055"/>
                </a:lnTo>
                <a:lnTo>
                  <a:pt x="49134" y="3275"/>
                </a:lnTo>
                <a:lnTo>
                  <a:pt x="41354" y="409"/>
                </a:lnTo>
                <a:lnTo>
                  <a:pt x="26204" y="0"/>
                </a:lnTo>
                <a:close/>
              </a:path>
            </a:pathLst>
          </a:custGeom>
          <a:solidFill>
            <a:srgbClr val="000000"/>
          </a:solidFill>
        </p:spPr>
        <p:txBody>
          <a:bodyPr wrap="square" lIns="0" tIns="0" rIns="0" bIns="0" rtlCol="0"/>
          <a:lstStyle/>
          <a:p>
            <a:endParaRPr/>
          </a:p>
        </p:txBody>
      </p:sp>
      <p:sp>
        <p:nvSpPr>
          <p:cNvPr id="70" name="object 70"/>
          <p:cNvSpPr/>
          <p:nvPr/>
        </p:nvSpPr>
        <p:spPr>
          <a:xfrm>
            <a:off x="3785474" y="3635227"/>
            <a:ext cx="52705" cy="52705"/>
          </a:xfrm>
          <a:custGeom>
            <a:avLst/>
            <a:gdLst/>
            <a:ahLst/>
            <a:cxnLst/>
            <a:rect l="l" t="t" r="r" b="b"/>
            <a:pathLst>
              <a:path w="52704" h="52704">
                <a:moveTo>
                  <a:pt x="0" y="26205"/>
                </a:moveTo>
                <a:lnTo>
                  <a:pt x="2288" y="35718"/>
                </a:lnTo>
                <a:lnTo>
                  <a:pt x="8286" y="44124"/>
                </a:lnTo>
                <a:lnTo>
                  <a:pt x="16692" y="50122"/>
                </a:lnTo>
                <a:lnTo>
                  <a:pt x="26204" y="52411"/>
                </a:lnTo>
                <a:lnTo>
                  <a:pt x="35790" y="52001"/>
                </a:lnTo>
                <a:lnTo>
                  <a:pt x="44188" y="49135"/>
                </a:lnTo>
                <a:lnTo>
                  <a:pt x="50145" y="41355"/>
                </a:lnTo>
                <a:lnTo>
                  <a:pt x="52409" y="26205"/>
                </a:lnTo>
                <a:lnTo>
                  <a:pt x="52000" y="11055"/>
                </a:lnTo>
                <a:lnTo>
                  <a:pt x="49134" y="3275"/>
                </a:lnTo>
                <a:lnTo>
                  <a:pt x="41354" y="409"/>
                </a:lnTo>
                <a:lnTo>
                  <a:pt x="26204" y="0"/>
                </a:lnTo>
                <a:lnTo>
                  <a:pt x="11055" y="2288"/>
                </a:lnTo>
                <a:lnTo>
                  <a:pt x="3275" y="8286"/>
                </a:lnTo>
                <a:lnTo>
                  <a:pt x="409" y="16693"/>
                </a:lnTo>
                <a:lnTo>
                  <a:pt x="0" y="26205"/>
                </a:lnTo>
                <a:close/>
              </a:path>
            </a:pathLst>
          </a:custGeom>
          <a:ln w="12924">
            <a:solidFill>
              <a:srgbClr val="000000"/>
            </a:solidFill>
          </a:ln>
        </p:spPr>
        <p:txBody>
          <a:bodyPr wrap="square" lIns="0" tIns="0" rIns="0" bIns="0" rtlCol="0"/>
          <a:lstStyle/>
          <a:p>
            <a:endParaRPr/>
          </a:p>
        </p:txBody>
      </p:sp>
      <p:sp>
        <p:nvSpPr>
          <p:cNvPr id="71" name="object 71"/>
          <p:cNvSpPr/>
          <p:nvPr/>
        </p:nvSpPr>
        <p:spPr>
          <a:xfrm>
            <a:off x="3042710" y="3609368"/>
            <a:ext cx="52069" cy="52069"/>
          </a:xfrm>
          <a:custGeom>
            <a:avLst/>
            <a:gdLst/>
            <a:ahLst/>
            <a:cxnLst/>
            <a:rect l="l" t="t" r="r" b="b"/>
            <a:pathLst>
              <a:path w="52069" h="52070">
                <a:moveTo>
                  <a:pt x="26204" y="0"/>
                </a:moveTo>
                <a:lnTo>
                  <a:pt x="11055" y="2210"/>
                </a:lnTo>
                <a:lnTo>
                  <a:pt x="3275" y="8048"/>
                </a:lnTo>
                <a:lnTo>
                  <a:pt x="409" y="16326"/>
                </a:lnTo>
                <a:lnTo>
                  <a:pt x="0" y="25858"/>
                </a:lnTo>
                <a:lnTo>
                  <a:pt x="2215" y="35590"/>
                </a:lnTo>
                <a:lnTo>
                  <a:pt x="8091" y="43972"/>
                </a:lnTo>
                <a:lnTo>
                  <a:pt x="16473" y="49848"/>
                </a:lnTo>
                <a:lnTo>
                  <a:pt x="26204" y="52064"/>
                </a:lnTo>
                <a:lnTo>
                  <a:pt x="35736" y="51654"/>
                </a:lnTo>
                <a:lnTo>
                  <a:pt x="44014" y="48788"/>
                </a:lnTo>
                <a:lnTo>
                  <a:pt x="49852" y="41008"/>
                </a:lnTo>
                <a:lnTo>
                  <a:pt x="52062" y="25858"/>
                </a:lnTo>
                <a:lnTo>
                  <a:pt x="51658" y="10909"/>
                </a:lnTo>
                <a:lnTo>
                  <a:pt x="48830" y="3232"/>
                </a:lnTo>
                <a:lnTo>
                  <a:pt x="41154" y="404"/>
                </a:lnTo>
                <a:lnTo>
                  <a:pt x="26204" y="0"/>
                </a:lnTo>
                <a:close/>
              </a:path>
            </a:pathLst>
          </a:custGeom>
          <a:solidFill>
            <a:srgbClr val="000000"/>
          </a:solidFill>
        </p:spPr>
        <p:txBody>
          <a:bodyPr wrap="square" lIns="0" tIns="0" rIns="0" bIns="0" rtlCol="0"/>
          <a:lstStyle/>
          <a:p>
            <a:endParaRPr/>
          </a:p>
        </p:txBody>
      </p:sp>
      <p:sp>
        <p:nvSpPr>
          <p:cNvPr id="72" name="object 72"/>
          <p:cNvSpPr/>
          <p:nvPr/>
        </p:nvSpPr>
        <p:spPr>
          <a:xfrm>
            <a:off x="3042710" y="3609368"/>
            <a:ext cx="52069" cy="52069"/>
          </a:xfrm>
          <a:custGeom>
            <a:avLst/>
            <a:gdLst/>
            <a:ahLst/>
            <a:cxnLst/>
            <a:rect l="l" t="t" r="r" b="b"/>
            <a:pathLst>
              <a:path w="52069" h="52070">
                <a:moveTo>
                  <a:pt x="0" y="25858"/>
                </a:moveTo>
                <a:lnTo>
                  <a:pt x="2215" y="35590"/>
                </a:lnTo>
                <a:lnTo>
                  <a:pt x="8091" y="43972"/>
                </a:lnTo>
                <a:lnTo>
                  <a:pt x="16473" y="49848"/>
                </a:lnTo>
                <a:lnTo>
                  <a:pt x="26204" y="52064"/>
                </a:lnTo>
                <a:lnTo>
                  <a:pt x="35736" y="51654"/>
                </a:lnTo>
                <a:lnTo>
                  <a:pt x="44014" y="48788"/>
                </a:lnTo>
                <a:lnTo>
                  <a:pt x="49852" y="41008"/>
                </a:lnTo>
                <a:lnTo>
                  <a:pt x="52062" y="25858"/>
                </a:lnTo>
                <a:lnTo>
                  <a:pt x="51658" y="10909"/>
                </a:lnTo>
                <a:lnTo>
                  <a:pt x="48830" y="3232"/>
                </a:lnTo>
                <a:lnTo>
                  <a:pt x="41154" y="404"/>
                </a:lnTo>
                <a:lnTo>
                  <a:pt x="26204" y="0"/>
                </a:lnTo>
                <a:lnTo>
                  <a:pt x="11055" y="2210"/>
                </a:lnTo>
                <a:lnTo>
                  <a:pt x="3275" y="8048"/>
                </a:lnTo>
                <a:lnTo>
                  <a:pt x="409" y="16326"/>
                </a:lnTo>
                <a:lnTo>
                  <a:pt x="0" y="25858"/>
                </a:lnTo>
                <a:close/>
              </a:path>
            </a:pathLst>
          </a:custGeom>
          <a:ln w="12924">
            <a:solidFill>
              <a:srgbClr val="000000"/>
            </a:solidFill>
          </a:ln>
        </p:spPr>
        <p:txBody>
          <a:bodyPr wrap="square" lIns="0" tIns="0" rIns="0" bIns="0" rtlCol="0"/>
          <a:lstStyle/>
          <a:p>
            <a:endParaRPr/>
          </a:p>
        </p:txBody>
      </p:sp>
      <p:sp>
        <p:nvSpPr>
          <p:cNvPr id="73" name="object 73"/>
          <p:cNvSpPr/>
          <p:nvPr/>
        </p:nvSpPr>
        <p:spPr>
          <a:xfrm>
            <a:off x="2794891" y="3582989"/>
            <a:ext cx="52705" cy="52705"/>
          </a:xfrm>
          <a:custGeom>
            <a:avLst/>
            <a:gdLst/>
            <a:ahLst/>
            <a:cxnLst/>
            <a:rect l="l" t="t" r="r" b="b"/>
            <a:pathLst>
              <a:path w="52705" h="52704">
                <a:moveTo>
                  <a:pt x="26378" y="0"/>
                </a:moveTo>
                <a:lnTo>
                  <a:pt x="11128" y="2291"/>
                </a:lnTo>
                <a:lnTo>
                  <a:pt x="3297" y="8308"/>
                </a:lnTo>
                <a:lnTo>
                  <a:pt x="412" y="16766"/>
                </a:lnTo>
                <a:lnTo>
                  <a:pt x="0" y="26379"/>
                </a:lnTo>
                <a:lnTo>
                  <a:pt x="2242" y="35837"/>
                </a:lnTo>
                <a:lnTo>
                  <a:pt x="8178" y="44124"/>
                </a:lnTo>
                <a:lnTo>
                  <a:pt x="16619" y="50003"/>
                </a:lnTo>
                <a:lnTo>
                  <a:pt x="26378" y="52237"/>
                </a:lnTo>
                <a:lnTo>
                  <a:pt x="35836" y="51833"/>
                </a:lnTo>
                <a:lnTo>
                  <a:pt x="44123" y="49005"/>
                </a:lnTo>
                <a:lnTo>
                  <a:pt x="50002" y="41328"/>
                </a:lnTo>
                <a:lnTo>
                  <a:pt x="52236" y="26379"/>
                </a:lnTo>
                <a:lnTo>
                  <a:pt x="51832" y="11128"/>
                </a:lnTo>
                <a:lnTo>
                  <a:pt x="49004" y="3297"/>
                </a:lnTo>
                <a:lnTo>
                  <a:pt x="41327" y="412"/>
                </a:lnTo>
                <a:lnTo>
                  <a:pt x="26378" y="0"/>
                </a:lnTo>
                <a:close/>
              </a:path>
            </a:pathLst>
          </a:custGeom>
          <a:solidFill>
            <a:srgbClr val="000000"/>
          </a:solidFill>
        </p:spPr>
        <p:txBody>
          <a:bodyPr wrap="square" lIns="0" tIns="0" rIns="0" bIns="0" rtlCol="0"/>
          <a:lstStyle/>
          <a:p>
            <a:endParaRPr/>
          </a:p>
        </p:txBody>
      </p:sp>
      <p:sp>
        <p:nvSpPr>
          <p:cNvPr id="74" name="object 74"/>
          <p:cNvSpPr/>
          <p:nvPr/>
        </p:nvSpPr>
        <p:spPr>
          <a:xfrm>
            <a:off x="2794891" y="3582989"/>
            <a:ext cx="52705" cy="52705"/>
          </a:xfrm>
          <a:custGeom>
            <a:avLst/>
            <a:gdLst/>
            <a:ahLst/>
            <a:cxnLst/>
            <a:rect l="l" t="t" r="r" b="b"/>
            <a:pathLst>
              <a:path w="52705" h="52704">
                <a:moveTo>
                  <a:pt x="0" y="26379"/>
                </a:moveTo>
                <a:lnTo>
                  <a:pt x="2242" y="35837"/>
                </a:lnTo>
                <a:lnTo>
                  <a:pt x="8178" y="44124"/>
                </a:lnTo>
                <a:lnTo>
                  <a:pt x="16619" y="50003"/>
                </a:lnTo>
                <a:lnTo>
                  <a:pt x="26378" y="52237"/>
                </a:lnTo>
                <a:lnTo>
                  <a:pt x="35836" y="51833"/>
                </a:lnTo>
                <a:lnTo>
                  <a:pt x="44123" y="49005"/>
                </a:lnTo>
                <a:lnTo>
                  <a:pt x="50002" y="41328"/>
                </a:lnTo>
                <a:lnTo>
                  <a:pt x="52236" y="26379"/>
                </a:lnTo>
                <a:lnTo>
                  <a:pt x="51832" y="11128"/>
                </a:lnTo>
                <a:lnTo>
                  <a:pt x="49004" y="3297"/>
                </a:lnTo>
                <a:lnTo>
                  <a:pt x="41327" y="412"/>
                </a:lnTo>
                <a:lnTo>
                  <a:pt x="26378" y="0"/>
                </a:lnTo>
                <a:lnTo>
                  <a:pt x="11128" y="2291"/>
                </a:lnTo>
                <a:lnTo>
                  <a:pt x="3297" y="8308"/>
                </a:lnTo>
                <a:lnTo>
                  <a:pt x="412" y="16766"/>
                </a:lnTo>
                <a:lnTo>
                  <a:pt x="0" y="26379"/>
                </a:lnTo>
                <a:close/>
              </a:path>
            </a:pathLst>
          </a:custGeom>
          <a:ln w="12924">
            <a:solidFill>
              <a:srgbClr val="000000"/>
            </a:solidFill>
          </a:ln>
        </p:spPr>
        <p:txBody>
          <a:bodyPr wrap="square" lIns="0" tIns="0" rIns="0" bIns="0" rtlCol="0"/>
          <a:lstStyle/>
          <a:p>
            <a:endParaRPr/>
          </a:p>
        </p:txBody>
      </p:sp>
      <p:sp>
        <p:nvSpPr>
          <p:cNvPr id="75" name="object 75"/>
          <p:cNvSpPr/>
          <p:nvPr/>
        </p:nvSpPr>
        <p:spPr>
          <a:xfrm>
            <a:off x="2547245" y="3544289"/>
            <a:ext cx="52069" cy="52069"/>
          </a:xfrm>
          <a:custGeom>
            <a:avLst/>
            <a:gdLst/>
            <a:ahLst/>
            <a:cxnLst/>
            <a:rect l="l" t="t" r="r" b="b"/>
            <a:pathLst>
              <a:path w="52069" h="52070">
                <a:moveTo>
                  <a:pt x="26378" y="0"/>
                </a:moveTo>
                <a:lnTo>
                  <a:pt x="11128" y="2210"/>
                </a:lnTo>
                <a:lnTo>
                  <a:pt x="3297" y="8048"/>
                </a:lnTo>
                <a:lnTo>
                  <a:pt x="412" y="16326"/>
                </a:lnTo>
                <a:lnTo>
                  <a:pt x="0" y="25858"/>
                </a:lnTo>
                <a:lnTo>
                  <a:pt x="2291" y="35371"/>
                </a:lnTo>
                <a:lnTo>
                  <a:pt x="8308" y="43777"/>
                </a:lnTo>
                <a:lnTo>
                  <a:pt x="16765" y="49775"/>
                </a:lnTo>
                <a:lnTo>
                  <a:pt x="26378" y="52064"/>
                </a:lnTo>
                <a:lnTo>
                  <a:pt x="35809" y="51654"/>
                </a:lnTo>
                <a:lnTo>
                  <a:pt x="44036" y="48788"/>
                </a:lnTo>
                <a:lnTo>
                  <a:pt x="49855" y="41008"/>
                </a:lnTo>
                <a:lnTo>
                  <a:pt x="52062" y="25858"/>
                </a:lnTo>
                <a:lnTo>
                  <a:pt x="51661" y="10909"/>
                </a:lnTo>
                <a:lnTo>
                  <a:pt x="48852" y="3232"/>
                </a:lnTo>
                <a:lnTo>
                  <a:pt x="41227" y="404"/>
                </a:lnTo>
                <a:lnTo>
                  <a:pt x="26378" y="0"/>
                </a:lnTo>
                <a:close/>
              </a:path>
            </a:pathLst>
          </a:custGeom>
          <a:solidFill>
            <a:srgbClr val="000000"/>
          </a:solidFill>
        </p:spPr>
        <p:txBody>
          <a:bodyPr wrap="square" lIns="0" tIns="0" rIns="0" bIns="0" rtlCol="0"/>
          <a:lstStyle/>
          <a:p>
            <a:endParaRPr/>
          </a:p>
        </p:txBody>
      </p:sp>
      <p:sp>
        <p:nvSpPr>
          <p:cNvPr id="76" name="object 76"/>
          <p:cNvSpPr/>
          <p:nvPr/>
        </p:nvSpPr>
        <p:spPr>
          <a:xfrm>
            <a:off x="2547245" y="3544289"/>
            <a:ext cx="52069" cy="52069"/>
          </a:xfrm>
          <a:custGeom>
            <a:avLst/>
            <a:gdLst/>
            <a:ahLst/>
            <a:cxnLst/>
            <a:rect l="l" t="t" r="r" b="b"/>
            <a:pathLst>
              <a:path w="52069" h="52070">
                <a:moveTo>
                  <a:pt x="0" y="25858"/>
                </a:moveTo>
                <a:lnTo>
                  <a:pt x="2291" y="35371"/>
                </a:lnTo>
                <a:lnTo>
                  <a:pt x="8308" y="43777"/>
                </a:lnTo>
                <a:lnTo>
                  <a:pt x="16765" y="49775"/>
                </a:lnTo>
                <a:lnTo>
                  <a:pt x="26378" y="52064"/>
                </a:lnTo>
                <a:lnTo>
                  <a:pt x="35809" y="51654"/>
                </a:lnTo>
                <a:lnTo>
                  <a:pt x="44036" y="48788"/>
                </a:lnTo>
                <a:lnTo>
                  <a:pt x="49855" y="41008"/>
                </a:lnTo>
                <a:lnTo>
                  <a:pt x="52062" y="25858"/>
                </a:lnTo>
                <a:lnTo>
                  <a:pt x="51661" y="10909"/>
                </a:lnTo>
                <a:lnTo>
                  <a:pt x="48852" y="3232"/>
                </a:lnTo>
                <a:lnTo>
                  <a:pt x="41227" y="404"/>
                </a:lnTo>
                <a:lnTo>
                  <a:pt x="26378" y="0"/>
                </a:lnTo>
                <a:lnTo>
                  <a:pt x="11128" y="2210"/>
                </a:lnTo>
                <a:lnTo>
                  <a:pt x="3297" y="8048"/>
                </a:lnTo>
                <a:lnTo>
                  <a:pt x="412" y="16326"/>
                </a:lnTo>
                <a:lnTo>
                  <a:pt x="0" y="25858"/>
                </a:lnTo>
                <a:close/>
              </a:path>
            </a:pathLst>
          </a:custGeom>
          <a:ln w="12924">
            <a:solidFill>
              <a:srgbClr val="000000"/>
            </a:solidFill>
          </a:ln>
        </p:spPr>
        <p:txBody>
          <a:bodyPr wrap="square" lIns="0" tIns="0" rIns="0" bIns="0" rtlCol="0"/>
          <a:lstStyle/>
          <a:p>
            <a:endParaRPr/>
          </a:p>
        </p:txBody>
      </p:sp>
      <p:sp>
        <p:nvSpPr>
          <p:cNvPr id="77" name="object 77"/>
          <p:cNvSpPr/>
          <p:nvPr/>
        </p:nvSpPr>
        <p:spPr>
          <a:xfrm>
            <a:off x="2052248" y="3452829"/>
            <a:ext cx="52705" cy="52705"/>
          </a:xfrm>
          <a:custGeom>
            <a:avLst/>
            <a:gdLst/>
            <a:ahLst/>
            <a:cxnLst/>
            <a:rect l="l" t="t" r="r" b="b"/>
            <a:pathLst>
              <a:path w="52705" h="52704">
                <a:moveTo>
                  <a:pt x="25857" y="0"/>
                </a:moveTo>
                <a:lnTo>
                  <a:pt x="10908" y="2234"/>
                </a:lnTo>
                <a:lnTo>
                  <a:pt x="3232" y="8113"/>
                </a:lnTo>
                <a:lnTo>
                  <a:pt x="404" y="16400"/>
                </a:lnTo>
                <a:lnTo>
                  <a:pt x="0" y="25858"/>
                </a:lnTo>
                <a:lnTo>
                  <a:pt x="2222" y="35471"/>
                </a:lnTo>
                <a:lnTo>
                  <a:pt x="8080" y="43929"/>
                </a:lnTo>
                <a:lnTo>
                  <a:pt x="16363" y="49946"/>
                </a:lnTo>
                <a:lnTo>
                  <a:pt x="25857" y="52237"/>
                </a:lnTo>
                <a:lnTo>
                  <a:pt x="35417" y="51825"/>
                </a:lnTo>
                <a:lnTo>
                  <a:pt x="43843" y="48940"/>
                </a:lnTo>
                <a:lnTo>
                  <a:pt x="49845" y="41108"/>
                </a:lnTo>
                <a:lnTo>
                  <a:pt x="52132" y="25858"/>
                </a:lnTo>
                <a:lnTo>
                  <a:pt x="51721" y="10909"/>
                </a:lnTo>
                <a:lnTo>
                  <a:pt x="48848" y="3232"/>
                </a:lnTo>
                <a:lnTo>
                  <a:pt x="41047" y="404"/>
                </a:lnTo>
                <a:lnTo>
                  <a:pt x="25857" y="0"/>
                </a:lnTo>
                <a:close/>
              </a:path>
            </a:pathLst>
          </a:custGeom>
          <a:solidFill>
            <a:srgbClr val="000000"/>
          </a:solidFill>
        </p:spPr>
        <p:txBody>
          <a:bodyPr wrap="square" lIns="0" tIns="0" rIns="0" bIns="0" rtlCol="0"/>
          <a:lstStyle/>
          <a:p>
            <a:endParaRPr/>
          </a:p>
        </p:txBody>
      </p:sp>
      <p:sp>
        <p:nvSpPr>
          <p:cNvPr id="78" name="object 78"/>
          <p:cNvSpPr/>
          <p:nvPr/>
        </p:nvSpPr>
        <p:spPr>
          <a:xfrm>
            <a:off x="2052248" y="3452829"/>
            <a:ext cx="52705" cy="52705"/>
          </a:xfrm>
          <a:custGeom>
            <a:avLst/>
            <a:gdLst/>
            <a:ahLst/>
            <a:cxnLst/>
            <a:rect l="l" t="t" r="r" b="b"/>
            <a:pathLst>
              <a:path w="52705" h="52704">
                <a:moveTo>
                  <a:pt x="0" y="25858"/>
                </a:moveTo>
                <a:lnTo>
                  <a:pt x="2222" y="35471"/>
                </a:lnTo>
                <a:lnTo>
                  <a:pt x="8080" y="43929"/>
                </a:lnTo>
                <a:lnTo>
                  <a:pt x="16363" y="49946"/>
                </a:lnTo>
                <a:lnTo>
                  <a:pt x="25857" y="52237"/>
                </a:lnTo>
                <a:lnTo>
                  <a:pt x="35417" y="51825"/>
                </a:lnTo>
                <a:lnTo>
                  <a:pt x="43843" y="48940"/>
                </a:lnTo>
                <a:lnTo>
                  <a:pt x="49845" y="41108"/>
                </a:lnTo>
                <a:lnTo>
                  <a:pt x="52132" y="25858"/>
                </a:lnTo>
                <a:lnTo>
                  <a:pt x="51721" y="10909"/>
                </a:lnTo>
                <a:lnTo>
                  <a:pt x="48848" y="3232"/>
                </a:lnTo>
                <a:lnTo>
                  <a:pt x="41047" y="404"/>
                </a:lnTo>
                <a:lnTo>
                  <a:pt x="25857" y="0"/>
                </a:lnTo>
                <a:lnTo>
                  <a:pt x="10908" y="2234"/>
                </a:lnTo>
                <a:lnTo>
                  <a:pt x="3232" y="8113"/>
                </a:lnTo>
                <a:lnTo>
                  <a:pt x="404" y="16400"/>
                </a:lnTo>
                <a:lnTo>
                  <a:pt x="0" y="25858"/>
                </a:lnTo>
                <a:close/>
              </a:path>
            </a:pathLst>
          </a:custGeom>
          <a:ln w="12924">
            <a:solidFill>
              <a:srgbClr val="000000"/>
            </a:solidFill>
          </a:ln>
        </p:spPr>
        <p:txBody>
          <a:bodyPr wrap="square" lIns="0" tIns="0" rIns="0" bIns="0" rtlCol="0"/>
          <a:lstStyle/>
          <a:p>
            <a:endParaRPr/>
          </a:p>
        </p:txBody>
      </p:sp>
      <p:sp>
        <p:nvSpPr>
          <p:cNvPr id="79" name="object 79"/>
          <p:cNvSpPr/>
          <p:nvPr/>
        </p:nvSpPr>
        <p:spPr>
          <a:xfrm>
            <a:off x="1804533" y="3544289"/>
            <a:ext cx="52705" cy="52069"/>
          </a:xfrm>
          <a:custGeom>
            <a:avLst/>
            <a:gdLst/>
            <a:ahLst/>
            <a:cxnLst/>
            <a:rect l="l" t="t" r="r" b="b"/>
            <a:pathLst>
              <a:path w="52705" h="52070">
                <a:moveTo>
                  <a:pt x="25857" y="0"/>
                </a:moveTo>
                <a:lnTo>
                  <a:pt x="10908" y="2210"/>
                </a:lnTo>
                <a:lnTo>
                  <a:pt x="3232" y="8048"/>
                </a:lnTo>
                <a:lnTo>
                  <a:pt x="404" y="16326"/>
                </a:lnTo>
                <a:lnTo>
                  <a:pt x="0" y="25858"/>
                </a:lnTo>
                <a:lnTo>
                  <a:pt x="2222" y="35371"/>
                </a:lnTo>
                <a:lnTo>
                  <a:pt x="8080" y="43777"/>
                </a:lnTo>
                <a:lnTo>
                  <a:pt x="16363" y="49775"/>
                </a:lnTo>
                <a:lnTo>
                  <a:pt x="25857" y="52064"/>
                </a:lnTo>
                <a:lnTo>
                  <a:pt x="35593" y="51654"/>
                </a:lnTo>
                <a:lnTo>
                  <a:pt x="43999" y="48788"/>
                </a:lnTo>
                <a:lnTo>
                  <a:pt x="49903" y="41008"/>
                </a:lnTo>
                <a:lnTo>
                  <a:pt x="52132" y="25858"/>
                </a:lnTo>
                <a:lnTo>
                  <a:pt x="51721" y="10909"/>
                </a:lnTo>
                <a:lnTo>
                  <a:pt x="48848" y="3232"/>
                </a:lnTo>
                <a:lnTo>
                  <a:pt x="41047" y="404"/>
                </a:lnTo>
                <a:lnTo>
                  <a:pt x="25857" y="0"/>
                </a:lnTo>
                <a:close/>
              </a:path>
            </a:pathLst>
          </a:custGeom>
          <a:solidFill>
            <a:srgbClr val="000000"/>
          </a:solidFill>
        </p:spPr>
        <p:txBody>
          <a:bodyPr wrap="square" lIns="0" tIns="0" rIns="0" bIns="0" rtlCol="0"/>
          <a:lstStyle/>
          <a:p>
            <a:endParaRPr/>
          </a:p>
        </p:txBody>
      </p:sp>
      <p:sp>
        <p:nvSpPr>
          <p:cNvPr id="80" name="object 80"/>
          <p:cNvSpPr/>
          <p:nvPr/>
        </p:nvSpPr>
        <p:spPr>
          <a:xfrm>
            <a:off x="1804533" y="3544289"/>
            <a:ext cx="52705" cy="52069"/>
          </a:xfrm>
          <a:custGeom>
            <a:avLst/>
            <a:gdLst/>
            <a:ahLst/>
            <a:cxnLst/>
            <a:rect l="l" t="t" r="r" b="b"/>
            <a:pathLst>
              <a:path w="52705" h="52070">
                <a:moveTo>
                  <a:pt x="0" y="25858"/>
                </a:moveTo>
                <a:lnTo>
                  <a:pt x="2222" y="35371"/>
                </a:lnTo>
                <a:lnTo>
                  <a:pt x="8080" y="43777"/>
                </a:lnTo>
                <a:lnTo>
                  <a:pt x="16363" y="49775"/>
                </a:lnTo>
                <a:lnTo>
                  <a:pt x="25857" y="52064"/>
                </a:lnTo>
                <a:lnTo>
                  <a:pt x="35593" y="51654"/>
                </a:lnTo>
                <a:lnTo>
                  <a:pt x="43999" y="48788"/>
                </a:lnTo>
                <a:lnTo>
                  <a:pt x="49903" y="41008"/>
                </a:lnTo>
                <a:lnTo>
                  <a:pt x="52132" y="25858"/>
                </a:lnTo>
                <a:lnTo>
                  <a:pt x="51721" y="10909"/>
                </a:lnTo>
                <a:lnTo>
                  <a:pt x="48848" y="3232"/>
                </a:lnTo>
                <a:lnTo>
                  <a:pt x="41047" y="404"/>
                </a:lnTo>
                <a:lnTo>
                  <a:pt x="25857" y="0"/>
                </a:lnTo>
                <a:lnTo>
                  <a:pt x="10908" y="2210"/>
                </a:lnTo>
                <a:lnTo>
                  <a:pt x="3232" y="8048"/>
                </a:lnTo>
                <a:lnTo>
                  <a:pt x="404" y="16326"/>
                </a:lnTo>
                <a:lnTo>
                  <a:pt x="0" y="25858"/>
                </a:lnTo>
                <a:close/>
              </a:path>
            </a:pathLst>
          </a:custGeom>
          <a:ln w="12924">
            <a:solidFill>
              <a:srgbClr val="000000"/>
            </a:solidFill>
          </a:ln>
        </p:spPr>
        <p:txBody>
          <a:bodyPr wrap="square" lIns="0" tIns="0" rIns="0" bIns="0" rtlCol="0"/>
          <a:lstStyle/>
          <a:p>
            <a:endParaRPr/>
          </a:p>
        </p:txBody>
      </p:sp>
      <p:sp>
        <p:nvSpPr>
          <p:cNvPr id="81" name="object 81"/>
          <p:cNvSpPr/>
          <p:nvPr/>
        </p:nvSpPr>
        <p:spPr>
          <a:xfrm>
            <a:off x="1556818" y="3544289"/>
            <a:ext cx="52705" cy="52069"/>
          </a:xfrm>
          <a:custGeom>
            <a:avLst/>
            <a:gdLst/>
            <a:ahLst/>
            <a:cxnLst/>
            <a:rect l="l" t="t" r="r" b="b"/>
            <a:pathLst>
              <a:path w="52705" h="52070">
                <a:moveTo>
                  <a:pt x="26291" y="0"/>
                </a:moveTo>
                <a:lnTo>
                  <a:pt x="11091" y="2210"/>
                </a:lnTo>
                <a:lnTo>
                  <a:pt x="3286" y="8048"/>
                </a:lnTo>
                <a:lnTo>
                  <a:pt x="410" y="16326"/>
                </a:lnTo>
                <a:lnTo>
                  <a:pt x="0" y="25858"/>
                </a:lnTo>
                <a:lnTo>
                  <a:pt x="2228" y="35371"/>
                </a:lnTo>
                <a:lnTo>
                  <a:pt x="8134" y="43777"/>
                </a:lnTo>
                <a:lnTo>
                  <a:pt x="16546" y="49775"/>
                </a:lnTo>
                <a:lnTo>
                  <a:pt x="26291" y="52064"/>
                </a:lnTo>
                <a:lnTo>
                  <a:pt x="35776" y="51654"/>
                </a:lnTo>
                <a:lnTo>
                  <a:pt x="44053" y="48788"/>
                </a:lnTo>
                <a:lnTo>
                  <a:pt x="49910" y="41008"/>
                </a:lnTo>
                <a:lnTo>
                  <a:pt x="52132" y="25858"/>
                </a:lnTo>
                <a:lnTo>
                  <a:pt x="51728" y="10909"/>
                </a:lnTo>
                <a:lnTo>
                  <a:pt x="48902" y="3232"/>
                </a:lnTo>
                <a:lnTo>
                  <a:pt x="41230" y="404"/>
                </a:lnTo>
                <a:lnTo>
                  <a:pt x="26291" y="0"/>
                </a:lnTo>
                <a:close/>
              </a:path>
            </a:pathLst>
          </a:custGeom>
          <a:solidFill>
            <a:srgbClr val="000000"/>
          </a:solidFill>
        </p:spPr>
        <p:txBody>
          <a:bodyPr wrap="square" lIns="0" tIns="0" rIns="0" bIns="0" rtlCol="0"/>
          <a:lstStyle/>
          <a:p>
            <a:endParaRPr/>
          </a:p>
        </p:txBody>
      </p:sp>
      <p:sp>
        <p:nvSpPr>
          <p:cNvPr id="82" name="object 82"/>
          <p:cNvSpPr/>
          <p:nvPr/>
        </p:nvSpPr>
        <p:spPr>
          <a:xfrm>
            <a:off x="1556818" y="3544289"/>
            <a:ext cx="52705" cy="52069"/>
          </a:xfrm>
          <a:custGeom>
            <a:avLst/>
            <a:gdLst/>
            <a:ahLst/>
            <a:cxnLst/>
            <a:rect l="l" t="t" r="r" b="b"/>
            <a:pathLst>
              <a:path w="52705" h="52070">
                <a:moveTo>
                  <a:pt x="0" y="25858"/>
                </a:moveTo>
                <a:lnTo>
                  <a:pt x="2228" y="35371"/>
                </a:lnTo>
                <a:lnTo>
                  <a:pt x="8134" y="43777"/>
                </a:lnTo>
                <a:lnTo>
                  <a:pt x="16546" y="49775"/>
                </a:lnTo>
                <a:lnTo>
                  <a:pt x="26291" y="52064"/>
                </a:lnTo>
                <a:lnTo>
                  <a:pt x="35776" y="51654"/>
                </a:lnTo>
                <a:lnTo>
                  <a:pt x="44053" y="48788"/>
                </a:lnTo>
                <a:lnTo>
                  <a:pt x="49910" y="41008"/>
                </a:lnTo>
                <a:lnTo>
                  <a:pt x="52132" y="25858"/>
                </a:lnTo>
                <a:lnTo>
                  <a:pt x="51728" y="10909"/>
                </a:lnTo>
                <a:lnTo>
                  <a:pt x="48902" y="3232"/>
                </a:lnTo>
                <a:lnTo>
                  <a:pt x="41230" y="404"/>
                </a:lnTo>
                <a:lnTo>
                  <a:pt x="26291" y="0"/>
                </a:lnTo>
                <a:lnTo>
                  <a:pt x="11091" y="2210"/>
                </a:lnTo>
                <a:lnTo>
                  <a:pt x="3286" y="8048"/>
                </a:lnTo>
                <a:lnTo>
                  <a:pt x="410" y="16326"/>
                </a:lnTo>
                <a:lnTo>
                  <a:pt x="0" y="25858"/>
                </a:lnTo>
                <a:close/>
              </a:path>
            </a:pathLst>
          </a:custGeom>
          <a:ln w="12924">
            <a:solidFill>
              <a:srgbClr val="000000"/>
            </a:solidFill>
          </a:ln>
        </p:spPr>
        <p:txBody>
          <a:bodyPr wrap="square" lIns="0" tIns="0" rIns="0" bIns="0" rtlCol="0"/>
          <a:lstStyle/>
          <a:p>
            <a:endParaRPr/>
          </a:p>
        </p:txBody>
      </p:sp>
      <p:sp>
        <p:nvSpPr>
          <p:cNvPr id="83" name="object 83"/>
          <p:cNvSpPr/>
          <p:nvPr/>
        </p:nvSpPr>
        <p:spPr>
          <a:xfrm>
            <a:off x="7239673" y="2448167"/>
            <a:ext cx="52069" cy="52705"/>
          </a:xfrm>
          <a:custGeom>
            <a:avLst/>
            <a:gdLst/>
            <a:ahLst/>
            <a:cxnLst/>
            <a:rect l="l" t="t" r="r" b="b"/>
            <a:pathLst>
              <a:path w="52070" h="52705">
                <a:moveTo>
                  <a:pt x="0" y="0"/>
                </a:moveTo>
                <a:lnTo>
                  <a:pt x="0" y="52237"/>
                </a:lnTo>
                <a:lnTo>
                  <a:pt x="52062" y="52237"/>
                </a:lnTo>
                <a:lnTo>
                  <a:pt x="0" y="0"/>
                </a:lnTo>
                <a:close/>
              </a:path>
            </a:pathLst>
          </a:custGeom>
          <a:solidFill>
            <a:srgbClr val="FF0000"/>
          </a:solidFill>
        </p:spPr>
        <p:txBody>
          <a:bodyPr wrap="square" lIns="0" tIns="0" rIns="0" bIns="0" rtlCol="0"/>
          <a:lstStyle/>
          <a:p>
            <a:endParaRPr/>
          </a:p>
        </p:txBody>
      </p:sp>
      <p:sp>
        <p:nvSpPr>
          <p:cNvPr id="84" name="object 84"/>
          <p:cNvSpPr/>
          <p:nvPr/>
        </p:nvSpPr>
        <p:spPr>
          <a:xfrm>
            <a:off x="7239673" y="2448167"/>
            <a:ext cx="52069" cy="52705"/>
          </a:xfrm>
          <a:custGeom>
            <a:avLst/>
            <a:gdLst/>
            <a:ahLst/>
            <a:cxnLst/>
            <a:rect l="l" t="t" r="r" b="b"/>
            <a:pathLst>
              <a:path w="52070" h="52705">
                <a:moveTo>
                  <a:pt x="0" y="0"/>
                </a:moveTo>
                <a:lnTo>
                  <a:pt x="52062" y="52237"/>
                </a:lnTo>
                <a:lnTo>
                  <a:pt x="0" y="52237"/>
                </a:lnTo>
                <a:lnTo>
                  <a:pt x="0" y="0"/>
                </a:lnTo>
                <a:close/>
              </a:path>
            </a:pathLst>
          </a:custGeom>
          <a:ln w="12924">
            <a:solidFill>
              <a:srgbClr val="FF0000"/>
            </a:solidFill>
          </a:ln>
        </p:spPr>
        <p:txBody>
          <a:bodyPr wrap="square" lIns="0" tIns="0" rIns="0" bIns="0" rtlCol="0"/>
          <a:lstStyle/>
          <a:p>
            <a:endParaRPr/>
          </a:p>
        </p:txBody>
      </p:sp>
      <p:sp>
        <p:nvSpPr>
          <p:cNvPr id="85" name="object 85"/>
          <p:cNvSpPr/>
          <p:nvPr/>
        </p:nvSpPr>
        <p:spPr>
          <a:xfrm>
            <a:off x="7239673" y="2448167"/>
            <a:ext cx="52069" cy="52705"/>
          </a:xfrm>
          <a:custGeom>
            <a:avLst/>
            <a:gdLst/>
            <a:ahLst/>
            <a:cxnLst/>
            <a:rect l="l" t="t" r="r" b="b"/>
            <a:pathLst>
              <a:path w="52070" h="52705">
                <a:moveTo>
                  <a:pt x="52062" y="0"/>
                </a:moveTo>
                <a:lnTo>
                  <a:pt x="0" y="0"/>
                </a:lnTo>
                <a:lnTo>
                  <a:pt x="52062" y="52237"/>
                </a:lnTo>
                <a:lnTo>
                  <a:pt x="52062" y="0"/>
                </a:lnTo>
                <a:close/>
              </a:path>
            </a:pathLst>
          </a:custGeom>
          <a:solidFill>
            <a:srgbClr val="FF0000"/>
          </a:solidFill>
        </p:spPr>
        <p:txBody>
          <a:bodyPr wrap="square" lIns="0" tIns="0" rIns="0" bIns="0" rtlCol="0"/>
          <a:lstStyle/>
          <a:p>
            <a:endParaRPr/>
          </a:p>
        </p:txBody>
      </p:sp>
      <p:sp>
        <p:nvSpPr>
          <p:cNvPr id="86" name="object 86"/>
          <p:cNvSpPr/>
          <p:nvPr/>
        </p:nvSpPr>
        <p:spPr>
          <a:xfrm>
            <a:off x="7239673" y="2448167"/>
            <a:ext cx="52069" cy="52705"/>
          </a:xfrm>
          <a:custGeom>
            <a:avLst/>
            <a:gdLst/>
            <a:ahLst/>
            <a:cxnLst/>
            <a:rect l="l" t="t" r="r" b="b"/>
            <a:pathLst>
              <a:path w="52070" h="52705">
                <a:moveTo>
                  <a:pt x="0" y="0"/>
                </a:moveTo>
                <a:lnTo>
                  <a:pt x="52062" y="0"/>
                </a:lnTo>
                <a:lnTo>
                  <a:pt x="52062" y="52237"/>
                </a:lnTo>
                <a:lnTo>
                  <a:pt x="0" y="0"/>
                </a:lnTo>
                <a:close/>
              </a:path>
            </a:pathLst>
          </a:custGeom>
          <a:ln w="12924">
            <a:solidFill>
              <a:srgbClr val="FF0000"/>
            </a:solidFill>
          </a:ln>
        </p:spPr>
        <p:txBody>
          <a:bodyPr wrap="square" lIns="0" tIns="0" rIns="0" bIns="0" rtlCol="0"/>
          <a:lstStyle/>
          <a:p>
            <a:endParaRPr/>
          </a:p>
        </p:txBody>
      </p:sp>
      <p:sp>
        <p:nvSpPr>
          <p:cNvPr id="87" name="object 87"/>
          <p:cNvSpPr/>
          <p:nvPr/>
        </p:nvSpPr>
        <p:spPr>
          <a:xfrm>
            <a:off x="6991853" y="2331023"/>
            <a:ext cx="52705" cy="52705"/>
          </a:xfrm>
          <a:custGeom>
            <a:avLst/>
            <a:gdLst/>
            <a:ahLst/>
            <a:cxnLst/>
            <a:rect l="l" t="t" r="r" b="b"/>
            <a:pathLst>
              <a:path w="52704" h="52705">
                <a:moveTo>
                  <a:pt x="0" y="0"/>
                </a:moveTo>
                <a:lnTo>
                  <a:pt x="0" y="52237"/>
                </a:lnTo>
                <a:lnTo>
                  <a:pt x="52236" y="52237"/>
                </a:lnTo>
                <a:lnTo>
                  <a:pt x="0" y="0"/>
                </a:lnTo>
                <a:close/>
              </a:path>
            </a:pathLst>
          </a:custGeom>
          <a:solidFill>
            <a:srgbClr val="FF0000"/>
          </a:solidFill>
        </p:spPr>
        <p:txBody>
          <a:bodyPr wrap="square" lIns="0" tIns="0" rIns="0" bIns="0" rtlCol="0"/>
          <a:lstStyle/>
          <a:p>
            <a:endParaRPr/>
          </a:p>
        </p:txBody>
      </p:sp>
      <p:sp>
        <p:nvSpPr>
          <p:cNvPr id="88" name="object 88"/>
          <p:cNvSpPr/>
          <p:nvPr/>
        </p:nvSpPr>
        <p:spPr>
          <a:xfrm>
            <a:off x="6991853" y="2331023"/>
            <a:ext cx="52705" cy="52705"/>
          </a:xfrm>
          <a:custGeom>
            <a:avLst/>
            <a:gdLst/>
            <a:ahLst/>
            <a:cxnLst/>
            <a:rect l="l" t="t" r="r" b="b"/>
            <a:pathLst>
              <a:path w="52704" h="52705">
                <a:moveTo>
                  <a:pt x="0" y="0"/>
                </a:moveTo>
                <a:lnTo>
                  <a:pt x="52236" y="52237"/>
                </a:lnTo>
                <a:lnTo>
                  <a:pt x="0" y="52237"/>
                </a:lnTo>
                <a:lnTo>
                  <a:pt x="0" y="0"/>
                </a:lnTo>
                <a:close/>
              </a:path>
            </a:pathLst>
          </a:custGeom>
          <a:ln w="12924">
            <a:solidFill>
              <a:srgbClr val="FF0000"/>
            </a:solidFill>
          </a:ln>
        </p:spPr>
        <p:txBody>
          <a:bodyPr wrap="square" lIns="0" tIns="0" rIns="0" bIns="0" rtlCol="0"/>
          <a:lstStyle/>
          <a:p>
            <a:endParaRPr/>
          </a:p>
        </p:txBody>
      </p:sp>
      <p:sp>
        <p:nvSpPr>
          <p:cNvPr id="89" name="object 89"/>
          <p:cNvSpPr/>
          <p:nvPr/>
        </p:nvSpPr>
        <p:spPr>
          <a:xfrm>
            <a:off x="6991853" y="2331023"/>
            <a:ext cx="52705" cy="52705"/>
          </a:xfrm>
          <a:custGeom>
            <a:avLst/>
            <a:gdLst/>
            <a:ahLst/>
            <a:cxnLst/>
            <a:rect l="l" t="t" r="r" b="b"/>
            <a:pathLst>
              <a:path w="52704" h="52705">
                <a:moveTo>
                  <a:pt x="52236" y="0"/>
                </a:moveTo>
                <a:lnTo>
                  <a:pt x="0" y="0"/>
                </a:lnTo>
                <a:lnTo>
                  <a:pt x="52236" y="52237"/>
                </a:lnTo>
                <a:lnTo>
                  <a:pt x="52236" y="0"/>
                </a:lnTo>
                <a:close/>
              </a:path>
            </a:pathLst>
          </a:custGeom>
          <a:solidFill>
            <a:srgbClr val="FF0000"/>
          </a:solidFill>
        </p:spPr>
        <p:txBody>
          <a:bodyPr wrap="square" lIns="0" tIns="0" rIns="0" bIns="0" rtlCol="0"/>
          <a:lstStyle/>
          <a:p>
            <a:endParaRPr/>
          </a:p>
        </p:txBody>
      </p:sp>
      <p:sp>
        <p:nvSpPr>
          <p:cNvPr id="90" name="object 90"/>
          <p:cNvSpPr/>
          <p:nvPr/>
        </p:nvSpPr>
        <p:spPr>
          <a:xfrm>
            <a:off x="6991853" y="2331023"/>
            <a:ext cx="52705" cy="52705"/>
          </a:xfrm>
          <a:custGeom>
            <a:avLst/>
            <a:gdLst/>
            <a:ahLst/>
            <a:cxnLst/>
            <a:rect l="l" t="t" r="r" b="b"/>
            <a:pathLst>
              <a:path w="52704" h="52705">
                <a:moveTo>
                  <a:pt x="0" y="0"/>
                </a:moveTo>
                <a:lnTo>
                  <a:pt x="52236" y="0"/>
                </a:lnTo>
                <a:lnTo>
                  <a:pt x="52236" y="52237"/>
                </a:lnTo>
                <a:lnTo>
                  <a:pt x="0" y="0"/>
                </a:lnTo>
                <a:close/>
              </a:path>
            </a:pathLst>
          </a:custGeom>
          <a:ln w="12924">
            <a:solidFill>
              <a:srgbClr val="FF0000"/>
            </a:solidFill>
          </a:ln>
        </p:spPr>
        <p:txBody>
          <a:bodyPr wrap="square" lIns="0" tIns="0" rIns="0" bIns="0" rtlCol="0"/>
          <a:lstStyle/>
          <a:p>
            <a:endParaRPr/>
          </a:p>
        </p:txBody>
      </p:sp>
      <p:sp>
        <p:nvSpPr>
          <p:cNvPr id="91" name="object 91"/>
          <p:cNvSpPr/>
          <p:nvPr/>
        </p:nvSpPr>
        <p:spPr>
          <a:xfrm>
            <a:off x="6744207" y="2682976"/>
            <a:ext cx="52069" cy="52705"/>
          </a:xfrm>
          <a:custGeom>
            <a:avLst/>
            <a:gdLst/>
            <a:ahLst/>
            <a:cxnLst/>
            <a:rect l="l" t="t" r="r" b="b"/>
            <a:pathLst>
              <a:path w="52070" h="52705">
                <a:moveTo>
                  <a:pt x="0" y="0"/>
                </a:moveTo>
                <a:lnTo>
                  <a:pt x="0" y="52237"/>
                </a:lnTo>
                <a:lnTo>
                  <a:pt x="52062" y="52237"/>
                </a:lnTo>
                <a:lnTo>
                  <a:pt x="0" y="0"/>
                </a:lnTo>
                <a:close/>
              </a:path>
            </a:pathLst>
          </a:custGeom>
          <a:solidFill>
            <a:srgbClr val="FF0000"/>
          </a:solidFill>
        </p:spPr>
        <p:txBody>
          <a:bodyPr wrap="square" lIns="0" tIns="0" rIns="0" bIns="0" rtlCol="0"/>
          <a:lstStyle/>
          <a:p>
            <a:endParaRPr/>
          </a:p>
        </p:txBody>
      </p:sp>
      <p:sp>
        <p:nvSpPr>
          <p:cNvPr id="92" name="object 92"/>
          <p:cNvSpPr/>
          <p:nvPr/>
        </p:nvSpPr>
        <p:spPr>
          <a:xfrm>
            <a:off x="6744207" y="2682976"/>
            <a:ext cx="52069" cy="52705"/>
          </a:xfrm>
          <a:custGeom>
            <a:avLst/>
            <a:gdLst/>
            <a:ahLst/>
            <a:cxnLst/>
            <a:rect l="l" t="t" r="r" b="b"/>
            <a:pathLst>
              <a:path w="52070" h="52705">
                <a:moveTo>
                  <a:pt x="0" y="0"/>
                </a:moveTo>
                <a:lnTo>
                  <a:pt x="52062" y="52237"/>
                </a:lnTo>
                <a:lnTo>
                  <a:pt x="0" y="52237"/>
                </a:lnTo>
                <a:lnTo>
                  <a:pt x="0" y="0"/>
                </a:lnTo>
                <a:close/>
              </a:path>
            </a:pathLst>
          </a:custGeom>
          <a:ln w="12924">
            <a:solidFill>
              <a:srgbClr val="FF0000"/>
            </a:solidFill>
          </a:ln>
        </p:spPr>
        <p:txBody>
          <a:bodyPr wrap="square" lIns="0" tIns="0" rIns="0" bIns="0" rtlCol="0"/>
          <a:lstStyle/>
          <a:p>
            <a:endParaRPr/>
          </a:p>
        </p:txBody>
      </p:sp>
      <p:sp>
        <p:nvSpPr>
          <p:cNvPr id="93" name="object 93"/>
          <p:cNvSpPr/>
          <p:nvPr/>
        </p:nvSpPr>
        <p:spPr>
          <a:xfrm>
            <a:off x="6744207" y="2682976"/>
            <a:ext cx="52069" cy="52705"/>
          </a:xfrm>
          <a:custGeom>
            <a:avLst/>
            <a:gdLst/>
            <a:ahLst/>
            <a:cxnLst/>
            <a:rect l="l" t="t" r="r" b="b"/>
            <a:pathLst>
              <a:path w="52070" h="52705">
                <a:moveTo>
                  <a:pt x="52062" y="0"/>
                </a:moveTo>
                <a:lnTo>
                  <a:pt x="0" y="0"/>
                </a:lnTo>
                <a:lnTo>
                  <a:pt x="52062" y="52237"/>
                </a:lnTo>
                <a:lnTo>
                  <a:pt x="52062" y="0"/>
                </a:lnTo>
                <a:close/>
              </a:path>
            </a:pathLst>
          </a:custGeom>
          <a:solidFill>
            <a:srgbClr val="FF0000"/>
          </a:solidFill>
        </p:spPr>
        <p:txBody>
          <a:bodyPr wrap="square" lIns="0" tIns="0" rIns="0" bIns="0" rtlCol="0"/>
          <a:lstStyle/>
          <a:p>
            <a:endParaRPr/>
          </a:p>
        </p:txBody>
      </p:sp>
      <p:sp>
        <p:nvSpPr>
          <p:cNvPr id="94" name="object 94"/>
          <p:cNvSpPr/>
          <p:nvPr/>
        </p:nvSpPr>
        <p:spPr>
          <a:xfrm>
            <a:off x="6744207" y="2682976"/>
            <a:ext cx="52069" cy="52705"/>
          </a:xfrm>
          <a:custGeom>
            <a:avLst/>
            <a:gdLst/>
            <a:ahLst/>
            <a:cxnLst/>
            <a:rect l="l" t="t" r="r" b="b"/>
            <a:pathLst>
              <a:path w="52070" h="52705">
                <a:moveTo>
                  <a:pt x="0" y="0"/>
                </a:moveTo>
                <a:lnTo>
                  <a:pt x="52062" y="0"/>
                </a:lnTo>
                <a:lnTo>
                  <a:pt x="52062" y="52237"/>
                </a:lnTo>
                <a:lnTo>
                  <a:pt x="0" y="0"/>
                </a:lnTo>
                <a:close/>
              </a:path>
            </a:pathLst>
          </a:custGeom>
          <a:ln w="12924">
            <a:solidFill>
              <a:srgbClr val="FF0000"/>
            </a:solidFill>
          </a:ln>
        </p:spPr>
        <p:txBody>
          <a:bodyPr wrap="square" lIns="0" tIns="0" rIns="0" bIns="0" rtlCol="0"/>
          <a:lstStyle/>
          <a:p>
            <a:endParaRPr/>
          </a:p>
        </p:txBody>
      </p:sp>
      <p:sp>
        <p:nvSpPr>
          <p:cNvPr id="95" name="object 95"/>
          <p:cNvSpPr/>
          <p:nvPr/>
        </p:nvSpPr>
        <p:spPr>
          <a:xfrm>
            <a:off x="6496562" y="2800641"/>
            <a:ext cx="52069" cy="52069"/>
          </a:xfrm>
          <a:custGeom>
            <a:avLst/>
            <a:gdLst/>
            <a:ahLst/>
            <a:cxnLst/>
            <a:rect l="l" t="t" r="r" b="b"/>
            <a:pathLst>
              <a:path w="52070" h="52069">
                <a:moveTo>
                  <a:pt x="0" y="0"/>
                </a:moveTo>
                <a:lnTo>
                  <a:pt x="0" y="52064"/>
                </a:lnTo>
                <a:lnTo>
                  <a:pt x="52062" y="52064"/>
                </a:lnTo>
                <a:lnTo>
                  <a:pt x="0" y="0"/>
                </a:lnTo>
                <a:close/>
              </a:path>
            </a:pathLst>
          </a:custGeom>
          <a:solidFill>
            <a:srgbClr val="FF0000"/>
          </a:solidFill>
        </p:spPr>
        <p:txBody>
          <a:bodyPr wrap="square" lIns="0" tIns="0" rIns="0" bIns="0" rtlCol="0"/>
          <a:lstStyle/>
          <a:p>
            <a:endParaRPr/>
          </a:p>
        </p:txBody>
      </p:sp>
      <p:sp>
        <p:nvSpPr>
          <p:cNvPr id="96" name="object 96"/>
          <p:cNvSpPr/>
          <p:nvPr/>
        </p:nvSpPr>
        <p:spPr>
          <a:xfrm>
            <a:off x="6496562" y="2800641"/>
            <a:ext cx="52069" cy="52069"/>
          </a:xfrm>
          <a:custGeom>
            <a:avLst/>
            <a:gdLst/>
            <a:ahLst/>
            <a:cxnLst/>
            <a:rect l="l" t="t" r="r" b="b"/>
            <a:pathLst>
              <a:path w="52070" h="52069">
                <a:moveTo>
                  <a:pt x="0" y="0"/>
                </a:moveTo>
                <a:lnTo>
                  <a:pt x="52062" y="52064"/>
                </a:lnTo>
                <a:lnTo>
                  <a:pt x="0" y="52064"/>
                </a:lnTo>
                <a:lnTo>
                  <a:pt x="0" y="0"/>
                </a:lnTo>
                <a:close/>
              </a:path>
            </a:pathLst>
          </a:custGeom>
          <a:ln w="12924">
            <a:solidFill>
              <a:srgbClr val="FF0000"/>
            </a:solidFill>
          </a:ln>
        </p:spPr>
        <p:txBody>
          <a:bodyPr wrap="square" lIns="0" tIns="0" rIns="0" bIns="0" rtlCol="0"/>
          <a:lstStyle/>
          <a:p>
            <a:endParaRPr/>
          </a:p>
        </p:txBody>
      </p:sp>
      <p:sp>
        <p:nvSpPr>
          <p:cNvPr id="97" name="object 97"/>
          <p:cNvSpPr/>
          <p:nvPr/>
        </p:nvSpPr>
        <p:spPr>
          <a:xfrm>
            <a:off x="6496562" y="2800641"/>
            <a:ext cx="52069" cy="52069"/>
          </a:xfrm>
          <a:custGeom>
            <a:avLst/>
            <a:gdLst/>
            <a:ahLst/>
            <a:cxnLst/>
            <a:rect l="l" t="t" r="r" b="b"/>
            <a:pathLst>
              <a:path w="52070" h="52069">
                <a:moveTo>
                  <a:pt x="52062" y="0"/>
                </a:moveTo>
                <a:lnTo>
                  <a:pt x="0" y="0"/>
                </a:lnTo>
                <a:lnTo>
                  <a:pt x="52062" y="52064"/>
                </a:lnTo>
                <a:lnTo>
                  <a:pt x="52062" y="0"/>
                </a:lnTo>
                <a:close/>
              </a:path>
            </a:pathLst>
          </a:custGeom>
          <a:solidFill>
            <a:srgbClr val="FF0000"/>
          </a:solidFill>
        </p:spPr>
        <p:txBody>
          <a:bodyPr wrap="square" lIns="0" tIns="0" rIns="0" bIns="0" rtlCol="0"/>
          <a:lstStyle/>
          <a:p>
            <a:endParaRPr/>
          </a:p>
        </p:txBody>
      </p:sp>
      <p:sp>
        <p:nvSpPr>
          <p:cNvPr id="98" name="object 98"/>
          <p:cNvSpPr/>
          <p:nvPr/>
        </p:nvSpPr>
        <p:spPr>
          <a:xfrm>
            <a:off x="6496562" y="2800641"/>
            <a:ext cx="52069" cy="52069"/>
          </a:xfrm>
          <a:custGeom>
            <a:avLst/>
            <a:gdLst/>
            <a:ahLst/>
            <a:cxnLst/>
            <a:rect l="l" t="t" r="r" b="b"/>
            <a:pathLst>
              <a:path w="52070" h="52069">
                <a:moveTo>
                  <a:pt x="0" y="0"/>
                </a:moveTo>
                <a:lnTo>
                  <a:pt x="52062" y="0"/>
                </a:lnTo>
                <a:lnTo>
                  <a:pt x="52062" y="52064"/>
                </a:lnTo>
                <a:lnTo>
                  <a:pt x="0" y="0"/>
                </a:lnTo>
                <a:close/>
              </a:path>
            </a:pathLst>
          </a:custGeom>
          <a:ln w="12924">
            <a:solidFill>
              <a:srgbClr val="FF0000"/>
            </a:solidFill>
          </a:ln>
        </p:spPr>
        <p:txBody>
          <a:bodyPr wrap="square" lIns="0" tIns="0" rIns="0" bIns="0" rtlCol="0"/>
          <a:lstStyle/>
          <a:p>
            <a:endParaRPr/>
          </a:p>
        </p:txBody>
      </p:sp>
      <p:sp>
        <p:nvSpPr>
          <p:cNvPr id="99" name="object 99"/>
          <p:cNvSpPr/>
          <p:nvPr/>
        </p:nvSpPr>
        <p:spPr>
          <a:xfrm>
            <a:off x="6249263" y="2852705"/>
            <a:ext cx="52069" cy="52705"/>
          </a:xfrm>
          <a:custGeom>
            <a:avLst/>
            <a:gdLst/>
            <a:ahLst/>
            <a:cxnLst/>
            <a:rect l="l" t="t" r="r" b="b"/>
            <a:pathLst>
              <a:path w="52070" h="52705">
                <a:moveTo>
                  <a:pt x="0" y="0"/>
                </a:moveTo>
                <a:lnTo>
                  <a:pt x="0" y="52237"/>
                </a:lnTo>
                <a:lnTo>
                  <a:pt x="52062" y="52237"/>
                </a:lnTo>
                <a:lnTo>
                  <a:pt x="0" y="0"/>
                </a:lnTo>
                <a:close/>
              </a:path>
            </a:pathLst>
          </a:custGeom>
          <a:solidFill>
            <a:srgbClr val="FF0000"/>
          </a:solidFill>
        </p:spPr>
        <p:txBody>
          <a:bodyPr wrap="square" lIns="0" tIns="0" rIns="0" bIns="0" rtlCol="0"/>
          <a:lstStyle/>
          <a:p>
            <a:endParaRPr/>
          </a:p>
        </p:txBody>
      </p:sp>
      <p:sp>
        <p:nvSpPr>
          <p:cNvPr id="100" name="object 100"/>
          <p:cNvSpPr/>
          <p:nvPr/>
        </p:nvSpPr>
        <p:spPr>
          <a:xfrm>
            <a:off x="6249263" y="2852705"/>
            <a:ext cx="52069" cy="52705"/>
          </a:xfrm>
          <a:custGeom>
            <a:avLst/>
            <a:gdLst/>
            <a:ahLst/>
            <a:cxnLst/>
            <a:rect l="l" t="t" r="r" b="b"/>
            <a:pathLst>
              <a:path w="52070" h="52705">
                <a:moveTo>
                  <a:pt x="0" y="0"/>
                </a:moveTo>
                <a:lnTo>
                  <a:pt x="52062" y="52237"/>
                </a:lnTo>
                <a:lnTo>
                  <a:pt x="0" y="52237"/>
                </a:lnTo>
                <a:lnTo>
                  <a:pt x="0" y="0"/>
                </a:lnTo>
                <a:close/>
              </a:path>
            </a:pathLst>
          </a:custGeom>
          <a:ln w="12924">
            <a:solidFill>
              <a:srgbClr val="FF0000"/>
            </a:solidFill>
          </a:ln>
        </p:spPr>
        <p:txBody>
          <a:bodyPr wrap="square" lIns="0" tIns="0" rIns="0" bIns="0" rtlCol="0"/>
          <a:lstStyle/>
          <a:p>
            <a:endParaRPr/>
          </a:p>
        </p:txBody>
      </p:sp>
      <p:sp>
        <p:nvSpPr>
          <p:cNvPr id="101" name="object 101"/>
          <p:cNvSpPr/>
          <p:nvPr/>
        </p:nvSpPr>
        <p:spPr>
          <a:xfrm>
            <a:off x="6249263" y="2852705"/>
            <a:ext cx="52069" cy="52705"/>
          </a:xfrm>
          <a:custGeom>
            <a:avLst/>
            <a:gdLst/>
            <a:ahLst/>
            <a:cxnLst/>
            <a:rect l="l" t="t" r="r" b="b"/>
            <a:pathLst>
              <a:path w="52070" h="52705">
                <a:moveTo>
                  <a:pt x="52062" y="0"/>
                </a:moveTo>
                <a:lnTo>
                  <a:pt x="0" y="0"/>
                </a:lnTo>
                <a:lnTo>
                  <a:pt x="52062" y="52237"/>
                </a:lnTo>
                <a:lnTo>
                  <a:pt x="52062" y="0"/>
                </a:lnTo>
                <a:close/>
              </a:path>
            </a:pathLst>
          </a:custGeom>
          <a:solidFill>
            <a:srgbClr val="FF0000"/>
          </a:solidFill>
        </p:spPr>
        <p:txBody>
          <a:bodyPr wrap="square" lIns="0" tIns="0" rIns="0" bIns="0" rtlCol="0"/>
          <a:lstStyle/>
          <a:p>
            <a:endParaRPr/>
          </a:p>
        </p:txBody>
      </p:sp>
      <p:sp>
        <p:nvSpPr>
          <p:cNvPr id="102" name="object 102"/>
          <p:cNvSpPr/>
          <p:nvPr/>
        </p:nvSpPr>
        <p:spPr>
          <a:xfrm>
            <a:off x="6249263" y="2852705"/>
            <a:ext cx="52069" cy="52705"/>
          </a:xfrm>
          <a:custGeom>
            <a:avLst/>
            <a:gdLst/>
            <a:ahLst/>
            <a:cxnLst/>
            <a:rect l="l" t="t" r="r" b="b"/>
            <a:pathLst>
              <a:path w="52070" h="52705">
                <a:moveTo>
                  <a:pt x="0" y="0"/>
                </a:moveTo>
                <a:lnTo>
                  <a:pt x="52062" y="0"/>
                </a:lnTo>
                <a:lnTo>
                  <a:pt x="52062" y="52237"/>
                </a:lnTo>
                <a:lnTo>
                  <a:pt x="0" y="0"/>
                </a:lnTo>
                <a:close/>
              </a:path>
            </a:pathLst>
          </a:custGeom>
          <a:ln w="12924">
            <a:solidFill>
              <a:srgbClr val="FF0000"/>
            </a:solidFill>
          </a:ln>
        </p:spPr>
        <p:txBody>
          <a:bodyPr wrap="square" lIns="0" tIns="0" rIns="0" bIns="0" rtlCol="0"/>
          <a:lstStyle/>
          <a:p>
            <a:endParaRPr/>
          </a:p>
        </p:txBody>
      </p:sp>
      <p:sp>
        <p:nvSpPr>
          <p:cNvPr id="103" name="object 103"/>
          <p:cNvSpPr/>
          <p:nvPr/>
        </p:nvSpPr>
        <p:spPr>
          <a:xfrm>
            <a:off x="6001444" y="3009244"/>
            <a:ext cx="52705" cy="52069"/>
          </a:xfrm>
          <a:custGeom>
            <a:avLst/>
            <a:gdLst/>
            <a:ahLst/>
            <a:cxnLst/>
            <a:rect l="l" t="t" r="r" b="b"/>
            <a:pathLst>
              <a:path w="52704" h="52069">
                <a:moveTo>
                  <a:pt x="0" y="0"/>
                </a:moveTo>
                <a:lnTo>
                  <a:pt x="0" y="52064"/>
                </a:lnTo>
                <a:lnTo>
                  <a:pt x="52236" y="52064"/>
                </a:lnTo>
                <a:lnTo>
                  <a:pt x="0" y="0"/>
                </a:lnTo>
                <a:close/>
              </a:path>
            </a:pathLst>
          </a:custGeom>
          <a:solidFill>
            <a:srgbClr val="FF0000"/>
          </a:solidFill>
        </p:spPr>
        <p:txBody>
          <a:bodyPr wrap="square" lIns="0" tIns="0" rIns="0" bIns="0" rtlCol="0"/>
          <a:lstStyle/>
          <a:p>
            <a:endParaRPr/>
          </a:p>
        </p:txBody>
      </p:sp>
      <p:sp>
        <p:nvSpPr>
          <p:cNvPr id="104" name="object 104"/>
          <p:cNvSpPr/>
          <p:nvPr/>
        </p:nvSpPr>
        <p:spPr>
          <a:xfrm>
            <a:off x="6001444" y="3009244"/>
            <a:ext cx="52705" cy="52069"/>
          </a:xfrm>
          <a:custGeom>
            <a:avLst/>
            <a:gdLst/>
            <a:ahLst/>
            <a:cxnLst/>
            <a:rect l="l" t="t" r="r" b="b"/>
            <a:pathLst>
              <a:path w="52704" h="52069">
                <a:moveTo>
                  <a:pt x="0" y="0"/>
                </a:moveTo>
                <a:lnTo>
                  <a:pt x="52236" y="52064"/>
                </a:lnTo>
                <a:lnTo>
                  <a:pt x="0" y="52064"/>
                </a:lnTo>
                <a:lnTo>
                  <a:pt x="0" y="0"/>
                </a:lnTo>
                <a:close/>
              </a:path>
            </a:pathLst>
          </a:custGeom>
          <a:ln w="12924">
            <a:solidFill>
              <a:srgbClr val="FF0000"/>
            </a:solidFill>
          </a:ln>
        </p:spPr>
        <p:txBody>
          <a:bodyPr wrap="square" lIns="0" tIns="0" rIns="0" bIns="0" rtlCol="0"/>
          <a:lstStyle/>
          <a:p>
            <a:endParaRPr/>
          </a:p>
        </p:txBody>
      </p:sp>
      <p:sp>
        <p:nvSpPr>
          <p:cNvPr id="105" name="object 105"/>
          <p:cNvSpPr/>
          <p:nvPr/>
        </p:nvSpPr>
        <p:spPr>
          <a:xfrm>
            <a:off x="6001444" y="3009244"/>
            <a:ext cx="52705" cy="52069"/>
          </a:xfrm>
          <a:custGeom>
            <a:avLst/>
            <a:gdLst/>
            <a:ahLst/>
            <a:cxnLst/>
            <a:rect l="l" t="t" r="r" b="b"/>
            <a:pathLst>
              <a:path w="52704" h="52069">
                <a:moveTo>
                  <a:pt x="52236" y="0"/>
                </a:moveTo>
                <a:lnTo>
                  <a:pt x="0" y="0"/>
                </a:lnTo>
                <a:lnTo>
                  <a:pt x="52236" y="52064"/>
                </a:lnTo>
                <a:lnTo>
                  <a:pt x="52236" y="0"/>
                </a:lnTo>
                <a:close/>
              </a:path>
            </a:pathLst>
          </a:custGeom>
          <a:solidFill>
            <a:srgbClr val="FF0000"/>
          </a:solidFill>
        </p:spPr>
        <p:txBody>
          <a:bodyPr wrap="square" lIns="0" tIns="0" rIns="0" bIns="0" rtlCol="0"/>
          <a:lstStyle/>
          <a:p>
            <a:endParaRPr/>
          </a:p>
        </p:txBody>
      </p:sp>
      <p:sp>
        <p:nvSpPr>
          <p:cNvPr id="106" name="object 106"/>
          <p:cNvSpPr/>
          <p:nvPr/>
        </p:nvSpPr>
        <p:spPr>
          <a:xfrm>
            <a:off x="6001444" y="3009244"/>
            <a:ext cx="52705" cy="52069"/>
          </a:xfrm>
          <a:custGeom>
            <a:avLst/>
            <a:gdLst/>
            <a:ahLst/>
            <a:cxnLst/>
            <a:rect l="l" t="t" r="r" b="b"/>
            <a:pathLst>
              <a:path w="52704" h="52069">
                <a:moveTo>
                  <a:pt x="0" y="0"/>
                </a:moveTo>
                <a:lnTo>
                  <a:pt x="52236" y="0"/>
                </a:lnTo>
                <a:lnTo>
                  <a:pt x="52236" y="52064"/>
                </a:lnTo>
                <a:lnTo>
                  <a:pt x="0" y="0"/>
                </a:lnTo>
                <a:close/>
              </a:path>
            </a:pathLst>
          </a:custGeom>
          <a:ln w="12924">
            <a:solidFill>
              <a:srgbClr val="FF0000"/>
            </a:solidFill>
          </a:ln>
        </p:spPr>
        <p:txBody>
          <a:bodyPr wrap="square" lIns="0" tIns="0" rIns="0" bIns="0" rtlCol="0"/>
          <a:lstStyle/>
          <a:p>
            <a:endParaRPr/>
          </a:p>
        </p:txBody>
      </p:sp>
      <p:sp>
        <p:nvSpPr>
          <p:cNvPr id="107" name="object 107"/>
          <p:cNvSpPr/>
          <p:nvPr/>
        </p:nvSpPr>
        <p:spPr>
          <a:xfrm>
            <a:off x="5753798" y="3204831"/>
            <a:ext cx="52069" cy="52069"/>
          </a:xfrm>
          <a:custGeom>
            <a:avLst/>
            <a:gdLst/>
            <a:ahLst/>
            <a:cxnLst/>
            <a:rect l="l" t="t" r="r" b="b"/>
            <a:pathLst>
              <a:path w="52070" h="52070">
                <a:moveTo>
                  <a:pt x="0" y="0"/>
                </a:moveTo>
                <a:lnTo>
                  <a:pt x="0" y="52064"/>
                </a:lnTo>
                <a:lnTo>
                  <a:pt x="52062" y="52064"/>
                </a:lnTo>
                <a:lnTo>
                  <a:pt x="0" y="0"/>
                </a:lnTo>
                <a:close/>
              </a:path>
            </a:pathLst>
          </a:custGeom>
          <a:solidFill>
            <a:srgbClr val="FF0000"/>
          </a:solidFill>
        </p:spPr>
        <p:txBody>
          <a:bodyPr wrap="square" lIns="0" tIns="0" rIns="0" bIns="0" rtlCol="0"/>
          <a:lstStyle/>
          <a:p>
            <a:endParaRPr/>
          </a:p>
        </p:txBody>
      </p:sp>
      <p:sp>
        <p:nvSpPr>
          <p:cNvPr id="108" name="object 108"/>
          <p:cNvSpPr/>
          <p:nvPr/>
        </p:nvSpPr>
        <p:spPr>
          <a:xfrm>
            <a:off x="5753798" y="3204831"/>
            <a:ext cx="52069" cy="52069"/>
          </a:xfrm>
          <a:custGeom>
            <a:avLst/>
            <a:gdLst/>
            <a:ahLst/>
            <a:cxnLst/>
            <a:rect l="l" t="t" r="r" b="b"/>
            <a:pathLst>
              <a:path w="52070" h="52070">
                <a:moveTo>
                  <a:pt x="0" y="0"/>
                </a:moveTo>
                <a:lnTo>
                  <a:pt x="52062" y="52064"/>
                </a:lnTo>
                <a:lnTo>
                  <a:pt x="0" y="52064"/>
                </a:lnTo>
                <a:lnTo>
                  <a:pt x="0" y="0"/>
                </a:lnTo>
                <a:close/>
              </a:path>
            </a:pathLst>
          </a:custGeom>
          <a:ln w="12924">
            <a:solidFill>
              <a:srgbClr val="FF0000"/>
            </a:solidFill>
          </a:ln>
        </p:spPr>
        <p:txBody>
          <a:bodyPr wrap="square" lIns="0" tIns="0" rIns="0" bIns="0" rtlCol="0"/>
          <a:lstStyle/>
          <a:p>
            <a:endParaRPr/>
          </a:p>
        </p:txBody>
      </p:sp>
      <p:sp>
        <p:nvSpPr>
          <p:cNvPr id="109" name="object 109"/>
          <p:cNvSpPr/>
          <p:nvPr/>
        </p:nvSpPr>
        <p:spPr>
          <a:xfrm>
            <a:off x="5753798" y="3204831"/>
            <a:ext cx="52069" cy="52069"/>
          </a:xfrm>
          <a:custGeom>
            <a:avLst/>
            <a:gdLst/>
            <a:ahLst/>
            <a:cxnLst/>
            <a:rect l="l" t="t" r="r" b="b"/>
            <a:pathLst>
              <a:path w="52070" h="52070">
                <a:moveTo>
                  <a:pt x="52062" y="0"/>
                </a:moveTo>
                <a:lnTo>
                  <a:pt x="0" y="0"/>
                </a:lnTo>
                <a:lnTo>
                  <a:pt x="52062" y="52064"/>
                </a:lnTo>
                <a:lnTo>
                  <a:pt x="52062" y="0"/>
                </a:lnTo>
                <a:close/>
              </a:path>
            </a:pathLst>
          </a:custGeom>
          <a:solidFill>
            <a:srgbClr val="FF0000"/>
          </a:solidFill>
        </p:spPr>
        <p:txBody>
          <a:bodyPr wrap="square" lIns="0" tIns="0" rIns="0" bIns="0" rtlCol="0"/>
          <a:lstStyle/>
          <a:p>
            <a:endParaRPr/>
          </a:p>
        </p:txBody>
      </p:sp>
      <p:sp>
        <p:nvSpPr>
          <p:cNvPr id="110" name="object 110"/>
          <p:cNvSpPr/>
          <p:nvPr/>
        </p:nvSpPr>
        <p:spPr>
          <a:xfrm>
            <a:off x="5753798" y="3204831"/>
            <a:ext cx="52069" cy="52069"/>
          </a:xfrm>
          <a:custGeom>
            <a:avLst/>
            <a:gdLst/>
            <a:ahLst/>
            <a:cxnLst/>
            <a:rect l="l" t="t" r="r" b="b"/>
            <a:pathLst>
              <a:path w="52070" h="52070">
                <a:moveTo>
                  <a:pt x="0" y="0"/>
                </a:moveTo>
                <a:lnTo>
                  <a:pt x="52062" y="0"/>
                </a:lnTo>
                <a:lnTo>
                  <a:pt x="52062" y="52064"/>
                </a:lnTo>
                <a:lnTo>
                  <a:pt x="0" y="0"/>
                </a:lnTo>
                <a:close/>
              </a:path>
            </a:pathLst>
          </a:custGeom>
          <a:ln w="12924">
            <a:solidFill>
              <a:srgbClr val="FF0000"/>
            </a:solidFill>
          </a:ln>
        </p:spPr>
        <p:txBody>
          <a:bodyPr wrap="square" lIns="0" tIns="0" rIns="0" bIns="0" rtlCol="0"/>
          <a:lstStyle/>
          <a:p>
            <a:endParaRPr/>
          </a:p>
        </p:txBody>
      </p:sp>
      <p:sp>
        <p:nvSpPr>
          <p:cNvPr id="111" name="object 111"/>
          <p:cNvSpPr/>
          <p:nvPr/>
        </p:nvSpPr>
        <p:spPr>
          <a:xfrm>
            <a:off x="5506152" y="3322322"/>
            <a:ext cx="52069" cy="52705"/>
          </a:xfrm>
          <a:custGeom>
            <a:avLst/>
            <a:gdLst/>
            <a:ahLst/>
            <a:cxnLst/>
            <a:rect l="l" t="t" r="r" b="b"/>
            <a:pathLst>
              <a:path w="52070" h="52704">
                <a:moveTo>
                  <a:pt x="0" y="0"/>
                </a:moveTo>
                <a:lnTo>
                  <a:pt x="0" y="52237"/>
                </a:lnTo>
                <a:lnTo>
                  <a:pt x="52062" y="52237"/>
                </a:lnTo>
                <a:lnTo>
                  <a:pt x="0" y="0"/>
                </a:lnTo>
                <a:close/>
              </a:path>
            </a:pathLst>
          </a:custGeom>
          <a:solidFill>
            <a:srgbClr val="FF0000"/>
          </a:solidFill>
        </p:spPr>
        <p:txBody>
          <a:bodyPr wrap="square" lIns="0" tIns="0" rIns="0" bIns="0" rtlCol="0"/>
          <a:lstStyle/>
          <a:p>
            <a:endParaRPr/>
          </a:p>
        </p:txBody>
      </p:sp>
      <p:sp>
        <p:nvSpPr>
          <p:cNvPr id="112" name="object 112"/>
          <p:cNvSpPr/>
          <p:nvPr/>
        </p:nvSpPr>
        <p:spPr>
          <a:xfrm>
            <a:off x="5506152" y="3322322"/>
            <a:ext cx="52069" cy="52705"/>
          </a:xfrm>
          <a:custGeom>
            <a:avLst/>
            <a:gdLst/>
            <a:ahLst/>
            <a:cxnLst/>
            <a:rect l="l" t="t" r="r" b="b"/>
            <a:pathLst>
              <a:path w="52070" h="52704">
                <a:moveTo>
                  <a:pt x="0" y="0"/>
                </a:moveTo>
                <a:lnTo>
                  <a:pt x="52062" y="52237"/>
                </a:lnTo>
                <a:lnTo>
                  <a:pt x="0" y="52237"/>
                </a:lnTo>
                <a:lnTo>
                  <a:pt x="0" y="0"/>
                </a:lnTo>
                <a:close/>
              </a:path>
            </a:pathLst>
          </a:custGeom>
          <a:ln w="12924">
            <a:solidFill>
              <a:srgbClr val="FF0000"/>
            </a:solidFill>
          </a:ln>
        </p:spPr>
        <p:txBody>
          <a:bodyPr wrap="square" lIns="0" tIns="0" rIns="0" bIns="0" rtlCol="0"/>
          <a:lstStyle/>
          <a:p>
            <a:endParaRPr/>
          </a:p>
        </p:txBody>
      </p:sp>
      <p:sp>
        <p:nvSpPr>
          <p:cNvPr id="113" name="object 113"/>
          <p:cNvSpPr/>
          <p:nvPr/>
        </p:nvSpPr>
        <p:spPr>
          <a:xfrm>
            <a:off x="5506152" y="3322322"/>
            <a:ext cx="52069" cy="52705"/>
          </a:xfrm>
          <a:custGeom>
            <a:avLst/>
            <a:gdLst/>
            <a:ahLst/>
            <a:cxnLst/>
            <a:rect l="l" t="t" r="r" b="b"/>
            <a:pathLst>
              <a:path w="52070" h="52704">
                <a:moveTo>
                  <a:pt x="52062" y="0"/>
                </a:moveTo>
                <a:lnTo>
                  <a:pt x="0" y="0"/>
                </a:lnTo>
                <a:lnTo>
                  <a:pt x="52062" y="52237"/>
                </a:lnTo>
                <a:lnTo>
                  <a:pt x="52062" y="0"/>
                </a:lnTo>
                <a:close/>
              </a:path>
            </a:pathLst>
          </a:custGeom>
          <a:solidFill>
            <a:srgbClr val="FF0000"/>
          </a:solidFill>
        </p:spPr>
        <p:txBody>
          <a:bodyPr wrap="square" lIns="0" tIns="0" rIns="0" bIns="0" rtlCol="0"/>
          <a:lstStyle/>
          <a:p>
            <a:endParaRPr/>
          </a:p>
        </p:txBody>
      </p:sp>
      <p:sp>
        <p:nvSpPr>
          <p:cNvPr id="114" name="object 114"/>
          <p:cNvSpPr/>
          <p:nvPr/>
        </p:nvSpPr>
        <p:spPr>
          <a:xfrm>
            <a:off x="5506152" y="3322322"/>
            <a:ext cx="52069" cy="52705"/>
          </a:xfrm>
          <a:custGeom>
            <a:avLst/>
            <a:gdLst/>
            <a:ahLst/>
            <a:cxnLst/>
            <a:rect l="l" t="t" r="r" b="b"/>
            <a:pathLst>
              <a:path w="52070" h="52704">
                <a:moveTo>
                  <a:pt x="0" y="0"/>
                </a:moveTo>
                <a:lnTo>
                  <a:pt x="52062" y="0"/>
                </a:lnTo>
                <a:lnTo>
                  <a:pt x="52062" y="52237"/>
                </a:lnTo>
                <a:lnTo>
                  <a:pt x="0" y="0"/>
                </a:lnTo>
                <a:close/>
              </a:path>
            </a:pathLst>
          </a:custGeom>
          <a:ln w="12924">
            <a:solidFill>
              <a:srgbClr val="FF0000"/>
            </a:solidFill>
          </a:ln>
        </p:spPr>
        <p:txBody>
          <a:bodyPr wrap="square" lIns="0" tIns="0" rIns="0" bIns="0" rtlCol="0"/>
          <a:lstStyle/>
          <a:p>
            <a:endParaRPr/>
          </a:p>
        </p:txBody>
      </p:sp>
      <p:sp>
        <p:nvSpPr>
          <p:cNvPr id="115" name="object 115"/>
          <p:cNvSpPr/>
          <p:nvPr/>
        </p:nvSpPr>
        <p:spPr>
          <a:xfrm>
            <a:off x="4515569" y="3361544"/>
            <a:ext cx="52705" cy="52705"/>
          </a:xfrm>
          <a:custGeom>
            <a:avLst/>
            <a:gdLst/>
            <a:ahLst/>
            <a:cxnLst/>
            <a:rect l="l" t="t" r="r" b="b"/>
            <a:pathLst>
              <a:path w="52704" h="52704">
                <a:moveTo>
                  <a:pt x="0" y="0"/>
                </a:moveTo>
                <a:lnTo>
                  <a:pt x="0" y="52237"/>
                </a:lnTo>
                <a:lnTo>
                  <a:pt x="52236" y="52237"/>
                </a:lnTo>
                <a:lnTo>
                  <a:pt x="0" y="0"/>
                </a:lnTo>
                <a:close/>
              </a:path>
            </a:pathLst>
          </a:custGeom>
          <a:solidFill>
            <a:srgbClr val="FF0000"/>
          </a:solidFill>
        </p:spPr>
        <p:txBody>
          <a:bodyPr wrap="square" lIns="0" tIns="0" rIns="0" bIns="0" rtlCol="0"/>
          <a:lstStyle/>
          <a:p>
            <a:endParaRPr/>
          </a:p>
        </p:txBody>
      </p:sp>
      <p:sp>
        <p:nvSpPr>
          <p:cNvPr id="116" name="object 116"/>
          <p:cNvSpPr/>
          <p:nvPr/>
        </p:nvSpPr>
        <p:spPr>
          <a:xfrm>
            <a:off x="4515569" y="3361544"/>
            <a:ext cx="52705" cy="52705"/>
          </a:xfrm>
          <a:custGeom>
            <a:avLst/>
            <a:gdLst/>
            <a:ahLst/>
            <a:cxnLst/>
            <a:rect l="l" t="t" r="r" b="b"/>
            <a:pathLst>
              <a:path w="52704" h="52704">
                <a:moveTo>
                  <a:pt x="0" y="0"/>
                </a:moveTo>
                <a:lnTo>
                  <a:pt x="52236" y="52237"/>
                </a:lnTo>
                <a:lnTo>
                  <a:pt x="0" y="52237"/>
                </a:lnTo>
                <a:lnTo>
                  <a:pt x="0" y="0"/>
                </a:lnTo>
                <a:close/>
              </a:path>
            </a:pathLst>
          </a:custGeom>
          <a:ln w="12924">
            <a:solidFill>
              <a:srgbClr val="FF0000"/>
            </a:solidFill>
          </a:ln>
        </p:spPr>
        <p:txBody>
          <a:bodyPr wrap="square" lIns="0" tIns="0" rIns="0" bIns="0" rtlCol="0"/>
          <a:lstStyle/>
          <a:p>
            <a:endParaRPr/>
          </a:p>
        </p:txBody>
      </p:sp>
      <p:sp>
        <p:nvSpPr>
          <p:cNvPr id="117" name="object 117"/>
          <p:cNvSpPr/>
          <p:nvPr/>
        </p:nvSpPr>
        <p:spPr>
          <a:xfrm>
            <a:off x="4515569" y="3361544"/>
            <a:ext cx="52705" cy="52705"/>
          </a:xfrm>
          <a:custGeom>
            <a:avLst/>
            <a:gdLst/>
            <a:ahLst/>
            <a:cxnLst/>
            <a:rect l="l" t="t" r="r" b="b"/>
            <a:pathLst>
              <a:path w="52704" h="52704">
                <a:moveTo>
                  <a:pt x="52236" y="0"/>
                </a:moveTo>
                <a:lnTo>
                  <a:pt x="0" y="0"/>
                </a:lnTo>
                <a:lnTo>
                  <a:pt x="52236" y="52237"/>
                </a:lnTo>
                <a:lnTo>
                  <a:pt x="52236" y="0"/>
                </a:lnTo>
                <a:close/>
              </a:path>
            </a:pathLst>
          </a:custGeom>
          <a:solidFill>
            <a:srgbClr val="FF0000"/>
          </a:solidFill>
        </p:spPr>
        <p:txBody>
          <a:bodyPr wrap="square" lIns="0" tIns="0" rIns="0" bIns="0" rtlCol="0"/>
          <a:lstStyle/>
          <a:p>
            <a:endParaRPr/>
          </a:p>
        </p:txBody>
      </p:sp>
      <p:sp>
        <p:nvSpPr>
          <p:cNvPr id="118" name="object 118"/>
          <p:cNvSpPr/>
          <p:nvPr/>
        </p:nvSpPr>
        <p:spPr>
          <a:xfrm>
            <a:off x="4515569" y="3361544"/>
            <a:ext cx="52705" cy="52705"/>
          </a:xfrm>
          <a:custGeom>
            <a:avLst/>
            <a:gdLst/>
            <a:ahLst/>
            <a:cxnLst/>
            <a:rect l="l" t="t" r="r" b="b"/>
            <a:pathLst>
              <a:path w="52704" h="52704">
                <a:moveTo>
                  <a:pt x="0" y="0"/>
                </a:moveTo>
                <a:lnTo>
                  <a:pt x="52236" y="0"/>
                </a:lnTo>
                <a:lnTo>
                  <a:pt x="52236" y="52237"/>
                </a:lnTo>
                <a:lnTo>
                  <a:pt x="0" y="0"/>
                </a:lnTo>
                <a:close/>
              </a:path>
            </a:pathLst>
          </a:custGeom>
          <a:ln w="12924">
            <a:solidFill>
              <a:srgbClr val="FF0000"/>
            </a:solidFill>
          </a:ln>
        </p:spPr>
        <p:txBody>
          <a:bodyPr wrap="square" lIns="0" tIns="0" rIns="0" bIns="0" rtlCol="0"/>
          <a:lstStyle/>
          <a:p>
            <a:endParaRPr/>
          </a:p>
        </p:txBody>
      </p:sp>
      <p:sp>
        <p:nvSpPr>
          <p:cNvPr id="119" name="object 119"/>
          <p:cNvSpPr/>
          <p:nvPr/>
        </p:nvSpPr>
        <p:spPr>
          <a:xfrm>
            <a:off x="3538175" y="3804956"/>
            <a:ext cx="52069" cy="52069"/>
          </a:xfrm>
          <a:custGeom>
            <a:avLst/>
            <a:gdLst/>
            <a:ahLst/>
            <a:cxnLst/>
            <a:rect l="l" t="t" r="r" b="b"/>
            <a:pathLst>
              <a:path w="52070" h="52070">
                <a:moveTo>
                  <a:pt x="0" y="0"/>
                </a:moveTo>
                <a:lnTo>
                  <a:pt x="0" y="52064"/>
                </a:lnTo>
                <a:lnTo>
                  <a:pt x="52062" y="52064"/>
                </a:lnTo>
                <a:lnTo>
                  <a:pt x="0" y="0"/>
                </a:lnTo>
                <a:close/>
              </a:path>
            </a:pathLst>
          </a:custGeom>
          <a:solidFill>
            <a:srgbClr val="FF0000"/>
          </a:solidFill>
        </p:spPr>
        <p:txBody>
          <a:bodyPr wrap="square" lIns="0" tIns="0" rIns="0" bIns="0" rtlCol="0"/>
          <a:lstStyle/>
          <a:p>
            <a:endParaRPr/>
          </a:p>
        </p:txBody>
      </p:sp>
      <p:sp>
        <p:nvSpPr>
          <p:cNvPr id="120" name="object 120"/>
          <p:cNvSpPr/>
          <p:nvPr/>
        </p:nvSpPr>
        <p:spPr>
          <a:xfrm>
            <a:off x="3538175" y="3804956"/>
            <a:ext cx="52069" cy="52069"/>
          </a:xfrm>
          <a:custGeom>
            <a:avLst/>
            <a:gdLst/>
            <a:ahLst/>
            <a:cxnLst/>
            <a:rect l="l" t="t" r="r" b="b"/>
            <a:pathLst>
              <a:path w="52070" h="52070">
                <a:moveTo>
                  <a:pt x="0" y="52064"/>
                </a:moveTo>
                <a:lnTo>
                  <a:pt x="52062" y="52064"/>
                </a:lnTo>
                <a:lnTo>
                  <a:pt x="0" y="0"/>
                </a:lnTo>
                <a:lnTo>
                  <a:pt x="0" y="52064"/>
                </a:lnTo>
                <a:close/>
              </a:path>
            </a:pathLst>
          </a:custGeom>
          <a:ln w="12924">
            <a:solidFill>
              <a:srgbClr val="FF0000"/>
            </a:solidFill>
          </a:ln>
        </p:spPr>
        <p:txBody>
          <a:bodyPr wrap="square" lIns="0" tIns="0" rIns="0" bIns="0" rtlCol="0"/>
          <a:lstStyle/>
          <a:p>
            <a:endParaRPr/>
          </a:p>
        </p:txBody>
      </p:sp>
      <p:sp>
        <p:nvSpPr>
          <p:cNvPr id="121" name="object 121"/>
          <p:cNvSpPr/>
          <p:nvPr/>
        </p:nvSpPr>
        <p:spPr>
          <a:xfrm>
            <a:off x="3538175" y="3804956"/>
            <a:ext cx="52069" cy="52069"/>
          </a:xfrm>
          <a:custGeom>
            <a:avLst/>
            <a:gdLst/>
            <a:ahLst/>
            <a:cxnLst/>
            <a:rect l="l" t="t" r="r" b="b"/>
            <a:pathLst>
              <a:path w="52070" h="52070">
                <a:moveTo>
                  <a:pt x="52062" y="0"/>
                </a:moveTo>
                <a:lnTo>
                  <a:pt x="0" y="0"/>
                </a:lnTo>
                <a:lnTo>
                  <a:pt x="52062" y="52064"/>
                </a:lnTo>
                <a:lnTo>
                  <a:pt x="52062" y="0"/>
                </a:lnTo>
                <a:close/>
              </a:path>
            </a:pathLst>
          </a:custGeom>
          <a:solidFill>
            <a:srgbClr val="FF0000"/>
          </a:solidFill>
        </p:spPr>
        <p:txBody>
          <a:bodyPr wrap="square" lIns="0" tIns="0" rIns="0" bIns="0" rtlCol="0"/>
          <a:lstStyle/>
          <a:p>
            <a:endParaRPr/>
          </a:p>
        </p:txBody>
      </p:sp>
      <p:sp>
        <p:nvSpPr>
          <p:cNvPr id="122" name="object 122"/>
          <p:cNvSpPr/>
          <p:nvPr/>
        </p:nvSpPr>
        <p:spPr>
          <a:xfrm>
            <a:off x="3538175" y="3804956"/>
            <a:ext cx="52069" cy="52069"/>
          </a:xfrm>
          <a:custGeom>
            <a:avLst/>
            <a:gdLst/>
            <a:ahLst/>
            <a:cxnLst/>
            <a:rect l="l" t="t" r="r" b="b"/>
            <a:pathLst>
              <a:path w="52070" h="52070">
                <a:moveTo>
                  <a:pt x="0" y="0"/>
                </a:moveTo>
                <a:lnTo>
                  <a:pt x="52062" y="0"/>
                </a:lnTo>
                <a:lnTo>
                  <a:pt x="52062" y="52064"/>
                </a:lnTo>
                <a:lnTo>
                  <a:pt x="0" y="0"/>
                </a:lnTo>
                <a:close/>
              </a:path>
            </a:pathLst>
          </a:custGeom>
          <a:ln w="12924">
            <a:solidFill>
              <a:srgbClr val="FF0000"/>
            </a:solidFill>
          </a:ln>
        </p:spPr>
        <p:txBody>
          <a:bodyPr wrap="square" lIns="0" tIns="0" rIns="0" bIns="0" rtlCol="0"/>
          <a:lstStyle/>
          <a:p>
            <a:endParaRPr/>
          </a:p>
        </p:txBody>
      </p:sp>
      <p:sp>
        <p:nvSpPr>
          <p:cNvPr id="123" name="object 123"/>
          <p:cNvSpPr/>
          <p:nvPr/>
        </p:nvSpPr>
        <p:spPr>
          <a:xfrm>
            <a:off x="3290356" y="3844177"/>
            <a:ext cx="52705" cy="52069"/>
          </a:xfrm>
          <a:custGeom>
            <a:avLst/>
            <a:gdLst/>
            <a:ahLst/>
            <a:cxnLst/>
            <a:rect l="l" t="t" r="r" b="b"/>
            <a:pathLst>
              <a:path w="52704" h="52070">
                <a:moveTo>
                  <a:pt x="0" y="0"/>
                </a:moveTo>
                <a:lnTo>
                  <a:pt x="0" y="52064"/>
                </a:lnTo>
                <a:lnTo>
                  <a:pt x="52236" y="52064"/>
                </a:lnTo>
                <a:lnTo>
                  <a:pt x="0" y="0"/>
                </a:lnTo>
                <a:close/>
              </a:path>
            </a:pathLst>
          </a:custGeom>
          <a:solidFill>
            <a:srgbClr val="FF0000"/>
          </a:solidFill>
        </p:spPr>
        <p:txBody>
          <a:bodyPr wrap="square" lIns="0" tIns="0" rIns="0" bIns="0" rtlCol="0"/>
          <a:lstStyle/>
          <a:p>
            <a:endParaRPr/>
          </a:p>
        </p:txBody>
      </p:sp>
      <p:sp>
        <p:nvSpPr>
          <p:cNvPr id="124" name="object 124"/>
          <p:cNvSpPr/>
          <p:nvPr/>
        </p:nvSpPr>
        <p:spPr>
          <a:xfrm>
            <a:off x="3290356" y="3844177"/>
            <a:ext cx="52705" cy="52069"/>
          </a:xfrm>
          <a:custGeom>
            <a:avLst/>
            <a:gdLst/>
            <a:ahLst/>
            <a:cxnLst/>
            <a:rect l="l" t="t" r="r" b="b"/>
            <a:pathLst>
              <a:path w="52704" h="52070">
                <a:moveTo>
                  <a:pt x="0" y="0"/>
                </a:moveTo>
                <a:lnTo>
                  <a:pt x="52236" y="52064"/>
                </a:lnTo>
                <a:lnTo>
                  <a:pt x="0" y="52064"/>
                </a:lnTo>
                <a:lnTo>
                  <a:pt x="0" y="0"/>
                </a:lnTo>
                <a:close/>
              </a:path>
            </a:pathLst>
          </a:custGeom>
          <a:ln w="12924">
            <a:solidFill>
              <a:srgbClr val="FF0000"/>
            </a:solidFill>
          </a:ln>
        </p:spPr>
        <p:txBody>
          <a:bodyPr wrap="square" lIns="0" tIns="0" rIns="0" bIns="0" rtlCol="0"/>
          <a:lstStyle/>
          <a:p>
            <a:endParaRPr/>
          </a:p>
        </p:txBody>
      </p:sp>
      <p:sp>
        <p:nvSpPr>
          <p:cNvPr id="125" name="object 125"/>
          <p:cNvSpPr/>
          <p:nvPr/>
        </p:nvSpPr>
        <p:spPr>
          <a:xfrm>
            <a:off x="3290356" y="3844177"/>
            <a:ext cx="52705" cy="52069"/>
          </a:xfrm>
          <a:custGeom>
            <a:avLst/>
            <a:gdLst/>
            <a:ahLst/>
            <a:cxnLst/>
            <a:rect l="l" t="t" r="r" b="b"/>
            <a:pathLst>
              <a:path w="52704" h="52070">
                <a:moveTo>
                  <a:pt x="52236" y="0"/>
                </a:moveTo>
                <a:lnTo>
                  <a:pt x="0" y="0"/>
                </a:lnTo>
                <a:lnTo>
                  <a:pt x="52236" y="52064"/>
                </a:lnTo>
                <a:lnTo>
                  <a:pt x="52236" y="0"/>
                </a:lnTo>
                <a:close/>
              </a:path>
            </a:pathLst>
          </a:custGeom>
          <a:solidFill>
            <a:srgbClr val="FF0000"/>
          </a:solidFill>
        </p:spPr>
        <p:txBody>
          <a:bodyPr wrap="square" lIns="0" tIns="0" rIns="0" bIns="0" rtlCol="0"/>
          <a:lstStyle/>
          <a:p>
            <a:endParaRPr/>
          </a:p>
        </p:txBody>
      </p:sp>
      <p:sp>
        <p:nvSpPr>
          <p:cNvPr id="126" name="object 126"/>
          <p:cNvSpPr/>
          <p:nvPr/>
        </p:nvSpPr>
        <p:spPr>
          <a:xfrm>
            <a:off x="3290356" y="3844177"/>
            <a:ext cx="52705" cy="52069"/>
          </a:xfrm>
          <a:custGeom>
            <a:avLst/>
            <a:gdLst/>
            <a:ahLst/>
            <a:cxnLst/>
            <a:rect l="l" t="t" r="r" b="b"/>
            <a:pathLst>
              <a:path w="52704" h="52070">
                <a:moveTo>
                  <a:pt x="0" y="0"/>
                </a:moveTo>
                <a:lnTo>
                  <a:pt x="52236" y="0"/>
                </a:lnTo>
                <a:lnTo>
                  <a:pt x="52236" y="52064"/>
                </a:lnTo>
                <a:lnTo>
                  <a:pt x="0" y="0"/>
                </a:lnTo>
                <a:close/>
              </a:path>
            </a:pathLst>
          </a:custGeom>
          <a:ln w="12924">
            <a:solidFill>
              <a:srgbClr val="FF0000"/>
            </a:solidFill>
          </a:ln>
        </p:spPr>
        <p:txBody>
          <a:bodyPr wrap="square" lIns="0" tIns="0" rIns="0" bIns="0" rtlCol="0"/>
          <a:lstStyle/>
          <a:p>
            <a:endParaRPr/>
          </a:p>
        </p:txBody>
      </p:sp>
      <p:sp>
        <p:nvSpPr>
          <p:cNvPr id="127" name="object 127"/>
          <p:cNvSpPr/>
          <p:nvPr/>
        </p:nvSpPr>
        <p:spPr>
          <a:xfrm>
            <a:off x="2299963" y="3439640"/>
            <a:ext cx="52705" cy="52069"/>
          </a:xfrm>
          <a:custGeom>
            <a:avLst/>
            <a:gdLst/>
            <a:ahLst/>
            <a:cxnLst/>
            <a:rect l="l" t="t" r="r" b="b"/>
            <a:pathLst>
              <a:path w="52705" h="52070">
                <a:moveTo>
                  <a:pt x="0" y="0"/>
                </a:moveTo>
                <a:lnTo>
                  <a:pt x="0" y="52064"/>
                </a:lnTo>
                <a:lnTo>
                  <a:pt x="52132" y="52064"/>
                </a:lnTo>
                <a:lnTo>
                  <a:pt x="0" y="0"/>
                </a:lnTo>
                <a:close/>
              </a:path>
            </a:pathLst>
          </a:custGeom>
          <a:solidFill>
            <a:srgbClr val="FF0000"/>
          </a:solidFill>
        </p:spPr>
        <p:txBody>
          <a:bodyPr wrap="square" lIns="0" tIns="0" rIns="0" bIns="0" rtlCol="0"/>
          <a:lstStyle/>
          <a:p>
            <a:endParaRPr/>
          </a:p>
        </p:txBody>
      </p:sp>
      <p:sp>
        <p:nvSpPr>
          <p:cNvPr id="128" name="object 128"/>
          <p:cNvSpPr/>
          <p:nvPr/>
        </p:nvSpPr>
        <p:spPr>
          <a:xfrm>
            <a:off x="2299963" y="3439640"/>
            <a:ext cx="52705" cy="52069"/>
          </a:xfrm>
          <a:custGeom>
            <a:avLst/>
            <a:gdLst/>
            <a:ahLst/>
            <a:cxnLst/>
            <a:rect l="l" t="t" r="r" b="b"/>
            <a:pathLst>
              <a:path w="52705" h="52070">
                <a:moveTo>
                  <a:pt x="0" y="0"/>
                </a:moveTo>
                <a:lnTo>
                  <a:pt x="52132" y="52064"/>
                </a:lnTo>
                <a:lnTo>
                  <a:pt x="0" y="52064"/>
                </a:lnTo>
                <a:lnTo>
                  <a:pt x="0" y="0"/>
                </a:lnTo>
                <a:close/>
              </a:path>
            </a:pathLst>
          </a:custGeom>
          <a:ln w="12924">
            <a:solidFill>
              <a:srgbClr val="FF0000"/>
            </a:solidFill>
          </a:ln>
        </p:spPr>
        <p:txBody>
          <a:bodyPr wrap="square" lIns="0" tIns="0" rIns="0" bIns="0" rtlCol="0"/>
          <a:lstStyle/>
          <a:p>
            <a:endParaRPr/>
          </a:p>
        </p:txBody>
      </p:sp>
      <p:sp>
        <p:nvSpPr>
          <p:cNvPr id="129" name="object 129"/>
          <p:cNvSpPr/>
          <p:nvPr/>
        </p:nvSpPr>
        <p:spPr>
          <a:xfrm>
            <a:off x="2299963" y="3439640"/>
            <a:ext cx="52705" cy="52069"/>
          </a:xfrm>
          <a:custGeom>
            <a:avLst/>
            <a:gdLst/>
            <a:ahLst/>
            <a:cxnLst/>
            <a:rect l="l" t="t" r="r" b="b"/>
            <a:pathLst>
              <a:path w="52705" h="52070">
                <a:moveTo>
                  <a:pt x="52132" y="0"/>
                </a:moveTo>
                <a:lnTo>
                  <a:pt x="0" y="0"/>
                </a:lnTo>
                <a:lnTo>
                  <a:pt x="52132" y="52064"/>
                </a:lnTo>
                <a:lnTo>
                  <a:pt x="52132" y="0"/>
                </a:lnTo>
                <a:close/>
              </a:path>
            </a:pathLst>
          </a:custGeom>
          <a:solidFill>
            <a:srgbClr val="FF0000"/>
          </a:solidFill>
        </p:spPr>
        <p:txBody>
          <a:bodyPr wrap="square" lIns="0" tIns="0" rIns="0" bIns="0" rtlCol="0"/>
          <a:lstStyle/>
          <a:p>
            <a:endParaRPr/>
          </a:p>
        </p:txBody>
      </p:sp>
      <p:sp>
        <p:nvSpPr>
          <p:cNvPr id="130" name="object 130"/>
          <p:cNvSpPr/>
          <p:nvPr/>
        </p:nvSpPr>
        <p:spPr>
          <a:xfrm>
            <a:off x="2299963" y="3439640"/>
            <a:ext cx="52705" cy="52069"/>
          </a:xfrm>
          <a:custGeom>
            <a:avLst/>
            <a:gdLst/>
            <a:ahLst/>
            <a:cxnLst/>
            <a:rect l="l" t="t" r="r" b="b"/>
            <a:pathLst>
              <a:path w="52705" h="52070">
                <a:moveTo>
                  <a:pt x="0" y="0"/>
                </a:moveTo>
                <a:lnTo>
                  <a:pt x="52132" y="0"/>
                </a:lnTo>
                <a:lnTo>
                  <a:pt x="52132" y="52064"/>
                </a:lnTo>
                <a:lnTo>
                  <a:pt x="0" y="0"/>
                </a:lnTo>
                <a:close/>
              </a:path>
            </a:pathLst>
          </a:custGeom>
          <a:ln w="12924">
            <a:solidFill>
              <a:srgbClr val="FF0000"/>
            </a:solidFill>
          </a:ln>
        </p:spPr>
        <p:txBody>
          <a:bodyPr wrap="square" lIns="0" tIns="0" rIns="0" bIns="0" rtlCol="0"/>
          <a:lstStyle/>
          <a:p>
            <a:endParaRPr/>
          </a:p>
        </p:txBody>
      </p:sp>
      <p:sp>
        <p:nvSpPr>
          <p:cNvPr id="131" name="object 131"/>
          <p:cNvSpPr/>
          <p:nvPr/>
        </p:nvSpPr>
        <p:spPr>
          <a:xfrm>
            <a:off x="1439641" y="4600668"/>
            <a:ext cx="5969635" cy="1696085"/>
          </a:xfrm>
          <a:custGeom>
            <a:avLst/>
            <a:gdLst/>
            <a:ahLst/>
            <a:cxnLst/>
            <a:rect l="l" t="t" r="r" b="b"/>
            <a:pathLst>
              <a:path w="5969634" h="1696085">
                <a:moveTo>
                  <a:pt x="5969409" y="0"/>
                </a:moveTo>
                <a:lnTo>
                  <a:pt x="0" y="0"/>
                </a:lnTo>
                <a:lnTo>
                  <a:pt x="0" y="1695656"/>
                </a:lnTo>
                <a:lnTo>
                  <a:pt x="5969409" y="0"/>
                </a:lnTo>
                <a:close/>
              </a:path>
            </a:pathLst>
          </a:custGeom>
          <a:solidFill>
            <a:srgbClr val="FFFFFF"/>
          </a:solidFill>
        </p:spPr>
        <p:txBody>
          <a:bodyPr wrap="square" lIns="0" tIns="0" rIns="0" bIns="0" rtlCol="0"/>
          <a:lstStyle/>
          <a:p>
            <a:endParaRPr/>
          </a:p>
        </p:txBody>
      </p:sp>
      <p:sp>
        <p:nvSpPr>
          <p:cNvPr id="132" name="object 132"/>
          <p:cNvSpPr/>
          <p:nvPr/>
        </p:nvSpPr>
        <p:spPr>
          <a:xfrm>
            <a:off x="1439641" y="4600668"/>
            <a:ext cx="5969635" cy="1696085"/>
          </a:xfrm>
          <a:custGeom>
            <a:avLst/>
            <a:gdLst/>
            <a:ahLst/>
            <a:cxnLst/>
            <a:rect l="l" t="t" r="r" b="b"/>
            <a:pathLst>
              <a:path w="5969634" h="1696085">
                <a:moveTo>
                  <a:pt x="0" y="0"/>
                </a:moveTo>
                <a:lnTo>
                  <a:pt x="5969409" y="0"/>
                </a:lnTo>
                <a:lnTo>
                  <a:pt x="0" y="1695656"/>
                </a:lnTo>
                <a:lnTo>
                  <a:pt x="0" y="0"/>
                </a:lnTo>
                <a:close/>
              </a:path>
            </a:pathLst>
          </a:custGeom>
          <a:ln w="12924">
            <a:solidFill>
              <a:srgbClr val="FFFFFF"/>
            </a:solidFill>
          </a:ln>
        </p:spPr>
        <p:txBody>
          <a:bodyPr wrap="square" lIns="0" tIns="0" rIns="0" bIns="0" rtlCol="0"/>
          <a:lstStyle/>
          <a:p>
            <a:endParaRPr/>
          </a:p>
        </p:txBody>
      </p:sp>
      <p:sp>
        <p:nvSpPr>
          <p:cNvPr id="133" name="object 133"/>
          <p:cNvSpPr/>
          <p:nvPr/>
        </p:nvSpPr>
        <p:spPr>
          <a:xfrm>
            <a:off x="1439641" y="4600668"/>
            <a:ext cx="5969635" cy="1696085"/>
          </a:xfrm>
          <a:custGeom>
            <a:avLst/>
            <a:gdLst/>
            <a:ahLst/>
            <a:cxnLst/>
            <a:rect l="l" t="t" r="r" b="b"/>
            <a:pathLst>
              <a:path w="5969634" h="1696085">
                <a:moveTo>
                  <a:pt x="5969409" y="0"/>
                </a:moveTo>
                <a:lnTo>
                  <a:pt x="0" y="1695656"/>
                </a:lnTo>
                <a:lnTo>
                  <a:pt x="5969409" y="1695656"/>
                </a:lnTo>
                <a:lnTo>
                  <a:pt x="5969409" y="0"/>
                </a:lnTo>
                <a:close/>
              </a:path>
            </a:pathLst>
          </a:custGeom>
          <a:solidFill>
            <a:srgbClr val="FFFFFF"/>
          </a:solidFill>
        </p:spPr>
        <p:txBody>
          <a:bodyPr wrap="square" lIns="0" tIns="0" rIns="0" bIns="0" rtlCol="0"/>
          <a:lstStyle/>
          <a:p>
            <a:endParaRPr/>
          </a:p>
        </p:txBody>
      </p:sp>
      <p:sp>
        <p:nvSpPr>
          <p:cNvPr id="134" name="object 134"/>
          <p:cNvSpPr/>
          <p:nvPr/>
        </p:nvSpPr>
        <p:spPr>
          <a:xfrm>
            <a:off x="1439641" y="4600668"/>
            <a:ext cx="5969635" cy="1696085"/>
          </a:xfrm>
          <a:custGeom>
            <a:avLst/>
            <a:gdLst/>
            <a:ahLst/>
            <a:cxnLst/>
            <a:rect l="l" t="t" r="r" b="b"/>
            <a:pathLst>
              <a:path w="5969634" h="1696085">
                <a:moveTo>
                  <a:pt x="0" y="1695656"/>
                </a:moveTo>
                <a:lnTo>
                  <a:pt x="5969409" y="1695656"/>
                </a:lnTo>
                <a:lnTo>
                  <a:pt x="5969409" y="0"/>
                </a:lnTo>
                <a:lnTo>
                  <a:pt x="0" y="1695656"/>
                </a:lnTo>
                <a:close/>
              </a:path>
            </a:pathLst>
          </a:custGeom>
          <a:ln w="12924">
            <a:solidFill>
              <a:srgbClr val="FFFFFF"/>
            </a:solidFill>
          </a:ln>
        </p:spPr>
        <p:txBody>
          <a:bodyPr wrap="square" lIns="0" tIns="0" rIns="0" bIns="0" rtlCol="0"/>
          <a:lstStyle/>
          <a:p>
            <a:endParaRPr/>
          </a:p>
        </p:txBody>
      </p:sp>
      <p:sp>
        <p:nvSpPr>
          <p:cNvPr id="135" name="object 135"/>
          <p:cNvSpPr txBox="1"/>
          <p:nvPr/>
        </p:nvSpPr>
        <p:spPr>
          <a:xfrm>
            <a:off x="781892" y="5000612"/>
            <a:ext cx="143510" cy="930275"/>
          </a:xfrm>
          <a:prstGeom prst="rect">
            <a:avLst/>
          </a:prstGeom>
        </p:spPr>
        <p:txBody>
          <a:bodyPr vert="vert270" wrap="square" lIns="0" tIns="0" rIns="0" bIns="0" rtlCol="0">
            <a:spAutoFit/>
          </a:bodyPr>
          <a:lstStyle/>
          <a:p>
            <a:pPr marL="12700">
              <a:lnSpc>
                <a:spcPts val="1050"/>
              </a:lnSpc>
            </a:pPr>
            <a:r>
              <a:rPr sz="900" b="1" spc="25" dirty="0">
                <a:latin typeface="Tahoma"/>
                <a:cs typeface="Tahoma"/>
              </a:rPr>
              <a:t>S</a:t>
            </a:r>
            <a:r>
              <a:rPr sz="900" b="1" spc="60" dirty="0">
                <a:latin typeface="Tahoma"/>
                <a:cs typeface="Tahoma"/>
              </a:rPr>
              <a:t>a</a:t>
            </a:r>
            <a:r>
              <a:rPr sz="900" b="1" spc="40" dirty="0">
                <a:latin typeface="Tahoma"/>
                <a:cs typeface="Tahoma"/>
              </a:rPr>
              <a:t>m</a:t>
            </a:r>
            <a:r>
              <a:rPr sz="900" b="1" spc="30" dirty="0">
                <a:latin typeface="Tahoma"/>
                <a:cs typeface="Tahoma"/>
              </a:rPr>
              <a:t>p</a:t>
            </a:r>
            <a:r>
              <a:rPr sz="900" b="1" spc="25" dirty="0">
                <a:latin typeface="Tahoma"/>
                <a:cs typeface="Tahoma"/>
              </a:rPr>
              <a:t>l</a:t>
            </a:r>
            <a:r>
              <a:rPr sz="900" b="1" dirty="0">
                <a:latin typeface="Tahoma"/>
                <a:cs typeface="Tahoma"/>
              </a:rPr>
              <a:t>e</a:t>
            </a:r>
            <a:r>
              <a:rPr sz="900" b="1" spc="110" dirty="0">
                <a:latin typeface="Tahoma"/>
                <a:cs typeface="Tahoma"/>
              </a:rPr>
              <a:t> </a:t>
            </a:r>
            <a:r>
              <a:rPr sz="900" b="1" spc="45" dirty="0">
                <a:latin typeface="Tahoma"/>
                <a:cs typeface="Tahoma"/>
              </a:rPr>
              <a:t>R</a:t>
            </a:r>
            <a:r>
              <a:rPr sz="900" b="1" spc="55" dirty="0">
                <a:latin typeface="Tahoma"/>
                <a:cs typeface="Tahoma"/>
              </a:rPr>
              <a:t>a</a:t>
            </a:r>
            <a:r>
              <a:rPr sz="900" b="1" spc="20" dirty="0">
                <a:latin typeface="Tahoma"/>
                <a:cs typeface="Tahoma"/>
              </a:rPr>
              <a:t>n</a:t>
            </a:r>
            <a:r>
              <a:rPr sz="900" b="1" spc="30" dirty="0">
                <a:latin typeface="Tahoma"/>
                <a:cs typeface="Tahoma"/>
              </a:rPr>
              <a:t>g</a:t>
            </a:r>
            <a:r>
              <a:rPr sz="900" b="1" dirty="0">
                <a:latin typeface="Tahoma"/>
                <a:cs typeface="Tahoma"/>
              </a:rPr>
              <a:t>e</a:t>
            </a:r>
            <a:endParaRPr sz="900">
              <a:latin typeface="Tahoma"/>
              <a:cs typeface="Tahoma"/>
            </a:endParaRPr>
          </a:p>
        </p:txBody>
      </p:sp>
      <p:sp>
        <p:nvSpPr>
          <p:cNvPr id="136" name="object 136"/>
          <p:cNvSpPr/>
          <p:nvPr/>
        </p:nvSpPr>
        <p:spPr>
          <a:xfrm>
            <a:off x="7018232" y="6296324"/>
            <a:ext cx="0" cy="52705"/>
          </a:xfrm>
          <a:custGeom>
            <a:avLst/>
            <a:gdLst/>
            <a:ahLst/>
            <a:cxnLst/>
            <a:rect l="l" t="t" r="r" b="b"/>
            <a:pathLst>
              <a:path h="52704">
                <a:moveTo>
                  <a:pt x="0" y="0"/>
                </a:moveTo>
                <a:lnTo>
                  <a:pt x="0" y="52567"/>
                </a:lnTo>
              </a:path>
            </a:pathLst>
          </a:custGeom>
          <a:ln w="12924">
            <a:solidFill>
              <a:srgbClr val="000000"/>
            </a:solidFill>
          </a:ln>
        </p:spPr>
        <p:txBody>
          <a:bodyPr wrap="square" lIns="0" tIns="0" rIns="0" bIns="0" rtlCol="0"/>
          <a:lstStyle/>
          <a:p>
            <a:endParaRPr/>
          </a:p>
        </p:txBody>
      </p:sp>
      <p:sp>
        <p:nvSpPr>
          <p:cNvPr id="137" name="object 137"/>
          <p:cNvSpPr/>
          <p:nvPr/>
        </p:nvSpPr>
        <p:spPr>
          <a:xfrm>
            <a:off x="6522766" y="6296324"/>
            <a:ext cx="0" cy="52705"/>
          </a:xfrm>
          <a:custGeom>
            <a:avLst/>
            <a:gdLst/>
            <a:ahLst/>
            <a:cxnLst/>
            <a:rect l="l" t="t" r="r" b="b"/>
            <a:pathLst>
              <a:path h="52704">
                <a:moveTo>
                  <a:pt x="0" y="0"/>
                </a:moveTo>
                <a:lnTo>
                  <a:pt x="0" y="52567"/>
                </a:lnTo>
              </a:path>
            </a:pathLst>
          </a:custGeom>
          <a:ln w="12924">
            <a:solidFill>
              <a:srgbClr val="000000"/>
            </a:solidFill>
          </a:ln>
        </p:spPr>
        <p:txBody>
          <a:bodyPr wrap="square" lIns="0" tIns="0" rIns="0" bIns="0" rtlCol="0"/>
          <a:lstStyle/>
          <a:p>
            <a:endParaRPr/>
          </a:p>
        </p:txBody>
      </p:sp>
      <p:sp>
        <p:nvSpPr>
          <p:cNvPr id="138" name="object 138"/>
          <p:cNvSpPr/>
          <p:nvPr/>
        </p:nvSpPr>
        <p:spPr>
          <a:xfrm>
            <a:off x="6027302" y="6296324"/>
            <a:ext cx="0" cy="52705"/>
          </a:xfrm>
          <a:custGeom>
            <a:avLst/>
            <a:gdLst/>
            <a:ahLst/>
            <a:cxnLst/>
            <a:rect l="l" t="t" r="r" b="b"/>
            <a:pathLst>
              <a:path h="52704">
                <a:moveTo>
                  <a:pt x="0" y="0"/>
                </a:moveTo>
                <a:lnTo>
                  <a:pt x="0" y="52567"/>
                </a:lnTo>
              </a:path>
            </a:pathLst>
          </a:custGeom>
          <a:ln w="12924">
            <a:solidFill>
              <a:srgbClr val="000000"/>
            </a:solidFill>
          </a:ln>
        </p:spPr>
        <p:txBody>
          <a:bodyPr wrap="square" lIns="0" tIns="0" rIns="0" bIns="0" rtlCol="0"/>
          <a:lstStyle/>
          <a:p>
            <a:endParaRPr/>
          </a:p>
        </p:txBody>
      </p:sp>
      <p:sp>
        <p:nvSpPr>
          <p:cNvPr id="139" name="object 139"/>
          <p:cNvSpPr/>
          <p:nvPr/>
        </p:nvSpPr>
        <p:spPr>
          <a:xfrm>
            <a:off x="5545199" y="6296324"/>
            <a:ext cx="0" cy="52705"/>
          </a:xfrm>
          <a:custGeom>
            <a:avLst/>
            <a:gdLst/>
            <a:ahLst/>
            <a:cxnLst/>
            <a:rect l="l" t="t" r="r" b="b"/>
            <a:pathLst>
              <a:path h="52704">
                <a:moveTo>
                  <a:pt x="0" y="0"/>
                </a:moveTo>
                <a:lnTo>
                  <a:pt x="0" y="52567"/>
                </a:lnTo>
              </a:path>
            </a:pathLst>
          </a:custGeom>
          <a:ln w="12924">
            <a:solidFill>
              <a:srgbClr val="000000"/>
            </a:solidFill>
          </a:ln>
        </p:spPr>
        <p:txBody>
          <a:bodyPr wrap="square" lIns="0" tIns="0" rIns="0" bIns="0" rtlCol="0"/>
          <a:lstStyle/>
          <a:p>
            <a:endParaRPr/>
          </a:p>
        </p:txBody>
      </p:sp>
      <p:sp>
        <p:nvSpPr>
          <p:cNvPr id="140" name="object 140"/>
          <p:cNvSpPr/>
          <p:nvPr/>
        </p:nvSpPr>
        <p:spPr>
          <a:xfrm>
            <a:off x="5049908" y="6296324"/>
            <a:ext cx="0" cy="52705"/>
          </a:xfrm>
          <a:custGeom>
            <a:avLst/>
            <a:gdLst/>
            <a:ahLst/>
            <a:cxnLst/>
            <a:rect l="l" t="t" r="r" b="b"/>
            <a:pathLst>
              <a:path h="52704">
                <a:moveTo>
                  <a:pt x="0" y="0"/>
                </a:moveTo>
                <a:lnTo>
                  <a:pt x="0" y="52567"/>
                </a:lnTo>
              </a:path>
            </a:pathLst>
          </a:custGeom>
          <a:ln w="12924">
            <a:solidFill>
              <a:srgbClr val="000000"/>
            </a:solidFill>
          </a:ln>
        </p:spPr>
        <p:txBody>
          <a:bodyPr wrap="square" lIns="0" tIns="0" rIns="0" bIns="0" rtlCol="0"/>
          <a:lstStyle/>
          <a:p>
            <a:endParaRPr/>
          </a:p>
        </p:txBody>
      </p:sp>
      <p:sp>
        <p:nvSpPr>
          <p:cNvPr id="141" name="object 141"/>
          <p:cNvSpPr/>
          <p:nvPr/>
        </p:nvSpPr>
        <p:spPr>
          <a:xfrm>
            <a:off x="4554442" y="6296324"/>
            <a:ext cx="0" cy="52705"/>
          </a:xfrm>
          <a:custGeom>
            <a:avLst/>
            <a:gdLst/>
            <a:ahLst/>
            <a:cxnLst/>
            <a:rect l="l" t="t" r="r" b="b"/>
            <a:pathLst>
              <a:path h="52704">
                <a:moveTo>
                  <a:pt x="0" y="0"/>
                </a:moveTo>
                <a:lnTo>
                  <a:pt x="0" y="52567"/>
                </a:lnTo>
              </a:path>
            </a:pathLst>
          </a:custGeom>
          <a:ln w="12924">
            <a:solidFill>
              <a:srgbClr val="000000"/>
            </a:solidFill>
          </a:ln>
        </p:spPr>
        <p:txBody>
          <a:bodyPr wrap="square" lIns="0" tIns="0" rIns="0" bIns="0" rtlCol="0"/>
          <a:lstStyle/>
          <a:p>
            <a:endParaRPr/>
          </a:p>
        </p:txBody>
      </p:sp>
      <p:sp>
        <p:nvSpPr>
          <p:cNvPr id="142" name="object 142"/>
          <p:cNvSpPr/>
          <p:nvPr/>
        </p:nvSpPr>
        <p:spPr>
          <a:xfrm>
            <a:off x="4059325" y="6296324"/>
            <a:ext cx="0" cy="52705"/>
          </a:xfrm>
          <a:custGeom>
            <a:avLst/>
            <a:gdLst/>
            <a:ahLst/>
            <a:cxnLst/>
            <a:rect l="l" t="t" r="r" b="b"/>
            <a:pathLst>
              <a:path h="52704">
                <a:moveTo>
                  <a:pt x="0" y="0"/>
                </a:moveTo>
                <a:lnTo>
                  <a:pt x="0" y="52567"/>
                </a:lnTo>
              </a:path>
            </a:pathLst>
          </a:custGeom>
          <a:ln w="12924">
            <a:solidFill>
              <a:srgbClr val="000000"/>
            </a:solidFill>
          </a:ln>
        </p:spPr>
        <p:txBody>
          <a:bodyPr wrap="square" lIns="0" tIns="0" rIns="0" bIns="0" rtlCol="0"/>
          <a:lstStyle/>
          <a:p>
            <a:endParaRPr/>
          </a:p>
        </p:txBody>
      </p:sp>
      <p:sp>
        <p:nvSpPr>
          <p:cNvPr id="143" name="object 143"/>
          <p:cNvSpPr/>
          <p:nvPr/>
        </p:nvSpPr>
        <p:spPr>
          <a:xfrm>
            <a:off x="3564033" y="6296324"/>
            <a:ext cx="0" cy="52705"/>
          </a:xfrm>
          <a:custGeom>
            <a:avLst/>
            <a:gdLst/>
            <a:ahLst/>
            <a:cxnLst/>
            <a:rect l="l" t="t" r="r" b="b"/>
            <a:pathLst>
              <a:path h="52704">
                <a:moveTo>
                  <a:pt x="0" y="0"/>
                </a:moveTo>
                <a:lnTo>
                  <a:pt x="0" y="52567"/>
                </a:lnTo>
              </a:path>
            </a:pathLst>
          </a:custGeom>
          <a:ln w="12924">
            <a:solidFill>
              <a:srgbClr val="000000"/>
            </a:solidFill>
          </a:ln>
        </p:spPr>
        <p:txBody>
          <a:bodyPr wrap="square" lIns="0" tIns="0" rIns="0" bIns="0" rtlCol="0"/>
          <a:lstStyle/>
          <a:p>
            <a:endParaRPr/>
          </a:p>
        </p:txBody>
      </p:sp>
      <p:sp>
        <p:nvSpPr>
          <p:cNvPr id="144" name="object 144"/>
          <p:cNvSpPr/>
          <p:nvPr/>
        </p:nvSpPr>
        <p:spPr>
          <a:xfrm>
            <a:off x="3068915" y="6296324"/>
            <a:ext cx="0" cy="52705"/>
          </a:xfrm>
          <a:custGeom>
            <a:avLst/>
            <a:gdLst/>
            <a:ahLst/>
            <a:cxnLst/>
            <a:rect l="l" t="t" r="r" b="b"/>
            <a:pathLst>
              <a:path h="52704">
                <a:moveTo>
                  <a:pt x="0" y="0"/>
                </a:moveTo>
                <a:lnTo>
                  <a:pt x="0" y="52567"/>
                </a:lnTo>
              </a:path>
            </a:pathLst>
          </a:custGeom>
          <a:ln w="12924">
            <a:solidFill>
              <a:srgbClr val="000000"/>
            </a:solidFill>
          </a:ln>
        </p:spPr>
        <p:txBody>
          <a:bodyPr wrap="square" lIns="0" tIns="0" rIns="0" bIns="0" rtlCol="0"/>
          <a:lstStyle/>
          <a:p>
            <a:endParaRPr/>
          </a:p>
        </p:txBody>
      </p:sp>
      <p:sp>
        <p:nvSpPr>
          <p:cNvPr id="145" name="object 145"/>
          <p:cNvSpPr/>
          <p:nvPr/>
        </p:nvSpPr>
        <p:spPr>
          <a:xfrm>
            <a:off x="2573623" y="6296324"/>
            <a:ext cx="0" cy="52705"/>
          </a:xfrm>
          <a:custGeom>
            <a:avLst/>
            <a:gdLst/>
            <a:ahLst/>
            <a:cxnLst/>
            <a:rect l="l" t="t" r="r" b="b"/>
            <a:pathLst>
              <a:path h="52704">
                <a:moveTo>
                  <a:pt x="0" y="0"/>
                </a:moveTo>
                <a:lnTo>
                  <a:pt x="0" y="52567"/>
                </a:lnTo>
              </a:path>
            </a:pathLst>
          </a:custGeom>
          <a:ln w="12924">
            <a:solidFill>
              <a:srgbClr val="000000"/>
            </a:solidFill>
          </a:ln>
        </p:spPr>
        <p:txBody>
          <a:bodyPr wrap="square" lIns="0" tIns="0" rIns="0" bIns="0" rtlCol="0"/>
          <a:lstStyle/>
          <a:p>
            <a:endParaRPr/>
          </a:p>
        </p:txBody>
      </p:sp>
      <p:sp>
        <p:nvSpPr>
          <p:cNvPr id="146" name="object 146"/>
          <p:cNvSpPr/>
          <p:nvPr/>
        </p:nvSpPr>
        <p:spPr>
          <a:xfrm>
            <a:off x="2078106" y="6296324"/>
            <a:ext cx="0" cy="52705"/>
          </a:xfrm>
          <a:custGeom>
            <a:avLst/>
            <a:gdLst/>
            <a:ahLst/>
            <a:cxnLst/>
            <a:rect l="l" t="t" r="r" b="b"/>
            <a:pathLst>
              <a:path h="52704">
                <a:moveTo>
                  <a:pt x="0" y="0"/>
                </a:moveTo>
                <a:lnTo>
                  <a:pt x="0" y="52567"/>
                </a:lnTo>
              </a:path>
            </a:pathLst>
          </a:custGeom>
          <a:ln w="12924">
            <a:solidFill>
              <a:srgbClr val="000000"/>
            </a:solidFill>
          </a:ln>
        </p:spPr>
        <p:txBody>
          <a:bodyPr wrap="square" lIns="0" tIns="0" rIns="0" bIns="0" rtlCol="0"/>
          <a:lstStyle/>
          <a:p>
            <a:endParaRPr/>
          </a:p>
        </p:txBody>
      </p:sp>
      <p:sp>
        <p:nvSpPr>
          <p:cNvPr id="147" name="object 147"/>
          <p:cNvSpPr/>
          <p:nvPr/>
        </p:nvSpPr>
        <p:spPr>
          <a:xfrm>
            <a:off x="1583109" y="6296324"/>
            <a:ext cx="0" cy="52705"/>
          </a:xfrm>
          <a:custGeom>
            <a:avLst/>
            <a:gdLst/>
            <a:ahLst/>
            <a:cxnLst/>
            <a:rect l="l" t="t" r="r" b="b"/>
            <a:pathLst>
              <a:path h="52704">
                <a:moveTo>
                  <a:pt x="0" y="0"/>
                </a:moveTo>
                <a:lnTo>
                  <a:pt x="0" y="52567"/>
                </a:lnTo>
              </a:path>
            </a:pathLst>
          </a:custGeom>
          <a:ln w="12924">
            <a:solidFill>
              <a:srgbClr val="000000"/>
            </a:solidFill>
          </a:ln>
        </p:spPr>
        <p:txBody>
          <a:bodyPr wrap="square" lIns="0" tIns="0" rIns="0" bIns="0" rtlCol="0"/>
          <a:lstStyle/>
          <a:p>
            <a:endParaRPr/>
          </a:p>
        </p:txBody>
      </p:sp>
      <p:sp>
        <p:nvSpPr>
          <p:cNvPr id="148" name="object 148"/>
          <p:cNvSpPr/>
          <p:nvPr/>
        </p:nvSpPr>
        <p:spPr>
          <a:xfrm>
            <a:off x="1439641" y="4600668"/>
            <a:ext cx="5969635" cy="0"/>
          </a:xfrm>
          <a:custGeom>
            <a:avLst/>
            <a:gdLst/>
            <a:ahLst/>
            <a:cxnLst/>
            <a:rect l="l" t="t" r="r" b="b"/>
            <a:pathLst>
              <a:path w="5969634">
                <a:moveTo>
                  <a:pt x="0" y="0"/>
                </a:moveTo>
                <a:lnTo>
                  <a:pt x="5969409" y="0"/>
                </a:lnTo>
              </a:path>
            </a:pathLst>
          </a:custGeom>
          <a:ln w="12924">
            <a:solidFill>
              <a:srgbClr val="000000"/>
            </a:solidFill>
          </a:ln>
        </p:spPr>
        <p:txBody>
          <a:bodyPr wrap="square" lIns="0" tIns="0" rIns="0" bIns="0" rtlCol="0"/>
          <a:lstStyle/>
          <a:p>
            <a:endParaRPr/>
          </a:p>
        </p:txBody>
      </p:sp>
      <p:sp>
        <p:nvSpPr>
          <p:cNvPr id="149" name="object 149"/>
          <p:cNvSpPr/>
          <p:nvPr/>
        </p:nvSpPr>
        <p:spPr>
          <a:xfrm>
            <a:off x="1439641" y="6296324"/>
            <a:ext cx="5969635" cy="0"/>
          </a:xfrm>
          <a:custGeom>
            <a:avLst/>
            <a:gdLst/>
            <a:ahLst/>
            <a:cxnLst/>
            <a:rect l="l" t="t" r="r" b="b"/>
            <a:pathLst>
              <a:path w="5969634">
                <a:moveTo>
                  <a:pt x="0" y="0"/>
                </a:moveTo>
                <a:lnTo>
                  <a:pt x="5969409" y="0"/>
                </a:lnTo>
              </a:path>
            </a:pathLst>
          </a:custGeom>
          <a:ln w="12924">
            <a:solidFill>
              <a:srgbClr val="000000"/>
            </a:solidFill>
          </a:ln>
        </p:spPr>
        <p:txBody>
          <a:bodyPr wrap="square" lIns="0" tIns="0" rIns="0" bIns="0" rtlCol="0"/>
          <a:lstStyle/>
          <a:p>
            <a:endParaRPr/>
          </a:p>
        </p:txBody>
      </p:sp>
      <p:sp>
        <p:nvSpPr>
          <p:cNvPr id="150" name="object 150"/>
          <p:cNvSpPr txBox="1"/>
          <p:nvPr/>
        </p:nvSpPr>
        <p:spPr>
          <a:xfrm>
            <a:off x="6875028" y="6351770"/>
            <a:ext cx="285750" cy="303530"/>
          </a:xfrm>
          <a:prstGeom prst="rect">
            <a:avLst/>
          </a:prstGeom>
        </p:spPr>
        <p:txBody>
          <a:bodyPr vert="horz" wrap="square" lIns="0" tIns="0" rIns="0" bIns="0" rtlCol="0">
            <a:spAutoFit/>
          </a:bodyPr>
          <a:lstStyle/>
          <a:p>
            <a:pPr marR="5080" algn="ctr">
              <a:lnSpc>
                <a:spcPct val="100000"/>
              </a:lnSpc>
            </a:pPr>
            <a:r>
              <a:rPr sz="900" spc="10" dirty="0">
                <a:latin typeface="Tahoma"/>
                <a:cs typeface="Tahoma"/>
              </a:rPr>
              <a:t>3</a:t>
            </a:r>
            <a:endParaRPr sz="900">
              <a:latin typeface="Tahoma"/>
              <a:cs typeface="Tahoma"/>
            </a:endParaRPr>
          </a:p>
          <a:p>
            <a:pPr algn="ctr">
              <a:lnSpc>
                <a:spcPct val="100000"/>
              </a:lnSpc>
              <a:spcBef>
                <a:spcPts val="150"/>
              </a:spcBef>
            </a:pPr>
            <a:r>
              <a:rPr sz="900" spc="15" dirty="0">
                <a:latin typeface="Tahoma"/>
                <a:cs typeface="Tahoma"/>
              </a:rPr>
              <a:t>200</a:t>
            </a:r>
            <a:r>
              <a:rPr sz="900" spc="10" dirty="0">
                <a:latin typeface="Tahoma"/>
                <a:cs typeface="Tahoma"/>
              </a:rPr>
              <a:t>5</a:t>
            </a:r>
            <a:endParaRPr sz="900">
              <a:latin typeface="Tahoma"/>
              <a:cs typeface="Tahoma"/>
            </a:endParaRPr>
          </a:p>
        </p:txBody>
      </p:sp>
      <p:sp>
        <p:nvSpPr>
          <p:cNvPr id="151" name="object 151"/>
          <p:cNvSpPr txBox="1"/>
          <p:nvPr/>
        </p:nvSpPr>
        <p:spPr>
          <a:xfrm>
            <a:off x="6379562" y="6351770"/>
            <a:ext cx="285750" cy="303530"/>
          </a:xfrm>
          <a:prstGeom prst="rect">
            <a:avLst/>
          </a:prstGeom>
        </p:spPr>
        <p:txBody>
          <a:bodyPr vert="horz" wrap="square" lIns="0" tIns="0" rIns="0" bIns="0" rtlCol="0">
            <a:spAutoFit/>
          </a:bodyPr>
          <a:lstStyle/>
          <a:p>
            <a:pPr marR="5080" algn="ctr">
              <a:lnSpc>
                <a:spcPct val="100000"/>
              </a:lnSpc>
            </a:pPr>
            <a:r>
              <a:rPr sz="900" spc="10" dirty="0">
                <a:latin typeface="Tahoma"/>
                <a:cs typeface="Tahoma"/>
              </a:rPr>
              <a:t>1</a:t>
            </a:r>
            <a:endParaRPr sz="900">
              <a:latin typeface="Tahoma"/>
              <a:cs typeface="Tahoma"/>
            </a:endParaRPr>
          </a:p>
          <a:p>
            <a:pPr algn="ctr">
              <a:lnSpc>
                <a:spcPct val="100000"/>
              </a:lnSpc>
              <a:spcBef>
                <a:spcPts val="150"/>
              </a:spcBef>
            </a:pPr>
            <a:r>
              <a:rPr sz="900" spc="15" dirty="0">
                <a:latin typeface="Tahoma"/>
                <a:cs typeface="Tahoma"/>
              </a:rPr>
              <a:t>200</a:t>
            </a:r>
            <a:r>
              <a:rPr sz="900" spc="10" dirty="0">
                <a:latin typeface="Tahoma"/>
                <a:cs typeface="Tahoma"/>
              </a:rPr>
              <a:t>5</a:t>
            </a:r>
            <a:endParaRPr sz="900">
              <a:latin typeface="Tahoma"/>
              <a:cs typeface="Tahoma"/>
            </a:endParaRPr>
          </a:p>
        </p:txBody>
      </p:sp>
      <p:sp>
        <p:nvSpPr>
          <p:cNvPr id="153" name="object 153"/>
          <p:cNvSpPr txBox="1"/>
          <p:nvPr/>
        </p:nvSpPr>
        <p:spPr>
          <a:xfrm>
            <a:off x="2912868" y="6351770"/>
            <a:ext cx="285750" cy="303530"/>
          </a:xfrm>
          <a:prstGeom prst="rect">
            <a:avLst/>
          </a:prstGeom>
        </p:spPr>
        <p:txBody>
          <a:bodyPr vert="horz" wrap="square" lIns="0" tIns="0" rIns="0" bIns="0" rtlCol="0">
            <a:spAutoFit/>
          </a:bodyPr>
          <a:lstStyle/>
          <a:p>
            <a:pPr marL="12065" algn="ctr">
              <a:lnSpc>
                <a:spcPct val="100000"/>
              </a:lnSpc>
            </a:pPr>
            <a:r>
              <a:rPr sz="900" spc="10" dirty="0">
                <a:latin typeface="Tahoma"/>
                <a:cs typeface="Tahoma"/>
              </a:rPr>
              <a:t>3</a:t>
            </a:r>
            <a:endParaRPr sz="900" dirty="0">
              <a:latin typeface="Tahoma"/>
              <a:cs typeface="Tahoma"/>
            </a:endParaRPr>
          </a:p>
          <a:p>
            <a:pPr algn="ctr">
              <a:lnSpc>
                <a:spcPct val="100000"/>
              </a:lnSpc>
              <a:spcBef>
                <a:spcPts val="150"/>
              </a:spcBef>
            </a:pPr>
            <a:r>
              <a:rPr sz="900" spc="15" dirty="0">
                <a:latin typeface="Tahoma"/>
                <a:cs typeface="Tahoma"/>
              </a:rPr>
              <a:t>20</a:t>
            </a:r>
            <a:r>
              <a:rPr sz="900" spc="20" dirty="0">
                <a:latin typeface="Tahoma"/>
                <a:cs typeface="Tahoma"/>
              </a:rPr>
              <a:t>0</a:t>
            </a:r>
            <a:r>
              <a:rPr sz="900" spc="10" dirty="0">
                <a:latin typeface="Tahoma"/>
                <a:cs typeface="Tahoma"/>
              </a:rPr>
              <a:t>1</a:t>
            </a:r>
            <a:endParaRPr sz="900" dirty="0">
              <a:latin typeface="Tahoma"/>
              <a:cs typeface="Tahoma"/>
            </a:endParaRPr>
          </a:p>
        </p:txBody>
      </p:sp>
      <p:sp>
        <p:nvSpPr>
          <p:cNvPr id="154" name="object 154"/>
          <p:cNvSpPr txBox="1"/>
          <p:nvPr/>
        </p:nvSpPr>
        <p:spPr>
          <a:xfrm>
            <a:off x="2417403" y="6351770"/>
            <a:ext cx="285750" cy="303530"/>
          </a:xfrm>
          <a:prstGeom prst="rect">
            <a:avLst/>
          </a:prstGeom>
        </p:spPr>
        <p:txBody>
          <a:bodyPr vert="horz" wrap="square" lIns="0" tIns="0" rIns="0" bIns="0" rtlCol="0">
            <a:spAutoFit/>
          </a:bodyPr>
          <a:lstStyle/>
          <a:p>
            <a:pPr marL="12700" algn="ctr">
              <a:lnSpc>
                <a:spcPct val="100000"/>
              </a:lnSpc>
            </a:pPr>
            <a:r>
              <a:rPr sz="900" spc="10" dirty="0">
                <a:latin typeface="Tahoma"/>
                <a:cs typeface="Tahoma"/>
              </a:rPr>
              <a:t>1</a:t>
            </a:r>
            <a:endParaRPr sz="900">
              <a:latin typeface="Tahoma"/>
              <a:cs typeface="Tahoma"/>
            </a:endParaRPr>
          </a:p>
          <a:p>
            <a:pPr algn="ctr">
              <a:lnSpc>
                <a:spcPct val="100000"/>
              </a:lnSpc>
              <a:spcBef>
                <a:spcPts val="150"/>
              </a:spcBef>
            </a:pPr>
            <a:r>
              <a:rPr sz="900" spc="15" dirty="0">
                <a:latin typeface="Tahoma"/>
                <a:cs typeface="Tahoma"/>
              </a:rPr>
              <a:t>200</a:t>
            </a:r>
            <a:r>
              <a:rPr sz="900" spc="10" dirty="0">
                <a:latin typeface="Tahoma"/>
                <a:cs typeface="Tahoma"/>
              </a:rPr>
              <a:t>1</a:t>
            </a:r>
            <a:endParaRPr sz="900">
              <a:latin typeface="Tahoma"/>
              <a:cs typeface="Tahoma"/>
            </a:endParaRPr>
          </a:p>
        </p:txBody>
      </p:sp>
      <p:sp>
        <p:nvSpPr>
          <p:cNvPr id="155" name="object 155"/>
          <p:cNvSpPr txBox="1"/>
          <p:nvPr/>
        </p:nvSpPr>
        <p:spPr>
          <a:xfrm>
            <a:off x="1935301" y="6351770"/>
            <a:ext cx="285115" cy="303530"/>
          </a:xfrm>
          <a:prstGeom prst="rect">
            <a:avLst/>
          </a:prstGeom>
        </p:spPr>
        <p:txBody>
          <a:bodyPr vert="horz" wrap="square" lIns="0" tIns="0" rIns="0" bIns="0" rtlCol="0">
            <a:spAutoFit/>
          </a:bodyPr>
          <a:lstStyle/>
          <a:p>
            <a:pPr marR="5715" algn="ctr">
              <a:lnSpc>
                <a:spcPct val="100000"/>
              </a:lnSpc>
            </a:pPr>
            <a:r>
              <a:rPr sz="900" spc="10" dirty="0">
                <a:latin typeface="Tahoma"/>
                <a:cs typeface="Tahoma"/>
              </a:rPr>
              <a:t>3</a:t>
            </a:r>
            <a:endParaRPr sz="900">
              <a:latin typeface="Tahoma"/>
              <a:cs typeface="Tahoma"/>
            </a:endParaRPr>
          </a:p>
          <a:p>
            <a:pPr algn="ctr">
              <a:lnSpc>
                <a:spcPct val="100000"/>
              </a:lnSpc>
              <a:spcBef>
                <a:spcPts val="150"/>
              </a:spcBef>
            </a:pPr>
            <a:r>
              <a:rPr sz="900" spc="15" dirty="0">
                <a:latin typeface="Tahoma"/>
                <a:cs typeface="Tahoma"/>
              </a:rPr>
              <a:t>200</a:t>
            </a:r>
            <a:r>
              <a:rPr sz="900" spc="10" dirty="0">
                <a:latin typeface="Tahoma"/>
                <a:cs typeface="Tahoma"/>
              </a:rPr>
              <a:t>0</a:t>
            </a:r>
            <a:endParaRPr sz="900">
              <a:latin typeface="Tahoma"/>
              <a:cs typeface="Tahoma"/>
            </a:endParaRPr>
          </a:p>
        </p:txBody>
      </p:sp>
      <p:sp>
        <p:nvSpPr>
          <p:cNvPr id="156" name="object 156"/>
          <p:cNvSpPr txBox="1"/>
          <p:nvPr/>
        </p:nvSpPr>
        <p:spPr>
          <a:xfrm>
            <a:off x="892308" y="6351770"/>
            <a:ext cx="833119" cy="303530"/>
          </a:xfrm>
          <a:prstGeom prst="rect">
            <a:avLst/>
          </a:prstGeom>
        </p:spPr>
        <p:txBody>
          <a:bodyPr vert="horz" wrap="square" lIns="0" tIns="0" rIns="0" bIns="0" rtlCol="0">
            <a:spAutoFit/>
          </a:bodyPr>
          <a:lstStyle/>
          <a:p>
            <a:pPr marL="12700">
              <a:lnSpc>
                <a:spcPct val="100000"/>
              </a:lnSpc>
              <a:tabLst>
                <a:tab pos="651510" algn="l"/>
              </a:tabLst>
            </a:pPr>
            <a:r>
              <a:rPr sz="900" spc="15" dirty="0">
                <a:latin typeface="Tahoma"/>
                <a:cs typeface="Tahoma"/>
              </a:rPr>
              <a:t>Q</a:t>
            </a:r>
            <a:r>
              <a:rPr sz="900" spc="-114" dirty="0">
                <a:latin typeface="Tahoma"/>
                <a:cs typeface="Tahoma"/>
              </a:rPr>
              <a:t> </a:t>
            </a:r>
            <a:r>
              <a:rPr sz="900" spc="10" dirty="0">
                <a:latin typeface="Tahoma"/>
                <a:cs typeface="Tahoma"/>
              </a:rPr>
              <a:t>uarter	1</a:t>
            </a:r>
            <a:endParaRPr sz="900">
              <a:latin typeface="Tahoma"/>
              <a:cs typeface="Tahoma"/>
            </a:endParaRPr>
          </a:p>
          <a:p>
            <a:pPr marL="182245">
              <a:lnSpc>
                <a:spcPct val="100000"/>
              </a:lnSpc>
              <a:spcBef>
                <a:spcPts val="150"/>
              </a:spcBef>
            </a:pPr>
            <a:r>
              <a:rPr sz="900" spc="40" dirty="0">
                <a:latin typeface="Tahoma"/>
                <a:cs typeface="Tahoma"/>
              </a:rPr>
              <a:t>Year </a:t>
            </a:r>
            <a:r>
              <a:rPr sz="900" spc="325" dirty="0">
                <a:latin typeface="Tahoma"/>
                <a:cs typeface="Tahoma"/>
              </a:rPr>
              <a:t> </a:t>
            </a:r>
            <a:r>
              <a:rPr sz="900" spc="15" dirty="0">
                <a:latin typeface="Tahoma"/>
                <a:cs typeface="Tahoma"/>
              </a:rPr>
              <a:t>2000</a:t>
            </a:r>
            <a:endParaRPr sz="900">
              <a:latin typeface="Tahoma"/>
              <a:cs typeface="Tahoma"/>
            </a:endParaRPr>
          </a:p>
        </p:txBody>
      </p:sp>
      <p:sp>
        <p:nvSpPr>
          <p:cNvPr id="157" name="object 157"/>
          <p:cNvSpPr/>
          <p:nvPr/>
        </p:nvSpPr>
        <p:spPr>
          <a:xfrm>
            <a:off x="1387509" y="4639889"/>
            <a:ext cx="52705" cy="0"/>
          </a:xfrm>
          <a:custGeom>
            <a:avLst/>
            <a:gdLst/>
            <a:ahLst/>
            <a:cxnLst/>
            <a:rect l="l" t="t" r="r" b="b"/>
            <a:pathLst>
              <a:path w="52705">
                <a:moveTo>
                  <a:pt x="52132" y="0"/>
                </a:moveTo>
                <a:lnTo>
                  <a:pt x="0" y="0"/>
                </a:lnTo>
              </a:path>
            </a:pathLst>
          </a:custGeom>
          <a:ln w="12924">
            <a:solidFill>
              <a:srgbClr val="000000"/>
            </a:solidFill>
          </a:ln>
        </p:spPr>
        <p:txBody>
          <a:bodyPr wrap="square" lIns="0" tIns="0" rIns="0" bIns="0" rtlCol="0"/>
          <a:lstStyle/>
          <a:p>
            <a:endParaRPr/>
          </a:p>
        </p:txBody>
      </p:sp>
      <p:sp>
        <p:nvSpPr>
          <p:cNvPr id="158" name="object 158"/>
          <p:cNvSpPr/>
          <p:nvPr/>
        </p:nvSpPr>
        <p:spPr>
          <a:xfrm>
            <a:off x="1387509" y="5031012"/>
            <a:ext cx="52705" cy="0"/>
          </a:xfrm>
          <a:custGeom>
            <a:avLst/>
            <a:gdLst/>
            <a:ahLst/>
            <a:cxnLst/>
            <a:rect l="l" t="t" r="r" b="b"/>
            <a:pathLst>
              <a:path w="52705">
                <a:moveTo>
                  <a:pt x="52132" y="0"/>
                </a:moveTo>
                <a:lnTo>
                  <a:pt x="0" y="0"/>
                </a:lnTo>
              </a:path>
            </a:pathLst>
          </a:custGeom>
          <a:ln w="12924">
            <a:solidFill>
              <a:srgbClr val="000000"/>
            </a:solidFill>
          </a:ln>
        </p:spPr>
        <p:txBody>
          <a:bodyPr wrap="square" lIns="0" tIns="0" rIns="0" bIns="0" rtlCol="0"/>
          <a:lstStyle/>
          <a:p>
            <a:endParaRPr/>
          </a:p>
        </p:txBody>
      </p:sp>
      <p:sp>
        <p:nvSpPr>
          <p:cNvPr id="159" name="object 159"/>
          <p:cNvSpPr/>
          <p:nvPr/>
        </p:nvSpPr>
        <p:spPr>
          <a:xfrm>
            <a:off x="1387509" y="5422620"/>
            <a:ext cx="52705" cy="0"/>
          </a:xfrm>
          <a:custGeom>
            <a:avLst/>
            <a:gdLst/>
            <a:ahLst/>
            <a:cxnLst/>
            <a:rect l="l" t="t" r="r" b="b"/>
            <a:pathLst>
              <a:path w="52705">
                <a:moveTo>
                  <a:pt x="52132" y="0"/>
                </a:moveTo>
                <a:lnTo>
                  <a:pt x="0" y="0"/>
                </a:lnTo>
              </a:path>
            </a:pathLst>
          </a:custGeom>
          <a:ln w="12924">
            <a:solidFill>
              <a:srgbClr val="000000"/>
            </a:solidFill>
          </a:ln>
        </p:spPr>
        <p:txBody>
          <a:bodyPr wrap="square" lIns="0" tIns="0" rIns="0" bIns="0" rtlCol="0"/>
          <a:lstStyle/>
          <a:p>
            <a:endParaRPr/>
          </a:p>
        </p:txBody>
      </p:sp>
      <p:sp>
        <p:nvSpPr>
          <p:cNvPr id="160" name="object 160"/>
          <p:cNvSpPr/>
          <p:nvPr/>
        </p:nvSpPr>
        <p:spPr>
          <a:xfrm>
            <a:off x="1387509" y="5813812"/>
            <a:ext cx="52705" cy="0"/>
          </a:xfrm>
          <a:custGeom>
            <a:avLst/>
            <a:gdLst/>
            <a:ahLst/>
            <a:cxnLst/>
            <a:rect l="l" t="t" r="r" b="b"/>
            <a:pathLst>
              <a:path w="52705">
                <a:moveTo>
                  <a:pt x="52132" y="0"/>
                </a:moveTo>
                <a:lnTo>
                  <a:pt x="0" y="0"/>
                </a:lnTo>
              </a:path>
            </a:pathLst>
          </a:custGeom>
          <a:ln w="12924">
            <a:solidFill>
              <a:srgbClr val="000000"/>
            </a:solidFill>
          </a:ln>
        </p:spPr>
        <p:txBody>
          <a:bodyPr wrap="square" lIns="0" tIns="0" rIns="0" bIns="0" rtlCol="0"/>
          <a:lstStyle/>
          <a:p>
            <a:endParaRPr/>
          </a:p>
        </p:txBody>
      </p:sp>
      <p:sp>
        <p:nvSpPr>
          <p:cNvPr id="161" name="object 161"/>
          <p:cNvSpPr/>
          <p:nvPr/>
        </p:nvSpPr>
        <p:spPr>
          <a:xfrm>
            <a:off x="1387509" y="6205003"/>
            <a:ext cx="52705" cy="0"/>
          </a:xfrm>
          <a:custGeom>
            <a:avLst/>
            <a:gdLst/>
            <a:ahLst/>
            <a:cxnLst/>
            <a:rect l="l" t="t" r="r" b="b"/>
            <a:pathLst>
              <a:path w="52705">
                <a:moveTo>
                  <a:pt x="52132" y="0"/>
                </a:moveTo>
                <a:lnTo>
                  <a:pt x="0" y="0"/>
                </a:lnTo>
              </a:path>
            </a:pathLst>
          </a:custGeom>
          <a:ln w="12924">
            <a:solidFill>
              <a:srgbClr val="000000"/>
            </a:solidFill>
          </a:ln>
        </p:spPr>
        <p:txBody>
          <a:bodyPr wrap="square" lIns="0" tIns="0" rIns="0" bIns="0" rtlCol="0"/>
          <a:lstStyle/>
          <a:p>
            <a:endParaRPr/>
          </a:p>
        </p:txBody>
      </p:sp>
      <p:sp>
        <p:nvSpPr>
          <p:cNvPr id="162" name="object 162"/>
          <p:cNvSpPr/>
          <p:nvPr/>
        </p:nvSpPr>
        <p:spPr>
          <a:xfrm>
            <a:off x="7409050" y="4600668"/>
            <a:ext cx="0" cy="1696085"/>
          </a:xfrm>
          <a:custGeom>
            <a:avLst/>
            <a:gdLst/>
            <a:ahLst/>
            <a:cxnLst/>
            <a:rect l="l" t="t" r="r" b="b"/>
            <a:pathLst>
              <a:path h="1696085">
                <a:moveTo>
                  <a:pt x="0" y="1695656"/>
                </a:moveTo>
                <a:lnTo>
                  <a:pt x="0" y="0"/>
                </a:lnTo>
              </a:path>
            </a:pathLst>
          </a:custGeom>
          <a:ln w="12924">
            <a:solidFill>
              <a:srgbClr val="000000"/>
            </a:solidFill>
          </a:ln>
        </p:spPr>
        <p:txBody>
          <a:bodyPr wrap="square" lIns="0" tIns="0" rIns="0" bIns="0" rtlCol="0"/>
          <a:lstStyle/>
          <a:p>
            <a:endParaRPr/>
          </a:p>
        </p:txBody>
      </p:sp>
      <p:sp>
        <p:nvSpPr>
          <p:cNvPr id="163" name="object 163"/>
          <p:cNvSpPr/>
          <p:nvPr/>
        </p:nvSpPr>
        <p:spPr>
          <a:xfrm>
            <a:off x="1439641" y="4600668"/>
            <a:ext cx="0" cy="1696085"/>
          </a:xfrm>
          <a:custGeom>
            <a:avLst/>
            <a:gdLst/>
            <a:ahLst/>
            <a:cxnLst/>
            <a:rect l="l" t="t" r="r" b="b"/>
            <a:pathLst>
              <a:path h="1696085">
                <a:moveTo>
                  <a:pt x="0" y="1695656"/>
                </a:moveTo>
                <a:lnTo>
                  <a:pt x="0" y="0"/>
                </a:lnTo>
              </a:path>
            </a:pathLst>
          </a:custGeom>
          <a:ln w="12924">
            <a:solidFill>
              <a:srgbClr val="000000"/>
            </a:solidFill>
          </a:ln>
        </p:spPr>
        <p:txBody>
          <a:bodyPr wrap="square" lIns="0" tIns="0" rIns="0" bIns="0" rtlCol="0"/>
          <a:lstStyle/>
          <a:p>
            <a:endParaRPr/>
          </a:p>
        </p:txBody>
      </p:sp>
      <p:sp>
        <p:nvSpPr>
          <p:cNvPr id="164" name="object 164"/>
          <p:cNvSpPr txBox="1"/>
          <p:nvPr/>
        </p:nvSpPr>
        <p:spPr>
          <a:xfrm>
            <a:off x="1114165" y="4564811"/>
            <a:ext cx="259079" cy="147320"/>
          </a:xfrm>
          <a:prstGeom prst="rect">
            <a:avLst/>
          </a:prstGeom>
        </p:spPr>
        <p:txBody>
          <a:bodyPr vert="horz" wrap="square" lIns="0" tIns="0" rIns="0" bIns="0" rtlCol="0">
            <a:spAutoFit/>
          </a:bodyPr>
          <a:lstStyle/>
          <a:p>
            <a:pPr marL="12700">
              <a:lnSpc>
                <a:spcPct val="100000"/>
              </a:lnSpc>
            </a:pPr>
            <a:r>
              <a:rPr sz="900" spc="15" dirty="0">
                <a:latin typeface="Tahoma"/>
                <a:cs typeface="Tahoma"/>
              </a:rPr>
              <a:t>10</a:t>
            </a:r>
            <a:r>
              <a:rPr sz="900" spc="30" dirty="0">
                <a:latin typeface="Tahoma"/>
                <a:cs typeface="Tahoma"/>
              </a:rPr>
              <a:t>.</a:t>
            </a:r>
            <a:r>
              <a:rPr sz="900" spc="10" dirty="0">
                <a:latin typeface="Tahoma"/>
                <a:cs typeface="Tahoma"/>
              </a:rPr>
              <a:t>0</a:t>
            </a:r>
            <a:endParaRPr sz="900">
              <a:latin typeface="Tahoma"/>
              <a:cs typeface="Tahoma"/>
            </a:endParaRPr>
          </a:p>
        </p:txBody>
      </p:sp>
      <p:sp>
        <p:nvSpPr>
          <p:cNvPr id="165" name="object 165"/>
          <p:cNvSpPr txBox="1"/>
          <p:nvPr/>
        </p:nvSpPr>
        <p:spPr>
          <a:xfrm>
            <a:off x="1179226" y="4955916"/>
            <a:ext cx="194310" cy="147320"/>
          </a:xfrm>
          <a:prstGeom prst="rect">
            <a:avLst/>
          </a:prstGeom>
        </p:spPr>
        <p:txBody>
          <a:bodyPr vert="horz" wrap="square" lIns="0" tIns="0" rIns="0" bIns="0" rtlCol="0">
            <a:spAutoFit/>
          </a:bodyPr>
          <a:lstStyle/>
          <a:p>
            <a:pPr marL="12700">
              <a:lnSpc>
                <a:spcPct val="100000"/>
              </a:lnSpc>
            </a:pPr>
            <a:r>
              <a:rPr sz="900" spc="15" dirty="0">
                <a:latin typeface="Tahoma"/>
                <a:cs typeface="Tahoma"/>
              </a:rPr>
              <a:t>7</a:t>
            </a:r>
            <a:r>
              <a:rPr sz="900" spc="30" dirty="0">
                <a:latin typeface="Tahoma"/>
                <a:cs typeface="Tahoma"/>
              </a:rPr>
              <a:t>.</a:t>
            </a:r>
            <a:r>
              <a:rPr sz="900" spc="10" dirty="0">
                <a:latin typeface="Tahoma"/>
                <a:cs typeface="Tahoma"/>
              </a:rPr>
              <a:t>5</a:t>
            </a:r>
            <a:endParaRPr sz="900">
              <a:latin typeface="Tahoma"/>
              <a:cs typeface="Tahoma"/>
            </a:endParaRPr>
          </a:p>
        </p:txBody>
      </p:sp>
      <p:sp>
        <p:nvSpPr>
          <p:cNvPr id="166" name="object 166"/>
          <p:cNvSpPr txBox="1"/>
          <p:nvPr/>
        </p:nvSpPr>
        <p:spPr>
          <a:xfrm>
            <a:off x="1179226" y="5347524"/>
            <a:ext cx="194310" cy="147320"/>
          </a:xfrm>
          <a:prstGeom prst="rect">
            <a:avLst/>
          </a:prstGeom>
        </p:spPr>
        <p:txBody>
          <a:bodyPr vert="horz" wrap="square" lIns="0" tIns="0" rIns="0" bIns="0" rtlCol="0">
            <a:spAutoFit/>
          </a:bodyPr>
          <a:lstStyle/>
          <a:p>
            <a:pPr marL="12700">
              <a:lnSpc>
                <a:spcPct val="100000"/>
              </a:lnSpc>
            </a:pPr>
            <a:r>
              <a:rPr sz="900" spc="15" dirty="0">
                <a:latin typeface="Tahoma"/>
                <a:cs typeface="Tahoma"/>
              </a:rPr>
              <a:t>5</a:t>
            </a:r>
            <a:r>
              <a:rPr sz="900" spc="30" dirty="0">
                <a:latin typeface="Tahoma"/>
                <a:cs typeface="Tahoma"/>
              </a:rPr>
              <a:t>.</a:t>
            </a:r>
            <a:r>
              <a:rPr sz="900" spc="10" dirty="0">
                <a:latin typeface="Tahoma"/>
                <a:cs typeface="Tahoma"/>
              </a:rPr>
              <a:t>0</a:t>
            </a:r>
            <a:endParaRPr sz="900">
              <a:latin typeface="Tahoma"/>
              <a:cs typeface="Tahoma"/>
            </a:endParaRPr>
          </a:p>
        </p:txBody>
      </p:sp>
      <p:sp>
        <p:nvSpPr>
          <p:cNvPr id="167" name="object 167"/>
          <p:cNvSpPr txBox="1"/>
          <p:nvPr/>
        </p:nvSpPr>
        <p:spPr>
          <a:xfrm>
            <a:off x="1179226" y="5738716"/>
            <a:ext cx="194310" cy="147320"/>
          </a:xfrm>
          <a:prstGeom prst="rect">
            <a:avLst/>
          </a:prstGeom>
        </p:spPr>
        <p:txBody>
          <a:bodyPr vert="horz" wrap="square" lIns="0" tIns="0" rIns="0" bIns="0" rtlCol="0">
            <a:spAutoFit/>
          </a:bodyPr>
          <a:lstStyle/>
          <a:p>
            <a:pPr marL="12700">
              <a:lnSpc>
                <a:spcPct val="100000"/>
              </a:lnSpc>
            </a:pPr>
            <a:r>
              <a:rPr sz="900" spc="15" dirty="0">
                <a:latin typeface="Tahoma"/>
                <a:cs typeface="Tahoma"/>
              </a:rPr>
              <a:t>2</a:t>
            </a:r>
            <a:r>
              <a:rPr sz="900" spc="30" dirty="0">
                <a:latin typeface="Tahoma"/>
                <a:cs typeface="Tahoma"/>
              </a:rPr>
              <a:t>.</a:t>
            </a:r>
            <a:r>
              <a:rPr sz="900" spc="10" dirty="0">
                <a:latin typeface="Tahoma"/>
                <a:cs typeface="Tahoma"/>
              </a:rPr>
              <a:t>5</a:t>
            </a:r>
            <a:endParaRPr sz="900">
              <a:latin typeface="Tahoma"/>
              <a:cs typeface="Tahoma"/>
            </a:endParaRPr>
          </a:p>
        </p:txBody>
      </p:sp>
      <p:sp>
        <p:nvSpPr>
          <p:cNvPr id="168" name="object 168"/>
          <p:cNvSpPr txBox="1"/>
          <p:nvPr/>
        </p:nvSpPr>
        <p:spPr>
          <a:xfrm>
            <a:off x="1179226" y="6129908"/>
            <a:ext cx="194310" cy="147320"/>
          </a:xfrm>
          <a:prstGeom prst="rect">
            <a:avLst/>
          </a:prstGeom>
        </p:spPr>
        <p:txBody>
          <a:bodyPr vert="horz" wrap="square" lIns="0" tIns="0" rIns="0" bIns="0" rtlCol="0">
            <a:spAutoFit/>
          </a:bodyPr>
          <a:lstStyle/>
          <a:p>
            <a:pPr marL="12700">
              <a:lnSpc>
                <a:spcPct val="100000"/>
              </a:lnSpc>
            </a:pPr>
            <a:r>
              <a:rPr sz="900" spc="15" dirty="0">
                <a:latin typeface="Tahoma"/>
                <a:cs typeface="Tahoma"/>
              </a:rPr>
              <a:t>0</a:t>
            </a:r>
            <a:r>
              <a:rPr sz="900" spc="30" dirty="0">
                <a:latin typeface="Tahoma"/>
                <a:cs typeface="Tahoma"/>
              </a:rPr>
              <a:t>.</a:t>
            </a:r>
            <a:r>
              <a:rPr sz="900" spc="10" dirty="0">
                <a:latin typeface="Tahoma"/>
                <a:cs typeface="Tahoma"/>
              </a:rPr>
              <a:t>0</a:t>
            </a:r>
            <a:endParaRPr sz="900">
              <a:latin typeface="Tahoma"/>
              <a:cs typeface="Tahoma"/>
            </a:endParaRPr>
          </a:p>
        </p:txBody>
      </p:sp>
      <p:sp>
        <p:nvSpPr>
          <p:cNvPr id="169" name="object 169"/>
          <p:cNvSpPr txBox="1"/>
          <p:nvPr/>
        </p:nvSpPr>
        <p:spPr>
          <a:xfrm>
            <a:off x="7474618" y="5529766"/>
            <a:ext cx="428625" cy="264795"/>
          </a:xfrm>
          <a:prstGeom prst="rect">
            <a:avLst/>
          </a:prstGeom>
        </p:spPr>
        <p:txBody>
          <a:bodyPr vert="horz" wrap="square" lIns="0" tIns="0" rIns="0" bIns="0" rtlCol="0">
            <a:spAutoFit/>
          </a:bodyPr>
          <a:lstStyle/>
          <a:p>
            <a:pPr marL="12700">
              <a:lnSpc>
                <a:spcPts val="1005"/>
              </a:lnSpc>
            </a:pPr>
            <a:r>
              <a:rPr sz="900" spc="10" dirty="0">
                <a:latin typeface="Tahoma"/>
                <a:cs typeface="Tahoma"/>
              </a:rPr>
              <a:t>_</a:t>
            </a:r>
            <a:endParaRPr sz="900">
              <a:latin typeface="Tahoma"/>
              <a:cs typeface="Tahoma"/>
            </a:endParaRPr>
          </a:p>
          <a:p>
            <a:pPr marL="12700">
              <a:lnSpc>
                <a:spcPts val="1005"/>
              </a:lnSpc>
            </a:pPr>
            <a:r>
              <a:rPr sz="900" spc="50" dirty="0">
                <a:latin typeface="Tahoma"/>
                <a:cs typeface="Tahoma"/>
              </a:rPr>
              <a:t>R</a:t>
            </a:r>
            <a:r>
              <a:rPr sz="900" spc="55" dirty="0">
                <a:latin typeface="Tahoma"/>
                <a:cs typeface="Tahoma"/>
              </a:rPr>
              <a:t>=</a:t>
            </a:r>
            <a:r>
              <a:rPr sz="900" spc="15" dirty="0">
                <a:latin typeface="Tahoma"/>
                <a:cs typeface="Tahoma"/>
              </a:rPr>
              <a:t>3</a:t>
            </a:r>
            <a:r>
              <a:rPr sz="900" spc="30" dirty="0">
                <a:latin typeface="Tahoma"/>
                <a:cs typeface="Tahoma"/>
              </a:rPr>
              <a:t>.</a:t>
            </a:r>
            <a:r>
              <a:rPr sz="900" spc="15" dirty="0">
                <a:latin typeface="Tahoma"/>
                <a:cs typeface="Tahoma"/>
              </a:rPr>
              <a:t>0</a:t>
            </a:r>
            <a:r>
              <a:rPr sz="900" spc="10" dirty="0">
                <a:latin typeface="Tahoma"/>
                <a:cs typeface="Tahoma"/>
              </a:rPr>
              <a:t>6</a:t>
            </a:r>
            <a:endParaRPr sz="900">
              <a:latin typeface="Tahoma"/>
              <a:cs typeface="Tahoma"/>
            </a:endParaRPr>
          </a:p>
        </p:txBody>
      </p:sp>
      <p:sp>
        <p:nvSpPr>
          <p:cNvPr id="170" name="object 170"/>
          <p:cNvSpPr txBox="1"/>
          <p:nvPr/>
        </p:nvSpPr>
        <p:spPr>
          <a:xfrm>
            <a:off x="7474618" y="4903782"/>
            <a:ext cx="584835" cy="147320"/>
          </a:xfrm>
          <a:prstGeom prst="rect">
            <a:avLst/>
          </a:prstGeom>
        </p:spPr>
        <p:txBody>
          <a:bodyPr vert="horz" wrap="square" lIns="0" tIns="0" rIns="0" bIns="0" rtlCol="0">
            <a:spAutoFit/>
          </a:bodyPr>
          <a:lstStyle/>
          <a:p>
            <a:pPr marL="12700">
              <a:lnSpc>
                <a:spcPct val="100000"/>
              </a:lnSpc>
            </a:pPr>
            <a:r>
              <a:rPr sz="900" spc="65" dirty="0">
                <a:latin typeface="Tahoma"/>
                <a:cs typeface="Tahoma"/>
              </a:rPr>
              <a:t>UC</a:t>
            </a:r>
            <a:r>
              <a:rPr sz="900" spc="-190" dirty="0">
                <a:latin typeface="Tahoma"/>
                <a:cs typeface="Tahoma"/>
              </a:rPr>
              <a:t> </a:t>
            </a:r>
            <a:r>
              <a:rPr sz="900" spc="15" dirty="0">
                <a:latin typeface="Tahoma"/>
                <a:cs typeface="Tahoma"/>
              </a:rPr>
              <a:t>L=7.88</a:t>
            </a:r>
            <a:endParaRPr sz="900">
              <a:latin typeface="Tahoma"/>
              <a:cs typeface="Tahoma"/>
            </a:endParaRPr>
          </a:p>
        </p:txBody>
      </p:sp>
      <p:sp>
        <p:nvSpPr>
          <p:cNvPr id="171" name="object 171"/>
          <p:cNvSpPr txBox="1"/>
          <p:nvPr/>
        </p:nvSpPr>
        <p:spPr>
          <a:xfrm>
            <a:off x="7474618" y="6129908"/>
            <a:ext cx="376555" cy="147320"/>
          </a:xfrm>
          <a:prstGeom prst="rect">
            <a:avLst/>
          </a:prstGeom>
        </p:spPr>
        <p:txBody>
          <a:bodyPr vert="horz" wrap="square" lIns="0" tIns="0" rIns="0" bIns="0" rtlCol="0">
            <a:spAutoFit/>
          </a:bodyPr>
          <a:lstStyle/>
          <a:p>
            <a:pPr marL="12700">
              <a:lnSpc>
                <a:spcPct val="100000"/>
              </a:lnSpc>
            </a:pPr>
            <a:r>
              <a:rPr sz="900" spc="-15" dirty="0">
                <a:latin typeface="Tahoma"/>
                <a:cs typeface="Tahoma"/>
              </a:rPr>
              <a:t>LC</a:t>
            </a:r>
            <a:r>
              <a:rPr sz="900" spc="-210" dirty="0">
                <a:latin typeface="Tahoma"/>
                <a:cs typeface="Tahoma"/>
              </a:rPr>
              <a:t> </a:t>
            </a:r>
            <a:r>
              <a:rPr sz="900" spc="10" dirty="0">
                <a:latin typeface="Tahoma"/>
                <a:cs typeface="Tahoma"/>
              </a:rPr>
              <a:t>L=0</a:t>
            </a:r>
            <a:endParaRPr sz="900">
              <a:latin typeface="Tahoma"/>
              <a:cs typeface="Tahoma"/>
            </a:endParaRPr>
          </a:p>
        </p:txBody>
      </p:sp>
      <p:sp>
        <p:nvSpPr>
          <p:cNvPr id="172" name="object 172"/>
          <p:cNvSpPr/>
          <p:nvPr/>
        </p:nvSpPr>
        <p:spPr>
          <a:xfrm>
            <a:off x="1583109" y="5722474"/>
            <a:ext cx="5682615" cy="0"/>
          </a:xfrm>
          <a:custGeom>
            <a:avLst/>
            <a:gdLst/>
            <a:ahLst/>
            <a:cxnLst/>
            <a:rect l="l" t="t" r="r" b="b"/>
            <a:pathLst>
              <a:path w="5682615">
                <a:moveTo>
                  <a:pt x="0" y="0"/>
                </a:moveTo>
                <a:lnTo>
                  <a:pt x="5682421" y="0"/>
                </a:lnTo>
              </a:path>
            </a:pathLst>
          </a:custGeom>
          <a:ln w="12924">
            <a:solidFill>
              <a:srgbClr val="00FF00"/>
            </a:solidFill>
          </a:ln>
        </p:spPr>
        <p:txBody>
          <a:bodyPr wrap="square" lIns="0" tIns="0" rIns="0" bIns="0" rtlCol="0"/>
          <a:lstStyle/>
          <a:p>
            <a:endParaRPr/>
          </a:p>
        </p:txBody>
      </p:sp>
      <p:sp>
        <p:nvSpPr>
          <p:cNvPr id="173" name="object 173"/>
          <p:cNvSpPr/>
          <p:nvPr/>
        </p:nvSpPr>
        <p:spPr>
          <a:xfrm>
            <a:off x="1583109" y="6192074"/>
            <a:ext cx="5682615" cy="0"/>
          </a:xfrm>
          <a:custGeom>
            <a:avLst/>
            <a:gdLst/>
            <a:ahLst/>
            <a:cxnLst/>
            <a:rect l="l" t="t" r="r" b="b"/>
            <a:pathLst>
              <a:path w="5682615">
                <a:moveTo>
                  <a:pt x="0" y="0"/>
                </a:moveTo>
                <a:lnTo>
                  <a:pt x="5682421" y="0"/>
                </a:lnTo>
              </a:path>
            </a:pathLst>
          </a:custGeom>
          <a:ln w="12924">
            <a:solidFill>
              <a:srgbClr val="FF0000"/>
            </a:solidFill>
          </a:ln>
        </p:spPr>
        <p:txBody>
          <a:bodyPr wrap="square" lIns="0" tIns="0" rIns="0" bIns="0" rtlCol="0"/>
          <a:lstStyle/>
          <a:p>
            <a:endParaRPr/>
          </a:p>
        </p:txBody>
      </p:sp>
      <p:sp>
        <p:nvSpPr>
          <p:cNvPr id="174" name="object 174"/>
          <p:cNvSpPr/>
          <p:nvPr/>
        </p:nvSpPr>
        <p:spPr>
          <a:xfrm>
            <a:off x="1583109" y="4965984"/>
            <a:ext cx="5682615" cy="0"/>
          </a:xfrm>
          <a:custGeom>
            <a:avLst/>
            <a:gdLst/>
            <a:ahLst/>
            <a:cxnLst/>
            <a:rect l="l" t="t" r="r" b="b"/>
            <a:pathLst>
              <a:path w="5682615">
                <a:moveTo>
                  <a:pt x="0" y="0"/>
                </a:moveTo>
                <a:lnTo>
                  <a:pt x="5682421" y="0"/>
                </a:lnTo>
              </a:path>
            </a:pathLst>
          </a:custGeom>
          <a:ln w="12924">
            <a:solidFill>
              <a:srgbClr val="FF0000"/>
            </a:solidFill>
          </a:ln>
        </p:spPr>
        <p:txBody>
          <a:bodyPr wrap="square" lIns="0" tIns="0" rIns="0" bIns="0" rtlCol="0"/>
          <a:lstStyle/>
          <a:p>
            <a:endParaRPr/>
          </a:p>
        </p:txBody>
      </p:sp>
      <p:sp>
        <p:nvSpPr>
          <p:cNvPr id="175" name="object 175"/>
          <p:cNvSpPr/>
          <p:nvPr/>
        </p:nvSpPr>
        <p:spPr>
          <a:xfrm>
            <a:off x="1550355" y="4659633"/>
            <a:ext cx="5747842" cy="1421725"/>
          </a:xfrm>
          <a:prstGeom prst="rect">
            <a:avLst/>
          </a:prstGeom>
          <a:blipFill>
            <a:blip r:embed="rId3" cstate="email"/>
            <a:stretch>
              <a:fillRect/>
            </a:stretch>
          </a:blipFill>
        </p:spPr>
        <p:txBody>
          <a:bodyPr wrap="square" lIns="0" tIns="0" rIns="0" bIns="0" rtlCol="0"/>
          <a:lstStyle/>
          <a:p>
            <a:endParaRPr/>
          </a:p>
        </p:txBody>
      </p:sp>
      <p:sp>
        <p:nvSpPr>
          <p:cNvPr id="176" name="object 176"/>
          <p:cNvSpPr txBox="1"/>
          <p:nvPr/>
        </p:nvSpPr>
        <p:spPr>
          <a:xfrm>
            <a:off x="7226973" y="2346425"/>
            <a:ext cx="75565" cy="117475"/>
          </a:xfrm>
          <a:prstGeom prst="rect">
            <a:avLst/>
          </a:prstGeom>
        </p:spPr>
        <p:txBody>
          <a:bodyPr vert="horz" wrap="square" lIns="0" tIns="0" rIns="0" bIns="0" rtlCol="0">
            <a:spAutoFit/>
          </a:bodyPr>
          <a:lstStyle/>
          <a:p>
            <a:pPr marL="12700">
              <a:lnSpc>
                <a:spcPct val="100000"/>
              </a:lnSpc>
            </a:pPr>
            <a:r>
              <a:rPr sz="700" spc="10" dirty="0">
                <a:latin typeface="Tahoma"/>
                <a:cs typeface="Tahoma"/>
              </a:rPr>
              <a:t>1</a:t>
            </a:r>
            <a:endParaRPr sz="700">
              <a:latin typeface="Tahoma"/>
              <a:cs typeface="Tahoma"/>
            </a:endParaRPr>
          </a:p>
        </p:txBody>
      </p:sp>
      <p:sp>
        <p:nvSpPr>
          <p:cNvPr id="177" name="object 177"/>
          <p:cNvSpPr txBox="1"/>
          <p:nvPr/>
        </p:nvSpPr>
        <p:spPr>
          <a:xfrm>
            <a:off x="6979153" y="2228760"/>
            <a:ext cx="75565" cy="117475"/>
          </a:xfrm>
          <a:prstGeom prst="rect">
            <a:avLst/>
          </a:prstGeom>
        </p:spPr>
        <p:txBody>
          <a:bodyPr vert="horz" wrap="square" lIns="0" tIns="0" rIns="0" bIns="0" rtlCol="0">
            <a:spAutoFit/>
          </a:bodyPr>
          <a:lstStyle/>
          <a:p>
            <a:pPr marL="12700">
              <a:lnSpc>
                <a:spcPct val="100000"/>
              </a:lnSpc>
            </a:pPr>
            <a:r>
              <a:rPr sz="700" spc="10" dirty="0">
                <a:latin typeface="Tahoma"/>
                <a:cs typeface="Tahoma"/>
              </a:rPr>
              <a:t>1</a:t>
            </a:r>
            <a:endParaRPr sz="700">
              <a:latin typeface="Tahoma"/>
              <a:cs typeface="Tahoma"/>
            </a:endParaRPr>
          </a:p>
        </p:txBody>
      </p:sp>
      <p:sp>
        <p:nvSpPr>
          <p:cNvPr id="178" name="object 178"/>
          <p:cNvSpPr txBox="1"/>
          <p:nvPr/>
        </p:nvSpPr>
        <p:spPr>
          <a:xfrm>
            <a:off x="6731508" y="2581233"/>
            <a:ext cx="75565" cy="117475"/>
          </a:xfrm>
          <a:prstGeom prst="rect">
            <a:avLst/>
          </a:prstGeom>
        </p:spPr>
        <p:txBody>
          <a:bodyPr vert="horz" wrap="square" lIns="0" tIns="0" rIns="0" bIns="0" rtlCol="0">
            <a:spAutoFit/>
          </a:bodyPr>
          <a:lstStyle/>
          <a:p>
            <a:pPr marL="12700">
              <a:lnSpc>
                <a:spcPct val="100000"/>
              </a:lnSpc>
            </a:pPr>
            <a:r>
              <a:rPr sz="700" spc="10" dirty="0">
                <a:latin typeface="Tahoma"/>
                <a:cs typeface="Tahoma"/>
              </a:rPr>
              <a:t>1</a:t>
            </a:r>
            <a:endParaRPr sz="700">
              <a:latin typeface="Tahoma"/>
              <a:cs typeface="Tahoma"/>
            </a:endParaRPr>
          </a:p>
        </p:txBody>
      </p:sp>
      <p:sp>
        <p:nvSpPr>
          <p:cNvPr id="179" name="object 179"/>
          <p:cNvSpPr txBox="1"/>
          <p:nvPr/>
        </p:nvSpPr>
        <p:spPr>
          <a:xfrm>
            <a:off x="6483862" y="2698377"/>
            <a:ext cx="75565" cy="117475"/>
          </a:xfrm>
          <a:prstGeom prst="rect">
            <a:avLst/>
          </a:prstGeom>
        </p:spPr>
        <p:txBody>
          <a:bodyPr vert="horz" wrap="square" lIns="0" tIns="0" rIns="0" bIns="0" rtlCol="0">
            <a:spAutoFit/>
          </a:bodyPr>
          <a:lstStyle/>
          <a:p>
            <a:pPr marL="12700">
              <a:lnSpc>
                <a:spcPct val="100000"/>
              </a:lnSpc>
            </a:pPr>
            <a:r>
              <a:rPr sz="700" spc="10" dirty="0">
                <a:latin typeface="Tahoma"/>
                <a:cs typeface="Tahoma"/>
              </a:rPr>
              <a:t>1</a:t>
            </a:r>
            <a:endParaRPr sz="700">
              <a:latin typeface="Tahoma"/>
              <a:cs typeface="Tahoma"/>
            </a:endParaRPr>
          </a:p>
        </p:txBody>
      </p:sp>
      <p:sp>
        <p:nvSpPr>
          <p:cNvPr id="180" name="object 180"/>
          <p:cNvSpPr txBox="1"/>
          <p:nvPr/>
        </p:nvSpPr>
        <p:spPr>
          <a:xfrm>
            <a:off x="6236563" y="2750442"/>
            <a:ext cx="75565" cy="117475"/>
          </a:xfrm>
          <a:prstGeom prst="rect">
            <a:avLst/>
          </a:prstGeom>
        </p:spPr>
        <p:txBody>
          <a:bodyPr vert="horz" wrap="square" lIns="0" tIns="0" rIns="0" bIns="0" rtlCol="0">
            <a:spAutoFit/>
          </a:bodyPr>
          <a:lstStyle/>
          <a:p>
            <a:pPr marL="12700">
              <a:lnSpc>
                <a:spcPct val="100000"/>
              </a:lnSpc>
            </a:pPr>
            <a:r>
              <a:rPr sz="700" spc="10" dirty="0">
                <a:latin typeface="Tahoma"/>
                <a:cs typeface="Tahoma"/>
              </a:rPr>
              <a:t>1</a:t>
            </a:r>
            <a:endParaRPr sz="700">
              <a:latin typeface="Tahoma"/>
              <a:cs typeface="Tahoma"/>
            </a:endParaRPr>
          </a:p>
        </p:txBody>
      </p:sp>
      <p:sp>
        <p:nvSpPr>
          <p:cNvPr id="181" name="object 181"/>
          <p:cNvSpPr txBox="1"/>
          <p:nvPr/>
        </p:nvSpPr>
        <p:spPr>
          <a:xfrm>
            <a:off x="5988744" y="2907328"/>
            <a:ext cx="75565" cy="117475"/>
          </a:xfrm>
          <a:prstGeom prst="rect">
            <a:avLst/>
          </a:prstGeom>
        </p:spPr>
        <p:txBody>
          <a:bodyPr vert="horz" wrap="square" lIns="0" tIns="0" rIns="0" bIns="0" rtlCol="0">
            <a:spAutoFit/>
          </a:bodyPr>
          <a:lstStyle/>
          <a:p>
            <a:pPr marL="12700">
              <a:lnSpc>
                <a:spcPct val="100000"/>
              </a:lnSpc>
            </a:pPr>
            <a:r>
              <a:rPr sz="700" spc="10" dirty="0">
                <a:latin typeface="Tahoma"/>
                <a:cs typeface="Tahoma"/>
              </a:rPr>
              <a:t>1</a:t>
            </a:r>
            <a:endParaRPr sz="700">
              <a:latin typeface="Tahoma"/>
              <a:cs typeface="Tahoma"/>
            </a:endParaRPr>
          </a:p>
        </p:txBody>
      </p:sp>
      <p:sp>
        <p:nvSpPr>
          <p:cNvPr id="182" name="object 182"/>
          <p:cNvSpPr txBox="1"/>
          <p:nvPr/>
        </p:nvSpPr>
        <p:spPr>
          <a:xfrm>
            <a:off x="5741098" y="3102915"/>
            <a:ext cx="75565" cy="117475"/>
          </a:xfrm>
          <a:prstGeom prst="rect">
            <a:avLst/>
          </a:prstGeom>
        </p:spPr>
        <p:txBody>
          <a:bodyPr vert="horz" wrap="square" lIns="0" tIns="0" rIns="0" bIns="0" rtlCol="0">
            <a:spAutoFit/>
          </a:bodyPr>
          <a:lstStyle/>
          <a:p>
            <a:pPr marL="12700">
              <a:lnSpc>
                <a:spcPct val="100000"/>
              </a:lnSpc>
            </a:pPr>
            <a:r>
              <a:rPr sz="700" spc="10" dirty="0">
                <a:latin typeface="Tahoma"/>
                <a:cs typeface="Tahoma"/>
              </a:rPr>
              <a:t>1</a:t>
            </a:r>
            <a:endParaRPr sz="700">
              <a:latin typeface="Tahoma"/>
              <a:cs typeface="Tahoma"/>
            </a:endParaRPr>
          </a:p>
        </p:txBody>
      </p:sp>
      <p:sp>
        <p:nvSpPr>
          <p:cNvPr id="183" name="object 183"/>
          <p:cNvSpPr txBox="1"/>
          <p:nvPr/>
        </p:nvSpPr>
        <p:spPr>
          <a:xfrm>
            <a:off x="5493452" y="3220059"/>
            <a:ext cx="75565" cy="117475"/>
          </a:xfrm>
          <a:prstGeom prst="rect">
            <a:avLst/>
          </a:prstGeom>
        </p:spPr>
        <p:txBody>
          <a:bodyPr vert="horz" wrap="square" lIns="0" tIns="0" rIns="0" bIns="0" rtlCol="0">
            <a:spAutoFit/>
          </a:bodyPr>
          <a:lstStyle/>
          <a:p>
            <a:pPr marL="12700">
              <a:lnSpc>
                <a:spcPct val="100000"/>
              </a:lnSpc>
            </a:pPr>
            <a:r>
              <a:rPr sz="700" spc="10" dirty="0">
                <a:latin typeface="Tahoma"/>
                <a:cs typeface="Tahoma"/>
              </a:rPr>
              <a:t>1</a:t>
            </a:r>
            <a:endParaRPr sz="700">
              <a:latin typeface="Tahoma"/>
              <a:cs typeface="Tahoma"/>
            </a:endParaRPr>
          </a:p>
        </p:txBody>
      </p:sp>
      <p:sp>
        <p:nvSpPr>
          <p:cNvPr id="184" name="object 184"/>
          <p:cNvSpPr txBox="1"/>
          <p:nvPr/>
        </p:nvSpPr>
        <p:spPr>
          <a:xfrm>
            <a:off x="4502869" y="3259281"/>
            <a:ext cx="75565" cy="117475"/>
          </a:xfrm>
          <a:prstGeom prst="rect">
            <a:avLst/>
          </a:prstGeom>
        </p:spPr>
        <p:txBody>
          <a:bodyPr vert="horz" wrap="square" lIns="0" tIns="0" rIns="0" bIns="0" rtlCol="0">
            <a:spAutoFit/>
          </a:bodyPr>
          <a:lstStyle/>
          <a:p>
            <a:pPr marL="12700">
              <a:lnSpc>
                <a:spcPct val="100000"/>
              </a:lnSpc>
            </a:pPr>
            <a:r>
              <a:rPr sz="700" spc="10" dirty="0">
                <a:latin typeface="Tahoma"/>
                <a:cs typeface="Tahoma"/>
              </a:rPr>
              <a:t>1</a:t>
            </a:r>
            <a:endParaRPr sz="700">
              <a:latin typeface="Tahoma"/>
              <a:cs typeface="Tahoma"/>
            </a:endParaRPr>
          </a:p>
        </p:txBody>
      </p:sp>
      <p:sp>
        <p:nvSpPr>
          <p:cNvPr id="185" name="object 185"/>
          <p:cNvSpPr txBox="1"/>
          <p:nvPr/>
        </p:nvSpPr>
        <p:spPr>
          <a:xfrm>
            <a:off x="3512112" y="3859405"/>
            <a:ext cx="75565" cy="117475"/>
          </a:xfrm>
          <a:prstGeom prst="rect">
            <a:avLst/>
          </a:prstGeom>
        </p:spPr>
        <p:txBody>
          <a:bodyPr vert="horz" wrap="square" lIns="0" tIns="0" rIns="0" bIns="0" rtlCol="0">
            <a:spAutoFit/>
          </a:bodyPr>
          <a:lstStyle/>
          <a:p>
            <a:pPr marL="12700">
              <a:lnSpc>
                <a:spcPct val="100000"/>
              </a:lnSpc>
            </a:pPr>
            <a:r>
              <a:rPr sz="700" spc="10" dirty="0">
                <a:latin typeface="Tahoma"/>
                <a:cs typeface="Tahoma"/>
              </a:rPr>
              <a:t>1</a:t>
            </a:r>
            <a:endParaRPr sz="700">
              <a:latin typeface="Tahoma"/>
              <a:cs typeface="Tahoma"/>
            </a:endParaRPr>
          </a:p>
        </p:txBody>
      </p:sp>
      <p:sp>
        <p:nvSpPr>
          <p:cNvPr id="186" name="object 186"/>
          <p:cNvSpPr txBox="1"/>
          <p:nvPr/>
        </p:nvSpPr>
        <p:spPr>
          <a:xfrm>
            <a:off x="3264813" y="3911643"/>
            <a:ext cx="75565" cy="117475"/>
          </a:xfrm>
          <a:prstGeom prst="rect">
            <a:avLst/>
          </a:prstGeom>
        </p:spPr>
        <p:txBody>
          <a:bodyPr vert="horz" wrap="square" lIns="0" tIns="0" rIns="0" bIns="0" rtlCol="0">
            <a:spAutoFit/>
          </a:bodyPr>
          <a:lstStyle/>
          <a:p>
            <a:pPr marL="12700">
              <a:lnSpc>
                <a:spcPct val="100000"/>
              </a:lnSpc>
            </a:pPr>
            <a:r>
              <a:rPr sz="700" spc="10" dirty="0">
                <a:latin typeface="Tahoma"/>
                <a:cs typeface="Tahoma"/>
              </a:rPr>
              <a:t>1</a:t>
            </a:r>
            <a:endParaRPr sz="700">
              <a:latin typeface="Tahoma"/>
              <a:cs typeface="Tahoma"/>
            </a:endParaRPr>
          </a:p>
        </p:txBody>
      </p:sp>
      <p:sp>
        <p:nvSpPr>
          <p:cNvPr id="187" name="object 187"/>
          <p:cNvSpPr txBox="1"/>
          <p:nvPr/>
        </p:nvSpPr>
        <p:spPr>
          <a:xfrm>
            <a:off x="2273918" y="3337724"/>
            <a:ext cx="75565" cy="117475"/>
          </a:xfrm>
          <a:prstGeom prst="rect">
            <a:avLst/>
          </a:prstGeom>
        </p:spPr>
        <p:txBody>
          <a:bodyPr vert="horz" wrap="square" lIns="0" tIns="0" rIns="0" bIns="0" rtlCol="0">
            <a:spAutoFit/>
          </a:bodyPr>
          <a:lstStyle/>
          <a:p>
            <a:pPr marL="12700">
              <a:lnSpc>
                <a:spcPct val="100000"/>
              </a:lnSpc>
            </a:pPr>
            <a:r>
              <a:rPr sz="700" spc="10" dirty="0">
                <a:latin typeface="Tahoma"/>
                <a:cs typeface="Tahoma"/>
              </a:rPr>
              <a:t>1</a:t>
            </a:r>
            <a:endParaRPr sz="700">
              <a:latin typeface="Tahoma"/>
              <a:cs typeface="Tahoma"/>
            </a:endParaRPr>
          </a:p>
        </p:txBody>
      </p:sp>
      <p:sp>
        <p:nvSpPr>
          <p:cNvPr id="188" name="object 188"/>
          <p:cNvSpPr txBox="1"/>
          <p:nvPr/>
        </p:nvSpPr>
        <p:spPr>
          <a:xfrm>
            <a:off x="6236563" y="4563832"/>
            <a:ext cx="75565" cy="117475"/>
          </a:xfrm>
          <a:prstGeom prst="rect">
            <a:avLst/>
          </a:prstGeom>
        </p:spPr>
        <p:txBody>
          <a:bodyPr vert="horz" wrap="square" lIns="0" tIns="0" rIns="0" bIns="0" rtlCol="0">
            <a:spAutoFit/>
          </a:bodyPr>
          <a:lstStyle/>
          <a:p>
            <a:pPr marL="12700">
              <a:lnSpc>
                <a:spcPct val="100000"/>
              </a:lnSpc>
            </a:pPr>
            <a:r>
              <a:rPr sz="700" spc="10" dirty="0">
                <a:latin typeface="Tahoma"/>
                <a:cs typeface="Tahoma"/>
              </a:rPr>
              <a:t>1</a:t>
            </a:r>
            <a:endParaRPr sz="700">
              <a:latin typeface="Tahoma"/>
              <a:cs typeface="Tahoma"/>
            </a:endParaRPr>
          </a:p>
        </p:txBody>
      </p:sp>
      <p:sp>
        <p:nvSpPr>
          <p:cNvPr id="189" name="object 189"/>
          <p:cNvSpPr txBox="1"/>
          <p:nvPr/>
        </p:nvSpPr>
        <p:spPr>
          <a:xfrm>
            <a:off x="3486254" y="1846780"/>
            <a:ext cx="1870710" cy="243204"/>
          </a:xfrm>
          <a:prstGeom prst="rect">
            <a:avLst/>
          </a:prstGeom>
        </p:spPr>
        <p:txBody>
          <a:bodyPr vert="horz" wrap="square" lIns="0" tIns="0" rIns="0" bIns="0" rtlCol="0">
            <a:spAutoFit/>
          </a:bodyPr>
          <a:lstStyle/>
          <a:p>
            <a:pPr marL="12700">
              <a:lnSpc>
                <a:spcPct val="100000"/>
              </a:lnSpc>
            </a:pPr>
            <a:r>
              <a:rPr sz="1500" b="1" spc="-20" dirty="0">
                <a:latin typeface="Tahoma"/>
                <a:cs typeface="Tahoma"/>
              </a:rPr>
              <a:t>Xbar-R </a:t>
            </a:r>
            <a:r>
              <a:rPr sz="1500" b="1" spc="-10" dirty="0">
                <a:latin typeface="Tahoma"/>
                <a:cs typeface="Tahoma"/>
              </a:rPr>
              <a:t>Chart </a:t>
            </a:r>
            <a:r>
              <a:rPr sz="1500" b="1" spc="-20" dirty="0">
                <a:latin typeface="Tahoma"/>
                <a:cs typeface="Tahoma"/>
              </a:rPr>
              <a:t>of</a:t>
            </a:r>
            <a:r>
              <a:rPr sz="1500" b="1" spc="-140" dirty="0">
                <a:latin typeface="Tahoma"/>
                <a:cs typeface="Tahoma"/>
              </a:rPr>
              <a:t> </a:t>
            </a:r>
            <a:r>
              <a:rPr sz="1500" b="1" spc="25" dirty="0">
                <a:latin typeface="Tahoma"/>
                <a:cs typeface="Tahoma"/>
              </a:rPr>
              <a:t>Oil</a:t>
            </a:r>
            <a:endParaRPr sz="1500">
              <a:latin typeface="Tahoma"/>
              <a:cs typeface="Tahoma"/>
            </a:endParaRPr>
          </a:p>
        </p:txBody>
      </p:sp>
      <p:sp>
        <p:nvSpPr>
          <p:cNvPr id="190" name="Tijdelijke aanduiding voor dianummer 189"/>
          <p:cNvSpPr>
            <a:spLocks noGrp="1"/>
          </p:cNvSpPr>
          <p:nvPr>
            <p:ph type="sldNum" sz="quarter" idx="12"/>
          </p:nvPr>
        </p:nvSpPr>
        <p:spPr/>
        <p:txBody>
          <a:bodyPr/>
          <a:lstStyle/>
          <a:p>
            <a:pPr>
              <a:defRPr/>
            </a:pPr>
            <a:fld id="{58282971-9F67-4B8D-956D-CE27B12C28F5}" type="slidenum">
              <a:rPr lang="en-US" smtClean="0"/>
              <a:pPr>
                <a:defRPr/>
              </a:pPr>
              <a:t>72</a:t>
            </a:fld>
            <a:endParaRPr lang="en-US"/>
          </a:p>
        </p:txBody>
      </p:sp>
      <p:sp>
        <p:nvSpPr>
          <p:cNvPr id="191" name="object 153"/>
          <p:cNvSpPr txBox="1"/>
          <p:nvPr/>
        </p:nvSpPr>
        <p:spPr>
          <a:xfrm>
            <a:off x="3421404" y="6359791"/>
            <a:ext cx="285750" cy="303530"/>
          </a:xfrm>
          <a:prstGeom prst="rect">
            <a:avLst/>
          </a:prstGeom>
        </p:spPr>
        <p:txBody>
          <a:bodyPr vert="horz" wrap="square" lIns="0" tIns="0" rIns="0" bIns="0" rtlCol="0">
            <a:spAutoFit/>
          </a:bodyPr>
          <a:lstStyle/>
          <a:p>
            <a:pPr marL="12065" algn="ctr">
              <a:lnSpc>
                <a:spcPct val="100000"/>
              </a:lnSpc>
            </a:pPr>
            <a:r>
              <a:rPr lang="nl-BE" sz="900" spc="10" dirty="0">
                <a:latin typeface="Tahoma"/>
                <a:cs typeface="Tahoma"/>
              </a:rPr>
              <a:t>1</a:t>
            </a:r>
            <a:endParaRPr sz="900" dirty="0">
              <a:latin typeface="Tahoma"/>
              <a:cs typeface="Tahoma"/>
            </a:endParaRPr>
          </a:p>
          <a:p>
            <a:pPr algn="ctr">
              <a:lnSpc>
                <a:spcPct val="100000"/>
              </a:lnSpc>
              <a:spcBef>
                <a:spcPts val="150"/>
              </a:spcBef>
            </a:pPr>
            <a:r>
              <a:rPr sz="900" spc="15" dirty="0">
                <a:latin typeface="Tahoma"/>
                <a:cs typeface="Tahoma"/>
              </a:rPr>
              <a:t>20</a:t>
            </a:r>
            <a:r>
              <a:rPr sz="900" spc="20" dirty="0">
                <a:latin typeface="Tahoma"/>
                <a:cs typeface="Tahoma"/>
              </a:rPr>
              <a:t>0</a:t>
            </a:r>
            <a:r>
              <a:rPr lang="nl-BE" sz="900" spc="20" dirty="0">
                <a:latin typeface="Tahoma"/>
                <a:cs typeface="Tahoma"/>
              </a:rPr>
              <a:t>2</a:t>
            </a:r>
            <a:endParaRPr sz="900" dirty="0">
              <a:latin typeface="Tahoma"/>
              <a:cs typeface="Tahoma"/>
            </a:endParaRPr>
          </a:p>
        </p:txBody>
      </p:sp>
      <p:sp>
        <p:nvSpPr>
          <p:cNvPr id="192" name="object 153"/>
          <p:cNvSpPr txBox="1"/>
          <p:nvPr/>
        </p:nvSpPr>
        <p:spPr>
          <a:xfrm>
            <a:off x="3901063" y="6348562"/>
            <a:ext cx="285750" cy="303530"/>
          </a:xfrm>
          <a:prstGeom prst="rect">
            <a:avLst/>
          </a:prstGeom>
        </p:spPr>
        <p:txBody>
          <a:bodyPr vert="horz" wrap="square" lIns="0" tIns="0" rIns="0" bIns="0" rtlCol="0">
            <a:spAutoFit/>
          </a:bodyPr>
          <a:lstStyle/>
          <a:p>
            <a:pPr marL="12065" algn="ctr">
              <a:lnSpc>
                <a:spcPct val="100000"/>
              </a:lnSpc>
            </a:pPr>
            <a:r>
              <a:rPr lang="nl-BE" sz="900" spc="10" dirty="0">
                <a:latin typeface="Tahoma"/>
                <a:cs typeface="Tahoma"/>
              </a:rPr>
              <a:t>3</a:t>
            </a:r>
            <a:endParaRPr sz="900" dirty="0">
              <a:latin typeface="Tahoma"/>
              <a:cs typeface="Tahoma"/>
            </a:endParaRPr>
          </a:p>
          <a:p>
            <a:pPr algn="ctr">
              <a:lnSpc>
                <a:spcPct val="100000"/>
              </a:lnSpc>
              <a:spcBef>
                <a:spcPts val="150"/>
              </a:spcBef>
            </a:pPr>
            <a:r>
              <a:rPr sz="900" spc="15" dirty="0">
                <a:latin typeface="Tahoma"/>
                <a:cs typeface="Tahoma"/>
              </a:rPr>
              <a:t>20</a:t>
            </a:r>
            <a:r>
              <a:rPr sz="900" spc="20" dirty="0">
                <a:latin typeface="Tahoma"/>
                <a:cs typeface="Tahoma"/>
              </a:rPr>
              <a:t>0</a:t>
            </a:r>
            <a:r>
              <a:rPr lang="nl-BE" sz="900" spc="20" dirty="0">
                <a:latin typeface="Tahoma"/>
                <a:cs typeface="Tahoma"/>
              </a:rPr>
              <a:t>2</a:t>
            </a:r>
            <a:endParaRPr sz="900" dirty="0">
              <a:latin typeface="Tahoma"/>
              <a:cs typeface="Tahoma"/>
            </a:endParaRPr>
          </a:p>
        </p:txBody>
      </p:sp>
      <p:sp>
        <p:nvSpPr>
          <p:cNvPr id="193" name="object 153"/>
          <p:cNvSpPr txBox="1"/>
          <p:nvPr/>
        </p:nvSpPr>
        <p:spPr>
          <a:xfrm>
            <a:off x="4399972" y="6366208"/>
            <a:ext cx="285750" cy="303530"/>
          </a:xfrm>
          <a:prstGeom prst="rect">
            <a:avLst/>
          </a:prstGeom>
        </p:spPr>
        <p:txBody>
          <a:bodyPr vert="horz" wrap="square" lIns="0" tIns="0" rIns="0" bIns="0" rtlCol="0">
            <a:spAutoFit/>
          </a:bodyPr>
          <a:lstStyle/>
          <a:p>
            <a:pPr marL="12065" algn="ctr">
              <a:lnSpc>
                <a:spcPct val="100000"/>
              </a:lnSpc>
            </a:pPr>
            <a:r>
              <a:rPr lang="nl-BE" sz="900" spc="10" dirty="0">
                <a:latin typeface="Tahoma"/>
                <a:cs typeface="Tahoma"/>
              </a:rPr>
              <a:t>1</a:t>
            </a:r>
            <a:endParaRPr sz="900" dirty="0">
              <a:latin typeface="Tahoma"/>
              <a:cs typeface="Tahoma"/>
            </a:endParaRPr>
          </a:p>
          <a:p>
            <a:pPr algn="ctr">
              <a:lnSpc>
                <a:spcPct val="100000"/>
              </a:lnSpc>
              <a:spcBef>
                <a:spcPts val="150"/>
              </a:spcBef>
            </a:pPr>
            <a:r>
              <a:rPr sz="900" spc="15" dirty="0">
                <a:latin typeface="Tahoma"/>
                <a:cs typeface="Tahoma"/>
              </a:rPr>
              <a:t>20</a:t>
            </a:r>
            <a:r>
              <a:rPr lang="nl-BE" sz="900" spc="15" dirty="0">
                <a:latin typeface="Tahoma"/>
                <a:cs typeface="Tahoma"/>
              </a:rPr>
              <a:t>03</a:t>
            </a:r>
            <a:endParaRPr sz="900" dirty="0">
              <a:latin typeface="Tahoma"/>
              <a:cs typeface="Tahoma"/>
            </a:endParaRPr>
          </a:p>
        </p:txBody>
      </p:sp>
      <p:sp>
        <p:nvSpPr>
          <p:cNvPr id="194" name="object 153"/>
          <p:cNvSpPr txBox="1"/>
          <p:nvPr/>
        </p:nvSpPr>
        <p:spPr>
          <a:xfrm>
            <a:off x="4898881" y="6364604"/>
            <a:ext cx="285750" cy="303530"/>
          </a:xfrm>
          <a:prstGeom prst="rect">
            <a:avLst/>
          </a:prstGeom>
        </p:spPr>
        <p:txBody>
          <a:bodyPr vert="horz" wrap="square" lIns="0" tIns="0" rIns="0" bIns="0" rtlCol="0">
            <a:spAutoFit/>
          </a:bodyPr>
          <a:lstStyle/>
          <a:p>
            <a:pPr marL="12065" algn="ctr">
              <a:lnSpc>
                <a:spcPct val="100000"/>
              </a:lnSpc>
            </a:pPr>
            <a:r>
              <a:rPr lang="nl-BE" sz="900" spc="10" dirty="0">
                <a:latin typeface="Tahoma"/>
                <a:cs typeface="Tahoma"/>
              </a:rPr>
              <a:t>3</a:t>
            </a:r>
            <a:endParaRPr sz="900" dirty="0">
              <a:latin typeface="Tahoma"/>
              <a:cs typeface="Tahoma"/>
            </a:endParaRPr>
          </a:p>
          <a:p>
            <a:pPr algn="ctr">
              <a:lnSpc>
                <a:spcPct val="100000"/>
              </a:lnSpc>
              <a:spcBef>
                <a:spcPts val="150"/>
              </a:spcBef>
            </a:pPr>
            <a:r>
              <a:rPr sz="900" spc="15" dirty="0">
                <a:latin typeface="Tahoma"/>
                <a:cs typeface="Tahoma"/>
              </a:rPr>
              <a:t>20</a:t>
            </a:r>
            <a:r>
              <a:rPr lang="nl-BE" sz="900" spc="15" dirty="0">
                <a:latin typeface="Tahoma"/>
                <a:cs typeface="Tahoma"/>
              </a:rPr>
              <a:t>03</a:t>
            </a:r>
            <a:endParaRPr sz="900" dirty="0">
              <a:latin typeface="Tahoma"/>
              <a:cs typeface="Tahoma"/>
            </a:endParaRPr>
          </a:p>
        </p:txBody>
      </p:sp>
      <p:sp>
        <p:nvSpPr>
          <p:cNvPr id="195" name="object 153"/>
          <p:cNvSpPr txBox="1"/>
          <p:nvPr/>
        </p:nvSpPr>
        <p:spPr>
          <a:xfrm>
            <a:off x="5380145" y="6364604"/>
            <a:ext cx="285750" cy="302647"/>
          </a:xfrm>
          <a:prstGeom prst="rect">
            <a:avLst/>
          </a:prstGeom>
        </p:spPr>
        <p:txBody>
          <a:bodyPr vert="horz" wrap="square" lIns="0" tIns="0" rIns="0" bIns="0" rtlCol="0">
            <a:spAutoFit/>
          </a:bodyPr>
          <a:lstStyle/>
          <a:p>
            <a:pPr marL="12065" algn="ctr">
              <a:lnSpc>
                <a:spcPct val="100000"/>
              </a:lnSpc>
            </a:pPr>
            <a:r>
              <a:rPr lang="nl-BE" sz="900" spc="10" dirty="0">
                <a:latin typeface="Tahoma"/>
                <a:cs typeface="Tahoma"/>
              </a:rPr>
              <a:t>1</a:t>
            </a:r>
            <a:endParaRPr sz="900" dirty="0">
              <a:latin typeface="Tahoma"/>
              <a:cs typeface="Tahoma"/>
            </a:endParaRPr>
          </a:p>
          <a:p>
            <a:pPr algn="ctr">
              <a:lnSpc>
                <a:spcPct val="100000"/>
              </a:lnSpc>
              <a:spcBef>
                <a:spcPts val="150"/>
              </a:spcBef>
            </a:pPr>
            <a:r>
              <a:rPr sz="900" spc="15" dirty="0">
                <a:latin typeface="Tahoma"/>
                <a:cs typeface="Tahoma"/>
              </a:rPr>
              <a:t>20</a:t>
            </a:r>
            <a:r>
              <a:rPr lang="nl-BE" sz="900" spc="15" dirty="0">
                <a:latin typeface="Tahoma"/>
                <a:cs typeface="Tahoma"/>
              </a:rPr>
              <a:t>04</a:t>
            </a:r>
            <a:endParaRPr sz="900" dirty="0">
              <a:latin typeface="Tahoma"/>
              <a:cs typeface="Tahoma"/>
            </a:endParaRPr>
          </a:p>
        </p:txBody>
      </p:sp>
      <p:sp>
        <p:nvSpPr>
          <p:cNvPr id="196" name="object 153"/>
          <p:cNvSpPr txBox="1"/>
          <p:nvPr/>
        </p:nvSpPr>
        <p:spPr>
          <a:xfrm>
            <a:off x="5869429" y="6353374"/>
            <a:ext cx="285750" cy="302647"/>
          </a:xfrm>
          <a:prstGeom prst="rect">
            <a:avLst/>
          </a:prstGeom>
        </p:spPr>
        <p:txBody>
          <a:bodyPr vert="horz" wrap="square" lIns="0" tIns="0" rIns="0" bIns="0" rtlCol="0">
            <a:spAutoFit/>
          </a:bodyPr>
          <a:lstStyle/>
          <a:p>
            <a:pPr marL="12065" algn="ctr">
              <a:lnSpc>
                <a:spcPct val="100000"/>
              </a:lnSpc>
            </a:pPr>
            <a:r>
              <a:rPr lang="nl-BE" sz="900" spc="10" dirty="0">
                <a:latin typeface="Tahoma"/>
                <a:cs typeface="Tahoma"/>
              </a:rPr>
              <a:t>3</a:t>
            </a:r>
            <a:endParaRPr sz="900" dirty="0">
              <a:latin typeface="Tahoma"/>
              <a:cs typeface="Tahoma"/>
            </a:endParaRPr>
          </a:p>
          <a:p>
            <a:pPr algn="ctr">
              <a:lnSpc>
                <a:spcPct val="100000"/>
              </a:lnSpc>
              <a:spcBef>
                <a:spcPts val="150"/>
              </a:spcBef>
            </a:pPr>
            <a:r>
              <a:rPr sz="900" spc="15" dirty="0">
                <a:latin typeface="Tahoma"/>
                <a:cs typeface="Tahoma"/>
              </a:rPr>
              <a:t>20</a:t>
            </a:r>
            <a:r>
              <a:rPr lang="nl-BE" sz="900" spc="15" dirty="0">
                <a:latin typeface="Tahoma"/>
                <a:cs typeface="Tahoma"/>
              </a:rPr>
              <a:t>04</a:t>
            </a:r>
            <a:endParaRPr sz="900" dirty="0">
              <a:latin typeface="Tahoma"/>
              <a:cs typeface="Tahoma"/>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idx="4294967295"/>
          </p:nvPr>
        </p:nvSpPr>
        <p:spPr>
          <a:xfrm>
            <a:off x="397042" y="-1"/>
            <a:ext cx="7902006" cy="926433"/>
          </a:xfrm>
        </p:spPr>
        <p:txBody>
          <a:bodyPr>
            <a:normAutofit/>
          </a:bodyPr>
          <a:lstStyle/>
          <a:p>
            <a:r>
              <a:rPr lang="en-GB" altLang="nl-BE" dirty="0" err="1"/>
              <a:t>Xbar</a:t>
            </a:r>
            <a:r>
              <a:rPr lang="en-GB" altLang="nl-BE" dirty="0"/>
              <a:t>/R- en </a:t>
            </a:r>
            <a:r>
              <a:rPr lang="en-GB" altLang="nl-BE" dirty="0" err="1"/>
              <a:t>Xbar</a:t>
            </a:r>
            <a:r>
              <a:rPr lang="en-GB" altLang="nl-BE" dirty="0"/>
              <a:t>/s-</a:t>
            </a:r>
            <a:r>
              <a:rPr lang="en-GB" altLang="nl-BE" dirty="0" err="1"/>
              <a:t>kaart</a:t>
            </a:r>
            <a:r>
              <a:rPr lang="en-GB" altLang="nl-BE" dirty="0"/>
              <a:t> (R small sample &lt; 10)</a:t>
            </a:r>
          </a:p>
        </p:txBody>
      </p:sp>
      <p:sp>
        <p:nvSpPr>
          <p:cNvPr id="2" name="Tijdelijke aanduiding voor inhoud 1"/>
          <p:cNvSpPr>
            <a:spLocks noGrp="1"/>
          </p:cNvSpPr>
          <p:nvPr>
            <p:ph idx="1"/>
          </p:nvPr>
        </p:nvSpPr>
        <p:spPr>
          <a:xfrm>
            <a:off x="457200" y="1196752"/>
            <a:ext cx="8507288" cy="4929411"/>
          </a:xfrm>
        </p:spPr>
        <p:txBody>
          <a:bodyPr/>
          <a:lstStyle/>
          <a:p>
            <a:pPr>
              <a:buFont typeface="Arial" pitchFamily="34" charset="0"/>
              <a:buChar char="•"/>
            </a:pPr>
            <a:r>
              <a:rPr lang="nl-BE" dirty="0">
                <a:solidFill>
                  <a:schemeClr val="tx1"/>
                </a:solidFill>
              </a:rPr>
              <a:t>Vaste sample grootte		    Variabele sample grootte</a:t>
            </a:r>
          </a:p>
        </p:txBody>
      </p:sp>
      <p:pic>
        <p:nvPicPr>
          <p:cNvPr id="46082" name="Picture 2"/>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611560" y="1690117"/>
            <a:ext cx="7073979" cy="461920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ijdelijke aanduiding voor dianummer 4"/>
          <p:cNvSpPr>
            <a:spLocks noGrp="1"/>
          </p:cNvSpPr>
          <p:nvPr>
            <p:ph type="sldNum" sz="quarter" idx="12"/>
          </p:nvPr>
        </p:nvSpPr>
        <p:spPr/>
        <p:txBody>
          <a:bodyPr/>
          <a:lstStyle/>
          <a:p>
            <a:fld id="{42031524-F447-4BDB-9429-C46C4DFCF371}" type="slidenum">
              <a:rPr lang="nl-NL" smtClean="0"/>
              <a:pPr/>
              <a:t>73</a:t>
            </a:fld>
            <a:endParaRPr lang="nl-NL" dirty="0"/>
          </a:p>
        </p:txBody>
      </p:sp>
    </p:spTree>
    <p:extLst>
      <p:ext uri="{BB962C8B-B14F-4D97-AF65-F5344CB8AC3E}">
        <p14:creationId xmlns:p14="http://schemas.microsoft.com/office/powerpoint/2010/main" val="379888991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normAutofit/>
          </a:bodyPr>
          <a:lstStyle/>
          <a:p>
            <a:r>
              <a:rPr lang="en-GB" altLang="nl-BE" dirty="0"/>
              <a:t>SPC: </a:t>
            </a:r>
            <a:r>
              <a:rPr lang="en-GB" altLang="nl-BE" dirty="0" err="1"/>
              <a:t>oefening</a:t>
            </a:r>
            <a:r>
              <a:rPr lang="en-GB" altLang="nl-BE" dirty="0"/>
              <a:t> 2</a:t>
            </a:r>
          </a:p>
        </p:txBody>
      </p:sp>
      <p:sp>
        <p:nvSpPr>
          <p:cNvPr id="31747" name="Rectangle 3"/>
          <p:cNvSpPr>
            <a:spLocks noGrp="1" noChangeArrowheads="1"/>
          </p:cNvSpPr>
          <p:nvPr>
            <p:ph idx="1"/>
          </p:nvPr>
        </p:nvSpPr>
        <p:spPr/>
        <p:txBody>
          <a:bodyPr/>
          <a:lstStyle/>
          <a:p>
            <a:r>
              <a:rPr lang="en-GB" altLang="nl-BE" dirty="0"/>
              <a:t>Het </a:t>
            </a:r>
            <a:r>
              <a:rPr lang="en-GB" altLang="nl-BE" dirty="0" err="1"/>
              <a:t>nettogewicht</a:t>
            </a:r>
            <a:r>
              <a:rPr lang="en-GB" altLang="nl-BE" dirty="0"/>
              <a:t> van </a:t>
            </a:r>
            <a:r>
              <a:rPr lang="en-GB" altLang="nl-BE" dirty="0" err="1"/>
              <a:t>een</a:t>
            </a:r>
            <a:r>
              <a:rPr lang="en-GB" altLang="nl-BE" dirty="0"/>
              <a:t> </a:t>
            </a:r>
            <a:r>
              <a:rPr lang="en-GB" altLang="nl-BE" dirty="0" err="1"/>
              <a:t>bleekproduct</a:t>
            </a:r>
            <a:r>
              <a:rPr lang="en-GB" altLang="nl-BE" dirty="0"/>
              <a:t> </a:t>
            </a:r>
            <a:r>
              <a:rPr lang="en-GB" altLang="nl-BE" dirty="0" err="1"/>
              <a:t>moet</a:t>
            </a:r>
            <a:r>
              <a:rPr lang="en-GB" altLang="nl-BE" dirty="0"/>
              <a:t> </a:t>
            </a:r>
            <a:r>
              <a:rPr lang="en-GB" altLang="nl-BE" dirty="0" err="1"/>
              <a:t>opgevolgd</a:t>
            </a:r>
            <a:r>
              <a:rPr lang="en-GB" altLang="nl-BE" dirty="0"/>
              <a:t> </a:t>
            </a:r>
            <a:r>
              <a:rPr lang="en-GB" altLang="nl-BE" dirty="0" err="1"/>
              <a:t>worden</a:t>
            </a:r>
            <a:r>
              <a:rPr lang="en-GB" altLang="nl-BE" dirty="0"/>
              <a:t> </a:t>
            </a:r>
            <a:r>
              <a:rPr lang="en-GB" altLang="nl-BE" dirty="0" err="1"/>
              <a:t>dmv</a:t>
            </a:r>
            <a:r>
              <a:rPr lang="en-GB" altLang="nl-BE" dirty="0"/>
              <a:t> </a:t>
            </a:r>
            <a:r>
              <a:rPr lang="en-GB" altLang="nl-BE" dirty="0" err="1"/>
              <a:t>Xbar</a:t>
            </a:r>
            <a:r>
              <a:rPr lang="en-GB" altLang="nl-BE" dirty="0"/>
              <a:t> en R </a:t>
            </a:r>
            <a:r>
              <a:rPr lang="en-GB" altLang="nl-BE" dirty="0" err="1"/>
              <a:t>controlekaarten</a:t>
            </a:r>
            <a:r>
              <a:rPr lang="en-GB" altLang="nl-BE" dirty="0"/>
              <a:t>, met </a:t>
            </a:r>
            <a:r>
              <a:rPr lang="en-GB" altLang="nl-BE" dirty="0" err="1"/>
              <a:t>een</a:t>
            </a:r>
            <a:r>
              <a:rPr lang="en-GB" altLang="nl-BE" dirty="0"/>
              <a:t> </a:t>
            </a:r>
            <a:r>
              <a:rPr lang="en-GB" altLang="nl-BE" dirty="0" err="1"/>
              <a:t>samplegrootte</a:t>
            </a:r>
            <a:r>
              <a:rPr lang="en-GB" altLang="nl-BE" dirty="0"/>
              <a:t> van n=5. </a:t>
            </a:r>
            <a:r>
              <a:rPr lang="en-GB" altLang="nl-BE" dirty="0" err="1"/>
              <a:t>Gegevens</a:t>
            </a:r>
            <a:r>
              <a:rPr lang="en-GB" altLang="nl-BE" dirty="0"/>
              <a:t> van 20 </a:t>
            </a:r>
            <a:r>
              <a:rPr lang="en-GB" altLang="nl-BE" dirty="0" err="1"/>
              <a:t>voorbereidende</a:t>
            </a:r>
            <a:r>
              <a:rPr lang="en-GB" altLang="nl-BE" dirty="0"/>
              <a:t> samples </a:t>
            </a:r>
            <a:r>
              <a:rPr lang="en-GB" altLang="nl-BE" dirty="0" err="1"/>
              <a:t>worden</a:t>
            </a:r>
            <a:r>
              <a:rPr lang="en-GB" altLang="nl-BE" dirty="0"/>
              <a:t> </a:t>
            </a:r>
            <a:r>
              <a:rPr lang="en-GB" altLang="nl-BE" dirty="0" err="1"/>
              <a:t>getoond</a:t>
            </a:r>
            <a:r>
              <a:rPr lang="en-GB" altLang="nl-BE" dirty="0"/>
              <a:t> in </a:t>
            </a:r>
            <a:r>
              <a:rPr lang="en-GB" altLang="nl-BE" dirty="0" err="1"/>
              <a:t>deze</a:t>
            </a:r>
            <a:r>
              <a:rPr lang="en-GB" altLang="nl-BE" dirty="0"/>
              <a:t> </a:t>
            </a:r>
            <a:r>
              <a:rPr lang="en-GB" altLang="nl-BE" dirty="0" err="1"/>
              <a:t>tabel</a:t>
            </a:r>
            <a:r>
              <a:rPr lang="en-GB" altLang="nl-BE" dirty="0"/>
              <a:t>.</a:t>
            </a:r>
          </a:p>
          <a:p>
            <a:r>
              <a:rPr lang="en-GB" altLang="nl-BE" dirty="0"/>
              <a:t>a) </a:t>
            </a:r>
            <a:r>
              <a:rPr lang="en-GB" altLang="nl-BE" dirty="0" err="1"/>
              <a:t>Stel</a:t>
            </a:r>
            <a:r>
              <a:rPr lang="en-GB" altLang="nl-BE" dirty="0"/>
              <a:t> de </a:t>
            </a:r>
            <a:r>
              <a:rPr lang="en-GB" altLang="nl-BE" dirty="0" err="1"/>
              <a:t>Xbar</a:t>
            </a:r>
            <a:r>
              <a:rPr lang="en-GB" altLang="nl-BE" dirty="0"/>
              <a:t> en R </a:t>
            </a:r>
            <a:r>
              <a:rPr lang="en-GB" altLang="nl-BE" dirty="0" err="1"/>
              <a:t>controlekaarten</a:t>
            </a:r>
            <a:r>
              <a:rPr lang="en-GB" altLang="nl-BE" dirty="0"/>
              <a:t> op. </a:t>
            </a:r>
            <a:br>
              <a:rPr lang="en-GB" altLang="nl-BE" dirty="0"/>
            </a:br>
            <a:r>
              <a:rPr lang="en-GB" altLang="nl-BE" dirty="0"/>
              <a:t>Is het </a:t>
            </a:r>
            <a:r>
              <a:rPr lang="en-GB" altLang="nl-BE" dirty="0" err="1"/>
              <a:t>proces</a:t>
            </a:r>
            <a:r>
              <a:rPr lang="en-GB" altLang="nl-BE" dirty="0"/>
              <a:t> </a:t>
            </a:r>
            <a:r>
              <a:rPr lang="en-GB" altLang="nl-BE" dirty="0" err="1"/>
              <a:t>statistisch</a:t>
            </a:r>
            <a:r>
              <a:rPr lang="en-GB" altLang="nl-BE" dirty="0"/>
              <a:t> </a:t>
            </a:r>
            <a:r>
              <a:rPr lang="en-GB" altLang="nl-BE" dirty="0" err="1"/>
              <a:t>onder</a:t>
            </a:r>
            <a:r>
              <a:rPr lang="en-GB" altLang="nl-BE" dirty="0"/>
              <a:t> </a:t>
            </a:r>
            <a:r>
              <a:rPr lang="en-GB" altLang="nl-BE" dirty="0" err="1"/>
              <a:t>controle</a:t>
            </a:r>
            <a:r>
              <a:rPr lang="en-GB" altLang="nl-BE" dirty="0"/>
              <a:t>?</a:t>
            </a:r>
          </a:p>
          <a:p>
            <a:r>
              <a:rPr lang="en-GB" altLang="nl-BE" dirty="0"/>
              <a:t>b) </a:t>
            </a:r>
            <a:r>
              <a:rPr lang="en-GB" altLang="nl-BE" dirty="0" err="1"/>
              <a:t>Schat</a:t>
            </a:r>
            <a:r>
              <a:rPr lang="en-GB" altLang="nl-BE" dirty="0"/>
              <a:t> het </a:t>
            </a:r>
            <a:r>
              <a:rPr lang="en-GB" altLang="nl-BE" dirty="0" err="1"/>
              <a:t>procesgemiddelde</a:t>
            </a:r>
            <a:r>
              <a:rPr lang="en-GB" altLang="nl-BE" dirty="0"/>
              <a:t> en</a:t>
            </a:r>
            <a:br>
              <a:rPr lang="en-GB" altLang="nl-BE" dirty="0"/>
            </a:br>
            <a:r>
              <a:rPr lang="en-GB" altLang="nl-BE" dirty="0" err="1"/>
              <a:t>bepaal</a:t>
            </a:r>
            <a:r>
              <a:rPr lang="en-GB" altLang="nl-BE" dirty="0"/>
              <a:t> UCL en LCL</a:t>
            </a:r>
          </a:p>
          <a:p>
            <a:r>
              <a:rPr lang="en-GB" altLang="nl-BE" dirty="0"/>
              <a:t>c) Met 16,2 +/- 0,5 </a:t>
            </a:r>
            <a:r>
              <a:rPr lang="en-GB" altLang="nl-BE" dirty="0" err="1"/>
              <a:t>als</a:t>
            </a:r>
            <a:r>
              <a:rPr lang="en-GB" altLang="nl-BE" dirty="0"/>
              <a:t> specs, wat </a:t>
            </a:r>
            <a:r>
              <a:rPr lang="en-GB" altLang="nl-BE" dirty="0" err="1"/>
              <a:t>kan</a:t>
            </a:r>
            <a:br>
              <a:rPr lang="en-GB" altLang="nl-BE" dirty="0"/>
            </a:br>
            <a:r>
              <a:rPr lang="en-GB" altLang="nl-BE" dirty="0"/>
              <a:t>je </a:t>
            </a:r>
            <a:r>
              <a:rPr lang="en-GB" altLang="nl-BE" dirty="0" err="1"/>
              <a:t>concluderen</a:t>
            </a:r>
            <a:r>
              <a:rPr lang="en-GB" altLang="nl-BE" dirty="0"/>
              <a:t> </a:t>
            </a:r>
            <a:r>
              <a:rPr lang="en-GB" altLang="nl-BE" dirty="0" err="1"/>
              <a:t>ivm</a:t>
            </a:r>
            <a:r>
              <a:rPr lang="en-GB" altLang="nl-BE" dirty="0"/>
              <a:t> de </a:t>
            </a:r>
            <a:r>
              <a:rPr lang="en-GB" altLang="nl-BE" dirty="0" err="1"/>
              <a:t>capabiliteit</a:t>
            </a:r>
            <a:r>
              <a:rPr lang="en-GB" altLang="nl-BE" dirty="0"/>
              <a:t> (C</a:t>
            </a:r>
            <a:r>
              <a:rPr lang="en-GB" altLang="nl-BE" baseline="-25000" dirty="0"/>
              <a:t>p </a:t>
            </a:r>
            <a:r>
              <a:rPr lang="en-GB" altLang="nl-BE" dirty="0" err="1"/>
              <a:t>C</a:t>
            </a:r>
            <a:r>
              <a:rPr lang="en-GB" altLang="nl-BE" baseline="-25000" dirty="0" err="1"/>
              <a:t>pk</a:t>
            </a:r>
            <a:r>
              <a:rPr lang="en-GB" altLang="nl-BE" dirty="0"/>
              <a:t>)?</a:t>
            </a:r>
          </a:p>
        </p:txBody>
      </p:sp>
      <p:pic>
        <p:nvPicPr>
          <p:cNvPr id="23554" name="Picture 2"/>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6670915" y="3309047"/>
            <a:ext cx="2305967" cy="3024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jdelijke aanduiding voor dianummer 4"/>
          <p:cNvSpPr>
            <a:spLocks noGrp="1"/>
          </p:cNvSpPr>
          <p:nvPr>
            <p:ph type="sldNum" sz="quarter" idx="12"/>
          </p:nvPr>
        </p:nvSpPr>
        <p:spPr/>
        <p:txBody>
          <a:bodyPr/>
          <a:lstStyle/>
          <a:p>
            <a:pPr>
              <a:defRPr/>
            </a:pPr>
            <a:fld id="{3BAE3F46-7F34-4D55-854B-55B1578BB741}" type="slidenum">
              <a:rPr lang="en-US" smtClean="0"/>
              <a:pPr>
                <a:defRPr/>
              </a:pPr>
              <a:t>74</a:t>
            </a:fld>
            <a:endParaRPr lang="en-US"/>
          </a:p>
        </p:txBody>
      </p:sp>
    </p:spTree>
    <p:extLst>
      <p:ext uri="{BB962C8B-B14F-4D97-AF65-F5344CB8AC3E}">
        <p14:creationId xmlns:p14="http://schemas.microsoft.com/office/powerpoint/2010/main" val="424215045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BE" dirty="0"/>
              <a:t>Oefening 2 in Minitab</a:t>
            </a:r>
          </a:p>
        </p:txBody>
      </p:sp>
      <p:sp>
        <p:nvSpPr>
          <p:cNvPr id="3" name="Tijdelijke aanduiding voor inhoud 2"/>
          <p:cNvSpPr>
            <a:spLocks noGrp="1"/>
          </p:cNvSpPr>
          <p:nvPr>
            <p:ph idx="1"/>
          </p:nvPr>
        </p:nvSpPr>
        <p:spPr/>
        <p:txBody>
          <a:bodyPr/>
          <a:lstStyle/>
          <a:p>
            <a:endParaRPr lang="nl-BE"/>
          </a:p>
        </p:txBody>
      </p:sp>
      <p:pic>
        <p:nvPicPr>
          <p:cNvPr id="4" name="Afbeelding 3"/>
          <p:cNvPicPr>
            <a:picLocks noChangeAspect="1"/>
          </p:cNvPicPr>
          <p:nvPr/>
        </p:nvPicPr>
        <p:blipFill>
          <a:blip r:embed="rId3" cstate="email"/>
          <a:stretch>
            <a:fillRect/>
          </a:stretch>
        </p:blipFill>
        <p:spPr>
          <a:xfrm>
            <a:off x="-3246" y="1925242"/>
            <a:ext cx="9144000" cy="4905375"/>
          </a:xfrm>
          <a:prstGeom prst="rect">
            <a:avLst/>
          </a:prstGeom>
        </p:spPr>
      </p:pic>
      <p:sp>
        <p:nvSpPr>
          <p:cNvPr id="5" name="Tijdelijke aanduiding voor dianummer 4"/>
          <p:cNvSpPr>
            <a:spLocks noGrp="1"/>
          </p:cNvSpPr>
          <p:nvPr>
            <p:ph type="sldNum" sz="quarter" idx="12"/>
          </p:nvPr>
        </p:nvSpPr>
        <p:spPr/>
        <p:txBody>
          <a:bodyPr/>
          <a:lstStyle/>
          <a:p>
            <a:pPr>
              <a:defRPr/>
            </a:pPr>
            <a:fld id="{3BAE3F46-7F34-4D55-854B-55B1578BB741}" type="slidenum">
              <a:rPr lang="en-US" smtClean="0"/>
              <a:pPr>
                <a:defRPr/>
              </a:pPr>
              <a:t>75</a:t>
            </a:fld>
            <a:endParaRPr lang="en-US"/>
          </a:p>
        </p:txBody>
      </p:sp>
    </p:spTree>
    <p:extLst>
      <p:ext uri="{BB962C8B-B14F-4D97-AF65-F5344CB8AC3E}">
        <p14:creationId xmlns:p14="http://schemas.microsoft.com/office/powerpoint/2010/main" val="395457837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endParaRPr lang="nl-BE"/>
          </a:p>
        </p:txBody>
      </p:sp>
      <p:sp>
        <p:nvSpPr>
          <p:cNvPr id="3" name="Tijdelijke aanduiding voor inhoud 2"/>
          <p:cNvSpPr>
            <a:spLocks noGrp="1"/>
          </p:cNvSpPr>
          <p:nvPr>
            <p:ph idx="1"/>
          </p:nvPr>
        </p:nvSpPr>
        <p:spPr/>
        <p:txBody>
          <a:bodyPr/>
          <a:lstStyle/>
          <a:p>
            <a:endParaRPr lang="nl-BE" dirty="0"/>
          </a:p>
        </p:txBody>
      </p:sp>
      <p:pic>
        <p:nvPicPr>
          <p:cNvPr id="7" name="Afbeelding 6"/>
          <p:cNvPicPr>
            <a:picLocks noChangeAspect="1"/>
          </p:cNvPicPr>
          <p:nvPr/>
        </p:nvPicPr>
        <p:blipFill>
          <a:blip r:embed="rId3" cstate="email"/>
          <a:stretch>
            <a:fillRect/>
          </a:stretch>
        </p:blipFill>
        <p:spPr>
          <a:xfrm>
            <a:off x="0" y="0"/>
            <a:ext cx="9144000" cy="6860076"/>
          </a:xfrm>
          <a:prstGeom prst="rect">
            <a:avLst/>
          </a:prstGeom>
        </p:spPr>
      </p:pic>
      <p:sp>
        <p:nvSpPr>
          <p:cNvPr id="5" name="Tijdelijke aanduiding voor dianummer 4"/>
          <p:cNvSpPr>
            <a:spLocks noGrp="1"/>
          </p:cNvSpPr>
          <p:nvPr>
            <p:ph type="sldNum" sz="quarter" idx="12"/>
          </p:nvPr>
        </p:nvSpPr>
        <p:spPr/>
        <p:txBody>
          <a:bodyPr/>
          <a:lstStyle/>
          <a:p>
            <a:pPr>
              <a:defRPr/>
            </a:pPr>
            <a:fld id="{3BAE3F46-7F34-4D55-854B-55B1578BB741}" type="slidenum">
              <a:rPr lang="en-US" smtClean="0"/>
              <a:pPr>
                <a:defRPr/>
              </a:pPr>
              <a:t>76</a:t>
            </a:fld>
            <a:endParaRPr lang="en-US"/>
          </a:p>
        </p:txBody>
      </p:sp>
    </p:spTree>
    <p:extLst>
      <p:ext uri="{BB962C8B-B14F-4D97-AF65-F5344CB8AC3E}">
        <p14:creationId xmlns:p14="http://schemas.microsoft.com/office/powerpoint/2010/main" val="122645568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endParaRPr lang="nl-BE"/>
          </a:p>
        </p:txBody>
      </p:sp>
      <p:sp>
        <p:nvSpPr>
          <p:cNvPr id="3" name="Tijdelijke aanduiding voor inhoud 2"/>
          <p:cNvSpPr>
            <a:spLocks noGrp="1"/>
          </p:cNvSpPr>
          <p:nvPr>
            <p:ph idx="1"/>
          </p:nvPr>
        </p:nvSpPr>
        <p:spPr>
          <a:xfrm>
            <a:off x="457200" y="1600200"/>
            <a:ext cx="8229600" cy="4525963"/>
          </a:xfrm>
        </p:spPr>
        <p:txBody>
          <a:bodyPr/>
          <a:lstStyle/>
          <a:p>
            <a:endParaRPr lang="nl-BE"/>
          </a:p>
        </p:txBody>
      </p:sp>
      <p:pic>
        <p:nvPicPr>
          <p:cNvPr id="4" name="Afbeelding 3"/>
          <p:cNvPicPr>
            <a:picLocks noChangeAspect="1"/>
          </p:cNvPicPr>
          <p:nvPr/>
        </p:nvPicPr>
        <p:blipFill>
          <a:blip r:embed="rId3" cstate="email"/>
          <a:stretch>
            <a:fillRect/>
          </a:stretch>
        </p:blipFill>
        <p:spPr>
          <a:xfrm>
            <a:off x="0" y="138367"/>
            <a:ext cx="9144000" cy="6719633"/>
          </a:xfrm>
          <a:prstGeom prst="rect">
            <a:avLst/>
          </a:prstGeom>
        </p:spPr>
      </p:pic>
      <p:sp>
        <p:nvSpPr>
          <p:cNvPr id="5" name="Tijdelijke aanduiding voor dianummer 4"/>
          <p:cNvSpPr>
            <a:spLocks noGrp="1"/>
          </p:cNvSpPr>
          <p:nvPr>
            <p:ph type="sldNum" sz="quarter" idx="12"/>
          </p:nvPr>
        </p:nvSpPr>
        <p:spPr/>
        <p:txBody>
          <a:bodyPr/>
          <a:lstStyle/>
          <a:p>
            <a:pPr>
              <a:defRPr/>
            </a:pPr>
            <a:fld id="{3BAE3F46-7F34-4D55-854B-55B1578BB741}" type="slidenum">
              <a:rPr lang="en-US" smtClean="0"/>
              <a:pPr>
                <a:defRPr/>
              </a:pPr>
              <a:t>77</a:t>
            </a:fld>
            <a:endParaRPr lang="en-US"/>
          </a:p>
        </p:txBody>
      </p:sp>
    </p:spTree>
    <p:extLst>
      <p:ext uri="{BB962C8B-B14F-4D97-AF65-F5344CB8AC3E}">
        <p14:creationId xmlns:p14="http://schemas.microsoft.com/office/powerpoint/2010/main" val="270833907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endParaRPr lang="nl-BE"/>
          </a:p>
        </p:txBody>
      </p:sp>
      <p:sp>
        <p:nvSpPr>
          <p:cNvPr id="3" name="Tijdelijke aanduiding voor inhoud 2"/>
          <p:cNvSpPr>
            <a:spLocks noGrp="1"/>
          </p:cNvSpPr>
          <p:nvPr>
            <p:ph idx="1"/>
          </p:nvPr>
        </p:nvSpPr>
        <p:spPr/>
        <p:txBody>
          <a:bodyPr/>
          <a:lstStyle/>
          <a:p>
            <a:endParaRPr lang="nl-BE"/>
          </a:p>
        </p:txBody>
      </p:sp>
      <p:pic>
        <p:nvPicPr>
          <p:cNvPr id="4" name="Afbeelding 3"/>
          <p:cNvPicPr>
            <a:picLocks noChangeAspect="1"/>
          </p:cNvPicPr>
          <p:nvPr/>
        </p:nvPicPr>
        <p:blipFill>
          <a:blip r:embed="rId3" cstate="email"/>
          <a:stretch>
            <a:fillRect/>
          </a:stretch>
        </p:blipFill>
        <p:spPr>
          <a:xfrm>
            <a:off x="0" y="0"/>
            <a:ext cx="9144000" cy="6860076"/>
          </a:xfrm>
          <a:prstGeom prst="rect">
            <a:avLst/>
          </a:prstGeom>
        </p:spPr>
      </p:pic>
      <p:sp>
        <p:nvSpPr>
          <p:cNvPr id="5" name="Tijdelijke aanduiding voor dianummer 4"/>
          <p:cNvSpPr>
            <a:spLocks noGrp="1"/>
          </p:cNvSpPr>
          <p:nvPr>
            <p:ph type="sldNum" sz="quarter" idx="12"/>
          </p:nvPr>
        </p:nvSpPr>
        <p:spPr/>
        <p:txBody>
          <a:bodyPr/>
          <a:lstStyle/>
          <a:p>
            <a:pPr>
              <a:defRPr/>
            </a:pPr>
            <a:fld id="{3BAE3F46-7F34-4D55-854B-55B1578BB741}" type="slidenum">
              <a:rPr lang="en-US" smtClean="0"/>
              <a:pPr>
                <a:defRPr/>
              </a:pPr>
              <a:t>78</a:t>
            </a:fld>
            <a:endParaRPr lang="en-US"/>
          </a:p>
        </p:txBody>
      </p:sp>
    </p:spTree>
    <p:extLst>
      <p:ext uri="{BB962C8B-B14F-4D97-AF65-F5344CB8AC3E}">
        <p14:creationId xmlns:p14="http://schemas.microsoft.com/office/powerpoint/2010/main" val="345796788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endParaRPr lang="nl-BE"/>
          </a:p>
        </p:txBody>
      </p:sp>
      <p:sp>
        <p:nvSpPr>
          <p:cNvPr id="3" name="Tijdelijke aanduiding voor inhoud 2"/>
          <p:cNvSpPr>
            <a:spLocks noGrp="1"/>
          </p:cNvSpPr>
          <p:nvPr>
            <p:ph idx="1"/>
          </p:nvPr>
        </p:nvSpPr>
        <p:spPr/>
        <p:txBody>
          <a:bodyPr/>
          <a:lstStyle/>
          <a:p>
            <a:endParaRPr lang="nl-BE"/>
          </a:p>
        </p:txBody>
      </p:sp>
      <p:pic>
        <p:nvPicPr>
          <p:cNvPr id="4" name="Afbeelding 3"/>
          <p:cNvPicPr>
            <a:picLocks noChangeAspect="1"/>
          </p:cNvPicPr>
          <p:nvPr/>
        </p:nvPicPr>
        <p:blipFill>
          <a:blip r:embed="rId3" cstate="email"/>
          <a:stretch>
            <a:fillRect/>
          </a:stretch>
        </p:blipFill>
        <p:spPr>
          <a:xfrm>
            <a:off x="0" y="0"/>
            <a:ext cx="9144000" cy="6860076"/>
          </a:xfrm>
          <a:prstGeom prst="rect">
            <a:avLst/>
          </a:prstGeom>
        </p:spPr>
      </p:pic>
      <p:sp>
        <p:nvSpPr>
          <p:cNvPr id="5" name="Tijdelijke aanduiding voor dianummer 4"/>
          <p:cNvSpPr>
            <a:spLocks noGrp="1"/>
          </p:cNvSpPr>
          <p:nvPr>
            <p:ph type="sldNum" sz="quarter" idx="12"/>
          </p:nvPr>
        </p:nvSpPr>
        <p:spPr/>
        <p:txBody>
          <a:bodyPr/>
          <a:lstStyle/>
          <a:p>
            <a:pPr>
              <a:defRPr/>
            </a:pPr>
            <a:fld id="{3BAE3F46-7F34-4D55-854B-55B1578BB741}" type="slidenum">
              <a:rPr lang="en-US" smtClean="0"/>
              <a:pPr>
                <a:defRPr/>
              </a:pPr>
              <a:t>79</a:t>
            </a:fld>
            <a:endParaRPr lang="en-US"/>
          </a:p>
        </p:txBody>
      </p:sp>
    </p:spTree>
    <p:extLst>
      <p:ext uri="{BB962C8B-B14F-4D97-AF65-F5344CB8AC3E}">
        <p14:creationId xmlns:p14="http://schemas.microsoft.com/office/powerpoint/2010/main" val="128793753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endParaRPr lang="nl-BE"/>
          </a:p>
        </p:txBody>
      </p:sp>
      <p:sp>
        <p:nvSpPr>
          <p:cNvPr id="3" name="Tijdelijke aanduiding voor inhoud 2"/>
          <p:cNvSpPr>
            <a:spLocks noGrp="1"/>
          </p:cNvSpPr>
          <p:nvPr>
            <p:ph idx="1"/>
          </p:nvPr>
        </p:nvSpPr>
        <p:spPr/>
        <p:txBody>
          <a:bodyPr/>
          <a:lstStyle/>
          <a:p>
            <a:endParaRPr lang="nl-BE"/>
          </a:p>
        </p:txBody>
      </p:sp>
      <p:pic>
        <p:nvPicPr>
          <p:cNvPr id="4" name="Afbeelding 3"/>
          <p:cNvPicPr>
            <a:picLocks noChangeAspect="1"/>
          </p:cNvPicPr>
          <p:nvPr/>
        </p:nvPicPr>
        <p:blipFill>
          <a:blip r:embed="rId3" cstate="email"/>
          <a:stretch>
            <a:fillRect/>
          </a:stretch>
        </p:blipFill>
        <p:spPr>
          <a:xfrm>
            <a:off x="-1" y="0"/>
            <a:ext cx="9141233" cy="6858000"/>
          </a:xfrm>
          <a:prstGeom prst="rect">
            <a:avLst/>
          </a:prstGeom>
        </p:spPr>
      </p:pic>
      <p:sp>
        <p:nvSpPr>
          <p:cNvPr id="5" name="Tijdelijke aanduiding voor dianummer 4"/>
          <p:cNvSpPr>
            <a:spLocks noGrp="1"/>
          </p:cNvSpPr>
          <p:nvPr>
            <p:ph type="sldNum" sz="quarter" idx="12"/>
          </p:nvPr>
        </p:nvSpPr>
        <p:spPr/>
        <p:txBody>
          <a:bodyPr/>
          <a:lstStyle/>
          <a:p>
            <a:pPr>
              <a:defRPr/>
            </a:pPr>
            <a:fld id="{3BAE3F46-7F34-4D55-854B-55B1578BB741}" type="slidenum">
              <a:rPr lang="en-US" smtClean="0"/>
              <a:pPr>
                <a:defRPr/>
              </a:pPr>
              <a:t>80</a:t>
            </a:fld>
            <a:endParaRPr lang="en-US"/>
          </a:p>
        </p:txBody>
      </p:sp>
    </p:spTree>
    <p:extLst>
      <p:ext uri="{BB962C8B-B14F-4D97-AF65-F5344CB8AC3E}">
        <p14:creationId xmlns:p14="http://schemas.microsoft.com/office/powerpoint/2010/main" val="397422834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endParaRPr lang="nl-BE"/>
          </a:p>
        </p:txBody>
      </p:sp>
      <p:sp>
        <p:nvSpPr>
          <p:cNvPr id="3" name="Tijdelijke aanduiding voor inhoud 2"/>
          <p:cNvSpPr>
            <a:spLocks noGrp="1"/>
          </p:cNvSpPr>
          <p:nvPr>
            <p:ph idx="1"/>
          </p:nvPr>
        </p:nvSpPr>
        <p:spPr/>
        <p:txBody>
          <a:bodyPr/>
          <a:lstStyle/>
          <a:p>
            <a:endParaRPr lang="nl-BE"/>
          </a:p>
        </p:txBody>
      </p:sp>
      <p:pic>
        <p:nvPicPr>
          <p:cNvPr id="4" name="Afbeelding 3"/>
          <p:cNvPicPr>
            <a:picLocks noChangeAspect="1"/>
          </p:cNvPicPr>
          <p:nvPr/>
        </p:nvPicPr>
        <p:blipFill>
          <a:blip r:embed="rId3" cstate="email"/>
          <a:stretch>
            <a:fillRect/>
          </a:stretch>
        </p:blipFill>
        <p:spPr>
          <a:xfrm>
            <a:off x="376826" y="281667"/>
            <a:ext cx="8390347" cy="6294665"/>
          </a:xfrm>
          <a:prstGeom prst="rect">
            <a:avLst/>
          </a:prstGeom>
        </p:spPr>
      </p:pic>
      <p:sp>
        <p:nvSpPr>
          <p:cNvPr id="5" name="Tijdelijke aanduiding voor dianummer 4"/>
          <p:cNvSpPr>
            <a:spLocks noGrp="1"/>
          </p:cNvSpPr>
          <p:nvPr>
            <p:ph type="sldNum" sz="quarter" idx="12"/>
          </p:nvPr>
        </p:nvSpPr>
        <p:spPr/>
        <p:txBody>
          <a:bodyPr/>
          <a:lstStyle/>
          <a:p>
            <a:pPr>
              <a:defRPr/>
            </a:pPr>
            <a:fld id="{3BAE3F46-7F34-4D55-854B-55B1578BB741}" type="slidenum">
              <a:rPr lang="en-US" smtClean="0"/>
              <a:pPr>
                <a:defRPr/>
              </a:pPr>
              <a:t>81</a:t>
            </a:fld>
            <a:endParaRPr lang="en-US"/>
          </a:p>
        </p:txBody>
      </p:sp>
    </p:spTree>
    <p:extLst>
      <p:ext uri="{BB962C8B-B14F-4D97-AF65-F5344CB8AC3E}">
        <p14:creationId xmlns:p14="http://schemas.microsoft.com/office/powerpoint/2010/main" val="82250814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endParaRPr lang="nl-BE"/>
          </a:p>
        </p:txBody>
      </p:sp>
      <p:sp>
        <p:nvSpPr>
          <p:cNvPr id="3" name="Tijdelijke aanduiding voor inhoud 2"/>
          <p:cNvSpPr>
            <a:spLocks noGrp="1"/>
          </p:cNvSpPr>
          <p:nvPr>
            <p:ph idx="1"/>
          </p:nvPr>
        </p:nvSpPr>
        <p:spPr/>
        <p:txBody>
          <a:bodyPr/>
          <a:lstStyle/>
          <a:p>
            <a:endParaRPr lang="nl-BE"/>
          </a:p>
        </p:txBody>
      </p:sp>
      <p:pic>
        <p:nvPicPr>
          <p:cNvPr id="4" name="Afbeelding 3"/>
          <p:cNvPicPr>
            <a:picLocks noChangeAspect="1"/>
          </p:cNvPicPr>
          <p:nvPr/>
        </p:nvPicPr>
        <p:blipFill>
          <a:blip r:embed="rId3" cstate="email"/>
          <a:stretch>
            <a:fillRect/>
          </a:stretch>
        </p:blipFill>
        <p:spPr>
          <a:xfrm>
            <a:off x="376826" y="281667"/>
            <a:ext cx="8390347" cy="6294665"/>
          </a:xfrm>
          <a:prstGeom prst="rect">
            <a:avLst/>
          </a:prstGeom>
        </p:spPr>
      </p:pic>
      <p:sp>
        <p:nvSpPr>
          <p:cNvPr id="5" name="Tijdelijke aanduiding voor dianummer 4"/>
          <p:cNvSpPr>
            <a:spLocks noGrp="1"/>
          </p:cNvSpPr>
          <p:nvPr>
            <p:ph type="sldNum" sz="quarter" idx="12"/>
          </p:nvPr>
        </p:nvSpPr>
        <p:spPr/>
        <p:txBody>
          <a:bodyPr/>
          <a:lstStyle/>
          <a:p>
            <a:pPr>
              <a:defRPr/>
            </a:pPr>
            <a:fld id="{3BAE3F46-7F34-4D55-854B-55B1578BB741}" type="slidenum">
              <a:rPr lang="en-US" smtClean="0"/>
              <a:pPr>
                <a:defRPr/>
              </a:pPr>
              <a:t>82</a:t>
            </a:fld>
            <a:endParaRPr lang="en-US"/>
          </a:p>
        </p:txBody>
      </p:sp>
      <p:sp>
        <p:nvSpPr>
          <p:cNvPr id="6" name="Afgeronde rechthoek 5"/>
          <p:cNvSpPr/>
          <p:nvPr/>
        </p:nvSpPr>
        <p:spPr bwMode="auto">
          <a:xfrm>
            <a:off x="5289630" y="3113590"/>
            <a:ext cx="2986269" cy="358815"/>
          </a:xfrm>
          <a:prstGeom prst="roundRect">
            <a:avLst/>
          </a:prstGeom>
          <a:solidFill>
            <a:schemeClr val="tx2">
              <a:alpha val="32000"/>
            </a:schemeClr>
          </a:solidFill>
          <a:ln w="63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nl-BE" sz="2400" b="0" i="0" u="none" strike="noStrike" cap="none" normalizeH="0" baseline="0">
              <a:ln>
                <a:noFill/>
              </a:ln>
              <a:solidFill>
                <a:schemeClr val="tx1"/>
              </a:solidFill>
              <a:effectLst/>
              <a:latin typeface="Arial" charset="0"/>
              <a:ea typeface="MS PGothic" pitchFamily="34" charset="-128"/>
            </a:endParaRPr>
          </a:p>
        </p:txBody>
      </p:sp>
    </p:spTree>
    <p:extLst>
      <p:ext uri="{BB962C8B-B14F-4D97-AF65-F5344CB8AC3E}">
        <p14:creationId xmlns:p14="http://schemas.microsoft.com/office/powerpoint/2010/main" val="64639497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normAutofit/>
          </a:bodyPr>
          <a:lstStyle/>
          <a:p>
            <a:r>
              <a:rPr lang="en-GB" altLang="nl-BE" dirty="0"/>
              <a:t>SPC: </a:t>
            </a:r>
            <a:r>
              <a:rPr lang="en-GB" altLang="nl-BE" dirty="0" err="1"/>
              <a:t>oefening</a:t>
            </a:r>
            <a:r>
              <a:rPr lang="en-GB" altLang="nl-BE" dirty="0"/>
              <a:t> 3</a:t>
            </a:r>
          </a:p>
        </p:txBody>
      </p:sp>
      <p:sp>
        <p:nvSpPr>
          <p:cNvPr id="31747" name="Rectangle 3"/>
          <p:cNvSpPr>
            <a:spLocks noGrp="1" noChangeArrowheads="1"/>
          </p:cNvSpPr>
          <p:nvPr>
            <p:ph idx="1"/>
          </p:nvPr>
        </p:nvSpPr>
        <p:spPr/>
        <p:txBody>
          <a:bodyPr/>
          <a:lstStyle/>
          <a:p>
            <a:r>
              <a:rPr lang="en-GB" altLang="nl-BE" dirty="0"/>
              <a:t>De </a:t>
            </a:r>
            <a:r>
              <a:rPr lang="en-GB" altLang="nl-BE" dirty="0" err="1"/>
              <a:t>gegeven</a:t>
            </a:r>
            <a:r>
              <a:rPr lang="en-GB" altLang="nl-BE" dirty="0"/>
              <a:t> data </a:t>
            </a:r>
            <a:r>
              <a:rPr lang="en-GB" altLang="nl-BE" dirty="0" err="1"/>
              <a:t>zijn</a:t>
            </a:r>
            <a:r>
              <a:rPr lang="en-GB" altLang="nl-BE" dirty="0"/>
              <a:t> </a:t>
            </a:r>
            <a:r>
              <a:rPr lang="en-GB" altLang="nl-BE" dirty="0" err="1"/>
              <a:t>Xbar</a:t>
            </a:r>
            <a:r>
              <a:rPr lang="en-GB" altLang="nl-BE" dirty="0"/>
              <a:t> en R </a:t>
            </a:r>
            <a:r>
              <a:rPr lang="en-GB" altLang="nl-BE" dirty="0" err="1"/>
              <a:t>waarden</a:t>
            </a:r>
            <a:r>
              <a:rPr lang="en-GB" altLang="nl-BE" dirty="0"/>
              <a:t> </a:t>
            </a:r>
            <a:r>
              <a:rPr lang="en-GB" altLang="nl-BE" dirty="0" err="1"/>
              <a:t>voor</a:t>
            </a:r>
            <a:r>
              <a:rPr lang="en-GB" altLang="nl-BE" dirty="0"/>
              <a:t> 24 samples van </a:t>
            </a:r>
            <a:r>
              <a:rPr lang="en-GB" altLang="nl-BE" dirty="0" err="1"/>
              <a:t>grootte</a:t>
            </a:r>
            <a:r>
              <a:rPr lang="en-GB" altLang="nl-BE" dirty="0"/>
              <a:t> n=5, </a:t>
            </a:r>
            <a:r>
              <a:rPr lang="en-GB" altLang="nl-BE" dirty="0" err="1"/>
              <a:t>genomen</a:t>
            </a:r>
            <a:r>
              <a:rPr lang="en-GB" altLang="nl-BE" dirty="0"/>
              <a:t> </a:t>
            </a:r>
            <a:r>
              <a:rPr lang="en-GB" altLang="nl-BE" dirty="0" err="1"/>
              <a:t>uit</a:t>
            </a:r>
            <a:r>
              <a:rPr lang="en-GB" altLang="nl-BE" dirty="0"/>
              <a:t> </a:t>
            </a:r>
            <a:r>
              <a:rPr lang="en-GB" altLang="nl-BE" dirty="0" err="1"/>
              <a:t>een</a:t>
            </a:r>
            <a:r>
              <a:rPr lang="en-GB" altLang="nl-BE" dirty="0"/>
              <a:t> </a:t>
            </a:r>
            <a:r>
              <a:rPr lang="en-GB" altLang="nl-BE" dirty="0" err="1"/>
              <a:t>proces</a:t>
            </a:r>
            <a:r>
              <a:rPr lang="en-GB" altLang="nl-BE" dirty="0"/>
              <a:t> </a:t>
            </a:r>
            <a:r>
              <a:rPr lang="en-GB" altLang="nl-BE" dirty="0" err="1"/>
              <a:t>dat</a:t>
            </a:r>
            <a:r>
              <a:rPr lang="en-GB" altLang="nl-BE" dirty="0"/>
              <a:t> lagers </a:t>
            </a:r>
            <a:r>
              <a:rPr lang="en-GB" altLang="nl-BE" dirty="0" err="1"/>
              <a:t>produceert</a:t>
            </a:r>
            <a:r>
              <a:rPr lang="en-GB" altLang="nl-BE" dirty="0"/>
              <a:t>. De </a:t>
            </a:r>
            <a:r>
              <a:rPr lang="en-GB" altLang="nl-BE" dirty="0" err="1"/>
              <a:t>metingen</a:t>
            </a:r>
            <a:r>
              <a:rPr lang="en-GB" altLang="nl-BE" dirty="0"/>
              <a:t> </a:t>
            </a:r>
            <a:r>
              <a:rPr lang="en-GB" altLang="nl-BE" dirty="0" err="1"/>
              <a:t>werden</a:t>
            </a:r>
            <a:r>
              <a:rPr lang="en-GB" altLang="nl-BE" dirty="0"/>
              <a:t> </a:t>
            </a:r>
            <a:r>
              <a:rPr lang="en-GB" altLang="nl-BE" dirty="0" err="1"/>
              <a:t>uitgevoerd</a:t>
            </a:r>
            <a:r>
              <a:rPr lang="en-GB" altLang="nl-BE" dirty="0"/>
              <a:t> op de </a:t>
            </a:r>
            <a:r>
              <a:rPr lang="en-GB" altLang="nl-BE" dirty="0" err="1"/>
              <a:t>binnendiameter</a:t>
            </a:r>
            <a:r>
              <a:rPr lang="en-GB" altLang="nl-BE" dirty="0"/>
              <a:t> van de lager, met </a:t>
            </a:r>
            <a:r>
              <a:rPr lang="en-GB" altLang="nl-BE" dirty="0" err="1"/>
              <a:t>enkel</a:t>
            </a:r>
            <a:r>
              <a:rPr lang="en-GB" altLang="nl-BE" dirty="0"/>
              <a:t> de </a:t>
            </a:r>
            <a:r>
              <a:rPr lang="en-GB" altLang="nl-BE" dirty="0" err="1"/>
              <a:t>laatste</a:t>
            </a:r>
            <a:r>
              <a:rPr lang="en-GB" altLang="nl-BE" dirty="0"/>
              <a:t> 3 </a:t>
            </a:r>
            <a:r>
              <a:rPr lang="en-GB" altLang="nl-BE" dirty="0" err="1"/>
              <a:t>decimalen</a:t>
            </a:r>
            <a:r>
              <a:rPr lang="en-GB" altLang="nl-BE" dirty="0"/>
              <a:t> </a:t>
            </a:r>
            <a:r>
              <a:rPr lang="en-GB" altLang="nl-BE" dirty="0" err="1"/>
              <a:t>genoteerd</a:t>
            </a:r>
            <a:r>
              <a:rPr lang="en-GB" altLang="nl-BE" dirty="0"/>
              <a:t>. (</a:t>
            </a:r>
            <a:r>
              <a:rPr lang="en-GB" altLang="nl-BE" dirty="0" err="1"/>
              <a:t>bv</a:t>
            </a:r>
            <a:r>
              <a:rPr lang="en-GB" altLang="nl-BE" dirty="0"/>
              <a:t>. 34,5 </a:t>
            </a:r>
            <a:r>
              <a:rPr lang="en-GB" altLang="nl-BE" dirty="0" err="1"/>
              <a:t>moet</a:t>
            </a:r>
            <a:r>
              <a:rPr lang="en-GB" altLang="nl-BE" dirty="0"/>
              <a:t> 0,50345 </a:t>
            </a:r>
            <a:r>
              <a:rPr lang="en-GB" altLang="nl-BE" dirty="0" err="1"/>
              <a:t>zijn</a:t>
            </a:r>
            <a:r>
              <a:rPr lang="en-GB" altLang="nl-BE" dirty="0"/>
              <a:t>).</a:t>
            </a:r>
          </a:p>
          <a:p>
            <a:r>
              <a:rPr lang="en-GB" altLang="nl-BE" dirty="0" err="1"/>
              <a:t>Stel</a:t>
            </a:r>
            <a:r>
              <a:rPr lang="en-GB" altLang="nl-BE" dirty="0"/>
              <a:t> de </a:t>
            </a:r>
            <a:r>
              <a:rPr lang="en-GB" altLang="nl-BE" dirty="0" err="1"/>
              <a:t>Xbar</a:t>
            </a:r>
            <a:r>
              <a:rPr lang="en-GB" altLang="nl-BE" dirty="0"/>
              <a:t> en R </a:t>
            </a:r>
            <a:r>
              <a:rPr lang="en-GB" altLang="nl-BE" dirty="0" err="1"/>
              <a:t>controlekaarten</a:t>
            </a:r>
            <a:r>
              <a:rPr lang="en-GB" altLang="nl-BE" dirty="0"/>
              <a:t> op. Is het </a:t>
            </a:r>
            <a:br>
              <a:rPr lang="en-GB" altLang="nl-BE" dirty="0"/>
            </a:br>
            <a:r>
              <a:rPr lang="en-GB" altLang="nl-BE" dirty="0" err="1"/>
              <a:t>proces</a:t>
            </a:r>
            <a:r>
              <a:rPr lang="en-GB" altLang="nl-BE" dirty="0"/>
              <a:t> </a:t>
            </a:r>
            <a:r>
              <a:rPr lang="en-GB" altLang="nl-BE" dirty="0" err="1"/>
              <a:t>statistisch</a:t>
            </a:r>
            <a:r>
              <a:rPr lang="en-GB" altLang="nl-BE" dirty="0"/>
              <a:t> </a:t>
            </a:r>
            <a:r>
              <a:rPr lang="en-GB" altLang="nl-BE" dirty="0" err="1"/>
              <a:t>onder</a:t>
            </a:r>
            <a:r>
              <a:rPr lang="en-GB" altLang="nl-BE" dirty="0"/>
              <a:t> </a:t>
            </a:r>
            <a:r>
              <a:rPr lang="en-GB" altLang="nl-BE" dirty="0" err="1"/>
              <a:t>controle</a:t>
            </a:r>
            <a:r>
              <a:rPr lang="en-GB" altLang="nl-BE" dirty="0"/>
              <a:t>? </a:t>
            </a:r>
          </a:p>
          <a:p>
            <a:r>
              <a:rPr lang="en-GB" altLang="nl-BE" dirty="0" err="1"/>
              <a:t>Indien</a:t>
            </a:r>
            <a:r>
              <a:rPr lang="en-GB" altLang="nl-BE" dirty="0"/>
              <a:t> </a:t>
            </a:r>
            <a:r>
              <a:rPr lang="en-GB" altLang="nl-BE" dirty="0" err="1"/>
              <a:t>nodig</a:t>
            </a:r>
            <a:r>
              <a:rPr lang="en-GB" altLang="nl-BE" dirty="0"/>
              <a:t>, </a:t>
            </a:r>
            <a:r>
              <a:rPr lang="en-GB" altLang="nl-BE" dirty="0" err="1"/>
              <a:t>herzie</a:t>
            </a:r>
            <a:r>
              <a:rPr lang="en-GB" altLang="nl-BE" dirty="0"/>
              <a:t> de </a:t>
            </a:r>
            <a:r>
              <a:rPr lang="en-GB" altLang="nl-BE" dirty="0" err="1"/>
              <a:t>testcontrolelimieten</a:t>
            </a:r>
            <a:r>
              <a:rPr lang="en-GB" altLang="nl-BE" dirty="0"/>
              <a:t>.</a:t>
            </a:r>
          </a:p>
        </p:txBody>
      </p:sp>
      <p:sp>
        <p:nvSpPr>
          <p:cNvPr id="4" name="Tijdelijke aanduiding voor dianummer 3"/>
          <p:cNvSpPr>
            <a:spLocks noGrp="1"/>
          </p:cNvSpPr>
          <p:nvPr>
            <p:ph type="sldNum" sz="quarter" idx="12"/>
          </p:nvPr>
        </p:nvSpPr>
        <p:spPr/>
        <p:txBody>
          <a:bodyPr/>
          <a:lstStyle/>
          <a:p>
            <a:pPr>
              <a:defRPr/>
            </a:pPr>
            <a:fld id="{3BAE3F46-7F34-4D55-854B-55B1578BB741}" type="slidenum">
              <a:rPr lang="en-US" smtClean="0"/>
              <a:pPr>
                <a:defRPr/>
              </a:pPr>
              <a:t>83</a:t>
            </a:fld>
            <a:endParaRPr lang="en-US"/>
          </a:p>
        </p:txBody>
      </p:sp>
    </p:spTree>
    <p:extLst>
      <p:ext uri="{BB962C8B-B14F-4D97-AF65-F5344CB8AC3E}">
        <p14:creationId xmlns:p14="http://schemas.microsoft.com/office/powerpoint/2010/main" val="323768204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normAutofit/>
          </a:bodyPr>
          <a:lstStyle/>
          <a:p>
            <a:r>
              <a:rPr lang="en-GB" altLang="nl-BE" dirty="0"/>
              <a:t>SPC: </a:t>
            </a:r>
            <a:r>
              <a:rPr lang="en-GB" altLang="nl-BE" dirty="0" err="1"/>
              <a:t>oefening</a:t>
            </a:r>
            <a:r>
              <a:rPr lang="en-GB" altLang="nl-BE" dirty="0"/>
              <a:t> 4</a:t>
            </a:r>
          </a:p>
        </p:txBody>
      </p:sp>
      <p:sp>
        <p:nvSpPr>
          <p:cNvPr id="31747" name="Rectangle 3"/>
          <p:cNvSpPr>
            <a:spLocks noGrp="1" noChangeArrowheads="1"/>
          </p:cNvSpPr>
          <p:nvPr>
            <p:ph idx="1"/>
          </p:nvPr>
        </p:nvSpPr>
        <p:spPr/>
        <p:txBody>
          <a:bodyPr/>
          <a:lstStyle/>
          <a:p>
            <a:r>
              <a:rPr lang="en-GB" altLang="nl-BE" dirty="0" err="1"/>
              <a:t>Neem</a:t>
            </a:r>
            <a:r>
              <a:rPr lang="en-GB" altLang="nl-BE" dirty="0"/>
              <a:t> de </a:t>
            </a:r>
            <a:r>
              <a:rPr lang="en-GB" altLang="nl-BE" dirty="0" err="1"/>
              <a:t>xbar</a:t>
            </a:r>
            <a:r>
              <a:rPr lang="en-GB" altLang="nl-BE" dirty="0"/>
              <a:t> en R </a:t>
            </a:r>
            <a:r>
              <a:rPr lang="en-GB" altLang="nl-BE" dirty="0" err="1"/>
              <a:t>kaarten</a:t>
            </a:r>
            <a:r>
              <a:rPr lang="en-GB" altLang="nl-BE" dirty="0"/>
              <a:t> </a:t>
            </a:r>
            <a:r>
              <a:rPr lang="en-GB" altLang="nl-BE" dirty="0" err="1"/>
              <a:t>uit</a:t>
            </a:r>
            <a:r>
              <a:rPr lang="en-GB" altLang="nl-BE" dirty="0"/>
              <a:t> de </a:t>
            </a:r>
            <a:r>
              <a:rPr lang="en-GB" altLang="nl-BE" dirty="0" err="1"/>
              <a:t>vorige</a:t>
            </a:r>
            <a:r>
              <a:rPr lang="en-GB" altLang="nl-BE" dirty="0"/>
              <a:t> </a:t>
            </a:r>
            <a:r>
              <a:rPr lang="en-GB" altLang="nl-BE" dirty="0" err="1"/>
              <a:t>oefening</a:t>
            </a:r>
            <a:r>
              <a:rPr lang="en-GB" altLang="nl-BE" dirty="0"/>
              <a:t>, met n=5.</a:t>
            </a:r>
          </a:p>
          <a:p>
            <a:r>
              <a:rPr lang="en-GB" altLang="nl-BE" dirty="0"/>
              <a:t>a) </a:t>
            </a:r>
            <a:r>
              <a:rPr lang="en-GB" altLang="nl-BE" dirty="0" err="1"/>
              <a:t>Stel</a:t>
            </a:r>
            <a:r>
              <a:rPr lang="en-GB" altLang="nl-BE" dirty="0"/>
              <a:t> </a:t>
            </a:r>
            <a:r>
              <a:rPr lang="en-GB" altLang="nl-BE" dirty="0" err="1"/>
              <a:t>dat</a:t>
            </a:r>
            <a:r>
              <a:rPr lang="en-GB" altLang="nl-BE" dirty="0"/>
              <a:t> je </a:t>
            </a:r>
            <a:r>
              <a:rPr lang="en-GB" altLang="nl-BE" dirty="0" err="1"/>
              <a:t>dit</a:t>
            </a:r>
            <a:r>
              <a:rPr lang="en-GB" altLang="nl-BE" dirty="0"/>
              <a:t> </a:t>
            </a:r>
            <a:r>
              <a:rPr lang="en-GB" altLang="nl-BE" dirty="0" err="1"/>
              <a:t>proceskenmerk</a:t>
            </a:r>
            <a:r>
              <a:rPr lang="en-GB" altLang="nl-BE" dirty="0"/>
              <a:t> </a:t>
            </a:r>
            <a:r>
              <a:rPr lang="en-GB" altLang="nl-BE" dirty="0" err="1"/>
              <a:t>verder</a:t>
            </a:r>
            <a:r>
              <a:rPr lang="en-GB" altLang="nl-BE" dirty="0"/>
              <a:t> </a:t>
            </a:r>
            <a:r>
              <a:rPr lang="en-GB" altLang="nl-BE" dirty="0" err="1"/>
              <a:t>zou</a:t>
            </a:r>
            <a:r>
              <a:rPr lang="en-GB" altLang="nl-BE" dirty="0"/>
              <a:t> </a:t>
            </a:r>
            <a:r>
              <a:rPr lang="en-GB" altLang="nl-BE" dirty="0" err="1"/>
              <a:t>willen</a:t>
            </a:r>
            <a:r>
              <a:rPr lang="en-GB" altLang="nl-BE" dirty="0"/>
              <a:t> </a:t>
            </a:r>
            <a:r>
              <a:rPr lang="en-GB" altLang="nl-BE" dirty="0" err="1"/>
              <a:t>monitoren</a:t>
            </a:r>
            <a:r>
              <a:rPr lang="en-GB" altLang="nl-BE" dirty="0"/>
              <a:t> met </a:t>
            </a:r>
            <a:r>
              <a:rPr lang="en-GB" altLang="nl-BE" dirty="0" err="1"/>
              <a:t>Xbar</a:t>
            </a:r>
            <a:r>
              <a:rPr lang="en-GB" altLang="nl-BE" dirty="0"/>
              <a:t> en R </a:t>
            </a:r>
            <a:r>
              <a:rPr lang="en-GB" altLang="nl-BE" dirty="0" err="1"/>
              <a:t>kaarten</a:t>
            </a:r>
            <a:r>
              <a:rPr lang="en-GB" altLang="nl-BE" dirty="0"/>
              <a:t> </a:t>
            </a:r>
            <a:r>
              <a:rPr lang="en-GB" altLang="nl-BE" dirty="0" err="1"/>
              <a:t>gebaseerd</a:t>
            </a:r>
            <a:r>
              <a:rPr lang="en-GB" altLang="nl-BE" dirty="0"/>
              <a:t> op </a:t>
            </a:r>
            <a:r>
              <a:rPr lang="en-GB" altLang="nl-BE" dirty="0" err="1"/>
              <a:t>een</a:t>
            </a:r>
            <a:r>
              <a:rPr lang="en-GB" altLang="nl-BE" dirty="0"/>
              <a:t> </a:t>
            </a:r>
            <a:r>
              <a:rPr lang="en-GB" altLang="nl-BE" dirty="0" err="1"/>
              <a:t>samplegrootte</a:t>
            </a:r>
            <a:r>
              <a:rPr lang="en-GB" altLang="nl-BE" dirty="0"/>
              <a:t> van n=3. </a:t>
            </a:r>
            <a:r>
              <a:rPr lang="en-GB" altLang="nl-BE" dirty="0" err="1"/>
              <a:t>Welke</a:t>
            </a:r>
            <a:r>
              <a:rPr lang="en-GB" altLang="nl-BE" dirty="0"/>
              <a:t> </a:t>
            </a:r>
            <a:r>
              <a:rPr lang="en-GB" altLang="nl-BE" dirty="0" err="1"/>
              <a:t>limieten</a:t>
            </a:r>
            <a:r>
              <a:rPr lang="en-GB" altLang="nl-BE" dirty="0"/>
              <a:t> </a:t>
            </a:r>
            <a:r>
              <a:rPr lang="en-GB" altLang="nl-BE" dirty="0" err="1"/>
              <a:t>zou</a:t>
            </a:r>
            <a:r>
              <a:rPr lang="en-GB" altLang="nl-BE" dirty="0"/>
              <a:t> je </a:t>
            </a:r>
            <a:r>
              <a:rPr lang="en-GB" altLang="nl-BE" dirty="0" err="1"/>
              <a:t>dan</a:t>
            </a:r>
            <a:r>
              <a:rPr lang="en-GB" altLang="nl-BE" dirty="0"/>
              <a:t> </a:t>
            </a:r>
            <a:r>
              <a:rPr lang="en-GB" altLang="nl-BE" dirty="0" err="1"/>
              <a:t>gebruiken</a:t>
            </a:r>
            <a:r>
              <a:rPr lang="en-GB" altLang="nl-BE" dirty="0"/>
              <a:t>?</a:t>
            </a:r>
          </a:p>
          <a:p>
            <a:r>
              <a:rPr lang="en-GB" altLang="nl-BE" dirty="0"/>
              <a:t>b) </a:t>
            </a:r>
            <a:r>
              <a:rPr lang="en-GB" altLang="nl-BE" dirty="0" err="1"/>
              <a:t>Wat</a:t>
            </a:r>
            <a:r>
              <a:rPr lang="en-GB" altLang="nl-BE" dirty="0"/>
              <a:t> </a:t>
            </a:r>
            <a:r>
              <a:rPr lang="en-GB" altLang="nl-BE" dirty="0" err="1"/>
              <a:t>zouden</a:t>
            </a:r>
            <a:r>
              <a:rPr lang="en-GB" altLang="nl-BE" dirty="0"/>
              <a:t> de </a:t>
            </a:r>
            <a:r>
              <a:rPr lang="en-GB" altLang="nl-BE" dirty="0" err="1"/>
              <a:t>limieten</a:t>
            </a:r>
            <a:r>
              <a:rPr lang="en-GB" altLang="nl-BE" dirty="0"/>
              <a:t> </a:t>
            </a:r>
            <a:r>
              <a:rPr lang="en-GB" altLang="nl-BE" dirty="0" err="1"/>
              <a:t>zijn</a:t>
            </a:r>
            <a:r>
              <a:rPr lang="en-GB" altLang="nl-BE" dirty="0"/>
              <a:t> </a:t>
            </a:r>
            <a:r>
              <a:rPr lang="en-GB" altLang="nl-BE" dirty="0" err="1"/>
              <a:t>indien</a:t>
            </a:r>
            <a:r>
              <a:rPr lang="en-GB" altLang="nl-BE" dirty="0"/>
              <a:t> n=8?</a:t>
            </a:r>
          </a:p>
          <a:p>
            <a:r>
              <a:rPr lang="en-GB" altLang="nl-BE" dirty="0"/>
              <a:t>c) </a:t>
            </a:r>
            <a:r>
              <a:rPr lang="en-GB" altLang="nl-BE" dirty="0" err="1"/>
              <a:t>Wat</a:t>
            </a:r>
            <a:r>
              <a:rPr lang="en-GB" altLang="nl-BE" dirty="0"/>
              <a:t> </a:t>
            </a:r>
            <a:r>
              <a:rPr lang="en-GB" altLang="nl-BE" dirty="0" err="1"/>
              <a:t>zou</a:t>
            </a:r>
            <a:r>
              <a:rPr lang="en-GB" altLang="nl-BE" dirty="0"/>
              <a:t> de impact van </a:t>
            </a:r>
            <a:r>
              <a:rPr lang="en-GB" altLang="nl-BE" dirty="0" err="1"/>
              <a:t>deze</a:t>
            </a:r>
            <a:r>
              <a:rPr lang="en-GB" altLang="nl-BE" dirty="0"/>
              <a:t> </a:t>
            </a:r>
            <a:r>
              <a:rPr lang="en-GB" altLang="nl-BE" dirty="0" err="1"/>
              <a:t>beslissingen</a:t>
            </a:r>
            <a:r>
              <a:rPr lang="en-GB" altLang="nl-BE" dirty="0"/>
              <a:t> </a:t>
            </a:r>
            <a:r>
              <a:rPr lang="en-GB" altLang="nl-BE" dirty="0" err="1"/>
              <a:t>zijn</a:t>
            </a:r>
            <a:r>
              <a:rPr lang="en-GB" altLang="nl-BE" dirty="0"/>
              <a:t> op de </a:t>
            </a:r>
            <a:r>
              <a:rPr lang="en-GB" altLang="nl-BE" dirty="0" err="1"/>
              <a:t>mogelijkheid</a:t>
            </a:r>
            <a:r>
              <a:rPr lang="en-GB" altLang="nl-BE" dirty="0"/>
              <a:t> om </a:t>
            </a:r>
            <a:r>
              <a:rPr lang="en-GB" altLang="nl-BE" dirty="0" err="1"/>
              <a:t>een</a:t>
            </a:r>
            <a:r>
              <a:rPr lang="en-GB" altLang="nl-BE" dirty="0"/>
              <a:t> </a:t>
            </a:r>
            <a:r>
              <a:rPr lang="en-GB" altLang="nl-BE" dirty="0" err="1"/>
              <a:t>verschuiving</a:t>
            </a:r>
            <a:r>
              <a:rPr lang="en-GB" altLang="nl-BE" dirty="0"/>
              <a:t> van 2*sigma van het </a:t>
            </a:r>
            <a:r>
              <a:rPr lang="en-GB" altLang="nl-BE" dirty="0" err="1"/>
              <a:t>gemiddelde</a:t>
            </a:r>
            <a:r>
              <a:rPr lang="en-GB" altLang="nl-BE" dirty="0"/>
              <a:t> </a:t>
            </a:r>
            <a:r>
              <a:rPr lang="en-GB" altLang="nl-BE" dirty="0" err="1"/>
              <a:t>te</a:t>
            </a:r>
            <a:r>
              <a:rPr lang="en-GB" altLang="nl-BE" dirty="0"/>
              <a:t> </a:t>
            </a:r>
            <a:r>
              <a:rPr lang="en-GB" altLang="nl-BE" dirty="0" err="1"/>
              <a:t>ontdekken</a:t>
            </a:r>
            <a:r>
              <a:rPr lang="en-GB" altLang="nl-BE" dirty="0"/>
              <a:t>?</a:t>
            </a:r>
          </a:p>
        </p:txBody>
      </p:sp>
      <p:sp>
        <p:nvSpPr>
          <p:cNvPr id="4" name="Tijdelijke aanduiding voor dianummer 3"/>
          <p:cNvSpPr>
            <a:spLocks noGrp="1"/>
          </p:cNvSpPr>
          <p:nvPr>
            <p:ph type="sldNum" sz="quarter" idx="12"/>
          </p:nvPr>
        </p:nvSpPr>
        <p:spPr/>
        <p:txBody>
          <a:bodyPr/>
          <a:lstStyle/>
          <a:p>
            <a:pPr>
              <a:defRPr/>
            </a:pPr>
            <a:fld id="{3BAE3F46-7F34-4D55-854B-55B1578BB741}" type="slidenum">
              <a:rPr lang="en-US" smtClean="0"/>
              <a:pPr>
                <a:defRPr/>
              </a:pPr>
              <a:t>84</a:t>
            </a:fld>
            <a:endParaRPr lang="en-US"/>
          </a:p>
        </p:txBody>
      </p:sp>
    </p:spTree>
    <p:extLst>
      <p:ext uri="{BB962C8B-B14F-4D97-AF65-F5344CB8AC3E}">
        <p14:creationId xmlns:p14="http://schemas.microsoft.com/office/powerpoint/2010/main" val="262041635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normAutofit/>
          </a:bodyPr>
          <a:lstStyle/>
          <a:p>
            <a:r>
              <a:rPr lang="en-GB" altLang="nl-BE" dirty="0"/>
              <a:t>SPC: </a:t>
            </a:r>
            <a:r>
              <a:rPr lang="en-GB" altLang="nl-BE" dirty="0" err="1"/>
              <a:t>oefening</a:t>
            </a:r>
            <a:r>
              <a:rPr lang="en-GB" altLang="nl-BE" dirty="0"/>
              <a:t> 5</a:t>
            </a:r>
          </a:p>
        </p:txBody>
      </p:sp>
      <p:sp>
        <p:nvSpPr>
          <p:cNvPr id="31747" name="Rectangle 3"/>
          <p:cNvSpPr>
            <a:spLocks noGrp="1" noChangeArrowheads="1"/>
          </p:cNvSpPr>
          <p:nvPr>
            <p:ph idx="1"/>
          </p:nvPr>
        </p:nvSpPr>
        <p:spPr/>
        <p:txBody>
          <a:bodyPr/>
          <a:lstStyle/>
          <a:p>
            <a:r>
              <a:rPr lang="en-GB" altLang="nl-BE" dirty="0"/>
              <a:t>Samples van </a:t>
            </a:r>
            <a:r>
              <a:rPr lang="en-GB" altLang="nl-BE" dirty="0" err="1"/>
              <a:t>grootte</a:t>
            </a:r>
            <a:r>
              <a:rPr lang="en-GB" altLang="nl-BE" dirty="0"/>
              <a:t> n=5 </a:t>
            </a:r>
            <a:r>
              <a:rPr lang="en-GB" altLang="nl-BE" dirty="0" err="1"/>
              <a:t>worden</a:t>
            </a:r>
            <a:r>
              <a:rPr lang="en-GB" altLang="nl-BE" dirty="0"/>
              <a:t> elk </a:t>
            </a:r>
            <a:r>
              <a:rPr lang="en-GB" altLang="nl-BE" dirty="0" err="1"/>
              <a:t>uur</a:t>
            </a:r>
            <a:r>
              <a:rPr lang="en-GB" altLang="nl-BE" dirty="0"/>
              <a:t> </a:t>
            </a:r>
            <a:r>
              <a:rPr lang="en-GB" altLang="nl-BE" dirty="0" err="1"/>
              <a:t>uit</a:t>
            </a:r>
            <a:r>
              <a:rPr lang="en-GB" altLang="nl-BE" dirty="0"/>
              <a:t> </a:t>
            </a:r>
            <a:r>
              <a:rPr lang="en-GB" altLang="nl-BE" dirty="0" err="1"/>
              <a:t>een</a:t>
            </a:r>
            <a:r>
              <a:rPr lang="en-GB" altLang="nl-BE" dirty="0"/>
              <a:t> </a:t>
            </a:r>
            <a:r>
              <a:rPr lang="en-GB" altLang="nl-BE" dirty="0" err="1"/>
              <a:t>productieproces</a:t>
            </a:r>
            <a:r>
              <a:rPr lang="en-GB" altLang="nl-BE" dirty="0"/>
              <a:t> </a:t>
            </a:r>
            <a:r>
              <a:rPr lang="en-GB" altLang="nl-BE" dirty="0" err="1"/>
              <a:t>genomen</a:t>
            </a:r>
            <a:r>
              <a:rPr lang="en-GB" altLang="nl-BE" dirty="0"/>
              <a:t>. De </a:t>
            </a:r>
            <a:r>
              <a:rPr lang="en-GB" altLang="nl-BE" dirty="0" err="1"/>
              <a:t>kwaliteitskarakteristiek</a:t>
            </a:r>
            <a:r>
              <a:rPr lang="en-GB" altLang="nl-BE" dirty="0"/>
              <a:t> is </a:t>
            </a:r>
            <a:r>
              <a:rPr lang="en-GB" altLang="nl-BE" dirty="0" err="1"/>
              <a:t>normaal</a:t>
            </a:r>
            <a:r>
              <a:rPr lang="en-GB" altLang="nl-BE" dirty="0"/>
              <a:t> </a:t>
            </a:r>
            <a:r>
              <a:rPr lang="en-GB" altLang="nl-BE" dirty="0" err="1"/>
              <a:t>verdeeld</a:t>
            </a:r>
            <a:r>
              <a:rPr lang="en-GB" altLang="nl-BE" dirty="0"/>
              <a:t>. </a:t>
            </a:r>
            <a:r>
              <a:rPr lang="en-GB" altLang="nl-BE" dirty="0" err="1"/>
              <a:t>Xbar</a:t>
            </a:r>
            <a:r>
              <a:rPr lang="en-GB" altLang="nl-BE" dirty="0"/>
              <a:t> en R </a:t>
            </a:r>
            <a:r>
              <a:rPr lang="en-GB" altLang="nl-BE" dirty="0" err="1"/>
              <a:t>worden</a:t>
            </a:r>
            <a:r>
              <a:rPr lang="en-GB" altLang="nl-BE" dirty="0"/>
              <a:t> </a:t>
            </a:r>
            <a:r>
              <a:rPr lang="en-GB" altLang="nl-BE" dirty="0" err="1"/>
              <a:t>voor</a:t>
            </a:r>
            <a:r>
              <a:rPr lang="en-GB" altLang="nl-BE" dirty="0"/>
              <a:t> </a:t>
            </a:r>
            <a:r>
              <a:rPr lang="en-GB" altLang="nl-BE" dirty="0" err="1"/>
              <a:t>elke</a:t>
            </a:r>
            <a:r>
              <a:rPr lang="en-GB" altLang="nl-BE" dirty="0"/>
              <a:t> sample </a:t>
            </a:r>
            <a:r>
              <a:rPr lang="en-GB" altLang="nl-BE" dirty="0" err="1"/>
              <a:t>gemeten</a:t>
            </a:r>
            <a:r>
              <a:rPr lang="en-GB" altLang="nl-BE" dirty="0"/>
              <a:t>. Na 25 samples </a:t>
            </a:r>
            <a:r>
              <a:rPr lang="en-GB" altLang="nl-BE" dirty="0" err="1"/>
              <a:t>hebben</a:t>
            </a:r>
            <a:r>
              <a:rPr lang="en-GB" altLang="nl-BE" dirty="0"/>
              <a:t> we </a:t>
            </a:r>
            <a:r>
              <a:rPr lang="en-GB" altLang="nl-BE" dirty="0" err="1"/>
              <a:t>volgende</a:t>
            </a:r>
            <a:r>
              <a:rPr lang="en-GB" altLang="nl-BE" dirty="0"/>
              <a:t> </a:t>
            </a:r>
            <a:r>
              <a:rPr lang="en-GB" altLang="nl-BE" dirty="0" err="1"/>
              <a:t>gegevens</a:t>
            </a:r>
            <a:r>
              <a:rPr lang="en-GB" altLang="nl-BE" dirty="0"/>
              <a:t>:</a:t>
            </a:r>
          </a:p>
          <a:p>
            <a:endParaRPr lang="en-GB" altLang="nl-BE" dirty="0"/>
          </a:p>
          <a:p>
            <a:r>
              <a:rPr lang="en-GB" altLang="nl-BE" dirty="0" err="1"/>
              <a:t>Veronderstel</a:t>
            </a:r>
            <a:r>
              <a:rPr lang="en-GB" altLang="nl-BE" dirty="0"/>
              <a:t> </a:t>
            </a:r>
            <a:r>
              <a:rPr lang="en-GB" altLang="nl-BE" dirty="0" err="1"/>
              <a:t>dat</a:t>
            </a:r>
            <a:r>
              <a:rPr lang="en-GB" altLang="nl-BE" dirty="0"/>
              <a:t> </a:t>
            </a:r>
            <a:r>
              <a:rPr lang="en-GB" altLang="nl-BE" dirty="0" err="1"/>
              <a:t>beide</a:t>
            </a:r>
            <a:r>
              <a:rPr lang="en-GB" altLang="nl-BE" dirty="0"/>
              <a:t> </a:t>
            </a:r>
            <a:r>
              <a:rPr lang="en-GB" altLang="nl-BE" dirty="0" err="1"/>
              <a:t>kaarten</a:t>
            </a:r>
            <a:r>
              <a:rPr lang="en-GB" altLang="nl-BE" dirty="0"/>
              <a:t> </a:t>
            </a:r>
            <a:r>
              <a:rPr lang="en-GB" altLang="nl-BE" dirty="0" err="1"/>
              <a:t>statistisch</a:t>
            </a:r>
            <a:r>
              <a:rPr lang="en-GB" altLang="nl-BE" dirty="0"/>
              <a:t> </a:t>
            </a:r>
            <a:r>
              <a:rPr lang="en-GB" altLang="nl-BE" dirty="0" err="1"/>
              <a:t>onder</a:t>
            </a:r>
            <a:r>
              <a:rPr lang="en-GB" altLang="nl-BE" dirty="0"/>
              <a:t> </a:t>
            </a:r>
            <a:r>
              <a:rPr lang="en-GB" altLang="nl-BE" dirty="0" err="1"/>
              <a:t>controle</a:t>
            </a:r>
            <a:r>
              <a:rPr lang="en-GB" altLang="nl-BE" dirty="0"/>
              <a:t> </a:t>
            </a:r>
            <a:r>
              <a:rPr lang="en-GB" altLang="nl-BE" dirty="0" err="1"/>
              <a:t>zijn</a:t>
            </a:r>
            <a:r>
              <a:rPr lang="en-GB" altLang="nl-BE" dirty="0"/>
              <a:t>. </a:t>
            </a:r>
            <a:r>
              <a:rPr lang="en-GB" altLang="nl-BE" dirty="0" err="1"/>
              <a:t>Indien</a:t>
            </a:r>
            <a:r>
              <a:rPr lang="en-GB" altLang="nl-BE" dirty="0"/>
              <a:t> de </a:t>
            </a:r>
            <a:r>
              <a:rPr lang="en-GB" altLang="nl-BE" dirty="0" err="1"/>
              <a:t>specificaties</a:t>
            </a:r>
            <a:r>
              <a:rPr lang="en-GB" altLang="nl-BE" dirty="0"/>
              <a:t> 26,40+/-0,50 </a:t>
            </a:r>
            <a:r>
              <a:rPr lang="en-GB" altLang="nl-BE" dirty="0" err="1"/>
              <a:t>bedragen</a:t>
            </a:r>
            <a:r>
              <a:rPr lang="en-GB" altLang="nl-BE" dirty="0"/>
              <a:t>, </a:t>
            </a:r>
            <a:r>
              <a:rPr lang="en-GB" altLang="nl-BE" dirty="0" err="1"/>
              <a:t>wat</a:t>
            </a:r>
            <a:r>
              <a:rPr lang="en-GB" altLang="nl-BE" dirty="0"/>
              <a:t> is </a:t>
            </a:r>
            <a:r>
              <a:rPr lang="en-GB" altLang="nl-BE" dirty="0" err="1"/>
              <a:t>dan</a:t>
            </a:r>
            <a:r>
              <a:rPr lang="en-GB" altLang="nl-BE" dirty="0"/>
              <a:t> de </a:t>
            </a:r>
            <a:r>
              <a:rPr lang="en-GB" altLang="nl-BE" dirty="0" err="1"/>
              <a:t>procescapabiliteit</a:t>
            </a:r>
            <a:r>
              <a:rPr lang="en-GB" altLang="nl-BE" dirty="0"/>
              <a:t>? </a:t>
            </a:r>
            <a:r>
              <a:rPr lang="en-GB" altLang="nl-BE" dirty="0" err="1"/>
              <a:t>Wat</a:t>
            </a:r>
            <a:r>
              <a:rPr lang="en-GB" altLang="nl-BE" dirty="0"/>
              <a:t> is het percentage </a:t>
            </a:r>
            <a:r>
              <a:rPr lang="en-GB" altLang="nl-BE" dirty="0" err="1"/>
              <a:t>aan</a:t>
            </a:r>
            <a:r>
              <a:rPr lang="en-GB" altLang="nl-BE" dirty="0"/>
              <a:t> </a:t>
            </a:r>
            <a:r>
              <a:rPr lang="en-GB" altLang="nl-BE" dirty="0" err="1"/>
              <a:t>niet-correcte</a:t>
            </a:r>
            <a:r>
              <a:rPr lang="en-GB" altLang="nl-BE" dirty="0"/>
              <a:t> </a:t>
            </a:r>
            <a:r>
              <a:rPr lang="en-GB" altLang="nl-BE" dirty="0" err="1"/>
              <a:t>eenheden</a:t>
            </a:r>
            <a:r>
              <a:rPr lang="en-GB" altLang="nl-BE" dirty="0"/>
              <a:t> </a:t>
            </a:r>
            <a:r>
              <a:rPr lang="en-GB" altLang="nl-BE" dirty="0" err="1"/>
              <a:t>dat</a:t>
            </a:r>
            <a:r>
              <a:rPr lang="en-GB" altLang="nl-BE" dirty="0"/>
              <a:t> we </a:t>
            </a:r>
            <a:r>
              <a:rPr lang="en-GB" altLang="nl-BE" dirty="0" err="1"/>
              <a:t>mogen</a:t>
            </a:r>
            <a:r>
              <a:rPr lang="en-GB" altLang="nl-BE" dirty="0"/>
              <a:t> </a:t>
            </a:r>
            <a:r>
              <a:rPr lang="en-GB" altLang="nl-BE" dirty="0" err="1"/>
              <a:t>verwachten</a:t>
            </a:r>
            <a:r>
              <a:rPr lang="en-GB" altLang="nl-BE" dirty="0"/>
              <a:t>?</a:t>
            </a:r>
          </a:p>
          <a:p>
            <a:r>
              <a:rPr lang="en-GB" altLang="nl-BE" dirty="0" err="1"/>
              <a:t>Wat</a:t>
            </a:r>
            <a:r>
              <a:rPr lang="en-GB" altLang="nl-BE" dirty="0"/>
              <a:t> </a:t>
            </a:r>
            <a:r>
              <a:rPr lang="en-GB" altLang="nl-BE" dirty="0" err="1"/>
              <a:t>zou</a:t>
            </a:r>
            <a:r>
              <a:rPr lang="en-GB" altLang="nl-BE" dirty="0"/>
              <a:t> </a:t>
            </a:r>
            <a:r>
              <a:rPr lang="en-GB" altLang="nl-BE" dirty="0" err="1"/>
              <a:t>dit</a:t>
            </a:r>
            <a:r>
              <a:rPr lang="en-GB" altLang="nl-BE" dirty="0"/>
              <a:t> percentage </a:t>
            </a:r>
            <a:r>
              <a:rPr lang="en-GB" altLang="nl-BE" dirty="0" err="1"/>
              <a:t>bedragen</a:t>
            </a:r>
            <a:r>
              <a:rPr lang="en-GB" altLang="nl-BE" dirty="0"/>
              <a:t> </a:t>
            </a:r>
            <a:r>
              <a:rPr lang="en-GB" altLang="nl-BE" dirty="0" err="1"/>
              <a:t>indien</a:t>
            </a:r>
            <a:r>
              <a:rPr lang="en-GB" altLang="nl-BE" dirty="0"/>
              <a:t> het </a:t>
            </a:r>
            <a:r>
              <a:rPr lang="en-GB" altLang="nl-BE" dirty="0" err="1"/>
              <a:t>procesgemiddelde</a:t>
            </a:r>
            <a:r>
              <a:rPr lang="en-GB" altLang="nl-BE" dirty="0"/>
              <a:t> 26,40 </a:t>
            </a:r>
            <a:r>
              <a:rPr lang="en-GB" altLang="nl-BE" dirty="0" err="1"/>
              <a:t>zou</a:t>
            </a:r>
            <a:r>
              <a:rPr lang="en-GB" altLang="nl-BE" dirty="0"/>
              <a:t> </a:t>
            </a:r>
            <a:r>
              <a:rPr lang="en-GB" altLang="nl-BE" dirty="0" err="1"/>
              <a:t>zijn</a:t>
            </a:r>
            <a:r>
              <a:rPr lang="en-GB" altLang="nl-BE" dirty="0"/>
              <a:t>?</a:t>
            </a:r>
          </a:p>
          <a:p>
            <a:pPr lvl="1"/>
            <a:r>
              <a:rPr lang="en-GB" altLang="nl-BE" dirty="0"/>
              <a:t>(hint: </a:t>
            </a:r>
            <a:r>
              <a:rPr lang="en-GB" altLang="nl-BE" dirty="0" err="1"/>
              <a:t>gebruik</a:t>
            </a:r>
            <a:r>
              <a:rPr lang="en-GB" altLang="nl-BE" dirty="0"/>
              <a:t> de </a:t>
            </a:r>
            <a:r>
              <a:rPr lang="en-GB" altLang="nl-BE" dirty="0" err="1"/>
              <a:t>cumul</a:t>
            </a:r>
            <a:r>
              <a:rPr lang="en-GB" altLang="nl-BE" dirty="0"/>
              <a:t>. </a:t>
            </a:r>
            <a:r>
              <a:rPr lang="en-GB" altLang="nl-BE" dirty="0" err="1"/>
              <a:t>standaardnormale</a:t>
            </a:r>
            <a:r>
              <a:rPr lang="en-GB" altLang="nl-BE" dirty="0"/>
              <a:t> </a:t>
            </a:r>
            <a:r>
              <a:rPr lang="en-GB" altLang="nl-BE" dirty="0" err="1"/>
              <a:t>verdeling</a:t>
            </a:r>
            <a:r>
              <a:rPr lang="en-GB" altLang="nl-BE" dirty="0"/>
              <a:t>)</a:t>
            </a:r>
          </a:p>
        </p:txBody>
      </p:sp>
      <p:graphicFrame>
        <p:nvGraphicFramePr>
          <p:cNvPr id="2" name="Object 1"/>
          <p:cNvGraphicFramePr>
            <a:graphicFrameLocks noChangeAspect="1"/>
          </p:cNvGraphicFramePr>
          <p:nvPr>
            <p:extLst>
              <p:ext uri="{D42A27DB-BD31-4B8C-83A1-F6EECF244321}">
                <p14:modId xmlns:p14="http://schemas.microsoft.com/office/powerpoint/2010/main" val="298398882"/>
              </p:ext>
            </p:extLst>
          </p:nvPr>
        </p:nvGraphicFramePr>
        <p:xfrm>
          <a:off x="707908" y="3214428"/>
          <a:ext cx="6283945" cy="720080"/>
        </p:xfrm>
        <a:graphic>
          <a:graphicData uri="http://schemas.openxmlformats.org/presentationml/2006/ole">
            <mc:AlternateContent xmlns:mc="http://schemas.openxmlformats.org/markup-compatibility/2006">
              <mc:Choice xmlns:v="urn:schemas-microsoft-com:vml" Requires="v">
                <p:oleObj r:id="rId3" imgW="3327797" imgH="381397" progId="">
                  <p:embed/>
                </p:oleObj>
              </mc:Choice>
              <mc:Fallback>
                <p:oleObj r:id="rId3" imgW="3327797" imgH="381397" progId="">
                  <p:embed/>
                  <p:pic>
                    <p:nvPicPr>
                      <p:cNvPr id="2"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7908" y="3214428"/>
                        <a:ext cx="6283945" cy="7200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Tijdelijke aanduiding voor dianummer 4"/>
          <p:cNvSpPr>
            <a:spLocks noGrp="1"/>
          </p:cNvSpPr>
          <p:nvPr>
            <p:ph type="sldNum" sz="quarter" idx="12"/>
          </p:nvPr>
        </p:nvSpPr>
        <p:spPr/>
        <p:txBody>
          <a:bodyPr/>
          <a:lstStyle/>
          <a:p>
            <a:pPr>
              <a:defRPr/>
            </a:pPr>
            <a:fld id="{3BAE3F46-7F34-4D55-854B-55B1578BB741}" type="slidenum">
              <a:rPr lang="en-US" smtClean="0"/>
              <a:pPr>
                <a:defRPr/>
              </a:pPr>
              <a:t>85</a:t>
            </a:fld>
            <a:endParaRPr lang="en-US"/>
          </a:p>
        </p:txBody>
      </p:sp>
    </p:spTree>
    <p:extLst>
      <p:ext uri="{BB962C8B-B14F-4D97-AF65-F5344CB8AC3E}">
        <p14:creationId xmlns:p14="http://schemas.microsoft.com/office/powerpoint/2010/main" val="90343886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normAutofit/>
          </a:bodyPr>
          <a:lstStyle/>
          <a:p>
            <a:r>
              <a:rPr lang="en-GB" altLang="nl-BE" dirty="0"/>
              <a:t>SPC: </a:t>
            </a:r>
            <a:r>
              <a:rPr lang="en-GB" altLang="nl-BE" dirty="0" err="1"/>
              <a:t>oefening</a:t>
            </a:r>
            <a:r>
              <a:rPr lang="en-GB" altLang="nl-BE" dirty="0"/>
              <a:t> 6</a:t>
            </a:r>
          </a:p>
        </p:txBody>
      </p:sp>
      <p:sp>
        <p:nvSpPr>
          <p:cNvPr id="31747" name="Rectangle 3"/>
          <p:cNvSpPr>
            <a:spLocks noGrp="1" noChangeArrowheads="1"/>
          </p:cNvSpPr>
          <p:nvPr>
            <p:ph idx="1"/>
          </p:nvPr>
        </p:nvSpPr>
        <p:spPr/>
        <p:txBody>
          <a:bodyPr/>
          <a:lstStyle/>
          <a:p>
            <a:r>
              <a:rPr lang="en-GB" altLang="nl-BE" dirty="0" err="1"/>
              <a:t>Een</a:t>
            </a:r>
            <a:r>
              <a:rPr lang="en-GB" altLang="nl-BE" dirty="0"/>
              <a:t> </a:t>
            </a:r>
            <a:r>
              <a:rPr lang="en-GB" altLang="nl-BE" dirty="0" err="1"/>
              <a:t>kritische</a:t>
            </a:r>
            <a:r>
              <a:rPr lang="en-GB" altLang="nl-BE" dirty="0"/>
              <a:t> </a:t>
            </a:r>
            <a:r>
              <a:rPr lang="en-GB" altLang="nl-BE" dirty="0" err="1"/>
              <a:t>dimensie</a:t>
            </a:r>
            <a:r>
              <a:rPr lang="en-GB" altLang="nl-BE" dirty="0"/>
              <a:t> van </a:t>
            </a:r>
            <a:r>
              <a:rPr lang="en-GB" altLang="nl-BE" dirty="0" err="1"/>
              <a:t>een</a:t>
            </a:r>
            <a:r>
              <a:rPr lang="en-GB" altLang="nl-BE" dirty="0"/>
              <a:t> </a:t>
            </a:r>
            <a:r>
              <a:rPr lang="en-GB" altLang="nl-BE" dirty="0" err="1"/>
              <a:t>gefreesd</a:t>
            </a:r>
            <a:r>
              <a:rPr lang="en-GB" altLang="nl-BE" dirty="0"/>
              <a:t> </a:t>
            </a:r>
            <a:r>
              <a:rPr lang="en-GB" altLang="nl-BE" dirty="0" err="1"/>
              <a:t>stuk</a:t>
            </a:r>
            <a:r>
              <a:rPr lang="en-GB" altLang="nl-BE" dirty="0"/>
              <a:t> </a:t>
            </a:r>
            <a:r>
              <a:rPr lang="en-GB" altLang="nl-BE" dirty="0" err="1"/>
              <a:t>heeft</a:t>
            </a:r>
            <a:r>
              <a:rPr lang="en-GB" altLang="nl-BE" dirty="0"/>
              <a:t> </a:t>
            </a:r>
            <a:r>
              <a:rPr lang="en-GB" altLang="nl-BE" dirty="0" err="1"/>
              <a:t>als</a:t>
            </a:r>
            <a:r>
              <a:rPr lang="en-GB" altLang="nl-BE" dirty="0"/>
              <a:t> </a:t>
            </a:r>
            <a:r>
              <a:rPr lang="en-GB" altLang="nl-BE" dirty="0" err="1"/>
              <a:t>specificaties</a:t>
            </a:r>
            <a:r>
              <a:rPr lang="en-GB" altLang="nl-BE" dirty="0"/>
              <a:t> 100 +/- 10. Analyse van de </a:t>
            </a:r>
            <a:r>
              <a:rPr lang="en-GB" altLang="nl-BE" dirty="0" err="1"/>
              <a:t>controlekaart</a:t>
            </a:r>
            <a:r>
              <a:rPr lang="en-GB" altLang="nl-BE" dirty="0"/>
              <a:t> </a:t>
            </a:r>
            <a:r>
              <a:rPr lang="en-GB" altLang="nl-BE" dirty="0" err="1"/>
              <a:t>toont</a:t>
            </a:r>
            <a:r>
              <a:rPr lang="en-GB" altLang="nl-BE" dirty="0"/>
              <a:t> </a:t>
            </a:r>
            <a:r>
              <a:rPr lang="en-GB" altLang="nl-BE" dirty="0" err="1"/>
              <a:t>aan</a:t>
            </a:r>
            <a:r>
              <a:rPr lang="en-GB" altLang="nl-BE" dirty="0"/>
              <a:t> </a:t>
            </a:r>
            <a:r>
              <a:rPr lang="en-GB" altLang="nl-BE" dirty="0" err="1"/>
              <a:t>dat</a:t>
            </a:r>
            <a:r>
              <a:rPr lang="en-GB" altLang="nl-BE" dirty="0"/>
              <a:t> het </a:t>
            </a:r>
            <a:r>
              <a:rPr lang="en-GB" altLang="nl-BE" dirty="0" err="1"/>
              <a:t>proces</a:t>
            </a:r>
            <a:r>
              <a:rPr lang="en-GB" altLang="nl-BE" dirty="0"/>
              <a:t> </a:t>
            </a:r>
            <a:r>
              <a:rPr lang="en-GB" altLang="nl-BE" dirty="0" err="1"/>
              <a:t>onder</a:t>
            </a:r>
            <a:r>
              <a:rPr lang="en-GB" altLang="nl-BE" dirty="0"/>
              <a:t> </a:t>
            </a:r>
            <a:r>
              <a:rPr lang="en-GB" altLang="nl-BE" dirty="0" err="1"/>
              <a:t>controle</a:t>
            </a:r>
            <a:r>
              <a:rPr lang="en-GB" altLang="nl-BE" dirty="0"/>
              <a:t> is met </a:t>
            </a:r>
            <a:r>
              <a:rPr lang="en-GB" altLang="nl-BE" dirty="0" err="1"/>
              <a:t>Xbarbar</a:t>
            </a:r>
            <a:r>
              <a:rPr lang="en-GB" altLang="nl-BE" dirty="0"/>
              <a:t>= 104 en </a:t>
            </a:r>
            <a:r>
              <a:rPr lang="en-GB" altLang="nl-BE" dirty="0" err="1"/>
              <a:t>Rbar</a:t>
            </a:r>
            <a:r>
              <a:rPr lang="en-GB" altLang="nl-BE" dirty="0"/>
              <a:t> = 9,30. De </a:t>
            </a:r>
            <a:r>
              <a:rPr lang="en-GB" altLang="nl-BE" dirty="0" err="1"/>
              <a:t>samplegrootte</a:t>
            </a:r>
            <a:r>
              <a:rPr lang="en-GB" altLang="nl-BE" dirty="0"/>
              <a:t> is n=5.</a:t>
            </a:r>
            <a:br>
              <a:rPr lang="en-GB" altLang="nl-BE" dirty="0"/>
            </a:br>
            <a:r>
              <a:rPr lang="en-GB" altLang="nl-BE" dirty="0"/>
              <a:t>s = </a:t>
            </a:r>
            <a:r>
              <a:rPr lang="en-GB" altLang="nl-BE" dirty="0" err="1"/>
              <a:t>Rbar</a:t>
            </a:r>
            <a:r>
              <a:rPr lang="en-GB" altLang="nl-BE"/>
              <a:t> / d2 = 9,3/2,326 </a:t>
            </a:r>
            <a:r>
              <a:rPr lang="en-GB" altLang="nl-BE" dirty="0"/>
              <a:t>=~ 4</a:t>
            </a:r>
          </a:p>
          <a:p>
            <a:r>
              <a:rPr lang="en-GB" altLang="nl-BE" dirty="0" err="1"/>
              <a:t>Indien</a:t>
            </a:r>
            <a:r>
              <a:rPr lang="en-GB" altLang="nl-BE" dirty="0"/>
              <a:t> we </a:t>
            </a:r>
            <a:r>
              <a:rPr lang="en-GB" altLang="nl-BE" dirty="0" err="1"/>
              <a:t>aannemen</a:t>
            </a:r>
            <a:r>
              <a:rPr lang="en-GB" altLang="nl-BE" dirty="0"/>
              <a:t> </a:t>
            </a:r>
            <a:r>
              <a:rPr lang="en-GB" altLang="nl-BE" dirty="0" err="1"/>
              <a:t>dat</a:t>
            </a:r>
            <a:r>
              <a:rPr lang="en-GB" altLang="nl-BE" dirty="0"/>
              <a:t> de </a:t>
            </a:r>
            <a:r>
              <a:rPr lang="en-GB" altLang="nl-BE" dirty="0" err="1"/>
              <a:t>karakteristiek</a:t>
            </a:r>
            <a:r>
              <a:rPr lang="en-GB" altLang="nl-BE" dirty="0"/>
              <a:t> </a:t>
            </a:r>
            <a:r>
              <a:rPr lang="en-GB" altLang="nl-BE" dirty="0" err="1"/>
              <a:t>normaal</a:t>
            </a:r>
            <a:r>
              <a:rPr lang="en-GB" altLang="nl-BE" dirty="0"/>
              <a:t> </a:t>
            </a:r>
            <a:r>
              <a:rPr lang="en-GB" altLang="nl-BE" dirty="0" err="1"/>
              <a:t>verdeeld</a:t>
            </a:r>
            <a:r>
              <a:rPr lang="en-GB" altLang="nl-BE" dirty="0"/>
              <a:t> is, </a:t>
            </a:r>
            <a:r>
              <a:rPr lang="en-GB" altLang="nl-BE" dirty="0" err="1"/>
              <a:t>kunnen</a:t>
            </a:r>
            <a:r>
              <a:rPr lang="en-GB" altLang="nl-BE" dirty="0"/>
              <a:t> we </a:t>
            </a:r>
            <a:r>
              <a:rPr lang="en-GB" altLang="nl-BE" dirty="0" err="1"/>
              <a:t>dan</a:t>
            </a:r>
            <a:r>
              <a:rPr lang="en-GB" altLang="nl-BE" dirty="0"/>
              <a:t> het </a:t>
            </a:r>
            <a:r>
              <a:rPr lang="en-GB" altLang="nl-BE" dirty="0" err="1"/>
              <a:t>gemiddelde</a:t>
            </a:r>
            <a:r>
              <a:rPr lang="en-GB" altLang="nl-BE" dirty="0"/>
              <a:t> </a:t>
            </a:r>
            <a:r>
              <a:rPr lang="en-GB" altLang="nl-BE" dirty="0" err="1"/>
              <a:t>zo</a:t>
            </a:r>
            <a:r>
              <a:rPr lang="en-GB" altLang="nl-BE" dirty="0"/>
              <a:t>  </a:t>
            </a:r>
            <a:r>
              <a:rPr lang="en-GB" altLang="nl-BE" dirty="0" err="1"/>
              <a:t>aanpassen</a:t>
            </a:r>
            <a:r>
              <a:rPr lang="en-GB" altLang="nl-BE" dirty="0"/>
              <a:t> (door de </a:t>
            </a:r>
            <a:r>
              <a:rPr lang="en-GB" altLang="nl-BE" dirty="0" err="1"/>
              <a:t>freespositie</a:t>
            </a:r>
            <a:r>
              <a:rPr lang="en-GB" altLang="nl-BE" dirty="0"/>
              <a:t> </a:t>
            </a:r>
            <a:r>
              <a:rPr lang="en-GB" altLang="nl-BE" dirty="0" err="1"/>
              <a:t>aan</a:t>
            </a:r>
            <a:r>
              <a:rPr lang="en-GB" altLang="nl-BE" dirty="0"/>
              <a:t> </a:t>
            </a:r>
            <a:r>
              <a:rPr lang="en-GB" altLang="nl-BE" dirty="0" err="1"/>
              <a:t>te</a:t>
            </a:r>
            <a:r>
              <a:rPr lang="en-GB" altLang="nl-BE" dirty="0"/>
              <a:t> </a:t>
            </a:r>
            <a:r>
              <a:rPr lang="en-GB" altLang="nl-BE" dirty="0" err="1"/>
              <a:t>passen</a:t>
            </a:r>
            <a:r>
              <a:rPr lang="en-GB" altLang="nl-BE" dirty="0"/>
              <a:t>) </a:t>
            </a:r>
            <a:r>
              <a:rPr lang="en-GB" altLang="nl-BE" dirty="0" err="1"/>
              <a:t>dat</a:t>
            </a:r>
            <a:r>
              <a:rPr lang="en-GB" altLang="nl-BE" dirty="0"/>
              <a:t> </a:t>
            </a:r>
            <a:r>
              <a:rPr lang="en-GB" altLang="nl-BE" dirty="0" err="1"/>
              <a:t>alle</a:t>
            </a:r>
            <a:r>
              <a:rPr lang="en-GB" altLang="nl-BE" dirty="0"/>
              <a:t> output </a:t>
            </a:r>
            <a:r>
              <a:rPr lang="en-GB" altLang="nl-BE" dirty="0" err="1"/>
              <a:t>voldoet</a:t>
            </a:r>
            <a:r>
              <a:rPr lang="en-GB" altLang="nl-BE" dirty="0"/>
              <a:t> </a:t>
            </a:r>
            <a:r>
              <a:rPr lang="en-GB" altLang="nl-BE" dirty="0" err="1"/>
              <a:t>aan</a:t>
            </a:r>
            <a:r>
              <a:rPr lang="en-GB" altLang="nl-BE" dirty="0"/>
              <a:t> de </a:t>
            </a:r>
            <a:r>
              <a:rPr lang="en-GB" altLang="nl-BE" dirty="0" err="1"/>
              <a:t>specificaties</a:t>
            </a:r>
            <a:r>
              <a:rPr lang="en-GB" altLang="nl-BE" dirty="0"/>
              <a:t>?</a:t>
            </a:r>
            <a:br>
              <a:rPr lang="en-GB" altLang="nl-BE" dirty="0"/>
            </a:br>
            <a:r>
              <a:rPr lang="en-GB" altLang="nl-BE" dirty="0" err="1"/>
              <a:t>Neen</a:t>
            </a:r>
            <a:r>
              <a:rPr lang="en-GB" altLang="nl-BE" dirty="0"/>
              <a:t>, 3 sigma = 12: </a:t>
            </a:r>
            <a:r>
              <a:rPr lang="en-GB" altLang="nl-BE" dirty="0" err="1"/>
              <a:t>buiten</a:t>
            </a:r>
            <a:r>
              <a:rPr lang="en-GB" altLang="nl-BE" dirty="0"/>
              <a:t> specs</a:t>
            </a:r>
          </a:p>
          <a:p>
            <a:r>
              <a:rPr lang="en-GB" altLang="nl-BE" dirty="0" err="1"/>
              <a:t>Wat</a:t>
            </a:r>
            <a:r>
              <a:rPr lang="en-GB" altLang="nl-BE" dirty="0"/>
              <a:t> is de </a:t>
            </a:r>
            <a:r>
              <a:rPr lang="en-GB" altLang="nl-BE" dirty="0" err="1"/>
              <a:t>huidige</a:t>
            </a:r>
            <a:r>
              <a:rPr lang="en-GB" altLang="nl-BE" dirty="0"/>
              <a:t> </a:t>
            </a:r>
            <a:r>
              <a:rPr lang="en-GB" altLang="nl-BE" dirty="0" err="1"/>
              <a:t>capabiliteit</a:t>
            </a:r>
            <a:r>
              <a:rPr lang="en-GB" altLang="nl-BE" dirty="0"/>
              <a:t> van het </a:t>
            </a:r>
            <a:r>
              <a:rPr lang="en-GB" altLang="nl-BE" dirty="0" err="1"/>
              <a:t>proces</a:t>
            </a:r>
            <a:r>
              <a:rPr lang="en-GB" altLang="nl-BE" dirty="0"/>
              <a:t>?</a:t>
            </a:r>
            <a:br>
              <a:rPr lang="en-GB" altLang="nl-BE" dirty="0"/>
            </a:br>
            <a:r>
              <a:rPr lang="en-GB" altLang="nl-BE" dirty="0"/>
              <a:t>Cp = 20/24 = </a:t>
            </a:r>
            <a:r>
              <a:rPr lang="en-GB" altLang="nl-BE" b="1" dirty="0"/>
              <a:t>0,83</a:t>
            </a:r>
            <a:br>
              <a:rPr lang="en-GB" altLang="nl-BE" dirty="0"/>
            </a:br>
            <a:r>
              <a:rPr lang="en-GB" altLang="nl-BE" dirty="0" err="1"/>
              <a:t>Cpk</a:t>
            </a:r>
            <a:r>
              <a:rPr lang="en-GB" altLang="nl-BE" dirty="0"/>
              <a:t> = min [ (104-90)/(3.4) ; (110-104)/(3.4) ] = min [ 1,17 ; </a:t>
            </a:r>
            <a:r>
              <a:rPr lang="en-GB" altLang="nl-BE" b="1" dirty="0"/>
              <a:t>0,5</a:t>
            </a:r>
            <a:r>
              <a:rPr lang="en-GB" altLang="nl-BE" dirty="0"/>
              <a:t> ]</a:t>
            </a:r>
          </a:p>
        </p:txBody>
      </p:sp>
      <p:sp>
        <p:nvSpPr>
          <p:cNvPr id="4" name="Tijdelijke aanduiding voor dianummer 3"/>
          <p:cNvSpPr>
            <a:spLocks noGrp="1"/>
          </p:cNvSpPr>
          <p:nvPr>
            <p:ph type="sldNum" sz="quarter" idx="12"/>
          </p:nvPr>
        </p:nvSpPr>
        <p:spPr/>
        <p:txBody>
          <a:bodyPr/>
          <a:lstStyle/>
          <a:p>
            <a:pPr>
              <a:defRPr/>
            </a:pPr>
            <a:fld id="{3BAE3F46-7F34-4D55-854B-55B1578BB741}" type="slidenum">
              <a:rPr lang="en-US" smtClean="0"/>
              <a:pPr>
                <a:defRPr/>
              </a:pPr>
              <a:t>86</a:t>
            </a:fld>
            <a:endParaRPr lang="en-US" dirty="0"/>
          </a:p>
        </p:txBody>
      </p:sp>
    </p:spTree>
    <p:extLst>
      <p:ext uri="{BB962C8B-B14F-4D97-AF65-F5344CB8AC3E}">
        <p14:creationId xmlns:p14="http://schemas.microsoft.com/office/powerpoint/2010/main" val="93535111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endParaRPr lang="nl-BE"/>
          </a:p>
        </p:txBody>
      </p:sp>
      <p:sp>
        <p:nvSpPr>
          <p:cNvPr id="3" name="Tijdelijke aanduiding voor inhoud 2"/>
          <p:cNvSpPr>
            <a:spLocks noGrp="1"/>
          </p:cNvSpPr>
          <p:nvPr>
            <p:ph idx="1"/>
          </p:nvPr>
        </p:nvSpPr>
        <p:spPr/>
        <p:txBody>
          <a:bodyPr/>
          <a:lstStyle/>
          <a:p>
            <a:r>
              <a:rPr lang="nl-BE" dirty="0"/>
              <a:t>Voorbeelden OSPC </a:t>
            </a:r>
            <a:r>
              <a:rPr lang="nl-BE" dirty="0" err="1"/>
              <a:t>AMGent</a:t>
            </a:r>
            <a:endParaRPr lang="nl-BE" dirty="0"/>
          </a:p>
        </p:txBody>
      </p:sp>
      <p:sp>
        <p:nvSpPr>
          <p:cNvPr id="4" name="Tijdelijke aanduiding voor dianummer 3"/>
          <p:cNvSpPr>
            <a:spLocks noGrp="1"/>
          </p:cNvSpPr>
          <p:nvPr>
            <p:ph type="sldNum" sz="quarter" idx="12"/>
          </p:nvPr>
        </p:nvSpPr>
        <p:spPr/>
        <p:txBody>
          <a:bodyPr/>
          <a:lstStyle/>
          <a:p>
            <a:pPr>
              <a:defRPr/>
            </a:pPr>
            <a:fld id="{3BAE3F46-7F34-4D55-854B-55B1578BB741}" type="slidenum">
              <a:rPr lang="en-US" smtClean="0"/>
              <a:pPr>
                <a:defRPr/>
              </a:pPr>
              <a:t>87</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4787" name="Picture 3"/>
          <p:cNvPicPr>
            <a:picLocks noChangeAspect="1" noChangeArrowheads="1"/>
          </p:cNvPicPr>
          <p:nvPr/>
        </p:nvPicPr>
        <p:blipFill>
          <a:blip r:embed="rId3" cstate="email"/>
          <a:srcRect/>
          <a:stretch>
            <a:fillRect/>
          </a:stretch>
        </p:blipFill>
        <p:spPr bwMode="auto">
          <a:xfrm>
            <a:off x="323528" y="1447006"/>
            <a:ext cx="8323578" cy="5410994"/>
          </a:xfrm>
          <a:prstGeom prst="rect">
            <a:avLst/>
          </a:prstGeom>
          <a:noFill/>
          <a:ln w="9525">
            <a:noFill/>
            <a:miter lim="800000"/>
            <a:headEnd/>
            <a:tailEnd/>
          </a:ln>
        </p:spPr>
      </p:pic>
      <p:sp>
        <p:nvSpPr>
          <p:cNvPr id="2" name="Titel 1"/>
          <p:cNvSpPr>
            <a:spLocks noGrp="1"/>
          </p:cNvSpPr>
          <p:nvPr>
            <p:ph type="title"/>
          </p:nvPr>
        </p:nvSpPr>
        <p:spPr/>
        <p:txBody>
          <a:bodyPr/>
          <a:lstStyle/>
          <a:p>
            <a:r>
              <a:rPr lang="nl-BE" dirty="0"/>
              <a:t>Ondersteuning voor bewaken productkwaliteit</a:t>
            </a:r>
            <a:br>
              <a:rPr lang="nl-BE" dirty="0"/>
            </a:br>
            <a:r>
              <a:rPr lang="nl-BE" sz="1600" dirty="0"/>
              <a:t>OSPC controle door productie – bewaking meetmiddelen</a:t>
            </a:r>
          </a:p>
        </p:txBody>
      </p:sp>
      <p:sp>
        <p:nvSpPr>
          <p:cNvPr id="8" name="Tijdelijke aanduiding voor inhoud 7"/>
          <p:cNvSpPr>
            <a:spLocks noGrp="1"/>
          </p:cNvSpPr>
          <p:nvPr>
            <p:ph idx="1"/>
          </p:nvPr>
        </p:nvSpPr>
        <p:spPr/>
        <p:txBody>
          <a:bodyPr/>
          <a:lstStyle/>
          <a:p>
            <a:endParaRPr lang="nl-BE"/>
          </a:p>
        </p:txBody>
      </p:sp>
      <p:sp>
        <p:nvSpPr>
          <p:cNvPr id="4" name="Tijdelijke aanduiding voor dianummer 3"/>
          <p:cNvSpPr>
            <a:spLocks noGrp="1"/>
          </p:cNvSpPr>
          <p:nvPr>
            <p:ph type="sldNum" sz="quarter" idx="12"/>
          </p:nvPr>
        </p:nvSpPr>
        <p:spPr/>
        <p:txBody>
          <a:bodyPr/>
          <a:lstStyle/>
          <a:p>
            <a:pPr>
              <a:defRPr/>
            </a:pPr>
            <a:fld id="{44B13BF0-425B-462A-B346-BE4F5D2C2299}" type="slidenum">
              <a:rPr lang="en-US" smtClean="0"/>
              <a:pPr>
                <a:defRPr/>
              </a:pPr>
              <a:t>88</a:t>
            </a:fld>
            <a:endParaRPr lang="en-US"/>
          </a:p>
        </p:txBody>
      </p:sp>
      <p:sp>
        <p:nvSpPr>
          <p:cNvPr id="6" name="Rechthoekige toelichting 5"/>
          <p:cNvSpPr/>
          <p:nvPr/>
        </p:nvSpPr>
        <p:spPr bwMode="auto">
          <a:xfrm>
            <a:off x="8100210" y="1173596"/>
            <a:ext cx="720080" cy="267982"/>
          </a:xfrm>
          <a:prstGeom prst="wedgeRectCallout">
            <a:avLst>
              <a:gd name="adj1" fmla="val 3480"/>
              <a:gd name="adj2" fmla="val 141048"/>
            </a:avLst>
          </a:prstGeom>
          <a:solidFill>
            <a:srgbClr val="00B0F0"/>
          </a:solidFill>
          <a:ln w="9525" cap="flat" cmpd="sng" algn="ctr">
            <a:solidFill>
              <a:srgbClr val="000000"/>
            </a:solidFill>
            <a:prstDash val="solid"/>
            <a:round/>
            <a:headEnd type="none" w="med" len="med"/>
            <a:tailEnd type="none" w="med" len="med"/>
          </a:ln>
          <a:effectLst/>
        </p:spPr>
        <p:txBody>
          <a:bodyPr vert="horz" wrap="square" lIns="97749" tIns="48875" rIns="97749" bIns="48875" numCol="1" rtlCol="0" anchor="t" anchorCtr="0" compatLnSpc="1">
            <a:prstTxWarp prst="textNoShape">
              <a:avLst/>
            </a:prstTxWarp>
            <a:spAutoFit/>
          </a:bodyPr>
          <a:lstStyle/>
          <a:p>
            <a:pPr marL="0" marR="0" indent="0" algn="ctr" defTabSz="977900" rtl="0" eaLnBrk="0" fontAlgn="base" latinLnBrk="0" hangingPunct="0">
              <a:lnSpc>
                <a:spcPct val="100000"/>
              </a:lnSpc>
              <a:spcBef>
                <a:spcPct val="0"/>
              </a:spcBef>
              <a:spcAft>
                <a:spcPct val="0"/>
              </a:spcAft>
              <a:buClrTx/>
              <a:buSzTx/>
              <a:buFontTx/>
              <a:buNone/>
              <a:tabLst/>
            </a:pPr>
            <a:r>
              <a:rPr kumimoji="0" lang="nl-BE" sz="1100" b="1" i="0" u="none" strike="noStrike" cap="none" normalizeH="0" baseline="0" dirty="0">
                <a:ln>
                  <a:noFill/>
                </a:ln>
                <a:solidFill>
                  <a:srgbClr val="008000"/>
                </a:solidFill>
                <a:effectLst/>
                <a:latin typeface="Arial" charset="0"/>
                <a:ea typeface="MS PGothic" pitchFamily="34" charset="-128"/>
              </a:rPr>
              <a:t>OCAP</a:t>
            </a:r>
          </a:p>
        </p:txBody>
      </p:sp>
      <p:sp>
        <p:nvSpPr>
          <p:cNvPr id="7" name="Rechthoekige toelichting 6"/>
          <p:cNvSpPr/>
          <p:nvPr/>
        </p:nvSpPr>
        <p:spPr bwMode="auto">
          <a:xfrm>
            <a:off x="1763688" y="1725778"/>
            <a:ext cx="1440160" cy="267982"/>
          </a:xfrm>
          <a:prstGeom prst="wedgeRectCallout">
            <a:avLst>
              <a:gd name="adj1" fmla="val 3480"/>
              <a:gd name="adj2" fmla="val 141048"/>
            </a:avLst>
          </a:prstGeom>
          <a:solidFill>
            <a:srgbClr val="00B0F0"/>
          </a:solidFill>
          <a:ln w="9525" cap="flat" cmpd="sng" algn="ctr">
            <a:solidFill>
              <a:srgbClr val="000000"/>
            </a:solidFill>
            <a:prstDash val="solid"/>
            <a:round/>
            <a:headEnd type="none" w="med" len="med"/>
            <a:tailEnd type="none" w="med" len="med"/>
          </a:ln>
          <a:effectLst/>
        </p:spPr>
        <p:txBody>
          <a:bodyPr vert="horz" wrap="square" lIns="97749" tIns="48875" rIns="97749" bIns="48875" numCol="1" rtlCol="0" anchor="t" anchorCtr="0" compatLnSpc="1">
            <a:prstTxWarp prst="textNoShape">
              <a:avLst/>
            </a:prstTxWarp>
            <a:spAutoFit/>
          </a:bodyPr>
          <a:lstStyle/>
          <a:p>
            <a:pPr marL="0" marR="0" indent="0" algn="ctr" defTabSz="977900" rtl="0" eaLnBrk="0" fontAlgn="base" latinLnBrk="0" hangingPunct="0">
              <a:lnSpc>
                <a:spcPct val="100000"/>
              </a:lnSpc>
              <a:spcBef>
                <a:spcPct val="0"/>
              </a:spcBef>
              <a:spcAft>
                <a:spcPct val="0"/>
              </a:spcAft>
              <a:buClrTx/>
              <a:buSzTx/>
              <a:buFontTx/>
              <a:buNone/>
              <a:tabLst/>
            </a:pPr>
            <a:r>
              <a:rPr kumimoji="0" lang="nl-BE" sz="1100" b="1" i="0" u="none" strike="noStrike" cap="none" normalizeH="0" baseline="0" dirty="0">
                <a:ln>
                  <a:noFill/>
                </a:ln>
                <a:solidFill>
                  <a:srgbClr val="008000"/>
                </a:solidFill>
                <a:effectLst/>
                <a:latin typeface="Arial" charset="0"/>
                <a:ea typeface="MS PGothic" pitchFamily="34" charset="-128"/>
              </a:rPr>
              <a:t>tolerantiegrenzen</a:t>
            </a:r>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RESIZE" val="Yes"/>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oyXqJ0lnnUu67P60am5EpQ"/>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biCKSCVAMEuKqiVjnYvsRg"/>
</p:tagLst>
</file>

<file path=ppt/tags/tag13.xml><?xml version="1.0" encoding="utf-8"?>
<p:tagLst xmlns:a="http://schemas.openxmlformats.org/drawingml/2006/main" xmlns:r="http://schemas.openxmlformats.org/officeDocument/2006/relationships" xmlns:p="http://schemas.openxmlformats.org/presentationml/2006/main">
  <p:tag name="RESIZE" val="Yes"/>
</p:tagLst>
</file>

<file path=ppt/tags/tag14.xml><?xml version="1.0" encoding="utf-8"?>
<p:tagLst xmlns:a="http://schemas.openxmlformats.org/drawingml/2006/main" xmlns:r="http://schemas.openxmlformats.org/officeDocument/2006/relationships" xmlns:p="http://schemas.openxmlformats.org/presentationml/2006/main">
  <p:tag name="RESIZE" val="Yes"/>
</p:tagLst>
</file>

<file path=ppt/tags/tag15.xml><?xml version="1.0" encoding="utf-8"?>
<p:tagLst xmlns:a="http://schemas.openxmlformats.org/drawingml/2006/main" xmlns:r="http://schemas.openxmlformats.org/officeDocument/2006/relationships" xmlns:p="http://schemas.openxmlformats.org/presentationml/2006/main">
  <p:tag name="LTOP" val=" 200.875"/>
  <p:tag name="LLEFT" val=" 169"/>
</p:tagLst>
</file>

<file path=ppt/tags/tag16.xml><?xml version="1.0" encoding="utf-8"?>
<p:tagLst xmlns:a="http://schemas.openxmlformats.org/drawingml/2006/main" xmlns:r="http://schemas.openxmlformats.org/officeDocument/2006/relationships" xmlns:p="http://schemas.openxmlformats.org/presentationml/2006/main">
  <p:tag name="LTOP" val=" 200.875"/>
  <p:tag name="LLEFT" val=" 169"/>
</p:tagLst>
</file>

<file path=ppt/tags/tag17.xml><?xml version="1.0" encoding="utf-8"?>
<p:tagLst xmlns:a="http://schemas.openxmlformats.org/drawingml/2006/main" xmlns:r="http://schemas.openxmlformats.org/officeDocument/2006/relationships" xmlns:p="http://schemas.openxmlformats.org/presentationml/2006/main">
  <p:tag name="LTOP" val=" 200.875"/>
  <p:tag name="LLEFT" val=" 169"/>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RESIZE" val="Yes"/>
</p:tagLst>
</file>

<file path=ppt/tags/tag20.xml><?xml version="1.0" encoding="utf-8"?>
<p:tagLst xmlns:a="http://schemas.openxmlformats.org/drawingml/2006/main" xmlns:r="http://schemas.openxmlformats.org/officeDocument/2006/relationships" xmlns:p="http://schemas.openxmlformats.org/presentationml/2006/main">
  <p:tag name="RESIZE" val="Yes"/>
</p:tagLst>
</file>

<file path=ppt/tags/tag21.xml><?xml version="1.0" encoding="utf-8"?>
<p:tagLst xmlns:a="http://schemas.openxmlformats.org/drawingml/2006/main" xmlns:r="http://schemas.openxmlformats.org/officeDocument/2006/relationships" xmlns:p="http://schemas.openxmlformats.org/presentationml/2006/main">
  <p:tag name="RESIZE" val="Yes"/>
</p:tagLst>
</file>

<file path=ppt/tags/tag22.xml><?xml version="1.0" encoding="utf-8"?>
<p:tagLst xmlns:a="http://schemas.openxmlformats.org/drawingml/2006/main" xmlns:r="http://schemas.openxmlformats.org/officeDocument/2006/relationships" xmlns:p="http://schemas.openxmlformats.org/presentationml/2006/main">
  <p:tag name="RESIZE" val="Yes"/>
</p:tagLst>
</file>

<file path=ppt/tags/tag23.xml><?xml version="1.0" encoding="utf-8"?>
<p:tagLst xmlns:a="http://schemas.openxmlformats.org/drawingml/2006/main" xmlns:r="http://schemas.openxmlformats.org/officeDocument/2006/relationships" xmlns:p="http://schemas.openxmlformats.org/presentationml/2006/main">
  <p:tag name="RESIZE" val="Yes"/>
</p:tagLst>
</file>

<file path=ppt/tags/tag24.xml><?xml version="1.0" encoding="utf-8"?>
<p:tagLst xmlns:a="http://schemas.openxmlformats.org/drawingml/2006/main" xmlns:r="http://schemas.openxmlformats.org/officeDocument/2006/relationships" xmlns:p="http://schemas.openxmlformats.org/presentationml/2006/main">
  <p:tag name="RESIZE" val="Yes"/>
</p:tagLst>
</file>

<file path=ppt/tags/tag25.xml><?xml version="1.0" encoding="utf-8"?>
<p:tagLst xmlns:a="http://schemas.openxmlformats.org/drawingml/2006/main" xmlns:r="http://schemas.openxmlformats.org/officeDocument/2006/relationships" xmlns:p="http://schemas.openxmlformats.org/presentationml/2006/main">
  <p:tag name="RESIZE" val="Yes"/>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RESIZE" val="Yes"/>
</p:tagLst>
</file>

<file path=ppt/tags/tag28.xml><?xml version="1.0" encoding="utf-8"?>
<p:tagLst xmlns:a="http://schemas.openxmlformats.org/drawingml/2006/main" xmlns:r="http://schemas.openxmlformats.org/officeDocument/2006/relationships" xmlns:p="http://schemas.openxmlformats.org/presentationml/2006/main">
  <p:tag name="RESIZE" val="Yes"/>
</p:tagLst>
</file>

<file path=ppt/tags/tag29.xml><?xml version="1.0" encoding="utf-8"?>
<p:tagLst xmlns:a="http://schemas.openxmlformats.org/drawingml/2006/main" xmlns:r="http://schemas.openxmlformats.org/officeDocument/2006/relationships" xmlns:p="http://schemas.openxmlformats.org/presentationml/2006/main">
  <p:tag name="RESIZE" val="Yes"/>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vL.JPjRGRMeNLTMPouyG.g"/>
</p:tagLst>
</file>

<file path=ppt/tags/tag32.xml><?xml version="1.0" encoding="utf-8"?>
<p:tagLst xmlns:a="http://schemas.openxmlformats.org/drawingml/2006/main" xmlns:r="http://schemas.openxmlformats.org/officeDocument/2006/relationships" xmlns:p="http://schemas.openxmlformats.org/presentationml/2006/main">
  <p:tag name="RESIZE" val="Yes"/>
</p:tagLst>
</file>

<file path=ppt/tags/tag33.xml><?xml version="1.0" encoding="utf-8"?>
<p:tagLst xmlns:a="http://schemas.openxmlformats.org/drawingml/2006/main" xmlns:r="http://schemas.openxmlformats.org/officeDocument/2006/relationships" xmlns:p="http://schemas.openxmlformats.org/presentationml/2006/main">
  <p:tag name="IIW_TYPE_IMAGE" val="Text Box 3"/>
</p:tagLst>
</file>

<file path=ppt/tags/tag34.xml><?xml version="1.0" encoding="utf-8"?>
<p:tagLst xmlns:a="http://schemas.openxmlformats.org/drawingml/2006/main" xmlns:r="http://schemas.openxmlformats.org/officeDocument/2006/relationships" xmlns:p="http://schemas.openxmlformats.org/presentationml/2006/main">
  <p:tag name="IIW_TYPE_IMAGE" val="Text Box 3"/>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IIW_TYPE_IMAGE" val="Text Box 3"/>
</p:tagLst>
</file>

<file path=ppt/theme/theme1.xml><?xml version="1.0" encoding="utf-8"?>
<a:theme xmlns:a="http://schemas.openxmlformats.org/drawingml/2006/main" name="ArcelorMittal">
  <a:themeElements>
    <a:clrScheme name="ArcelorMittal_ppt_special_(with_images) 1">
      <a:dk1>
        <a:srgbClr val="696969"/>
      </a:dk1>
      <a:lt1>
        <a:srgbClr val="FFFFFF"/>
      </a:lt1>
      <a:dk2>
        <a:srgbClr val="FF3700"/>
      </a:dk2>
      <a:lt2>
        <a:srgbClr val="BAC48C"/>
      </a:lt2>
      <a:accent1>
        <a:srgbClr val="DCD4C2"/>
      </a:accent1>
      <a:accent2>
        <a:srgbClr val="C5BCA4"/>
      </a:accent2>
      <a:accent3>
        <a:srgbClr val="FFFFFF"/>
      </a:accent3>
      <a:accent4>
        <a:srgbClr val="595959"/>
      </a:accent4>
      <a:accent5>
        <a:srgbClr val="EBE6DD"/>
      </a:accent5>
      <a:accent6>
        <a:srgbClr val="B2AA94"/>
      </a:accent6>
      <a:hlink>
        <a:srgbClr val="8B819E"/>
      </a:hlink>
      <a:folHlink>
        <a:srgbClr val="9DB1C9"/>
      </a:folHlink>
    </a:clrScheme>
    <a:fontScheme name="ArcelorMittal_ppt_special_(with_images)">
      <a:majorFont>
        <a:latin typeface="Arial"/>
        <a:ea typeface="MS PGothic"/>
        <a:cs typeface=""/>
      </a:majorFont>
      <a:minorFont>
        <a:latin typeface="Arial"/>
        <a:ea typeface="MS PGothic"/>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6350"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MS PGothic" pitchFamily="34" charset="-128"/>
          </a:defRPr>
        </a:defPPr>
      </a:lstStyle>
    </a:spDef>
    <a:lnDef>
      <a:spPr bwMode="auto">
        <a:xfrm>
          <a:off x="0" y="0"/>
          <a:ext cx="1" cy="1"/>
        </a:xfrm>
        <a:custGeom>
          <a:avLst/>
          <a:gdLst/>
          <a:ahLst/>
          <a:cxnLst/>
          <a:rect l="0" t="0" r="0" b="0"/>
          <a:pathLst/>
        </a:custGeom>
        <a:solidFill>
          <a:schemeClr val="bg1"/>
        </a:solidFill>
        <a:ln w="6350"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MS PGothic" pitchFamily="34" charset="-128"/>
          </a:defRPr>
        </a:defPPr>
      </a:lstStyle>
    </a:lnDef>
  </a:objectDefaults>
  <a:extraClrSchemeLst>
    <a:extraClrScheme>
      <a:clrScheme name="ArcelorMittal_ppt_special_(with_images) 1">
        <a:dk1>
          <a:srgbClr val="696969"/>
        </a:dk1>
        <a:lt1>
          <a:srgbClr val="FFFFFF"/>
        </a:lt1>
        <a:dk2>
          <a:srgbClr val="FF3700"/>
        </a:dk2>
        <a:lt2>
          <a:srgbClr val="BAC48C"/>
        </a:lt2>
        <a:accent1>
          <a:srgbClr val="DCD4C2"/>
        </a:accent1>
        <a:accent2>
          <a:srgbClr val="C5BCA4"/>
        </a:accent2>
        <a:accent3>
          <a:srgbClr val="FFFFFF"/>
        </a:accent3>
        <a:accent4>
          <a:srgbClr val="595959"/>
        </a:accent4>
        <a:accent5>
          <a:srgbClr val="EBE6DD"/>
        </a:accent5>
        <a:accent6>
          <a:srgbClr val="B2AA94"/>
        </a:accent6>
        <a:hlink>
          <a:srgbClr val="8B819E"/>
        </a:hlink>
        <a:folHlink>
          <a:srgbClr val="9DB1C9"/>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Application xmlns="http://www.sap.com/cof/powerpoint/application">
  <Version>2</Version>
  <Revision>2.8.1500.99164</Revision>
</Application>
</file>

<file path=customXml/item2.xml><?xml version="1.0" encoding="utf-8"?>
<ct:contentTypeSchema xmlns:ct="http://schemas.microsoft.com/office/2006/metadata/contentType" xmlns:ma="http://schemas.microsoft.com/office/2006/metadata/properties/metaAttributes" ct:_="" ma:_="" ma:contentTypeName="Document" ma:contentTypeID="0x0101006F949C93529089409C6FEDD564DEED30" ma:contentTypeVersion="13" ma:contentTypeDescription="Een nieuw document maken." ma:contentTypeScope="" ma:versionID="27a2368012416b16251eca0fc854b36b">
  <xsd:schema xmlns:xsd="http://www.w3.org/2001/XMLSchema" xmlns:xs="http://www.w3.org/2001/XMLSchema" xmlns:p="http://schemas.microsoft.com/office/2006/metadata/properties" xmlns:ns2="e4d740d5-9104-421f-9861-30ae08678aca" xmlns:ns3="5ded4f55-6d04-409c-b8bc-ad462a57cb37" targetNamespace="http://schemas.microsoft.com/office/2006/metadata/properties" ma:root="true" ma:fieldsID="46244206ee499f3818bd0819de746f52" ns2:_="" ns3:_="">
    <xsd:import namespace="e4d740d5-9104-421f-9861-30ae08678aca"/>
    <xsd:import namespace="5ded4f55-6d04-409c-b8bc-ad462a57cb3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4d740d5-9104-421f-9861-30ae08678ac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Afbeeldingtags" ma:readOnly="false" ma:fieldId="{5cf76f15-5ced-4ddc-b409-7134ff3c332f}" ma:taxonomyMulti="true" ma:sspId="3b9bb814-139f-4039-9463-697760f06ab3"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Location" ma:index="19" nillable="true" ma:displayName="Location" ma:indexed="true" ma:internalName="MediaServiceLocation" ma:readOnly="true">
      <xsd:simpleType>
        <xsd:restriction base="dms:Text"/>
      </xsd:simpleType>
    </xsd:element>
    <xsd:element name="MediaServiceBillingMetadata" ma:index="20"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ded4f55-6d04-409c-b8bc-ad462a57cb37"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7853e915-3c82-41e2-b13b-652a098c262b}" ma:internalName="TaxCatchAll" ma:showField="CatchAllData" ma:web="5ded4f55-6d04-409c-b8bc-ad462a57cb3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p:properties xmlns:p="http://schemas.microsoft.com/office/2006/metadata/properties" xmlns:xsi="http://www.w3.org/2001/XMLSchema-instance" xmlns:pc="http://schemas.microsoft.com/office/infopath/2007/PartnerControls">
  <documentManagement>
    <TaxCatchAll xmlns="5ded4f55-6d04-409c-b8bc-ad462a57cb37" xsi:nil="true"/>
    <lcf76f155ced4ddcb4097134ff3c332f xmlns="e4d740d5-9104-421f-9861-30ae08678aca">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948EF239-DD1D-4BF5-8CF7-67220434E240}">
  <ds:schemaRefs>
    <ds:schemaRef ds:uri="http://www.sap.com/cof/powerpoint/application"/>
  </ds:schemaRefs>
</ds:datastoreItem>
</file>

<file path=customXml/itemProps2.xml><?xml version="1.0" encoding="utf-8"?>
<ds:datastoreItem xmlns:ds="http://schemas.openxmlformats.org/officeDocument/2006/customXml" ds:itemID="{FAC0503D-E39D-426C-A80B-14A3BF914A6E}"/>
</file>

<file path=customXml/itemProps3.xml><?xml version="1.0" encoding="utf-8"?>
<ds:datastoreItem xmlns:ds="http://schemas.openxmlformats.org/officeDocument/2006/customXml" ds:itemID="{F3564B91-9754-4E83-B800-86E662BD0D23}"/>
</file>

<file path=customXml/itemProps4.xml><?xml version="1.0" encoding="utf-8"?>
<ds:datastoreItem xmlns:ds="http://schemas.openxmlformats.org/officeDocument/2006/customXml" ds:itemID="{2488EB90-6C71-40A0-9A5F-C4DDC66DC285}"/>
</file>

<file path=docProps/app.xml><?xml version="1.0" encoding="utf-8"?>
<Properties xmlns="http://schemas.openxmlformats.org/officeDocument/2006/extended-properties" xmlns:vt="http://schemas.openxmlformats.org/officeDocument/2006/docPropsVTypes">
  <Template>ArcelorMittal</Template>
  <TotalTime>22999</TotalTime>
  <Words>7481</Words>
  <Application>Microsoft Office PowerPoint</Application>
  <PresentationFormat>Diavoorstelling (4:3)</PresentationFormat>
  <Paragraphs>1206</Paragraphs>
  <Slides>89</Slides>
  <Notes>83</Notes>
  <HiddenSlides>14</HiddenSlides>
  <MMClips>0</MMClips>
  <ScaleCrop>false</ScaleCrop>
  <HeadingPairs>
    <vt:vector size="8" baseType="variant">
      <vt:variant>
        <vt:lpstr>Gebruikte lettertypen</vt:lpstr>
      </vt:variant>
      <vt:variant>
        <vt:i4>12</vt:i4>
      </vt:variant>
      <vt:variant>
        <vt:lpstr>Thema</vt:lpstr>
      </vt:variant>
      <vt:variant>
        <vt:i4>1</vt:i4>
      </vt:variant>
      <vt:variant>
        <vt:lpstr>Ingesloten OLE-bronprogramma's</vt:lpstr>
      </vt:variant>
      <vt:variant>
        <vt:i4>4</vt:i4>
      </vt:variant>
      <vt:variant>
        <vt:lpstr>Diatitels</vt:lpstr>
      </vt:variant>
      <vt:variant>
        <vt:i4>89</vt:i4>
      </vt:variant>
    </vt:vector>
  </HeadingPairs>
  <TitlesOfParts>
    <vt:vector size="106" baseType="lpstr">
      <vt:lpstr>MS PGothic</vt:lpstr>
      <vt:lpstr>Arial</vt:lpstr>
      <vt:lpstr>Book Antiqua</vt:lpstr>
      <vt:lpstr>Calibri</vt:lpstr>
      <vt:lpstr>Cambria Math</vt:lpstr>
      <vt:lpstr>Comic Sans MS</vt:lpstr>
      <vt:lpstr>Garamond</vt:lpstr>
      <vt:lpstr>Monotype Sorts</vt:lpstr>
      <vt:lpstr>Symbol</vt:lpstr>
      <vt:lpstr>Tahoma</vt:lpstr>
      <vt:lpstr>Times New Roman</vt:lpstr>
      <vt:lpstr>Wingdings</vt:lpstr>
      <vt:lpstr>ArcelorMittal</vt:lpstr>
      <vt:lpstr>think-cell Slide</vt:lpstr>
      <vt:lpstr>Equation</vt:lpstr>
      <vt:lpstr>STATISTICA Graph</vt:lpstr>
      <vt:lpstr>Picture</vt:lpstr>
      <vt:lpstr>Lean – Six Sigma – Capability / SPC UGain Black Belt in Lean – module 3: Geavanceerde Technieken in Lean – Six Sigma Onderwerp: 2.5, lean toolbox referentie: 13</vt:lpstr>
      <vt:lpstr>Who is who?</vt:lpstr>
      <vt:lpstr>Wat zullen we behandelen vandaag?</vt:lpstr>
      <vt:lpstr>Wat zullen we behandelen vandaag?</vt:lpstr>
      <vt:lpstr>Agenda</vt:lpstr>
      <vt:lpstr>Leerdoelstellingen</vt:lpstr>
      <vt:lpstr>Agenda</vt:lpstr>
      <vt:lpstr>PowerPoint-presentatie</vt:lpstr>
      <vt:lpstr>Methodologies landscape</vt:lpstr>
      <vt:lpstr>What is Six Sigma?*</vt:lpstr>
      <vt:lpstr>Six Sigma scientific - statistical point of view</vt:lpstr>
      <vt:lpstr>Data collection</vt:lpstr>
      <vt:lpstr>Sample size determination</vt:lpstr>
      <vt:lpstr>PowerPoint-presentatie</vt:lpstr>
      <vt:lpstr>Galton Board</vt:lpstr>
      <vt:lpstr>PowerPoint-presentatie</vt:lpstr>
      <vt:lpstr>Normal distribution</vt:lpstr>
      <vt:lpstr>PowerPoint-presentatie</vt:lpstr>
      <vt:lpstr>(Standaard)normale verdeling</vt:lpstr>
      <vt:lpstr>Calculating Process Capability  Discrete Data</vt:lpstr>
      <vt:lpstr>VOC vs. VOP</vt:lpstr>
      <vt:lpstr>Goals of Lean Six Sigma</vt:lpstr>
      <vt:lpstr>Six Sigma = team work</vt:lpstr>
      <vt:lpstr>Basic statistic techniques and tools</vt:lpstr>
      <vt:lpstr>Process Variation – Pre-Project</vt:lpstr>
      <vt:lpstr>Process Variation – Post-Project</vt:lpstr>
      <vt:lpstr>Process stability and capability must be improved in order to improve product and process quality</vt:lpstr>
      <vt:lpstr>Normal distribution</vt:lpstr>
      <vt:lpstr>Agenda</vt:lpstr>
      <vt:lpstr>Oorzaken van niet-stabiliteit</vt:lpstr>
      <vt:lpstr>Common vs. Special Causes of  Variation</vt:lpstr>
      <vt:lpstr>A process is said to be stable, predictable and in control if only common cause variability is present</vt:lpstr>
      <vt:lpstr>Process capability - Cp – Cpk C = Capability, p = process, pk = process + Japans woord voor off-center  2 sided specification limits, one side: only Cpk can be calculated (example Zn layer thickness)</vt:lpstr>
      <vt:lpstr>The Process Capability (CP) compares the process dispersion with the target given by the specification (UL and LL)1</vt:lpstr>
      <vt:lpstr>The Process Capability (CPK) compares the process dispersion with the target given by the specification</vt:lpstr>
      <vt:lpstr>PowerPoint-presentatie</vt:lpstr>
      <vt:lpstr>Technical Definition of Six Sigma</vt:lpstr>
      <vt:lpstr>Process stability influences performance, predictability and capability</vt:lpstr>
      <vt:lpstr>Some notes on Process stability</vt:lpstr>
      <vt:lpstr>The Process Capability (CP &amp; CPK) can be used to predict the capability of a process to produce a certain product</vt:lpstr>
      <vt:lpstr>The Process Capability (CP &amp; CPK) can be used to predict the capability of a process to produce a certain product</vt:lpstr>
      <vt:lpstr>The Process Capability (CP &amp; CPK) can be used to predict the capability of a process to produce a certain product</vt:lpstr>
      <vt:lpstr>The Process Capability (CP &amp; CPK) can be used to predict the capability of a process to produce a certain product</vt:lpstr>
      <vt:lpstr>The table below can be used as a guide when considering process capability</vt:lpstr>
      <vt:lpstr>The table below can be used as a guide when considering process capability</vt:lpstr>
      <vt:lpstr>Proces capabiliteit: oefening</vt:lpstr>
      <vt:lpstr>PowerPoint-presentatie</vt:lpstr>
      <vt:lpstr>Minitab capability example</vt:lpstr>
      <vt:lpstr>PowerPoint-presentatie</vt:lpstr>
      <vt:lpstr>PowerPoint-presentatie</vt:lpstr>
      <vt:lpstr>PowerPoint-presentatie</vt:lpstr>
      <vt:lpstr>PowerPoint-presentatie</vt:lpstr>
      <vt:lpstr>Agenda</vt:lpstr>
      <vt:lpstr>SPC – Control charts</vt:lpstr>
      <vt:lpstr>Wat is SPC ?</vt:lpstr>
      <vt:lpstr>Control Limits are Not  Specifications</vt:lpstr>
      <vt:lpstr>Purpose for Using Control Charts</vt:lpstr>
      <vt:lpstr>SPC process set up</vt:lpstr>
      <vt:lpstr>SPC: de PDCA-cirkel</vt:lpstr>
      <vt:lpstr>Spreiding door meetinstrument</vt:lpstr>
      <vt:lpstr>Gauge R&amp;R (MSA) impact measurement gauge</vt:lpstr>
      <vt:lpstr>Some notes on SPC</vt:lpstr>
      <vt:lpstr>De  Xbar-kaart</vt:lpstr>
      <vt:lpstr>De Xbar-kaart</vt:lpstr>
      <vt:lpstr>Review: Acting On Control Chart  Information</vt:lpstr>
      <vt:lpstr>Review: Control Limits vs. specification limits</vt:lpstr>
      <vt:lpstr>Control Charts Provide Decision Rules to  Determine when a Process is IN CONTROL</vt:lpstr>
      <vt:lpstr>Western Electric regels</vt:lpstr>
      <vt:lpstr>Western Electric regels</vt:lpstr>
      <vt:lpstr>CAUTION: Process in Statistical Control  Process Satisfies Customer Requirements</vt:lpstr>
      <vt:lpstr>Agenda</vt:lpstr>
      <vt:lpstr>SPC: oefening 1</vt:lpstr>
      <vt:lpstr>X bar R Chart: 2 charts,  1 of sample main and one of sample ranges (or spread)</vt:lpstr>
      <vt:lpstr>Xbar/R- en Xbar/s-kaart (R small sample &lt; 10)</vt:lpstr>
      <vt:lpstr>SPC: oefening 2</vt:lpstr>
      <vt:lpstr>Oefening 2 in Minitab</vt:lpstr>
      <vt:lpstr>PowerPoint-presentatie</vt:lpstr>
      <vt:lpstr>PowerPoint-presentatie</vt:lpstr>
      <vt:lpstr>PowerPoint-presentatie</vt:lpstr>
      <vt:lpstr>PowerPoint-presentatie</vt:lpstr>
      <vt:lpstr>PowerPoint-presentatie</vt:lpstr>
      <vt:lpstr>PowerPoint-presentatie</vt:lpstr>
      <vt:lpstr>PowerPoint-presentatie</vt:lpstr>
      <vt:lpstr>SPC: oefening 3</vt:lpstr>
      <vt:lpstr>SPC: oefening 4</vt:lpstr>
      <vt:lpstr>SPC: oefening 5</vt:lpstr>
      <vt:lpstr>SPC: oefening 6</vt:lpstr>
      <vt:lpstr>PowerPoint-presentatie</vt:lpstr>
      <vt:lpstr>Ondersteuning voor bewaken productkwaliteit OSPC controle door productie – bewaking meetmiddelen</vt:lpstr>
    </vt:vector>
  </TitlesOfParts>
  <Company>AM Gent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Lean – Six Sigma IVPV Black Belt in Lean – module 2: Geavanceerde Technieken in Lean</dc:title>
  <dc:creator>SIDDRGR</dc:creator>
  <cp:lastModifiedBy>Grymonprez, Dries</cp:lastModifiedBy>
  <cp:revision>250</cp:revision>
  <cp:lastPrinted>2018-02-16T13:09:21Z</cp:lastPrinted>
  <dcterms:created xsi:type="dcterms:W3CDTF">2016-12-22T16:32:52Z</dcterms:created>
  <dcterms:modified xsi:type="dcterms:W3CDTF">2026-05-20T13:15:57Z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0x0101006F949C93529089409C6FEDD564DEED30</vt:lpwstr>
  </property>
</Properties>
</file>